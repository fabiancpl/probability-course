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82" autoAdjust="0"/>
    <p:restoredTop sz="94660"/>
  </p:normalViewPr>
  <p:slideViewPr>
    <p:cSldViewPr snapToGrid="0">
      <p:cViewPr>
        <p:scale>
          <a:sx n="86" d="100"/>
          <a:sy n="86" d="100"/>
        </p:scale>
        <p:origin x="408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14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128 149 9954,'0'0'2225,"0"0"404,0 0-304,0 0-629,0 0-353,4-5-256,7-9-488,-5 15-14,-4 35 124,-2-20-707,-5 53 291,-3 0-1,-3-1 1,-3 0-1,-21 58-292,8-21 151,-23 130 34,61-373 136,4 56-331,95-474-194,-108 547 206,1-8-3,1-1 0,1 1 0,0 0 1,1 1-1,1-1 0,5-8 1,-12 25-3,0-1 0,0 0 0,1 1-1,-1-1 1,0 1 0,1-1 0,-1 1 0,0-1 0,1 1 0,-1-1 0,1 1 0,-1-1-1,0 1 1,1 0 0,-1-1 0,1 1 0,-1 0 0,1-1 0,0 1 0,-1 0-1,1 0 1,-1 0 0,1-1 0,0 1 0,-1 0 0,1 0 0,-1 0 0,1 0-1,0 0 1,-1 0 0,1 0 0,-1 0 0,1 0 0,0 0 0,-1 0 0,1 1-1,-1-1 1,1 0 0,0 0 0,-1 1 0,1-1 0,-1 0 0,1 1 0,-1-1-1,1 0 1,-1 1 0,0-1 0,1 1 0,-1-1 0,1 1 0,-1-1 0,0 1-1,1-1 1,-1 1 0,0-1 0,0 1 0,1-1 0,-1 1 3,15 36-46,-15-35 52,32 118 274,5 66-280,-1-6 45,-24-124-12,17 68 17,-25-108-48,1-1 0,1 0 0,1 0 1,0 0-1,1-1 0,3 5-2,-11-18-23,0-1-1,0 0 1,0 0 0,0 0-1,1 0 1,-1 1-1,0-1 1,0 0 0,0 0-1,0 0 1,0 0 0,0 1-1,0-1 1,0 0-1,0 0 1,0 0 0,1 0-1,-1 0 1,0 1 0,0-1-1,0 0 1,0 0-1,0 0 1,1 0 0,-1 0-1,0 0 1,0 0 0,0 0-1,0 0 1,1 0-1,-1 1 1,0-1 0,0 0-1,0 0 1,0 0 0,1 0-1,-1 0 1,0 0-1,0 0 1,0-1 0,1 1-1,-1 0 1,0 0 0,0 0-1,0 0 1,0 0-1,1 0 1,-1 0 0,0 0-1,0 0 1,0 0 0,0 0-1,0-1 1,1 1-1,-1 0 1,0 0 0,0 0-1,0 0 1,0 0 0,0-1-1,0 1 1,0 0 23,3-18-975,-7-27-2284,-11 6-2931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14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0 158 13275,'0'0'1528,"0"0"-40,0 0 89,0 0-513,0 0-528,187-30-320,-118 7-216,37-17-72,-17 5-2344,-11 5-3586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14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6729,'0'0'7103,"0"0"-4262,0 0-1622,2 23-78,24 199 1644,10 2-2785,-3-67 196,-44-263 1284,-1 39-1446,2-1 0,3 1 0,4-2 0,2-11-34,1 76 3,0 0 0,0 1 0,0-1-1,1 0 1,-1 0 0,1 1 0,0-1-1,0 0 1,0 1 0,0-1 0,1 1-1,0-1 1,-1 1 0,1 0 0,1 0-1,-1 0 1,0 0 0,1 0 0,-1 0-1,1 0 1,0 1 0,0 0 0,0-1-1,0 1 1,0 0 0,1 0 0,-1 1-1,0-1 1,1 1 0,-1 0 0,1 0-1,0 0 1,-1 0 0,1 0 0,0 1-1,0 0 1,0 0 0,-1 0 0,1 0-1,0 0 1,0 1 0,-1 0 0,1-1-1,0 2 1,-1-1 0,1 0 0,-1 1-1,1-1 1,1 2-3,3 3 0,-1 0 0,1 1 0,-1 0 0,0 0 0,0 1 0,-1 0 0,0 0 0,-1 0 0,1 1 0,-2 0 0,1 0 0,0 4 0,10 22 0,-2 0 0,5 25 0,-4-6-493,-10-31-692,2 1-1,1-1 1,1-1-1,0 1 1,2-1-1,0-1 1,2 0-1,0 0 1,6 5 1185,7 0-11163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15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13851,'0'0'1888,"0"0"473,0 167-305,9-86-855,7-1-521,1-8-408,0-12-160,-3-12-104,0-16 40,-6-14-48,-5-18-560,0 0-1025,-3-15-3296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15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14107,'0'0'1458,"0"0"-382,0 0 3,32-17-495,105-48-259,-131 62-311,1 0-1,-1 1 0,1 0 0,-1 0 1,1 0-1,0 1 0,0 0 0,0 0 1,0 0-1,0 1 0,0 1 1,0-1-1,0 1 0,0 0 0,0 0 1,4 2-14,-8-1 39,1 0 0,-1 0 0,0 0 0,0 0 0,0 0 1,0 1-1,0 0 0,-1-1 0,1 1 0,-1 0 0,1 0 1,-1 0-1,0 1 0,0-1 0,-1 0 0,1 1 0,-1 0 1,1-1-1,-1 1 0,0 0 0,0 0-39,0 7 144,0 1 1,0-1-1,-1 0 1,0 0-1,-1 0 0,0 0 1,-1 0-1,0 0 0,-1 0 1,0 0-1,0-1 1,-1 0-1,-1 1 0,0-1 1,0-1-1,-2 3-144,-73 83 365,79-93-346,10-8 42,2-2-63,1 0 0,0 0 0,0 1 0,1 1 0,0 0 0,0 0 0,0 2 0,1 0 0,0 0 0,-1 1 0,1 1 0,1 0 0,-1 1 0,0 0 0,0 2 0,9 0 2,-19 0-3,0 0-1,0 0 0,-1 0 0,1 0 0,-1 0 1,1 1-1,-1 0 0,0 0 0,1 0 0,-1 0 0,0 0 1,0 1-1,-1-1 0,1 1 0,0 0 0,-1 0 1,0 0-1,1 0 0,-1 0 0,0 0 0,-1 1 1,1-1-1,-1 1 0,1-1 0,-1 1 0,0-1 0,0 1 1,-1 0-1,1 0 0,-1 1 4,1 2 16,0 0-1,-1 1 1,0-1 0,0 1-1,-1-1 1,0 0-1,0 1 1,0-1 0,-1 0-1,-1 0 1,1 0 0,-1 0-1,0 0 1,0-1-1,-2 3-15,-5 4 135,0-1 0,0 0 0,-1-1 0,-1 0 0,-9 7-135,15-14-86,0 1-1,0-1 1,0 0-1,0-1 0,-1 0 1,1 0-1,-1 0 1,0-1-1,0 0 1,0 0-1,0 0 0,0-1 1,-5 0 86,12-2-457,-1 0 0,1 0 1,-1 0-1,1-1 0,-1 1 1,1 0-1,0 0 0,-1 0 0,1-1 1,0 1-1,0 0 0,0 0 1,0-1-1,0 1 0,0 0 1,0 0-1,1 0 0,-1-1 0,0 1 1,1 0 456,6-22-11451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16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11899,'0'0'2768,"0"0"-1392,0 0 9,0 0-889,0 0-56,0 0-216,179-30-104,-132 12-64,-8 3-56,-8 3-344,-15 4-1616,-10 3-2834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16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10682,'0'0'2305,"0"0"-1313,0 0 232,0 0-328,142 5-263,-87-12-409,-4-6-120,-7-2-48,-5-2-56,-14 2-1777,-8 5-6336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20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82 7866,'0'0'2974,"0"0"-332,0 0-279,0 0-778,0 0-264,0 0-185,-3-7-420,3 6-697,-1 0 1,1-1-1,-1 1 0,1-1 0,0 1 1,-1-1-1,1 1 0,0-1 0,0 1 1,0-1-1,0 1 0,1-1 0,-1 1 0,0-1 1,0 1-1,1-1 0,-1 1 0,1-1 1,0 1-1,-1 0 0,1-1 0,0 1 1,0 0-1,0 0 0,0-1 0,0 1 1,0 0-1,1-1-19,2-1 28,1 0 0,0 0 0,0 0 1,0 1-1,0-1 0,0 1 0,1 1 0,-1-1 0,5 0-28,0-1 8,1 1 1,-1 0-1,1 1 0,0 0 0,-1 1 0,1 0 0,0 0 1,-1 1-1,1 1 0,3 0-8,-11-1-1,1 0 1,-1 1-1,1-1 1,-1 1-1,0-1 1,1 1-1,-1 0 1,0 0-1,0 1 1,0-1-1,-1 0 1,1 1-1,0 0 1,-1 0-1,0 0 1,0 0-1,0 0 1,0 0-1,0 0 1,0 1-1,-1-1 1,0 0-1,1 1 1,-2 0-1,1-1 1,0 1-1,-1 0 1,1-1-1,-1 1 1,0 1 0,0 4 9,0-1 1,0 1-1,-1 0 1,0-1-1,-1 1 1,0-1-1,0 0 1,-1 1-1,0-1 1,0 0-1,-5 7-9,-3 2 106,0 0 0,-2-1 0,0 0 0,-8 7-106,10-11 161,-9 10 80,1 0 0,0 1 1,-2 7-242,16-22 13,0 0 0,1 0-1,0 1 1,1 0 0,-1-1 0,2 1 0,-1 0 0,1 1-1,1-1 1,0 0 0,0 1 0,1 0-13,0-9 18,0 0 1,0-1-1,0 1 0,0 0 0,0 0 1,1-1-1,-1 1 0,0-1 1,1 1-1,-1 0 0,0-1 1,1 1-1,-1-1 0,1 1 1,-1-1-1,1 1 0,-1-1 0,1 1 1,-1-1-1,1 1 0,-1-1 1,1 0-1,0 1 0,-1-1 1,1 0-1,0 1 0,-1-1 0,1 0 1,0 0-1,0 0-18,33 2 597,-25-3-465,0 0 0,0-1 0,0 0 1,0 0-1,0-1 0,-1 0-132,22-14 97,-2-1 1,0-1-1,12-12-97,35-34-5513,-52 45-455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21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33 11258,'0'0'1513,"0"0"288,0 0-426,-13 24-644,-37 78-32,48-98-621,0 0 0,0 0 0,1 1-1,0-1 1,-1 1 0,1-1 0,1 1 0,-1-1 0,1 1-1,0 0 1,0-1 0,0 1 0,1 0 0,-1-1 0,1 1-1,1 1-77,-1-3 60,0 0-1,1-1 0,-1 1 0,1-1 0,0 1 0,0-1 0,0 0 0,0 0 1,0 1-1,0-2 0,1 1 0,-1 0 0,1 0 0,-1-1 0,1 1 0,0-1 1,0 0-1,1 1-59,9 1 130,0 0 1,0-1-1,0 0 1,0-1-1,0-1 1,0 0 0,1 0-1,7-2-130,-9 0 41,0-1 0,0 1 0,-1-2 0,1 0-1,-1 0 1,1-1 0,-1 0 0,-1-1 0,1 0 0,6-6-41,-12 8 114,1 1 0,-1-2 0,0 1 0,0 0 0,-1-1 0,0 0 0,1 0 0,-2 0 0,1-1 0,0 1 0,-1-1 1,0 0-1,-1 0 0,1 0 0,-1 0 0,0 0 0,-1-1 0,1 1 0,-1-1 0,0-2-114,-1 5 91,0 0 0,0 0 0,-1 0 0,1 0 0,-1 0 0,1-1 0,-2 1 0,1 0 0,0 1 0,-1-1 0,1 0 0,-1 0 0,0 1-1,0-1 1,-3-2-91,1 2 33,0 0 0,-1 1 0,1-1-1,-1 1 1,0 0 0,0 0-1,0 1 1,0 0 0,0 0 0,-1 0-1,-3-1-32,-5-1-11,-1 1-1,0 0 0,0 1 1,0 0-1,1 1 0,-10 1 12,17 0-317,0 0-1,1 1 1,-1 0-1,1 0 1,0 0 0,-1 1-1,1 0 1,0 0-1,0 1 1,0 0-1,0 0 1,0 0 0,1 1-1,0-1 1,-5 5 317,-9 15-5951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21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28 155 11178,'0'0'1558,"0"0"-420,0 0 230,-3 22-580,-8 70-282,10-89-456,1 1 0,0-1 1,0 0-1,1 0 0,-1 1 1,1-1-1,-1 0 0,1 0 1,0 1-1,0-1 0,1 0 1,-1 0-1,1 0 0,-1 0 1,1-1-1,0 1 0,0 0 1,0-1-1,0 1 0,1-1 1,-1 0-1,1 0 0,-1 0 1,1 0-1,0 0 0,0 0 1,2 0-51,4 2 156,0-1 1,0 0-1,0-1 0,0 0 1,0 0-1,1-1 0,5 1-156,0-2 150,0 1 0,0-2 0,0 0-1,0 0 1,0-1 0,-1-1-1,1-1 1,-1 0 0,0-1 0,11-5-150,-15 5 67,0 0-1,-1-1 1,0 0 0,0 0 0,0-1 0,-1 0 0,0-1 0,0 0 0,-1 0 0,0-1-1,-1 1 1,0-2 0,0 1 0,-1 0 0,1-2-67,-3 5 120,0 0 1,-1-1-1,0 1 1,0-1-1,0 1 0,0-1 1,-1 0-1,-1 1 1,1-1-1,-1 0 0,0 0 1,0 0-1,-1 0 1,0 1-1,0-1 0,-1 0 1,1 1-1,-2-3-120,0 4 52,0 0 0,0 0-1,0 0 1,0 0 0,-1 1-1,0-1 1,0 1 0,0 0-1,0 0 1,-1 0 0,0 1-1,0 0 1,0 0 0,0 0-1,0 0 1,0 1 0,-1 0 0,1 0-1,-1 0 1,1 1 0,-2 0-52,-13-3-155,0 1 1,0 1 0,0 1-1,0 1 1,0 1 0,0 0 0,-7 3 154,0 0-2712,0 2 0,-25 9 2712,-17 9-10701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3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5617,'0'0'1295,"0"0"292,0 0-231,0 0-353,0 0 327,-3 10 5299,0 0-5912,-4 15-683,2 0 0,1 0 0,1 1 0,1-1 0,1 1 0,1 0 0,4 21-34,-2-30 2,1 0 0,0-1 0,1 0 1,1 0-1,1 0 0,0 0 0,1-1 0,0 0 0,1 0 0,1-1 0,1 0 1,5 6-3,-12-16 7,0-1 0,0 0 0,0 0 0,0 1 0,0-2 1,1 1-1,-1 0 0,1-1 0,0 1 0,0-1 0,0 0 1,0-1-1,0 1 0,0-1 0,0 1 0,1-1 0,-1-1 1,1 1-1,-1 0 0,0-1 0,1 0 0,-1 0 0,1-1 1,-1 1-1,0-1 0,1 0 0,-1 0 0,4-1-7,-3-1 11,1 0 1,-1 0-1,0 0 0,0-1 0,0 0 0,0 0 0,-1 0 1,1 0-1,-1-1 0,0 0 0,-1 0 0,1 0 0,-1 0 1,0-1-1,0 1 0,-1-1 0,1 1 0,-1-1 0,-1 0 1,1-3-12,5-22 209,-3 0 0,-1 0 0,-1-1 0,-1 0 0,-4-24-209,1 43 161,0 1 1,-2-1-1,1 1 0,-2 0 0,1 1 0,-2-1 0,-6-10-161,12 21-29,0 1-178,0 0-514,0 0-1133,0 0-2504,0 0-2754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40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48 5841,'0'0'2489,"0"0"-790,0 0-206,0 0-686,0 0-399,0 0-44,0 0 133,0 0 232,-8 13 622,-123 273 3603,59-123-4373,69-156-566,0-2-9,0 1 0,1 0-1,0 0 1,0 0 0,0 0 0,1 0 0,-1 4-6,2-10 8,0 0 10,0 0 44,0 0 18,0-5 89,2-10-160,1 0-1,1 0 1,0 0-1,1 0 1,0 1 0,1-1-1,1 2 1,1-2-9,17-43 10,3-24 0,-19 52-7,0 0-1,2 1 0,1 1 0,2 0 0,0 0 0,2 2 0,19-26-2,-8 15-11,-26 36 4,0 1 0,0 0-1,0-1 1,1 1-1,-1 0 1,0-1-1,0 1 1,0 0 0,0 0-1,0 0 1,0 0-1,0 0 1,0 0 0,0 1-1,0-1 1,0 0-1,0 0 1,1 1 0,-1-1-1,0 1 1,-1-1-1,1 1 1,0-1 0,0 1-1,0-1 1,0 1-1,0 0 1,0 0 0,-1-1-1,1 1 1,0 0-1,-1 0 1,1 0 0,-1 0-1,1 0 8,24 33 16,-25-34-21,12 23 16,-1 0-1,0 0 1,-2 1 0,-1 0-1,3 15-10,23 130 345,-24-117-229,-8-46-272,-1-9-1284,-1-15-2270,0 16 3302,0-13-4096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4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10610,'0'0'1467,"0"0"7,0 0-431,0 0-167,0 0 554,0 0-51,17-2-330,11-3-809,-1-1 1,0-1-1,-1-1 0,0-2 1,8-4-241,-22 9-27,0 0 0,0 0 0,0 1 0,0 1 0,1 0 0,0 0 0,5 1 27,29-1-7458,-35 3 952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41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95 6177,'0'0'4552,"0"0"-2613,0 0-551,0 0-774,0 0-303,1 25 366,17 163 1658,-17-173-2093,4 38 568,2-1 0,3 0 1,14 46-811,-18-90 1525,-8-26-862,-8-34-429,-1 22-229,2-1 1,1 0-1,1-1 1,1 0-1,2 0 1,1 0-1,2-1 1,2-13-6,0 36-8,1 1-1,0-1 1,0 1 0,1-1 0,1 1 0,-1 0 0,2 0 0,-1 0 0,1 1-1,0 0 1,6-7 8,2-1-28,0 0-1,1 1 0,1 1 0,0 0 0,5-2 29,-19 15-9,0 0-1,0 0 1,1 0-1,-1 0 1,0 0-1,0 0 1,1 1-1,-1-1 0,1 1 1,-1-1-1,1 1 1,-1-1-1,1 1 1,-1-1-1,1 1 1,-1 0-1,1 0 1,-1 0-1,2 0 10,-2 1-5,0-1 1,0 1-1,0-1 0,0 1 0,-1-1 0,1 1 0,0 0 1,-1-1-1,1 1 0,0 0 0,-1 0 0,1 0 1,-1-1-1,1 1 0,-1 0 0,1 0 0,-1 0 1,1 0-1,-1 0 0,0 0 0,0 0 0,0 1 5,2 9-11,-1-1 0,-1 1 0,0 0 0,0 0-1,-1 4 12,0 4 10,0-9-10,0 1 1,0-1-1,-1 1 1,-1-1-1,0 0 1,0 1-1,-1-2 1,0 1-1,0 0 1,-1-1-1,-1 0 1,0 0-1,0 0 1,0-1-1,-1 0 1,-6 5-1,13-12 33,15-5-21,-9 2-10,10-4-16,1 1-1,0 1 1,0 0-1,0 1 1,16 0 14,-28 3-6,-1 0 1,1 0-1,0 1 0,0 0 1,0 0-1,-1 0 1,1 0-1,-1 1 0,1-1 1,-1 1-1,1 1 0,-1-1 1,0 0-1,0 1 0,0 0 1,0 0-1,-1 0 0,1 1 1,-1-1-1,0 1 0,0-1 1,0 1-1,2 3 6,-1 1-3,1 1 0,-1-1 0,-1 1 0,0 0 0,0 0 0,0 0 0,-1 1 0,-1-1 0,1 7 3,-1 84-10,-1-96 16,0 0 0,-1 0-1,1 0 1,-1 0 0,0-1 0,0 1 0,0 0 0,0 0 0,-1-1 0,0 1-1,0-1 1,0 1 0,0-1 0,0 0 0,-1 0 0,1 0 0,-1 0 0,0 0-1,0 0 1,0-1 0,0 1 0,0-1 0,0 0 0,-1 0 0,1 0-1,-1-1 1,0 1 0,1-1 0,-1 0 0,-4 1-6,-12 2 50,1-2 0,-1 0 0,0-1 0,0-1 0,-17-2-50,-3 1 27,-96 1 47,78 0-4449,57 0-939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50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5169,'0'0'2118,"0"0"261,0 0-328,0 0-497,0 0-250,-6 2 36,-1 0-660,0 0 0,0 0 0,0 1 0,1 0-1,-1 0 1,1 1 0,0 0 0,0 0 0,0 1-1,-2 1-679,-18 28 380,18-19-357,1 2 1,1-1-1,0 1 1,1 0-1,1 0 0,1 0 1,0 0-1,1 13-23,-1 33 83,5 51-83,1-24 103,-5-22 113,1-21 19,1 1 0,4 6-235,-3-39 36,1-1 0,1 1-1,1-1 1,0 0-1,1 0 1,0 0 0,1 0-1,7 12-35,3 1 68,-5-6 41,2-1 1,0 0-1,0-1 1,2-1-1,9 10-109,-23-28 7,28-3-2960,-11-4-2653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51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4049,'0'0'1724,"0"0"695,0 0 395,0 0-656,0 0-588,0 0-162,3 2 4221,20 17-5518,-5 1-68,-1 2 1,-1 0-1,0 1 1,-2 0-1,-1 1 1,0 1-1,-2 0 1,-1 0-1,-1 1 0,5 27-43,-4-6 163,-3 1 1,-1-1-1,-3 1 0,-1 0 0,-5 42-163,-1-66 161,0-1 0,-1 0 0,-2-1 1,0 0-1,-2 0 0,0 0 0,-2 0-161,9-18 55,2-4-44,0 0 1,0 1 0,0-1 0,0 0-1,0 1 1,0-1 0,0 0 0,-1 0-1,1 1 1,0-1 0,0 0 0,0 1-1,-1-1 1,1 0 0,0 0 0,0 0-1,-1 1 1,1-1 0,0 0 0,-1 0 0,1 0-1,0 1 1,-1-1 0,1 0 0,0 0-1,-1 0 1,1 0 0,0 0 0,-1 0-1,1 0 1,0 0 0,-1 0 0,1 0-1,0 0 1,-1 0 0,1 0 0,0 0-1,-1 0 1,1 0 0,0 0 0,-1-1-1,1 1 1,0 0 0,0 0 0,-1 0 0,1 0-1,0-1 1,-1 1 0,1 0 0,0 0-1,0-1 1,0 1 0,-1 0 0,1 0-1,0-1 1,0 1 0,0 0 0,0-1-1,-1 1 1,1 0 0,0-1 0,0 1-12,-14-28-2486,10 19 63,-7-7-7286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6:5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12 490 4321,'0'0'1594,"0"0"-830,0 0 24,0 0 79,0 0 65,0 0 46,3 5 2317,-3-5-3124,0 0 0,0 0 0,0 0 0,0 0 0,0 0 0,0 0 0,0 0 0,0 0 0,0 0 0,0 0 0,0 0 0,0-1 0,1 1 0,-1 0-1,0 0 1,0 0 0,0 0 0,0 0 0,0 0 0,0 0 0,0 0 0,0 0 0,0 0 0,0 0 0,0 0 0,0 0 0,0 0 0,1 0 0,-1 0 0,0 0 0,0 0 0,0 0-1,0 0 1,0 0 0,0 0 0,0 0 0,0 0 0,0 1 0,0-1 0,0 0 0,0 0 0,0 0 0,0 0 0,0 0 0,1 0 0,-1 0 0,0 0 0,0 0-171,-17-198 1236,18 181-1239,1 0 0,1 0-1,1 1 1,0-1 0,1 1 0,1 0 0,0 0-1,1 1 1,1-1 0,0 2 0,2-1 0,-1 1 0,1 1-1,1-1 1,1 2 0,0 0 0,0 0 0,11-7 3,-22 18-2,0 0 0,0 1 0,1-1 0,-1 0 0,0 0 0,1 1 0,-1-1 0,0 1 0,1-1 0,-1 1 1,1-1-1,-1 1 0,0 0 0,1 0 0,-1 0 0,1 0 0,-1 0 0,1 0 0,-1 0 0,1 0 0,-1 1 0,0-1 1,2 1 1,0 0-9,-1 1 0,1-1 0,-1 1 0,1 0 0,-1 0 1,0 0-1,0 0 0,0 0 0,0 0 0,0 0 1,1 3 8,5 8-42,-1 1 1,0 0-1,-2 0 1,4 8 41,-7-15-4,17 54 17,-4 0 1,-2 1-1,-3 0 1,0 25-14,2 6 11,-12-93-15,0 1 0,0-1-1,-1 0 1,1 0 0,0 1-1,1-1 1,-1 0 0,0 0-1,0 1 1,0-1 0,0 0-1,0 0 1,0 1 0,0-1-1,0 0 1,0 0 0,0 1-1,1-1 1,-1 0 0,0 0-1,0 0 1,0 1 0,0-1-1,1 0 1,-1 0 0,0 0-1,0 0 1,0 1 0,1-1-1,-1 0 1,0 0 0,0 0-1,1 0 1,-1 0 0,0 0-1,0 0 1,1 0 0,-1 0-1,0 0 1,0 0 0,1 0-1,-1 0 5,11-8-618,12-24-1132,-19 27 1285,23-33-3816,-1 3-2547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7:00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3 6785,'0'0'1494,"0"0"720,0 0-552,0 0-652,0 0-279,0 0-144,-5-1-119,-7 0-157,-1 0-1,1 2 0,0-1 1,-1 1-1,1 1 1,0 0-1,0 1 0,0 0 1,0 1-1,0 0 1,1 1-1,-2 1-310,-9 5 190,0 0 0,1 2 0,0 0 0,1 2 0,-16 14-190,28-22 24,1 1 1,0 0 0,0 1-1,1-1 1,0 1 0,0 0-1,1 1 1,1-1 0,-1 1-1,2 0 1,-1 0 0,-1 9-25,1 3-9,0 1 0,2-1 0,0 1 0,2-1 1,1 13 8,-1-31-4,0 0 1,1 1-1,-1-1 0,1 0 1,0 0-1,1 0 1,-1 0-1,1 0 1,-1 0-1,1 0 1,0 0-1,1-1 0,-1 1 1,1-1-1,-1 1 1,1-1-1,3 2 4,-1 0 0,1-1-1,0 0 1,1 0-1,-1-1 1,1 1-1,0-1 1,-1-1-1,1 1 1,1-1-1,-1 0 1,23 3 88,0-1-1,0-1 0,0-1 1,24-3-88,-30 1 130,-19 1-17,1-1-1,0 0 0,-1 0 0,1-1 0,0 0 0,-1 0 1,1 0-1,-1 0 0,1-1 0,-1 0 0,0 0 1,1-1-1,-1 1 0,0-1 0,-1 0 0,5-3-112,-6 3-124,0 0-1333,-3-3-2252,0-3-2198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7:0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9 5473,'0'0'2185,"0"0"417,0 0-469,0 0-620,0 0-574,0 0-301,-32-8 1793,20 8-2266,0 0-1,0 1 0,0 0 0,0 1 0,1 0 1,-1 1-1,-9 3-164,17-4 16,-1 0 0,2 0 0,-1 0 0,0 1 0,0-1-1,1 1 1,-1 0 0,1 0 0,0 0 0,0 1 0,0-1 0,0 1 0,1-1 0,-1 1 0,1 0 0,0 0 0,0 0 0,1 0 0,-1 0 0,1 1 0,0-1 0,-1 5-16,-1 3 4,1 1 1,0 1 0,1-1-1,1 0 1,0 0-1,0 2-4,1-12-1,-1 0-1,0 0 0,1-1 0,-1 1 1,1 0-1,0-1 0,0 1 1,0-1-1,0 1 0,0-1 1,1 1-1,-1-1 0,1 0 0,0 0 1,-1 0-1,1 0 0,0 0 1,0 0-1,0 0 0,1 0 1,-1-1-1,0 1 0,1-1 0,-1 0 1,1 0-1,-1 0 0,1 0 1,-1 0-1,1 0 0,0-1 0,0 1 2,22 2 93,-1-1 0,1-1 0,0-2-1,14-2-92,-37 3 47,0-1-1,0 1 1,0-1 0,0 0-1,-1 0 1,1 1-1,0-1 1,0-1 0,-1 1-1,1 0 1,-1 0-1,1-1 1,-1 1 0,0 0-1,0-1 1,1 0-1,-1 1 1,0-1 0,0 0-1,0-1-46,10-11-1215,3 7-5461,-9 7-2476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7:02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11242,'0'0'2233,"0"0"-561,0 0 1233,0 0-1697,0 0-880,0 0-72,0 0 744,56 2-287,-23-2-329,0 0-280,1 0-96,-1 0-8,-2 0-80,0 0-392,-6 0-1057,-9 5-1335,-7 6-1745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7:02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9162,'0'0'4057,"0"0"-3425,0 0 840,0 0-135,0 0 127,0 0-320,0 0-424,134-20-264,-95 5-288,2 0-168,26-18-352,-11 8-3881,-3 0-6745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7:02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 9394,'0'0'1446,"0"0"-287,0 0 618,-26 0-628,-84 0-468,99 1-474,1 0 1,0 0-1,0 1 0,1 1 1,-1-1-1,0 2 0,1-1 0,-1 1 1,1 1-1,0 0 0,1 0 1,-1 0-1,1 1 0,0 1 1,0-1-1,1 1 0,0 1 0,-4 5-207,6-7 70,0 0 0,1 1 0,0-1 0,0 1 0,1 0 0,0 0 0,0 0 0,1 0 0,0 0 0,0 1 0,0 2-70,1-8 1,1 1-1,-1-1 1,1 1 0,0 0 0,0-1 0,0 1 0,0 0 0,0-1 0,0 1-1,1 0 1,-1-1 0,1 1 0,0-1 0,0 1 0,0-1 0,0 1 0,0-1 0,1 1-1,-1-1 1,1 0 0,-1 0 0,1 0 0,0 0 0,0 0 0,0 0 0,0 0 0,0-1-1,0 1 1,0-1 0,1 0 0,-1 1 0,2-1-1,12 3-91,0 0-1,1-2 1,-1 0 0,1-1-1,-1 0 1,1-1 0,0-1-1,-1-1 1,1 0-1,-1-1 1,0-1 0,4-2 91,-11 3-112,1-1 0,-1 0 0,0-1 0,0 1 1,-1-2-1,0 1 0,1-1 0,-2-1 0,4-3 112,-7 6 2,0 0-1,-1-1 1,1 1-1,-1-1 0,0 0 1,-1 0-1,1 0 0,-1 0 1,0 0-1,0-1 1,-1 1-1,0-1 0,0 1 1,0-1-1,0 0 0,-1 1 1,0-2-2,-3-35 1265,1 28 508,1 28-489,4 19-1294,0 0-1,2 0 1,4 10 10,5 42 40,-3 14 39,-4-35-16,1 0-1,4-1 1,6 12-63,-18-74 0,0 0-1,0-1 0,0 1 1,0 0-1,1 0 0,-1 0 1,0 0-1,1-1 0,-1 1 1,1 0-1,-1 0 1,1 0-1,-1-1 0,1 1 1,-1 0-1,1-1 0,0 1 1,-1-1-1,1 1 1,0-1-1,-1 1 0,2 0 1,10-10-430,7-34-1816,-17 39 1647,12-34-4507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7:03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1 188 7154,'0'0'1753,"0"0"-566,0 0 207,0 0-535,0 0-457,0 0-19,18 21 104,63 62 136,-79-80-565,1-1 1,-1 0-1,1 0 0,0-1 1,0 1-1,0-1 1,0 1-1,0-1 0,0 0 1,1 0-1,-1 0 1,0 0-1,1-1 1,-1 0-1,0 1 0,1-1 1,-1 0-1,0-1 1,1 1-1,-1 0 0,0-1 1,1 0-1,-1 0 1,2-1-59,2-1 208,0 0 1,0-1 0,-1 0 0,1 0-1,-1 0 1,0-1 0,4-4-209,-7 6 202,0 0 0,1 0 0,-1 0 0,-1-1 0,1 1 0,-1-1 0,1 0 0,-1 0 0,0 1 0,0-2 0,-1 1 0,1 0 0,-1 0 0,0 0 0,0-1 0,0 1 0,-1 0 0,1-1 0,-1 1 0,0-1 0,0 1 0,-1-1 0,1 1 0,-1 0 0,0-1 0,0 1 0,-1 0 0,-1-4-202,-1-1 182,-1 0 0,0 1 0,0-1 0,-1 1 0,0 0 0,0 1 0,-1 0 0,0 0 0,0 0 0,0 0 0,-1 1 0,-4-2-182,3 2 6,0-1 0,0 2 0,-1-1 0,0 1 0,0 1 0,0 0-1,0 0 1,-1 1 0,1 0 0,-11-1-6,20 7-341,0-1 0,0 1 0,1 0 0,-1-1 0,1 1-1,-1-1 1,1 1 0,0 0 0,0 0 0,1-1 0,-1 3 341,0-1-1218,0 18-4037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7:03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1 0 5449</inkml:trace>
  <inkml:trace contextRef="#ctx0" brushRef="#br0" timeOffset="1">1 0 5449,'113'130'2090,"-109"-125"-1829,0 0-1,0-1 1,-1 1 0,0 1-1,0-1 1,-1 0-1,1 2-260,-4 13 1553,-1-9-628,2 4-238,0 0-1,1-1 1,0 1 0,2 0-1,0-1 1,4 15-687,-5-23 86,1 0 1,0 0-1,0 0 1,1-1-1,-1 1 1,1-1-1,0 0 0,1 0 1,-1 0-1,1-1 1,0 1-1,0-1 0,0 0 1,1-1-1,0 1 1,5 1-87,2 1 74,1 0 1,0-2-1,0 0 0,1 0 1,-1-1-1,1-1 1,-1-1-1,1 0 1,0-1-1,-1 0 1,8-2-75,-13 1 23,-1 0 0,1-1 0,-1 0 0,0 0 0,1-1 0,-1 0 0,-1-1 0,1 0 0,4-3-23,-8 4 13,0 0-1,0 0 1,0 0-1,0-1 1,-1 1-1,0-1 1,1 0 0,-1 0-1,-1 0 1,1-1-1,-1 1 1,1-1-1,-1 1 1,-1-1-1,1 0 1,0-2-13,1-6 250,-1 0 1,0 0-1,0-1 1,-2 1 0,0 0-1,0-1 1,-1 1-1,-1-1 1,-1-7-251,2 17 43,0-1-1,0 1 1,-1-1-1,1 1 1,-1 0 0,0 0-1,0 0 1,-1 0-1,1 0 1,-1 0-1,0 0 1,0 1 0,0-1-1,0 1 1,-1 0-1,1 0 1,-1 0-1,0 0 1,0 1 0,0 0-1,0 0 1,0 0-1,0 0 1,-1 0-1,1 1 1,-1 0 0,1 0-1,-1 0 1,-4 0-43,0 1-211,-1 0 0,0 0-1,1 1 1,-1 1 0,1-1 0,-1 1 0,1 1 0,0 0 0,0 0 0,0 1 0,-2 2 211,-45 23-4072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7:59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29 160 10058,'0'0'2517,"0"0"-642,0 0-96,0 0-918,0 0-538,0 0-150,0 3-61,1 9 234,1-1 0,0 0 0,0 0 0,2 0 0,3 11-346,8 25 1100,6 62 1399,3 76-2499,-14-94 635,-10-91-608,0-1-1,0 1 0,0 0 0,0 0 0,0 0 1,0 0-1,0-1 0,0 1 0,0 0 1,0 0-1,0 0 0,0 0 0,0 0 0,-1-1 1,1 1-1,0 0 0,0 0 0,0 0 0,0 0 1,0 0-1,0 0 0,-1-1 0,1 1 1,0 0-1,0 0 0,0 0 0,0 0 0,0 0 1,-1 0-1,1 0 0,0 0 0,0 0 1,0 0-1,0 0 0,-1 0 0,1 0 0,0 0 1,0 0-1,0 0 0,0 0 0,-1 0 0,1 0 1,0 0-1,0 0 0,0 0 0,0 0 1,-1 0-1,1 1 0,0-1 0,0 0 0,0 0 1,0 0-1,0 0 0,0 0 0,-1 0 0,1 1 1,0-1-1,0 0 0,0 0 0,0 0 1,0 0-1,0 0 0,0 1 0,0-1 0,0 0 1,0 0-27,-21-22 353,-17-35-391,30 36 48,1-1-1,1 1 0,0-1 1,2-1-1,1 1 0,0-5-9,-1-43-53,3-22 53,1 57-26,2 18 12,0 1 0,2 0-1,-1 0 1,2 0 0,0 1-1,1-1 1,1 1-1,0 0 1,1 1 0,0 0-1,1 0 1,1 1 0,0 0-1,7-6 15,-17 18-7,1 1-1,0-1 1,0 0 0,0 1-1,-1-1 1,1 0-1,0 1 1,0-1 0,0 1-1,0-1 1,0 1 0,0 0-1,0-1 1,0 1-1,0 0 1,0 0 0,0 0-1,0 0 1,0 0 0,0 0-1,1 0 1,-1 0-1,0 0 1,0 0 0,0 0-1,0 1 1,0-1 0,0 0-1,0 1 1,0-1-1,0 1 1,0-1 0,-1 1-1,1 0 1,0-1-1,0 1 1,0 0 0,-1-1-1,1 1 1,0 0 0,-1 0-1,1 0 1,0 0-1,-1 0 1,0 0 0,1 0 7,25 44-4,-20-24 3,0 1-1,-1 0 1,-1 0-1,-1 0 1,-1 0-1,-1 0 1,-1 1 0,-1-1-1,-4 21 2,-8 19 31,13-61-17,0-1 26,0 0-13,0 0 33,0 0 3,8-2-87,9-5 5,0 1 0,0 0 0,0 1 0,0 1 0,1 0 0,0 2 0,0 0 0,0 1 0,0 0 0,2 2 19,-14 0-3,-1 0 0,1 1 0,-1 0 1,0 0-1,0 0 0,1 0 0,-1 1 0,-1 0 0,1 0 0,0 0 0,-1 1 0,0-1 0,1 1 0,-1 0 0,-1 0 0,1 1 0,-1-1 0,1 1 0,-1 0 0,-1 0 0,1 0 0,-1 0 0,1 1 3,2 7-2,1 0-1,-2 1 1,0-1-1,0 1 1,-2 0-1,1 0 1,-2 1-1,0 9 3,0-8 1,-2 1 0,0-1 0,0 0-1,-2 1 1,-2 7-1,4-20 9,0 1 0,-1-1 0,0 0 1,1 0-1,-1 0 0,-1 0 0,1-1 0,0 1 0,-1-1 0,0 1 0,0-1 0,0 0 1,0 0-1,-1 0 0,1 0 0,-1-1 0,1 1 0,-1-1 0,0 0 0,0 0 1,0-1-1,0 1 0,-2 0-9,-42 7-128,-1-1 1,0-2 0,0-3 0,0-2-1,-35-4 128,-6 2-6578,69 1-1352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06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88 705 3993,'0'0'657,"0"0"-198,0 0 332,0 0-51,0 0 295,-15 12 11334,10-9-11199,1-7-1151,1 0 0,0 0 0,0 0 0,0 0 0,1 0 0,0-1 0,-1 1 0,2-1 0,-1 1 0,0-1 0,1 0 0,0-1-19,-4-8 65,-2-4-20,1-1 1,1 1-1,1-1 0,0 0 0,1 0 0,1-18-45,1-18 45,5-41-45,-2 60 160,2 0 0,2 1 0,8-27-160,-11 49 9,1 1 0,0 0 0,1-1 1,1 1-1,0 1 0,0-1 1,1 1-1,1 0 0,0 1 1,0 0-1,8-7-9,-11 13-8,-1 0-1,1 1 1,0-1 0,0 1 0,1 1-1,-1-1 1,0 1 0,1 0 0,0 0-1,-1 0 1,1 1 0,0 0 0,0 0-1,0 1 1,0-1 0,-1 1 0,1 0-1,0 1 1,0 0 8,-2-1-6,28 53-79,-21-34 86,0 1 0,-2 0 0,0 1 0,-1 0 0,-1 0 1,0 0-1,-2 2-1,11 69 4,-8-47-6,1 0 1,5 8 1,-1-12 84,-2 0 1,-2 1-1,-1 0 0,-2 0 0,-3 0 1,0 2-85,-12-19-263,3-24-1382,4-15-1019,2-8-3225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0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2985,'0'0'3922,"0"0"-1874,0 0-209,0 0-129,0 0-619,0 0-336,0 0-74,0 0-21,0 0-1,0 0 5,0 0-17,0 0 4,0 0 1,0 0-69,0 0-75,0 0-120,-7 23 1563,-6 1-1806,2 1-1,1 0 0,2 1 1,0 0-1,1 0 1,2 1-1,-1 9-144,2 8-2,1 0 1,2 1-1,1-1 0,4 9 2,-2-39 1,1 1 0,1-1 0,0 0 0,0 0 0,2-1-1,0 1 1,0-1 0,2 1-1,-3-4-2,1-1 0,0 0 0,0 0-1,1-1 1,0 1 0,0-2 0,1 1 0,0-1-1,1 0 1,-1 0 0,4 0 2,22 3-1850,-15-6-4512,-10 0-1798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10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85 7090,'0'0'2684,"0"0"-934,0 0-41,0 0-371,0 0-614,0 0-318,0 46 1337,-11 83 305,-14 52-2048,3-26 799,14-123 69,3-26 643,1-21-747,1-39-758,2 0 0,2 0 0,6-37-6,3 41-31,2 1 0,2 0 0,7-11 31,21-77-19,-42 136 14,0 0 1,0 0 0,0 0-1,0 1 1,0-1 0,1 0 0,-1 0-1,0 0 1,1 0 0,-1 1-1,0-1 1,1 0 0,-1 0-1,1 1 1,-1-1 0,1 0 0,-1 1-1,1-1 1,-1 0 0,1 1-1,0-1 1,0 1 0,-1-1-1,1 1 1,0-1 0,0 1 0,-1 0-1,1-1 1,0 1 0,0 0-1,0 0 1,-1-1 0,1 1-1,0 0 1,0 0 0,0 0 0,0 0-1,0 0 1,0 0 0,-1 0-1,1 1 1,0-1 0,0 0-1,0 0 1,0 1 0,-1-1 0,2 1 3,2 1-9,-1 0 0,1 1-1,-1-1 1,1 1-1,-1 0 1,0 0 0,0 0-1,2 3 11,16 24 1,-1 2 0,-1 0-1,-2 2 1,-2 0-1,0 0 1,2 16-1,-1-6 18,2 0 0,2-1 0,16 24-18,14 12 12,-43-72-599,-4-9-1986,-7-18-3677,-5 2-679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10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1 143 10426,'0'0'1793,"0"0"-377,0 0 432,0 0-1184,0 0-279,0 0-33,144-55-192,-119 38-96,6 4-64,-3-2 0,16-2-376,-5 7-1265,-5-5-2984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11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4785,'0'0'4122,"0"0"-2023,0 0-894,0 0-489,0 0-57,0 0 121,0 21-7,4 71-86,-1-76-515,0-1-1,1 1 1,0-1-1,1 0 1,1 0 0,0-1-1,1 0 1,1 0-1,0 0 1,8 10-172,-6-10 75,-7-9-55,61 87 330,-57-83-316,-1-1 1,2 0-1,-1-1 1,1 0-1,0 0 1,0 0-1,1-1 1,0-1-1,3 2-34,-9-5 44,0-1-1,0 1 1,1-1 0,-1 0-1,1 0 1,-1 0-1,1 0 1,0 0-1,-1-1 1,1 0-1,0 0 1,-1 0 0,1 0-1,0 0 1,-1-1-1,1 1 1,-1-1-1,1 0 1,2-1-44,-3 0 72,0 0 1,-1 0-1,1-1 0,0 1 1,0 0-1,-1-1 0,0 0 1,1 0-1,-1 1 0,0-1 1,-1-1-1,1 1 1,0 0-1,-1 0 0,0-1 1,1-1-73,3-14 339,-1 0 0,-1-1 0,-1 1 0,0-1 0,-2 0 0,0-4-339,0 24 5,-2-29 141,-1 1 0,-2 0 0,0 0 0,-2 1 0,-1 0 0,-1 0-1,-1 0 1,-2 1 0,0 1 0,-4-4-146,14 20-1580,14 6-5873,-11 3 6989,16 0-11708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11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4 5817,'0'0'5264,"0"0"-3225,0 0-891,0 0-165,0 0-381,0 0-77,-24-1 253,-74-2-9,93 3-672,0 0 0,0 1 0,0-1 0,0 1 0,0 0 1,0 0-1,0 1 0,1-1 0,-1 1 0,0 0 0,1 0 0,0 1 0,-1-1 0,1 1 0,0 0 0,0 0 0,0 1 0,1-1 0,-1 1 0,1-1 0,0 1 0,0 0 1,0 1-1,1-1 0,-1 0 0,0 2-97,-3 8 61,1 1 1,0 0 0,1 0 0,1 0-1,0 1 1,0 9-62,3-22 20,-6 88 284,6-84-282,0-1 0,1 0 0,0 1-1,0-1 1,0 0 0,1 0 0,0 0 0,0 0 0,0 0 0,1-1 0,0 1-1,0 0 1,1-1-22,1 3 13,1 0 1,0-1-1,0 0 0,1 0 0,0 0 1,0-1-1,0 0 0,1 0 0,0-1 0,0 0 1,1-1-1,-1 1 0,1-1 0,0-1 0,0 0 1,0 0-1,0-1 0,1 0 0,-1-1 1,1 0-1,-1 0 0,8-1-13,0 0-399,12 0 809,1-1 1,0-1-1,24-5-410,-44 5-301,0-1 1,0 0-1,0-1 0,0 0 1,6-4 300,-9 4-903,0 0 0,-1-1 1,0 1-1,0-2 1,0 1-1,0-1 0,-1 1 1,1-2 902,8-11-8137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1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6281,'0'0'1506,"0"0"-494,0 0 511,0 0 4,0 0-492,0 0-337,24 27-128,77 89-76,-91-105-395,-1 1 0,-1 0 1,0 0-1,0 1 0,-2 0 1,1 1-1,-2-1 0,1 1 1,-2 0-1,0 1 0,0 6-99,6 16 309,0 16 643,-1 0 0,-3 1 0,-2 0 0,-3 0 0,-3 23-952,2-8 506,0-69-504,-1 0 0,1 0 1,0 0-1,0 0 1,-1 1-1,1-1 0,0 0 1,-1 0-1,1 0 1,0 0-1,0 0 0,-1 0 1,1 0-1,0 0 1,-1 0-1,1 0 0,0 0 1,-1 0-1,1 0 1,0 0-1,0-1 0,-1 1 1,1 0-1,0 0 1,-1 0-1,1 0 0,0 0 1,0-1-1,0 1 1,-1 0-1,1 0 0,0 0 1,0-1-1,0 1 1,-1 0-1,1 0 0,0-1 1,0 1-1,0 0 1,0 0-1,0-1 0,-1 1 1,1 0-1,0-1 1,0 1-1,0 0 0,0 0 1,0-1-1,0 1 1,0-1-3,0-36-3720,0 19-870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1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 5193,'0'0'1348,"0"0"-43,0 0-164,0 0-234,0 0-75,0 0 182,0 0 27,0 0-19,0 0-118,0 0-114,0 0-6,-30 9 1280,-16 2-577,32-9-1261,1 1 0,-1 0 0,1 1 0,-2 2-226,12-4 2,0 1 0,0-1 0,0 1 1,0 0-1,0 0 0,0 0 0,1 0 0,0 0 0,-1 0 0,1 1 0,0-1 0,1 1 0,-1 0 0,1-1 0,-1 1 0,1 0 0,0 0 0,1 0 0,-1 0 0,1 0 0,-1 0 0,1 0 0,0 0 0,1 0 0,-1 0 0,1 0 0,0 0 0,0 0 0,0 0 0,0 0 0,0-1 0,1 1 0,0 0 0,0-1 0,0 1 0,0-1 0,1 1-2,2 0 6,0 0-1,0 0 1,1-1 0,-1 0-1,1 0 1,0 0 0,0 0-1,0-1 1,0 0 0,0 0-1,6 0-5,6 1 51,0-2 0,1 0 0,7-1-51,-9 0 45,-16 0 18,-1 0 9,0 0 29,0 0 102,0 0 49,0 0-51,41 0 191,26 0-469,-67 0-255,0 0-972,-1 0-1980,-6 0-3352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24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12603,'0'0'2152,"0"0"-1448,0 0 665,0 0-769,0 0-312,0 0-184,131 10-56,-106-5-48,-6 0 8,-2 0-8,-3 2-80,0-7-704,-3 0-769,-3 0-1159,-5 0-4226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2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10906,'0'0'3969,"0"0"-3457,0 0 1513,0 0-857,0 0-280,0 0-88,0 0-328,134 2-208,-112-4-207,3 2-57,3 0-345,-3 0-1791,-3 0-3233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25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18 12107,'0'0'2464,"0"0"-346,0 0-62,0 0-890,0 0-322,0 0-62,0-18 827,-1 52-1506,-2 1-1,-2-1 0,-1 0 1,-9 27-103,13-56 0,2-3-1,-1-1 0,1 0 1,-1 1-1,1-1 0,0 1 0,0-1 0,0 0 0,-1 1 1,1-1-1,1 1 0,-1-1 0,0 1 0,0-1 1,0 0-1,1 1 1,36-2 101,17-3-697,-1-2 0,0-2 0,42-13 596,-93 19-621,0 0 0,0 1 0,0-1 0,0 0 0,0 0 1,0 0-1,0-1 0,0 1 0,-1 0 0,1-1 0,0 1 1,-1-1-1,1 0 0,-1 1 0,0-1 0,0 0 0,0 0 1,1 0-1,-1-1 621,2-5-4652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25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3345,'0'0'7709,"0"0"-4624,0 0-670,0 0-878,0 0-853,0 0-407,-7 15 689,5-1-607,2 1 1,0-1 0,1 1-1,0-1 1,1 1 0,3 11-360,3 24 682,26 278 649,-32-322-1375,10-32-2538,-2-2-745,-1 1-2210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26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85 8370,'0'0'2054,"0"0"299,0 0-532,0 0-517,0 0-184,0 0-312,-2-8-211,1 5-582,1 1 1,-1 0-1,1-1 1,-1 1-1,1 0 1,0-1-1,0 1 1,0-1-1,0 1 1,0-1-1,0 1 1,1 0-1,0-1 1,-1 1 0,1 0-1,0 0 1,0-1-1,0 1 1,0 0-1,0 0 1,1 0-1,-1 0 1,0 0-1,1 0 1,0 1-1,-1-1 1,1 0-1,0 1 1,0-1-1,0 1 1,0 0 0,0-1-1,0 1 1,1 0-1,-1 1 1,0-1-1,0 0 1,1 0-1,-1 1 1,1 0-1,-1-1 1,0 1-1,1 0 1,-1 0-1,1 0-15,20-1 11,-19 1-19,1 0-1,-1-1 0,1 1 0,-1 1 0,1-1 0,-1 1 1,0-1-1,3 2 9,-6-1-3,1-1 0,-1 1 0,0 0 0,1 0 0,-1 0-1,0 0 1,0 0 0,1 1 0,-1-1 0,0 0 0,0 0 0,0 1 0,-1-1 0,1 1 0,0-1 0,0 1 0,-1-1 0,1 1 0,-1-1 0,1 1 0,-1 0 0,0-1 0,0 1-1,0-1 1,0 2 3,3 22 193,-2 1-1,-1-1 0,-1 1 1,-1-1-1,-1 0 0,-1 0 1,-1 0-1,-2 0 0,0-1 1,-2 1-1,0-2 0,-2 0 1,-1 0-1,-2 3-192,12-24 42,-5 13 115,-1-1 1,-1 0 0,-1 0-1,0-1 1,-2 1-158,8-10 74,0 0 1,0-1 0,0 0-1,0 0 1,-1 0 0,1 0-1,-1-1 1,1 0 0,-1 0-1,0 0 1,0-1 0,0 1-1,0-1 1,0 0 0,-1 0-1,1-1 1,0 0 0,-1 0-75,5-4 44,0 0-1,1-1 1,-1 1 0,1-1 0,0 1 0,0 0 0,0-1 0,1 1 0,0-3-44,1 2-7,0 1 0,0 0 0,1 0 0,0 0 0,0 0 0,0 0 0,0 1 0,0-1 0,1 1 0,-1 0 0,1 0 0,0 0 0,0 1 0,0-1 0,1 1 0,-1 0 0,5-1 7,-4 0-16,1 1-1,0 0 1,0 0-1,-1 1 1,1-1-1,0 1 1,1 1-1,-1-1 1,0 1-1,0 0 1,0 1-1,0-1 1,0 1-1,4 1 17,-5 1-4,0 1 1,0-1-1,0 1 0,0 0 0,0 0 1,-1 1-1,1-1 0,-1 1 0,-1 0 0,1 0 1,-1 0-1,1 2 4,33 37-11,-31-39 12,0 0-1,1-1 1,0 1-1,0-2 1,0 1 0,0-1-1,0 0 1,1 0-1,-1-1 1,1 0 0,0-1-1,2 1 0,-5-2-1,-1 0-1,0 0 1,0 0-1,0 0 1,0-1-1,0 1 1,0-1-1,0 0 1,0 0 0,-1-1-1,1 1 1,0-1-1,-1 0 1,1 0-1,-1 0 1,1 0-1,-1-1 1,0 1-1,0-1 1,0 0-1,0 0 1,-1 0 0,1 0-1,-1-1 2,3-2-201,-1 0 0,1-1 1,-2 1-1,1-1 0,-1 0 0,0 0 0,0 0 0,-1 0 1,0 0-1,1-7 201,-15 13-4631,-4 1-1057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59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5089,'0'0'2815,"0"0"-362,0 0-315,0 0-502,0 0-689,11 53 3463,-11 69-3379,0-121-964,0-1 77,0-33 671,-1 23-803,0-1-5,0 1 0,1-1 0,0 1 1,0-1-1,1 1 0,1-1 0,1-5-7,-2 13-3,0 1-1,0-1 1,0 1-1,1-1 1,-1 1-1,1 0 1,-1 0-1,1-1 1,0 1-1,0 0 1,0 0-1,0 1 1,1-1-1,-1 0 1,0 1-1,1 0 1,-1-1-1,1 1 1,-1 0-1,1 0 0,0 0 1,-1 1-1,1-1 1,0 0-1,-1 1 1,1 0-1,0 0 1,0 0-1,0 0 1,2 0 3,0 0-5,0 0 0,0 0 0,0 0 0,0 1 0,0-1 0,0 1 1,0 0-1,-1 0 0,1 1 0,3 1 5,-5 0 0,0-1 1,0 1 0,0-1-1,-1 1 1,1 0-1,-1 0 1,0 1-1,0-1 1,0 0-1,-1 1 1,1-1-1,-1 1 1,1-1 0,-1 3-1,19 34-169,-4-29-1950,6-7-3682,-8-4-2370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00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9618,'0'0'2542,"0"0"-892,0 0-502,0 0-403,0 0 42,0 0 227,-9 20-11,-26 65-126,32-79-790,1-1 0,0 1 0,1 0 0,0-1 0,-1 1 0,2 0 0,-1 0 0,1 0 0,0 0 0,0 0 0,1 0 0,-1 1-87,2 9 127,-1-13-117,0 0 0,0 0 0,1 0 0,-1 0 0,1 0 0,-1 0 0,1 0 0,0 0 1,0-1-1,0 1 0,0-1 0,1 1 0,-1-1 0,1 0 0,-1 0 0,1 0 0,0 0 0,0-1 0,0 1 0,0-1 0,0 1 0,0-1 0,0 0 0,1 0 0,-1-1-10,4 3 19,0-1-1,0 0 0,0-1 1,0 0-1,0 0 1,0 0-1,0-1 0,0 0 1,0-1-1,0 1 0,5-2-18,-10 1 9,0-1-1,0 1 0,0 0 0,0-1 0,-1 1 0,1-1 0,-1 1 0,1-1 0,-1 0 0,1 0 0,-1 0 0,0 0 0,0 0 0,0 0 0,0 0 0,0 0 0,0 0 0,-1 0 0,1 0 0,-1-1 0,1 1 0,-1 0 0,0-2-8,4-57 278,-4 54-224,0 1-9,0 0 0,0 0 1,0 0-1,-1 1 0,0-1 1,0 0-1,-1 0 1,1 0-1,-3-4-45,3 8-15,-1 0 0,0 0 0,0-1 0,0 1 0,0 1 0,0-1 0,0 0 0,0 0 0,0 1 0,-1-1 0,1 1 0,-1 0 0,1 0 0,-1 0 0,0 0 0,1 0 0,-1 1 0,0-1 0,1 1 1,-1-1-1,0 1 0,0 0 0,-1 0 15,-7 0-833,1 0 1,-1 0 0,1 1-1,-1 0 1,1 1-1,0 0 1,-8 3 832,-24 14-7616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8:59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0 174 15539,'0'0'2134,"0"0"124,0 0-386,0 0-941,0 0-552,0 0-198,4 11 123,12 38 158,37 111 1306,2 45-1768,-51-185 69,-4-20-65,-1 0 0,1 0 0,0 0 0,0 0 0,0 0 0,0-1 0,0 1-1,0 0 1,0 0 0,0 0 0,0 0 0,0 0 0,0 0 0,0 0 0,0 0-1,0 0 1,0 0 0,0 0 0,-1 0 0,1 0 0,0 0 0,0 0 0,0 0 0,0 0-1,0 0 1,0 0 0,0 0 0,0 0 0,0 0 0,0 0 0,0 0 0,0 0-1,0 0 1,0 0 0,0 0 0,-1 0 0,1 0 0,0 1 0,0-1 0,0 0 0,0 0-1,0 0 1,0 0 0,0 0 0,0 0 0,0 0 0,0 0 0,0 0-4,-15-32 373,4 9-424,1 1 58,1 0 0,1 0 0,1-1 0,1 0 1,0 0-1,2 0 0,1-4-7,1 11-6,0 0 0,2 0 0,0 0 0,1 1 0,1-1 0,0 0 0,1 1 0,1-1 0,0 1 0,1 0 0,2-3 6,1-2-33,2 0 0,0 1 0,1 0 0,1 0 0,0 1 0,2 1 0,0 0 0,10-8 33,-23 24-8,0 0 0,0 0 1,0 0-1,0 0 1,0 0-1,0 0 1,0 0-1,0 0 0,0 0 1,1 1-1,-1-1 1,0 0-1,0 1 1,1-1-1,-1 1 0,1 0 1,-1-1-1,0 1 1,1 0-1,-1 0 1,1 0-1,-1 0 1,1 0-1,-1 0 0,0 0 1,1 1-1,-1-1 1,1 0-1,-1 1 1,0-1-1,1 1 0,-1-1 1,0 1-1,0 0 1,1 0-1,-1-1 1,0 1-1,0 0 0,0 0 1,0 0-1,0 0 1,0 1-1,0-1 1,0 0-1,-1 0 0,1 0 1,0 1-1,-1-1 1,1 0-1,-1 1 1,1-1-1,-1 0 0,0 1 1,1-1-1,-1 1 1,0-1 7,3 12-11,0 0 1,-1 0-1,-1 0 1,0 0-1,-1 7 11,1-7 0,-1 1 0,-1-1-1,0 1 1,0-1-1,-2 0 1,1 0 0,-2 0-1,0 0 1,0 0-1,-4 6 1,-1-5 7,7-10-4,0-1 1,0 1-1,0-1 1,0 1-1,1 0 1,-1-1-1,1 1 1,0 0-1,0 0 1,0 1-4,1-5 59,76-19-258,-70 18 186,-1 1 1,1 0 0,0 0 0,-1 0-1,1 0 1,0 1 0,-1 0-1,1 0 1,-1 1 0,0-1-1,1 1 1,-1 0 0,2 2 12,-4-2-4,0 0 1,0 1 0,-1-1 0,1 1 0,-1 0-1,1-1 1,-1 1 0,0 1 0,0-1-1,0 0 1,-1 0 0,1 1 0,-1-1-1,1 1 1,-1-1 0,0 1 0,-1-1-1,1 1 1,-1 0 0,1-1 0,-1 2 3,0 4 7,1 0 0,-1 1-1,-1-1 1,0 0 0,0 0 0,-1 1 0,0-1 0,0 0 0,-1 0 0,0-1 0,-1 1-1,0-1 1,0 0 0,-1 1 0,-4 5-7,0-3 35,0 0 0,-1-1 0,0 0 0,-1-1-1,0 0 1,0-1 0,-1 0 0,0 0 0,-1-1 0,-2 0-35,10-4-8,-1-1 1,0 0 0,1 0-1,-1 0 1,0 0-1,0-1 1,0 0 0,0 0-1,-1-1 1,1 0-1,0 0 1,0 0-1,0-1 1,0 0 0,0 0-1,0-1 1,0 1-1,0-1 1,0 0 0,1-1-1,-1 0 1,1 0-1,-1 0 1,1 0-1,0-1 1,1 0 0,-1 0-1,1 0 1,-1 0-1,1-1 1,0 0 0,1 0-1,-1 0 1,1 0 7,2 4-150,1 0-1,0 0 1,0 0 0,0 0 0,-1 0 0,1 0 0,0 0-1,0 0 1,0 0 0,0 0 0,1 0 0,-1 0-1,0 0 1,0 0 0,1 0 0,-1 0 0,0 0 0,1 0-1,-1 0 1,1 0 0,-1 0 0,1 1 0,0-1 0,-1 0-1,1 0 1,0 1 0,-1-1 0,1 0 0,0 1-1,0-1 1,0 1 0,0-1 150,34-22-4466,-23 17 887,22-16-8281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0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11618,'0'0'2102,"0"0"-120,0 0-695,0 0-602,0 0 190,-1 27 106,0 91-36,0-105-801,2 0-1,-1 1 1,2-1-1,-1 0 1,2 0-1,0 0 1,1 0-1,0 0 1,0-1-1,2 0 1,0 0-1,0 0 1,1-1 0,0 1-1,1-2 1,0 1-1,1-1 1,6 6-144,-4-7 28,1 0 1,0-2 0,0 1 0,0-1 0,1-1-1,0 0 1,0-1 0,1 0 0,-1-1-1,1-1 1,0 0 0,0-1 0,1 0 0,-1-1-1,12-1-28,-21 1 13,0-1-1,-1 0 1,1-1 0,0 1-1,0-1 1,-1 0-1,1 0 1,-1 0-1,1-1 1,-1 0-1,1 1 1,-1-1 0,1-1-13,-2 0 19,-1 1 0,1-1 0,-1 1 1,0-1-1,0 0 0,0 0 0,-1 0 1,1 0-1,-1 0 0,1 0 1,-1 0-1,0-1 0,0 1 0,0 0 1,-1-1-1,1 1 0,-1-1 1,0 1-1,0-1-19,2-12 85,-2-1 1,0 1 0,0 0-1,-2-1 1,0 1 0,-1 0-1,0 0 1,-1 1-1,-1-1 1,-1 1 0,0 0-1,-1 0 1,0 0-1,-1 1 1,-1 0-86,-55-89-65,101 101-6835,-7 4 1524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00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56 8386,'0'0'2883,"0"0"-302,0 0-106,0 0-753,0 0-566,0 0-208,-9-8-204,6 5-720,-2-2 118,0 1 0,0 0 1,0 0-1,-1 0 1,1 1-1,-1 0 0,0 0 1,0 0-1,0 0 0,0 1 1,-1 0-1,1 1 1,0 0-1,-1 0 0,-3-1-142,-2 2 145,0 0 1,-1 1-1,1 0 0,0 1 0,0 1 0,0 0 0,-11 4-145,17-5 9,1 1-1,-1 0 1,1 0-1,0 1 1,0 0-1,0 0 0,0 0 1,1 0-1,0 1 1,0-1-1,0 1 0,0 0 1,1 0-1,0 1 1,0-1-1,-3 6-8,1 6 17,1 0 0,0 0 0,2 0-1,-1 0 1,2 0 0,0 0 0,2 1 0,-1-1-1,2 0 1,2 11-17,-2-18 7,0-1-1,1 0 1,-1 0-1,1 0 1,1-1-1,0 1 1,0-1-1,1 0 1,0 0-1,0 0 1,1-1-1,0 0 1,0 0-1,1 0 1,0-1-1,0 0 1,1 0-1,-1-1 1,1 0-1,3 1-6,4 2 22,1-1-1,0-1 0,1-1 0,0 0 1,0-1-1,0-1 0,0 0 0,0-1 1,1-1-1,6-1-21,-19 0-4,-1 0 0,0 1-1,0-2 1,0 1 0,0 0 0,0-1 0,0 0-1,0 0 1,0 0 0,0 0 0,0-1 0,0 1-1,0-1 1,-1 0 0,1 0 0,-1-1 0,1 1-1,-1-1 1,0 0 0,2-2 4,19-30-7316,-23 30 1674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03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52 610 9882,'0'0'2099,"0"0"-280,0 0 124,0 0-620,0 0-504,0 0-104,-5-10-158,-6-24 175,1 0-1,2-1 0,1 0 0,2 0 0,1-7-731,3 17 29,0 0 1,2-1 0,2-11-30,-1 27 2,0 1 1,1-1 0,-1 1 0,2-1 0,-1 1 0,2 0 0,-1 0-1,1 1 1,0-1 0,3-1-3,67-85-42,-67 87 35,0-1 0,1 2 1,-1-1-1,2 1 0,-1 0 1,1 1-1,0 0 0,0 1 1,4-2 6,-12 6-9,1 0 1,0 0 0,0 1 0,-1-1-1,1 1 1,0-1 0,0 1 0,0 0-1,0 0 1,0 0 0,-1 1-1,1-1 1,0 1 0,0-1 0,0 1-1,-1 0 1,1 0 0,0 0 0,2 2 8,-1 0-6,-1-1 1,1 2 0,0-1 0,-1 0 0,1 1-1,-1-1 1,0 1 0,-1 0 0,1 0-1,-1 0 1,2 2 5,2 9 19,0-1-1,-1 1 1,0 0 0,-1 0-1,-1 1 1,2 14-19,0 44 447,-3 0 1,-4 12-448,0 20-72,11-106-1235,-5 0 626,0 0 0,0-1 0,0 1 0,1-1 0,-1 0 0,0 0 0,-1 0 0,1 0 0,0-1 0,1 0 681,19-13-7773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03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7 8850,'0'0'1747,"0"0"-323,0 0-63,0 0-692,0 0-253,0 0 484,0 22 430,0-10-1145,0 30 590,-1 0 0,-3 0 0,-1-1 0,-2 4-775,-9 23 1221,2 2 0,4 0 0,3 8-1221,5-170 158,0 12-56,5-32-102,0 87-12,0 0 0,1 0 0,1 0-1,2 1 1,0 0 0,7-13 12,-10 29-18,0 0 0,0 0 0,1 1 0,0-1 0,6-5 18,-10 12-8,-1 0 1,1-1-1,0 1 1,0 0 0,0 0-1,0 0 1,0 0-1,0 0 1,1 0-1,-1 0 1,0 0-1,0 1 1,1-1-1,-1 0 1,0 1-1,1-1 1,-1 1-1,1-1 1,-1 1-1,1 0 1,-1-1-1,1 1 1,-1 0-1,1 0 1,-1 0-1,1 0 1,-1 1-1,0-1 1,1 0-1,-1 1 1,1-1-1,-1 0 1,1 1-1,-1 0 1,0-1-1,1 1 1,-1 0-1,0 0 1,0 0-1,1 0 8,7 12 1,0 0 0,-1 0 0,0 2 0,-1-1 0,0 1 0,-2-1-1,1 2 1,0 8-1,6 10 5,4 13 23,-6-16 26,1-1-1,2 0 0,10 19-53,-18-41 7,0 0-1,0 0 1,1 0-1,0-1 1,1 0-1,-1 0 1,1-1-1,0 0 1,1 0-1,-1 0 1,1-1-1,1 0 1,-1-1-1,6 3-6,-13-7-56,0 1 1,-1-1-1,1 1 0,0-1 1,0 1-1,0-1 1,0 0-1,0 0 0,0 1 1,0-1-1,0 0 0,-1 0 1,1 0-1,0 0 0,0 0 1,0 0-1,0 0 0,0 0 1,0-1-1,0 1 1,0 0-1,0 0 0,0-1 1,0 1-1,-1-1 0,1 1 1,0-1-1,0 1 0,0-1 1,-1 1-1,1-1 0,0 0 1,-1 1-1,1-1 1,0 0-1,-1 0 0,1 1 1,-1-1-1,1 0 0,-1 0 1,0 0-1,1 0 56,0-2-683,-1 0-1,1 0 0,-1-1 1,0 1-1,0 0 1,0 0-1,0-1 1,-1 1-1,1 0 1,-1 0-1,0 0 0,0-2 684,-11-16-9304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04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8434,'0'0'4945,"0"0"-3177,0 0 665,0 0-745,0 0-984,0 0-288,0 0 96,67-48-151,-25 26-233,-1-1-128,1-2-48,16-10-1329,-7 8-1319,-7-1-1809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04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10 8106,'0'0'2851,"0"0"-372,0 0-440,0 0-576,0 0-425,0 0-303,-23-2-170,-74-6-35,93 9-482,0-1 0,0 1 0,0 0 0,0 0 1,0 0-1,0 1 0,0 0 0,1-1 1,-1 1-1,0 1 0,1-1 0,0 0 0,-1 1 1,1 0-1,0-1 0,0 1 0,0 0 1,1 1-1,-1-1 0,1 0 0,0 1 1,0 0-1,0-1 0,0 1 0,1 0 0,-1 0 1,1 0-1,0 0 0,0 3-48,0-5 22,-3 14 48,0 0 1,1-1-1,1 1 0,1 0 1,0 0-1,1 0 0,1 0 1,1 6-71,-1-19 2,-1 0 1,0-1 0,1 1 0,0-1-1,0 1 1,0-1 0,0 1-1,0-1 1,0 0 0,1 1 0,-1-1-1,1 0 1,-1 0 0,1 0-1,0 0 1,0 0 0,0 0 0,0-1-1,0 1 1,2 0-3,1 1 17,0-1 0,1 1 0,-1-1 0,1 0 0,0-1 0,-1 1 0,1-1 0,0 0 0,4 0-17,3-1 23,1 0 0,0 0 0,-1-1 0,1-1 0,-1 0 0,1-1 1,-1 0-1,2-2-23,50-27-1460,-24 6-3423,-27 16 487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05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23 4521,'0'0'1738,"0"0"390,0 0 189,0 0-165,0 0-337,0 0-317,1-4-78,5-11-276,-5 11-239,-1 4-141,0 0-99,0 0-173,0 0-172,-8 13-8,-1 27-145,2 1-1,2 1 0,2-1 1,1 1-1,2-1 0,3 6-166,-2 27 235,0 180 89,-1-246-344,1 0 1,1-1 0,-1 1-1,1-1 1,1 1 0,-1-1-1,1 0 1,1 0 0,-1 0-1,1 0 1,0-1 0,1 1-1,-1-1 1,1 0 0,1-1-1,-1 1 1,4 2 19,12 8-974,0 0 0,2-1 0,0-1 0,10 4 974,-29-16-216,41 21-4224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06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 7786,'0'0'2199,"0"0"-4,0 0 105,0 0-565,0 0-500,0 0-312,0-1-816,0 0 1,-1 1-1,1-1 0,0 1 0,0-1 1,0 0-1,0 1 0,-1-1 0,1 1 0,0-1 1,0 0-1,0 1 0,0-1 0,0 0 0,0 1 1,1-1-1,-1 1 0,0-1 0,0 0 0,0 1 1,0-1-1,1 1 0,-1-1-107,5 1 21,-1 1 1,0 0-1,0 1 0,0-1 0,0 1 0,0 0 1,0 0-1,-1 0 0,1 0 0,-1 1 0,1 0 1,-1-1-1,0 1 0,0 0 0,0 1 0,0-1 1,-1 0-1,1 1 0,-1 0 0,0-1 1,0 1-1,0 1-21,10 17 24,-1 1 1,-1 1-1,0 4-24,-9-25 10,20 62-141,-3 0 0,-3 2 0,-3 0 0,-2 1 0,-4 0 0,-3 0 0,-4 61 131,0-119-473,0 0 0,-1 1 0,0-1 0,0 0 0,-1 0 0,0 0 0,-1-1 0,0 1 0,-5 6 473,-18 28-5021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27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12659,'0'0'3905,"0"0"-2537,0 0 480,0 0-776,0 0-583,0 0-33,89-38-136,-64 33 0,6 3-200,5-3-48,-3 2-72,3-2-40,-5 5-568,-3 0-737,-14 3-1359,-9 14-1297,-5 1-3121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27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12619,'0'0'3032,"0"0"-1631,0 0 583,0 0-1296,0 0-504,0 0-128,158-68-56,-105 58-200,-14 2-1352,-3 3-3609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27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1 238 10162,'0'0'1870,"0"0"-163,0 0 204,0 0-559,0-24-453,2-89 273,-1 13 2471,2 117-3452,0 0 0,2 0 0,0 0 0,1 0-191,8 25 218,12 60 217,9 81-435,-35-182-127,0-1-1,0 1 0,0-1 1,0 1-1,0-1 1,0 0-1,1 1 1,-1-1-1,0 1 0,0-1 1,0 1-1,1-1 1,-1 1-1,0-1 1,1 0-1,-1 1 0,0-1 1,1 0-1,-1 1 1,1-1-1,-1 0 0,0 1 1,1-1-1,-1 0 1,1 0-1,-1 1 1,1-1-1,-1 0 0,1 0 1,-1 0-1,1 0 1,-1 0-1,1 0 1,-1 0-1,1 0 0,-1 0 1,1 0-1,-1 0 1,1 0-1,-1 0 1,1 0-1,-1 0 128,4-1-2017,2 1-5587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28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2985,'0'0'6092,"0"0"-3153,0 0-965,0 0-483,0 0-714,0 0-367,19-4-156,60-8-67,-77 12-178,0 0 0,0 0 0,0 1 1,0-1-1,0 1 0,0-1 0,0 1 0,-1 0 0,1 0 1,0 0-1,0 0 0,0 0 0,-1 0 0,1 1 0,-1-1 1,1 0-1,-1 1 0,1-1 0,-1 1 0,0 0 0,0-1 0,0 1 1,0 0-1,1 1-9,14 45 305,-14-42-217,1 12 78,0-1-1,-1 1 1,0 0-1,-2 0 0,0-1 1,-1 1-1,-1 0 0,-1-1 1,0 1-1,-1-1 1,-1 0-1,-1 0 0,0 0 1,-1-1-1,-1 0 0,-1 0 1,0-1-1,-1 0 0,0-1 1,-1 0-1,-1 0 1,-10 8-166,22-21 318,0-1-11,0 0 66,0 0 82,0 0-39,0 0-128,0 0-41,28-10 448,-10 3-719,-1 1 0,2 2 0,16-4 24,-17 5-696,36-15-2300,-18 0-2162,0-4-4939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7T23:59:28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9218,'0'0'2515,"0"0"-621,0 0-156,0 0-626,0 0-443,0 0-270,26-11-234,82-31-129,-106 41-35,-1 0-1,1 1 1,0-1-1,-1 1 1,1-1-1,0 1 1,-1-1-1,1 1 1,0 0-1,0 0 1,0 0-1,-1 0 1,1 0-1,0 0 1,0 1-1,-1-1 1,1 0-1,0 1 1,0 0-1,-1-1 1,1 1-1,-1 0 1,1 0-1,-1 0 1,1 0-1,-1 0 1,1 0-1,-1 0 1,0 0-1,1 1 1,-1-1-1,0 1 1,0-1-1,0 1 1,0-1-1,-1 1 1,1-1-1,0 1 1,0 0-1,-1-1 0,1 3 0,2 2 7,2 7 64,-1-1 0,1 1 0,-2 0 0,0 0 1,-1 1-1,0-1 0,-1 1 0,0-1 0,-1 1 0,0-1 0,-2 1 0,1-1 0,-4 13-71,0-6 118,-1 0 0,-1 0-1,0-1 1,-2 0 0,0 0-1,-1-1 1,-1-1 0,-8 11-118,18-26 60,0 0-1,0-1 1,0 1 0,0-1 0,0 1 0,0-1-1,-1 1 1,1-1 0,0 0 0,-1 0 0,0 0-1,1 1 1,-1-1 0,1-1 0,-1 1-1,0 0 1,0 0 0,1-1 0,-1 1 0,0-1-1,0 1 1,0-1 0,0 0 0,0 0 0,0 0-1,0 0 1,1 0 0,-2 0-60,1-1 31,1 0 1,-1 0-1,1-1 1,-1 1-1,1 0 1,-1-1-1,1 1 1,0-1-1,0 1 1,0-1-1,0 0 1,0 1-1,0-1 1,0 0-1,0 1 1,1-1-1,-1 0 1,1 0-1,0 0 1,-1 0-1,1 0 0,0 0 1,0 0-1,0 0 1,0 1-1,0-2-31,0 2-7,0 0-1,0 0 0,1 0 1,-1 1-1,0-1 0,0 0 0,0 0 1,1 0-1,-1 0 0,0 1 1,1-1-1,-1 0 0,1 0 0,-1 1 1,1-1-1,-1 0 0,1 1 0,-1-1 1,1 1-1,0-1 0,-1 0 1,1 1-1,0-1 0,0 1 0,-1 0 1,1-1-1,0 1 0,0 0 1,0-1 7,34-1-52,-23 3 59,0 2 0,0-1-1,-1 1 1,12 5-7,22 13 79,-20-9-105,1-1 1,0-1-1,3 0 26,-22-8 56,0 0 0,0-1 1,0 0-1,1 0 0,-1 0 0,0-1 0,1 0 0,-1-1 0,0 0 0,1 0 0,-1 0 0,0-1 0,6-2-56,-7 1 47,0-1 0,0 0 0,-1-1 0,0 0 0,1 1-1,-2-2 1,1 1 0,0 0 0,-1-1 0,0 0 0,-1 0 0,1 0 0,-1-1-1,0 1 1,0-2-47,-1 3-527,-1 0-1,1 0 1,-1 0-1,1-1 0,-2 1 1,1 0-1,0-3 528,-1 3-4453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15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3 8426,'0'0'1799,"0"0"191,0 0-303,0 0-578,-56-2 5765,49 3-6875,0 0 1,0 0-1,0 1 1,1 0 0,-1 0-1,1 1 1,-1 0-1,1 0 1,0 0 0,-3 3 0,-58 41-4,63-42 1,-1-1 0,1 1 1,0 0-1,0 0 0,1 1 1,-1-1-1,1 1 1,0-1-1,1 1 0,-1 0 1,1 0-1,0 0 0,1 0 1,0 1-1,-1 5 3,-1 15-5,2-1 0,0 1-1,2 7 6,0 4-7,-1-32 7,0-1-1,0 1 1,0 0-1,1 0 1,0 0-1,0-1 1,1 1 0,-1 0-1,1-1 1,0 0-1,1 1 1,-1-1 0,1 0-1,0 0 1,1 0-1,-1 0 1,1-1-1,0 0 1,1 2 0,1-2 11,0 0 0,0 0 0,0-1 1,1 0-1,-1 0 0,1-1 0,0 1 0,-1-1 0,1-1 0,0 1 0,1-1 0,-1-1 0,0 1 1,0-1-1,3-1-11,2 2 109,0-2 1,1 0-1,-1 0 1,1-1-1,-1-1 1,0 0-1,0 0 1,0-2-1,5-2-109,-12-6 657,0-4-5157,5 7-1588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15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65 429 5569,'0'0'2494,"0"0"44,0 0-291,0 0-663,0 0-289,0 0-120,-4-3-312,-1-2-770,-1-1 0,1 1 0,0-2-1,0 1 1,1 0 0,0-1 0,0 0 0,0 0-1,1 0 1,0 0 0,1-1 0,-1 1 0,1-1 0,1 0-1,0 1 1,0-1 0,0 0 0,1 0-93,-1-4 109,1 1-1,0 0 1,1 0 0,0 0-1,1-1 1,0 1 0,1 0 0,0 1-1,1-1 1,0 1 0,1-1-1,3-5-108,2 1-12,0 0 0,1 1 0,0 0 0,2 1 0,-1 0 0,9-5 12,-15 13-6,-1 0 1,1 1-1,0 0 1,1 0-1,-1 1 1,1 0 0,0 0-1,-1 0 1,1 1-1,1 0 1,-1 0-1,0 1 1,0 0-1,1 0 1,-1 1 0,0 0-1,2 0 6,-6 1-2,-1 0 1,0 0-1,0 1 1,0-1-1,0 1 1,0-1-1,0 1 0,0-1 1,0 1-1,0 0 1,-1 0-1,1 0 1,-1 0-1,0 0 0,1 0 1,-1 1-1,0-1 1,0 2 1,21 49 7,-19-45-6,16 66 30,5 16 41,-22-84-72,1 1-1,0-1 0,0 0 1,0 0-1,1 0 0,-1-1 1,1 0-1,1 1 0,-1-1 1,1 0-1,3 2 1,-5-5-301,0-1 0,0 1 0,0-1 0,0 0 0,-1 0 0,1 0 0,1 0-1,-1-1 1,0 1 0,0-1 0,0 0 0,0 0 0,0 0 0,0 0 0,1-1 301,5 1-2724,14 0-7542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16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9978,'0'0'1758,"0"0"-382,0 0-130,0 0-274,-13 21 219,-2 2-741,5-10-138,1 2 0,0-1 0,1 1-1,0 0 1,1 1 0,1 0 0,1 0-1,-1 7-311,-3 8 638,2 0-1,2 1 0,1 0 0,1 0 0,1 0 0,3 0 0,1 9-637,-1-36 21,0 0-1,1-1 1,-1 1 0,1-1-1,0 1 1,1-1-1,-1 0 1,1 0 0,0 0-1,0 0 1,0-1-1,0 1 1,1-1 0,-1 0-1,1 0 1,0 0 0,0 0-1,0-1 1,0 1-1,1-1 1,-1 0 0,1 0-1,-1-1 1,1 1-1,-1-1 1,1 0 0,3 0-21,2 1-264,0 0 0,0-1 0,0 0 0,0-1 0,0 0 0,0-1 1,0 0-1,0 0 0,0-1 0,0 0 0,0-1 0,8-3 264,18-15-4383,-4-2-3467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16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14 6489,'0'0'3478,"0"0"-1959,0 0 269,-7 26 197,1-4-1594,-50 196 2951,47-167-1956,2 0 1,0 21-1387,7-125 57,3 0 0,1 0 1,3 0-1,2 1 0,2 0 1,3 0-1,2 0-57,-15 50-4,-1 0 0,1 1 0,0-1-1,0 0 1,-1 0 0,1 1 0,0-1 0,0 1 0,1-1 0,-1 1-1,0-1 1,0 1 0,1-1 0,-1 1 0,1 0 0,-1 0 0,1 0-1,0 0 1,-1 0 0,1 0 0,0 0 0,-1 1 0,1-1-1,0 0 1,0 1 0,1 0 4,-1 0-6,0 0 0,1 1-1,-1-1 1,0 1 0,0 0-1,1-1 1,-1 1 0,0 0 0,0 1-1,0-1 1,0 0 0,0 0-1,0 1 1,-1 0 0,1-1-1,0 1 1,-1 0 0,1-1 0,-1 1-1,1 0 1,-1 0 6,23 36 40,-2 1-1,-1 1 1,14 38-40,-16-34 26,1-1 0,2-1 0,14 18-26,-22-49-271,-14-11 152,0 0-1,0 0 1,1 0-1,-1 0 1,0 1-1,1-1 1,-1 0-1,0 0 1,0 0-1,1 0 1,-1 0-1,0 0 1,1 0-1,-1 0 1,0 0-1,1 0 1,-1 0-1,0 0 1,1 0-1,-1 0 1,0 0-1,1 0 0,-1 0 1,0-1-1,0 1 1,1 0-1,-1 0 1,0 0-1,1 0 1,-1-1-1,0 1 1,0 0-1,1 0 1,-1-1-1,0 1 1,0 0-1,0 0 1,0-1-1,1 1 1,-1 0-1,0-1 1,0 1-1,0 0 1,0 0-1,0-1 1,0 1-1,0 0 1,0-1-1,0 1 1,0 0 119,1-12-4995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17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0 118 9842,'0'0'2137,"0"0"-529,0 0 448,0 0-799,0 0-521,0 0 16,0 0 272,58-2-160,-13-16-288,11-2-392,2 0-184,20-5-320,-14 8-2480,-14 2-3690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17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78 7922,'0'0'2648,"0"0"-1109,0 0 136,-1 25 104,-3 83-269,4-96-1328,1-1 0,0 0 0,0 0 1,1 0-1,1 0 0,0-1 0,0 1 0,1-1 0,1 1 0,-1-1 1,2-1-1,-1 1 0,1-1 0,4 5-182,-6-9 32,1 0 0,-1 0 0,0-1 0,1 0 0,0 0 0,0 0 0,0 0 0,1-1-1,-1 0 1,1 0 0,0 0 0,0-1 0,0 0 0,0 0 0,0 0 0,0-1 0,0 0 0,1 0 0,-1-1 0,0 1 0,1-1 0,-1-1 0,1 1-32,-3-1 12,1-1 1,-1 1-1,1-1 1,-1 0-1,1 0 0,-1 0 1,0-1-1,0 1 1,0-1-1,0 0 1,-1 0-1,1 0 1,-1-1-1,0 1 1,0-1-1,0 0 0,0 0 1,-1 0-1,1 0 1,-1-1-1,0 1 1,0 0-1,-1-1 1,1 1-1,-1-1 1,0 0-13,3-11 185,-1 0 0,0 0 0,-2 0 0,1 0 0,-2 0 0,0 0 0,-1-3-185,-1 8 159,-1 0 1,0 0-1,0 0 0,-1 1 1,-1-1-1,1 1 1,-2 0-1,-3-4-159,4 5-8,0 0 0,0 0 0,1 0-1,0-1 1,0 1 0,1-1 0,1 0 0,-1 0-1,2 0 1,-1-6 8,25 15-2914,4 1-1703,3 0-2852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1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36 8618,'0'0'1554,"0"0"-325,0 24 857,0 204 1804,0-204-3298,0 43-302,3-41 2989,-22-67-2718,1 5-303,2 0-1,-6-23-257,18 45 2,0 0 0,2 0 0,-1 0 0,2-1 0,0 1 0,0 0 0,1-1 0,1 1 0,1-4-2,-1 13-13,0 1 0,0-1 0,1 1 1,0 0-1,-1 0 0,1 0 1,0 0-1,1 0 0,-1 0 1,1 0-1,0 1 0,0 0 1,0-1-1,0 1 0,0 0 0,1 0 1,0 1-1,-1-1 0,1 1 1,0 0-1,0 0 0,0 0 1,0 0-1,1 1 0,-1-1 1,0 1-1,1 0 0,-1 1 1,1-1-1,-1 1 0,1 0 0,-1 0 1,1 0-1,-1 0 0,1 1 13,-2 1-8,0-1-1,-1 1 0,1-1 1,-1 1-1,0 0 0,0 0 1,1 0-1,-1 0 0,-1 0 1,1 0-1,0 1 1,0-1-1,-1 1 0,1-1 1,-1 1-1,0 0 0,0-1 1,0 1-1,0 0 0,-1 0 1,1 0-1,-1-1 0,1 1 1,-1 0-1,0 0 0,0 0 1,0 0 8,1 13-3,-1-1 0,-1 0 0,0 1 0,-2 11 3,0-18 0,1 0 0,-1-1 1,-1 1-1,0-1 0,0 0 0,0 0 0,-4 3 0,-5 11 6,16-21-80,-1 0 0,1 0 0,0 0 0,-1 0-1,1 0 1,0-1 0,0 0 0,-1 1 0,1-1 0,0 0 0,0 0 0,0-1 0,-1 1 74,-1 0-23,10 0-16,0 0 0,0 0 1,0 1-1,0 1 0,0 0 0,0 1 0,0 0 0,-1 0 0,5 3 39,-12-5 1,0 1 0,0 0-1,0 0 1,0 0-1,-1 1 1,1-1-1,0 1 1,-1-1-1,0 1 1,0 0-1,0 0 1,0 0 0,0 0-1,0 1 1,-1-1-1,0 0 1,1 1-1,-1-1 1,0 1-1,-1-1 1,1 1-1,-1-1 1,1 1-1,-1-1 1,0 1 0,-1 0-1,1-1 1,0 1-1,-1-1 1,-1 4-1,1-3 65,-1 0 0,1 0 0,-1 0 1,0 0-1,0 0 0,-1-1 0,1 1 1,-1-1-1,0 1 0,0-1 0,0 0 1,0 0-1,-1 0 0,1-1 0,-1 1 1,1-1-1,-1 0 0,0 0 0,-3 1-65,-9 5 253,0-2 0,-1 1 0,0-2 0,-3 0-253,4-1 98,1-1-1,0 0 1,-1-1 0,-11-1-98,48-18-1087,-13 9 377,30-17-3304,5-2-2237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1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1880,'0'0'6354,"0"0"-3826,0 0-493,0 0-188,15 24-189,46 84-68,-56-98-1296,-1 1 1,0 0-1,0 1 0,-1-1 1,-1 0-1,0 1 1,0 0-1,-1-1 0,-1 1 1,0 0-1,0-1 1,-2 3-295,1 21 641,2-16-362,-2 0 0,0 0 0,-2 0 1,0 0-1,-5 16-279,6-27 62,-1-1 0,0 1 1,0-1-1,-1 0 1,0 0-1,-1 0 0,1 0 1,-1-1-1,-1 1 0,1-1 1,-1-1-1,0 1 0,0-1 1,-1 0-1,0 0-62,2-7-301,5-9-557,7-14-2245,10-4-2013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18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10778,'0'0'2114,"0"0"-618,0 0-13,0 0-661,0 0-514,0 0-29,-9 0 315,0 1-364,1 0-1,0 0 0,0 1 0,0 0 0,0 1 0,0-1 0,1 2 0,-1-1 0,1 1 0,0 0 0,0 0 0,0 1 0,1 0 0,-1 1 0,0 0-229,-3 3 13,0 1 1,0 0-1,1 0 1,1 1 0,0 0-1,0 1 1,1-1-1,1 2 1,0-1-1,0 1 1,1-1-1,1 1 1,0 1-1,1-1 1,0 1-1,1-1 1,1 1 0,0 0-1,1-1 1,1 4-14,-1-16 1,1 0 0,0 0 0,-1 0 0,1 0 0,0 0 0,0 0 0,0 0 0,0 0 0,-1-1 0,1 1 0,1 0 0,-1-1 0,0 1 0,0 0 0,0-1 0,0 1 0,0-1 0,0 0 0,1 1 0,-1-1 0,0 0 0,0 0 0,1 0 0,-1 0 0,0 0 0,1 0-1,42 1 58,-36-1-45,11 0-102,0-1 0,0-1-1,-1-1 1,13-3 89,37-17-6651,-53 16-881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20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7938,'0'0'3905,"0"0"-2329,0 0-144,0 0-128,0 0-279,0 0-225,75-3-136,-53-4-152,1 2-264,2-3-152,-3 3-96,-3-2 0,1 2-880,-9 5-1457,-3 0-2536,-8 0-5465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20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12347,'0'0'2240,"0"0"-1160,0 0 1321,0 0-1113,0 0 0,0 0-351,0 0-513,103-2-248,-76-9-176,1 1-72,14-7-944,-9 4-1961,-2 1-3064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21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9962,'0'0'1682,"0"0"-410,0 0 208,0 0-593,-21 27-188,-66 88 339,79-102-776,0 0 1,0 0 0,2 1 0,0 0 0,0 0-1,1 0 1,1 1 0,0 0 0,1-1 0,1 1-1,1 1 1,0-1 0,0 0 0,2 0-1,1 15-262,-1-7 88,-1-17-74,1 0 1,0 0 0,0 0-1,0 0 1,0 0 0,1 0-1,0-1 1,1 1 0,-1-1 0,1 1-1,0-1 1,0 0 0,1 0-1,-1 0 1,1 0 0,0-1 0,1 0-1,-1 1 1,1-2 0,-1 1-1,1 0 1,0-1 0,1 0 0,3 2-15,2 0 14,0-1 0,0 0 0,0-1 1,1 0-1,0 0 0,-1-2 0,1 1 1,0-1-1,0-1 0,0 0 0,0-1 1,3-1-15,-12 2 7,0-1 1,-1 0 0,1 0-1,0 0 1,0 0 0,-1-1-1,1 1 1,-1-1 0,1 1-1,-1-1 1,0 0 0,0 0-1,1 0 1,-1 0 0,-1 0-1,1-1 1,0 1-1,-1-1 1,1 1 0,-1-1-1,1 0 1,-1 1 0,0-1-1,0 0 1,0-1-8,0 2 25,-1-1-1,1 1 1,-1-1 0,1 1-1,-1-1 1,0 0-1,0 1 1,0-1 0,0 1-1,0-1 1,0 1 0,-1-1-1,1 0 1,-1 1-1,0-1 1,0 1 0,0 0-1,0-1 1,0 1-1,-1 0 1,1 0 0,-1-1-1,1 1 1,-1 0 0,0 1-1,0-1 1,-1-2-25,-5 0 101,0 0 0,0 0-1,0 0 1,-1 1 0,1 0 0,-1 1 0,0 0 0,0 0 0,-6 0-101,-75 0-2728,68 2-1232,42 0-5207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21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7466,'0'0'4176,"0"0"-1554,0 0-829,0 0-252,0 0-475,0 0-462,0 4-49,-1 9-120,-2 1-1,1 0 1,-2-1-1,0 0 1,0 1 0,-1-2-1,-1 1 1,0 0 0,-7 10-435,-19 41 181,32-63-181,-1 0-1,1 0 1,-1-1 0,1 1 0,-1 0-1,1 0 1,-1 0 0,1 0 0,0 0 0,0 0-1,-1 0 1,1 0 0,0 0 0,0-1 0,0 1-1,0 0 1,0 0 0,0 0 0,0 0-1,0 0 1,1 0 0,-1 0 0,0 0 0,1 0-1,-1 0 1,0 0 0,1 0 0,-1-1 0,1 1-1,-1 0 1,1 0 0,0 0 0,-1-1-1,1 1 1,0 0 0,-1-1 0,2 1 0,2 0 4,-1 0 0,1 0 0,0-1 0,0 1 0,0-1 0,0 0 1,0 0-1,3-1-4,8 1 48,22 1-190,-16 0 108,-1-1 0,1 0 1,6-2 33,-22 1-506,1 0 0,-1-1 0,1 1 0,-1-1 0,1 0 1,-1 0-1,0-1 0,4-1 506,-8 3-386,0 0 1,0 0-1,0 0 1,0-1-1,0 1 0,0 0 1,0 0-1,-1-1 1,1 1-1,0 0 0,-1-1 1,1 1-1,-1-1 1,1 1-1,-1-1 0,0 1 1,1-1-1,-1 0 386,1-4-2333,2-7-3467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22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0 45 10658</inkml:trace>
  <inkml:trace contextRef="#ctx0" brushRef="#br0" timeOffset="1">0 45 10658,'116'-30'1879,"-114"30"-1624,0 0-1,-1-1 1,1 1-1,0-1 0,-1 1 1,1-1-1,0 0 1,-1 0-1,1 1 0,-1-1 1,0 0-1,1-1 0,-1 1 1,0 0-1,1 0 1,0-1-255,-6 12 1453,-1 402 2427,5-404-3924,0 0 0,1 0 1,0 0-1,0 0 1,1 0-1,0 0 0,1 0 1,2 6 43,21 33-4496,-14-26-2974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35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35 4785,'0'0'1434,"0"0"95,0 0 193,0 0-600,0 0-152,0 0 105,0 0-57,0 0-49,0 0-62,0 0-93,0 0-147,0 0-275,0 0-206,0 0-123,-22 28 10,7-1-42,2 1-1,1 1 0,2 0 0,0 0 0,2 1 0,2 0 0,-1 11-30,-3 6 83,-1-1 0,-10 22-83,16-59 1477,2-12-622,0-25-428,10-45-605,89-209 193,-89 263-17,-5 11 3,0 0 1,1 0 0,1 0-1,-1 1 1,1-1-1,0 1 1,1 0 0,1-1-2,-6 8-8,1 0 1,0 0-1,-1-1 0,1 1 1,0 0-1,-1 0 0,1 0 1,0 0-1,-1 0 0,1 0 1,0 0-1,-1 0 1,1 0-1,0 0 0,-1 0 1,1 1-1,0-1 0,-1 0 1,1 0-1,0 1 1,-1-1-1,1 0 0,-1 1 1,1-1-1,-1 1 0,1-1 1,-1 1-1,1-1 1,-1 1-1,1-1 0,-1 1 1,1-1-1,-1 1 0,0 0 1,1-1-1,-1 1 0,0 0 9,14 22 17,6 29 123,-2 1 0,-3 1 0,-2 0 0,-2 1 0,2 39-141,3 10 379,-10-80-919,-5-38-2894,-6-39-6222,-2 30 2020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35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7394,'0'0'3248,"0"0"-1471,0 0 551,0 0-1040,0 0-223,0 0 127,0 0-416,59-25-424,-37 15-176,3-2-120,-3 7-56,3 0-352,0 0-704,12 2-1393,-7-2-2304,-2 0-2544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36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1744,'0'0'5241,"0"0"-3156,0 0-157,0 0-426,0 25-511,1-13-855,-1 40 1268,3-1 1,10 48-1405,-9-79 438,0 6-49,2 0 1,0-1-1,2 1 1,1-1-1,7 14-389,-14-109 1903,-21-113-1581,19 176-317,0-1-1,0 1 1,1 0 0,0-1 0,1 1 0,-1 0 0,1 0-1,1 0 1,-1 0 0,1 0 0,1 1 0,-1-1 0,1 1-1,0 0 1,0 0 0,1 0 0,0 0 0,0 1 0,0 0-1,1 0 1,1-1-5,-5 4 8,3-3-16,1-1 0,-1 1 0,1 0 0,1 1 0,-1-1-1,0 1 1,7-2 8,-12 5-5,1 0 0,0 1-1,0 0 1,0-1-1,0 1 1,0 0 0,0 0-1,0 0 1,0 0-1,0 1 1,0-1 0,0 0-1,0 1 1,-1-1-1,1 1 1,0 0 0,0 0-1,0 0 1,-1 0-1,1 0 1,0 0 0,-1 0-1,1 0 1,-1 0 0,1 1-1,-1-1 1,0 1-1,0-1 1,0 1 0,1 0-1,-1-1 1,0 2 5,8 11 19,-1 0 0,-1 0 0,0 0 0,-1 1 1,0 0-1,-1 0 0,-1 1 0,1 10-19,3 25 183,-3-1 1,-1 5-184,-2-21 39,-3-31-60,1-1 1,0 0 0,0 0-1,0 1 1,0-1-1,1 0 1,-1 0 0,1 1-1,-1-1 1,1 0 0,0 0-1,-1 0 1,1 0 0,0 0-1,1 0 1,-1 0-1,0 0 1,1 0 0,-1-1-1,1 1 1,-1 0 0,1-1-1,0 1 1,-1-1 0,1 0-1,0 1 1,0-1-1,2 1 21,0-2-406,0 0 0,0 0-1,0 0 1,0-1-1,-1 1 1,1-1-1,0 0 1,0 0-1,0 0 1,-1-1-1,1 1 1,-1-1-1,1 0 1,-1 0 0,0 0-1,2-1 407,23-15-7506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37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52 1272,'0'0'4068,"0"0"-2314,0 0-457,0 0 286,0 0-91,0 0-121,-1-22 3656,-9 17-4920,0 1 1,0 0-1,0 0 1,0 1-1,-1 0 1,1 1-1,-1 0 0,0 1 1,1 0-1,-1 0 1,0 1-1,0 1 1,-3 0-108,-14-1 48,25 1-34,0-1-1,0 0 0,0 1 0,0 0 0,0-1 0,1 1 1,-1 1-1,0-1 0,0 0 0,1 1 0,-1-1 0,0 1 1,1 0-1,0-1 0,-1 1 0,1 0 0,0 1 0,0-1 1,0 0-1,0 1 0,1-1 0,-1 1 0,1-1 0,-1 1 1,1 0-1,0 0 0,0-1 0,0 1 0,1 0 0,-1 0 1,0 0-1,1 2-13,-3 15-11,1 1-1,0-1 1,2 1 0,1 13 11,-1-9 30,-1 13-32,0-22 16,1 1 0,1-1 0,0 1 0,3 12-14,-3-24 3,0 0 1,1 0 0,-1 0 0,1 0 0,0-1 0,1 1-1,-1-1 1,1 1 0,0-1 0,0 0 0,0 0 0,1-1 0,-1 1-1,1 0 1,0-1 0,0 0 0,3 2-4,7 2 87,0-1 0,0 0 0,0 0 1,1-2-1,0 0 0,0 0 0,0-2 0,1 0 0,-1 0 1,1-2-1,-1 0 0,1 0 0,-1-2 0,1 0-87,-10 1 86,1-1 1,-1 0-1,0-1 0,0 1 1,0-1-1,-1 0 0,1-1 1,-1 0-1,1 1 0,-1-2 0,0 1 1,-1 0-1,1-1 0,-1 0 1,2-3-87,26-23-7144,-10 11-1597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3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35 395 4849,'0'0'1338,"0"0"-197,0 0 582,0 0-101,0 0-296,0 0 15,-1 0-867,0 0-1,-1 0 1,1 0 0,0 0-1,0 0 1,0 0-1,-1 0 1,1-1 0,0 1-1,0 0 1,0-1 0,0 1-1,0-1 1,-1 1-1,1-1-473,-6-38 107,3 0 0,0-1 0,3 1 0,1-1 0,6-34-107,-5 66 1,1-1 1,1 1-1,0 0 0,0 0 1,0 0-1,1 0 0,0 1 1,1-1-1,-1 1 0,2 0 1,-1 0-1,1 1 0,5-5-1,-9 10-6,0-1 0,0 1 0,0 0 0,0 0 0,1 1 0,-1-1 0,0 0 0,1 1 0,-1-1 0,1 1 0,-1 0 0,0 0 0,1 0 0,-1 0 0,1 0 0,-1 1 0,0-1 0,1 1 0,-1-1 0,3 2 6,-1-1-10,0 1-1,0-1 0,-1 1 0,1 0 0,0 1 0,-1-1 0,1 0 0,-1 1 0,0 0 0,0 0 0,1 1 11,12 18 1,-2 0 0,0 1-1,-1 0 1,-2 1 0,0 0-1,-2 1 1,-1 0 0,0 0-1,-2 1 1,-1 0 0,-1 0-1,-1 13 0,-3-20-160,0 5 690,0-23-671,0-1 1,0 1-1,1-1 0,-1 1 0,0 0 0,0-1 1,0 1-1,1-1 0,-1 1 0,0-1 0,1 0 1,-1 1-1,0-1 0,1 1 0,-1-1 0,1 1 1,-1-1-1,1 0 0,-1 1 0,1-1 0,-1 0 0,1 0 1,-1 1-1,1-1 0,-1 0 0,1 0 0,-1 0 1,1 0-1,-1 0 0,1 0 0,0 1 0,-1-1 1,1-1 140,6 1-3331,1 0-3641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39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10066,'0'0'2061,"0"0"-454,0 0-471,0 0-693,0 0-75,1 27 480,4 87 1586,6 2-2434,-9-81 444,-2-26-315,0 0 1,0-1-1,1 1 0,1 0 1,-1 0-1,1-1 0,3 9-129,-4-17 154,-5-38 1438,-7-2-1433,4 14-110,0 1 0,2-1-1,1 0 1,0-15-49,3 35-7,1 0 0,0 0 0,1 0 0,-1 1 0,1-1-1,0 0 1,0 1 0,1-1 0,0 0 0,0 1 0,0 0 0,0-1 0,1 1 0,0 0 0,0 0 0,1 1 0,-1-1 0,1 1 0,0-1 0,0 1 0,0 0 0,4-2 7,-6 5-6,-1-1 1,1 1-1,0 0 1,-1-1-1,1 1 1,0 0-1,0 0 1,0 1-1,0-1 1,0 0-1,0 1 1,0-1-1,0 1 1,0-1-1,0 1 1,0 0-1,0 0 1,0 0-1,0 0 0,0 0 1,0 1-1,0-1 1,0 0-1,0 1 1,0 0-1,2 0 6,-2 1-2,0 0-1,0 0 0,0 1 1,0-1-1,0 0 0,-1 1 0,1-1 1,-1 1-1,0-1 0,1 1 1,-1 0-1,0 0 0,-1 0 1,1-1-1,0 1 0,-1 3 3,2 7 0,-1 0 0,0 0 0,-1 0 0,-1 1 0,0-1 0,0 0 0,-4 12 0,2-18 6,0 0-1,-1 0 1,0 0 0,0-1 0,0 1-1,-1-1 1,0 0 0,-4 3-6,0 3 39,8-13-32,1 1-1,0 0 1,0-1-1,0 1 0,-1-1 1,1 1-1,0 0 1,0-1-1,0 1 1,0-1-1,0 1 0,0 0 1,-1-1-1,1 1 1,0-1-1,0 1 0,0-1 1,1 1-1,-1 0 1,0-1-1,0 1 1,0-1-1,0 1 0,0 0 1,0-1-1,1 1 1,-1-1-1,0 1 1,0 0-1,1-1 0,-1 1 1,0 0-7,3-4-12,1 1 1,-1 0 0,1 0-1,0 1 1,-1-1-1,1 1 1,0 0 0,1 0-1,-1 0 1,0 0 0,0 1-1,1 0 1,-1 0-1,1 0 1,4 0 11,72-2-129,-76 4 129,0-1-1,1 1 1,-1 0 0,0 0 0,1 1-1,-1 0 1,0 0 0,0 0 0,0 0-1,-1 1 1,1 0 0,-1 0 0,1 0-1,-1 0 1,0 1 0,0 0-1,0-1 1,-1 2 0,1-1 0,-1 0-1,0 1 1,0-1 0,-1 1 0,1 0-1,-1 0 1,1 4 0,0-4 2,-2 1-1,1-1 1,0 0 0,-1 1-1,0-1 1,0 1 0,-1-1-1,0 1 1,0-1 0,0 1-1,0-1 1,-1 1 0,0-1-1,0 1 1,-1-1 0,1 0-1,-1 0 1,0 1-1,0-1 1,-1-1 0,0 1-1,0 0 1,0 0 0,0-1-1,-2 1-1,0 0 52,-1 0 0,1 0 0,-1-1 0,-1 0 0,1 0 0,0 0 0,-1-1 0,0 0-1,0 0 1,0-1 0,0 0 0,0 0 0,-1-1 0,1 0 0,0 0 0,-1 0 0,1-1-1,0 0 1,-1-1 0,1 0 0,-1 0 0,-2-1-52,9 2-10,0-1 0,0 1 0,0 0 0,0 0 0,0-1 0,0 1 0,1-1 0,-1 1 0,0-1-1,0 1 1,0-1 0,1 1 0,-1-1 0,0 0 0,0 1 0,1-1 0,-1 0 0,1 0 0,-1 0 0,1 1 0,-1-1 0,1 0 0,-1 0 0,1 0 0,0 0 0,-1 0 0,1 0 0,0 0-1,0 0 1,0 0 0,0 0 0,0 0 0,0 0 0,0 0 0,0 0 0,0 0 0,0 1 0,1-1 0,-1 0 0,0 0 0,1 0 0,-1 0 0,1 0 0,-1 0 10,3-4-289,-1 0 0,1 0-1,0 1 1,0 0 0,0-1 0,0 1 0,3-1 289,30-28-4782,3 0-2261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3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3121,'0'0'7316,"0"0"-4361,0 0-1174,0 0-248,0 0-766,-25 7-467,-79 28-30,99-33-214,0 1 0,1-1 1,-1 1-1,1 0 1,0 0-1,0 1 1,0 0-1,0-1 1,0 1-1,1 0 1,0 1-1,0-1 0,0 1 1,0-1-1,1 1 1,0 0-1,-2 3-56,1 3 200,0 0 1,1 1-1,0-1 0,0 0 0,1 1 0,1 2-200,-1-10 34,1 0 1,0-1-1,0 1 0,0 0 0,1-1 1,-1 1-1,1 0 0,0-1 0,0 1 1,0-1-1,0 1 0,1-1 0,-1 0 1,1 0-1,0 1 0,0-1 1,0 0-1,0 0 0,2 0-34,-1 0 27,1 0 0,0-1 0,0 0 0,0 0 1,0 0-1,0 0 0,1-1 0,-1 0 0,1 0 0,-1 0 0,0 0 0,1-1 0,0 1 0,-1-1 1,5-1-28,30 1 101,0-1 1,14-5-102,-34 3-1050,0-1 0,1-1 1,7-4 1049,1-2-3556,-5 3-2977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42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9738,'0'0'3145,"0"0"-793,0 0-303,0 0-1121,0 0-280,0 0-8,126 5-24,-87-5-56,-3 0-272,-6 0-216,-2 0-72,-3 0-48,-5 0-928,-6 0-1640,-6 8-1937,-8 2-4121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42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12363,'0'0'2568,"0"0"-1736,0 0 801,0 0-753,0 0-176,0 0-288,0 0-272,153-40-144,-86 22-216,-12 8-1808,-5-5-3473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48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3793,'0'0'7749,"0"0"-4124,0 0-1240,0 0-387,0 0-833,0-4-499,0 7-544,14 353 2692,-3-138-2511,-11-217-343,0-1-235,0-4-396,0-32-3451,0 21-811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48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9218,'0'0'2759,"0"0"-806,0 0-522,0 0-481,0 0-520,0 0 58,-1 12 428,-6 35 61,-3 27 1158,0 56-2135,10-130 62,0 0-8,0 0-16,31 0 44,-1-1 0,1-2 0,-1 0 0,10-5-82,-33 7-220,19-8-4126,-25 8 3854,1 0 0,-1 0 1,0 0-1,0 0 0,1 0 0,-1-1 0,0 1 0,0 0 0,0-1 0,-1 1 1,1-1-1,0 1 0,0-1 0,-1 0 0,1 1 0,-1-1 0,1 0 492,1-10-5082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48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8242,'0'0'2446,"0"0"-109,0 0 77,0 0-669,0 0-1019,0 0-395,-3 22 355,-19 157 3695,3 117-4381,19-218 397,5-78-458,0 0 1,0-1-1,0 1 1,0-1-1,0 0 1,0 0-1,2-1 61,23-12-2575,1-1-3304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54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43 6937,'0'0'2202,"0"0"-625,0 0-6,0 0-519,24-1-531,172-8 159,-183 9-642,0 0 252,1 0 0,-1 1 0,0 0 0,3 2-290,-26-2 3353,-44 2-3211,-32-7-65,-18 4-77,48 0 222,55 0-167,1 0-30,37 4 195,41 1 289,1-5 0,70-8-509,42 0 1029,-184 7-922,0 0-1,-1 0 0,1 0 1,-1-1-1,0 0 1,4-1-107,-4 0 100,1 1 0,0 0 1,0 1-1,-1-1 0,1 1 1,5 0-101,-12 1-18,-22-5-4952,8 3-455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54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1696,'0'0'5907,"0"0"-3497,0 0-935,0 0-175,0 0-533,0 0-254,-5 2 2524,11 2-2977,0 0-1,0 0 1,-1 1-1,1 0 1,-1 0-1,0 0 1,0 0-1,-1 1 1,0-1 0,0 1-1,0 0 1,0 1-1,-1-1 1,0 1-1,0 0-59,26 44 125,-27-48-120,1-1 0,-1 1 0,-1 0 0,1-1 0,0 1 0,0 0 0,-1 0 0,0 0 1,0 1-1,0-1 0,0 0 0,0 0 0,0 0 0,-1 1 0,0 2-5,0-3 14,-1-1 0,0 1 0,0-1 0,-1 1 0,1-1 0,0 0 0,-1 1 0,0-1 0,1 0 0,-1 0 0,0 0-1,0-1 1,0 1 0,0 0 0,0-1 0,-1 1 0,1-1 0,0 0 0,-2 1-14,-28 15 267,-27 19 564,56-32-1238,-1-1 0,0 1 1,1 0-1,0-1 1,0 1-1,0 1 0,0-1 1,0 1 406,-5 10-4220,0-2-3052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57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34 40,'0'0'2429,"0"0"-1272,0 0-662,0 0-464,0 0-453,-4 0-483,-26 2-220,-14 1 12022,44-3-9955,0 0-195,13-7 484,16-1-1075,1 1 0,0 1 0,1 1 0,-1 2 0,1 1 0,-1 1 0,8 2-156,-295-1-51,494 5 1190,-237-5-1232,0 0-322,-1 7-3431,-4-1-2544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0:58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17 5065,'0'0'1231,"0"0"704,0 0-363,0 0-402,0 0 45,0 0-39,-1-3-96,1 2-1012,0 1-1,0 0 1,0-1-1,-1 1 0,1-1 1,0 1-1,0 0 1,0-1-1,0 1 1,0-1-1,0 1 0,0 0 1,0-1-1,0 1 1,0-1-1,0 1 0,0 0 1,0-1-1,0 1 1,0-1-1,0 1 1,0 0-1,1-1 0,-1 1 1,0-1-1,0 1 1,0 0-1,1-1 0,-1 1 1,0 0-1,1 0 1,-1-1-1,0 1 0,1 0 1,-1-1-1,0 1 1,1 0-68,14 9 2866,6 5-3372,5-3 541,-24-10-34,0-1 0,0 1-1,0-1 1,0 1 0,0 0 0,0 0-1,0 0 1,0 0 0,0 0 0,0 0-1,0 0 1,-1 1 0,1-1 0,0 1-1,-1-1 1,1 1 0,-1 0 0,0 0-1,1-1 1,-1 1 0,0 0 0,0 0-1,0 0 1,-1 0 0,1 0 0,0 0-1,-1 1 1,1-1 0,-1 0 0,0 0-1,0 1 0,1 0 6,-1 1 0,0-1 0,0 0 0,0 1 0,0-1 0,-1 0-1,1 0 1,-1 1 0,0-1 0,0 0 0,0 0 0,-1 0 0,1 0-1,-1 0 1,1 0 0,-1 0 0,0 0 0,0-1 0,0 1 0,-1-1-1,1 0 1,0 1 0,-3 0-6,-23 34-343,-9 9-7389,24-34 1292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4-28T00:03:23.24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34,'10'-1,"0"0,0 0,0-1,0-1,2 0,47-10,122 3,104 11,179 25,92 16,-475-29,-53-7,0-2,25 1,-3-1,0 2,-1 2,10 5,-8-2,1-2,47 2,474-9,-279-5,233 3,-510-2,0-1,-1 0,1-2,-1 0,1 0,-1-2,-1 0,0-1,7-4,31-14,-34 15,-3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4-28T00:03:25.752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0 160,'299'1,"348"-2,-500-4,0-6,-1-6,-1-7,-1-6,19-12,-127 33,1 2,-1 1,1 1,14 2,150 3,-100 2,449-3,334 5,-792 1,1 4,-2 4,60 18,-6-3,0-6,52-3,290 3,-472-21,101 3,-28 2,1-5,0-4,16-5,-56-4,-21-2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4-28T00:03:29.21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1 312,'189'-4,"0"-8,-1-8,76-23,-178 31,-1 5,2 3,-1 4,4 4,117-1,350-33,131-1,-556 31,-1-5,0-6,16-8,-45 5,1 5,19 4,-112 5,77-8,0-3,61-18,78-11,-184 35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4-28T00:03:30.998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0 284,'3442'0,"-3403"-2,0-1,24-6,-17 1,42 0,12 2,0-4,19-9,199-45,-94 16,-213 47,0-2,-1 1,1-2,-1 1,0-1,0-1,0 0,-4 1,0 0,-1-1,0 1,0-1,0 0,0 0,-1-1,0 1,0-1,0 0,-1-1,7-11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4-28T00:03:33.213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0 405,'3020'0,"-2919"-3,0-5,67-15,195-48,-352 68,920-201,-902 196,-2-1,1-1,25-14,-4 2,-36 18,0 0,-1 1,1 0,1 1,-1 0,0 1,1 1,12-1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4-28T00:03:35.26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1 839,'0'-2,"0"0,1 0,-1 0,1 0,0 0,0 0,0 1,0-1,0 0,0 0,0 1,0-1,1 1,-1-1,1 1,-1-1,1 1,0 0,-1 0,1 0,0 0,1-1,49-20,-44 19,175-53,2 8,23 5,-40 7,-17 1,302-56,-108 26,-234 41,59-14,3 7,115-3,49 35,-129 3,16-2,24 1,42-14,-190-1,-1-5,32-12,-57 10,1 4,1 3,0 4,54 1,-77 4,0-2,-1-2,0-3,13-5,-41 10,333-91,-347 93,17-4,-4 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8:42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1288,'0'0'0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5:18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2281 344 7434,'0'0'1777,"0"0"-535,0 0 442,0 0-67,0 0-425,-29-1-89,-179-5 1507,167 10-2219,1 1 1,1 2 0,-1 2 0,1 2-1,1 1 1,-21 11-392,12-6 160,-49 18 94,2 3 1,2 5 0,1 4 0,3 4 0,2 4 0,2 4-255,-84 66 561,4 10-561,108-85 24,3 2 0,3 3 1,1 1-1,-27 45-24,7 3 168,5 2 1,5 4-1,-25 65-168,52-95 18,3 1 0,3 1 0,5 1 0,3 1-1,-4 58-17,2 72 55,11 1 0,15 178-55,0-333-5,3 0-1,2-1 1,3-1 0,2 0 0,3-1-1,3-1 1,1 0 0,4-2 0,1-1-1,3-2 1,10 11 5,47 59 7,6-4 0,5-4-1,99 86-6,-91-102 9,3-5-1,5-5 0,3-5 1,4-5-1,3-6 0,3-5 1,52 15-9,32 2 13,4-9 0,3-9 0,2-11 0,66 2-13,-99-26 64,184 4-64,-244-31 40,0-5 0,1-5 0,45-13-40,-67 3 72,-1-6 0,-2-4 0,0-5-1,-3-4 1,0-4 0,-3-5 0,1-5-72,-43 16 55,-1-3-1,-1-1 1,-2-3-1,35-38-54,9-18 314,61-82-314,-9-7 216,104-173-216,-173 231 103,-6-3-1,-6-4 1,20-63-103,-58 113 40,-3-2-1,-5 0 1,-3-2-1,-4 0 1,-4-1-1,-4 1 1,-4-2-1,-6-47-39,-2 60 29,-4 0-1,-3 1 0,-3 0 0,-4 2 1,-14-33-29,-22-42-5,-7 1 0,-17-18 5,21 57 2,-4 2 0,-5 2 0,-5 4-1,-3 3 1,-5 4 0,-5 3 0,-3 4 0,-4 4-1,-71-47-1,40 40-112,-5 7-1,-3 4 1,-3 7-1,-3 6 1,-3 6-1,-3 6 0,-2 6 1,-2 7-1,-2 6 1,-40 1 112,-9 10-1321,-1 8 0,-192 10 1321,297 10-1441,0 4 0,-81 17 1441,100-8-3009,1 3 1,-14 9 3008,-24 16-7401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0:27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17 621 10162,'0'0'1937,"0"0"51,0 0-353,0 0-415,0 0-139,-11 6 863,8-8 1313,3-49-1581,-1 98-1289,-1-18-395,4 3 41,0 1 0,2-1 1,2 0-1,1 0 0,3 8-33,-4-109 1874,-6 41-1808,1 16-54,0 1 1,-1-1-1,-1 0 1,0 1-1,0-1 1,-1 1-1,-1 0 1,0-1-1,0 1 1,-5-8-13,5 62-314,3 283 306,0-325 8,0 1-1,0-1 0,0 1 0,0-1 0,0 1 0,0-1 0,0 1 0,1-1 0,-1 1 0,0-1 1,1 1-1,0-1 0,-1 1 0,1-1 0,0 0 0,-1 1 0,1-1 0,0 0 0,0 0 0,1 1 1,-1-1-5,0-1 0,0 0 0,0 1 0,0-1 0,0 0-1,0 0 1,0 0 0,0 0 0,0 0 0,0 0 0,0 0-1,0 0 1,0 0 0,0 0 0,0 0 0,0-1 0,0 1-1,0 0 1,0-1 0,-1 1 0,1-1 0,1 0 5,6-4-11,0 0 0,-1-1 1,0 0-1,0-1 0,0 1 0,0-2 11,234-287 331,-140 165-841,5 4 1,7 3 509,25-7-2171,-38 44-2643,0 2-6703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0:44.82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9 0 2601,'0'0'1616,"0"0"-968,0 0-72,0 0-104,0 0-472,0 0 0,0 0 72,-8 3 80,8-3-144,0 0-8,0 2-120,0 1-608,0-1-680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0:46.62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14 3977,'0'0'655,"0"0"-65,0 0-69,0 0-340,8-11-592,-3 9-1309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1:50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9 619 10458,'0'0'2483,"0"0"103,0 0-26,0 0-696,0 0-632,-8-7 1982,8 7-2844,0 0-42,0 0-32,0 0 0,0 0 9,0-25 1085,0 395-541,1-370-788,0 0 0,0 0 0,0-1 0,0 1 0,0-1 0,0 1 0,-1-1 0,1 1 0,0-1 0,0 1 0,0-1 0,0 0 0,-1 1 0,1-1 0,0 0 0,0 0 0,-1 0 0,1 1 0,0-2-61,0 0 76,106-95 112,4 3 0,61-35-188,-15 11-74,-53 35-1395,70-74 1469,-126 108-2111,-3-2 0,20-30 2111,-11-2-6161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7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8450,'0'0'1984,"0"0"-1288,0 0 825,0 0-953,0 0-16,181-91-224,-131 76-200,0 3-128,-6 2-24,-5-5-768,-11 7-1169,-11-2-4592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1424,'0'0'0,"0"0"-888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8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3241,'18'73'8736,"7"-2"-4821,-14-41-3278,0 1-1,-2 0 1,-2 1 0,0 0-637,1 69 1042,-4 1 0,-6 59-1042,1-101 241,-13 210-230,14-269-106,0 0 1,-1 1-1,1-1 0,-1 0 0,1 1 0,-1-1 1,1 0-1,-1 0 0,1 1 0,-1-1 1,0 0-1,0 0 0,0 0 0,0 0 1,0 0-1,0 0 0,0 0 0,0 0 0,0 0 1,0-1-1,0 1 0,-1 0 95,0 0-337,1-1-1,0 1 1,-1-1 0,1 1 0,-1-1-1,1 0 1,-1 1 0,0-1-1,1 0 1,-1 0 0,1 0-1,-1 0 1,1 0 0,-1-1-1,1 1 1,-1 0 0,1-1-1,-1 1 1,1-1 0,-1 0-1,0 0 338,-12-13-7669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6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10962,'0'0'472,"0"0"-472,0 0-1264,0 0 1264,197-70 48,-130 47 96,-3 1-56,-8 7-80,-6 2 0,-17 8-8,-11 0-1256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7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 6449,'0'0'4389,"0"0"-2592,0 0-672,0 0 81,0 0-257,0 0-394,0 4-196,-4 66 804,-2-1 0,-7 23-1163,1-8 803,0 44-803,10 273 957,3-145-378,-17 95-579,-79 366 181,91-696-295,-6 60-1535,32-80-9116,-8-3 2930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1:28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3120 4081,'0'0'947,"0"0"-176,0 0 928,0 0 152,0 0-402,0 0-478,0 1-1512,-7 2 8589,6-6-7021,3-7-978,0 0 1,1 0-1,0 1 1,1-1-1,0 1 1,0 0-1,1 0 1,0 0-1,4-3-49,11-25 230,47-112 1860,2-26-2090,57-131 613,-24 118-126,7 4-1,78-93-486,-40 61 386,-20 26-103,8 5 1,37-28-284,-140 176 59,55-65 75,5 4 0,4 5 0,49-34-134,-98 90 30,1 3-1,2 1 0,2 3 1,0 2-1,2 3 0,37-12-29,-84 35-1,397-129 20,-309 106 3,0 4-1,1 4 1,37 1-22,126 5 36,31 12-36,-89 1 19,-72 2 14,1 5 1,16 9-34,255 49 83,-136-20-56,-202-37 4,-1 3-1,0 3 1,-1 2 0,-1 3-1,-1 2 1,-1 3 0,-1 3-1,26 18-30,60 46 15,-4 6 0,-3 8-15,-64-46 21,-3 4 0,-2 3 1,-3 2-1,19 33-21,26 42 44,242 335 77,-270-358-120,-6 4 0,-5 3 0,-6 3 0,-6 3 0,-6 2 0,17 77-1,-43-106-5,-4 1 1,-6 0 0,2 77 4,-7 335 66,-11-493-58,-3 60 32,-3-1-1,-5-1 1,-3 0-1,-4 0 1,-4-2 0,-4 0-1,-3-2 1,-26 50-40,10-37 86,-5-2 1,-4-2 0,-3-2 0,-5-3 0,-3-3 0,-72 71-87,54-74 82,-3-4 0,-4-3 0,-20 8-82,-61 32 235,-66 29-235,62-50 66,-4-7 1,-3-8-1,-188 52-66,221-89 117,-1-6 0,-94 6-117,-298 11 167,35-33-99,370-21-21,0-6 0,-96-20-47,16-10 78,-145-49-78,271 60 13,1-3 0,2-5 0,1-3-1,3-4 1,-19-16-13,-26-27 19,3-5 0,5-6-1,-73-76-18,147 124 13,1-2-1,3-2 0,-34-53-12,-95-181 27,146 242-27,-222-343 43,12 22-8,127 190-78,-34-59-49,126 200 68,1 0 0,1 0 0,2-1 0,2-1 0,2 0 0,-5-34 24,5-2-20,3-1 0,3 0 0,4-7 20,2 41-10,1 1 1,2 0-1,1 0 1,3 1-1,1-1 0,1 2 1,9-15 9,33-68-823,43-65 823,-21 42-1532,4-5-4121,13-9 5653,-38 69-5491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1:30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463 18 9234,'0'0'1759,"0"0"-191,0 0 287,0 0-540,0 0-113,0 0 93,-4-3-63,-4 0-1004,0 1 0,0-1 0,0 1 0,0 1 0,0-1 0,0 1 0,0 1 0,0-1 0,-1 1 0,1 1 0,0 0 0,0 0-1,0 1 1,-1-1 0,2 2 0,-1-1 0,0 1 0,0 0 0,1 1 0,0 0 0,-1 1-228,-19 10 143,1 1-1,1 1 1,1 1-1,1 1 1,-9 10-143,20-17 20,1 1 0,0 0 1,1 0-1,1 1 0,0 0 0,1 1 0,0 0 1,1 0-1,1 1 0,0 0 0,2 0 1,-1 0-1,0 11-20,-2 28 9,2 0-1,2 1 1,3 24-9,0-44 14,1-13-12,1 0 1,0 0-1,2 0 0,1 0 1,0-1-1,2 1 0,1-1 1,5 11-3,-8-22-3,0 0 0,1-1 0,0 1-1,0-1 1,1-1 0,1 1 0,-1-1 0,2 0 0,-1-1 0,1 0 0,0 0 0,1-1 0,0 0 0,0-1 0,0 0-1,1 0 1,4 0 3,-10-3 5,0-1-1,1 0 0,0 0 0,0-1 0,-1 0 0,1 0 0,0 0 0,0-1 1,0 0-1,0 0 0,0 0 0,0-1 0,0 0 0,-1 0 0,1 0 0,0-1 1,-1 0-1,1 0 0,-1 0 0,1-1 0,-1 1 0,0-1 0,0-1 0,0 1 1,0-1-1,-1 0 0,0 0 0,0 0 0,0-1 0,0 1 0,0-1 0,-1 0-4,3-6 42,0-1-1,-1 1 0,-1-1 0,0 0 1,0 0-1,-1-1 0,-1 1 0,0-1 1,0 1-1,-2-1 0,1 0 0,-2 1 1,-1-11-42,2 21 15,0 1 0,-1-1 1,0 0-1,1 1 1,-1-1-1,0 1 0,1-1 1,-1 1-1,0 0 1,0-1-1,0 1 0,-1 0 1,1 0-1,0 0 1,0-1-1,-1 1 0,1 0 1,0 1-1,-1-1 1,1 0-1,-1 0 0,1 1 1,-1-1-1,1 0 1,-1 1-1,0 0 0,1-1 1,-1 1-1,0 0 1,-1 0-16,-60-1-91,45 2 57,7-1-224,0 2 1,1-1 0,0 2-1,-1-1 1,1 1-1,0 1 1,0 0-1,0 0 1,1 1 0,-4 2 257,-1 1-1911,79-44-5285,-20 9 1308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1:31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 6729,'0'0'5444,"0"0"-2558,0 0-437,0 0-541,0 0-614,0 0-234,-1 0-921,1 0-1,-1 0 1,1 0-1,-1 0 1,0 1-1,1-1 1,-1 0-1,1 0 1,-1 1-1,1-1 1,-1 0-1,1 1 1,-1-1-1,1 0 1,-1 1-1,1-1 1,0 1-1,-1-1 1,1 1-1,0-1 1,-1 1-1,1-1 1,0 1-139,0 69 441,-3 0 0,-2 0-1,-4-1 1,-13 50-441,12-80 21,2-12 11,1 1 0,2 0 0,0 0 0,1 24-32,5-51 1,1-1 0,0 1 0,-1-1 0,1 1 0,0-1-1,-1 0 1,1 1 0,0-1 0,-1 0 0,1 0 0,0 0-1,0-1 1,0 1-1,0 0 4,25-3 44,1 0 0,-1-2-1,1-1 1,-2-1 0,1-2-1,-1 0 1,22-12-48,-19 10-17,-22 8-9,1 2-1,0-1 0,0 1 1,0 0-1,0 1 0,0 0 0,0 0 1,1 1 26,13 0-816,-21-1 505,-1 0 170,1 0 0,0 0 0,-1 0-1,1 0 1,0 0 0,-1 0 0,1 0 0,0-1-1,-1 1 1,1 0 0,-1 0 0,1 0 0,0-1 0,-1 1-1,1 0 1,-1-1 0,1 1 0,-1 0 0,1-1-1,-1 1 1,1-1 0,-1 1 0,1-1 141,15-39-6860,-7 18-1499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1:31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23 10506,'0'0'1911,"0"0"332,0 0 422,0 0-730,0 0-440,0 0-277,-3-6-357,-7-10-469,6 21-108,4 42 158,1-30-297,7 53 761,2 0 0,7 17-906,9 59 710,0 146 170,-2-18-336,-22-252-514,-1-11-9,0 0 0,1 0-1,0 0 1,0 0 0,1-1-1,1 1 1,2 3-21,-5-22-1061,0 5 601,0 0 0,-1 0 0,1-1 0,-1 1 0,0 0 1,0-1-1,0 1 0,0 0 0,0-1 0,-1 1 0,0-3 460,-13-6-6479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3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1664,'0'0'2046,"0"0"-955,0 0-400,0 0 45,0 0 88,0-15 674,0 14 2579,0 20-4056,-1 8 86,1-1-1,2 0 0,0 0 1,2 0-1,1-1 1,2 6-107,4 16 293,-3 0 1,-1 1 0,-3 0-1,-2 0 1,-2 0-1,-3 12-293,2 25 103,0 111 20,3 220 1239,26-146-1245,-12-145-53,-3 70-64,-12 150-127,32-332-5793,-16-6-241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3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10322,'0'0'1801,"0"0"-529,0 0 864,0 0-655,0 0-865,0 0 0,0 0-280,145-76-56,-84 46-72,1 3-160,-7 4-48,-10 3-8,-6 8-392,-11 2-592,-9 5-537,-19 5-471,0 0-2249,-3 15 1449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4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46 7074,'0'0'1456,"0"0"-1008,0 0 1776,0 0-1079,0 0-449,0 0 544,0 0-128,-16 52 57,55-69-369,8-1-480,9 1-320,27-3-624,-13 5-2281,-9 5-9066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4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10 5025,'0'0'5172,"0"0"-3152,0 0-555,0 0-149,0 0-441,0 0-401,-6-2-284,5 1-188,-1 0 1,0 0-1,0 0 1,0 0-1,0 0 1,0 1-1,0-1 1,0 1-1,0 0 1,0-1-1,0 1 1,0 0-1,0 0 1,0 0-1,0 1 1,0-1-3,-1 10 7,4-9 3,-19 79 264,4 0 0,3 2 0,3 15-274,-1 0 1112,-20 96-1112,-5-45 1148,7 0 0,-4 109-1148,30-229 59,-1 0-1,-2 0 0,0 0 0,-2 0 1,-1-1-1,-3 6-58,-1-32-3452,6-1-1171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5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7162,'0'0'3080,"0"0"-1607,0 0-329,0 0 104,0 0-480,0 0-472,0 0-136,139-35-96,-89 20-64,0 3 48,0-1-48,0 1 0,-2 4-288,-4 8-728,-10 0-2833,-15 0-1744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5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7722,'0'0'1584,"0"0"-1208,0 0 872,0 0-375,0 0-313,170 0-344,-81 0-216,-14 5-120,-10 10-2225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5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4185,'0'0'4430,"0"0"-2517,0 0-548,0 0-97,0 0-602,0 0-495,-4 14-123,-5 21 116,2 1 1,1 0-1,-1 28-164,-1 127 959,4-60-327,-12 145 786,-15 478-481,31-753-2230,0-14-4059,0-2-591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3273,'0'0'8329,"0"0"-7712,0 0-505,0 0 184,0 0-8,153-43-192,-95 28-88,1 0 0,-6 0-8,11 0-376,-14 5-657,-11 0-4176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0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11763,'0'0'1464,"0"0"-1032,0 0 352,0 0-304,151-40-480,-48 10-456,-14 8-1560,-14 1-4994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6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10178,'0'0'1983,"0"0"-414,0 0 283,0 0-406,-29 16-457,-22 12-269,-21 16-720,63-37 113,1 1 0,0-1 0,0 1 1,0 1-1,1-1 0,0 1 0,1 1 0,0-1 0,1 1 0,0 0 0,0 0 0,1 1 0,0 0 0,1-1 0,0 1 0,1 0 0,-1 8-113,2-15 33,-2 11 52,0-1 0,1 1-1,1 0 1,0 0-1,1 0 1,1 0-1,0 0 1,1 0-1,1 0 1,1 4-85,-2-13 2,0 0 0,0-1 0,0 1 0,1-1 0,0 1 1,0-1-1,1 0 0,-1 0 0,1-1 0,0 1 0,0-1 0,1 0 0,-1 0 0,1 0 0,0 0 1,0-1-1,0 0 0,0 0 0,1 0 0,-1-1 0,1 0 0,0 0 0,-1 0 0,1-1 0,0 1 1,3-1-3,1 1 31,0-1 0,-1 0 0,1-1 1,0 0-1,0 0 0,-1-1 0,1 0 1,0-1-1,3-1-31,-10 2 15,0 0 0,0 0 1,-1-1-1,1 1 0,0-1 0,-1 0 1,1 0-1,-1 0 0,1 0 0,-1 0 1,0 0-1,0 0 0,0-1 0,0 0 1,0 1-1,0-1 0,-1 0 0,0 1 1,1-1-1,-1 0 0,0 0 0,0 0 1,-1 0-1,1 0 0,-1-1 0,1 1 1,-1 0-1,0 0 0,0 0 0,0-1-15,0-2 71,0 0 0,0 0 1,-1 0-1,0 0 0,0 1 0,0-1 0,0 0 0,-1 1 0,0-1 0,0 1 0,-1 0 0,-1-3-71,2 6 5,0-1 0,0 1 0,-1-1 0,1 1 0,-1 0 0,1 0 0,-1 0 0,0 0 0,0 1 0,0-1 0,0 1 0,0 0 0,0 0 0,0 0 0,-1 0 0,1 0 0,0 1 0,0-1 0,-1 1 0,1 0 0,0 0 0,-2 0-5,-18 0 414,15 0-1902,16 0-5709,12 0-1329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6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1 744,'0'0'10197,"0"0"-5655,0 0-1793,0 0-830,0 0-1035,0 0-469,0 9 28,-7 35-147,-1 0 0,-3-1 0,-1 0 0,-2-1 0,-19 38-296,32-80 4,1 1 0,0 0 0,-1-1 0,1 1-1,-1 0 1,1 0 0,0-1 0,-1 1 0,1 0 0,0 0 0,0-1 0,0 1 0,0 0 0,0 0-1,0 0 1,0-1 0,0 1 0,0 0 0,0 0 0,0-1 0,0 1 0,0 0 0,1 0 0,-1 0-1,0-1 1,1 1 0,-1 0 0,0-1 0,1 1 0,-1 0 0,1-1 0,-1 1 0,1 0-1,0 0-3,26 1 373,-15-2-289,10 0-75,11 0 54,1-1 1,11-3-64,-36 3-222,0 0 0,0-1 0,0-1-1,0 1 1,-1-1 0,1-1 0,-1 1 0,0-2-1,0 1 1,0-1 0,-1 0 222,-3 2-529,-1 0 0,0-1-1,-1 1 1,1 0 0,-1-1 0,1 0 0,-1 1 0,0-1-1,0 0 1,-1 0 0,2-4 529,-1 2-1397,6-16-5149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7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9514,'0'0'1912,"0"0"-150,0 0 456,0 0-560,0 0-881,0 0-423,-5 12 320,-2 13-86,2 1-1,0 0 1,2 0-1,1 0 1,0 0-1,3 11-587,-5 110 1441,0-53-856,7 60-585,-2-147-31,-1 0-1,1 0 1,1 0 0,-1-1 0,1 1-1,0-1 1,1 1 0,0-1 0,0 0-1,1 2 32,17 17-8488,-17-22-722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0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11 5617,'0'0'2049,"0"0"-313,0 0-85,0 0-151,0 0-114,0 0-99,-4 1 197,-1 0-945,-14 7 1665,19-8-1954,0 0-141,0 0-47,-37-7 1526,24 3-1579,0 1-1,0 1 1,0 0 0,0 1-1,0 0 1,0 1 0,-1 0 0,-2 2-9,-22-1 14,31-1-16,-1 1 0,0 0 1,0 1-1,1 0 0,-1 0 0,1 1 0,-1-1 1,1 2-1,0-1 0,0 1 0,0 0 0,1 0 1,0 1-1,-1 0 0,2 0 0,-1 1 1,0-1-1,1 1 0,0 1 0,-1 1 2,-1 3 1,0-1 0,0 1 0,1 1 1,1-1-1,0 1 0,0 0 0,1 0 0,1 0 0,0 0 0,0 1 0,2-1 0,-1 7-1,1 1 46,1 0 0,1-1 0,1 1 0,0 0 0,1-1 1,2 1-1,0-1 0,1 0 0,3 5-46,-6-16 33,1-1 1,0 0 0,0 0-1,1 0 1,-1-1 0,2 1-1,-1-1 1,1 0 0,0-1 0,0 1-1,0-1 1,1 0 0,0-1-1,0 0 1,0 0 0,0 0-1,1-1 1,-1 0 0,1-1-1,0 1 1,0-1 0,0-1 0,0 0-1,1 0-33,21 2 113,0-2-1,1-1 1,-1-2 0,1-1-1,-1-1 1,0-1-1,23-9-112,8-10-5197,-53 20 4160,19-11-3436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62 489 5281,'0'0'2629,"0"0"291,0 0-367,0 0-761,0 0-438,0 0-301,-5-6-327,-2-3-508,1 0 0,0 0 1,1-1-1,0 1 0,0-1 1,1-1-1,0 1 0,1 0 0,1-1 1,-1 0-1,1 0 0,1-6-218,-1 3 35,1 1 0,1-1 0,0 0 0,1 1 0,0-1 0,1 1 1,1-1-1,0 1 0,1 0 0,0 0 0,1 0 0,0 1 0,1 0 0,5-7-35,0 2 9,1 0 0,1 1 0,0 0 0,1 2 0,2-2-9,-10 11-4,0 0 1,0 1-1,0 0 0,0 0 0,0 0 1,1 1-1,-1 0 0,1 0 1,0 1-1,0 0 0,0 0 0,1 0 1,-1 1-1,0 0 0,6 1 4,-10 0-4,-1 1-1,1-1 1,0 1-1,-1 0 1,1-1-1,-1 1 1,1 1-1,-1-1 1,0 0 0,1 1-1,-1-1 1,0 1-1,0-1 1,0 1-1,0 0 1,0 0-1,-1 0 1,1 0-1,0 1 1,-1-1-1,0 0 1,1 1-1,-1-1 1,0 1 4,6 13 17,-1-1 1,0 0-1,2 13-17,-3-8 14,24 85 569,13 94-583,-42-196-29,0-1 1,1 1 0,-1 0-1,1-1 1,0 1 0,0-1-1,0 1 1,0-1 0,0 1 0,1-1-1,-1 0 1,1 0 0,-1 1-1,1-1 1,0 0 0,0 0-1,0-1 1,0 1 0,0 0-1,0-1 1,0 1 0,1-1 28,25 6-2794,6-6-3427,-15-1-2585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1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6833,'0'0'2817,"0"0"-927,0 0-546,0 0-402,0 0-161,-9 26 111,-1 4-541,-5 14 752,2 0 0,-5 30-1103,15-58 372,-4 13 201,1 0 1,1 1 0,2 0 0,0 0-1,3 0 1,2 30-574,-1-56 10,0 1 1,0-1-1,1 1 1,-1-1-1,1 0 1,0 0-1,0 0 0,1 0 1,-1 0-1,1 0 1,0-1-1,0 1 0,0-1 1,1 1-1,-1-1 1,1-1-1,-1 1 0,1 0 1,0-1-1,0 0 1,0 0-1,1 0 1,-1 0-1,0 0 0,1-1 1,-1 0-1,1 0 1,-1 0-1,4-1-10,1 1-387,0 0 0,0 0-1,1-2 1,-1 1 0,0-1-1,0 0 1,0-1 0,0 0 0,-1 0-1,1-1 1,0 0 0,-1-1 0,0 0-1,4-2 388,28-21-6860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1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43 7114,'0'0'3879,"0"0"-2027,-10 23-145,3-5-1327,-24 59 2490,-2 18-2870,10-17 2447,5 2 0,-8 65-2447,26-199 37,2 1 0,2-1 0,3 1 0,2 0 0,2 0 1,3 1-1,1 1 0,18-36-37,-14 53-56,-4 21 55,-15 13 3,1-1-1,-1 1 0,0 0 0,1 0 0,-1 0 1,1 0-1,-1 0 0,0 0 0,1 0 0,-1 0 1,1 0-1,-1 0 0,1 0 0,-1 0 0,0 0 1,1 0-1,-1 0 0,1 1 0,-1-1 0,0 0 1,1 0-1,-1 0 0,1 1 0,-1-1 0,0 0 1,1 0-1,-1 1 0,0-1 0,0 0 0,1 1 1,-1-1-1,0 0 0,0 1 0,1-1 0,-1 1 1,0-1-2,7 17 16,-1 0 1,0 0-1,-1 1 1,-1-1-1,-1 1 1,1 15-17,3 9 91,11 100 231,-16-101-266,3 0 0,1-1 0,2 0 0,2 0 0,13 32-56,-23-70-81,1 0 0,0-1 0,0 1 0,-1-1 0,1 1 0,0-1 1,0 1-1,1-1 0,-1 1 0,0-1 0,0 0 0,1 0 0,-1 0 0,1 0 0,-1 0 1,1 0-1,-1 0 0,1 0 0,0 0 0,-1-1 0,2 1 81,-2-1-222,-1 0 1,1 0-1,0 0 0,0 0 1,0 0-1,0-1 0,0 1 1,0 0-1,-1 0 0,1-1 1,0 1-1,0-1 0,0 1 1,-1-1-1,1 1 0,0-1 1,0 1-1,-1-1 0,1 0 1,-1 1-1,1-1 0,0 0 1,-1 1-1,1-1 0,-1 0 1,0 0-1,1 0 0,-1 0 1,0 1-1,1-1 0,-1 0 1,0 0-1,0 0 0,0 0 1,0 0-1,0 0 0,0 0 1,0 0 221,1-17-8433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2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9098,'0'0'5329,"0"0"-3104,0 0-417,0 0-480,0 0-696,0 0-368,0 0-264,181-58-168,-123 46-1248,-10-1-2873,-12 3-3008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2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30 8970,'0'0'3886,"0"0"-1943,0 0-764,0 21 324,-1 38-663,-1 27 2418,8 67-3258,-5-142 86,1 0 0,1 0-1,0 0 1,0 0 0,1-1-1,0 1 1,1-1 0,0 0-1,4 4-85,-6-9 13,0 0 0,1-1-1,-1 1 1,1-1 0,0 0 0,0 0-1,1 0 1,-1-1 0,1 1 0,0-1-1,0 0 1,0-1 0,0 1 0,1-1-1,-1 0 1,0 0 0,1 0-1,5 0-12,-3-1 18,0 0 0,1-1-1,-1 1 1,0-2-1,0 1 1,0-1-1,1 0 1,-1-1-1,0 0 1,0 0-1,0-1 1,-1 0-1,1 0 1,-1-1-1,0 0 1,1 0-1,-2-1 1,1 1-1,0-2 1,-1 1-1,0-1 1,-1 0-1,1 0 1,-1 0-1,0-1 1,0 0-1,-1 0 1,0 0-1,-1-1 1,1 1-1,-1-1 1,-1 0-1,1 0 1,-1 0-1,-1 0 1,1 0-1,-1 0 1,-1 0-1,0-8-17,0 1 49,0 0 0,-1 0-1,-1 0 1,-1 0 0,0 0 0,0 1-1,-5-9-48,-6-15 196,-3 2-1,-4-6-195,8 16 19,8 18-318,-7-17-2234,12 25 2411,-1-1-1,1 0 0,0 1 0,0-1 0,-1 1 0,1-1 0,0 0 0,0 1 0,0-1 0,0 1 0,0-1 0,0 0 0,0 1 1,0-1-1,0 0 0,0 1 0,0-1 0,0 1 0,0-1 0,1 0 0,-1 1 0,0-1 0,0 1 0,1-1 0,-1 1 0,0-1 1,1 1-1,-1-1 0,1 1 0,-1-1 0,1 1 0,-1-1 0,1 1 123,11-7-6251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3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37 9938,'0'0'2215,"0"0"-593,0 0-174,0 24 455,0-4-1463,8 154 2226,14 179 494,-32-516-2995,5 108-181,2 1 0,2-1 0,6-53 16,-2 95-27,0 0 0,1 0 0,0 1 0,1-1 0,0 1 0,1 0 1,1 1-1,4-7 27,-8 13-22,1-1 0,0 1 1,1 0-1,-1 1 1,1-1-1,0 1 0,0 0 1,5-3 21,-7 5-6,-1 1-1,1-1 1,0 1 0,-1 0 0,1 0 0,0 1 0,0-1 0,0 0-1,0 1 1,0 0 0,0-1 0,0 1 0,-1 0 0,1 1 0,0-1 0,0 0-1,0 1 1,3 1 6,-5-2-4,1 1 0,-1 0 0,1 0 0,-1 0 0,0 0 0,0 0 0,1 0 0,-1 1 0,0-1 0,0 0 0,0 1 0,0-1 0,0 1 0,0-1 0,-1 1 0,1-1 0,0 1 0,-1 0 0,1-1 0,-1 1-1,0 0 1,1-1 0,-1 1 0,0 1 4,1 48 12,-1-36-12,-1-2 13,0 0 1,0-1-1,-1 1 1,-1 0-1,0-1 1,-1 0-1,0 0 1,-1 0-1,0 0 1,-1-1-1,-3 5-13,-7 9 34,-2 0-1,-1-1 0,-1-1 0,-6 5-33,26-28-1,0 0-1,0 0 1,0 0-1,0 0 0,-1 0 1,1 0-1,0 0 1,0 1-1,0-1 1,0 0-1,0 0 0,0 0 1,0 0-1,0 0 1,0 0-1,0 0 1,0 0-1,0 1 1,0-1-1,0 0 0,0 0 1,0 0-1,0 0 1,0 0-1,0 0 1,0 0-1,0 0 0,0 1 1,0-1-1,0 0 1,0 0-1,0 0 1,1 0-1,-1 0 0,0 0 1,0 0-1,0 0 1,0 0-1,0 0 1,0 1-1,0-1 1,0 0-1,0 0 0,0 0 1,0 0-1,1 0 1,-1 0-1,0 0 1,0 0-1,0 0 0,0 0 1,0 0-1,0 0 1,0 0-1,0 0 1,1 0-1,-1 0 0,0 0 1,0 0-1,0 0 1,0 0-1,0 0 1,0 0-1,0 0 0,1 0 1,-1 0-1,0 0 2,15-1-92,16-3 27,-16 0 35,-1 1 0,1 1 1,0 0-1,0 1 0,8 1 30,-20 0-7,0 0-1,0 0 0,0 0 0,1 1 0,-1 0 0,0 0 0,0 0 1,0 0-1,0 0 0,0 0 0,0 1 0,-1-1 0,1 1 0,0 0 1,-1 0-1,1 0 0,-1 0 0,0 0 0,0 1 0,0-1 0,0 1 1,0-1-1,0 1 0,0 0 0,-1 0 0,0 0 0,1-1 0,-1 2 8,2 5 38,0 0-1,-1 0 0,0 0 0,0 0 0,-1 0 0,0 0 0,-1 0 0,0 1 0,0-1 0,-1 0 0,0 0 0,-1 0 0,0 0 0,0 0 0,-1 0 0,0 0 0,0-1 0,-1 1 0,-1-1 0,1 0 1,-1 0-1,0-1 0,-1 1 0,0-1 0,0 0 0,-1-1 0,0 0 0,0 0 0,0 0 0,-1-1 0,1 0 0,-3 1-37,-1-1 44,-1 1-1,0-2 1,0 0 0,0 0-1,-1-1 1,1 0 0,-1-1-1,0-1 1,1 0 0,-1-1-1,-1 0-43,12 0-16,-1 0 1,1 0-1,0 0 0,-1-1 0,1 1 0,0-1 1,0 1-1,-1-1 0,1 0 0,0 0 0,0 0 1,0 0-1,0 0 0,0-1 0,0 1 1,0 0-1,0-1 0,1 0 0,-1 1 0,0-1 1,1 0-1,0 0 0,-1 0 0,1 0 0,0 0 1,0 0-1,0 0 0,0 0 0,0 0 0,1-1 1,-1 1-1,1 0 0,-1-1 0,1-1 16,-1 0-224,1 0 0,0 0 0,0-1 0,0 1 0,1 0-1,-1 0 1,1 0 0,0 0 0,0 0 0,1 0 0,-1 0-1,1 0 1,0 0 0,0 0 0,0 1 0,0-1 0,1 1 0,2-3 224,29-20-4693,-1 5-2234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12459,'0'0'2060,"0"0"-248,0 0 90,0 0-702,25 25-469,-5-6-572,-9-10-95,-1 0-1,1 1 1,-2 1 0,1-1 0,-1 1 0,-1 1 0,0 0 0,-1 0 0,0 0 0,-1 1 0,0 0 0,-1 0 0,0 1 0,-1 0 0,-1-1 0,0 1-64,1 24 275,0-1 1,-3 0-1,-1 1 1,-2-1-1,-1 0 1,-2 0-1,-2 0 0,-1-1 1,-2 1-1,-1-2 1,-2 0-1,-1 0 1,-16 26-276,29-60-203,4-6-428,39-51-6321,-15 24-2051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4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7138,'0'0'1739,"0"0"-10,0 0 138,0 0-577,0 0-475,0 0-183,-22 3 233,-70 9 213,85-10-962,1 1 1,1-1-1,-1 1 1,0 0-1,1 0 1,-1 1-1,1 0 1,0 0-1,0 0 1,0 0-1,1 1 1,-1 0-1,1 0 1,1 0-1,-1 0 1,1 1-1,-1-1 1,1 1-1,-1 3-116,0 0 189,-2 3-80,0 1-1,2-1 1,-1 1 0,2 1 0,-1-1-1,2 0 1,0 1 0,1-1 0,0 1-1,1 0 1,0-1 0,1 1-1,1 3-108,-1-14 20,0 0 0,0 0-1,0 0 1,0 1 0,0-1-1,1-1 1,-1 1-1,1 0 1,0 0 0,0 0-1,0-1 1,0 1-1,0-1 1,1 0 0,-1 1-1,1-1 1,-1 0 0,1-1-1,0 1 1,0 0-1,0-1 1,0 0 0,0 1-1,0-1 1,0 0-1,0-1 1,1 1 0,-1 0-1,0-1-19,14 2 108,0 0 0,0-1 0,0-1 0,0 0 0,1-1-108,-11 0-12,0-1 0,1 1 0,-1-1 1,0-1-1,0 1 0,-1-1 1,1 0-1,2-2 12,-2 1-612,0 1 0,0-1 1,0 2-1,0-1 0,1 1 0,-1 0 1,1 1-1,0-1 612,22 2-5867,-21 0-938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5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12203,'0'0'4032,"0"0"-2703,0 0 463,0 0-808,0 0-760,0 0-8,0 0 8,129-5-159,-82 0-57,-5 0-16,-6 2-145,-11 3-1383,-11 0-1344,-11 8-3442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16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12547,'0'0'2816,"0"0"-1783,0 0 663,0 0-712,0 0-392,0 0-376,0 0-216,192-5-368,-98-12-1240,-16 2-1553,-5-3-6017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42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559 3 2785,'0'0'6014,"0"0"-2644,0 0-1095,0 0-410,-4 0-733,-19-2-594,0 1-1,0 1 0,0 2 1,0 0-1,0 1 1,-6 3-538,3-1 140,0 2-1,1 1 1,-1 2 0,2 0 0,0 1-1,0 1 1,1 2 0,1 0-1,0 1 1,1 2 0,0 0 0,2 1-1,0 1 1,-4 7-140,17-17 27,0 1-1,1-1 0,0 1 1,1 1-1,1-1 0,-1 0 1,1 1-1,1 0 0,0 0 1,1 0-1,0 0 0,0 0 1,1 0-1,1 0 1,0 0-1,0 0 0,3 8-26,-3-16 13,0 0 0,1 1 0,-1-1 0,1 0-1,0-1 1,-1 1 0,1 0 0,1 0 0,-1-1 0,0 1-1,1-1 1,-1 0 0,1 0 0,0 0 0,0 0 0,-1 0 0,1 0-1,0-1 1,1 0 0,-1 1 0,0-1 0,0 0 0,1-1-1,-1 1 1,2 0-13,13 2 100,0-1-1,0-1 0,0 0 1,6-2-100,-7 1 61,-1 0-15,1-1 0,-1-1 0,0-1 0,1 0 0,12-5-46,-21 6 35,0-1 0,-1 0 0,0 0 0,1 0 0,-1-1 0,0-1 1,-1 1-1,1-1 0,-1 0 0,0 0 0,0-1 0,-1 0 0,1 0-35,-5 3-4,-1 3-123,0 0-226,0 0-294,8 0-6146,-2 0 487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4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99 435 7802,'0'0'2236,"0"0"-263,0 0-89,0 0-670,0 0-242,0 0 71,-11-11 60,-37-35-26,43 41-948,1 0-1,1-1 1,-1 1-1,1-1 1,0 0-1,0 1 1,0-1-1,1-1 1,0 1-1,0 0 1,1 0-1,0-1 1,0 1-1,0-2-128,0-7 33,1 0 0,0 0 0,1 0 0,3-13-33,-2 21 4,1 0 0,-1 0 1,2 1-1,-1-1 0,0 0 0,1 1 0,0 0 0,1 0 0,0 0 1,-1 1-1,2-1 0,-1 1 0,1 0 0,2-1-4,15-12 49,1 1 0,24-13-49,-40 24-3,1 1-1,-1 0 0,1 1 1,0 0-1,0 0 1,0 1-1,1 0 1,-1 0-1,1 1 0,0 1 1,-1 0-1,1 0 1,0 1-1,0 0 0,-1 0 1,6 2 3,-12-1 11,-1 0 0,1 1-1,-1-1 1,0 1 0,0-1 0,1 1 0,-1 0-1,0 0 1,-1 0 0,1 0 0,0 0 0,0 1 0,-1-1-1,0 0 1,1 1 0,-1-1 0,0 1 0,0-1 0,0 2-11,18 61 433,-13-41-280,15 39 444,-13-42-457,-1 0 1,-1 1-1,-1-1 0,0 2 1,-2-1-1,0 11-140,-3-32 15,0-1 33,0 0 20,0 0-40,0 0 6,92 3-8873,-58-1 2346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45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4481,'0'0'2763,"0"0"54,0 0-278,0 0-481,0 0-389,0 0-259,-6 0-295,4-1-1041,0 1 0,0 0-1,0 1 1,0-1 0,0 0-1,0 1 1,0-1 0,0 1 0,0-1-1,0 1 1,0 0 0,0 0 0,0 0-1,0 0 1,1 0 0,-1 0 0,0 1-74,-1 2 80,-1 0 0,1 0 0,1 1 0,-1-1 1,0 0-1,1 1 0,0 0 0,0 0-80,-59 129 1047,20-46-333,4 2 0,-3 21-714,37-104 302,2-9-127,2-22-91,10-36-174,5 21 98,2 1 1,1 0-1,2 1 0,1 1 0,2 2 0,27-31-8,-6 7 76,-40 47-54,-5 11-25,0-1 0,0 0 0,1 0 1,-1 1-1,0-1 0,0 0 0,1 1 0,-1-1 0,0 0 0,1 1 0,-1-1 1,1 1-1,-1-1 0,1 0 0,-1 1 0,1-1 0,-1 1 0,1 0 1,0-1-1,-1 1 0,1-1 0,0 1 0,-1 0 0,1-1 0,0 1 0,-1 0 1,1 0-1,1 0 3,-2 0-68,2 0 57,-1-1 1,1 2-1,0-1 0,-1 0 1,1 0-1,0 0 1,-1 1-1,1-1 1,0 1-1,-1-1 0,1 1 1,-1 0-1,1 0 1,-1-1-1,1 1 11,1 4-8,1 0 0,-1 0 0,1 0 0,-1 0 0,-1 1 0,1-1 0,-1 1 0,0 0 0,0-1 0,-1 1 0,1 5 8,8 75 206,-7-41-145,-2-33-50,5 41 35,2 0 1,2-1 0,2 0-1,4 4-46,-14-54-17,-2-1-57,0-1-102,0 0-138,0 0-269,-5-36-6165,-1 19 1361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4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9178,'0'0'2649,"0"0"-1057,0 0 136,0 0-600,0 0-103,0 0 167,0 0-32,125-7-360,-91-1-464,-4-2-152,1 0-104,-6 3-80,0-1-104,0 1-920,9-8-768,-6 2-1057,-6-2-2744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45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 6001,'0'0'2932,"0"0"-481,0 0-324,0 0-769,0 0-616,0 0-248,-11-1-9,8 1-467,-1 0 42,-1-1 1,0 1 0,0 0-1,1 1 1,-1-1 0,0 1-1,1 0 1,-1 0 0,1 0-1,-1 0 1,1 1 0,-1 0-1,1 0 1,0 0 0,0 1-1,0-1 1,0 1 0,0 0-1,1 0 1,-2 1-61,-3 7 159,0-1 0,0 1-1,1 1 1,0-1 0,1 1-1,0 0 1,1 1 0,1 0-1,0-1 1,0 1 0,1 0 0,1 1-1,0-1 1,1 0 0,1 1-1,0-1 1,0 1 0,3 11-159,-2-24 12,0 0 0,0 0 0,-1 0 0,1 0 0,0 0 1,0 0-1,0-1 0,0 1 0,0 0 0,0-1 0,0 1 0,0-1 1,0 1-1,1-1 0,-1 1 0,0-1 0,0 0 0,0 0 0,0 1 1,1-1-1,-1 0 0,0 0 0,0 0 0,1 0 0,0-1-12,43 1 382,-33-1-250,4 0-210,1-1-1,-1 0 0,0-1 1,8-3 78,11-3-2465,-1 4-3538,-19 3-933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46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95 480 6129,'0'0'2069,"0"0"-294,0 0-94,0 0-250,0 0-188,0 0-272,-12-4 435,6 0-1186,0 0 0,0-1 1,1 0-1,0 0 0,0 0 1,0-1-1,0 1 0,1-1 0,0 0 1,0-1-1,0 1 0,1-1 1,0 1-1,1-1 0,-1 0 0,1 0 1,1 0-1,-1-1 0,1 1-220,-2-22 192,0 1 0,2-1 0,2 0-1,1-7-191,-2 28 145,2-3-144,0 0 0,0 1-1,1-1 1,1 1 0,-1-1 0,2 1 0,-1 0 0,2 1-1,-1-1 1,1 1 0,1 0 0,-1 0 0,2 1 0,-1 0-1,1 0 1,0 1 0,1 0 0,-1 0 0,1 1 0,1 0-1,4-2 0,-12 8 6,0-1-1,0 1 1,0 0 0,0-1-1,0 1 1,0 0-1,0 0 1,0 0-1,0 1 1,0-1-1,0 0 1,0 1 0,0-1-1,-1 1 1,1 0-1,0-1 1,0 1-1,0 0 1,0 0-1,-1 0 1,1 1 0,-1-1-1,1 0 1,-1 0-1,1 1 1,-1-1-1,0 1 1,1 0 0,-1-1-1,0 1 1,0 0-1,0 0 1,0-1-1,-1 1 1,1 0-1,0 2-5,5 11 167,-1 0-1,0 0 0,-1 1 1,1 7-167,-2-9 95,8 55 190,-10-54-457,1 1 0,1 0 1,0-1-1,1 0 0,0 1 0,1-2 0,1 1 0,2 2 172,-6-15-329,0 0-1,0 0 1,0 0 0,0 0-1,0 0 1,0 0 0,0-1-1,1 1 1,-1-1 0,1 0-1,-1 0 1,1 0 0,-1 0-1,1 0 1,0 0 0,-1-1-1,1 1 1,1-1 329,-2 0-710,1 1 1,0-1-1,0 0 1,0 0-1,0-1 0,0 1 1,-1 0-1,1-1 1,0 0-1,0 0 0,0 0 710,11-9-6548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47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6601,'0'0'2493,"0"0"-511,0 0-346,0 0-184,0 0 107,0 0 62,10 28-182,32 90-292,-33-90-778,-2 0 1,-1 0 0,-2 1 0,0 0 0,-2 0-370,11 70 418,-13-110 184,0 5-568,0-1 1,0 0-1,0 1 0,-1-1 0,0 0 0,-1 1 1,1-1-1,-2-1-34,-3-5 84,0-1 1,1 1 0,1-1-1,0 0 1,1-1-1,0 1 1,2-1-1,-1 1 1,2-3-85,0 7-9,1-1 0,0 1 0,0-1 0,1 1 0,1-1 0,0 1 0,0 0 0,1 0 0,1 1 0,-1-1 0,1 1 0,6-8 9,0 2-10,0 0 0,1 0 0,1 1 0,4-3 10,-12 13-6,-1 0 0,0 0 1,1 0-1,0 1 1,0 0-1,0 0 1,1 0-1,-1 0 1,1 1-1,-1 0 1,1 0-1,0 1 0,-1 0 1,1-1-1,4 1 6,-10 2-7,1-1 0,-1 0 0,1 0 1,-1 1-1,1-1 0,-1 0 0,1 1 0,-1-1 0,1 0 0,-1 1 0,0-1 0,1 1 0,-1-1 0,0 1 0,1-1 0,-1 1 0,0-1 0,1 1 0,-1-1 0,0 1 0,0 0 0,0-1 0,0 1 0,1-1 0,-1 1 0,0-1 0,0 1 0,0 0 0,0-1 0,0 1 7,0 25-102,0-20 72,0 3 32,-1-1 0,0 1 0,0 0 0,-1 0 0,0-1 1,-1 1-1,1-1 0,-2 1 0,1-1 0,-2 1-2,-7 13 52,-2-2 0,0 0 0,-1 0-52,-3 3 32,22-22-44,0 0-1,-1 0 0,1-1 1,0 0-1,-1 1 0,1-1 1,0-1-1,0 1 0,-1-1 1,1 1-1,1-2 13,10 1 3,-4 0-2,1 1 0,0 0-1,0 0 1,0 2 0,0-1-1,8 3 0,-17-3-8,0 0 0,0 0 0,0 1 0,-1-1 0,1 1 0,0-1 1,-1 1-1,1 0 0,-1 0 0,1 0 0,-1 0 0,0 1 0,0-1 0,0 0 0,0 1 0,0 0 0,-1-1 0,1 1 0,-1 0 0,0 0 0,0 0 0,0 0 0,0 0 0,0 0 0,0 0 1,-1 0-1,0 3 8,1-1 22,-1 0 0,1 1 1,-1-1-1,-1 0 0,1 0 1,-1 1-1,0-1 0,0 0 1,-1 0-1,1 0 0,-1 0 1,0 0-1,-1 0 1,1-1-1,-1 1 0,0-1 1,0 0-1,0 1 0,-1-1 1,1-1-1,-1 1 0,0 0 1,0-1-1,0 0 0,-1 0 1,1 0-1,-1-1 0,1 1 1,-1-1-1,0 0 0,0 0 1,-2 0-23,-15 4 51,0 0 0,0-1 0,0-1 0,-1-2 0,0 0 0,-22-1-51,49-19-1268,1 11 368,1-1 0,0 1 0,1 1 1,0-1-1,0 1 0,0 1 0,5-4 900,24-16-5304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47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11 1856,'0'0'5678,"0"0"-2327,0 0-832,0 0-550,0 0-488,0 0-505,-7-2-347,3 1-563,-1-1 0,0 1 1,1-1-1,-1 1 0,0 1 1,0-1-1,0 1 0,0 0 1,0 0-1,0 0 0,1 0 1,-1 1-1,0 0 0,0 0 1,0 1-1,1-1 1,-1 1-1,1 0 0,-1 0 1,0 1-67,-9 7 102,0 2 0,1 0 0,1 0 0,-1 1 1,2 1-1,0 0 0,1 1 0,0 0-102,5-7 66,0-1 0,1 1-1,1 0 1,-1 0 0,1 1-1,0-1 1,1 1-1,0-1 1,1 1 0,-1 0-1,2 0 1,-1 0 0,1 0-1,0 0 1,1-1 0,0 1-1,1 2-65,-1-9 13,0 1 1,0-1-1,0 0 0,0 0 0,0 0 0,1 0 0,-1 0 0,1-1 0,-1 1 0,1 0 1,0 0-1,-1-1 0,1 1 0,0-1 0,0 0 0,0 0 0,0 1 0,0-1 0,1-1 1,-1 1-1,0 0 0,0 0 0,1-1 0,-1 1 0,3-1-13,8 2 68,1-1-1,-1 0 0,1-1 1,3-1-68,5 0 109,-3 0-326,1-1 1,-1 0-1,1-2 0,-1 0 1,0-1-1,4-2 217,-15 5-1220,1 0 0,0 0 0,0 1 0,0 0 0,0 1 0,3 0 1220,0 0-6212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48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5633,'0'0'3132,"0"0"-303,0 0-263,0 0-569,0 0-774,0 0-434,2 0-101,147 0 835,-48 0-3935,-93 1-1742,-7 3-2266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49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1616,'0'0'4673,"0"0"-3392,0 0 1463,0 0-967,0 0-473,0 0-544,0 0-64,98 38-344,-54-38-160,1-2-80,13-13-112,-10 2-1776,-9-2-4897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49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0 9722,'0'0'2053,"0"0"-97,0 0-105,0 0-653,0 0-544,0 0 5,-29 10 200,-90 36-20,109-41-710,1 1 1,-1 0-1,2 1 1,-1 0-1,1 0 0,0 1 1,0 0-1,1 0 1,0 1-1,1 0 0,0 0 1,0 0-1,1 1 1,0 0-1,0 0 0,-1 6-129,3-8 85,-4 8 43,2 0 0,0 0 0,0 0 0,1 0-1,1 0 1,1 1 0,1 0 0,0 2-128,0-13 6,1-1 0,0 0-1,0 1 1,1-1 0,0 0-1,0 0 1,0 1 0,0-1-1,1 0 1,0 0 0,0 0-1,0 0 1,0-1 0,1 1-1,0-1 1,0 1 0,0-1-1,1 0 1,-1 0 0,1 0 0,0-1-1,0 1 1,0-1 0,1 0-1,-1 0 1,4 1-6,8 1 25,0 0 1,1-1-1,-1-1 1,1-1-1,0 0 1,0-1-1,0-1 1,0-1-1,-1 0 0,1-1 1,0-1-1,5-2-25,-19 4 21,1 0-1,-1-1 1,0 1-1,0-1 1,0 0-1,0 0 1,0 0-1,0 0 0,0 0 1,-1-1-1,1 1 1,-1-1-1,0 0 1,0 1-1,0-1 1,0 0-1,0-1 1,0 1-1,-1 0 1,0 0-1,1-1 1,-1 1-1,-1-1 0,1 1 1,0-1-1,-1 1 1,0-1-1,0 1 1,0-1-1,0 1 1,0-1-1,-1 1 1,1-1-1,-1 1 1,-1-2-22,1 3 16,0 0-1,0 0 0,0 0 1,0 0-1,-1 0 0,1 1 1,-1-1-1,1 0 0,-1 1 1,0-1-1,0 1 0,0-1 1,0 1-1,0 0 0,0 0 1,0 0-1,0 0 0,0 0 1,0 0-1,-1 1 0,1-1 1,0 1-1,0 0 0,-1-1 1,-1 1-15,-67-1-46,60 2 58,8-2-63,0 1 0,0 0 0,0 0 0,0 0 0,0 1 0,0-1 0,1 1 0,-1 0 0,0-1 0,0 1 0,0 0 0,1 1 0,-1-1 0,1 0 0,-1 1 0,1-1 0,-1 1 0,1 0 0,0 0 0,0 0 0,0 0 0,0 0 0,0 1 0,0-1 0,0 1 51,2-2-112,0 0 0,0 0 0,0 0 0,0-1 0,0 1 0,0 0 0,0 0 0,0 0 1,0-1-1,1 1 0,-1 0 0,0 0 0,1 0 0,-1-1 0,0 1 0,1 0 0,-1-1 1,1 1-1,-1 0 0,1-1 0,-1 1 0,1-1 0,-1 1 0,1 0 0,0-1 0,-1 0 1,1 1-1,0-1 0,-1 1 0,1-1 0,0 0 0,0 1 0,-1-1 0,1 0 0,0 0 1,0 0-1,0 0 0,-1 1 0,1-1 0,1 0 112,26 5-5717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50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 10306,'0'0'2845,"0"0"-226,0 0 35,0 0-863,0 0-761,0 0-396,-5 2-251,0 1-295,0 0-1,0 0 0,0 0 1,0 1-1,1 0 1,0 0-1,0 0 0,0 1 1,0-1-1,1 1 1,0 0-1,-1 0 1,0 5-88,-40 83 710,33-68-707,5-12 0,1 1 1,0-1-1,1 1 1,1-1-1,0 1 1,1 0-1,0 0 1,1 5-4,2-19-2,1 1 0,0 0 0,-1-1 0,1 1 0,0-1 0,-1 0 0,1 0 0,0 1 0,-1-1 0,1 0 1,0 0-1,0-1 0,-1 1 0,1 0 2,2 0 8,27-2 125,0-1-1,0-1 1,20-6-133,45-7-34,-91 16-198,0 0 1,0 0-1,0 0 0,0-1 0,-1 0 0,1 0 1,-1 0-1,1 0 0,-1-1 0,0 0 1,3-1 231,22-24-5957,-15 10-1364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1:50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10866,'0'0'3097,"0"0"-1009,0 0 57,0 0-1201,0 0-360,0 0 632,-13 178 137,7-98-321,-2 3-328,2-8-320,1-8-232,2-9-144,0-15-8,3-13-56,0-15-648,0-15-1056,0 0-2481,3 0-2017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0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54 10850,'0'0'3764,"0"0"-1232,-4-3-335,4 3-2158,0 0 0,0-1 0,0 1 0,-1 0 0,1-1 0,0 1 0,0 0 1,-1-1-1,1 1 0,0 0 0,0 0 0,-1-1 0,1 1 0,0 0 0,-1 0 0,1 0 0,-1-1 0,1 1 0,0 0 1,-1 0-1,1 0 0,0 0 0,-1 0 0,1 0 0,-1 0 0,1 0 0,0 0 0,-1 0 0,1 0 0,-1 0 1,1 0-1,0 0 0,-1 0 0,1 0 0,0 0 0,-1 0 0,1 1 0,0-1 0,-1 0 0,1 0 0,0 1 1,-1-1-1,1 0 0,0 0 0,-1 1-39,0 22 625,1-9-647,19 442 2149,-10-334-1925,-9-121-56,0-1 339,-2-4 129,-10-21-475,0 5-38,2-1-1,0 0 1,2-1-1,0 0 0,1 0 1,1-1-1,2 1 1,-2-19-101,4 27-6,1-1 0,0 1 1,2-1-1,-1 0 1,2 1-1,0-1 1,1 1-1,0 0 1,1 0-1,1 0 0,0 0 1,7-12 5,10-11-41,3 0 0,16-18 41,-34 46-28,0 0 0,1 1 0,0 0 0,1 0 0,-1 1 0,1 0 0,1 0 0,0 1 0,-1 1 0,2-1 0,-1 2 1,5-3 27,-14 7-8,0-1 1,0 1-1,1-1 1,-1 1-1,0 0 1,0-1 0,0 1-1,0 0 1,1 0-1,-1 0 1,0 0-1,0 0 1,0 0 0,1 0-1,-1 0 1,0 1-1,0-1 1,0 0-1,0 1 1,0-1 0,1 0-1,-1 1 1,0 0-1,0-1 1,0 1-1,0 0 1,0-1 0,-1 1-1,1 0 1,0 0-1,0 0 1,0 0 0,-1 0-1,1 0 1,0 0-1,-1 0 1,1 0-1,-1 0 1,1 0 7,0 5-6,0 0 0,0 0-1,-1 0 1,0 0 0,0 0 0,0 0-1,-1 3 7,0 12 8,0-12 0,0 0 1,-1 0-1,1-1 0,-2 1 1,1 0-1,-1-1 0,0 0 1,-1 0-1,0 0 0,0 0 1,-1 0-1,-3 3-8,-5 7 15,-1-1 1,-1 0-1,-1 0 0,-7 5-15,55-23-288,-5-3 210,-10 1 42,0 1 0,1 0-1,-1 1 1,0 1 0,1 1-1,4 1 37,-18-1-3,0-1-1,-1 1 1,1 0 0,-1 0-1,1 1 1,-1-1-1,0 1 1,1-1-1,-1 1 1,0 0-1,0 0 1,0 1-1,0-1 1,-1 0-1,1 1 1,-1 0 0,1 0-1,-1 0 1,0 0-1,0 0 1,0 0-1,-1 0 1,1 1-1,-1-1 1,1 1-1,-1-1 1,0 1-1,-1-1 1,1 1 0,-1-1-1,1 1 1,-1 1 3,1 2 5,-1 1-1,0 0 1,0-1 0,-1 1 0,0 0 0,0-1 0,-1 1 0,0-1 0,0 0 0,0 1 0,-1-1 0,0 0 0,-1 0 0,0-1-1,-3 5-4,1-3 28,0-1 0,-1 0-1,0 0 1,0-1-1,-1 0 1,0 0-1,0-1 1,0 0-1,0 0 1,-1-1-1,0 0 1,-5 1-28,7-2 17,-1-1 0,0 0 0,0 0 0,0 0 0,0-1 0,0 0 0,0-1 0,0 0 0,0 0 0,0-1 0,0 0 1,-6-1-18,9 0 7,0 1 1,1-1 0,-1 0 0,1 0 0,-1 0 0,1 0-1,0-1 1,0 0 0,0 0 0,1 0 0,-1 0 0,1-1-1,-1 1 1,1-1 0,0 0 0,0 0 0,1 0 0,-1 0-1,1-1 1,0 1 0,-1-5-8,3 8-189,1 1 1,-1 0-1,1-1 0,-1 1 0,1-1 1,0 1-1,-1 0 0,1 0 0,-1-1 0,1 1 1,0 0-1,0 0 0,-1 0 0,1 0 1,0 0-1,-1 0 0,1 0 0,0 0 0,-1 0 1,1 0-1,0 0 0,-1 0 0,1 0 1,0 1-1,-1-1 0,1 0 0,0 0 1,0 1 188,28 5-3537,-28-6 2738,27 5-5574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0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59 412 8666,'0'0'1204,"0"0"134,0 0 674,0 0-477,0 0-372,0 0 16,0 15 2909,-1-26-3760,-1 1 1,0 0-1,0-1 1,-1 1-1,0 1 1,-1-1-1,0 0 1,-2-2-329,0 0 96,1-1 1,0 0 0,0-1 0,2 1 0,-1-2-97,3 5 9,0-1 1,0 1-1,1-1 0,0 0 0,1 1 1,0-1-1,1 1 0,0 0 0,0-1 0,2 1 1,-1 0-1,1 0 0,0 1 0,1-2-9,0 4-3,-1 0 0,1 1 0,0-1 0,1 1 0,-1 0 0,1 0 0,0 1 0,1 0 0,-1 0 0,1 0 0,0 1 0,0 0 0,1 0 0,-1 1 0,1 0 0,0 0 0,-1 1 0,7-1 3,-7 1 0,0 0 0,1 1-1,-1 0 1,0 0 0,1 1 0,-1 0 0,1 0 0,-1 1 0,1 0 0,-1 0-1,0 1 1,1 0 0,-1 0 0,0 1 0,0 0 0,-1 0 0,1 0 0,0 1-1,-1 0 1,0 0 0,0 1 0,0 0 0,-1 0 0,0 0 0,0 1-1,0-1 1,0 1 0,-1 1 0,0-1 0,0 0 0,-1 1 0,0 0 0,0 0-1,0 0 1,-1 0 0,0 0 0,-1 0 0,1 1 0,-1-1 0,-1 1 0,1 2 0,0 157 157,-1-92-298,-1-73 0,1-1 0,0 1 1,1 0-1,-1 0 1,0 0-1,0 0 1,1 0-1,0 0 1,-1 0-1,1-1 1,0 1-1,0 0 1,-1 0-1,1-1 1,1 1-1,-1-1 1,0 1-1,0-1 0,1 1 1,-1-1-1,0 0 1,1 1-1,0-1 1,-1 0-1,1 0 1,-1 0-1,1-1 1,0 1-1,0 0 1,0 0-1,0-1 1,1 1 140,19 3-5003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1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 11931,'0'0'1819,"0"0"-302,0 0 200,0 0-823,0 0-231,0 0 231,-15 26 91,-46 90-68,54-103-751,2 0 0,0 1 1,1-1-1,0 1 1,1 0-1,0 0 1,1 0-1,1 1 1,0-1-1,1 0 1,1 11-167,0 10 156,0-29-145,0 0 0,0 0 1,0 0-1,1 0 1,0 0-1,0 0 1,0-1-1,1 1 0,0-1 1,0 1-1,0-1 1,1 0-1,0 0 1,0 0-1,0-1 0,0 0 1,1 0-1,0 0 1,0 0-1,0 0 0,0-1 1,0 0-1,1 0 1,3 1-12,6 3-368,-1-1 0,1-1 0,0 0 0,0-1 0,0 0 1,1-2-1,-1 1 0,1-2 0,2 0 368,28-1-4186,-4 0-2609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1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13 10322,'0'0'1574,"0"0"-146,-3 21 767,-21 116 482,-21 129 1020,48-383-3086,-3 73-289,1-1-1,2 1 1,3-11-322,-2 37 1,-3 7 8,1 0 0,0 0 0,1 0 0,0 0 0,1 1-1,0 0 1,0-1 0,6-6-9,-9 16 9,0 0 0,0 0-1,0 0 1,1 0 0,-1 0 0,0 1-1,1-1 1,-1 0 0,0 1 0,1-1-1,-1 1 1,1 0 0,-1-1 0,1 1 0,-1 0-1,1 0 1,-1 0 0,1 0 0,0 0-1,-1 0 1,1 0 0,-1 1 0,1-1 0,-1 0-1,0 1 1,1 0 0,-1-1 0,1 1-1,0 0-8,38 24-13,-28-12 22,0-1 0,-1 2-1,-1-1 1,0 1 0,0 1-1,-2 0 1,0 0 0,1 3-9,9 28 36,-2 1 0,0 8-36,3 6-3,-7-42-65,-5-9-5502,-7-10 786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1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14059,'0'0'2801,"0"0"-745,0 0-344,0 0-895,0 0-633,0 0 80,0 0 120,106-25-256,-51 13-40,1-3-88,22-8-936,-14 3-3089,-14-2-5745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2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48 864,'0'0'10944,"0"0"-7205,0 0-2602,0 0-148,0 0 138,-1 27-57,-2 90-128,3-107-836,0 1-1,0 0 1,1 0-1,1-1 1,0 1-1,0 0 1,1-1-1,0 0 1,1 0-1,0 0 1,1 0-1,2 3-105,-4-9 30,0 0 0,1 0 1,-1 0-1,1 0 0,0-1 0,0 1 0,0-1 0,1 0 1,-1 0-1,1-1 0,-1 1 0,1-1 0,0 0 0,0 0 1,0-1-1,0 1 0,1-1 0,-1 0 0,0-1 0,0 1 1,5-1-31,-1 0 33,-1 1 0,1-2 0,0 1 0,-1-1 1,1 0-1,-1-1 0,1 0 0,-1 0 0,0-1 1,0 0-1,0-1 0,0 0 0,0 0 1,-1 0-1,0-1 0,0 0 0,0-1 0,0 1 1,-1-1-1,0 0 0,0-1 0,-1 0 0,0 0 1,0 0-1,-1 0 0,1-1 0,-2 0 1,1 1-1,-1-1 0,0-1 0,-1 1 0,1-4-33,1-7 260,-1-1 0,-1 1 0,-1-1 0,0 0 0,-2-1-260,1 15 1,0 0 1,-1 0-1,1 0 0,-1 0 1,-1 0-1,1 0 0,-1 1 1,0-1-1,0 1 1,-1-1-1,1 1 0,-1 0 1,-1 0-1,1 0 1,-1 0-1,1 0 0,-1 1 1,-4-3-2,6 6-3135,7 7 1163,8 8-951,4-1-1295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2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 11522,'0'0'1777,"0"0"122,0 0 209,0 0-669,0 0-691,0 0-375,-28 7 76,28-7-449,-37 11 359,0 1-1,-6 5-358,37-14 81,0 0-1,0 1 1,0 0-1,1 0 0,-1 0 1,1 1-1,0-1 1,1 1-1,-1 0 0,1 1 1,0-1-1,0 1 1,0 0-1,1 0 0,0 0 1,0 2-81,-6 8 232,2-3-123,0 1 0,1 0 0,0 0 0,1 0 0,1 0 0,0 1 0,1 0 0,1 0 0,0 0 0,1 0 0,1 0 0,0 0 0,1 0 0,2 9-109,-2-21 4,0 0-1,0 0 1,1 0 0,0 0-1,-1 0 1,1 0-1,0-1 1,1 1 0,-1-1-1,0 1 1,1-1-1,-1 0 1,1 0 0,0 0-1,0 0 1,0 0 0,0-1-1,0 1 1,0-1-1,0 0 1,0 0 0,0 0-1,1 0 1,-1-1-1,0 1 1,1-1-4,16 3-59,1-1 0,0-1 0,20-2 59,-17 0-320,-9 1-361,0-1 0,0 0 0,0-1-1,1-2 682,32-10-5363,-11-1-2725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2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10474,'0'0'2182,"0"0"-784,0 0 303,0 0-240,0 0-365,19 28 9,60 95 30,-73-113-939,0 1-1,-1 0 0,0 1 1,-1-1-1,0 1 0,-1 0 1,0 0-1,-1 0 0,-1 0 0,0 0 1,0 1-1,-1-1 0,0 0 1,-1 1-196,0 21 321,1-18-243,-1 49 176,1-63-265,0 0 0,0-1 0,0 1 0,-1-1 0,1 1 0,0-1 0,-1 1 0,1-1 0,-1 1 0,0-1 0,1 1 1,-1-1-1,0 0 0,0 1 0,0-1 0,0 0 0,0 0 0,0 0 0,0 1 0,0-1 0,0 0 0,-1-1 0,1 1 0,0 0 0,-1 0 0,1 0 0,-1-1 0,1 1 0,-1-1 0,1 1 0,-1-1 0,1 0 0,-1 1 11,1-1-521,4-4-635,39-38-5094,-14 18 561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9858,'0'0'2467,"0"0"-364,0 0-2,0 0-790,0 0-675,0 0-185,-22 13 70,-71 46 13,89-56-467,0 1 1,1-1 0,-1 1-1,1-1 1,0 1-1,0 0 1,0 0 0,1 0-1,-1 1 1,1-1 0,0 1-1,0-1 1,1 1 0,-1 0-1,1 0 1,0 0 0,0 0-1,1-1 1,-1 1-1,1 0 1,1 3-68,-2 6 159,1-11-140,-2 6 56,2 1-1,-1-1 1,1 1-1,1 0 1,0-1-1,1 8-74,-1-14 7,0 0 0,0-1 0,0 1-1,1-1 1,-1 1 0,0-1 0,1 0 0,0 0 0,-1 1-1,1-1 1,0 0 0,0 0 0,0-1 0,1 1 0,-1 0 0,0-1-1,1 1 1,-1-1 0,1 0 0,-1 0 0,1 0 0,-1 0 0,1 0-1,2 0-6,98 21-507,-34-14-6551,-44-7-783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3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11859,'0'0'2736,"0"0"-1040,0 0 513,0 0-953,0 0-328,0 0-399,142 0-257,-92 0-200,-5 0-72,-9 0-104,-5 0-1089,-12 0-2784,-8 0-3600</inkml:trace>
  <inkml:trace contextRef="#ctx0" brushRef="#br0" timeOffset="1">11 229 9674,'0'0'2809,"0"0"-1025,0 0 489,0 0-601,0 0-192,0 0-552,0 0-568,168 2-279,-82-25-81,-14 3-1321,-11 3-3440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3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13179,'0'0'3957,"0"0"-2476,0 0-583,0 0-371,0 0-41,0 0 45,-11 24-64,-5 10-297,-3 3 232,2 0 1,-10 36-403,25-70 41,1 0 1,0 0 0,0 1-1,1-1 1,-1 1-1,1-1 1,-1 0 0,1 1-1,0-1 1,0 1-1,1-1 1,-1 1-1,1-1 1,0 0 0,0 1-1,0-1 1,0 1-42,1-1 27,0-1 1,0 0-1,0 0 0,0 0 1,0 0-1,0-1 1,1 1-1,-1-1 0,0 1 1,1-1-1,-1 0 1,1 0-1,0 0 0,-1 0 1,1 0-1,0 0 1,0-1-1,-1 0 0,1 1 1,1-1-28,30 3-104,0 0 0,0-3-1,0-1 1,21-3 104,7-8-2825,-5-7-3467,-39 9 552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4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12363,'0'0'4437,"0"0"-1893,0 0-722,0 0-810,0 0-577,0 0-202,-2 16 173,-7 107 351,5 1 0,5 4-757,-1-30-2500,2-90-1645,5-5-2390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4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47 11426,'0'0'1969,"0"0"282,0 0-291,0 0-1007,0 0-521,24-8 49,80-24-105,-99 30-337,0 1 0,1 0-1,-1 0 1,0 0 0,1 0-1,-1 1 1,1 0 0,-1 0-1,1 1 1,-1-1 0,0 1-1,1 0 1,-1 1 0,0-1-1,3 2-38,-5-1 11,0-1-1,-1 1 0,1 0 1,0 0-1,-1 1 0,1-1 1,-1 0-1,1 1 0,-1 0 1,0-1-1,0 1 0,-1 0 1,1 0-1,0 0 0,-1 0 1,0 0-1,0 1 0,1 0-10,-1 4 12,1-1 0,-1 1-1,-1 0 1,1 0-1,-1 0 1,-1 0-1,1-1 1,-1 1-1,-1 0 1,0 0-1,0-1 1,0 1-1,-1-1 1,0 0 0,0 0-1,-5 7-11,-11 13 32,-2-1 0,-1-1-1,0-1 1,-25 19-32,13-12 63,2 1 0,-7 12-63,37-43 4,1 1 0,-1 0-1,1-1 1,0 1-1,0 0 1,-1 0 0,1 0-1,0 0 1,1 0-1,-1 0 1,0 0 0,0 0-1,1 0 1,0 0-1,-1 0 1,1 0 0,0 1-1,0-1 1,0 0-1,0 2-3,1-3 14,0 1-1,-1-1 1,1 1-1,0-1 1,0 1-1,0-1 1,1 1-1,-1-1 1,0 0-1,0 0 1,1 0-1,-1 0 1,0 0 0,1 0-1,-1 0 1,1 0-1,0 0 1,-1-1-1,1 1 1,0-1-14,12 4 134,0-1 0,0 0 0,0-1 1,0-1-1,10 0-134,-13-1 75,62 2 271,-44-3-373,0 2 0,0 1 0,10 3 27,-37-5-100,1 1 0,-1-1 0,0 1 0,0 0 0,0 0 0,1 0 0,-1 0 0,0 0 0,0 0 0,0 1 0,0-1 0,-1 1 0,1-1 0,1 2 100,7 19-4724,-9-7-340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8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48 1568,'0'0'3108,"0"0"-565,0 0-536,0 0-331,0 0-379,0 0-267,0-5 561,0 8-676,-3 187 1751,6 218 291,-2-400-2934,-1 4 12,1 0 0,0 0 0,1 0 0,0 0 0,1 0 0,0 0 0,3 5-35,-6-16 112,0-1 133,0-16 741,-3 2-935,1 1 1,-2 1-1,1-1 1,-2 0-1,-4-9-51,-14-46 2,18 48-4,1-1 0,1 0 0,0-1 0,2 1 0,1 0 0,0 0 0,2 0 0,0-1 0,1 1 0,2 1 0,0-1 1,1 1-1,1-1 0,0 2 0,2-1 0,0 1 0,2 1 0,11-18 2,-5 13-17,1 1 1,1 0-1,1 2 1,0 0-1,2 1 1,0 1-1,13-7 17,-34 24-2,-1 1 0,1-1 0,0 0 0,-1 1 0,1-1-1,0 1 1,-1-1 0,1 1 0,0-1 0,0 1 0,0-1 0,0 1 0,-1 0 0,1-1 0,0 1 0,0 0 0,0 0-1,0 0 1,0 0 0,0 0 0,-1 0 0,1 0 0,0 0 0,0 0 0,0 0 0,0 0 0,0 1 0,0-1 0,0 0 0,-1 0-1,1 1 1,0-1 0,0 1 0,0-1 0,-1 1 0,1-1 0,0 1 0,-1 0 0,1-1 0,0 1 0,-1 0 0,1-1-1,-1 1 1,1 0 0,-1 0 0,1-1 0,-1 1 0,0 0 0,1 0 0,-1 0 0,0 0 0,0 0 0,0 0 2,2 8-31,-1 0 0,-1 0 0,0 0 0,0 0 0,-1 5 31,0 4-20,0-3 24,0-1 0,-1 0 0,-1 0 1,0 0-1,-1 0 0,0 0 0,-1-1 1,-1 0-1,0 0 0,-4 6-4,-6 8 11,-2-1 0,0-1-1,-1-1 1,-9 7-11,28-30 1,0-1 0,0 0 0,0 0 0,0 1 1,0-1-1,-1 0 0,1 1 0,0-1 0,0 0 0,-1 0 1,1 1-1,0-1 0,0 0 0,-1 0 0,1 0 0,0 1 0,-1-1 1,1 0-1,0 0 0,-1 0 0,1 0 0,0 0 0,-1 0 0,1 0 1,0 0-1,-1 0 0,1 0 0,0 0 0,-1 0 0,1 0 1,0 0-1,-1 0 0,1 0 0,0 0 0,-1 0 0,1 0 0,-1 0-1,-2-14 86,8-22-45,-4 32-68,1 0-1,0 1 0,1 0 1,-1-1-1,1 1 1,-1 0-1,1 0 0,0 0 1,0 0-1,0 1 1,0-1-1,1 1 0,-1 0 1,1 0-1,0 0 1,-1 0-1,1 1 0,0-1 1,0 1-1,0 0 1,0 0-1,0 1 0,4-1 28,-3 0-9,0 1 0,0-1 0,0 1-1,0 0 1,0 1 0,0-1 0,0 1-1,0 0 1,0 1 0,0-1 0,0 1-1,0 0 1,-1 0 0,1 0 0,-1 0-1,1 1 1,-1 0 0,4 3 9,-1 1 7,0 1-1,0 0 1,-1 0 0,1 0 0,-2 1 0,1 0-1,-2 0 1,1 1 0,-1-1 0,0 1-1,-1 0 1,0 0 0,-1 0 0,0 1 0,0-1-1,-1 0 1,-1 1 0,0-1 0,0 1 0,-1-1-1,0 1-6,-1-7 54,0 1 0,0 0 0,-1 0 0,1-1 0,-1 0 0,0 1 0,-1-1 0,1 0 0,-1 0-1,1-1 1,-1 1 0,0-1 0,0 0 0,-1 0 0,-1 1-54,-79 41 652,54-30-400,16-7-162,-59 27 219,69-33-312,-1 0 0,0 0 0,1-1 0,-1 0 0,0 0 0,0 0 0,0-1 0,0 0 0,0 0 0,0-1 0,0 1 0,-2-2 3,8 3-45,-1-1 1,1 0 0,-1 0 0,0-1 0,1 1-1,-1 0 1,1 0 0,-1 0 0,1 0 0,-1 0-1,1 0 1,-1-1 0,1 1 0,0 0 0,-1 0 0,1-1-1,-1 1 1,1 0 0,-1-1 0,1 1 0,0-1-1,-1 1 1,1 0 0,0-1 0,-1 1 0,1-1-1,0 1 1,0-1 0,0 1 0,-1-1 0,1 1-1,0-1 1,0 1 0,0-1 0,0 1 0,0-1-1,0 1 1,0-1 0,0 1 0,0-1 0,0 1 0,0-1-1,0 1 1,0-1 0,0 1 0,1-1 44,18-17-3865,10 6-2433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2:59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62 493 8530,'0'0'2600,"0"0"-346,0 0 317,0 0-387,0 0-713,0 0-473,-3-7-387,-7-15-328,0 0-1,2 0 1,0-1 0,2-1-1,1 1 1,0-1-1,2 0 1,1 0-1,0-2-282,2 14 2,1 1 0,0-1-1,0 0 1,1 1-1,1-1 1,0 1-1,0 0 1,1 0-1,0 0 1,1 1 0,0-1-1,1 1 1,0 0-1,1 1 1,0-1-1,1 2 1,-1-1-1,6-4-1,-8 8-8,1 0-1,-1 1 0,1-1 0,0 1 1,0 0-1,1 1 0,-1-1 0,1 1 1,-1 0-1,1 1 0,4-1 9,-8 2-3,0 0 0,-1 1 0,1 0 0,0-1 0,-1 1 0,1 0 0,0 0 0,-1 1 0,1-1 0,0 1 0,-1-1 0,1 1-1,-1 0 1,1 0 0,-1 0 0,1 0 0,-1 0 0,1 0 0,-1 1 0,0 0 0,0-1 0,0 1 0,0 0 0,0 0 0,0 0 0,0 0 0,-1 0 0,1 0 0,-1 0 0,1 1 0,-1 0 3,9 17 14,-1 0 0,-1 1 0,-1 0 0,-1 1 0,-1-1 0,2 20-14,0 28 136,-1 38-136,-1-9 30,-4-93-323,0-1-1,0 1 0,0-1 1,1 1-1,-1-1 0,1 0 1,0 1-1,0-1 0,1 0 1,0 1 293,7 12-2319,-6-6-3105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3:00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95 8970,'0'0'2660,"0"0"-362,0 0-40,0 0-919,0 0-819,-3 21-121,-25 175 2474,4 55-2873,23-221 140,0-27-12,1-5 15,2-40 236,-2 24-459,4-61 124,3 0 0,4 1 0,12-37-44,-20 99 6,1 1 0,0-1 0,1 1 0,1 0 0,1 1-1,0-1 1,1 1 0,0 1 0,1 0 0,0 0-1,4-2-5,-13 14 8,1 0-1,0 1 0,-1-1 1,1 0-1,0 1 0,0-1 0,-1 1 1,1-1-1,0 1 0,0-1 1,0 1-1,0 0 0,0-1 0,0 1 1,0 0-1,0 0 0,-1 0 1,1 0-1,0 0 0,0 0 0,0 0 1,0 0-1,0 0 0,0 0 1,0 0-1,0 0 0,0 1 1,0-1-1,0 0 0,0 1 0,-1-1 1,1 1-1,0-1 0,0 1 1,0-1-1,-1 1 0,1 0 0,0-1 1,-1 1-1,1 0 0,0 0 1,-1-1-1,1 1-7,19 40-16,-17-35 44,33 96 30,-24-62-16,3 0 0,0-1 1,3-1-1,1-1 0,21 31-42,-25-49-1415,-10-14 164,-1 0 1,0 0 0,0 1-1,-1 0 1,1-1-1,1 6 1251,-4-10-5426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3:00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8850,'0'0'3249,"0"0"-1001,0 0 1,0 0-801,0 0-768,158-53-472,-108 41-80,-2-3-128,16-8-688,-14 5-1801,-8-2-4672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3:01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26 7122,'0'0'2215,"0"0"493,0 0-157,0 0-557,0 0-456,0 0-421,-3-6-418,3 5-679,-1 0 0,1 0 0,0 0 1,-1 0-1,1 0 0,-1 0 0,0 0 0,1 0 0,-1 0 0,1 0 0,-1 0 0,0 1 0,0-1 0,0 0 0,1 0 0,-1 1 0,0-1 0,0 1 1,0-1-1,0 1 0,0-1 0,0 1 0,0-1 0,0 1 0,0 0 0,0 0 0,0-1 0,-1 1-20,-1 1 42,0 0 1,0 1-1,1-1 0,-1 0 1,0 1-1,0-1 0,1 1 1,-1 0-1,1 0 0,-1 0 1,1 0-1,-2 3-42,-5 3 49,1 0 0,0 1 1,1 0-1,-1 0 0,2 1 0,-1 0 1,2 0-1,-1 1 0,1-1 1,1 1-1,0 0 0,0 0 0,1 1 1,1-1-1,0 1 0,0-1 0,1 1 1,1 0-1,0 9-49,0-19 6,1-1-1,-1 0 1,1 1-1,0-1 1,-1 0 0,1 0-1,0 1 1,0-1-1,0 0 1,0 0 0,0 0-1,0 0 1,0 0-1,0 0 1,0-1 0,1 1-1,-1 0 1,0 0-1,0-1 1,1 1 0,-1-1-1,0 1 1,1-1-1,-1 0 1,1 1 0,-1-1-1,0 0 1,1 0-1,-1 0 1,1 0-6,55 1-5,-42-2-78,32 1-1010,15 0-2650,-19 1-2619,-12 1-4078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3:01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62 649 8162,'0'0'2466,"0"0"-535,0 0-392,0 0-187,0 0-24,0 0-117,-4-10-259,2 3-863,-11-28 1151,2 0 1,-6-36-1241,10 22 267,2 0 0,2-1 0,4-34-267,-1 69 19,1 0 0,1 0-1,1 0 1,0 0 0,0 0 0,2 1 0,0-1 0,1 1-1,0 0 1,1 1 0,0-1 0,1 1 0,1 1-1,1-2-18,-6 10 14,1 0-1,0-1 0,0 2 1,0-1-1,0 1 0,0-1 1,1 1-1,0 1 0,-1-1 0,1 1 1,0 0-1,0 0 0,0 1 1,1 0-1,-1 0 0,0 0-13,-2 1-4,0 0 0,-1 0-1,1 0 1,0 0 0,-1 0-1,1 1 1,-1-1 0,1 1-1,-1 0 1,1 1 0,-1-1-1,1 0 1,-1 1 0,0 0-1,0 0 1,0 0 0,0 0-1,0 0 1,0 0 0,-1 1-1,1-1 1,-1 1 0,0 0-1,1 0 1,-1 0 0,-1 0 0,2 3 4,14 38 12,-2 0 1,-2 2-1,-3-1 1,-1 2-1,0 15-12,11 54 32,-16-92 16,-2-13-194,0 0 0,0 0 0,1 0 0,1 0 1,0-1-1,3 6 146,-5-13-309,0 0 1,0 0-1,0 0 1,0-1-1,1 1 1,-1 0 0,1-1-1,0 0 1,-1 0-1,1 0 1,0 0-1,1 0 1,-1 0-1,0-1 1,0 0-1,1 0 1,-1 0-1,0 0 1,1 0-1,-1 0 1,1-1 0,2 0 308,22 1-4679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3:02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85 7402,'0'0'2428,"0"0"-457,0 0-296,0 0-397,0 0-153,0 0 50,-12-12-245,-39-36-117,48 45-754,0 1-1,-1-1 1,0 1 0,1 0-1,-1 0 1,0 0-1,0 0 1,0 1-1,0-1 1,0 1 0,-1 0-1,1 1 1,0-1-1,0 1 1,-1 0-1,1 0 1,0 0 0,-1 0-1,1 1 1,0-1-1,0 1 1,0 1-1,-1-1 1,1 0-1,0 1 1,1 0 0,-1 0-1,0 0 1,0 0-1,1 1 1,-1-1-1,1 1 1,0 0 0,0 0-1,-1 2-58,-3 4 12,0 0 1,0 1-1,2-1 0,-1 1 0,1 1 0,0-1 1,1 1-1,1 0 0,0 0 0,0 0 0,0 1-12,0 15 33,0-1-1,2 1 0,1 0 0,1 5-32,-1-28 27,1 1-1,0-1 1,0 0 0,0 0-1,0 0 1,0 0 0,1 0 0,0 0-1,0 0 1,0 0 0,0-1 0,0 1-1,1-1 1,0 1 0,0-1-1,-1 0 1,2 0 0,-1 0 0,0-1-1,1 1 1,-1-1 0,1 0-1,0 0 1,0 0 0,0 0 0,0 0-1,0-1 1,0 0 0,0 0 0,2 0-28,18 4 150,-1-2 0,1 0-1,0-2 1,-1 0-1,4-2-148,-6 1-80,-14-1-69,-1 1 0,1-1 0,-1 0 0,1 0 0,-1-1 0,1 0 0,-1 0 0,0-1 0,5-2 149,29-22-5184,-29 17 946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3:02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19 4121,'0'0'5461,"0"0"-2471,0 0-661,0 0-453,0 0-765,0 0-586,-10-5-285,6 3-228,2 1-9,1-1-1,-1 1 0,0 0 1,0 0-1,0 0 1,0 0-1,0 0 1,0 1-1,0-1 0,-1 0 1,1 1-1,0 0 1,0-1-1,0 1 0,-1 0 1,1 0-1,0 0 1,0 1-1,0-1 1,-1 0-1,1 1 0,0-1 1,0 1-1,0 0 1,0 0-1,0 0 0,0 0 1,0 0-1,0 0 1,0 1-1,1-1 1,-1 0-1,0 1 0,1 0 1,-1-1-1,1 1 1,0 0-1,-1 0 0,1-1 1,0 1-1,0 0 1,0 1-3,-4 8 10,0-1 0,1 1 0,0 0 0,1 0 0,0 1 0,1-1 0,0 0 1,1 1-1,0 0 0,1-1 0,0 1 0,2 9-10,-1-18 2,0 0 0,0 0 0,0 0 0,0 0 0,0 0 0,1 0 0,-1-1-1,1 1 1,0-1 0,0 1 0,0-1 0,0 0 0,0 0 0,1 0 0,-1 0 0,0 0 0,1 0 0,0 0 0,-1-1 0,1 0-1,0 1 1,0-1 0,0 0 0,0 0 0,0-1 0,0 1 0,0 0 0,0-1 0,1 0-2,16 3-876,1 0 0,-1-2 1,19 0 875,-34-1-394,53 0-5574,-38 0 1214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3:03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10298,'0'0'3129,"0"0"-1753,0 0 64,0 0-191,0 0-385,0 0-152,0 0-392,130 0-168,-91 0-80,-5 0-72,-4-3-120,-5 3-1544,-11 0-1153,-5 0-3664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3:03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11602,'0'0'1593,"0"0"-393,0 0 961,0 0-953,0 0-776,148-5-304,-104-3-128,9 1-48,-11 2-1064,-11 0-1777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3:03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11386,'0'0'3555,"0"0"-1124,0 0-352,0 0-742,0 0-722,0 0-457,0 0-156,0 0 0,1-1 0,-1 1 0,0 0 0,0 0 0,1 0 0,-1 0 0,0 0 0,0 0 0,0 0 0,1 0 0,-1 0 0,0 0 0,0 0 0,1 0 0,-1 1 0,0-1 0,0 0 0,0 0 0,1 0 0,-1 0 0,0 0 0,0 0 0,0 0 0,1 1 0,-1-1 0,0 0 0,0 0 0,0 0 0,0 0 0,0 1 0,1-1 0,-1 0 0,0 0 0,0 0 1,0 1-1,0-1 0,0 0 0,0 0 0,0 0 0,0 1 0,0-1 0,0 0 0,0 0 0,0 1 0,0-1 0,0 0 0,0 0 0,0 1 0,0-1 0,0 0 0,0 0-2,1 10 46,0-1 0,0 1 0,-1-1-1,0 1 1,-1-1 0,0 0 0,-1 1 0,1-1 0,-2 0 0,-2 7-46,1-2 56,1 0 0,0 1 0,1-1 0,0 10-56,3-23 6,0 0 0,-1-1-1,1 1 1,0 0 0,0-1 0,0 1 0,0 0 0,-1-1 0,1 1 0,0-1-1,0 1 1,0-1 0,0 0 0,0 1 0,0-1 0,0 0 0,0 0 0,0 0 0,0 0-1,0 0 1,1 0 0,-1 0 0,0 0 0,0 0-6,41-1 266,-32 1-176,10-1 51,-1-1-1,1-1 0,-1-1 0,16-6-140,-15 5-860,0 0 0,0 1 0,1 1 0,18 0 860,-31-3-5488,-5-3-237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3:04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4441,'0'0'6532,"0"0"-3497,0 0-1062,0 0-666,0 0-773,0 0 39,0 15 303,2 445 2370,-2-459-3441,0 0 1,0 0-1,0 0 1,1 0-1,-1 0 1,0 0-1,0-1 1,0 1-1,1 0 1,-1 0-1,0 0 1,1 0-1,-1-1 1,1 1-1,-1 0 1,1 0-1,-1-1 1,1 1-1,0 0 1,-1-1-1,1 1 1,0-1-1,-1 1 1,1-1 0,0 1-1,0-1 1,-1 1-1,1-1 1,0 0-1,0 1 1,0-1-1,0 0 1,0 0-1,-1 0 1,1 0-1,0 0 1,0 0-1,0 0 1,0 0-1,0 0 1,0 0-1,0 0 1,-1 0-1,1-1 1,1 1 194,0 0-618,20 0-9832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3:04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57 11562,'0'0'1438,"0"0"-71,0 0 251,0 0-397,0 0-319,0 0 146,14-9-160,42-24-338,-53 31-543,0 0 0,0 1 0,1-1 0,-1 1 0,0-1 0,1 1 0,-1 0 0,1 0 0,-1 1 0,1-1 0,-1 1 0,1 0 0,-1 0 0,1 0 0,-1 0 0,1 0 0,-1 1 1,1 0-1,-1 0 0,1 0 0,0 0-7,-1 1 3,0 0 1,0 0 0,-1 1-1,0-1 1,1 0-1,-1 1 1,0-1 0,0 1-1,0 0 1,0 0 0,-1 0-1,1 0 1,-1 0 0,0 0-1,0 0 1,0 0-1,0 0 1,0 2-4,1 4 1,-1 1 0,0-1 0,0 1 0,-1 0 0,0 0 0,0-1 0,-1 1 0,-1-1 0,0 1 0,0-1 0,-1 1 0,0-1 0,-1 2-1,-17 19 73,-1-1 0,-1-2-1,-1 0 1,-2-1-1,-26 20-72,52-46 17,0 1 0,0-1 0,0 0 0,-1 1 0,1-1-1,0 1 1,0-1 0,0 0 0,-1 1 0,1-1 0,0 0 0,-1 0-1,1 1 1,0-1 0,-1 0 0,1 0 0,0 1 0,-1-1 0,1 0-1,0 0 1,-1 0 0,1 0 0,0 1 0,-1-1 0,1 0 0,-1 0-1,1 0 1,0 0 0,-1 0 0,1 0 0,-1 0 0,1 0 0,-1 0 0,1 0-1,0 0 1,-1-1 0,1 1 0,-1 0 0,1 0 0,0 0 0,-1 0-1,1-1 1,0 1 0,-1 0 0,1 0 0,0-1 0,-1 1 0,1 0-1,0 0 1,0-1 0,-1 1 0,1 0 0,0-1 0,0 1 0,0-1 0,-1 1-17,1-1 8,0 0 0,0 1 1,0-1-1,0 0 1,0 1-1,1-1 1,-1 0-1,0 1 1,0-1-1,0 0 1,1 1-1,-1-1 0,0 0 1,1 1-1,-1-1 1,1 1-1,-1-1 1,1 0-1,-1 1 1,1-1-1,-1 1 1,1 0-1,-1-1 0,1 1 1,-1-1-1,1 1 1,0 0-1,-1-1 1,1 1-1,0 0 1,-1 0-1,1 0-8,25-4 16,0 1 0,0 2 0,0 1-1,0 0 1,6 3-16,5-1-15,21 7-51,-52-7 53,0 0-1,-1-1 1,1 0-1,0 0 1,1 0-1,-1-1 1,0 1 0,0-1-1,0-1 1,0 1-1,0-1 1,0 0-1,0-1 1,0 1 0,0-1-1,0-1 1,-1 1-1,1-1 1,-1 1-1,2-3 14,-1 1-246,13-10 124,-13 5-2852,-6 8 20,0 1-1907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5:23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8978,'0'0'2741,"0"0"-824,0 0-471,0 0-555,0 0-244,26-15-53,82-47-91,-105 59-435,1 1 0,0-1-1,0 1 1,0 0 0,0 1-1,0-1 1,0 1 0,1-1 0,-1 1-1,1 0 1,-1 1 0,0-1 0,1 1-1,-1 0 1,1 0 0,-1 0-1,3 1-67,12 1 385,-15-1-328,0-1 0,0 1 0,1 0 0,-1 1-1,-1-1 1,1 1 0,0-1 0,0 1-1,-1 0 1,1 0 0,-1 1 0,1-1-1,-1 1 1,0 0 0,0 0 0,0 0 0,0 0-1,0 1-56,12 15 305,-2 0 0,12 20-305,-4-4 280,1-4-114,-2 1 36,2-2-1,1 0 1,1-2 0,15 13-202,-36-67-3665,-3 5-1805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5:42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43 3105,'0'0'2205,"0"0"263,0 0-147,0 0-707,0 0-532,-30 6 2730,23-4 864,17-3-4603,-1-1 0,1 0 0,0 0 0,0-1 0,-1 0 0,0 0 0,0-1 0,1-1-73,0 1-14,-1-1-1,1 2 1,0-1-1,0 2 1,0-1-1,1 1 1,-1 1-1,2 0 15,-11 1-60,-1 0-46,0 15 86,0 0 1,-2 0 0,0 0-1,0 0 1,-2 0 0,-2 8 19,0-4 0,4-10 0,0 0 0,-1-1 0,0 0 0,0 1 0,-1-1 0,0 0 0,0-1 0,-1 1 0,0-1 0,0 0 0,-1 0 0,-4 4 0,-27 20 2,27-23 0,0 0 0,0 1 0,1-1 0,0 2 0,1-1 0,-1 2-2,8-10-5,0 1 0,0-1 0,1 0 0,-1 0-1,0 1 1,1-1 0,-1 0 0,1 1 0,-1-1 0,1 1 0,-1-1-1,1 1 1,0-1 0,0 1 0,0-1 0,0 1 0,0-1-1,0 1 1,0-1 0,1 1 5,-1-1 6,1 0-1,-1 0 1,1 0-1,0 0 1,0-1-1,-1 1 1,1 0-1,0 0 1,0-1-1,0 1 0,0 0 1,0-1-1,0 1 1,0-1-1,0 1 1,0-1-1,0 0 1,0 1-1,0-1 1,1 0-6,9 2 133,-1-1 0,1-1-1,0 0 1,-1 0 0,6-2-133,5 1 359,62-9 334,-82 10-686,-1 0-3,0 0-31,0 0-57,0 0 3,0 0-40,17-9-1500,39-23-4757,-26 13-1061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5:43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52 7842,'0'0'2476,"0"0"-478,0 0-362,0 0-833,0 0-480,0 0-31,-8 12 288,-25 39 212,31-48-699,1-1 0,0 0 0,0 0 0,0 0 0,0 0 0,0 1-1,1-1 1,-1 0 0,1 1 0,-1-1 0,1 1 0,0-1 0,0 1 0,0 0-93,0-2 35,0 0 1,1 0 0,-1 0-1,0 0 1,1 0 0,-1 0-1,1-1 1,-1 1 0,1 0-1,0 0 1,-1 0 0,1-1-1,0 1 1,-1 0 0,1-1-1,0 1 1,0-1 0,0 1-1,-1-1 1,1 1 0,0-1-1,0 0 1,0 1-36,6 0 124,0 1-1,0-2 1,-1 1-1,1-1 1,0 0 0,0 0-1,6-1-123,4 0 256,-15 1-182,1 0 0,0-1-1,0 1 1,0 0-1,0-1 1,-1 0 0,1 0-1,0 1 1,-1-2 0,1 1-1,-1 0 1,1 0 0,-1-1-1,1 0 1,-1 1 0,0-1-1,0 0 1,0 0-1,0 0 1,0 0 0,0 0-1,-1-1 1,1 1 0,-1-1-1,1 1 1,-1-2-74,1-1 207,0 0 0,0 0 0,-1 0 0,0 0 1,0-1-1,-1 1 0,1 0 0,-1 0 0,0-1 0,-1 1 0,1 0 0,-1 0 1,0 0-1,-1-3-207,1 5 17,-1 1 1,1-1 0,-1 1 0,0 0 0,0 0-1,0 0 1,0 0 0,0 0 0,0 0 0,-1 0 0,1 1-1,0-1 1,-1 1 0,1 0 0,-1 0 0,0 0-1,1 0 1,-1 0 0,-2 0-18,-53-10 220,35 9-324,13 1-90,0 0 1,0 1-1,0 0 1,0 0-1,0 1 1,0 0 0,0 1-1,-3 1 194,13-3-132,-1 0-1,1 1 1,-1-1-1,1 0 1,-1 1-1,1-1 1,0 1-1,-1-1 1,1 0-1,0 1 1,-1-1-1,1 1 1,0-1-1,-1 1 1,1-1-1,0 1 1,0-1-1,0 1 1,0-1-1,-1 1 1,1 0-1,0-1 1,0 1 0,0-1-1,0 1 1,0-1-1,0 1 1,0 0-1,1-1 1,-1 1-1,0-1 1,0 1-1,0-1 1,0 1-1,1-1 1,-1 1-1,0-1 1,1 1-1,-1-1 1,0 1-1,1-1 1,-1 0-1,0 1 1,1-1-1,-1 0 1,1 1-1,-1-1 1,1 0 0,-1 1-1,1-1 1,-1 0-1,1 0 1,-1 0-1,1 1 1,-1-1-1,1 0 1,0 0-1,-1 0 1,1 0 132,22 8-5823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5:43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66 0 6753</inkml:trace>
  <inkml:trace contextRef="#ctx0" brushRef="#br0" timeOffset="1">66 0 6753,'-24'76'865,"-7"17"3818,28-85-4380,1 0 0,0 0 0,1 0 0,-1 0-1,2 0 1,-1 1 0,1-1 0,0 0 0,1 0 0,0 0 0,1 4-303,-1-9 71,0 0 0,0 0 0,0 0 1,0 0-1,1 0 0,0 0 1,-1 0-1,1 0 0,0 0 1,0-1-1,1 1 0,-1-1 1,0 1-1,1-1 0,-1 0 0,1 0 1,0 0-1,0-1 0,0 1 1,0-1-1,0 1 0,0-1 1,0 0-1,1 0 0,-1 0 0,0-1 1,0 1-1,4-1-71,-1 1 87,1 0-1,0-1 0,0 1 1,0-2-1,-1 1 1,1-1-1,0 0 1,0 0-1,-1-1 1,1 0-1,-1 0 1,1-1-1,-1 1 1,0-1-1,0-1 0,0 1 1,0-1-1,-1 0 1,0 0-1,1-1 1,-2 0-1,1 0 1,0 0-1,-1 0 1,0-1-1,0 1 0,-1-1 1,0 0-1,0 0 1,0-1-1,0 1 1,-1-1-1,0 1 1,-1-1-1,1 0 1,-1 1-1,-1-1 1,1 0-1,-1 0 0,0 0 1,-1-2-87,0 5 70,0 0 0,0 0 0,0 1 0,-1-1 0,0 0 0,1 0 0,-1 1 0,-1 0 0,1-1 0,0 1 0,-1 0 1,0 0-1,1 0 0,-1 0 0,0 0 0,-1 1 0,1 0 0,0-1 0,-1 1 0,1 0 0,-1 1 0,0-1 0,0 0 0,1 1 0,-1 0 0,-1 0-70,-10-4-39,0 1-1,0 1 1,0 0-1,-1 1 1,1 1-1,-6 0 40,20 1-70,0 0 1,0 0-1,0 0 0,0 0 0,0 0 0,0 0 0,0 0 1,0 0-1,1 1 0,-1-1 0,0 0 0,0 1 1,0-1-1,0 0 0,0 1 0,0-1 0,0 1 1,1 0-1,-1-1 0,0 1 0,0 0 0,1-1 0,-1 1 1,0 0-1,1 0 0,-1-1 70,-2 27-5305,3-11-1683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5:44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11 1872,'0'0'4044,"0"0"-1227,0 0-284,0 0-675,0 0-926,0 0-562,0 0-205,-12-1-76,-83-3 436,135 1 1323,-67 1 1233,-1 2-3183,17 0-5516,11 0 222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5:45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38 5633,'0'0'2046,"0"0"274,0 0 46,0 0-539,0 0-270,0 0-100,0-4-288,-1 3-1116,1 0 1,0 0 0,-1 0-1,1 0 1,0 0 0,0 0-1,0 0 1,0 0 0,0 0-1,0 0 1,0 0 0,0 0-1,0 0 1,1 0 0,-1 0 0,0 0-1,1 0 1,-1 0 0,0 0-1,1 0 1,0 0 0,-1 0-1,1 0 1,-1 0 0,1 0-1,0 1 1,0-1 0,-1 0-1,1 1 1,0-1 0,0 0-1,0 1 1,0-1 0,0 1 0,0-1-1,0 1 1,0 0 0,0-1-1,0 1 1,0 0 0,0 0-1,0 0 1,0 0 0,0 0-1,0 0 1,0 0 0,0 0-1,0 0 1,0 0 0,0 0-1,0 1 1,0-1 0,0 0 0,0 1-1,0-1 1,0 1 0,0-1-1,0 1 1,0 0 0,0-1-1,-1 1 1,1 0 0,0-1-1,0 1 1,-1 0 0,1 0-1,0 0-53,11 11 53,0 1 0,-1 0-1,0 0 1,-1 1-1,-1 1 1,0 0 0,-1 0-1,-1 0 1,0 1-1,-1 0 1,3 14-53,13 27 79,-19-51-69,0 1 1,0-1 0,1 0-1,0 0 1,0 0-1,0 0 1,1-1-1,0 0 1,0 0-1,3 2-10,-7-5-93,0-1 0,1 0 0,-1 0 0,0-1 0,1 1-1,-1 0 1,1 0 0,0-1 0,-1 1 0,1-1 0,0 1-1,-1-1 1,1 0 0,0 1 0,-1-1 0,1 0-1,0 0 1,-1 0 0,1-1 0,0 1 0,-1 0 0,1-1-1,0 1 1,-1-1 0,1 1 0,-1-1 0,1 0 0,-1 1-1,1-1 1,-1 0 0,1 0 0,-1 0 0,0 0 0,1-1-1,-1 1 1,0 0 0,0 0 0,0-1 0,0 1 0,0-1-1,0 1 1,-1-1 0,1 0 93,10-16-4229,-2 0-2852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5:45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1 8450,'0'0'2214,"0"0"-363,0 0-35,0 0-776,0 0-630,0 0-160,-12 8 345,-9 8 49,1 2 0,1 0 1,0 1-1,1 0 0,-4 9-644,-53 66 1596,-83 81-1596,154-171 276,4-4-365,0 0 0,0 0 1,0 0-1,-1 0 0,1 0 0,0-1 0,0 1 0,0 0 0,0 0 0,0 0 0,0 0 0,0 0 0,0 0 0,0 0 0,0 0 0,0-1 0,-1 1 0,1 0 0,0 0 0,0 0 0,0 0 0,0 0 0,0 0 0,0 0 1,0 0-1,-1 0 0,1 0 0,0 0 0,0 0 0,0 0 0,0 0 0,0 0 0,-1 0 0,1 0 0,0 0 0,0 0 0,0 0 0,0 0 0,0 0 0,0 0 0,-1 0 89,1-4-1528,0-4-3189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6:53.2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10962,'0'0'1369,"0"0"-1089,0 0 384,0 0 600,0 0-584,0 0-456,3 0-120,0 0-96,2 0-8,23-8-272,0-7-1344,5-2-3825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6:53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14211,'0'0'1928,"0"0"-1736,0 0-47,0 0-73,0 0-72,0 0-2905,0 0-8634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7:04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1879 456 1144,'0'0'1333,"0"0"-945,0 0-182,0 0 288,0 0 417,-2-5 460,-1 2-1167,1 0 1,-1 1 0,0-1-1,0 1 1,0-1 0,0 1-1,0 0 1,0 0 0,0 0-1,-1 1 1,1-1 0,-1 1-1,0 0 1,1 0 0,-1 0-1,0 0 1,1 1 0,-1-1-1,0 1 1,0 0 0,0 0-205,-15-2 293,-422-85-1680,245 46 919,-568-101 622,662 124-117,57 10 22,0-2-1,-10-5-58,43 11-258,0 0-1,1-1 1,0 0-1,-1-1 1,2 0 0,-1-1-1,1 0 1,0 0-1,0-1 1,-1-2 258,-4-16-2818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7:05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2267 1014 4809,'0'0'984,"0"0"-648,-198-67 1537,101 32-625,-9-8-752,-8-2-168,-9-10 224,-24-15 88,-37-18-199,-41-22-17,-12-10-216,6 5-208,25 15-312,31 22-1409,47 25-815,33 18-561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7:05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1899 1323 5945,'0'0'1195,"0"0"-315,0 0 499,0 0-401,-22-22-553,-134-131 45,25 43 367,-4 7 0,-47-23-837,95 66 15,-290-190-1978,-31 4 1963,84 47-3608,247 146 1811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7:06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396 1585 5977,'-36'-213'1545,"-9"-22"-953,9 37-128,0 20-152,3 21-16,-1 31 184,6 31-208,3 25-40,0 10 72,-11-35-304,5 12-720,1 8-7114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7:07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1 799 7770,'133'-163'2136,"-5"13"-1696,-39 57-328,-22 26-96,-11 14 48,-3 1-48,2-1-8,1 3-8,-14 10 0,-14 5-384,-15 10-1536,-10 7-4298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7:16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0 235 3881,'0'0'1926,"0"0"-625,0 0-26,0 0-403,0 0-508,11-8-213,-4 2-145,1 0 1,0 1-1,0 1 0,1-1 0,-1 1 1,1 1-1,0-1 0,0 2 1,0-1-1,8 0-6,258-47-1699,-182 29-188,48-18 1887,-56 13 975,74-10-975,-115 31 101,-1 2 1,1 1 0,4 3-102,-1 0 467,45 16-2902,-64-18 2596,-43 0 2313,-46-2-849,-59 9-1960,0 5-1,-88 21 336,108-16-1949,0-1-1681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7:17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1167 0 4545,'0'0'704,"0"0"-480,0 0 176,-184 38-136,109-18-80,-9 0 120,-8 3 137,-8-1-81,0 1-216,-3 2-104,3-3-40,-34 11-601,28-8-631,17-3-1520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7:53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18 3273,'0'0'144,"0"0"-144,0 0 0,0 0 8,0 0 48,0 0 48,-19-18 592,13 18 16,-5 0-232,3 0-480,-3 0-328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7:55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487 83 3793,'0'0'2722,"0"0"-843,0 0-266,0 0-92,0 0-442,0 0-323,-1-3-422,-6-12 6141,-12 2-5853,12 7-519,-1 1 0,1 0 0,-1 0 0,0 0 0,0 1 0,-1 0 0,1 0 1,-1 1-1,1 1 0,-1-1 0,0 1 0,0 1 0,-1 0 0,0 0-103,10 1 0,-19-1 114,0 2-1,0 0 1,0 1-1,-14 3-113,26-3 19,0 1 0,0-1 1,0 1-1,0 1 0,1-1 0,0 1 1,-1 0-1,1 0 0,1 1 0,-1 0 0,1 0 1,-1 0-1,-3 6-19,-6 7 8,-5 5 17,1 2 1,0 1-1,-3 8-25,16-24 3,1 0-1,1 1 1,0-1-1,0 1 1,1 0-1,0 0 1,1 0-1,0 1 1,1-1-1,0 0 1,1 2-3,-1 11 6,0-15-6,1-1-1,0 0 1,0 0-1,1 0 1,0 0-1,2 6 1,-3-12 2,1 0 0,0 0 0,0 0 0,0 0 0,0 0 0,0 0-1,1 0 1,-1 0 0,0 0 0,1-1 0,0 1 0,-1 0 0,1-1 0,0 0-1,0 1 1,0-1 0,0 0 0,0 0 0,0 0 0,0 0 0,0 0 0,0-1-1,0 1 1,1-1 0,-1 1 0,0-1-2,12 3 18,0-1 0,0 0 0,1-2 0,-1 1 0,0-1 0,0-1 0,0-1 0,9-2-18,-15 2 13,0-1-1,0 0 0,0 0 0,0-1 1,-1 0-1,1 0 0,-1-1 0,0 0 1,0 0-1,-1-1 0,1 0 1,-1 0-1,-1 0 0,4-5-12,0-1 89,-1 1 1,0-1-1,-1-1 0,-1 1 1,1-1-1,-2 0 0,0-1 1,-1 1-1,0-1 1,-1 0-1,0 0 0,-1 0 1,-1-1-1,0 1 0,-2-8-89,4-121 1321,-3 190-1316,3 0 1,1 0 0,2 0 0,3 0 0,13 43-6,-13-61 16,-7-19-9,1 0 1,1 0-1,-1-1 1,1 1-1,1-1 1,4 7-8,-7-13 13,0-1 0,1 1 1,-1-1-1,1 1 0,0-1 1,-1 0-1,1 0 0,0 0 1,0 0-1,0-1 1,0 1-1,1-1 0,-1 0 1,0 1-1,1-2 0,-1 1 1,1 0-1,-1-1 1,1 1-1,-1-1 0,1 0 1,0-1-14,1 1 48,-1 0 0,1 0-1,0-1 1,0 0 0,0 0 0,-1 0 0,1 0 0,-1-1 0,1 0 0,4-2-48,-7 3 41,-1 0 0,1-1 1,0 1-1,0-1 0,0 1 1,-1-1-1,1 0 0,-1 1 0,1-1 1,-1 0-1,0 0 0,0 0 0,1 0 1,-2 0-1,1-1 0,0 1 0,0 0 1,-1 0-1,1-1 0,-1 1 0,1 0 1,-1 0-1,0-1 0,0 1-41,0 1 62,0 1-22,0 0-46,0 0-67,0 0-230,-5-5-8539,-10 2-6898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8:48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3593,'0'0'0,"0"0"-64,0 0 56,0 0 8,0 0-288,0 0-128,0 0 240,122 5 176,-97-5 0,0 0 0,6-5-16,-6-3-96,-6 3-825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8:49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1280,'0'0'744,"0"0"-536,0 0-144,0 0-56,0 0-8,0 0-104,164 0 96,-136 0-8,-3 0 8,-5 5 0,8 10-128,-6-3 16,-3-2-456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8:49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1 440,'0'0'547,"0"0"-323,0 0-143,0 0-61,0 0-12,22 21-1,74 68-6,-65-62-5,2-1-1,1-1 1,26 13 4,0 1 7,-44-29 18,9 6-1,0 1 0,-1 1-1,0 1 1,-2 1 0,0 1 0,-1 1 0,-2 1 0,14 19-24,23 36-150,-28-43-630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8:50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1 312,'0'0'472,"0"0"-472,192 0-368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8:51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2617,'0'0'472,"0"0"-320,0 0-152,0 0-32,0 0-977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9:23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43 10306,'0'0'2645,"0"0"23,0 0 516,1 24-1295,1 363 2666,-10-173-2273,24-613-1638,-8 244-36,-7 43 468,-1 111-908,0 1-64,0 0-57,0 0-99,0 0-35,0 0-5,-20 33-173,-26 23 273,-32 30-8,41-47-39,1 2 1,2 1-1,-14 25 39,48-67-4,-1 1 1,1-1 0,0 0-1,0 0 1,0 0 0,0 0 0,0 1-1,0-1 1,0 0 0,0 0-1,0 1 1,-1-1 0,1 0-1,0 0 1,0 0 0,0 1 0,0-1-1,0 0 1,0 0 0,1 1-1,-1-1 1,0 0 0,0 0-1,0 0 1,0 1 0,0-1 0,0 0-1,0 0 1,0 0 0,0 1-1,1-1 1,-1 0 0,0 0-1,0 0 1,0 0 0,0 1 0,1-1-1,-1 0 1,0 0 0,0 0-1,0 0 4,15 4-35,27-4 102,-28-1-46,168 1 63,-182 0-113,25-3-2612,8-7 546,33-10-1516,-21 8-2235,-5 2-4920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09:24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45 11514,'0'0'2533,"0"0"212,0 0-702,0 0-824,0 0-151,0 0-135,2-4-292,0 1-570,0 0 1,1 1-1,-1-1 1,0 1 0,1-1-1,0 1 1,0 0-1,0-1 1,0 1 0,0 1-1,0-1 1,0 0 0,0 1-1,1 0 1,-1 0-1,1 0 1,-1 0 0,1 0-72,3-1 7,1 1 1,-1 0 0,1 0-1,-1 1 1,1 0-1,0 0 1,-1 1 0,1 0-1,0 0-7,-6 0-3,-1 0-1,1 0 1,-1 0-1,1 0 1,-1 0-1,1 1 1,-1-1-1,0 0 1,0 1-1,1-1 0,-1 1 1,0-1-1,0 1 1,-1 0-1,1-1 1,0 1-1,0 0 1,-1 0-1,1-1 1,-1 1-1,0 0 1,1 0-1,-1 0 1,0 0-1,0 1 4,1 59 54,-1-47-31,-1 1-15,-1 0 0,0 0-1,-1 0 1,-1-1-1,0 1 1,-1-1 0,-1 0-1,0 0 1,-1 0-1,-1-1 1,0 0 0,-1-1-1,-4 5-7,-2 6 82,0-2 0,-2 0 0,-1 0-1,0-2 1,-2 0 0,-16 12-82,35-32 86,0-1 0,0 1 0,0-1 0,0 0 0,1 1 0,-1-1 0,0 0 0,0 0-1,0 0 1,1 0 0,-1 0 0,0 1 0,1-1 0,-1-1 0,1 1 0,-1 0 0,1 0 0,0 0 0,-1 0 0,1 0 0,0 0 0,0 0 0,0 0 0,0-1 0,0 1 0,0 0 0,0 0 0,0 0-1,0-1-84,0 1 2,0 0 1,-1 0-1,1 0 1,0-1-1,0 1 1,0 0 0,0 0-1,0 0 1,0 0-1,0-1 1,1 1 0,-1 0-1,0 0 1,1 0-1,-1 0 1,0 0 0,1 0-1,-1 0 1,1 0-1,0 0 1,-1 0-1,1 0 1,0 0 0,0 0-1,0 0 1,-1 0-1,1 1 1,0-1 0,0 0-1,0 1 1,0-1-1,0 1 1,0-1 0,0 1-1,1-1 1,-1 1-1,0 0 1,0-1 0,1 1-5,9 1-27,0-1-1,0 2 0,1 0 0,-1 0 1,0 1-1,0 0 0,-1 1 0,1 0 1,-1 1-1,0 0 0,0 0 0,0 1 0,-1 0 1,7 7 28,-8-8 14,0 0 0,1-1 0,0 0-1,0 0 1,0-1 0,0 0 0,1 0 0,-1-1 0,1-1 0,-1 1 0,1-2 0,0 1 0,-1-1 0,1-1 0,0 0-1,8-1-13,-16 1 19,0 0-1,1 0 0,-1 0 1,0 0-1,0 0 0,0 0 1,0-1-1,0 1 0,0 0 0,0-1 1,-1 0-1,1 1 0,0-1 1,-1 0-1,1 0 0,-1 0 1,0 0-1,0 0 0,0 0 1,0-1-1,0 1 0,0 0 0,-1 0 1,1-1-1,0 0-18,1-8 9,-1 0 0,0 0 1,0-1-1,-1-8-9,0 14-136,0 5-72,0 0 0,-1 0 0,1 0 0,0 0 0,-1 0 0,1 0 0,-1 0 0,1 0 0,-1 0 1,1 1-1,-1-1 0,1 0 0,-1 0 0,0 1 0,1-1 0,-1 0 0,0 1 0,0-1 0,0 1 0,1-1 0,-1 1 0,0-1 0,0 1 0,0-1 0,0 1 0,0 0 0,0 0 0,0-1 0,0 1 0,0 0 0,0 0 0,0 0 0,0 0 0,0 0 0,0 0 208,-20 0-11530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2:09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1456,'0'0'600,"0"0"-600,0 0-216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2:09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3201,'0'0'804,"0"0"-459,0 0-219,0 0-60,0 0-46,0 0 12,-1 24 111,-9 352 1224,10-244-1824,0-131-654,0-3-470,-2-11-670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2:09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0 4641,'0'0'592,"0"0"-277,0 0 152,0 0-194,0 0-197,0 0-9,-4 3 245,0 0-222,1 0-1,0 1 1,0-1 0,0 1-1,0 0 1,1 0 0,-1 0 0,1 0-1,0 1 1,0-1 0,1 1 0,-1-1-1,1 1 1,0-1 0,0 1 0,1 0-1,-1-1 1,1 2-90,-3 28 157,2-1-1,1 10-156,0-18 100,0 168 661,0 224-1550,0-416-1050,0-1-384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2:10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4641,'0'0'1016,"0"0"-728,-14 155 216,11-69 8,3 1-167,0 6-121,0-8 256,0-5-192,0-12-160,0-16-112,11-12-16,6-25 0,-6-5-1016,0-10-1249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2:10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0 6489,'0'0'1305,"0"0"-997,0 0-222,0 0 169,-5 28 107,0-3-222,-5 29 541,2 0 1,1 30-682,-1 54 1115,-7 239-441,15-375-904,0-6 47,-20-433 11,20 398 96,0-50-46,1 81 112,0 0 0,0 0-1,1 0 1,0 0 0,0 0 0,1 1 0,0-1 0,0 1-1,1-2 11,-4 10-4,0-1 0,0 0 0,0 1 0,1-1 0,-1 0 0,0 0 0,0 1 0,0-1-1,0 0 1,0 0 0,1 1 0,-1-1 0,0 0 0,0 0 0,0 0 0,1 1 0,-1-1 0,0 0-1,0 0 1,1 0 0,-1 0 0,0 0 0,0 1 0,1-1 0,-1 0 0,0 0 0,1 0 0,-1 0-1,0 0 1,0 0 0,1 0 0,-1 0 0,0 0 0,1 0 0,-1 0 0,0 0 0,0 0 0,1 0-1,-1 0 1,0-1 0,1 1 0,-1 0 0,0 0 0,0 0 0,1 0 0,-1 0 0,0-1 0,0 1-1,0 0 1,1 0 0,-1 0 0,0-1 0,0 1 0,0 0 0,1 0 0,-1-1 0,0 1 0,0 0 4,2 31-248,-2-29 241,-5 89 296,-3-2 0,-4 1 0,-8 15-289,13-61-342,2 0 0,2 0 1,1 15 341,2-37-3683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3:41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2817 315 7818,'0'0'1936,"0"0"-258,0 0 165,0 0-430,0 0-342,0 0-204,-27-6 124,-85-17-25,89 19-554,0 1 1,0 1 0,0 1 0,0 1-1,-12 2-412,-18 0 341,29-1-194,-1 2 0,1 1-1,0 0 1,1 2 0,-1 1 0,1 0 0,1 2-1,-1 1 1,-12 8-147,-32 19 372,2 4 0,-24 20-372,-400 307 1125,362-258-955,-65 77-170,15-14 108,142-139-94,1 1 1,1 3-1,2 0 0,2 2 1,2 1-1,1 1 1,-4 14-15,-45 82 90,-69 93-90,-104 119 161,198-281 111,3 2-1,-15 35-271,43-69 35,2 0 0,1 2 0,3-1-1,1 2 1,1 0 0,2 5-35,-14 90 83,7 1 1,6 1 0,5 0 0,9 52-84,0-156 7,1-1 0,1 0 1,2 0-1,2 0 0,0-1 1,2-1-1,2 0 0,3 4-7,36 62 61,50 66-61,-98-155 1,237 343 65,-178-268-40,2-3 0,4-4 0,12 6-26,45 26 24,5-6 0,3-5 0,8-5-24,-57-41 95,2-3 0,2-4 0,1-4 0,52 12-95,388 97 366,-413-118-342,123 24 172,4-10-1,0-11 1,16-10-196,740 3 468,-695-39-144,0-13-1,172-41-323,-82-7 401,-4-16 0,376-142-401,-631 182 110,-1-6 1,-4-5 0,-2-6-1,-3-6 1,95-73-111,-155 96 83,-2-2-1,-3-3 1,-2-3-1,-2-2 1,-3-3-1,-3-2 1,-3-2 0,-3-2-1,-3-3 1,-3-1-1,1-11-82,-10 12 69,-4-1 0,-3-2 0,-3 0 0,-4-1 0,-3-1-1,-3-1 1,-4 0 0,-2-62-69,-9 43 26,-4 0 0,-4 1 0,-5 0 0,-3 1 0,-5 1 0,-4 1 0,-4 1 1,-31-58-27,-17-16 4,-8 3 0,-7 5 0,-6 4 0,-20-11-4,47 72-11,-4 3 0,-4 3-1,-3 4 1,-4 4-1,-6 2 12,-64-40 1,-4 7-1,-118-55 0,148 96 5,-2 5-1,-2 7 0,-4 6 1,-111-24-5,-785-183-103,828 207 67,-2 9-1,-2 9 1,-209-4 36,-196 32-820,489 13 423,1 4-1,1 7 0,-98 27 398,103-12-532,2 5-1,2 5 1,-65 36 532,100-37-593,2 3 1,2 4-1,2 3 1,2 3 0,-10 15 592,-89 98-2854,65-48-3434,9-1-7457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4:09.4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1200,'0'0'0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5:40.454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</inkml:brush>
  </inkml:definitions>
  <inkml:trace contextRef="#ctx0" brushRef="#br0">1 0 13419,'0'0'0,"0"0"-352,0 0-1137,0 0-807,0 0-2033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4:48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5457,'0'0'6036,"0"0"-3309,0 0-833,0 0-311,0 0-733,0 0-485,13 13-9,-10-4-24,1-1 0,-1 1 0,0 0 0,-1 0 0,0 0 0,-1 1 0,1-1 0,-1 5-332,4 28 733,37 134-150,-40-173-510,-1-2 78,-1-1 111,0-26 460,-2-20-669,1 22-43,1 1 1,1 0-1,3-16-10,-3 32-3,0 0-1,1 0 0,0 0 0,1 0 1,-1 1-1,1-1 0,1 1 1,-1-1-1,1 1 0,0 0 0,0 1 1,1-1-1,4-4 4,-6 7-9,-1 0 1,1 1-1,0-1 1,0 1-1,0-1 0,1 1 1,-1 0-1,0 0 1,1 1-1,-1-1 1,1 1-1,0 0 0,-1 0 1,1 0-1,0 0 1,0 0-1,3 1 9,-3 0-9,0 1 0,0 0 1,0 0-1,-1 1 0,1-1 0,0 1 0,-1-1 0,1 1 1,-1 0-1,0 0 0,0 1 0,0-1 0,0 1 0,0 0 1,0-1-1,0 1 0,0 2 9,12 12 0,-2 0-1,0 1 1,-2 1 0,0 0 0,0 0 0,-2 1 0,6 17 0,-16-46 80,0 0 0,0 0 0,1 0 0,1 0 0,0-6-80,0-15 17,0 23-21,0-1 0,1 0 0,0 1 0,0-1 1,1 1-1,-1-1 0,2 1 0,-1 0 0,1 1 0,0-1 0,0 0 1,1 1-1,0 0 0,0 0 0,4-3 4,-4 4-8,0-1 0,1 1-1,0 0 1,0 1 0,0 0 0,0-1-1,0 2 1,1-1 0,0 1 0,0 0 0,0 1-1,0-1 1,0 1 0,0 1 0,1-1 0,3 1 8,-8 1-6,0 1 1,0 0 0,-1 0 0,1 0 0,0 0 0,-1 0 0,1 0 0,-1 1 0,1-1-1,-1 1 1,1 0 0,-1 0 0,0 0 0,0 0 0,0 0 0,0 0 0,-1 1 0,1-1 0,0 0-1,-1 1 1,0-1 0,1 1 0,-1 0 0,0 0 0,0-1 0,-1 1 0,1 0 0,-1 0-1,1 0 6,4 19 7,-1 0 0,-1 0 0,0 13-7,-2-18-10,4 30 157,2 11-1420,-5 0-3659,-2-30 276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4:50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6529,'0'0'4697,"0"0"-2440,0 0 367,0 0-775,0 0-889,0 0-496,0 0-216,33 3-96,-16-3 144,0 0-152,-1-3-96,1 1-48,-3-1-56,0 3-952,-6 0-1632,-5 0-2642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4:50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10474,'36'125'2553,"-36"-125"-729,11 0-312,14-7-1151,6-6-361,13 1-200,-10 2-1097,-6 2-1935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4:51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2481,'0'0'3414,"0"0"-2013,0 0 236,0 0 28,0 0-144,0 0 36,5-13 150,12-39-6,-14 37-273,-1 0 0,0 0 0,-1 0 0,0-2-1428,-1 17 388,1 0-358,0 0 0,0 0 1,1 1-1,-1-1 1,0 1-1,0-1 0,0 1 1,0 0-1,0-1 1,0 1-1,0 0 0,0 0 1,0-1-1,0 1 0,0 0 1,-1 0-1,1 0 1,0 0-1,-1 0 0,1 0 1,0 0-1,-1 1 1,0-1-1,1 0 0,-1 1-30,12 37 456,-10-29-260,17 72 665,-13-49-774,1 0 1,2-1-1,2-1 1,0 1 0,15 24-88,-26-56-167,0 0 131,0 0 1,0 0-1,0 0 0,-1 0 0,1 0 1,0 0-1,0-1 0,0 1 1,0 0-1,0 0 0,0 0 0,0 0 1,0 0-1,0-1 0,0 1 0,0 0 1,0 0-1,0 0 0,0 0 1,0 0-1,1-1 0,-1 1 0,0 0 1,0 0-1,0 0 0,0 0 0,0 0 1,0 0-1,0 0 0,0-1 1,0 1-1,0 0 0,1 0 0,-1 0 1,0 0-1,0 0 0,0 0 0,0 0 1,0 0-1,0 0 0,1 0 0,-1 0 1,0 0-1,0 0 0,0 0 1,0 0-1,0 0 0,1 0 0,-1 0 1,0 0-1,0 0 0,0 0 0,0 0 1,0 0-1,0 0 0,1 0 1,-1 0-1,0 0 0,0 0 0,0 0 1,0 0-1,0 0 0,0 0 0,1 0 1,-1 0-1,0 1 36,11-27-2850,-1 6-1852,3-5-3321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4:51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5 7666,'0'0'2728,"0"0"-211,0 0-33,0 0-611,0 0-490,0 0-231,-6-2-292,5 2-820,-1-1 1,0 1-1,0-1 0,1 1 0,-1 0 1,0 0-1,0 0 0,1 0 0,-1 0 1,0 0-1,0 0 0,1 1 0,-1-1 1,0 1-1,0-1 0,1 1 0,-1-1 1,1 1-1,-1 0 0,1 0 0,-2 1-40,-2 2 107,1 0 1,0 0-1,0 1 0,0 0 0,1-1 0,0 2 0,-2 1-107,-5 9 152,0 1 0,1-1 0,1 2-1,0-1 1,1 1 0,1 0 0,1 1 0,1-1 0,0 1-1,1 0 1,2 0 0,-1 0 0,2 5-152,1-17 12,0-1-1,1 0 1,0 1 0,0-1 0,0 0 0,1 0-1,-1-1 1,1 1 0,1 0 0,-1-1 0,1 0-1,0 0 1,0 0 0,1 0 0,-1 0 0,6 3-12,-4-3 8,0-1 0,0 1 1,0-1-1,0 0 0,1-1 1,0 1-1,0-1 0,-1-1 1,2 1-1,-1-1 0,0-1 1,0 1-1,1-1 0,3 0-8,-7-1 4,0 1 0,-1-1 0,1-1 0,0 1 1,-1 0-1,1-1 0,-1 0 0,1 0 0,0 0 0,-1 0 0,0 0 0,1-1 0,-1 0 0,0 1 0,0-1 0,0 0 0,1-1-4,-2 0 9,0 0-1,0-1 1,0 1 0,0 0-1,-1-1 1,1 0-1,-1 1 1,0-1 0,0 0-1,0 1 1,0-1 0,-1 0-1,0 0 1,1 0-1,-2 0 1,1-3-9,1-14 0,0 16 14,-1-1 0,0 1 0,0-1 0,0 0 0,-1 1 0,0-1 0,0-2-14,0 7-5,1 0 0,-1-1 0,0 1 0,1 0 0,-1 0 0,0-1 1,0 1-1,0 0 0,0 0 0,0 0 0,0 0 0,0 0 0,0 0 0,0 1 0,-1-1 0,1 0 0,0 0 1,-1 1-1,1-1 0,0 1 0,-1-1 0,1 1 0,0 0 0,-1-1 0,1 1 0,-1 0 0,1 0 0,-1 0 1,1 0-1,-2 0 5,-10 1-549,0 0-1,-1 1 1,1 1 0,0 0 0,0 1 0,1 0 0,-1 0 0,1 2 0,0 0 0,0 0 0,-10 7 549,-26 17-7581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4:5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6585,'0'0'2970,"0"0"-709,0 0-630,0 0-790,0 0-291,0 8-115,0 4-66,-1 0 1,0 0-1,0 0 1,-1 0 0,-1 0-1,0-1 1,-3 9-370,-91 189 2655,19-45-4038,61-129-1399,3-11-2726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5:55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0 235 13779,'0'0'3603,"0"0"-1343,0 0-597,0 0-523,0 0-404,0 0-24,8-3-24,34-22-410,-1-2-1,-1-1 1,-1-2-1,-2-2 0,14-17-277,-7 9 79,-43 40-87,0 1-1,1 0 1,-1 0 0,0 0 0,-1 0 0,1 0-1,0 0 1,0 0 0,0 0 0,-1 0-1,1 0 1,0 1 0,-1-1 0,1 0-1,-1 0 1,0 1 0,1-1 0,-1 0 0,0 1-1,0-1 1,0 1 8,2 3-12,42 146 1513,20 137-1501,-57-271-1925,-7-17 1856,0-1 1,0 1-1,0 0 0,0 0 0,0 0 0,0-1 1,0 1-1,0 0 0,0 0 0,0-1 1,0 1-1,0 0 0,0 0 0,1 0 0,-1-1 1,0 1-1,0 0 0,0 0 0,0 0 1,0 0-1,1-1 0,-1 1 0,0 0 0,0 0 1,0 0-1,0 0 0,1 0 0,-1-1 1,0 1-1,0 0 0,0 0 0,1 0 1,-1 0-1,0 0 0,0 0 0,1 0 0,-1 0 1,0 0-1,0 0 0,0 0 0,1 0 1,-1 0-1,0 0 0,0 0 0,1 0 0,-1 0 1,0 0-1,0 0 0,0 0 0,1 0 1,-1 1-1,0-1 0,0 0 0,0 0 0,1 0 1,-1 0-1,0 0 0,0 1 0,0-1 1,0 0-1,0 0 0,1 0 0,-1 0 0,0 1 70,3-17-6923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5:55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9570,'0'0'3255,"0"0"521,0 0-1120,0 0-834,0 0-698,0 0-431,0 19 958,16 257 158,-16-276-1763,0 0-64,23 0 17,-12-1 56,-1-1 1,0-1-1,1 0 0,-1 0 1,0-1-1,-1 0 0,1 0 1,5-5-56,27-10 82,73-18-759,-105 34-1318,-8 3 1668,-1-1 1,0 1-1,0 0 1,1-1-1,-1 1 1,0 0 0,0-1-1,0 0 1,1 1-1,-1-1 1,0 0-1,0 1 1,0-1-1,0 0 1,0 0-1,0 0 1,-1 0-1,1 0 1,0 0-1,0 0 1,-1 0-1,1 0 1,-1 0 0,1-1-1,0 0 327,5-12-5512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5:56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51 7786,'0'0'2432,"0"0"26,0 0 179,0 0-656,0 0-556,0 0-174,-4-12-74,-12-27 59,16 39-1175,0 0 0,0 0 1,0 0-1,0 0 1,0 0-1,0 0 0,0 0 1,0 1-1,0-1 0,0 0 1,0 0-1,0 0 0,-1 0 1,1 0-1,0 0 0,0 0 1,0 0-1,0 0 1,0 0-1,0 0 0,0 0 1,0 0-1,0 0-61,10 32 953,6 18 753,6 41-1706,-15-54 210,2-1 1,2 0 0,1 0-1,8 13-210,11-18-4366,-23-15 1119,-2 1-2568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6:1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6513,'0'0'6444,"0"0"-3747,0 0-849,0 0-545,0 0-824,-1 26 35,-3 95 1213,5 0 1,9 33-1728,11 51 1138,14 100-193,-30-477 43,-23-152-938,0-1-12,18 320-37,0 1 0,0 0 0,0-1 0,1 1 0,0 0 0,0 0 0,0 0 0,0-1 0,1 1 0,1-3-1,-2 6 0,0 0 0,0-1 1,0 1-1,0 0 0,0 0 0,0 1 0,0-1 1,0 0-1,0 0 0,1 0 0,-1 1 1,0-1-1,1 1 0,-1-1 0,0 1 0,1-1 1,-1 1-1,0 0 0,1 0 0,-1 0 0,1 0 1,-1 0-1,0 0 0,1 0 0,-1 0 1,1 0-1,-1 1 0,0-1 0,1 0 0,-1 1 1,0-1-1,0 1 0,1 0 0,-1-1 0,0 1 1,1 0-1,6 4 23,0 1 0,0-1 0,-1 1 1,0 0-1,0 1 0,0 0 1,-1 0-1,3 4-23,49 69 323,-46-62-259,103 161 530,7 32-594,-112-195-422,-13-26-1623,-15-26-1078,-1 8-1306,-1 3-3443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6:15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11546,'0'0'2117,"0"0"-677,0 0 129,0 0-785,0 0-263,0 0 89,27-20 188,181-124 996,-170 115-1273,-36 25-166,-23 17-89,8-4-188,-33 19 151,1 2-1,2 2 1,1 2-1,-2 5-228,44-39 0,0 0 0,0 0 0,0 0 0,0 0 0,1 0 0,-1 0 0,0 0 1,0 0-1,0-1 0,0 1 0,0 0 0,1 0 0,-1 0 0,0 0 0,0 0 0,0 0 0,0 0 0,0 0 0,1 0 0,-1 0 0,0 0 0,0 0 1,0 0-1,0 0 0,0 1 0,1-1 0,-1 0 0,0 0 0,0 0 0,0 0 0,0 0 0,0 0 0,0 0 0,1 0 0,-1 0 0,0 0 1,0 1-1,0-1 0,0 0 0,0 0 0,0 0 0,0 0 0,0 0 0,0 0 0,0 1 0,1-1 0,-1 0 0,0 0 0,0 0 0,0 0 0,0 0 1,0 1-1,0-1 0,0 0 0,0 0 0,0 0 0,0 0 0,0 1 0,0-1 0,-1 0 0,1 0 0,0 0 0,0 0 0,0 0 0,0 0 0,0 1 1,0-1-1,0 0 0,0 0 0,0 0 0,12-1 0,11-9 26,-2-1-1,1 0 1,-2-2 0,1 0-1,11-12-25,3 1 55,40-30 118,-80 51-185,-8 4-122,-64 29-3827,40-15-2635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6:16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0 240 10242,'0'0'2618,"0"0"551,0 0 211,0 0-1608,0 0-899,0 0-461,18 16 146,-13-12-502,15 14 246,0 1 0,-1 1 0,-1 1-1,-1 0 1,14 23-302,8 27 1104,4 18-1104,22 42 453,-58-121-334,-6-17 198,-8-21-29,-20-35-199,18 43-70,0 0 0,1-1 0,1 0 0,1 0 0,-1-10-19,4 11-14,1 0 0,1-1 0,1 1 0,1 0 0,1 0 0,1 0 0,0 0 0,2 1 0,0-1 0,1 1 0,1 0 0,0 1 0,2 0 0,0 0 0,1 0 0,1 1 0,1 1 0,0 0 0,1 1 0,0 0 0,2 1 0,-1 0 0,12-7 14,-21 17-11,0 1-1,0-1 0,0 1 0,0 0 0,1 0 1,-1 1-1,1-1 0,0 1 0,0 1 0,0-1 0,0 1 1,0 0-1,0 0 0,2 1 12,-7 0-5,1 0 1,-1 0-1,1 1 1,-1-1-1,1 1 1,-1-1-1,1 1 1,-1 0-1,1-1 0,-1 1 1,0 0-1,0 0 1,1 0-1,-1 0 1,0 0-1,0 0 1,0 0-1,0 0 0,0 1 1,0-1-1,0 0 1,-1 1-1,1-1 1,0 1-1,-1-1 0,1 0 1,-1 1-1,1-1 1,-1 1-1,0 0 1,0-1-1,1 1 1,-1-1-1,0 1 0,-1-1 5,-1 64-6,2-61 4,-2 9 3,0-1 1,-1 0-1,0 1 1,-1-2-1,-1 1 1,0 0-1,0-1 1,-5 7-2,-10 13 21,-1-2 0,-8 9-21,-20 26 45,51-60 20,10-5-44,14-6-6,-1-1-22,1 1 0,-1 1 0,1 2 0,0 1-1,0 0 1,1 2 0,-1 1 0,0 2 0,12 1 7,-34-2-2,0 0 0,-1-1 0,1 1-1,-1 0 1,1 1 0,-1-1 0,0 1 0,0-1 0,1 1-1,-1 0 1,0 0 0,0 1 0,-1-1 0,1 0 0,0 1-1,-1 0 1,0 0 0,1-1 0,-1 1 0,0 1 0,-1-1-1,1 0 1,-1 0 0,1 1 0,-1-1 0,1 4 2,-1-2 10,-1-1-1,1 1 1,-1-1 0,0 1 0,-1 0 0,1-1 0,-1 1 0,0 0-1,0-1 1,0 1 0,-1-1 0,1 0 0,-1 1 0,0-1 0,0 0-1,-1 0 1,1 0 0,-1-1 0,0 1 0,0 0 0,0-1-10,-25 23 144,-1-2 0,-1-1 0,-1-1 1,-1-2-1,0-1 0,-2-1 0,-14 4-144,47-22-141,1 0 0,0 0 0,-1 0 0,1 0 0,0 1 0,0-1 1,-1 0-1,1 0 0,0 0 0,0 1 0,-1-1 0,1 0 0,0 0 0,0 1 0,-1-1 0,1 0 0,0 1 0,0-1 0,0 0 0,0 1 0,0-1 0,-1 0 0,1 1 0,0-1 0,0 0 0,0 1 0,0-1 0,0 0 0,0 1 0,0-1 0,0 0 0,0 1 0,0-1 141,2 5-6538,5 5-6742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7:10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1 429 4785,'0'0'4318,"0"0"-2012,0 0-600,0 0-301,0 0-700,0 0-251,19 30 2924,-15-19-3179,0 0-1,-1-1 0,-1 1 0,1 0 0,-2 1 1,1-1-1,-2 6-198,1-4 131,1 0 0,0 0-1,0-1 1,1 1 0,1 0-131,-4-12 27,1-1-1,-1 0 1,1 1 0,-1-1-1,1 0 1,-1 0 0,1 1-1,0-1 1,-1 0 0,1 0-1,-1 0 1,1 0 0,-1 0-1,1 0 1,0 0 0,-1 0-1,1 0 1,-1 0 0,1 0-1,-1 0 1,1 0-1,0-1 1,-1 1 0,1 0-1,-1 0 1,1 0 0,-1-1-1,1 1 1,-1 0 0,1-1-1,-1 1-26,19-11 100,180-156 402,-21 17-606,-96 89-1626,80-43 1730,7 10-4056,-87 52-995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7:11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3 469 7842,'0'0'1948,"0"0"-128,0 0 84,0 0-299,0 0-434,0 0-268,-3-3-228,31 47 636,-3 1 1,-2 1-1,15 43-1311,-37-86 15,-1-1 0,1 1 0,0 0 0,0-1 0,0 1-1,0-1 1,1 0 0,-1 1 0,1-1 0,-1 0 0,1 0 0,0 0 0,0 1-15,0-3 5,-1 1 0,0-1 0,0 1 0,0-1 0,1 1 0,-1-1 1,0 0-1,1 0 0,-1 1 0,0-1 0,0 0 0,1 0 0,-1 0 0,0-1 0,1 1 0,-1 0 0,0 0 1,0-1-1,1 1 0,-1-1 0,0 1 0,0-1 0,0 1 0,1-1 0,-1 0 0,0 1 0,0-1 1,0 0-1,0 0 0,0 0-5,34-30 180,-1-1 1,-1-1 0,21-30-181,3-1 106,152-165-2372,-44 50-2583,-87 93-3816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7:13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11 273 7498,'0'0'1877,"0"0"-712,0 0 126,0 0 186,0 0-486,0 0-409,-11-23 2624,11-26-1630,0 48-1257,0 1-106,0 0-148,2 20-169,57 177 394,-57-189-269,0-1 1,0 1-1,0-1 0,1 0 1,0 0-1,0 0 1,4 5-22,-6-11 15,0 0 1,0 1-1,0-1 1,0 0-1,1 0 1,-1 0-1,0 1 1,1-2-1,-1 1 0,1 0 1,-1 0-1,1 0 1,-1-1-1,1 1 1,0 0-1,0-1 1,-1 0-1,1 1 1,0-1-1,-1 0 1,1 0-1,0 0 1,0 0-1,-1 0 0,1-1 1,0 1-1,0 0 1,-1-1-1,1 1 1,0-1-1,-1 0 1,1 1-1,-1-1 1,1 0-1,-1 0 1,2-1-16,17-12 156,0 0 0,-1-1 0,-1-1 0,-1-1 0,2-3-156,24-22 25,22-16-358,3 3 0,48-28 333,-35 32-4270,17-5 4270,-9 9-4499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7:14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7922,'0'0'1072,"0"0"-328,0 0 752,0 0-751,0 0-457,0 0-216,0 0 64,0 0 64,0 0-64,0 0-136,0 0 40,0 0-40,5-5-2025,1-5-4328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7:28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30 539 6409,'0'0'7181,"0"0"-4171,0 0-1485,0 0 144,0 0-572,0 0-337,-4-1-176,3 1-496,-1 0-1,1-1 0,0 1 0,0-1 0,0 1 0,-1-1 0,1 0 1,0 1-1,0-1 0,0 0 0,0 0 0,0 0 0,0 1 0,0-1 0,1 0 1,-1 0-1,0-1 0,0 1 0,1 0 0,-1 0 0,1 0 0,-1 0 1,1 0-1,-1-1 0,1 1 0,0-1-87,-1-3 129,0 0 1,1-1-1,0 1 1,0-1-1,0 1 0,1-1 1,0-1-130,9-42 233,-10 48-173,0 1-45,0 0-38,1 2-65,9 33 105,-2-1 0,-2 2 0,-1-1 0,-1 1 0,-2-1 0,-2 15-17,3 33 28,-3-82-24,0 1 0,0-1 1,0 0-1,0 1 1,0-1-1,0 0 1,0 0-1,0 1 0,0-1 1,1 0-1,-1 0 1,1 1-1,-1-1 1,1 0-1,-1 0 0,1 0 1,-1 0-1,1 1 1,0-1-1,0 0 1,0 0-1,-1-1 0,1 1 1,0 0-1,0 0 1,0 0-1,1 0-4,0-1 7,0-1 0,0 1-1,0-1 1,0 1 0,0-1 0,0 0 0,-1 0-1,1 0 1,0 0 0,0 0 0,-1 0-1,1 0 1,-1-1 0,1 1 0,-1-1-1,1 1 1,-1-1 0,1 0-7,115-129 343,-1-12-343,-19 23-1411,87-82 1411,-41 69-4383,-93 86-1050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7:33.5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41 421 1088,'0'0'7152,"0"0"-4932,0 0-1242,0 0 355,0 0-176,-17-33 5675,9 20-6273,-3-1 900,10 15-1441,1 0 0,-1 0 0,1 0 0,-1-1-1,1 1 1,0 0 0,-1 0 0,1 0 0,0 0 0,0 0 0,0 0-1,0 0 1,0-1 0,0 1 0,0 0 0,0 0 0,0 0 0,0 0 0,0 0-1,0 0 1,1 0 0,-1 0 0,0 0-18,3 20 139,1 0 1,1-1-1,1 0 1,4 9-140,10 38 281,-10-7-54,-7-39-120,1 0 0,1 0 0,5 13-107,-9-33 49,2-2-12,0-1 0,0-1 0,0 1 0,0 0 0,0-1 0,-1 1 1,1-1-1,-1 0 0,1 0 0,-1 0 0,0 0 0,0 0 0,-1 0 0,1-1 0,-1 1 0,2-3-37,5-10 70,37-59-409,3 3 0,3 1 0,3 3 0,61-59 339,-36 56-4321,55-35 4321,-47 43-5632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7:34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1 233 2697,'0'0'2184,"0"0"-1136,0 0-458,0 0-66,0 0-203,0 0-139,0 0 399,0 0 230,0 0 417,0 0 162,0 0-215,0-16 992,0 111-1675,16-100-375,11-16-115,-1-2-1,-1 0 1,0-2 0,14-21-2,15-13-994,2 1-2969,-7 6-5194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9:47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78 11426,'0'0'2726,"0"0"-895,0 0-64,0 0-477,0 0-339,-8 12-87,-37 57 546,42-147 564,2 68-1863,-1 30-83,-4 38 1,-8-7 87,6-25-80,2-1 1,0 2-1,2-1 1,0 1-1,2 2-36,2-29 10,0 1-1,0-1 0,0 0 0,0 1 0,1-1 1,-1 1-1,0-1 0,0 1 0,0-1 1,0 0-1,1 1 0,-1-1 0,0 0 0,0 1 1,1-1-1,-1 0 0,0 1 0,1-1 1,-1 0-1,0 1 0,1-1 0,-1 0 1,0 0-1,1 1 0,-1-1 0,1 0 0,-1 0 1,0 0-1,1 0 0,-1 0 0,1 1 1,-1-1-1,1 0 0,-1 0 0,0 0 1,1 0-1,-1 0 0,1 0 0,-1-1 0,1 1 1,-1 0-1,1 0 0,-1 0 0,0 0 1,1 0-1,-1-1 0,1 1 0,-1 0 0,0 0-8,18-8 372,213-149 507,-150 103-905,-46 28-398,1 3-1,1 1 1,1 2-1,1 1 424,4 2-2958,1-5-3685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40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1256 76 5433,'0'0'1230,"0"0"-2,0 0 3,0 0-197,0 0-282,-17-11 208,-59-34 121,69 41-931,0 1-1,0 1 0,0-1 0,0 1 0,0 1 0,0-1 0,0 1 0,-1 0 0,1 1 1,-1 0-1,1 0 0,0 0 0,-3 1-149,-17 1 353,-26-3 61,1 2 0,-1 2 0,1 3 0,0 2 1,-28 8-415,20 2 298,0 2 0,1 2-1,2 3 1,0 3 0,2 2 0,1 3-298,30-18 48,1 2-1,1 0 0,1 1 0,0 1 1,2 1-1,0 1 0,1 1 1,2 0-1,0 1 0,1 1 1,1 0-1,1 1 0,2 1 1,-6 18-48,11-20 50,1 1 1,1-1 0,2 1-1,0-1 1,1 1 0,2 0-1,1-1 1,0 1 0,2-1-1,1 0 1,1 0 0,1 0-1,1-1 1,1 0 0,5 8-51,-1-4 20,2-2 0,1 0 0,1 0 0,1-2 1,1 0-1,1-1 0,1-1 0,1-1 0,0-1 1,2-1-1,0-1 0,18 9-20,6 1 15,2-2-1,0-2 1,2-3-1,0-2 1,1-2-1,20 2-14,-27-8 15,1-2 0,0-3 0,0-1 1,0-3-1,1-1 0,-1-3 0,21-4-15,-30 1 17,-1-2 0,0-2 0,-1-1 0,0-1 1,-1-3-1,0 0 0,-1-2 0,-1-2 0,15-11-17,-23 12 19,0-1 1,-1-2-1,-1 0 0,-1-1 0,-1-1 0,-1-1 0,3-6-19,-11 13 64,-1-1-1,0-1 0,-2 0 0,0 0 0,-1-1 1,-1 0-1,-1 0 0,-1-1 0,-1 1 0,0-1 1,-2-2-64,1-6 73,-2 1 0,-1-1 1,-1 1-1,-1-1 0,-2 1 0,-1 0 1,-1 0-1,-1 0 0,-2 1 0,0 0 1,-2 1-1,-1 0 0,-1 1 0,-1 0 1,-2 1-1,0 0 0,-13-13-73,2 7-18,0 1 0,-2 1-1,-1 2 1,-1 1 0,-1 1-1,-1 2 1,-1 1 0,-1 2 0,-1 1-1,0 2 1,-1 1 0,-1 2-1,0 2 1,-1 1 0,0 2-1,-1 2 1,1 2 0,-12 0 18,13 4-1164,-1 1 0,1 2 0,0 1 0,0 2 0,0 2 0,1 1-1,-20 9 1165,-71 32-13252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41.9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1807 137 5049,'0'0'1164,"0"0"653,0 0-70,0 0-472,0 0-322,0 0-159,-28-19 109,-92-61 15,112 75-784,1 1-1,-1-1 1,0 1-1,-1 1 1,1 0-1,-1 0 1,1 0-1,-1 1 0,0 1 1,0-1-1,0 1 1,0 1-1,0 0 1,-6 0-134,-12 1 392,-44-4 262,-1 4-1,1 2 1,0 4 0,1 3-1,0 3 1,-5 4-654,-70 30 338,2 6-1,2 6 0,-11 13-337,113-52 73,1 1-1,0 1 0,2 3 0,1 1 0,1 1 1,-16 18-73,35-30 22,1 0 0,1 1 0,0 0 1,1 1-1,1 1 0,1 0 1,0 0-1,1 1 0,1 0 1,1 1-1,1 0 0,1 0 1,0 0-1,-1 16-22,4-11 11,1 0 0,1 0 0,1 0 0,1-1 0,2 1 0,0 0 0,1-1 0,2 1 0,3 5-11,4 6 16,2 0 0,1-1 0,2-1 1,2-1-1,15 20-16,8 7-2,3-2-1,2-2 1,2-2 0,3-2 0,2-3 0,30 19 2,-48-42-3,1-1 0,1-2 1,1-1-1,1-3 0,0-1 1,1-2-1,1-2 0,1-2 1,0-2-1,0-2 0,3-2 3,2-2 0,1-2 0,0-2 0,-1-2 1,1-3-1,-1-1 0,0-3 0,-1-2 0,0-2 0,0-3 0,-2-1 0,0-3 0,-1-1 1,30-21-1,-41 22 34,-2-2 0,-1-2 1,0-1-1,-2-1 0,-1-2 1,-2 0-1,9-14-34,-17 17 21,-1 0 1,-1-2-1,-1 0 0,-1-1 0,-2-1 1,-1 0-1,-1 0 0,-2-1 1,3-17-22,-3-1 68,-1 0 0,-3 0 0,-2-1 1,-3 0-1,-1 1 0,-2-1 0,-9-39-68,4 46 56,-1 1 0,-2 0 0,-3 1 0,0 0 0,-3 1 0,-1 1 0,-2 0 0,-1 1 0,-3 0-56,-1 5 5,-1 1 0,-2 1 0,-1 2 0,-1 0 0,-1 2-1,-1 2 1,-2 1 0,0 1 0,-29-13-5,41 24-120,-1 2 0,1 0 0,-1 2 0,0 0 0,-1 1 0,0 2 0,0 0 0,-9 1 120,-23 1-1391,1 2 1,0 3-1,-8 3 1391,-81 19-6806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46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1457 125 8738,'0'0'1377,"0"0"397,0 0 141,0 0-406,-30-4-270,3-1-938,-34-5 1165,-1 3 1,-39 1-1467,48 4 485,0 3 1,1 2 0,-1 2-1,1 3 1,0 2 0,-11 5-486,14 2 133,0 2 1,2 3 0,0 1 0,2 2-1,0 2 1,2 2 0,1 2 0,2 2 0,1 1-1,1 2 1,2 2 0,0 4-134,8-8 88,2 2 0,1 1 1,2 1-1,1 1 0,2 1 0,2 1 1,2 1-1,2 0 0,1 1 0,2 0 0,3 1 1,1 0-1,2 0 0,1 10-88,3-12 7,1 0-1,2 0 1,2 0-1,2 0 1,6 19-7,-6-41-6,0 0-1,2 0 1,0 0 0,1-1 0,1 0-1,1-1 1,1 0 0,0 0-1,1-1 1,1-1 0,0-1-1,2 1 7,13 9 3,1-1-1,0-1 0,2-2 0,1-1 0,1-1 0,32 12-2,-5-6 26,2-3 0,0-3 0,40 7-26,-60-18 32,0-2 0,0-1-1,0-3 1,0-1 0,0-2-1,0-2 1,0-2 0,0-2-1,-1-2 1,0-1 0,-1-2-1,22-11-31,-30 9 138,0-1-1,-1-2 0,0-1 0,-2-1 1,0-2-1,-1-1 0,-1-2 0,-2 0 1,0-2-1,-1-1 0,-2-1 1,-1 0-1,-1-2 0,-2-1 0,1-3-137,23-56 265,-4-3-1,-4-1 1,-4-1-1,-4-2 1,-4-1-1,5-66-264,-19 105 87,-1 0 0,-4 0 0,-2 0 0,-3 0 0,-5-31-87,4 76-2,-2 1 1,0 0-1,0 0 0,-1 0 1,-1 0-1,0 1 1,0 0-1,-2 0 0,1 1 1,-2 0-1,1 0 0,-1 1 1,-1 0-1,0 0 0,0 1 1,-9-5 1,-3-3-109,-2 2 1,0 0 0,-1 1 0,0 2-1,-1 0 1,-1 2 0,-18-4 108,2 3-394,-1 2 1,-1 2-1,-32 0 394,-132 1-1486,207 6 1476,-212 2-2922,25 11-2880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50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1416 157 5801,'0'0'2757,"0"0"-570,0 0-487,0 0-818,0 0-238,0-5 183,0 2-629,0 0 0,0 0 0,0 0 0,-1 0 0,0 0-1,1 0 1,-1 0 0,0 0 0,0 0 0,-1 1 0,1-1 0,-1 0 0,1 1 0,-1-1 0,0 1 0,0 0 0,0-1 0,0 1 0,0 0 0,0 0 0,-1 0 0,1 1-1,-1-1 1,1 1 0,-1-1 0,-1 0-198,-11-6 51,-1-1 0,0 2 0,0 0 0,-1 1 0,0 1 0,0 1-1,0 0 1,-16-1-51,-20 0 248,-2 3-1,-11 2-247,22 0 65,1 2 9,0 2 1,0 1-1,1 3 0,0 1 0,0 2 1,1 2-1,0 2 0,1 2 1,1 1-1,-10 8-74,-17 12 174,1 4 1,3 2-1,1 3 1,3 2-1,-20 24-174,57-53 48,2 1-1,0 1 1,-10 16-48,23-29 1,0 1 1,1-1-1,0 1 1,0 0 0,1 0-1,1 0 1,0 0-1,0 1 1,1-1 0,0 1-1,0 4-1,1 3 1,0 1 0,0-1 1,2 0-1,1 0 0,0 1 0,1-1 0,1 0 0,0-1 0,2 1 1,0-1-1,1 0 0,0 0 0,2-1 0,0 0 0,1-1 0,0 0 0,1 0 1,1-1-1,0 0 0,11 8-1,1-2 3,1-1 1,0-2-1,2 0 1,0-1-1,1-2 1,0-1-1,1-1 0,0-2 1,1-1-1,0-1 1,1-1-1,11 0-3,67 6 20,1-4-1,87-4-19,-188-5 0,29 0 0,41 1 5,39-7-5,-92 4 2,0-2-1,-1-1 1,1-1-1,-1-1 1,-1-1 0,14-7-2,-22 8 10,0-2 0,-1 1 1,0-2-1,0 0 1,-1-1-1,0 0 1,-1-1-1,0-1 1,-1 0-1,-1 0 0,0-1 1,0-1-1,0-2-10,0-3 62,-1-1 0,-1 0 0,0-1 0,-2 0 0,0-1 0,-2 1 0,0-1 0,-2 0-1,0 0 1,-2-2-62,2-29 116,-3 0-1,-1 0 0,-4 0 1,-1 0-1,-8-24-115,7 49 37,-1 0 1,-1 1-1,-1 0 1,-2 0-1,0 1 0,-2 1 1,-1 0-1,-1 1 1,-2 1-1,-16-18-37,27 33-33,-1 0 0,0 1 0,0 0 0,-1 1 0,0 0 0,-1 0 0,0 1 0,0 1 0,0-1 0,0 1 0,-1 1 0,0 0 0,0 1 0,0 0 0,0 0 0,-4 1 33,-67-5-1862,0 4 1,-53 6 1861,-10 6-6055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10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1 509 10426,'0'0'2541,"0"0"-973,0 0-365,0 0-23,0 0 254,0 0-50,2 16-137,1 7-822,2 5 949,-2 1 0,0 16-1374,-3-44 204,3-20 1271,-3-149-715,0 167-785,0 1-81,1 41-39,1-18 149,1 1 1,2-1 0,0 0-1,2-1 1,4 9-5,-11-30 1,0-1 1,0 0-1,0 1 0,0-1 1,0 0-1,0 1 1,0-1-1,0 0 1,1 1-1,-1-1 0,0 0 1,0 1-1,0-1 1,1 0-1,-1 0 1,0 1-1,0-1 1,1 0-1,-1 0 0,0 0 1,1 1-1,-1-1 1,0 0-1,0 0 1,1 0-1,-1 0 1,0 0-1,1 0 0,-1 0 1,0 1-1,1-1 1,-1 0-1,0 0 1,1 0-1,-1 0 1,1 0-1,-1-1 0,0 1 1,1 0-1,-1 0 1,0 0-1,1 0 1,-1 0-1,0 0 0,0 0 1,1-1-1,-1 1 1,0 0-1,1 0 1,-1-1-1,0 1 1,0 0-1,1 0 0,-1-1 1,0 1-1,0 0 1,0 0-1,0-1 1,1 1-2,13-21 144,-13 20-133,42-72-369,3 2 1,3 2 0,4 2 0,2 2 0,3 3 0,36-28 357,-7 18-3094,-10 10-3288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13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4 229 5617,'0'0'3874,"0"0"-1525,0 0-477,0 0-491,0 0-297,-1 4 1772,-1 23-2806,2 1 225,0 49-530,1-50 1008,-1-27-720,0 0 0,0 0 0,0 0 0,0 0 0,0 0 0,0 1 0,0-1 0,0 0 0,0 0 0,0 0 0,-1 0 0,1 0 0,0 1 1,0-1-1,0 0 0,0 0 0,0 0 0,0 0 0,0 0 0,0 1 0,0-1 0,0 0 0,0 0 0,0 0 0,0 0 0,0 0 0,0 1 0,0-1 0,1 0 0,-1 0 0,0 0 1,0 0-1,0 0 0,0 0 0,0 1 0,0-1 0,0 0 0,0 0 0,0 0 0,0 0 0,1 0 0,-1 0 0,0 0 0,0 0 0,0 1 0,0-1 0,0 0 0,1 0 0,-1 0 0,0 0 1,0 0-1,0 0 0,0 0 0,0 0 0,1 0 0,-1 0 0,0 0 0,0 0 0,0 0 0,0 0 0,0 0 0,1 0 0,-1 0 0,0 0 0,0 0 0,0 0 0,0-1 0,0 1-33,46-62-133,2 2 1,3 2-1,45-39 133,-4 9-3346,-60 57-1130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23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98 5473,'0'0'723,"0"0"-431,0 0-200,0 0-408,14-8 188,-9 9 8762,0 49-8538,-5-42-81,0 1 0,1 0 0,0-1 1,0 1-1,2 4-15,-2-12 1,-1 0 1,1-1-1,0 1 0,-1 0 1,1 0-1,0-1 1,-1 1-1,1 0 0,0-1 1,0 1-1,0-1 0,-1 1 1,1-1-1,0 1 1,0-1-1,0 1 0,0-1 1,0 0-1,0 0 0,0 1 1,0-1-1,0 0 1,0 0-1,0 0 0,0 0 1,0 0-1,0 0 1,0-1-1,0 1 0,0 0 1,0 0-1,0-1 0,0 1 1,0-1-1,0 0-1,35-15 81,15-22-357,23-24 276,-17 14-1480,-9 7-2401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3:32.53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 9994,'0'0'0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3:33.38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 11378,'0'0'1257,"0"0"-1089,0 0-168,0 0 272,0 0-272,0 0-296,0 0-304,0 51-1513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3:34.59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 11931,'0'0'0,"0"0"-545,0 0-367,0 0-1336,0 0-2177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3:35.31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 13987,'0'0'1824,"0"0"-1456,0 0 497,0 0-561,0 0-304,0 0-56,0 0-2153,25 18-5280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7:59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 13587,'0'0'3653,"0"0"-1237,0 0-719,0 0-785,0 0-517,-6 39 34,-74 497 1943,58-400-1838,4-31 136,5 2 0,1 61-670,15-221 34,2 0 0,10-38-34,4-41-6,-8-26-28,-7 79-93,3 0 1,3 1 0,4 0 0,7-14 126,-21 92-1,23-65-94,-21 60 90,0 0 1,0 0-1,1 1 0,0 0 0,-1-1 1,1 1-1,1 0 0,-1 0 0,1 1 0,-1-1 1,4-1 4,-6 4 1,0 0 1,1 1-1,-1-1 1,1 1-1,-1-1 0,1 1 1,-1-1-1,1 1 1,-1 0-1,1 0 1,-1 0-1,1 0 1,-1 0-1,1 0 0,-1 0 1,1 0-1,-1 0 1,1 1-1,-1-1 1,1 1-1,-1-1 1,1 1-1,-1 0 0,0-1 1,1 1-1,-1 0 1,0 0-1,0 0 1,1 0-1,0 1-1,30 39 104,-31-39-98,27 43 104,-2 2 0,-3 1 0,-1 1 0,-3 0 0,-2 2 0,2 14-110,7 47 97,-5 0 0,1 46-97,-22-152-88,1 5-142,1 1 0,-1-1 0,2 0 0,0 1 0,0-1 0,1 0 0,1 1 230,-8-26-1894,-3 0 593,0 1 0,-1 0 0,0 0 0,-4-3 1301,-16-21-5958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7:59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0 464 14947,'0'0'4793,"0"0"-2624,0 0-1,0 0-1072,0 0-552,0 0-271,0 0-89,190-161-88,-126 111-88,0 5-8,-6 5-545,0 3-535,15-13-736,-12 7-3289,-14 5-3009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8:00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1 150 10218,'0'0'4298,"0"0"-1578,0 0-769,0 0-758,4 25 37,-1-3-916,0 2-36,2 0 1,0 0 0,1 0 0,2-1 0,0 0 0,2 1-279,1-3 138,1 0 0,0-1 0,2-1 0,0 0-1,1-1 1,1 0 0,1-1 0,0-1 0,1-1 0,18 12-138,-24-19 9,0 0 1,0-1-1,1 0 1,0-1 0,0-1-1,0 0 1,1 0-1,-1-2 1,1 0-1,0 0 1,0-1 0,0-1-1,0 0 1,1-1-1,-1-1 1,0 0-1,0-1 1,12-3-10,-21 4 9,0-1 1,0 0-1,0-1 1,-1 1-1,1-1 1,-1 0-1,0 0 0,0-1 1,0 1-1,0-1 1,0 0-1,-1 0 0,0 0 1,0 0-1,0 0 1,0-1-1,0 0 1,-1 1-1,0-1 0,0 0 1,-1 0-1,1 0 1,-1 0-1,0-2-9,4-15 88,-2 0-1,-1 0 1,-1-1 0,0 1-1,-2-2-87,0 8 92,-1 1 0,0-1 0,-2 1 0,1 0 0,-2 0 0,0 0 0,-1 1 0,0 0 0,-1 0 0,-1 0 0,0 1 0,-1 0-1,-1-1-91,-19-22 258,-2 0 0,-2 3 0,-27-23-258,59 56-28,1 0 0,-1 0 0,1-1 0,-1 1 0,1 0 1,0 0-1,-1 0 0,1-1 0,-1 1 0,1 0 0,0-1 1,-1 1-1,1 0 0,0-1 0,-1 1 0,1 0 0,0-1 1,0 1-1,-1 0 0,1-1 0,0 1 0,0-1 0,0 1 1,-1-1-1,1 1 0,0 0 0,0-1 0,0 1 0,0-1 1,0 1-1,0-1 0,0 1 0,0-1 0,0 1 1,0-1-1,0 1 0,0-1 0,1 1 0,-1 0 0,0-1 1,0 1-1,0-1 0,0 1 0,1-1 0,-1 1 0,0 0 1,1-1-1,-1 1 0,0 0 0,1-1 0,-1 1 0,1 0 28,26-6-3420,-15 4 2018,24-5-5186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8:00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2 205 14875,'0'0'3574,"0"26"-812,-1 1-2039,0 8 336,2 1 0,1-1 0,6 31-1059,-1-33 235,2-1 1,0 0 0,2-1-1,2 0 1,1-1-1,1-1 1,1 0 0,2-1-1,1 1-235,-19-29 9,1 1-1,-1-1 1,0 1-1,0-1 1,0 0-1,0 1 1,1-1-1,-1 1 0,0-1 1,1 0-1,-1 1 1,0-1-1,1 0 1,-1 1-1,0-1 1,1 0-1,-1 0 1,0 1-1,1-1 1,-1 0-1,1 0 1,-1 0-1,0 0 1,1 1-1,-1-1 1,1 0-1,-1 0 1,1 0-1,-1 0 1,1 0-1,-1 0 1,1 0-9,3-15 165,-5-33-37,0 42-119,-21-182-1,9 102-16,5-1 0,2-19 8,5 72-1,0 15-22,0 0 0,1 1 0,2-1-1,1-12 24,-3 28-9,1 0 0,0 0 0,-1 0-1,1 0 1,0 0 0,0 0-1,0 0 1,1 0 0,-1 0-1,1 1 1,0-1 0,-1 0 0,1 1-1,0 0 1,1-1 0,-1 1-1,0 0 1,1 0 0,-1 0 0,1 0-1,-1 1 1,1-1 0,0 1-1,0-1 1,0 1 0,0 0-1,0 0 1,2 0 9,-2 1-4,1 0-1,-1 0 0,0 0 1,1 1-1,-1-1 1,0 1-1,0 0 1,1 0-1,-1 0 0,0 0 1,0 1-1,0-1 1,0 1-1,0-1 1,-1 1-1,1 0 0,0 0 1,-1 1-1,0-1 1,1 1-1,-1-1 1,0 1-1,0-1 0,0 1 1,-1 0-1,1 0 1,-1 0-1,1 0 1,0 2 4,4 9 7,-1 0 1,0 0 0,-1 1 0,-1-1 0,0 1 0,0 3-8,1 17 15,-1-1-1,-2 1 1,-1 0 0,-3 10-15,3-33 5,-2 1 0,0-1 1,0-1-1,-2 1 0,1 0 1,-1-1-1,-1 1 0,0-1 1,0 0-1,-1-1 0,-1 0 1,1 0-1,-9 9-5,15-18 2,-1 0 1,0-1 0,1 1-1,-1 0 1,0 0 0,0 0-1,0-1 1,1 1 0,-1 0-1,0-1 1,0 1-1,0-1 1,0 1 0,0-1-1,0 1 1,0-1 0,0 0-1,-1 0 1,1 1 0,0-1-1,0 0 1,0 0-1,-1 0-2,2-1 0,-1 1-1,0-1 1,0 1-1,1-1 0,-1 1 1,0-1-1,1 0 0,-1 0 1,1 1-1,-1-1 1,1 0-1,-1 0 0,1 1 1,0-1-1,-1 0 1,1 0-1,0 0 0,0 0 1,0 0-1,-1 1 0,1-2 1,0-51-226,1 48 207,1-1 0,-1 1 0,1-1 0,0 1 1,0 0-1,1 0 0,0 0 0,0 0 0,0 0 0,0 1 0,1-1 0,-1 1 0,1 0 0,0 0 0,1 1 0,-1-1 1,1 1-1,-1 0 0,1 0 0,0 0 0,0 0 0,0 1 0,1 0 0,-1 0 0,4 0 19,-3 0-1,0 0 0,0 1 0,1 0 0,-1 0 0,0 0 0,1 1 0,-1 0 0,0 0 0,1 0 0,-1 1 0,0 0 0,1 0 0,-1 1 0,0 0 0,0 0 0,0 0 0,0 1 0,-1 0 0,1 0 0,-1 0 0,1 1 0,3 3 1,1 5 38,0 0-1,-1 0 0,0 1 0,-1 0 0,0 1 0,-1 0 0,-1 0 0,0 1 0,-1-1 1,0 1-1,-1 0 0,-1 1 0,0-1 0,0 12-37,-2-10 98,0-1 0,-1 0-1,0 1 1,-1-1 0,-1 0 0,-1 1-1,0-1 1,-1 0 0,-1-1 0,0 1-1,-1-1 1,-1 0 0,0-1 0,-2 2-98,0-3 86,-1 1 0,0-2 1,-1 1-1,-1-1 0,0-1 0,-1 0-86,7-5 2,0-1 0,-1-1-1,0 1 1,0-1-1,0-1 1,-1 1 0,1-1-1,-1-1 1,0 1 0,0-1-1,0 0 1,0-1 0,-1 0-2,8-1-46,0 0 0,1 0 0,-1 1 0,0-1 0,0 0 0,0-1 0,0 1 0,1 0 0,-1 0 0,0 0 1,0 0-1,0-1 0,1 1 0,-1 0 0,0-1 0,0 1 0,1 0 0,-1-1 0,0 1 0,1-1 0,-1 1 0,1-1 1,-1 1-1,0-1 0,1 0 0,-1 1 0,1-1 0,-1 0 0,1 1 0,0-1 0,-1 0 0,1 0 0,0 1 0,0-1 1,-1 0 45,1-3-200,0 1 1,0 0 0,0 0 0,0 0 0,0 0 0,1 0 0,-1 0-1,1 0 1,1-3 199,2-4-735,0 0 0,0 0 0,1 0 0,1 1-1,3-5 736,22-26-5422,10-6-6455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8:00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115 788 9778,'0'0'2947,"0"0"534,0 0-594,-12-31-877,-4-6-1463,3 7-86,1 0 0,2-2 0,0 1 0,3-1-1,-1-7-460,-3-28 1589,-3-66-1589,13 111 107,1 0-1,0 0 1,2 0 0,1 0-1,0 1 1,2-1 0,0 1-1,2-1-106,-3 12 41,0 0 0,1 0 0,1 1 0,-1 0 0,2 0 0,-1 1 0,1 0 0,0 0 0,1 0 0,7-5-41,-12 10 11,1 1-1,-1-1 0,1 0 1,0 1-1,0 0 1,0 0-1,0 0 1,1 0-1,-1 1 1,0-1-1,1 1 0,-1 0 1,1 1-1,-1-1 1,1 1-1,0 0 1,-1 0-1,1 0 1,-1 1-1,1-1 1,-1 1-1,1 0 0,-1 1 1,0-1-1,1 1 1,2 1-11,1 2 7,-1 1 1,0 0 0,0 0-1,-1 0 1,0 0 0,0 1-1,0 0 1,-1 1 0,0-1-1,0 1 1,-1 0 0,1 3-8,10 22 82,0 2 0,2 13-82,0 16 77,-2 0-1,-3 2 1,-3-1 0,-1 22-77,16 116-799,-24-203 696,0 1-1,0 0 1,0-1 0,0 1 0,0 0-1,1 0 1,-1-1 0,0 1 0,0 0-1,0-1 1,1 1 0,-1 0 0,0-1-1,1 1 1,-1 0 0,0-1 0,1 1 0,-1-1-1,1 1 1,-1-1 0,1 1 0,-1-1-1,1 1 1,-1-1 0,1 1 0,0-1-1,-1 0 1,1 1 0,0-1 0,-1 0 0,1 1-1,0-1 1,-1 0 0,1 0 0,0 0-1,0 0 1,-1 0 0,1 0 0,0 0-1,-1 0 1,1 0 0,0 0 0,0 0 0,-1 0-1,1 0 1,0-1 0,-1 1 0,1 0-1,0-1 1,-1 1 0,1 0 0,-1-1-1,1 1 1,0-1 103,10-16-5240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8:06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32 11122,'0'0'2829,"0"0"-497,0 0 68,0 0-675,0 0-602,0 0-380,-26-5-176,7 0-464,-3-1 91,0 1 0,-1 1 1,1 1-1,-1 1 0,0 1 1,0 0-1,-20 4-194,33-1 31,0 1 1,-1 1-1,1 0 0,1 0 1,-1 1-1,1 0 0,0 0 1,0 1-1,0 0 0,1 1 1,0 0-1,0 1 0,1-1 1,-1 1-1,2 1 0,-1-1 1,1 1-1,1 0 1,0 1-1,0-1 0,1 1 1,-2 5-32,-3 9-1,1 1 1,1 1 0,1 0-1,1-1 1,2 2-1,0-1 1,2 0 0,1 16 0,0-32 0,1 1 1,0 0-1,0 0 1,1-1-1,1 1 1,0-1-1,0 0 1,1 0-1,0 0 1,1 0-1,0 0 1,0-1-1,1 0 1,0 0-1,1-1 1,0 0-1,0 0 1,1 0-1,0-1 1,0 0 0,1-1-1,0 0 1,0 0-1,1-1 1,-1 0-1,1 0 1,0-1-1,0-1 1,0 0-1,1 0 1,7 1-1,3-1 35,1 0 0,0-1 0,0-1 0,-1-1 0,1 0 0,0-2 0,0-1 0,-1-1 0,1 0 0,18-8-35,-30 8-223,0 0 0,0 0-1,0-1 1,0 0 0,-1-1 0,0 0-1,0 0 1,-1-1 0,0 0 0,0-1-1,-1 0 1,1 0 0,-2-1 0,1 1-1,-1-1 1,-1-1 0,0 1 0,0-1-1,0 0 1,-2 0 0,1 0 0,1-8 223,3-26-5409,-4 3-5211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8:09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1 232,'0'0'10132,"0"0"-6109,0 0-1621,0 0-498,0 0-647,0 0-473,-8 0-244,3 0-476,0 0 0,0 0 1,0 1-1,0 0 0,0 0 1,0 0-1,0 1 0,0-1 0,0 1 1,1 0-1,-1 1 0,1-1 1,-1 1-1,1 0 0,0 0 0,0 0 1,0 1-1,0-1 0,1 1 1,-2 1-66,-8 13 61,0 0-1,0 1 1,2 0-1,0 1 1,2 0-1,0 1 0,1 0 1,-1 8-60,0 1 75,2 1 1,1 0 0,2 1-1,1-1 1,1 21-76,2-51 3,0 0 0,0 0-1,0 0 1,0 0 0,1 0 0,-1-1 0,0 1 0,1 0-1,-1 0 1,0 0 0,1-1 0,-1 1 0,1 0-1,-1 0 1,1-1 0,0 1 0,-1-1 0,1 1 0,0 0-1,-1-1 1,1 1 0,0-1 0,0 0 0,-1 1-1,1-1 1,0 1 0,0-1-3,32 6 217,-23-6-124,0-1 0,0 0 0,0 0 0,0-1 0,7-2-93,9-6-552,0-2 1,-1 0-1,1-2 552,7-4-3363,-8 5-2475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8:09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15011,'0'0'2209,"0"0"-841,0 0 504,0 0-1079,0 0-473,0 0 72,0 0-232,159 0-112,-112-8-48,9 3-1016,-11 0-2081,-12 5-4289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8:10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0 161 13731,'0'0'4145,"0"0"-2521,0 0 865,0 0-1121,0 0-584,0 0-168,0 0-328,184-40-192,-123 23-96,6-1-48,39-12-728,-17 3-1296,-5-1-4658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8:10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0 12643,'0'0'2590,"0"0"-257,-29 7-435,-98 25-818,118-29-1005,-1 1-1,1 0 0,1 0 0,-1 1 0,0 0 1,1 0-1,0 1 0,1 0 0,-1 1 0,1 0 1,0 0-1,1 0 0,0 1 0,0 0 0,0 0 1,1 1-1,1-1 0,-1 1 0,1 0 1,1 0-1,0 1 0,0-1 0,0 1 0,2-1 1,-1 1-1,1 0 0,0 0 0,1 5-74,0-12 11,-1 0-1,1 0 1,0 0-1,0 0 0,0 0 1,0 0-1,0 0 1,1 1-1,-1-1 1,1 0-1,0 0 1,0 0-1,0-1 1,0 1-1,1 0 1,-1 0-1,1-1 0,0 1 1,0 0-1,-1-1 1,2 0-1,-1 1 1,0-1-1,0 0 1,1 0-1,-1-1 1,1 1-1,0 0 0,-1-1 1,1 1-1,0-1 1,0 0-1,0 0 1,0 0-1,0 0 1,0-1-1,0 1 1,3-1-11,11 2 15,1 0 1,0-1-1,0-2 1,0 1 0,0-2-1,0-1 1,0 0-1,0-1 1,-1 0 0,15-8-16,-21 9-21,-1-1 1,-1-1-1,1 0 1,-1 0-1,0-1 1,0 0-1,0-1 1,-1 0 0,0 0-1,0-1 1,-1 0-1,0 0 1,0-1-1,-1 1 1,0-2-1,-1 1 1,0 0 0,4-11 20,-7 10-25,1 1 1,-2-2 0,1 1-1,-1 0 1,-1-2 24,-4-20 380,3 31-316,1 1 1,0-1 0,-1 0-1,1 0 1,0 1 0,-1-1 0,1 0-1,-1 0 1,1 1 0,-1-1-1,0 1 1,1-1 0,-1 1 0,0-1-1,1 1 1,-1-1 0,0 1-1,1-1 1,-1 1 0,0 0-1,0-1 1,0 1 0,1 0 0,-1 0-1,0-1 1,0 1 0,0 0-1,0 0-64,0 14 823,3 26-358,2 0 0,1 0 0,2-1 0,9 28-465,54 155 1481,-65-208-1456,7 25 68,-9-23-121,2-1 0,0 0 1,1 0-1,1-1 0,0 0 1,4 5 27,-11-18-69,0-1 1,0 0-1,1 0 1,-1 1-1,0-1 0,0 0 1,1 0-1,-1 0 1,0 1-1,0-1 1,1 0-1,-1 0 0,0 0 1,1 0-1,-1 1 1,0-1-1,1 0 1,-1 0-1,0 0 0,1 0 1,-1 0-1,0 0 1,1 0-1,-1 0 1,0 0-1,1 0 0,-1 0 1,0 0-1,1 0 1,-1-1-1,0 1 1,1 0-1,-1 0 0,0 0 1,1 0-1,-1-1 1,0 1-1,0 0 1,1 0-1,-1 0 0,0-1 1,0 1-1,1 0 1,-1-1-1,0 1 1,0 0-1,0 0 0,0-1 1,1 1-1,-1 0 69,8-17-2802,0-2-2524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8:10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74 13235,'0'0'2338,"0"0"-606,0 0 679,-1 27-808,1 3-1189,0 0-1,5 23-413,-4-49 44,0-1 0,0 1-1,0-1 1,0 1 0,1-1 0,-1 0-1,1 1 1,0-1 0,0 0 0,0 0-1,0-1 1,1 1 0,-1 0 0,1-1-1,-1 1 1,1-1 0,0 0 0,0 0-1,0 0 1,1 0 0,-1-1 0,0 1-1,4 0-43,3 2 130,2-2 0,-1 1 0,0-1-1,0-1 1,1 0 0,0-1-130,-5 1 83,13 0 27,0-1 0,0 0-1,0-2 1,-1 0 0,1-1-1,-1-1 1,14-4-110,-28 6 38,1 0 0,-1 1 0,0-2 0,0 1 0,0 0 0,0-1 0,-1 0 0,1 0 0,-1-1 0,0 1 0,0-1 0,0 0 0,0 0 0,0 0-1,-1-1 1,0 1 0,0-1 0,0 0 0,-1 1 0,1-1 0,-1-1 0,0 1 0,-1 0 0,1 0 0,-1-1 0,0 1 0,0-1 0,-1 1 0,1-4-38,-2 5 36,0 0 0,1-1-1,-1 1 1,0 0 0,-1 0 0,1 0 0,-1 0 0,0 0 0,0 0-1,0 0 1,-1 1 0,1-1 0,-1 1 0,0 0 0,0-1 0,0 1-1,0 0 1,0 1 0,-1-1 0,1 1 0,-1-1 0,0 1 0,0 0-1,0 0-35,-16-7 58,0 0 0,-1 1 0,1 1 0,-6 0-58,23 7 9,-35-9-267,-2 2-1,1 2 0,0 1 1,-1 3-1,-14 1 259,52 0-114,1 0 1,-1 0-1,1 0 1,-1 0-1,1 1 1,-1-1-1,1 0 1,-1 1-1,1-1 1,0 1-1,-1-1 1,1 1-1,0 0 1,-1 0-1,0 0 114,-1 8-2666,9 5-3365,12 1-7724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18:11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68 14283,'0'0'2237,"0"0"-697,-9 22 335,0-3-1495,1-4-131,2 0-1,-1 1 1,2 0-1,0 0 1,1 0-1,0 1 1,1-1-1,0 14-248,2-8 356,0-1-58,0 0 0,1 0 0,1 0 0,1 0 0,3 7-298,-5-24 31,1 1 0,0-1 0,1 0 0,-1 0 0,1 0 0,0 0-1,0 0 1,0 0 0,0 0 0,1-1 0,-1 1 0,1-1 0,0 1 0,0-1 0,0 0 0,1 0 0,-1-1 0,1 1 0,-1-1 0,1 0-1,0 1 1,0-2 0,0 1 0,0 0 0,0-1 0,1 0 0,3 1-31,3-1 53,1 0 0,0-1 1,-1-1-1,1 0 0,-1 0 0,1-1 0,-1 0 1,1-1-1,-1-1 0,0 0 0,0 0 0,-1-1 1,1 0-1,-1-1 0,0 0 0,-1-1 0,1 0 0,-1 0 1,-1-1-1,1 0 0,-1-1 0,6-7-53,-3 3 56,-1-1 0,0 1 0,-1-1-1,-1-1 1,0 0 0,-1 0 0,0 0 0,-1-1-1,-1 0 1,-1 0 0,0-1 0,-1 1 0,-1-1-1,0 0 1,-1-11-56,-1 22 39,-1 1 0,0-1 0,0 0 0,0 1 0,0-1 0,-1 1 0,0 0 0,0-1 0,-1 1 0,1 0 0,-1 0 0,0 0 0,0 1 0,-1-1 0,0 1 0,1 0 0,-1 0 0,-1 0 0,1 0 0,0 1 0,-1 0 0,0 0 0,0 0 0,0 0 0,-3-1-39,-7-1 3,0 0 0,-1 0-1,1 2 1,-1 0-1,0 0 1,0 2 0,0 0-1,-10 1-2,12 0-138,-1 1-1,0 1 1,0 0 0,0 1-1,1 0 1,-1 2-1,1-1 1,0 2-1,-11 6 139,-12 8-1707,2 2-1,-28 24 1708,49-36-612,-77 61-6643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32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469 158 10442,'0'0'1989,"0"0"198,0 0-317,0 0-472,0 0-225,0 0-133,-7-13-152,-1-4-357,-2 0 0,0 1 0,-1 0 0,-4-5-531,11 16 87,0 1 0,0-1 0,0 1 0,0 0 0,-1 0 0,0 0 0,0 0-1,0 1 1,0 0 0,0 0 0,-1 1 0,0-1 0,1 1 0,-1 0 0,0 1 0,0-1 0,0 1 0,0 0 0,0 1-87,-3-1 0,0 1 0,1 0 0,-1 1 0,0 0 0,1 1 0,-1-1 0,1 2 0,0-1 0,0 1 0,0 0 0,0 1 0,0 0 0,1 0 0,-1 1 0,1 0 0,0 0 0,1 0 0,-1 1 0,1 0 0,-2 3 0,-7 8 9,0 1 0,2 1 0,0 0 1,1 1-1,0 1 0,2 0 0,1 0 1,0 1-1,2 0 0,0 0 1,2 1-1,0-1 0,2 1 0,0 1 1,2-1-1,0 0 0,2 0 0,0 1 1,4 12-10,-3-29 4,0-1 1,0 1-1,1-1 1,0 0-1,0 0 1,1 0-1,-1 0 1,1-1-1,1 1 1,-1-1-1,1 0 1,0-1-1,0 1 1,0-1-1,1 0 1,-1 0-1,1 0 1,0-1 0,0 0-1,1 0 1,-1-1-1,0 1 1,1-1-1,4 0-4,-2 1 13,0-1-1,1 0 0,-1-1 1,1 0-1,-1 0 1,1-1-1,-1 0 1,1-1-1,-1 0 1,1 0-1,-1-1 1,0 0-1,1-1 0,-1 0 1,0 0-1,-1-1 1,4-2-13,-2-1 20,0-1 0,0 0 1,-1-1-1,-1 0 0,1 0 1,-1-1-1,-1 0 0,0 0 0,0-1 1,-1 0-1,0 0 0,-1 0 1,-1-1-1,1 0 0,-2 0 1,0 0-1,1-6-20,2-19 62,-2 0-1,-1-1 1,-2 1 0,-2 0-1,-2-9-61,1 34 60,0 1-1,0 0 0,-1 0 1,-1 0-1,0 1 1,0-1-1,-1 1 0,-5-8-59,-20-51 994,44 155-853,0-16 99,0 21-240,-9-50 55,1 0-1,2-1 1,2 0 0,1-1-1,2 0 1,4 3-55,-15-38 10,-1 0 1,1-1-1,1 1 1,-1 0-1,1-1 0,-1 1 1,1-1-1,0 0 0,0 0 1,0 0-1,1 0 1,-1-1-1,1 1 0,-1-1 1,1 0-1,0 0 1,0 0-1,0-1 0,0 1 1,0-1-1,0 0 1,2 0-11,0-1-79,0 1 1,-1-2-1,1 1 1,0-1 0,-1 0-1,1 0 1,0 0-1,-1-1 1,1 0 0,-1 0-1,0 0 1,0-1 0,1 1-1,-2-1 1,1-1-1,1 0 79,-3 2-600,5-5 8,-7 0-6145,-1 4-4444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39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11843,'0'0'1612,"0"24"552,6 100 4523,19 102-6687,-4-125 875,-11-57-499,-1 0 0,-2 1-376,-7-43-49,0-1-1,0 0 1,1 0-1,-1 0 1,0 1-1,0-1 1,0 0-1,0 0 1,0 1-1,-1-1 1,1 0-1,0 0 0,0 0 1,-1 0-1,1 1 1,-1-1-1,1 0 1,-1 0-1,0 0 1,1 0-1,-1 0 1,0 0-1,1 0 1,-1 0-1,0 0 1,0-1-1,0 1 1,0 0-1,0 0 1,-1 0 49,-2 0-506,0 0 0,0-1 0,0 1 0,0-1 0,0 0-1,0 0 1,0 0 0,-3 0 506,-9-1-2129,-12 1-6467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40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0 306 14715,'0'0'4737,"0"0"-2936,0 0 95,0 0-976,0 0-488,136-138-232,-83 100-112,0 3-88,3 8-120,27-3-792,-13 10-1176,-6 2-4922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40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1 206 9250,'0'0'3594,"0"0"-1656,0 0 201,0 0-820,4-23-700,19-75-222,-21 93-348,0 0 0,0 0 0,0 1-1,1-1 1,-1 1 0,1-1 0,0 1 0,1 0 0,-1 0 0,1 0-1,-1 0 1,1 1 0,0 0 0,1 0 0,-1 0 0,0 0-1,1 0 1,0 1 0,-1 0 0,1 0 0,0 0 0,0 1 0,0-1-1,0 1 1,0 1 0,1-1 0,-1 1 0,0-1 0,0 2-1,1-1 1,-1 0 0,0 1 0,0 0 0,0 0 0,0 1 0,0-1-1,0 1 1,0 0 0,0 1 0,-1-1 0,1 1 0,-1 0-1,0 0 1,0 0 0,0 0 0,0 1 0,0 0 0,2 3-49,4 8 89,0 0 0,-2 1-1,1 0 1,-2 0 0,0 1 0,-1 0 0,-1 0 0,0 0 0,-1 1 0,-1 0 0,-1 0 0,-1 0 0,0 0 0,-1 0 0,-1 0 0,-1 0 0,-2 8-89,2-9 83,-2 0 1,0 0-1,-1 0 1,0-1 0,-2 1-1,0-2 1,0 1-1,-2-1 1,0 0 0,0 0-1,-2-1 1,0-1-1,0 0 1,-1 0-1,-1-1 1,0-1 0,0 0-1,-3 1-83,13-10 42,-1 0 0,1 0 0,-1 0 1,0 0-1,0-1 0,0 1 0,0-1 0,0 0 0,0 0 0,0 0 0,0-1 0,0 1 0,-1-1 0,1 0 0,0-1 0,0 1 0,-2-1-41,4 1 13,0-1 1,0 0 0,0 0 0,0 0 0,0 0 0,0-1 0,0 1-1,0 0 1,1-1 0,-1 1 0,1-1 0,-1 0 0,1 1 0,-1-1 0,1 0-1,0 0 1,0 0 0,0 0 0,0 0 0,0 0 0,0 0 0,1 0 0,-1 0-1,1-1 1,-1 1 0,1 0 0,0 0 0,0 0 0,0-1 0,0 1-1,0-1-13,1 2 3,-1 0 1,1 0 0,-1 0 0,1 1 0,-1-1 0,1 0 0,0 0 0,-1 1 0,1-1-1,0 0 1,0 1 0,0-1 0,0 1 0,-1-1 0,1 1 0,0-1 0,0 1 0,0 0 0,0-1-1,0 1 1,0 0 0,0 0 0,0 0 0,0 0 0,0 0 0,0 0 0,0 0 0,0 0-1,0 0 1,0 0 0,0 0 0,0 1 0,0-1 0,1 1-5,5-1 22,12-1 13,-1 1 1,1 1 0,0 1 0,0 0-1,-1 1 1,1 1 0,-1 1-1,0 1 1,0 0 0,9 6-36,-15-6-597,1 0 0,-1 0 0,1-1 1,1 0-1,4 0 597,-11-4-1287,1 0 0,0-1 0,-1 1 1,1-2-1,0 1 0,4-2 1287,27-6-10081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41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11018,'0'0'2109,"0"0"407,24-18-475,77-58-764,-98 74-1234,0-1 0,0 1 0,0 0 0,1 0-1,-1 0 1,1 1 0,0-1 0,-1 1 0,1 0-1,0 0 1,0 0 0,0 0 0,0 1 0,-1-1-1,1 1 1,0 0 0,0 0 0,4 1-43,-6 0 41,0 0 0,0 1 0,0-1 0,0 0 1,0 1-1,0-1 0,0 1 0,-1-1 0,1 1 0,-1 0 0,1 0 1,-1 0-1,1 0 0,-1 0 0,0 0 0,0 0 0,0 0 0,0 0 1,-1 1-1,1-1 0,0 2-41,1 11 272,0 0 0,-1 0 0,0 0 0,-1 0-1,-1 0 1,-2 14-272,-3-5 212,-1 1 0,-1-2-1,-1 1 1,-2-1-1,0 0 1,-12 17-212,30-44-9,0 0 0,0 0 0,0 0-1,1 1 1,0 0 0,0 1 0,0-1 0,0 2 0,0-1 0,0 1-1,0 0 1,0 1 0,1 0 0,-1 0 0,0 1 0,0 0 0,8 2 8,-10-2 6,0 1 0,0 0 0,0 0-1,-1 0 1,1 1 0,-1 0-1,0 0 1,1 0 0,-1 1 0,-1 0-1,1 0 1,0 0 0,-1 0-1,0 1 1,0 0 0,-1 0-1,1 0 1,-1 0 0,0 0 0,0 1-1,-1-1 1,1 1 0,-1 0-1,0 1-4,1 3 98,-1-1 0,0 0 0,-1 1 0,0 0-1,0-1 1,-1 1 0,0 0 0,-1-1 0,0 1 0,0 0-1,-1-1 1,-3 8-98,3-10 71,-1-1 0,-1 1-1,1-1 1,-1 0 0,0 0 0,0 0-1,-1 0 1,0-1 0,0 0 0,0 0-1,0 0 1,-1 0 0,0-1 0,0 0-1,0 0 1,0-1 0,-2 1-71,-5 1 14,0 0 1,0-1-1,0 0 1,-1-1-1,1 0 1,-1-1-1,1-1 1,-1 0-1,0-1 1,0-1-1,1 0 0,-1 0 1,-2-2-15,15 3-39,-1 0 0,1-1 0,-1 1-1,1 0 1,-1-1 0,1 0 0,0 1 0,-1-1 0,1 0 0,0 1 0,-1-1 0,1 0-1,0 0 1,0 0 0,0 0 0,0 0 0,0-1 0,0 1 0,0 0 0,-1-1 39,2 0-84,0 1 1,0 0 0,0 0 0,0 0-1,0 0 1,0 0 0,0 0 0,0 0 0,0 0-1,1 0 1,-1 0 0,0 0 0,1 0-1,-1 0 1,1 0 0,-1 0 0,1 0-1,-1 1 1,1-1 0,0 0 0,-1 0-1,1 0 84,5-4-1172,-1 0-1,1 0 0,0 0 0,0 1 0,0 0 0,1 0 0,1 0 1173,33-18-12410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41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 16492,'0'0'2968,"0"0"-785,0 0-722,0 0-615,0 0-496,0 0-181,-6-1-77,-6 2-51,1 0-1,0 1 0,0 0 0,0 1 1,0 0-1,0 0 0,-7 5-40,-44 11 88,36-14-44,0-1 1,0-1 0,0-2-1,-12 0-44,37-1-146,4 0-156,47 0-713,40 0-1531,-30-5-2844,-6-5-5127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41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15307,'0'0'2897,"0"0"-609,0 0-631,0 0-321,0 0-248,181 92-112,-122-39-87,-9-1-561,-3 1-168,-11-5-112,-8-8-48,-6-8 0,-8-7-144,-5-10-320,-7-5-449,-2-10-327,0 0-680,0 0-4818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4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0 11346,'0'0'6528,"0"0"-3786,0 0-901,0 0-756,-14 24-502,-145 288 1746,46-99-1413,17-33-1740,110-190-2109,11-7-2199,3-3-4427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51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 4609,'0'0'2236,"0"0"-681,0 0-480,0 0-493,0 0-350,0 0-156,-39 30 4882,25-16-4831,0 0 682,1 1-1,0 0 0,-7 12-808,16-20 83,1-1 0,-1 0 0,1 1 0,1-1-1,-1 1 1,1 0 0,1 0 0,-1 0 0,1 0 0,0 0 0,1 0-1,-1 3-82,1 3 2,0 3 8,0-1 0,1 1 0,0 0 0,1-1 0,4 15-10,-5-27 2,0 0-1,0 0 0,0 0 0,1 0 0,-1 0 0,1 0 1,-1 0-1,1-1 0,0 1 0,0 0 0,0-1 0,1 0 0,-1 1 1,1-1-1,-1 0 0,1 0 0,-1 0 0,1-1 0,0 1 1,0-1-1,0 1 0,0-1 0,0 0 0,0 0 0,1 0 1,-1-1-1,0 1 0,0-1 0,1 0 0,-1 0 0,0 0-1,2 0 32,0-1-1,0 1 1,1-1-1,-1-1 1,-1 1-1,1-1 1,0 0-1,0 0 1,0 0-1,-1 0 1,0-1-1,1 0 1,-1 0-1,0 0 1,0-1-1,0 1 1,1-3-32,1 1-513,-1 0 0,1 0 0,0 1 0,0-1 0,0 2 1,0-1-1,1 1 0,4-3 513,-1 4-3230,-2 2-2313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52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13 6465,'0'0'2077,"0"0"-492,0 0-328,0 0-505,0 0-296,0 0 19,-15-13 3012,8 13-3381,0 1 0,1-1 0,-1 1 1,0 1-1,0-1 0,1 1 0,-1 0 0,1 1 0,0-1 0,-1 1 0,1 1 0,0-1 0,1 1 0,-1 0 0,1 0 1,-1 1-1,1 0 0,1 0 0,-1 0 0,1 0 0,0 1 0,0 0-106,-2 1 68,0 2 0,1-1 0,0 0 0,1 1 0,0 0 0,0 0 0,1 0 0,0 1-1,0-1 1,1 1 0,1-1 0,-1 8-68,0 16-16,1 0 1,2 0-1,2 3 16,-3-35 4,0 1-3,0-1-1,1 1 1,-1 0-1,0-1 1,1 1-1,-1-1 0,1 1 1,-1-1-1,1 0 1,0 1-1,0-1 1,-1 1-1,1-1 1,0 0-1,0 0 1,0 1-1,1-1 1,-1 0-1,0 0 1,0 0-1,0 0 1,1-1-1,-1 1 0,2 1 0,1-1-9,0 1 0,0-1 0,1 0-1,-1-1 1,0 1 0,1 0 0,-1-1-1,0 0 1,4-1 9,7 0-641,0-1 0,0-1 0,0 0 0,14-6 641,10-6-4396,-7 3-4031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53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11859,'0'0'3498,"0"0"-1266,0 0-646,0 0-623,0 0-325,0 0 239,4 26 160,26 179 620,-18-115-1087,60 394-47,-71-480-3787,0-11 722,-3-14-4079,-10-2-5120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54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13115,'0'0'2664,"0"0"-1535,0 0 311,0 0 104,203-63-872,-111 41-288,-8 2-215,-12 7-169,-16 8-48,-17 5-857,-12 0-1503,-10 0-1889,-11 5-8426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5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16 6873,'0'0'5028,"0"0"-2266,0 0-564,0 0-450,0 0-410,0 0-269,0-16 905,-2 49-1593,-2-1 0,-1 0 0,-1 0 0,-2 0 0,-5 10-381,0 3 11,2 1 0,1 8-11,9-52-2,1-1 0,-1 1 0,1 0 0,0 0 0,0 0 0,-1 0 0,1-1 0,0 1 1,1 0-1,-1 0 0,0 0 0,0 0 0,1-1 0,-1 1 0,1 0 0,0 0 0,-1-1 0,1 1 0,0 0 0,0-1 0,0 1 0,0-1 0,0 1 0,0-1 0,1 1 0,-1-1 0,0 0 0,2 1 2,2 0 1,0-1 0,0 1 0,0-1 0,0-1 0,0 1 0,1-1 0,-1 1 0,0-2 0,3 1-1,4 0 46,4 0 12,10 1-37,-1-1-1,0-2 1,0 0 0,0-1 0,0-2 0,21-6-21,-24 4-499,12-5-1609,-12 0-2217,-10 2-2000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0:59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10490,'0'0'4152,"0"0"-2206,0 0-704,0 0-179,0 0 291,1 27 26,9 181 755,-8-59-887,-1-46-895,5 0 0,5 14-353,-4-97-471,-7-19 420,1-1-1,-1 0 1,0 0 0,0 0-1,1 0 1,-1 1-1,0-1 1,1 0 0,-1 0-1,0 0 1,0 0 0,1 0-1,-1 0 1,0 0-1,1 0 1,-1 0 0,0 0-1,1 0 1,-1 0 0,0 0-1,0 0 1,1 0-1,-1 0 1,0 0 0,1 0-1,-1-1 1,0 1-1,0 0 1,1 0 0,-1 0-1,0 0 1,0-1 0,1 1-1,-1 0 1,0 0 51,3-3-833,-1 0-1,0 0 1,1 0 0,-1 0-1,0-1 1,-1 1 0,1 0 0,-1-1-1,1 0 834,11-32-12314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0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22 7826,'0'0'4515,"0"0"-2253,0 0-167,0 0-875,0 0-693,25-5-185,77-11 23,-99 15-340,-1 1 0,1 0 0,0 0-1,-1 1 1,1-1 0,0 1 0,-1-1 0,1 1 0,-1 0-1,1 0 1,-1 0 0,1 0 0,-1 0 0,1 0 0,-1 1-1,0-1 1,0 1 0,0 0 0,0 0 0,0-1 0,0 1-1,1 2-24,0 1 83,0 1 0,0-1 0,0 1-1,-1 0 1,0 0 0,0-1-1,0 4-82,0-2 94,1 6 3,0 0 1,0 0-1,-2 1 1,1-1-1,-2 0 0,0 1 1,0-1-1,-2 0 1,1 0-1,-2 1 0,0-1 1,0-1-1,-1 1 1,-1 0-1,0-1 1,0 0-1,-6 7-97,-13 21 200,-3-1-1,-1-2 1,-2-1 0,-16 14-200,-51 65 459,103-113-203,-1-1-1,1 0 1,0 0-1,0 0 1,-1-1-1,1 1 1,0-1-1,4-1-255,-9 1 54,234-10-509,-224 9-355,0-1-1,0 0 1,0 0 0,0-1 0,0 0-1,0-1 1,8-5 810,-4 4-2088,32-17-7782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00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15139,'0'0'3721,"0"0"-2329,0 0 177,0 0-681,0 0-448,0 0-288,187-15-56,-145 15-88,-3 0-8,-9 0-560,-5 0-1649,-8 13-3152,-9-1-7025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0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12883,'0'0'4105,"0"0"-1897,0 0-151,0 0-729,0 0-648,0 0-192,0 0-88,89-22-208,-39 9-192,8 1 0,26-3-720,-12 2-1304,-5-2-4826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01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 11626,'0'0'2378,"0"0"-385,-28 0 367,-94 1-797,115-1-1450,-1 1 0,1-1-1,0 1 1,-1 1 0,1-1 0,0 1-1,0 1 1,0-1 0,0 1 0,0 1-1,1-1 1,-1 1 0,1 0-1,0 0 1,0 1 0,1 0 0,-1 0-1,1 0 1,0 1 0,0 0-113,0 2 78,1 1 0,-1-1 0,1 1 1,1 0-1,0 0 0,0 0 0,1 0 1,0 0-1,1 1 0,0-1 0,0 1 0,1-1 1,0 2-79,0-8 5,0 0 1,0 0 0,1 0-1,-1 0 1,1 0 0,0 0 0,-1 0-1,1 0 1,1 0 0,-1-1 0,0 1-1,1 0 1,-1-1 0,1 1-1,0-1 1,0 1 0,0-1 0,0 0-1,2 2-5,1-1 5,0 1 0,1-1 1,-1 0-1,0 0 0,1-1 0,0 0 0,-1 0 0,1 0 0,0-1 0,1 1-5,10 0-24,1 0 0,-1-1 0,0 0 0,1-1 0,-1-2-1,0 1 1,2-2 24,-13 1-42,1 1 1,-1-1-1,0 0 0,0-1 0,0 1 0,0-1 1,0 0-1,-1-1 0,1 0 0,-1 1 0,0-2 0,0 1 1,0-1-1,0 1 0,-1-1 0,0 0 0,0-1 1,-1 1-1,1-1 0,-1 0 0,1-3 42,2-5 68,-1 0 0,0 0 0,-1-1 0,-1 1 0,-1-1 0,0 0 0,0 0 0,-2-14-68,11 47 838,10 62 731,-4 2-1,6 73-1568,-1-5 608,-17-112-404,6 32-1850,-10-67 1213,0 0 1,1 1 0,-1-1 0,1 0 0,-1 0 0,1 0 0,0 0 0,0 0-1,1-1 1,-1 1 0,1-1 432,7 5-5200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01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0 192 10202,'0'0'2423,"0"0"-478,0 0 349,0 0-533,1 24-496,6 76-300,-7-96-920,1-1 0,0 1 0,0-1-1,1 0 1,-1 1 0,1-1 0,-1 0 0,1 0 0,0 0 0,0 0-1,1 0 1,-1 0 0,0-1 0,1 1 0,0-1 0,0 0-1,-1 1 1,1-1 0,1-1 0,-1 1 0,0 0 0,0-1-1,1 1 1,-1-1 0,3 1-45,6 0 111,0 0 0,0 0-1,0-1 1,-1-1 0,1 0 0,3 0-111,-10 0 55,2-1-22,0 0 0,1 0 1,-1-1-1,-1 1 0,1-1 1,0-1-1,0 1 0,-1-1 1,1-1-1,-1 1 1,0-1-1,0 0 0,0 0 1,-1-1-1,1 0 0,-1 0 1,0 0-1,-1 0 0,1-1 1,-1 0-1,0 0 0,-1 0 1,1 0-1,0-3-33,-1 3 78,-1 0-1,0 0 0,0 0 1,0 0-1,0 0 0,-1 0 1,0-1-1,-1 1 0,1-1 1,-1 1-1,0 0 0,-1-1 1,0 1-1,0 0 0,0-1 1,-1 1-1,1 0 0,-2 0 1,1 0-1,-1 0 0,1 0 0,-2 1 1,1-1-1,-1 1 0,1 0 1,-2 0-1,0-1-77,-10-10 120,0 1 0,-1 1 0,-1 1 0,0 0-1,-1 1 1,-1 1 0,0 0 0,-14-4-120,33 14-46,-1 1 0,1 0 0,-1 0 0,1-1 0,-1 1 0,1 0 0,-1 0 0,0 0 0,1-1 0,-1 1 0,1 0 0,-1 0 0,0 0 0,1 0 0,-1 0 0,1 0 0,-1 0 0,1 1 0,-1-1 0,0 0 0,1 0 0,-1 0 0,1 1 0,-1-1 0,1 0 0,-1 0 0,1 1 0,-1-1 0,1 0 0,-1 1 0,1-1 0,-1 1 0,1-1 0,0 1 0,-1-1 0,1 1 0,0-1 0,-1 1 0,1-1 0,0 1 0,0-1 46,-1 28-3483,2-13 816,-1 15-5630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02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49 112 1168,'0'0'10010,"0"0"-5805,0 0-843,-9 26-1544,-24 87-938,31-107-828,1-1 0,0 1 0,0-1-1,0 1 1,0 0 0,1-1 0,0 1 0,0 0-1,1-1 1,0 1 0,0-1 0,0 1 0,0-1-1,1 1 1,1 0-52,-2-3 34,1 0-1,0 0 1,0 0-1,0-1 1,0 1-1,0-1 1,0 0-1,1 0 0,-1 0 1,1 0-1,0 0 1,0 0-1,-1 0 1,1-1-1,0 0 1,1 1-1,-1-1 1,0 0-1,0-1-33,5 2 48,0-1 0,0-1 0,0 1 0,0-1 0,0-1 0,0 1-1,0-1 1,0-1 0,-1 1 0,1-1 0,0-1 0,-1 0 0,1 0 0,-1 0-1,0-1 1,5-3-48,1-2 44,-1 0 0,0-1-1,-1 0 1,0-1 0,-1 0-1,0-1 1,-1 0-1,0 0 1,-1-1 0,0 0-1,-1-1 1,-1 0 0,0 0-1,-1 0 1,0-1-1,-1 0 1,-1 1 0,0-1-1,-1-1 1,-1 1 0,0-6-44,-1 19 14,0-1 0,0 1 1,0-1-1,0 0 1,0 1-1,-1-1 0,0 1 1,1-1-1,-1 1 1,0 0-1,0-1 0,0 1 1,0 0-1,-1 0 1,1-1-1,0 1 1,-1 0-1,0 0 0,1 0 1,-1 1-1,0-1 1,0 0-1,0 1 0,0-1 1,0 1-1,-1 0 1,1 0-1,0 0 0,-1 0 1,1 0-1,-1 0 1,1 0-1,-1 1 1,1-1-1,-1 1 0,1 0 1,-3 0-15,-5 0-86,0 0 1,0 1 0,0 0-1,0 1 1,0 0 0,0 0-1,0 1 1,1 1 0,-2 0 85,-52 30-1663,-1 6-2286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0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448 137 4177,'0'0'4948,"0"0"-2713,0 0-239,0 0-69,0 0-358,-17-18-261,-55-55-176,67 68-955,0 1-1,0-1 1,-1 1-1,0 1 1,0-1-1,0 1 1,0 0-1,0 0 1,0 0-1,-1 1 1,0 0-1,1 1 1,-1-1-1,0 1 1,0 1-1,0-1 1,1 1-1,-1 0 1,0 1-1,0 0 1,-2 0-177,-20 1 246,22-2-220,-1 0 1,1 1-1,-1 0 0,1 1 0,0-1 1,0 1-1,0 1 0,0 0 1,0 0-1,0 0 0,1 0 1,-1 1-1,1 0 0,0 1 0,0-1 1,1 1-1,0 0 0,-1 1 1,1-1-1,1 1 0,-1 0 1,1 0-1,0 1 0,1-1 1,0 1-1,0 0-26,-3 7 12,0 0-1,1 0 1,1 1 0,1 0 0,0 0 0,1 0-1,0 0 1,2 0 0,-1 0 0,2 0 0,0 0-1,2 7-11,-2-17 1,0 0-1,0 0 0,1-1 0,0 1 0,0-1 1,0 1-1,0-1 0,1 0 0,0 0 0,0 0 0,0 0 1,0 0-1,0-1 0,1 0 0,0 1 0,-1-1 1,1 0-1,1-1 0,-1 1 0,0-1 0,0 0 0,1 0 1,0 0-1,-1 0 0,1-1 0,0 0 0,2 0 0,0 1 4,0-1 0,0 0 0,0-1 0,0 0 0,0 0 0,0 0 0,0-1 0,0 0 0,0 0 0,0-1 0,0 0 0,-1 0 0,1-1 0,-1 0 0,1 0 0,-1 0 0,0-1-1,5-4-3,-5 3-1,0-1 0,0 0-1,0 0 1,-1-1 0,0 1-1,0-1 1,-1 0 0,0-1-1,0 1 1,-1-1 0,0 0-1,0 1 1,-1-1-1,0-1 1,0-1 1,2-16 3,-2-1 1,-1 1-1,-1-1 0,-1-2-3,0-21 20,-3 13 91,1 24 267,2 17 569,5 65-592,3-1 0,2 0 0,4-1 0,4 2-355,-1-19-867,-15-48 697,0 0 0,0 1 1,0-1-1,0 0 0,1 0 0,-1 0 1,1 0-1,-1 0 0,1 0 0,0 0 0,0-1 1,0 1-1,0-1 0,0 1 0,0-1 1,1 0-1,-1 0 0,0 0 0,1 1 170,68 0-6591,-37-2-586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07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12739,'0'0'2720,"0"0"-1335,0 0 207,0 0-432,0 0-264,0 0-504,0 0-224,142 0-119,-103 0-49,17 2-217,-12 3-1863,-2-5-3441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0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11803,'0'0'2261,"0"0"-451,0 0 196,0 0-734,0 0-569,0 0-224,31 1 15,98 7 64,-121-7-504,0 0 0,-1 1 0,1 0-1,-1 1 1,1-1 0,-1 2 0,0-1 0,0 1 0,0 0 0,-1 0 0,1 1 0,-1-1 0,0 2-1,0-1 1,-1 1 0,3 2-54,11 11 111,26 21-148,-5-6-596,-3 1 0,-1 2 0,1 4 633,-37-41-17,6 6-2094,-3-6-1484,-3 0-2439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08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 5393,'0'0'4877,"0"0"-2638,0 0-725,0 0 513,0 0-217,-12 30-302,-41 99-90,30-82-751,-2-2 1,-2 0-1,-1-2 0,-9 8-667,-32 48 342,59-82-335,6-10-13,0-1 0,0 1 0,-1-1 1,0 0-1,0 0 0,0 0 6,4-5-243,1-1-158,6-2-535,29-11-2205,-9-1-1693,7-8-4523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08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7242,'0'0'6609,"0"0"-4873,0 0 145,0 0-689,0 0-376,0 0-232,0 0-184,98 7-192,-62-7-104,0 0-40,-2 0-64,-4 0-336,-2 0-1992,-11 0-2329,-9 0-5185</inkml:trace>
  <inkml:trace contextRef="#ctx0" brushRef="#br0" timeOffset="1">28 289 11859,'0'0'1584,"0"0"-896,0 0 736,0 0-640,0 0-535,0 0-169,178-38-80,-130 36-264,-12-1-1921,-6 1-6489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09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8130,'0'0'2700,"0"0"-553,0 0-206,0 0-411,0 0-292,-26 1-161,-85 4-145,105-5-827,-1 0-1,1 0 1,-1 1 0,1 0-1,-1 0 1,1 1 0,0 0-1,0 0 1,0 0 0,0 1-1,0 0 1,0 0 0,1 1-1,-1-1 1,1 1 0,0 0-1,0 1 1,0-1 0,1 1-1,0 0 1,-1 1-105,1 1 25,1 1 0,0 0 0,0 0 1,0 1-1,1-1 0,1 0 0,-1 1 1,1 0-1,1-1 0,-1 1 0,2-1 0,0 9-25,-1-15 1,0 1-1,0-1 1,1 0-1,-1 1 0,1-1 1,-1 0-1,1 0 0,0 1 1,0-1-1,0 0 0,0 0 1,0 0-1,1 0 1,-1 0-1,0 0 0,1 0 1,0-1-1,-1 1 0,1-1 1,0 1-1,0-1 1,0 1-1,2 0 4,0 0 0,0-1 1,0 1-1,0-1 1,0 0-1,0 0 0,0 0 1,1-1-1,-1 1 1,0-1-1,0 0 0,1 0-4,4-1-5,1 0-1,-1 0 0,-1-1 0,1 0 0,0 0 0,0-1 0,-1 0 0,1-1 0,-1 0 0,0 0 0,5-4 6,-7 3 29,0-1 0,0 1-1,0-1 1,0 0 0,-1-1-1,0 1 1,-1-1 0,1 0-1,-1 0 1,-1-1 0,1 1-1,-1-1 1,-1 1 0,1-1 0,-1 0-1,-1 0 1,0 0 0,0-1-1,0 1 1,-1 0 0,0 0-1,-1-5-28,1 13 526,2 5-458,0 0 0,-1 1 0,0-1 0,0 1 1,0-1-1,-1 1 0,0 1-68,4 22 185,18 63 427,44 207 722,-58-282-1557,2-17-957,-8-1 864,-1-1-1,1 0 1,0 1-1,0-1 1,-1 0-1,1 0 0,-1 0 1,0 0-1,1 0 1,-1-1-1,1-1 317,9-22-5868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0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10490,'0'0'1837,"0"0"-541,0 0 84,0 21-384,1 68-439,-1-86-496,0 0 0,0 0 0,1 0 1,0 0-1,-1 0 0,1 0 0,0 0 1,1-1-1,-1 1 0,0 0 0,1-1 1,0 1-1,-1 0 0,1-1 0,0 0 1,0 0-1,0 1 0,1-1 1,-1-1-1,0 1 0,1 0 0,-1 0 1,1-1-1,0 0 0,0 1 0,-1-1 1,1 0-1,0 0 0,0 0 0,0-1 1,0 1-1,0-1 0,2 0-61,3 1 174,1-1-1,-1 0 0,1-1 1,-1 0-1,1 0 0,-1-1 1,0 0-1,0 0 1,8-4-174,-3 0 101,-1 0 0,0 0 0,0-2 0,-1 1 0,0-1 1,4-5-102,-11 10 101,0-1 1,-1 1-1,1-1 1,-1 0 0,0 0-1,0-1 1,0 1 0,0-1-1,-1 1 1,1-1 0,-1 0-1,-1 0 1,1 0 0,-1 0-1,0 0 1,0 0 0,0-1-1,0 0-101,-1 2 92,-1-1-1,1 1 1,-1-1-1,1 0 1,-1 1-1,-1-1 1,1 1 0,-1 0-1,1-1 1,-1 1-1,-1 0 1,1 0-1,0 0 1,-1 0-1,0 1 1,0-1 0,0 1-1,0-1 1,-2 0-92,-6-5 117,-1 1 0,0 1 0,0 0 0,-1 0 0,-11-4-117,17 8-310,-9-5 1014,16 8-802,0 0-1,0 0 1,-1-1 0,1 1 0,0 0 0,0 0 0,0 0-1,0 0 1,-1 0 0,1 0 0,0 0 0,0 0 0,-1-1-1,1 1 1,0 0 0,0 0 0,0 0 0,-1 0 0,1 0-1,0 0 1,0 0 0,-1 0 0,1 0 0,0 1 0,0-1-1,0 0 1,-1 0 0,1 0 0,0 0 0,0 0 0,0 0 0,-1 0-1,1 0 1,0 1 0,0-1 0,0 0 0,0 0 0,-1 0-1,1 0 1,0 0 0,0 1 0,0-1 0,0 0 0,0 0-1,0 0 1,0 1 0,-1-1 98,1 11-5484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93 5113,'-3'6'1349,"1"0"-1,-1 1 1,1-1-1,0 1 1,1-1 0,0 1-1,0 0-1348,1-3 446,-1 1 1,1 0-1,1-1 0,-1 1 0,1-1 0,-1 1 0,1-1 0,1 1 0,0 1-446,-1-2 98,2 0-1,-1 1 0,0-1 0,1 0 0,0 0 1,0-1-1,0 1 0,0 0 0,1-1 0,-1 0 1,1 0-1,0 0 0,0 0 0,0-1 0,0 1 0,1-1 1,-1 0-1,1 0 0,3 0-97,12 4 192,1-2-1,0-1 0,0 0 1,1-1-1,-1-2 1,17-1-192,-10 1 46,-23 0-39,0 0-1,-1 0 1,1 0 0,0-1-1,-1 0 1,1 0 0,0 0 0,-1 0-1,1-1 1,-1 0 0,0 0-1,1 0 1,-1 0 0,0-1-1,0 1 1,-1-1 0,1 0 0,0 0-1,-1-1 1,1 0-7,-1-1 8,0 0-1,0 0 1,0-1 0,0 0 0,-1 1 0,0-1-1,0 0 1,-1 0 0,0 0 0,0 0 0,0 0-1,-1 0 1,1 0 0,-2 0 0,1-3-8,-1 5 1,1 1 0,-1 0 0,0-1 0,1 1 0,-2 0 1,1-1-1,0 1 0,-1 0 0,1 0 0,-1 0 0,0 0 1,0 1-1,0-1 0,0 0 0,-1 1 0,1-1 0,-1 1 0,1 0 1,-1 0-1,0 0 0,0 0 0,0 0 0,-1 1-1,-11-7 43,0 2-1,-1 0 1,0 0 0,-7 0-43,-14-5 139,38 11-163,-1-1 0,0 1 1,1 0-1,-1 0 0,0 0 1,0 0-1,1-1 0,-1 1 1,0 0-1,0 0 0,1-1 1,-1 1-1,0 0 0,0 0 1,0-1-1,1 1 0,-1 0 1,0-1-1,0 1 0,0 0 1,0-1-1,0 1 0,0 0 1,0-1-1,0 1 0,0 0 1,0-1-1,0 1 0,0 0 1,0-1-1,0 1 0,0 0 1,0-1-1,0 1 0,0 0 1,0 0-1,0-1 0,0 1 1,-1 0-1,1-1 0,0 1 1,0 0-1,0 0 0,-1-1 1,1 1-1,0 0 0,0 0 1,-1-1-1,1 1 0,0 0 1,0 0-1,-1 0 0,1-1 1,0 1-1,-1 0 0,1 0 1,0 0-1,-1 0 0,1 0 1,0 0-1,-1 0 0,1 0 1,0 0-1,-1 0 0,1 0 1,0 0 23,24-9-5201,-24 9 5053,30-9-11233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0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13083,'0'0'2904,"0"0"-1575,0 0 199,0 0-320,0 0-648,0 0-408,0 0-80,170-15-72,-117 15-464,-8-2-1752,-4-1-2241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1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13203,'0'0'4319,"0"0"-2034,0 0-917,0 0-634,0 0-438,0 0 70,-1 17 152,-11 106 872,6 9-1390,6-131 8,0 0 0,1 0 0,-1 0 1,1 0-1,-1 0 0,0 0 0,1 0 0,0 0 1,-1 0-1,1 0 0,0 0 0,-1 0 1,1 0-1,0 0 0,0-1 0,0 1 1,0 0-1,0-1 0,0 1 0,0-1 1,0 1-1,0-1 0,0 1 0,0-1 1,0 0-1,0 1 0,0-1 0,0 0 0,0 0 1,1 0-1,-1 0 0,0 0 0,1 0-8,46 0 349,-38-1-343,18-1-876,0-1-1,0-2 0,-1-1 0,28-9 871,-53 15-497,0-1-1,1 0 1,-1 0 0,0-1-1,0 1 1,0 0 0,0-1-1,0 1 1,0-1 0,-1 0-1,1 1 1,0-1 0,-1 0 497,6-12-5315</inkml:trace>
  <inkml:trace contextRef="#ctx0" brushRef="#br0" timeOffset="1">279 28 3577,'0'0'8592,"0"0"-3685,0 0-2946,0 0-1020,0 0-381,0 0 395,-1 19 176,0 63 1430,8 79-2561,-5-137 7,-1-11-119,0-1-1,0 1 1,1 0 0,1-1 0,0 0 0,5 12 112,-7-23-182,-1 1 1,1-1-1,0 0 1,0 0-1,0 0 1,0 0-1,0 0 1,1 0-1,-1 0 1,0 0-1,0-1 1,1 1-1,-1 0 1,0-1-1,1 1 1,-1-1-1,0 1 1,1-1-1,-1 0 1,1 1-1,-1-1 1,1 0-1,-1 0 1,1 0-1,-1 0 1,1 0-1,-1-1 1,1 1 181,2 0-922,13 0-4902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1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10002,'0'0'3472,"0"0"-1587,0 0-279,0 0-342,0 0-448,0 0-309,24-5-131,77-13-150,-99 17-221,0 0 1,-1 1-1,1-1 1,0 1-1,0 0 1,0 0-1,0-1 1,0 1-1,0 1 1,0-1-1,0 0 1,-1 0-1,1 1 1,0-1-1,0 1 1,0-1-1,0 1 1,-1 0-1,1-1 1,0 1-1,-1 0 1,1 0-1,0 1-5,-1 0 10,-1-1 0,1 1-1,-1-1 1,1 1 0,-1-1-1,0 1 1,1 0 0,-1-1 0,0 1-1,0 0 1,0-1 0,0 1-1,-1-1 1,1 1 0,0 0 0,-1 0-10,0 10 188,-1 2-52,0-1 1,-1 1-1,0-1 0,-1 0 0,-1 0 0,0 0 0,0-1 0,-1 1 0,-1-1-136,-26 66 763,27-58-521,3-11-71,0 0 1,0 1-1,1-1 1,1 1-1,0 0 0,0 2-171,1-11 40,1-1 0,-1 1 0,1 0 0,0 0-1,-1-1 1,1 1 0,0 0 0,-1-1 0,1 1-1,0-1 1,0 1 0,-1-1 0,1 1-1,0-1 1,0 0 0,0 1 0,0-1 0,0 0-1,-1 0 1,1 1 0,0-1 0,0 0 0,0 0-1,0 0 1,0 0 0,0 0 0,0 0-1,0-1-39,36 2 264,-30-2-141,3 1-288,1 0-1,0-1 1,-1 0 0,1-1 0,-1 0 0,1-1-1,-1 0 1,9-5 165,3 1-1390,8-3-4984,-21 5 1063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2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12395,'0'0'4265,"0"0"-3121,0 0 136,0 0-544,0 0-320,0 0-144,144-18-56,-108 13-120,1 5-88,4-2-8,29 2-624,-12-3-1984,-7 1-3025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2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8810,'0'0'2252,"0"0"-602,0 0-283,0 0-448,0 0-408,0 0-223,25-5-58,78-10-102,-102 14-120,1 1 0,0 0 0,-1-1 0,1 1 0,0 0 0,-1 0 0,1 0-1,0 0 1,-1 0 0,1 0 0,0 1 0,-1-1 0,1 0 0,0 1 0,-1-1-1,1 1 1,-1 0 0,1 0 0,-1-1 0,1 1 0,-1 0 0,0 0-1,1 0 1,-1 0 0,0 1 0,1 0-8,-1 0 53,-1 0 1,1 0-1,-1 0 0,1 0 1,-1 0-1,0 1 1,0-1-1,0 0 0,0 0 1,0 0-1,-1 0 0,1 0 1,-1 1-54,0 8 379,0-1-227,-1 0 0,0 0 0,0 0 0,-1-1 0,-1 1 0,0-1 0,0 1 0,0-1 0,-3 2-152,-17 43 656,18-37-115,1 1-1,1 0 0,1 0 0,0 0 0,1 0 0,1 15-540,2-32 33,-1 0 0,0 0-1,1 0 1,-1 0 0,1 0-1,-1 0 1,1 0 0,0 0 0,-1 0-1,1 0 1,0 0 0,0 0-1,0 0 1,0-1 0,-1 1 0,1 0-1,0-1 1,0 1 0,0-1-1,0 1 1,1-1 0,-1 1 0,0-1-1,0 0 1,0 1 0,0-1-1,0 0 1,0 0 0,1 0-1,0 0-32,41 3 326,-38-3-279,8 0-195,0-1 0,0 0 0,0-1 0,0 0 0,0-1 0,0 0 0,6-3 148,-6 0-1656,1 0 1,-1-1-1,0 0 0,1-2 1656,15-11-8159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2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59 11026,'0'0'3477,"0"0"-2094,0 0 87,0 0 25,0 0-638,28-11-497,89-31-133,-115 41-220,0 1 0,0-1-1,0 1 1,0-1 0,0 1 0,0 0 0,0 0 0,0 0-1,0 0 1,0 0 0,0 0 0,0 0 0,0 1-1,0-1 1,0 1 0,0-1 0,0 1 0,0 0 0,0 0-1,-1 0 1,1 0 0,0 0 0,-1 0 0,1 0-1,-1 0 1,1 1 0,-1-1 0,1 1 0,-1-1 0,0 1-1,0 0 1,1 0-7,0 3 45,-1-1-1,1 1 1,-1 0 0,0 0-1,0 0 1,0 0-1,-1 0 1,0 1-1,0-1-44,0 0 92,0 2-15,0-1 0,-1 1 1,1-1-1,-2 1 1,1-1-1,-1 1 0,0-1 1,0 0-1,-1 0 0,0 0 1,0 0-1,0 0 0,-1 0 1,0-1-1,0 0 0,0 0 1,0 0-1,-1 0 0,0-1 1,0 0-1,0 0 0,-1 0 1,0 0-1,1-1 0,-7 3-77,-3 1 8,-1 0-1,0-1 1,0-1 0,-1-1-1,1 0 1,-1-1-1,0-1 1,0 0 0,-12-1-8,26-1 0,0 0 1,0 0 0,0 0 0,0-1 0,0 1 0,0-1 0,0 0 0,0 0 0,1 0-1,-1 0 1,0 0 0,1-1 0,-1 1 0,1-1 0,-1 0 0,1 0 0,0 0-1,-1 0 1,1 0 0,0 0 0,0 0 0,1-1 0,-1 1 0,0-1 0,1 0 0,0 1-1,-1-1 1,1 0 0,0 0 0,1 1 0,-1-2-1,-1-6 2,0 0 0,0-1 1,2 1-1,-1 0 0,1-1 0,1 1 1,0 0-1,1-9-2,0 13-7,0 1 0,1-1 0,-1 0 0,1 1 0,0-1 0,0 1 0,1 0 0,-1 0 0,1 0 0,0 1 0,1-1-1,-1 1 1,1 0 0,0 0 0,0 1 0,0-1 0,0 1 0,1 0 0,-1 1 0,1-1 0,0 1 0,4-1 7,-2 0-269,-1 1 1,1 1-1,-1-1 0,1 1 0,0 0 1,-1 1-1,1 0 0,6 0 269,-9 1-493,-1-1 0,0 1 1,0 0-1,1 0 0,-1 1 0,0-1 0,0 1 0,0 0 0,0 0 1,-1 0-1,1 0 0,0 1 0,-1-1 0,3 4 493,14 16-6975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88 1 11202</inkml:trace>
  <inkml:trace contextRef="#ctx0" brushRef="#br0" timeOffset="1">88 1 11202,'74'140'2837,"-61"-116"-1619,-7-20-226,12-5-269,0 1-346,0 0 0,0 1-1,1 0 1,-1 2 0,0 0 0,8 3-377,-22-5 89,-1 0 1,1 1-1,-1-1 0,1 1 0,-1 0 1,1 0-1,-1 0 0,0 0 0,0 1 1,0-1-1,0 1 0,0 0 0,-1 0 0,1 0 1,-1 0-1,0 0 0,0 0 0,0 1 1,0-1-1,-1 1 0,1-1 0,-1 1 1,0 0-1,0-1 0,0 1 0,-1 0 1,1 0-1,-1 0 0,0 0 0,0 0 1,0-1-1,0 1 0,-2 3-89,1-3 88,0 0 1,0 0-1,-1 0 0,0 0 0,0 0 0,0-1 1,0 1-1,-1-1 0,1 1 0,-1-1 0,0 0 1,0 0-1,0 0 0,0 0 0,-1-1 1,1 1-1,-1-1 0,1 0 0,-1 0-88,-17 10 284,-1-1-1,-21 7-283,25-11 99,-1 2 17,0-1-1,-1-2 1,0 0 0,0-1-1,0 0 1,-1-2 0,0-1-1,-6 0-115,24-3 13,1 1 0,-1-1 0,1 0 0,-1 1 0,1-2-1,0 1 1,-1 0 0,1 0 0,0-1 0,0 1-1,0-1 1,-1 1 0,2-1 0,-1 0 0,0 0-1,0 0 1,1 0 0,-1 0 0,1-1 0,-1 1 0,1 0-1,0-1 1,0 1 0,0-1 0,0 1 0,1-1-1,-1 1 1,1-1 0,-1-2-13,0-2-66,-1 0 1,1 0-1,1 0 0,-1 0 1,1 0-1,0 0 0,1 0 1,0 0-1,0 1 0,0-1 1,2-3 65,-2 9-71,0-1 1,0 0-1,0 1 1,0-1 0,0 1-1,1-1 1,-1 1-1,1 0 1,-1 0-1,1-1 1,-1 1 0,1 0-1,0 0 1,-1 0-1,1 1 1,0-1 0,0 0-1,0 1 1,0-1-1,0 1 71,42-6-2852,-38 5 1830,23 0-5499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61 3241,'0'0'1245,"0"0"932,0 0 1227,0 0-655,0 0-267,0 0-614,0 0-694,-16-5-409,7 1-633,-40-9 175,47 13-289,0 0-1,-1 0 1,1 0 0,0 0-1,0 0 1,0 0-1,-1 1 1,1-1-1,0 1 1,0-1-1,0 1 1,0 0-1,0 0 1,0 0-1,0 0 1,0 0 0,1 1-1,-1-1 1,0 0-1,1 1 1,-1-1-1,1 1 1,-1 0-1,1 0 1,-1 0-18,-2 6 93,-1 0-1,1 0 1,1 1-1,-1-1 1,2 1 0,-1 0-1,1 0 1,0 0-1,1 1 1,0-1 0,1 0-1,-1 0 1,2 1 0,0-1-1,1 6-92,-2-10 15,1-1 1,0 1-1,1-1 0,-1 1 0,1-1 0,0 1 1,0-1-1,0 0 0,1 0 0,-1 0 1,1 0-1,0 0 0,0-1 0,0 1 0,1-1 1,-1 0-1,1 0 0,0 0 0,0 0 0,0-1 1,0 1-1,0-1 0,1 0 0,-1-1 1,1 1-1,-1-1 0,1 1 0,0-2 0,-1 1 1,3 0-16,0 0-8,0-1 1,-1 0-1,1 0 1,0 0-1,0-1 1,0 0-1,0 0 1,-1-1-1,1 0 1,-1 0-1,1 0 1,-1-1-1,0 0 1,0 0-1,0-1 1,0 0-1,-1 0 1,1 0-1,-1 0 1,2-3 7,-2 1-24,0-1 0,0 0 1,0 0-1,-1 0 0,0 0 1,0-1-1,-1 0 1,0 0-1,0 0 0,-1 0 1,0 0-1,0 0 0,-1-1 1,0 1-1,-1-1 1,0-3 23,0-1 80,1 6 34,-1-1-1,0 1 0,0 0 1,0 0-1,-1 0 1,0 0-1,-1-1 0,1 1 1,-1 1-1,-1-1 1,1 0-1,-1 0 1,-1 1-1,-2-5-113,5 10 671,1 16-385,3 16-99,1 0 0,1 0 0,1 0-1,2-1 1,2 0 0,0 0-1,5 5-186,-14-32-203,1 0-1,-1 0 1,1 0 0,0 0-1,0 0 1,0 0-1,0 0 1,0-1-1,1 1 1,-1-1-1,1 0 1,0 0-1,0 0 1,1 1 203,29 7-7047,-13-9-1466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12587,'0'0'4209,"0"0"-2921,0 0-48,0 0-272,0 0-592,0 0-232,195-17-144,-120 2-1440,-13 2-2921,-9 1-4633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4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13587,'0'0'3881,"0"0"-3233,0 0 88,0 0 808,0 0-463,0 0-137,0 0-208,167 161-424,-136-129-152,-6-4-152,-3-11-8,-5-2-376,-3-10-928,-6-5-1065,-2-5-1760,-6-15-5121</inkml:trace>
  <inkml:trace contextRef="#ctx0" brushRef="#br0" timeOffset="1">345 1 8434,'0'0'7025,"0"0"-5912,0 0 2631,-108 143-2199,69-91-585,-6-2-328,6-5-320,6-10-160,8-7-144,8-11-8,9-6-96,8-6-424,0-5-280,16 0-737,15-13-2855,2-10-3498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5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12803,'0'0'3144,"0"0"-1887,0 0 231,0 0-288,0 0-584,0 0-384,0 0-144,142-23-88,-112 23-1760,-7 0-3257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15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12123,'0'0'2064,"0"0"-856,0 0 1641,0 0-1665,0 0-912,156-48-272,-106 41-784,-14 2-1496,-8 2-2553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53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92 10234,'0'0'1713,"0"0"122,0 0-582,0 0-551,0 0 9,0 0 93,-10 22 213,-31 74 85,40-93-1055,-1 0 0,1-1 1,0 1-1,0 0 0,1 0 0,-1 0 1,0 1-1,1-1 0,0 0 0,0 0 1,0 0-1,0 0 0,0 0 1,1 0-1,-1 0 0,1 0 0,0 0 1,0 0-1,0 0 0,0 0 0,1 0 1,-1 0-1,1 0 0,-1-1 1,1 1-1,0-1 0,0 0 0,0 1 1,1-1-1,-1 0 0,0 0 0,1 0 1,-1 0-1,1-1 0,0 1 0,0-1 1,-1 0-1,4 1-47,5 3 65,1-2 0,0 0 0,0 0 0,1-1 0,-1-1 0,0 0 0,11 0-65,-18-1 52,-1 0-1,1 0 1,0-1 0,0 1 0,0-1 0,0 0-1,-1 0 1,1-1 0,0 1 0,-1-1-1,1 0 1,-1 0 0,0-1 0,0 1-1,0-1 1,0 0 0,0 0 0,0 0 0,-1-1-1,0 1 1,1-1 0,-1 0 0,-1 0-1,1 0 1,0 0 0,-1-1 0,0 1-1,0 0 1,0-1 0,-1 0 0,0 1 0,1-1-1,-2 0 1,1 0 0,0 0 0,-1 0-1,0-2-51,0-1 106,0-1 0,-1 0-1,0 0 1,0 0 0,-1 1-1,0-1 1,0 1 0,-1-1-1,0 1 1,-1 0 0,0 0-1,0 0 1,-1 1 0,0-1-1,0 1 1,0 0 0,-1 1-1,0-1 1,-1 1 0,-6-5-106,2 5-30,0 0 0,-1 0 0,0 1 0,0 0 0,0 1 0,-1 1 0,1 0 0,-1 1 0,0 0 0,0 0 0,0 2 0,0 0 0,-8 1 30,20-1-104,1 0-1,-1 1 1,1-1-1,-1 0 0,1 1 1,0-1-1,-1 1 1,1-1-1,-1 1 0,1-1 1,0 1-1,-1-1 1,1 1-1,0-1 1,-1 1-1,1-1 0,0 1 1,0 0-1,0-1 1,0 1-1,-1-1 0,1 1 1,0 0-1,0-1 1,0 1-1,0-1 0,0 1 1,1 0 104,-1 26-3946,0-19 1185,0 17-6432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1:54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9794,'0'0'2209,"0"0"-77,0 0-593,0 0-319,-17 23-31,-56 75-197,69-93-876,1 1 1,-1 0 0,1-1-1,0 1 1,0 0-1,1 1 1,0-1-1,0 0 1,0 1 0,1-1-1,0 1 1,0-1-1,1 1 1,-1-1 0,1 1-1,1 0 1,0 2-117,0 10 230,0-15-196,-1 1 0,1 0 0,1 0 0,-1-1 0,1 1 0,-1-1 0,1 1 0,1-1 0,-1 0 0,1 0 0,-1 0 0,1 0 0,0 0 0,0-1 0,1 1 0,-1-1 0,1 0 0,0 0 0,0 0 0,0 0 0,0-1 0,0 0 0,0 1 0,1-2 0,-1 1 0,1 0 0,0-1 0,-1 0 0,1 0-35,11 3 44,1-1 0,-1 0 0,1-1 0,-1-1 0,1-1 0,0 0 0,-1-1 0,2-1-43,-10 0 75,1 0 1,-1-1 0,0 1 0,0-2 0,0 1 0,0-1 0,0-1 0,-1 0 0,0 0 0,0 0-1,0 0 1,-1-1 0,1 0 0,-2-1 0,1 0 0,-1 1 0,1-2 0,-2 1 0,1-1 0,-1 1 0,-1-1-1,1 0 1,-1 0 0,-1-1 0,1 1 0,-1-1 0,-1 1 0,0-1 0,0 0 0,0 1 0,-1-1-1,-1 0 1,0 0 0,0 1 0,0-1 0,-3-6-76,3 10 18,-1 0 0,0 0 0,0 1 0,-1-1 0,1 1 0,-1-1 1,0 1-1,0 0 0,0 0 0,-1 0 0,0 0 0,1 1 0,-1 0 0,0 0 0,-1 0 0,1 0 0,0 0 0,-1 1 0,0 0 0,0 0 0,1 0 1,-2 0-19,-9-2-54,0 1 0,-1 0 1,0 0-1,1 2 1,-1 0-1,-7 1 54,-56 4-1494,3 15-1840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36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5 190 11747,'0'0'4188,"0"0"-1975,0 0-247,0 0-413,0 0-791,18 0-337,60 5-146,-75-5-248,-1 1 1,1-1-1,-1 1 1,1 0-1,-1 0 1,1 1-1,-1-1 1,0 0-1,0 1 1,1-1-1,-1 1 1,0 0-1,0 0 1,-1 0-1,1 0 1,0 0-1,-1 0 1,1 0-1,-1 0 0,0 1 1,1-1-1,-1 1 1,0-1-1,-1 1 1,1 0-32,1 7 119,0-1-1,-1 0 1,0 1 0,-1-1-1,0 1 1,0-1-119,0 2 103,0-7-68,0-1 1,-1 0 0,1 1 0,-1-1 0,1 0-1,-1 1 1,0-1 0,0 0 0,-1 0-1,1 0 1,-1 0 0,1 0 0,-1 0 0,0 0-1,0 0 1,0-1 0,-1 1 0,1-1 0,-1 1-36,1-2 24,1 0 0,-1 0 0,0 0 0,1-1 0,-1 1 0,0-1 1,1 1-1,-1-1 0,0 0 0,1 1 0,-1-1 0,0 0 0,0 0 1,1 0-1,-1-1 0,0 1 0,0 0 0,1-1 0,-1 1 1,0-1-1,1 1 0,-1-1 0,1 0 0,-1 0 0,1 0 0,-1 0 1,1 0-1,-1 0 0,1 0 0,0 0 0,0 0 0,-1-1 0,1 1 1,0 0-1,0-1 0,0 1 0,1-1 0,-1 1 0,0-1-24,-5-9 25,0-1-1,1 1 1,0-1 0,1 0-1,0 0 1,1 0-1,1 0 1,0-1-1,0 1 1,1-1-1,1 0 1,1-10-25,-1 19-6,1 1-1,-1 0 0,1 0 1,0 0-1,0 0 1,1 0-1,-1 0 1,0 0-1,1 0 1,0 0-1,0 1 1,0-1-1,0 0 1,0 1-1,0 0 1,1 0-1,-1-1 1,1 1-1,0 1 0,-1-1 1,1 0-1,0 1 1,0-1-1,0 1 1,0 0-1,0 0 1,0 0-1,1 1 1,-1-1-1,0 1 1,0-1-1,1 1 7,0-1-5,-1 1-1,1-1 0,-1 1 1,1 0-1,-1 0 0,1 0 1,-1 0-1,1 1 1,-1-1-1,1 1 0,-1 0 1,1 0-1,-1 0 0,0 1 1,0-1-1,1 1 0,-1 0 1,0 0-1,0 0 1,-1 0-1,1 0 0,0 1 1,-1-1-1,1 1 0,-1-1 1,0 1-1,0 0 1,0 0-1,1 3 6,-1-1 15,-1 0-1,1 0 1,-1 1 0,-1-1-1,1 0 1,-1 0 0,0 1-1,0-1 1,0 0 0,-1 1-1,0-1 1,0 0 0,0 0 0,-1 0-1,1 0 1,-1 0 0,0 0-1,-1 0 1,1-1 0,-2 3-15,1-4 23,1 0 0,-1 0 0,0 0 0,0 0 0,0 0 0,0-1 0,0 1 0,0-1 1,-1 0-1,1 0 0,-1 0 0,1-1 0,-1 1 0,0-1 0,0 0 0,0 0 0,0 0 1,1 0-1,-1-1 0,0 0 0,0 0 0,0 0 0,0 0 0,0 0 0,0-1 0,0 0 0,-3 0-23,3-1 19,0 0 0,0 0 0,1 0 0,-1 0 0,1 0 0,0-1 0,-1 0 0,1 1 0,0-1 0,0 0 0,1-1 0,-1 1 0,1 0 0,0-1 0,0 0 0,0 1 0,0-1 0,0 0 0,1 0-1,0 0 1,-1-3-19,-3-11 11,1 1-1,0-1 1,2 0 0,-1-8-11,3 22 0,-1-8-4,0 0-1,1 0 1,0 1-1,1-1 1,0 0-1,1-3 5,-1 12-6,0 0 0,0 0-1,0 1 1,0-1-1,0 1 1,1-1 0,-1 1-1,1-1 1,-1 1-1,1 0 1,0-1 0,0 1-1,0 0 1,0 0-1,1 1 1,-1-1 0,0 0-1,1 1 1,-1-1 0,1 1-1,0 0 1,-1 0-1,1 0 1,0 0 0,0 0-1,-1 1 1,4-1 6,-1 0-7,0 0 1,0 1-1,0-1 1,0 1 0,0 0-1,0 0 1,0 1-1,0-1 1,0 1-1,0 0 1,0 1-1,0-1 1,0 1-1,0 0 1,-1 0-1,1 1 1,-1-1 0,1 1-1,-1 0 1,0 0-1,0 0 1,0 1-1,-1-1 1,1 1-1,-1 0 1,0 0-1,0 0 1,0 1-1,-1-1 1,1 1 0,-1-1-1,0 1 1,0 0-1,-1 0 1,0 0-1,1 0 1,-2 0-1,1 0 1,0 4 6,0 1 26,0 0 0,-1 0 0,0 1 0,-1-1 1,0 0-1,0 0 0,-1 0 0,-3 9-26,5-16 20,-1 0 1,0 0-1,-1-1 1,1 1-1,0 0 0,-1-1 1,1 1-1,-1-1 1,0 1-1,0-1 0,0 0 1,0 0-1,0 0 1,-1 0-1,1 0 0,-1 0 1,1 0-1,-1-1 1,1 0-1,-1 1 0,0-1 1,0 0-1,0 0 1,0 0-1,0-1 0,0 1 1,0-1-1,0 0 1,0 0-1,0 0 0,-1 0-20,1-1 33,0 0 0,1 0 0,-1 0 0,1 0 0,-1 0 0,1-1 0,0 1 0,0-1 0,0 1-1,0-1 1,0 0 0,0 0 0,0 0 0,0 0 0,1-1 0,-1 1 0,1 0 0,-1-1 0,1 1 0,0 0 0,0-1-1,0 0 1,0-1-33,-18-64 78,19 65-76,-2-6-12,1 0-1,0 0 0,0 0 1,1 0-1,0 0 0,1-6 11,-1 13-9,0 0 0,1 1-1,-1-1 1,1 1-1,-1-1 1,1 1 0,0-1-1,0 1 1,0 0-1,-1-1 1,1 1 0,0 0-1,1 0 1,-1-1 0,0 1-1,0 0 1,0 0-1,1 0 1,-1 1 0,0-1-1,1 0 1,-1 0-1,1 1 1,-1-1 0,1 1-1,-1-1 1,1 1-1,0 0 1,-1-1 0,1 1-1,-1 0 1,1 0-1,0 0 1,-1 0 0,1 0-1,-1 1 1,1-1-1,1 1 10,0-1-8,0 1 0,0 0 0,0 0 0,0 0 0,0 0 0,0 0 0,-1 1 0,1-1 0,0 1 0,-1-1 0,1 1 0,-1 0 0,0 0 0,1 0 0,-1 1 0,0-1 0,0 0 0,-1 1 0,2 1 8,0 2-1,1 0 0,-2 0 0,1 1 0,-1-1 0,0 1 0,0 0 0,0 0 0,-1-1 0,0 4 1,0-2 25,0 0 1,-1 0-1,0 0 0,0 0 0,-1 1 1,0-1-1,0 0 0,-1 0 0,0 0 1,-1-1-1,1 1 0,-2 0 0,1-1 1,-1 0-1,-4 7-25,7-12 19,-1 0 1,1 0-1,-1 0 1,1-1-1,-1 1 1,0 0-1,1-1 1,-1 1-1,0-1 0,0 0 1,0 1-1,0-1 1,-1 0-1,1 0 1,0-1-1,0 1 1,-1 0-1,1-1 1,0 1-1,-1-1 1,1 0-1,0 0 0,-1 0 1,1 0-1,0 0 1,-1 0-1,1-1 1,0 1-1,-1-1 1,1 0-1,0 0 1,0 1-1,-1-2 1,1 1-20,-3-3 49,0 1 0,1-1 0,-1-1 0,1 1 0,0-1-1,1 0 1,-1 1 0,1-2 0,0 1 0,0 0 0,0-1 0,0-2-49,-1 0-289,0-1-1,1 0 0,0 1 0,1-1 0,0 0 0,0 0 0,1-7 290,0 14-126,1 0 0,1 0-1,-1 0 1,0-1 0,1 1-1,-1 0 1,1 0-1,-1 0 1,1 0 0,0 0-1,0 0 1,0 0 0,0 0-1,0 0 1,1 0 0,-1 1-1,1-1 1,-1 0 0,1 1-1,-1-1 1,1 1 0,0 0-1,0-1 1,0 1 0,0 0-1,-1 0 1,2 0-1,-1 0 1,0 1 0,0-1-1,0 0 1,0 1 0,0 0 126,29-6-5492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37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73 12763,'0'0'4554,"0"0"-2899,0 0-851,0 0-144,0 0 26,0 0-141,-6 9-150,4-5-350,-30 35 258,30-37-275,-1 1-1,1-1 1,-1 0-1,0 0 0,0 0 1,0 0-1,0 0 1,0-1-1,0 1 0,-1-1 1,1 0-1,0 0 1,-1 0-1,1-1 0,-1 1 1,-1-1-28,4 0 21,0 0 0,0-1 1,0 1-1,0-1 0,0 1 1,0-1-1,0 1 0,0-1 1,0 0-1,0 0 0,1 1 0,-1-1 1,0 0-1,0 0 0,1 0 1,-1 0-1,1 0 0,-1 0 1,1 0-1,-1 0 0,1 0 0,-1 0 1,1 0-1,0 0 0,0 0 1,-1 0-1,1 0 0,0-1 0,0 1 1,0 0-1,0 0 0,0 0 1,1-1-22,1-43 94,-1 42-80,-1 0 0,1-1 0,0 1-1,0 0 1,0 0 0,0 0 0,1 0-1,-1 0 1,1 0 0,0 0 0,0 0-1,0 0 1,0 1 0,0-1 0,1 1-1,-1 0 1,1-1 0,-1 1 0,1 0-1,2 0-13,0-1 22,1 0 0,0 1 0,-1 0-1,1 0 1,0 1 0,0-1-1,0 2 1,0-1 0,0 0 0,6 1-23,-11 0 9,-1 0-1,1 1 1,0-1-1,0 0 1,-1 0-1,1 1 1,-1-1-1,1 0 1,0 1-1,-1-1 1,1 1-1,-1-1 0,1 1 1,0-1-1,-1 1 1,1-1-1,-1 1 1,0-1-1,1 1 1,-1 0-1,0-1 1,1 1-1,-1 0 0,0-1 1,1 1-1,-1 0 1,0 0-1,0-1 1,0 1-1,0 0 1,0-1-1,0 1 1,0 0-1,0 0 0,0-1 1,0 1-1,0 0 1,0 0-8,-8 30 534,5-25-479,-1 0 0,0 0 0,0-1 0,0 1 0,-1-1 1,0 0-1,0-1 0,0 1 0,0-1 0,-1 0 0,0 0 0,0-1 0,-6 3-55,12-6 7,-1 0 0,0 0 0,1 0 0,-1-1 0,0 1 0,1 0 0,-1 0 0,1-1 0,-1 1 0,1 0 0,-1-1 0,1 1 0,-1-1 0,1 1 0,-1 0 0,1-1 0,-1 1 0,1-1 0,0 1 0,-1-1 0,1 0 0,0 1 0,-1-1 0,1 1 0,0-1-1,0 1 1,-1-1 0,1 0 0,0 1 0,0-1 0,0 0 0,0 1 0,0-1 0,0 0 0,0 1 0,0-1 0,0 0 0,0 1 0,1-1 0,-1 0-7,1-31-31,0 30 41,-1-1-16,1 0 0,0-1 1,0 1-1,0 0 0,0 0 1,0 0-1,1 0 0,-1 0 1,1 0-1,0 0 0,0 1 1,0-1-1,0 1 0,1-1 1,-1 1-1,1 0 0,-1 0 1,1 0-1,0 0 0,0 0 1,-1 0-1,1 1 0,1 0 1,-1-1-1,0 1 0,0 0 1,0 1-1,3-1 6,-6 1 3,0 0 0,1 0 0,-1 0 0,1 1 1,-1-1-1,1 0 0,-1 0 0,0 1 0,1-1 0,-1 0 0,0 1 0,1-1 1,-1 1-1,0-1 0,1 0 0,-1 1 0,0-1 0,0 1 0,0-1 1,1 0-1,-1 1 0,0-1 0,0 1 0,0-1 0,0 1 0,0-1 1,0 1-1,0-1 0,0 1 0,0-1 0,0 1 0,0-1 0,0 1 0,0-1 1,0 1-1,0-1-3,-3 15 212,2-12-195,0-1-1,0 1 0,0-1 1,0 0-1,0 1 1,-1-1-1,1 0 0,-1 0 1,0 0-1,1 0 0,-1 0 1,0 0-1,0-1 1,0 1-1,0-1 0,-1 1 1,1-1-1,0 0 0,-1 0 1,1 0-1,-1 0 1,1 0-1,-1 0 0,1-1 1,-1 1-1,1-1 0,-1 0 1,0 0-1,1 0 1,-1 0-1,1 0 0,-1-1-16,2 1-36,0-1 0,0 0-1,0 1 1,0-1 0,0 0-1,0 0 1,1 0 0,-1 0-1,0 0 1,1 0 0,-1 0-1,1 0 1,-1 0 0,1 0-1,-1-1 1,1 1 0,0 0-1,-1 0 1,1 0 0,0-1-1,0 1 1,0 0 0,0 0-1,0 0 1,0-1 0,0 1 36,3-19-2086,3 6-3337,9 5-7863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3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7890,'0'0'5628,"0"0"-2252,0 0-854,0 0-521,0 0-572,0 0-498,-20 1-429,5-1-413,9 0-65,0-1 0,-1 1-1,1 0 1,0 1 0,-1-1 0,1 1 0,0 1-1,0-1 1,0 1 0,0 0 0,0 1-1,0-1 1,0 1 0,1 0 0,0 0 0,-1 1-1,1 0 1,0 0 0,-3 3-24,-3 8 22,1 0 0,0 0 0,1 1 0,1 0 0,0 0 0,1 1 0,1 0 0,0 0 0,2 0 0,0 1 0,-1 14-22,-2 32 65,2 0 0,4 41-65,1-85 20,0-2-16,1-1 0,0 0 0,1 0 0,1 0 1,1 0-1,0 0 0,6 14-4,-7-25 0,-1 0 0,1 0 0,0 0 0,1-1 0,-1 0 1,1 1-1,0-1 0,1-1 0,-1 1 0,1 0 0,0-1 1,0 0-1,0 0 0,0-1 0,1 0 0,0 1 0,-1-2 0,1 1 1,0-1-1,0 0 0,1 0 0,3 0 0,3 0 10,0-1 0,0 0 0,-1-1 0,1 0 0,0-2 0,0 1 1,-1-1-1,1-1 0,-1 0 0,4-2-10,-11 3 8,0 0 1,0 0-1,0-1 1,0 1-1,-1-1 1,1 0-1,-1 0 1,0-1-1,0 0 1,0 1-1,0-1 1,-1 0-9,-1 1 16,0 0 0,0 0-1,-1 0 1,1-1 0,-1 1 0,0 0 0,0 0 0,0-1 0,0 1-1,0-1 1,-1 1 0,0-1 0,1 1 0,-1-1 0,-1 1 0,1-1-1,0 1 1,-1-1 0,0-1-16,0 3 22,-1-1 0,1 0 1,-1 1-1,1 0 0,-1-1 0,0 1 0,0 0 0,0 0 0,0 0 0,0 0 1,0 0-1,-1 0 0,1 1 0,0-1 0,-1 1 0,0-1 0,1 1 1,-1 0-1,0 0-22,-57-19 207,55 19-192,-15-4-67,1 1-1,-1 2 1,0 0-1,0 0 1,0 2-1,-11 2 53,18 2-246,9-1-1023,6-1-3742,12-2-1104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39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13395,'0'0'4049,"0"0"-1562,0 0-676,0 0-879,0 0-580,0 0-142,2 11 243,3 18-60,-1 1 0,-2 0 1,-1 0-1,-1 0 0,-2 4-393,-4 35 309,-13 55-309,18-123 3,1 0-1,0-1 0,0 1 1,-1 0-1,1 0 0,0 0 1,0 0-1,0-1 0,0 1 1,0 0-1,0 0 0,0 0 1,0 0-1,0-1 0,1 1 1,-1 0-1,0 0 0,0 0 1,1-1-1,-1 1 0,1 0 1,-1 0-1,0-1 0,1 1 1,0 0-1,-1-1 0,1 1 1,-1-1-1,1 1 0,0 0 1,-1-1-1,2 1-2,27 0 101,-18-1-55,7-4-57,0 1 1,-1-2 0,1-1 0,-1 0-1,0-1 1,0 0 0,4-5 10,12-3-673,-23 10 102,-1 1 0,0-1 0,0-1 0,-1 0 0,5-4 571,20-22-5840,-10 5-3216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39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12803,'0'0'4018,"0"0"-1348,0 0-696,0 0-993,0 0-679,0 21 216,-8 255 3466,12 6-3984,-4-273-29,1-1 0,0 1 1,1-1-1,0 0 0,0 1 1,0-1-1,1 0 0,1 0 1,-1 0-1,4 5 29,-5-11-130,-1 0 0,1 0 1,0 0-1,0 0 0,-1 0 0,1-1 1,0 1-1,0-1 0,1 1 1,-1-1-1,0 0 0,0 1 0,1-1 1,-1 0-1,1-1 0,-1 1 1,1 0-1,-1-1 0,1 1 0,-1-1 1,1 0-1,-1 0 0,1 0 0,0 0 1,-1 0-1,1-1 0,-1 1 1,1-1-1,-1 1 0,1-1 0,-1 0 1,0 0-1,1 0 0,-1-1 1,0 1-1,2-2 130,27-19-4897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39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16740,'0'0'4000,"0"0"-3311,0 0-65,0 0 456,41 140 120,-27-49-216,-3 9 73,1 0-425,-4-7-248,3-13-312,3-20-16,-3-20-56,-2-18-192,-4-17-552,-2-5-241,-3-55-247,0-5-2825,0-2-7185</inkml:trace>
  <inkml:trace contextRef="#ctx0" brushRef="#br0" timeOffset="1">1 441 15859,'0'0'4409,"0"0"-2656,0 0-353,0 0-584,0 0-256,0 0-24,0 0 105,133-23-249,-74-2-232,2-2-160,-3 7-88,-2 2-849,22 1-1183,-14 2-3953,-8 2-1553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0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13019,'0'0'6146,"0"0"-3350,0 0-1320,0 0-724,0 0-390,8 23 314,19 49-94,7 17 565,-4 3 0,9 51-1147,-65-209 164,13 39-171,2 0 0,1-1 0,-2-12 7,9 27-4,1 1-1,0-1 1,1 0 0,1 0 0,0 1-1,0-1 1,1 0 0,1 0-1,3-10 5,-4 18-8,1 1-1,-1-1 1,1 1-1,0-1 1,1 1-1,-1 0 1,1 0-1,0 0 1,0 0-1,0 0 1,0 1-1,1-1 1,-1 1-1,1 0 1,0 0-1,0 0 1,0 1-1,0-1 1,0 1-1,1 0 1,-1 0-1,1 1 1,0-1-1,-1 1 0,1 0 1,4 0 8,-3 0-16,-1 0-1,1 1 1,-1 0 0,1 0-1,-1 0 1,1 1 0,-1 0 0,0 0-1,1 0 1,-1 1 0,0 0-1,0 0 1,0 0 0,0 0-1,0 1 1,2 1 16,0 2-8,0 0-1,0 0 1,-1 0-1,0 1 1,0-1-1,0 2 1,-1-1 0,0 0-1,3 7 9,4 10 13,-2 2 0,0-1 0,-1 1 0,-2 0 0,-1 1 0,1 8-13,1 34 146,-8-61-40,-3-9-9,-9-33-8,6 12-103,0-1 1,2 0 0,1-1 0,1 1 0,1-20 13,1 32-4,0 1 1,1-1 0,0 1 0,0 0-1,1-1 1,1 1 0,0 0-1,0 0 1,1 0 0,0 1 0,1 0-1,0-1 1,0 1 0,2-1 3,-5 7-5,1 0-1,-1 0 1,1 1 0,-1-1 0,1 0 0,0 1 0,0 0 0,0 0-1,0 0 1,0 0 0,0 0 0,1 1 0,-1-1 0,0 1 0,1 0 0,-1 0-1,1 0 1,0 1 0,-1-1 0,1 1 0,0 0 0,-1 0 0,1 0 0,0 0-1,-1 1 1,1-1 0,0 1 0,-1 0 0,1 0 0,-1 0 0,1 1 5,3 2-12,0 0-1,-1 0 1,1 1 0,-1 0 0,0 0 0,-1 1 0,1 0 0,-1 0 0,0 0 0,0 0 0,-1 1 0,0-1 0,3 7 12,4 11-91,-1 0 1,-1 1 0,-1 0-1,-1 1 1,-1-1 0,-2 1-1,0 5 91,-4-30-104,0 1 0,1-1 0,-1 0 0,0 0 0,0 1 0,1-1 0,-1 0-1,0 0 1,1 1 0,-1-1 0,1 0 0,0 0 0,-1 0 0,1 0-1,0 0 1,0 0 0,-1 0 0,1 0 0,0 0 0,0-1 0,0 1-1,0 0 1,0 0 0,1-1 0,-1 1 0,0 0 104,37 2-7154,-36-3 6696,32 0-5925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0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16123,'0'0'4012,"0"0"-1845,0 0-940,0 0-646,6 21-239,6 25-69,67 274 2484,-26-30-2432,-55-314-3887,2 17 2475,0 0 0,-1 0-1,0 0 1,-1 0-1,1 0 1,-3-5 1087,-12-23-8671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1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1 171 13771,'0'0'4297,"0"0"-3265,0 0 152,0 0-231,211-55-297,-125 30-264,-10 2-80,-12 6-176,-17 2-136,-14 5-8,-8 0-904,-5 2-1577,-9 1-3176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5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13867,'0'0'4486,"0"0"-2612,0 0-923,0 0-434,0 0 122,8 26-91,22 86-194,-24-86-239,-2 0 0,0 1 1,-2-1-1,-1 1 0,-2-1 1,-2 20-116,2-16 100,-1-13-23,-1-1 1,0 1-1,-2-1 0,-3 10-77,3-12 43,1 1-1,1 0 1,0 0-1,0 0 0,1 12-42,2-26 40,4-1 47,7-2 71,0-1 0,0 1 1,0-2-1,-1 1 0,1-2 0,-1 1 1,0-1-1,0-1 0,4-3-158,50-23 96,11 12-399,-35 11-1804,-2-3-4010,-26 5-726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5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14147,'0'0'3762,"0"0"-2173,0 0-855,0 0-155,8 27 508,51 184 999,-37-129-1983,-4 1 1,-4 0-1,-3 1 0,-1 54-103,-10-139-57,0 1-1,0 0 1,1 0-1,-1 0 0,0-1 1,0 1-1,0 0 1,0 0-1,1 0 1,-1 0-1,0 0 1,0 0-1,0-1 1,1 1-1,-1 0 0,0 0 1,0 0-1,1 0 1,-1 0-1,0 0 1,0 0-1,1 0 1,-1 0-1,0 0 0,0 0 1,0 0-1,1 0 1,-1 0-1,0 0 1,0 0-1,1 0 1,-1 0-1,0 1 1,0-1-1,0 0 0,1 0 1,-1 0-1,0 0 1,0 0-1,0 0 1,0 1-1,1-1 1,-1 0-1,0 0 1,0 0-1,0 1 0,0-1 1,0 0-1,0 0 1,1 0-1,-1 1 1,0-1-1,0 0 1,0 0-1,0 1 0,0-1 1,0 0-1,0 0 1,0 0-1,0 1 58,13-20-3330,6-14-2193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6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1256,'0'0'10112,"0"0"-6027,0 0-1732,0 0-617,0 0-772,0 0-436,27-18-248,-27 18-280,40-26 284,34-16-284,-72 41 14,-1 0 0,1 0 0,0 0-1,0 1 1,0-1 0,0 1 0,-1-1 0,1 1 0,0 0 0,0-1-1,0 1 1,0 0 0,0 0 0,0 0 0,0 1 0,0-1 0,0 0-1,0 1 1,0 0 0,0-1 0,-1 1 0,1 0 0,0 0 0,0 0-1,-1 0 1,1 0 0,0 0 0,-1 0 0,1 1 0,-1-1 0,0 0-1,1 1-13,1 3 49,1 1-1,-1-1 1,-1 0-1,1 1 1,-1-1-1,0 1 1,1 6-49,-1-7 32,2 12 14,0-1-1,-1 1 1,-1 0 0,-1 0 0,0 0-1,-1 0 1,-1 0 0,-2 12-46,-1-2 28,-1-1 0,-2 0 0,0 0 0,-2 0 1,-2 1-29,-16 27 92,19-41 126,1 0-1,1 1 1,0 0-1,-1 4-217,7-17 28,0-1 0,0 1 0,0 0-1,-1-1 1,1 1 0,0 0 0,0-1-1,0 1 1,1 0 0,-1-1 0,0 1-1,0-1 1,0 1 0,0 0-1,0-1 1,1 1 0,-1-1 0,0 1-1,1 0 1,-1-1 0,0 1 0,1-1-1,-1 1 1,1-1 0,-1 1 0,0-1-1,1 0 1,-1 1 0,1-1 0,0 1-28,25 7 678,42-7 363,-51-2-729,15 0-246,1-2 0,-1-1 0,0-2 0,0-1 0,0-1 0,24-11-66,-46 15-518,-1 0 1,1-1 0,-1 0-1,0-1 1,0 0-1,-1 0 1,0-1 0,0 0-1,4-5 518,-7 7-660,23-23-5210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6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13827,'0'0'4193,"0"0"-3529,0 0 392,0 0 617,0 0-649,0 0-568,186 2-352,-141-7 8,-9 3-112,-11 2-432,-14 0-1777,-11 2-3792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7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0 530 9234,'0'0'3985,"0"0"-1617,0 0 305,0 0-361,0 0-1071,0 0-881,184-68-192,-120 46-168,19-1-248,-13 8-1697,-9 5-5040</inkml:trace>
  <inkml:trace contextRef="#ctx0" brushRef="#br0" timeOffset="1">1011 254 12483,'0'0'2431,"0"0"159,-8-27 128,5 19-2480,-48-191 3440,46 180-2844,5 19-814,0 0 0,0 0 0,0 0 0,0 0-1,0 0 1,0 0 0,0 0 0,0 0 0,0 0-1,0 0 1,0 1 0,0-1 0,0 0 0,0 0-1,0 0 1,0 0 0,0 0 0,-1 0 0,1 0 0,0 0-1,0 0 1,0 0 0,0 0 0,0 0 0,0 0-1,0 0 1,0 0 0,0 0 0,0 0 0,0 0-1,0 0 1,0 0 0,0 0 0,-1 0 0,1 0-1,0 0 1,0 0 0,0 0 0,0 0 0,0 0 0,0-1-1,0 1 1,0 0 0,0 0 0,0 0 0,0 0-1,0 0 1,0 0 0,0 0-20,0 36 404,8 42 20,14 56-424,6 45 365,-11 44-330,-17-222-83,0-1-1,-1 1 1,1 0-1,0-1 1,0 1 0,1 0-1,-1-1 1,0 1-1,0 0 1,0-1-1,0 1 1,0-1 0,1 1-1,-1 0 1,0-1-1,1 1 1,-1-1-1,0 1 1,1-1 0,-1 1-1,1-1 1,-1 1-1,1-1 1,-1 1-1,1-1 1,-1 0 0,1 1-1,-1-1 1,1 0-1,-1 1 1,1-1 0,0 0-1,0 0 49,0 0-168,0 0 0,0 0 0,0-1 0,1 1 0,-1-1 0,0 1 0,0-1 0,0 0 0,0 1 0,0-1 0,0 0 0,0 0 0,0 1 0,0-1 0,0 0 0,-1 0 0,1 0 0,0-1 168,16-21-4577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11803,'0'0'2563,"0"0"-28,0 0-123,0 0-939,0 0-738,0 0-243,22-8 12,75-24-204,-95 31-293,1 0 1,0 1-1,0-1 1,0 0-1,1 1 1,-1 0-1,0-1 1,0 1-1,0 1 0,0-1 1,0 0-1,0 1 1,0-1-1,0 1 1,0 0-1,0 0 1,0 0-1,1 1-7,-2-1 4,0 1 0,0 0 0,-1-1 0,1 1 0,0 0 0,-1 0 0,1 0 0,-1 0 0,1 0 0,-1 1 0,0-1 0,0 0 0,0 0 0,0 1 0,-1-1 0,1 1 0,0 0-4,0 10 11,0-1 0,-1 0 1,0 1-1,0-1 0,-2 0 0,-2 13-11,4-23 3,-5 20 24,0 0 0,-2-1 0,0 1 0,-2-1 0,-3 5-27,-58 105 132,44-86-36,16-31-20,8-12 69,0 1 1,1-1-1,-1 1 1,0 0-1,1-1 1,0 1-1,-1 0 1,1 0-1,0 0 1,0 0-146,20-4 106,-3-2 43,-1-1-1,1 0 0,-1-1 1,0 0-1,10-6-148,-10 4-39,0 1 1,0 0-1,1 1 1,-1 1 0,1 1-1,8-1 39,-17 2-505,0 1 1,0-1-1,0-1 0,-1 1 0,1-1 0,-1-1 1,1 1-1,-1-1 0,-1 0 0,1 0 0,0-1 1,-1 1-1,5-6 505,1 0-2574,22-21-8833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7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12395,'0'0'4138,"0"0"-2224,0 0-714,0 0-381,27-11-299,88-35-129,-108 43-360,0 1 0,1 0 1,-1 0-1,0 1 1,1-1-1,0 2 0,-1-1 1,1 1-1,-1 0 1,1 1-1,-1-1 1,1 1-1,1 1-31,-5 0 6,0-1 1,-1 1-1,1 0 1,-1-1-1,1 1 1,-1 1-1,0-1 1,0 1-1,0-1 1,0 1-1,0 0 1,-1 0-1,1 0 1,-1 0-1,0 0 1,0 1-1,0-1 1,0 1-7,3 11 10,-1 0 0,0 0 0,-1 0 1,-1 1-1,0-1 0,-1 1 1,0-1-1,-2 1 0,-1 14-10,-3-6 22,0 0-1,-1 1 1,-2-2 0,0 1-1,-2-1 1,0 0 0,-2-1 0,-1 0-22,-20 46 409,23-48-126,-13 32 153,22-49-384,-1 0 0,2 0-1,-1 1 1,0-1 0,1 0-1,-1 1 1,1-1 0,0 0-1,0 1 1,0-1 0,1 0-1,-1 1 1,1-1 0,0 1-52,0-3 25,-1-1 1,1 1-1,0 0 1,-1 0-1,1-1 1,0 1-1,0 0 1,0-1-1,0 1 1,0 0-1,0-1 1,-1 0-1,1 1 1,0-1-1,0 1 1,0-1-1,1 0 1,-1 0-1,0 0 1,0 0-1,0 1 1,0-1-1,0-1-25,32 1 278,-22 0-174,20 0-525,55-2 492,-59-2-3377,1-2-3492,-22 5-2807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8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11402,'0'0'2781,"0"0"-1235,0 0 119,17 25-123,-2-3-1216,12 19 307,-1 0 1,-3 2-1,0 3-633,80 142 2031,-51-97-1719,-51-90-143,-2-8 54,0 0-1,0 0 1,-1 0-1,0 0 1,0 0-1,0 1 1,-1-1-1,-1-2-222,-11-30 9,11 19-8,0-1-1,1 1 1,1-1 0,1 1 0,1-1 0,0 0 0,2 1 0,2-11-1,-2 23-2,0 0 0,0 0 0,1 1 0,-1-1-1,2 0 1,-1 1 0,1 0 0,0 0 0,1 0 0,3-3 2,-5 6-2,1 0 0,0 0 0,0 1 0,1-1 0,-1 1-1,1 0 1,-1 0 0,1 1 0,0-1 0,0 1 0,0 0-1,1 0 1,-1 1 0,0 0 0,1 0 0,2 0 2,-1 0-10,-1 1 0,1 0 0,0 0-1,0 1 1,-1-1 0,1 1 0,0 1 0,-1 0 0,1 0 0,-1 0 0,0 0 0,1 1 0,1 2 10,3 1-5,-1 1 1,0 0-1,0 1 1,-1 0-1,0 1 1,0 0-1,2 3 5,7 11 6,-1 1 1,-1 1-1,-1 0 0,-1 1 0,9 26-6,-16-33 12,0 1 1,-2 0-1,0 0 1,-2 0-1,0 0 1,-1 1-1,-1-1 1,-2 10-13,1-29 41,0-1 118,0-24 225,1-11-349,1 1 0,1-1 0,2 1 1,2 0-1,4-11-35,-7 30 0,1 0 1,0 0-1,1 1 1,1-1-1,0 1 1,1 1-1,0 0 0,1 0 1,1 0-1,0 1 1,1 1-1,10-10 0,-17 18 0,0 0 0,0 0 0,0 0-1,1 0 1,-1 1 0,1-1 0,0 1 0,-1 0 0,1 1-1,0-1 1,0 1 0,0 0 0,0 0 0,1 1-1,-1-1 1,0 1 0,0 0 0,0 1 0,0-1-1,5 2 1,-4 0 2,-1 0-1,1 0 0,0 1 0,-1 0 1,0 0-1,0 0 0,0 1 0,0 0 1,0 0-1,-1 0 0,1 0 0,-1 1 1,0-1-1,-1 1 0,1 0 0,1 5-1,10 18 32,-1 1 0,-1 0-1,-2 1 1,0 5-32,-1-5-22,0 0 1,3-1-1,0 0 0,5 4 22,-18-31-73,1-1-1,0 1 1,1-1 0,-1 1-1,0-1 1,0 1-1,1-1 1,-1 0-1,0 1 1,1-1 0,-1 0-1,1 0 1,0 0-1,-1 0 1,1-1-1,0 1 1,0 0 0,-1-1-1,1 1 1,0-1-1,0 1 1,0-1-1,0 0 1,0 0 0,-1 0-1,1 0 1,0 0-1,0 0 1,0-1-1,0 1 1,0-1 0,-1 1-1,2-1 74,4-2-926,-1 0 0,0 0 0,0-1 0,0 0 0,0 0 0,-1 0 0,1-1 0,1-3 926,30-28-11548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9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14875,'0'0'4041,"0"0"-3369,0 0 440,0 0-471,0 0-345,0 0-208,142-12-40,-101 4-48,-2 3-8,-3 3-400,-13-1-2625,-12 3-5297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9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14195,'0'0'2993,"0"0"-1689,0 0 368,0 0-431,0 0-753,0 0-296,0 0-192,136-33-56,-72 16-744,-14 2-1241,-8 2-3360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49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13243,'0'0'4477,"0"0"-1570,0 0-1093,0 0-881,0 0-549,0 0 130,4 29 199,34 229 364,-26-206-1008,-8-36-438,0 0 0,-1 1 0,-1-1 0,1 13 369,-3-29-171,0 1 0,0-1 0,0 1 0,0-1 0,0 1 0,1 0 1,-1-1-1,0 1 0,0-1 0,1 1 0,-1-1 0,0 1 0,1-1 1,-1 1-1,0-1 0,1 0 0,-1 1 0,1-1 0,-1 1 0,0-1 1,1 0-1,-1 0 0,1 1 0,-1-1 0,1 0 0,0 0 0,-1 1 1,1-1-1,-1 0 0,1 0 0,-1 0 0,1 0 0,-1 0 0,1 0 1,0 0 170,10 1-4984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50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9858,'0'0'1824,"0"0"-563,0 0 52,0 0-296,0 0-128,25-15-27,77-42-204,-101 56-636,1 0 0,0 0 0,-1 0-1,1 0 1,0 0 0,0 1 0,0-1-1,0 1 1,0-1 0,0 1 0,0 0-1,0 0 1,0-1 0,0 1 0,0 1-1,0-1 1,0 0 0,0 0 0,0 1-1,0-1 1,0 1-22,-1 0 16,0 0 0,0 0 0,0 0 0,0 1 0,0-1 0,0 0 0,0 0 1,0 1-1,-1-1 0,1 0 0,-1 1 0,1-1 0,-1 0 0,1 1 0,-1-1 0,0 1-16,2 6 67,3 7 20,-1 2 0,-1-1 1,0 0-1,-1 1 0,-1-1 1,-1 1-1,0 0 0,-1-1 1,-1 1-1,0-1 0,-1 1 1,-1-1-1,-1 0 0,0-1 1,-8 16-88,-12 24 641,-3-2 0,-3 0 1,-26 33-642,52-78 102,5-7-34,0-1 0,1 1 0,-1-1 0,0 1 0,1-1 0,-1 1-1,1-1 1,-1 1 0,1-1 0,-1 0 0,1 1 0,-1-1 0,1 1-1,-1-1 1,1 0 0,-1 0 0,1 1 0,-1-1 0,1 0 0,0 0-1,-1 0 1,1 1 0,-1-1 0,1 0 0,0 0 0,-1 0 0,1 0-1,0 0 1,-1 0 0,1 0 0,0-1 0,-1 1-68,27 3 266,23-2-162,-1-1-1,1-3 1,1-2-104,-45 4-487,0-1 1,0 1-1,0-1 1,-1 0-1,1-1 1,-1 1-1,0-1 1,1 0-1,-1 0 0,-1-1 1,1 1-1,3-4 487,17-15-6442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50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10594,'0'0'2495,"0"0"-510,0 0-215,0 0-499,0 0-345,0 0-124,27-12-290,81-33-300,-106 44-210,-1 0 1,1 1-1,-1-1 1,1 1-1,-1-1 1,1 1-1,0 0 0,-1 0 1,1-1-1,-1 1 1,1 0-1,0 1 0,-1-1 1,1 0-1,-1 0 1,1 1-1,-1-1 0,1 1 1,-1-1-1,1 1 1,-1 0-1,1-1 0,-1 1 1,1 0-1,-1 0 1,0 0-1,0 0 1,0 0-1,1 0 0,-1 1 1,0-1-1,0 0 1,0 0-1,-1 1 0,1-1 1,0 1-1,-1-1 1,1 1-1,0-1 0,-1 1 1,0-1-1,1 1 1,-1-1-1,0 1 1,0 0-1,0-1-2,2 7 8,6 20 9,-1-1 0,-2 1 1,-1 1-1,-1-1 0,-2 0 1,0 1-1,-2-1 0,-2 1 1,-1 4-18,-1-10 47,0-1 0,-2 0 0,-1 0-1,-1-1 1,0 0 0,-2 0 0,0-1 0,-6 6-47,-9 19 405,26-44-334,0-1 1,1 1-1,-1-1 1,0 1-1,0-1 1,1 1-1,-1-1 1,1 1-1,-1-1 1,0 0-1,1 1 1,-1-1-1,1 0 1,-1 1-1,1-1 1,-1 0-1,1 1 1,0-1-1,-1 0 1,1 0-1,-1 0 1,1 0-1,-1 1 1,1-1-1,0 0 1,-1 0-1,1 0 1,-1 0-1,1 0 1,-1 0-1,1-1 1,0 1-1,-1 0 1,1 0-1,-1 0 1,1-1-72,29 0 404,-18-1-396,0 0 1,1-2 0,-2 1-1,1-2 1,0 1-1,-1-2 1,0 1-1,0-1 1,9-8-9,-10 7-878,-1 0 0,0-1-1,0-1 1,-1 1 0,0-1 0,3-5 878,7-14-8814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50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12939,'0'0'4377,"0"0"-2569,0 0-216,0 0-495,0 0-721,0 0-288,0 0-88,172-35-104,-119 25-1361,-8 5-4048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51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13179,'0'0'4125,"0"0"-2276,0 0-520,0 0-512,-22 26-401,22-26-416,-33 40 291,-22 37-291,50-70 34,1 0 1,1 1-1,-1-1 1,1 1-1,1 0 1,-1 0-1,1 0 0,1 0 1,0 1-1,0-1 1,0 0-1,1 1 0,0-1 1,1 0-1,0 6-34,1 10 105,-1-9-62,1-1-1,1 0 0,0 1 0,0-2 0,2 1 1,-1 0-1,2-1 0,0 0 0,0 0 0,2 0 1,-1-1-1,10 11-42,-13-17 0,0-1 0,1 0 1,0 0-1,0 0 0,0 0 1,0-1-1,1 0 0,-1 0 1,1 0-1,0-1 0,1 0 0,-1 0 1,0-1-1,1 1 0,-1-1 1,1-1-1,0 1 0,0-1 1,0 0-1,0-1 0,-1 0 0,1 0 1,0 0-1,0-1 0,0 0 1,0 0-1,-1-1 0,1 0 0,-3 0-6,0 0-1,-1 0 0,1 0 1,-1-1-1,1 1 0,-1-1 1,0 0-1,0 0 1,0 0-1,-1-1 0,1 1 1,-1-1-1,0 1 0,0-1 1,0 0-1,0 0 0,-1 1 1,1-3 6,-1 4 10,0-1 0,0 1 0,0-1 1,0 0-1,-1 1 0,1-1 0,-1 0 1,0 0-1,0 1 0,0-1 0,0 0 0,0 0 1,0 0-1,-1 1 0,0-1 0,1 0 1,-1 1-1,0-1 0,0 0 0,0 1 0,-1-1 1,1 1-1,-1 0 0,1-1 0,-1 1 1,0 0-1,0 0 0,-1-1-10,-3-1 92,-1 0 0,0 1 1,1-1-1,-1 1 0,0 1 0,-1 0 0,1 0 1,0 0-1,-1 1 0,-5-1-92,-83-1 808,69 4-812,26 0-217,1 0 0,0 0 0,0 1-1,-1-1 1,1 0 0,0 0 0,0 1 0,0-1 0,1 0 0,-1 1 0,0-1 0,0 0 0,1 0 0,-1 0 0,1 1 0,-1-1 221,17 9-5008,5-4-3032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51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5937,'0'0'8479,"0"0"-4856,0 0-1754,0 0-335,0 0-763,0 0-593,4 3-130,1 2-10,0 1-1,-1 0 1,0 0 0,-1 0-1,1 1 1,-1-1-1,0 1 1,-1 0-1,0-1 1,0 1-1,0 0 1,-1 0-1,0 1 1,0-1-38,17 59 125,-15-59-108,0 0 0,1 1 0,0-1 0,1-1 0,-1 1 0,1-1 0,1 1 0,-1-2 0,1 1 0,4 3-17,-7-7-22,0 0 1,0 0-1,0 0 1,1 0-1,-1-1 1,0 1-1,1-1 1,-1 0-1,1 0 1,-1 0-1,1-1 1,0 1-1,-1-1 1,1 0-1,0 0 1,-1 0-1,1 0 1,-1-1-1,1 0 1,0 1-1,-1-1 1,1-1-1,-1 1 1,0 0-1,2-2 22,3-1-893,-1-2 0,0 1 0,0-1 0,0 0 0,-1-1 0,1 1 1,0-4 892,14-15-5910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5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5513,'0'0'6946,"0"0"-4074,0 0-455,0 0-1041,0 0-864,0 0 640,8 150 57,-8-72-81,0-3-104,0-5-264,0-12-528,0-16-136,0-12-96,0-12 0,0-8-384,0-10-1008,3 0-2449,3-13-5761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5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14771,'0'0'3857,"0"0"-3369,0 0 392,0 0-160,0 0-335,0 0-185,189-20-176,-144 10-24,-3-2-1073,-15 2-3088,-7 0-5465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52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12707,'0'0'2566,"0"0"-1049,0 0-507,0 0-274,0 0 242,0 29 144,0-3-862,1 26 543,-2 1 0,-3 0 0,-4 13-803,4-45 148,2-14-129,0 1 1,0-1-1,1 0 0,0 0 0,0 1 0,1-1 0,0 1 1,0-1-1,1 0 0,1 5-19,0-11 16,1 0-1,0-1 1,-1 1-1,1 0 0,0-1 1,-1 0-1,1 0 1,0 0-1,0 0 1,-1 0-1,1 0 1,0-1-16,4 1 39,15-2-37,1-1 0,0 0 0,-1-2-1,0-1 1,0 0 0,-1-2 0,1-1-2,46-14-682,-63 22 518,0-1-1,0 1 1,0-1 0,-1-1-1,1 1 1,-1-1 0,3-1 164,13-19-3727,-11 6-1746</inkml:trace>
  <inkml:trace contextRef="#ctx0" brushRef="#br0" timeOffset="1">304 1 15603,'0'0'3097,"0"0"-2385,0 0 24,0 0 641,11 168-257,-8-93-80,-3 0 8,0-5-256,0-13-584,0-9-79,0-13-129,11-17-137,6-8-1103,-1-10-3105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3:53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11570,'0'0'2473,"0"0"-426,0 0-46,0 0-590,29-13-465,90-40-370,-114 51-542,-1 0 0,0 0-1,0 1 1,1 0 0,-1 0-1,1 0 1,-1 0 0,1 1-1,-1-1 1,1 1 0,0 0-1,0 1-32,-4-1 3,1 1 0,-1-1 1,0 0-1,0 1 0,0-1 1,1 1-1,-1 0 1,0-1-1,0 1 0,0 0 1,0 0-1,0 0 0,0-1 1,0 1-1,0 0 1,-1 0-1,1 0 0,0 1 1,-1-1-1,1 0 0,0 0 1,-1 0-1,1 0 1,-1 1-1,0-1-4,1 6 8,0-1 0,-1 1 0,0 0 0,0-1 1,-1 1-1,0-1 0,0 1 0,-1 0 0,1-1 0,-2 2-8,-5 16 19,-2 0 0,-1-1 0,0 0-1,-7 8-18,2-2 19,0 1-1,-2 10-18,11-18 144,0 0-1,1 1 0,1 0 0,1 0 1,2 0-1,0 0 0,1 15-143,1-37 25,0 1 0,0-1-1,0 0 1,1 0 0,-1 0 0,0 0 0,1 0-1,-1 1 1,0-1 0,1 0 0,0 0-1,-1 0 1,1 0 0,-1 0 0,1 0-1,0-1 1,0 1 0,0 0 0,-1 0 0,1 0-1,0-1 1,0 1 0,0 0 0,0-1-1,0 1-24,35 7 889,-22-8-615,0 0-1,-1-1 1,1-1-1,5-1-273,16-6 7,0-2 1,5-4-8,-16 7-695,-10-6-2470,-11 10 1432,2-4-2982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4:04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15011,'0'0'1513,"0"0"-660,7 31 755,50 209 1216,-51-212-2427,82 315 3052,-103-391-3128,1-1 0,3 0 0,2-1 0,1 0 0,1-42-321,7 84-2,1-1-1,0 1 0,0 0 0,1 0 0,-1-1 0,2 1 0,-1 1 0,1-1 0,1 0 0,-1 1 0,1-1 0,1 1 0,-1 0 1,1 0-1,0 1 0,6-6 3,-7 8-10,0 0 0,1 1 0,-1-1 0,1 1 0,0 0 0,0 1 0,0-1 0,0 1-1,0 0 1,1 0 0,-1 0 0,1 1 0,-1 0 0,1 0 0,-1 1 0,1-1 0,0 1 0,-1 0 0,1 1 0,0-1 0,-1 1 0,1 0 0,-1 1 0,1-1 0,4 3 10,0 1-6,1 0-1,-1 1 0,0 1 1,0-1-1,-1 2 1,0-1-1,0 1 1,-1 1-1,1 0 0,-2 0 1,2 2 6,12 17-10,-1 2 0,-2 0 1,2 7 9,-5-6-3,-1 0 1,-2 1-1,-1 1 1,-1 0-1,-2 0 1,-2 1-1,0 0 0,-3 0 1,-1 0-1,-2 27 3,1-55 7,-2 22-26,1-28 23,1 0-1,-1 1 0,0-1 0,0 1 0,0-1 1,0 0-1,0 1 0,0-1 0,0 1 0,0-1 1,0 0-1,0 1 0,0-1 0,0 1 0,0-1 0,-1 0 1,1 1-1,0-1 0,0 1 0,0-1 0,-1 0 1,1 1-1,0-1 0,0 0 0,-1 1 0,1-1 0,0 0 1,-1 1-1,1-1 0,0 0 0,-1 0 0,1 0 1,0 1-1,-1-1 0,1 0 0,0 0 0,-1 0 1,1 0-1,-1 1 0,1-1 0,-1 0-3,0-1 12,0-1 0,0 1 0,0 0-1,0-1 1,0 1 0,0 0 0,0-1 0,0 1-1,0-1 1,1 0 0,-1 1 0,1-1 0,-1 1-1,1-1 1,0 0 0,0 1 0,0-1 0,0 0-1,0 0-11,-2-6 19,-4-32-9,2 0 0,2 0 1,1-1-1,4-26-10,-2 57-4,0-1 0,1 1 1,0-1-1,1 1 0,0 0 0,1 0 0,0 0 1,0 0-1,1 1 0,1 0 0,-1 0 0,1 0 0,7-7 4,-10 13-7,0-1 0,0 1-1,1-1 1,0 1-1,-1 0 1,1 1 0,0-1-1,0 1 1,0-1-1,1 1 1,-1 0-1,1 1 1,-1-1 0,1 1-1,-1 0 1,1 0-1,0 0 1,0 1 0,-1 0-1,1 0 1,0 0-1,0 0 1,-1 1 0,1 0-1,0 0 1,-1 0-1,1 0 1,-1 1 0,1-1-1,-1 1 1,0 1-1,2 0 8,1 1 1,0 1 0,0 0-1,-1 0 1,0 0-1,0 1 1,0 0-1,-1 0 1,0 1 0,0-1-1,0 1 1,-1 0-1,3 7 0,5 12 32,-2 1-1,-1 0 1,1 4-32,-4-7-234,2 0 1,1-1 0,10 19 233,-19-41-96,1 0 1,-1 0 0,1-1 0,-1 1 0,1 0-1,-1-1 1,1 1 0,0 0 0,-1-1 0,1 1-1,0 0 1,0-1 0,-1 1 0,1-1 0,0 0-1,0 1 1,0-1 0,-1 0 0,1 1 0,0-1-1,0 0 1,0 0 0,0 0 0,0 0 0,0 0-1,0 0 1,-1 0 0,1 0 0,0 0 0,0 0-1,0 0 1,0 0 0,0-1 0,0 1 0,0-1 95,27-19-5997,-3-8-2474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4:0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15283,'0'0'3009,"0"0"-1681,0 0 385,0 0-689,0 0-640,156-40-296,-109 25-88,3 5-752,-16 5-2945,-12 2-3521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4:04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0 189 13435,'0'0'3881,"0"0"-2057,0 0 281,0 0-689,0 0-672,0 0-384,0 0-240,189-63-120,-133 33-432,8-8-856,-14 8-1529,-14 3-5265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4:05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10354,'0'0'7060,"0"0"-3886,0 0-1995,0 0-655,0 0-214,3 24 21,2 22-261,13 106 2132,-5 58-2202,-13-185 68,-2 27-347,2-49 200,-1 0 0,0 0 0,0-1 0,0 1 0,-1 0 1,1-1-1,-1 1 0,1-1 0,-1 0 0,0 1 0,0-1 0,0 0 0,0 0 0,0 0 1,0 0-1,0-1 0,-2 1 79,-90 48-1768,50-29 1734,43-21 62,0 0 0,0 1 0,0-1 0,0 0 0,0 1 0,1-1 0,-1 1 0,0 0 0,0-1 0,0 1 0,0 0 0,1 0 0,-1-1-1,0 1 1,1 0 0,-1 0 0,0 0 0,1 0 0,-1 0 0,1 0 0,0 0 0,-1 0 0,1 0 0,0 0 0,-1 0 0,1 0 0,0 0 0,0 0 0,0 0 0,0 0 0,0 0 0,0 0 0,0 0 0,0 0 0,1 0 0,-1 1-28,1-1 66,0 1 0,0-1 0,0 0 0,0 0 1,0 0-1,0 1 0,0-1 0,0 0 0,0-1 1,0 1-1,1 0 0,-1 0 0,0 0 0,1-1 1,-1 1-1,0-1 0,1 1 0,-1-1 0,1 1 0,-1-1 1,1 0-1,-1 0 0,1 0 0,0 0-66,18-1 208,0-2-1,0 0 1,0-1-1,-1-1 1,1 0-1,-1-2 1,-1 0 0,17-10-208,11-6-1807,-2-3 1,37-28 1806,-52 31-4761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4:05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3265,'0'0'9391,"0"0"-5749,0 0-1689,0 0-541,-23 24-541,3-4-677,6-8-29,1 0 0,0 2-1,1-1 1,1 2 0,0 0-1,1 0 1,0 1 0,1 0-1,1 0 1,1 1-1,-3 9-164,2 3 363,1 0 0,1 1-1,1-1 1,2 1-1,1 0 1,1 0-1,3 16-362,-2-41 13,1 0 0,0 0 0,0 0 0,0 0-1,0 0 1,1 0 0,0 0 0,0-1 0,0 1 0,1-1-1,-1 1 1,1-1 0,0 0 0,1 0 0,-1 0 0,1 0-1,-1 0 1,1-1 0,0 0 0,0 0 0,1 0 0,-1 0-1,1-1 1,-1 0 0,4 2-13,0-2 11,1 1-1,-1-1 1,1 0-1,0-1 1,0 0-1,0 0 1,0-1-1,-1 0 1,1-1-1,0 0 1,0 0-1,0-1 1,0 0-1,6-2-10,-5 0 15,0-1 0,-1 0 0,0 0 0,0-1 0,0 0 0,-1 0 0,3-3-15,-8 7 9,0 0 0,-1 0 0,1 0 0,-1-1 0,0 1 0,0-1 0,0 1 0,0-1 0,0 0 0,0 1 0,-1-1 1,1 0-1,-1 0 0,0 0 0,0 0 0,0 0 0,0-1 0,0 1 0,-1 0 0,0 0 0,0-1 0,1 1 0,-2 0 0,1 0 0,0-1 1,-1 1-10,0 2 4,0 0 1,0 0-1,-1-1 0,1 1 1,0 0-1,-1 1 1,1-1-1,-1 0 1,1 0-1,-1 0 1,1 1-1,-1-1 1,1 1-1,-1-1 1,0 1-1,1 0 1,-1 0-1,0 0 1,1 0-1,-1 0 1,0 0-1,0 0 1,0 0-5,-4 0 10,-132-1-952,77 1-4728,35 0-6131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7:02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0 544 9210,'0'0'1327,"0"0"-658,0 0 234,0 0 344,0 0-255,0 0-341,14-3-163,59-16 1741,35-15-2229,-62 17 346,0 3 1,1 1-1,1 2 1,0 3-1,1 2 1,14 0-347,42 7 441,14 1 854,0-6-1,114-17-1294,-103 3 948,92 0-948,-147 10 145,0-3 1,0-3-1,3-4-145,8-2 316,87-8-316,-13 5 201,106-30-201,-90 17 170,29 2-170,169 0 32,282 13-32,-318 20 92,305-43-92,-636 44 177,9-3-415,-12-3 3024,-4 5-2833,0 1-89,0 0-311,0 0-338,-4 9-3239,-17 5-2567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7:56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12659,'0'0'2104,"0"0"-1160,0 0-111,0 0-33,0 0-584,0 0-216,144-17-224,-119 17-1737,-11 0-3464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8:10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348 96 3065,'0'0'5677,"0"0"-3387,0 0-454,0 0-178,0 0-522,0-6-164,1 2-797,-1 1-1,-1-1 1,1 1-1,-1-1 1,1 0-1,-1 1 1,0 0-1,0-1 1,0 1-1,-1 0 1,1-1-1,-1 1 1,0 0-1,0 0 1,0 0-1,0 1 1,0-1-1,-1 0 1,1 1-1,-1-1 1,0 1-1,0 0 1,0 0-1,0 0 1,0 0-1,0 1 1,0-1-1,-1 1 1,1 0-1,0 0 1,-1 0-1,1 0 1,-4 0-175,-6-1 30,0 1 1,1 1-1,-1-1 1,0 2-1,0 0 1,0 1-1,0 0 1,0 0-1,1 2 1,-1 0-1,1 0 1,0 1-1,0 0-30,6-2 16,-1 1 0,1-1 0,0 1 0,0 0 0,1 1-1,-1-1 1,1 1 0,0 0 0,0 0 0,1 1 0,-1 0 0,1 0 0,0 0-1,1 0 1,-1 0 0,1 1 0,1-1 0,-1 1 0,1 0 0,0 0 0,1 0 0,0 0-1,0 0 1,0 2-16,1-1 7,-1 0 0,2 0 0,-1 0 0,1 0 0,0 0 0,1 0 1,0 0-1,0 0 0,1-1 0,0 1 0,3 4-7,-3-7 4,0 0 0,1 0 1,-1-1-1,1 0 0,0 1 1,0-1-1,1-1 0,-1 1 1,1 0-1,0-1 0,0 0 1,0-1-1,0 1 0,1-1 1,-1 0-1,5 2-4,-5-3-10,0 1 0,0-1 1,0 1-1,0-1 0,1-1 0,-1 1 0,0-1 1,0 0-1,1 0 0,-1 0 0,0-1 0,0 0 1,0 0-1,0 0 0,0-1 0,0 0 0,0 0 1,0 0-1,0 0 0,-1-1 0,4-2 10,-3 1-11,-1-1 1,0 1-1,0-1 0,0 0 0,-1 0 0,0 0 0,0 0 0,0 0 0,-1-1 1,1 0-1,-1 1 0,0-1 0,-1 0 0,0 0 0,0 0 0,0 0 0,0 0 1,-1-6 10,1-17 35,1 16 30,-1-1 1,-1 1 0,0-1 0,-1 1-1,-1 0 1,-2-11-66,3 91 1512,10-28-1364,1-1 0,2 0 0,1-1 0,14 27-148,-26-62-126,0-1-1,0 1 0,0-1 0,0 1 0,0-1 0,0 0 1,0 1-1,0-1 0,1 0 0,-1 0 0,0 0 0,1 0 1,-1 0-1,1 0 0,-1 0 0,1 0 0,-1 0 0,1-1 1,0 1-1,-1-1 0,2 1 127,-1-1-308,-1 0 1,0 0-1,1 0 0,-1 0 1,0 0-1,0-1 1,1 1-1,-1 0 0,0-1 1,0 1-1,0-1 1,1 1-1,-1-1 0,0 0 1,0 1-1,0-1 1,0 0-1,0 0 0,0 0 1,0 0-1,0 0 308,13-19-8396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8:10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12483,'0'0'2360,"0"0"-1376,0 0 1145,0 0-609,0 0-832,0 0-520,0 0-96,161-8 8,-133 6-160,-3-1-1032,-3 3-1360,-8-2-1689,-8 2-3593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8:11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93 10658,'0'0'1977,"0"0"7,0 0 193,0 0-713,0 0-1176,0 0-112,0 0-176,144-57 0,-93 42-1480,-10 5-1449,-5 0-5081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9:03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70 5265,'0'0'1906,"0"0"-779,0 0 38,0 0-287,0 0-497,-2 13 301,1-12 5858,1-2-6498,0 0 1,0-1 0,0 1-1,0-1 1,0 1-1,0 0 1,0-1 0,0 1-1,1 0 1,-1-1-1,0 1 1,1 0 0,-1-1-1,1 1 1,0 0-1,-1 0 1,1-1-1,0 1-42,26-3 617,-26 5-606,-1-1 1,1 1 0,-1-1-1,1 1 1,-1 0-1,0-1 1,1 1-1,-1 0 1,0-1 0,1 1-1,-1 0 1,0-1-1,0 1 1,0 0-1,0 0 1,1-1 0,-1 1-1,0 0 1,0 0-1,0-1 1,-1 1-1,1 0 1,0-1 0,0 1-1,0 0 1,0 0-1,-1-1 1,1 1-1,0 0 1,-1 0-12,-8 25 885,8-24-837,-1 0 0,1 1 0,-1-1 1,1 0-1,-1 0 0,0 0 0,0 0 0,0 0 0,0 0 0,0-1 0,-1 1 1,1 0-1,0-1 0,-1 0 0,1 0 0,-1 0 0,1 0 0,-1 0 0,0 0 0,1-1 1,-1 1-1,0-1 0,0 0 0,-1 0-48,3-1 23,-1 0-1,2 0 1,-1-1-1,0 1 1,0-1 0,0 1-1,0-1 1,1 1-1,-1-1 1,1 1 0,-1-1-1,1 1 1,0-1-1,0 0 1,0 1 0,-1-1-1,1 0 1,1 1-1,-1-1 1,0 0-23,2-37 111,-1 37-104,0 0 1,0 1 0,0-1-1,0 0 1,0 1-1,0-1 1,0 1-1,1-1 1,-1 1 0,0-1-1,1 1 1,-1 0-1,1 0 1,0 0 0,-1 0-1,1 0 1,0 0-1,0 0 1,0 1-1,-1-1 1,1 1 0,0-1-1,0 1 1,0 0-1,0-1-7,0 1 0,-1 0 0,0-1 0,1 1 0,-1 0-1,0 0 1,1 0 0,-1 0 0,0 0 0,1 0-1,-1 0 1,0 0 0,1 1 0,-1-1 0,0 0 0,0 1-1,1-1 1,-1 1 0,0-1 0,0 1 0,0 0-1,1 0 1,-1-1 0,0 1 0,0 0 0,0 0-1,0 0 1,-1 0 0,1 0 0,0 0 0,0 0-1,-1 1 1,1-1 0,0 0 0,-1 0 0,1 1-1,-1-1 1,1 6 11,0-1 0,0 1 0,-1 0 0,1 0-1,-2 0 1,1-1 0,-1 4-11,0-9 10,1 1-1,0-1 1,-1 1 0,1-1-1,-1 1 1,1-1 0,-1 0-1,0 1 1,0-1 0,1 0-1,-1 1 1,0-1 0,0 0-1,0 0 1,0 0 0,-1 0-1,1 0 1,0 0 0,0 0-1,0 0 1,-1-1 0,1 1 0,-1 0-1,1-1 1,0 1 0,-1-1-1,1 1 1,-1-1 0,1 0-1,-1 0 1,1 0 0,-1 0-1,-1 0-9,2 0 6,-1 0 0,1 0 0,-1 0 0,0 0 0,1-1 0,-1 1 0,1 0-1,-1-1 1,1 0 0,-1 1 0,1-1 0,0 0 0,-1 0 0,1 1 0,0-1 0,-1 0-1,1 0 1,0-1 0,0 1 0,0 0 0,0 0 0,0 0 0,0-1 0,0 1 0,1-1 0,-1 1-1,0 0 1,1-1 0,-1 1 0,1-1 0,-1 0 0,1 1 0,0-1 0,0 1 0,0-1 0,0 1-6,-1-2 8,1 0 1,0 0-1,1 0 1,-1 0-1,0 0 1,1 0-1,0 0 1,-1 0 0,1 1-1,0-1 1,1 0-1,-1 1 1,0-1-1,1 0 1,0 1-1,-1 0 1,1-1-1,0 1 1,2-2-9,3-2 15,1 0 1,-1 1-1,1 0 1,0 0-1,0 1 1,1 0-1,-1 1 1,1-1-1,0 2 1,0-1-1,0 1 1,0 1-1,0-1 1,0 2-1,4-1-15,-11 1-1,-1 1 0,1-1 0,-1 1 0,0-1 1,1 1-1,-1 0 0,0 0 0,0-1 0,1 1 0,-1 0 0,0 0 0,0 0 0,0 0 1,0 0-1,0 1 0,0-1 0,0 0 0,-1 0 0,1 1 0,0-1 0,-1 0 0,1 1 1,-1-1-1,1 0 0,-1 1 0,1-1 0,-1 1 0,0-1 0,0 2 1,6 53 23,-6-47-4,2 7-14,-1 0 0,-1 0 1,0 1-1,-1-1 0,-1 0 0,-1 0 1,0-1-1,-1 1 0,0 0 0,-2-1 1,0 0-1,0 0 0,-1-1 0,-4 5-5,0 0 54,-2-1 0,0 0 0,-1-1 0,0 0 0,-2-1-1,0-1 1,0 0 0,-6 2-54,22-17 38,-1 1 1,1-1-1,0 1 0,-1-1 1,1 0-1,-1 1 0,1-1 1,-1 0-1,1 1 0,-1-1 1,1 0-1,-1 0 0,1 0 1,-1 1-1,1-1 0,-1 0 1,1 0-1,-1 0 0,1 0 1,-1 0-1,1 0 0,-1 0 1,0 0-1,1 0 0,-1 0 1,1 0-1,-1 0 0,1-1 0,-1 1 1,1 0-1,-1 0 0,1 0 1,-1-1-1,1 1 0,-1 0-38,0-20 184,2 14-217,0 1 1,0-1-1,1 1 0,0-1 1,0 1-1,1 0 0,0-1 33,1 2-7,1 1 0,-1 0 0,0 0-1,1 1 1,0-1 0,-1 1 0,1 0-1,0 0 1,0 1 0,0 0 0,0-1-1,1 2 1,-1-1 0,0 1 0,0-1-1,0 1 1,1 1 0,-1-1 0,0 1-1,0 0 1,0 0 0,0 0 0,0 1-1,0 0 1,0 0 0,0 0 0,-1 1 0,1-1-1,-1 1 1,1 0 7,16 20 18,-19-19-18,1 1-1,0-1 1,1-1 0,-1 1-1,1 0 1,-1-1-1,1 0 1,0 0 0,0 0-1,1 0 1,-1-1-1,1 0 1,-1 1 0,1-2-1,0 1 1,-1 0-1,1-1 1,0 0 0,4 0 0,-2 0 47,0-1 0,1-1 1,-1 1-1,0-1 1,-1 0-1,1-1 0,0 0 1,6-2-48,-11 3-144,0 0 0,-1 0-1,1-1 1,0 1 0,0-1 0,-1 1 0,1-1 0,-1 1 0,0-1 0,1 0 0,-1 1 0,0-1 0,0 0 0,0 0 0,0 0 0,0 0 0,0 0 0,-1 0 0,1 0 0,-1 0 0,1 0 0,-1-1 0,0 1 0,0 0 0,0 0 0,0 0 0,0 0 0,-1-1 0,1 1 0,-1 0-1,1 0 145,-3-6-6317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9:12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1 8634,'0'0'2604,"0"0"-454,0 0 135,0 0-130,0 0-490,0 0-431,-9 10-166,-122 164 2382,-87 155-3450,203-300-102,15-28-18,0-14-827,4-52-2909,5 21-2369,3 6-4241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9:13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11899,'0'0'2673,"0"0"-327,0 0-179,0 0-737,0 0-534,0 0-128,21 9-7,-5-3-576,-8-3-104,0 0 1,0 0-1,0 0 1,0 1 0,-1 0-1,0 1 1,0 0 0,0 0-1,-1 0 1,1 1-1,-1 0 1,0 0 0,-1 1-1,0-1 1,0 1 0,2 5-82,36 81 809,-33-66-724,2 0-1,1-1 1,1-1 0,17 24-85,-30-47-212,1-1-1,-1 1 1,1-1 0,0 1 0,0-1 0,-1 0-1,1 1 1,0-1 0,0 0 0,0 0-1,0 0 1,0-1 0,1 1 0,-1 0 0,0-1-1,0 0 1,0 1 0,1-1 0,-1 0 0,0 0-1,0 0 1,1 0 0,0-1 212,4 1-1327,10 0-3617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9:13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11843,'0'0'4056,"0"0"-2735,0 0-25,0 0 328,0 0-95,-5 151-385,5-86-176,2-3-48,7-2-632,-1-12-40,3-10-240,0-13-16,-2-10-48,-1-13-400,9-2-512,-3-20-824,-6-7-3794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9:14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0 116 14739,'0'0'4233,"0"0"-2937,0 0-295,0 0-321,0 0-376,0 0-256,189-70-48,-119 50-256,-14 7-1793,-9 1-4064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9:14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6 8314,'0'0'3533,"0"0"-1585,0 0-521,0 0-550,0 0-400,24-2-375,72-1-28,-95 3-65,0 0 1,1 0 0,-1 0 0,0 0 0,0 1 0,1-1 0,-1 0 0,0 1-1,0-1 1,0 1 0,1-1 0,-1 1 0,0-1 0,0 1 0,0 0-1,0 0 1,0-1 0,0 1 0,0 0 0,0 0 0,-1 0 0,1 0 0,0 0-1,0 0 1,-1 0 0,1 1 0,-1-1 0,1 0 0,-1 0 0,1 0-1,-1 1 1,0-1 0,1 1-10,-5 35 720,3-32-505,-1 3-80,0 0 0,-1 0 0,0 0 0,0 0 0,-1-1 0,0 0 0,-1 0 0,1 0 0,-2 0-135,-53 63 777,6-8 314,48-56-992,1 1-1,0 0 0,0 0 1,0 0-1,1 0 1,0 0-1,0 1 1,1-1-1,0 1 0,0 0 1,1 0-1,0 0 1,0-1-1,1 1 0,0 2-98,3-9 95,0 0-1,0-1 0,0 1 0,1 0 0,-1-1 0,0 0 0,1 0 0,-1 0 0,0 0 0,3-1-94,-1 1 196,12-1 128,-1-1 0,1 0 1,-1-1-1,0-1 0,4-2-324,4 0 150,-12 4-589,-1 1 0,1 0 0,-1 0 0,10 2 439,29-3-3445,-22-3-1128,-3-2-3602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9:14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13 114 5033,'0'0'3960,"0"0"-1629,0 0-181,0 0-106,0 0-42,0 0-341,-3 21-455,-6 66-308,9-85-872,0-1 1,0 1-1,0-1 1,1 0-1,-1 1 1,0-1-1,1 1 1,0-1 0,-1 0-1,1 1 1,0-1-1,-1 0 1,1 1-1,0-1 1,0 0 0,0 0-1,0 0 1,0 0-1,0 0 1,0 0-1,1 0 1,-1 0 0,0 0-1,0-1 1,1 1-1,-1-1 1,0 1-1,1 0 1,-1-1-1,1 0 1,0 1-27,46 0 268,-37-1-258,6 0 24,1 0-1,0-1 0,-1-1 1,1 0-1,-1-2 1,13-3-34,-26 6 35,-1 0 0,0-1 0,1 1 0,-1-1 1,0 0-1,0 0 0,1 0 0,-2 0 0,1-1 0,0 1 0,0-1 1,-1 0-1,1 1 0,-1-1 0,0 0 0,0-1 0,0 1 1,0 0-1,-1 0 0,1-1 0,-1 1 0,0-1 0,0 1 0,0-1 1,-1 0-1,1 1 0,-1-1 0,0 0 0,0 0 0,0 1 0,0-1 1,-1 0-1,1 1 0,-1-1 0,0-1-35,-1 0 98,0 0 0,-1 0-1,1 0 1,-1 0 0,0 1-1,0-1 1,0 1 0,0 0 0,-1 0-1,0 0 1,0 0 0,0 0 0,0 1-1,-1 0 1,-3-2-98,-73-41 831,31 30-675,49 16-216,0-1-1,0 1 0,-1-1 0,1 1 0,0 0 0,-1 0 0,1-1 0,0 1 0,-1 0 0,1 0 0,0 0 1,-1 1-1,1-1 0,0 0 0,-1 0 0,1 1 0,0-1 0,0 1 0,-1-1 0,1 1 0,0-1 0,0 1 0,0 0 1,0 0-1,-1 0 0,1-1 0,0 1 0,1 0 0,-1 0 0,0 0 0,0 1 0,0-1 0,1 0 0,-1 0 1,0 0 59,-1 26-3079,4-9-2781,2 0-6743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29:15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1 1 6705</inkml:trace>
  <inkml:trace contextRef="#ctx0" brushRef="#br0" timeOffset="1">1 1 6705,'99'135'2749,"-81"-101"-1022,-23-24-771,1-6-429,0 14 529,0 1-1,1-1 0,1 1 1,1 0-1,1 0 1,1 6-1056,-1-10 614,0-13-551,0 0 0,0 0 1,0 0-1,0-1 0,1 1 0,-1 0 1,1 0-1,0 0 0,-1 0 0,1 0 1,0-1-1,0 1 0,0 0 0,0-1 1,1 1-1,-1-1 0,0 1 0,1-1 1,-1 1-1,1-1 0,-1 0 0,1 0-62,2 2 68,1-1 1,-1 1 0,1-1 0,0 0 0,0-1-1,0 1 1,0-1 0,0 0 0,0 0-70,15 1 184,0-1 0,1-1-1,-1 0 1,3-2-184,-19 2 30,1-1-1,-1 0 1,0 0-1,0 0 0,0 0 1,0-1-1,0 1 1,-1-1-1,1 0 1,0 0-1,-1-1 1,1 1-1,-1-1 1,0 1-1,0-1 1,0 0-1,0 0 1,0-1-1,-1 1 1,1-1-1,-1 1 1,0-1-1,0 0 1,-1 0-1,2-2-29,0-1 78,-1-1 0,0 0 0,0 1 0,-1-1 0,0 0 0,0 0 0,-1 0 0,0 0 0,0 0 0,-1 0 0,0 0 0,-1 0 0,0-3-78,1 8 17,0 0 0,0 1 0,-1-1 0,1 1 0,0 0 0,-1-1 0,0 1 0,1 0 0,-1 0 0,0 0 0,0 0 0,0 0 0,0 0 0,-1 1 0,1-1 0,0 1-1,-1-1 1,1 1 0,-1 0 0,1 0 0,-1 0 0,0 0 0,-2 0-17,-1 0-233,1 0 0,-1 0-1,0 1 1,0 0 0,0 0-1,1 0 1,-1 0 0,0 1-1,0 0 1,1 1 0,-2 0 233,-24 13-4801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02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6569,'0'0'3114,"0"0"-652,0 0-189,0 0 137,0 0-61,0 0-2261,0 0-1,0 0 0,0 0 1,1 0-1,-1 0 0,0 0 1,0 0-1,0 0 1,0 0-1,0 0 0,0 0 1,0 0-1,0 0 0,0 0 1,1 0-1,-1 0 0,0 0 1,0 0-1,0 0 0,0 0 1,0 0-1,0 0 0,0 0 1,0 0-1,0 0 0,1-1 1,-1 1-1,0 0 0,0 0 1,0 0-1,0 0 0,0 0 1,0 0-1,0 0 0,0 0 1,0 0-1,0 0 0,0 0 1,0-1-1,0 1 0,0 0 1,0 0-1,0 0 0,0 0 1,0 0-1,0 0 0,0 0 1,0 0-1,0-1 0,0 1 1,0 0-1,0 0 1,0 0-1,0 0 0,0 0 1,0 0-1,0 0 0,0 0 1,0 0-1,0-1 0,0 1-87,5 142 184,6 0-1,6-1 1,34 133-184,134 411 623,4 21 200,-144-461-283,-8 31-540,13 247 803,-34-343-457,-8-97-107,1 12 384,-3 39-623,-6-133-73,0-1-360,-2-2 37,1 1 0,-1 0-1,0-1 1,0 1-1,0 0 1,0 0 0,0 0-1,0 0 1,0 0-1,0 1 1,0-1-1,0 1 1,0-1 0,0 1-1,-1 0 1,1 0-1,-2 0 397,3 0-353,-21-1-5571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02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 15603,'0'0'2345,"0"0"-1913,0 0 48,0 0-8,0 0 96,0 0-80,0 0-192,173 15-152,-120-25-128,-3-5-16,0 0-264,11-7-1496,-11 4-2657,-14 6-5161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03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0 131 15667,'0'0'2489,"0"0"-1665,0 0-336,0 0-488,0 0 0,181-105-2104,-125 80-4506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03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 0 10234,'0'0'4828,"0"0"-2636,0 0-586,0 0-423,0 0-544,0 0-111,-5 25 29,2-7-449,-4 22 176,2 1 0,1-1 1,3 16-285,-32 831 1620,13-490-1416,-26 222 1275,-42 107-1479,48-392 319,14 1 1,14 91-320,12-266-56,0-157-87,1-7-112,12-98-2348,-2 34-2073,-3 24-1826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03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1 336 11859,'0'0'2080,"0"0"-968,0 0 1145,0 0-745,203-125-672,-122 77-328,-3 5-224,-6 8-288,-14 8-56,-7-1-1648,-18 11-2737,-16 4-8410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04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11266,'0'0'2001,"0"0"-2001,0 0-240,0 0 152,0 0-1585,0 0-5032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04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8314,'0'0'6757,"0"0"-4735,0 31-1052,1-16-779,0 58 1045,4 1 1,5 12-1237,69 558 2796,25 171-1468,-60-560-1055,12-2 0,23 41-273,-34-146 91,36 120 152,56 110-243,-112-324-2394,-42-100-4624,-21-42 7018,-1 7-9670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05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69 4905,'0'0'12115,"0"0"-9811,0 0 361,0 0-593,0 0-1144,0 0-520,0 0 89,142-26-105,-84 14-136,1 2-176,-6 0-80,-6 5-56,-11 0-680,-19 5-817,-14 0-2512,-3 15-4929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05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96 15307,'0'0'2361,"0"0"-665,0 0 25,0 0-633,0 0-728,203-35-168,-139 22-192,17-5-136,-14 3-1873,-12 0-5120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05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0 100 14915,'0'0'2779,"0"0"-501,0 0-532,0 0-766,28-15-324,91-46-150,-113 57-479,1 1 0,0 0 0,0 0 0,0 1 0,0 0 0,0 0 1,0 0-1,0 1 0,1 0 0,-1 1 0,1-1 0,-1 1 0,0 1 0,1 0 1,-1 0-1,0 0 0,1 1 0,2 1-27,-7-1 5,1 0 1,-1 1-1,0-1 0,1 1 1,-1 0-1,-1 0 1,1 0-1,0 1 0,-1-1 1,1 1-1,-1-1 1,0 1-1,-1 0 0,1 0 1,0 0-1,-1 0 1,0 0-1,0 0 0,0 0 1,-1 0-1,1 0 1,-1 1-1,0 1-5,1 8 7,0-1 0,-2 0 0,1 1 0,-2-1 0,0 1 0,0-1 0,-1 1-7,-3 0 8,0 1 0,0-1-1,-2 0 1,1-1 0,-2 0-1,0 0 1,0-1 0,-1 0-1,-1 0-7,-30 31 320,-35 26-320,48-44 254,10-11-41,14-12-134,0 1 1,0 0-1,0 0 1,0 0-1,0 1 1,1-1-1,0 1 1,-1-1-1,1 1 1,1 0-1,-1 1 1,0-1-1,1 0 1,-1 3-80,3-6 153,67-4 1302,1-3-1,43-10-1454,-44 6 154,-27 6-2006,-1 2-1,26 3 1853,-21-1-2915,-13 0-2079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06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57 15523,'0'0'1814,"0"0"82,0 0 93,0 0-1065,-16 23-422,3-5-371,6-9-59,0 1-1,0 0 1,0 0 0,2 1-1,-1 0 1,1 0 0,1 0-1,0 1 1,0-1 0,1 1-1,1 0 1,0 0 0,1 0-1,0 1-71,0 3 116,1-1-1,1 1 0,1-1 1,0 1-1,1-1 0,1 0 1,0 0-1,1 0 0,1 0 0,0-1 1,5 9-116,-6-16 24,0 0 1,0 0-1,1 0 1,0 0-1,0-1 0,0 0 1,1 0-1,0-1 1,0 0-1,0 0 1,1 0-1,-1-1 1,1 0-1,0-1 0,0 0 1,1 0-1,-1-1 1,1 0-1,-1 0 1,1-1-1,5 0-24,-7 0 16,1 0 0,0-1 0,0-1 1,-1 1-1,1-1 0,0 0 0,-1-1 0,1 0 0,-1 0 0,0-1 0,1 0 1,-1 0-1,0 0 0,-1-1 0,1 0 0,-1-1 0,1 1 0,-2-1 0,1 0 0,0-1 1,-1 0-1,0 1 0,0-2 0,-1 1 0,1 0 0,-1-1 0,-1 0 0,1 0 1,-1 0-1,-1 0 0,1-1 0,-1 1 0,0-1 0,-1 1 0,0-2-16,1-2 121,-1 0 0,0 1 0,0-1 0,-1 0 0,-1 0 0,0 0 0,0 0 0,-1 1 0,-1-1-1,0 1 1,0-1 0,-1 1 0,0 0 0,-1 0 0,0 1 0,-3-5-121,-5-5 182,-1 1 1,-1 0-1,-1 1 0,0 1 1,-1 0-1,-1 2 1,-6-4-183,13 9-89,0 0 0,-1 1 0,1 1 1,-2 0-1,1 0 0,-1 2 0,0-1 0,-1 2 1,1-1-1,-1 2 0,0 0 0,0 0 1,0 2-1,0 0 0,0 0 0,-8 2 89,21-2-81,-1 2 1,1-1-1,-1 0 0,1 0 0,-1 0 0,1 1 1,0-1-1,-1 1 0,1-1 0,0 1 0,-1-1 1,1 1-1,0 0 0,0 0 0,0 0 0,-1-1 1,1 1-1,0 0 0,0 0 0,0 1 0,0 0 81,0-1-119,1 0-1,0 0 1,0 0-1,0 0 1,0 1-1,0-1 1,0 0-1,0 0 1,0 0-1,0 0 1,0 0-1,0 1 1,1-1-1,-1 0 1,1 0-1,-1 0 1,0 0-1,1 0 1,0 0-1,-1 0 0,1 0 120,2 3-754,0 0 0,1 0 0,-1 0 0,1 0 0,0-1-1,0 0 1,0 0 0,0 0 0,0 0 0,1 0 0,3 1 754,45 12-10104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06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184 111 15227,'0'0'2399,"0"0"-810,-7 27 142,-2-1-1317,2-5-152,1-1-1,1 1 1,0 1-1,2-1 0,1 0 1,0 1-1,2 10-261,0-21 67,1 0-1,0 0 0,1 0 1,0-1-1,1 1 0,0 0 1,1-1-1,0 0 0,1 0 1,0 0-1,0-1 0,1 1 1,0-1-1,1-1 0,0 1 1,0-1-1,1 0 0,0-1 1,1 0-1,-1 0 0,1-1 1,0 0-1,1 0 0,0-1 1,0 0-1,0-1 0,0 0 1,0-1-1,1 0 0,0-1 1,1 1-67,1-1 51,0-1 0,-1 0 0,1-1 0,0 0 0,-1-1 0,1-1 0,0 0 0,-1 0 0,4-2-51,-9 1 26,0 0-1,0 0 1,0 0-1,-1-1 1,0 0-1,0 0 1,0-1-1,0 0 1,-1 0 0,1 0-1,-1 0 1,-1-1-1,1 0 1,-1 0-1,0 0 1,1-4-26,4-9 59,-1-1 1,-1 1-1,-1-2 1,0 1-1,-2-1 1,0 0-1,-2 0 1,0 0-1,-1 0 1,-1 0-1,-1 0 1,-1 0-1,-4-17-59,4 29-20,0 0 0,0 0 0,-1 0 0,0 0 0,-1 1 0,1-1 0,-2 1 0,1 0 0,-1 0 0,-1 1 0,1-1 0,-1 1 0,0 0 0,-1 1 0,0-1 0,0 1 0,0 1 0,-1-1 0,0 1 0,0 0 0,0 1 0,0 0 0,-1 1 0,1-1 0,-1 2 0,-2-1 20,-50-6-1111,0 3 1,0 2-1,-44 5 1111,93-1-316,-143 0-5336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57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0 7194,'0'0'5805,"0"0"-1655,0 0-1391,0 0-829,0 0-836,0 0-657,-3 18-84,-9 105 1578,7 0 0,6 76-1931,1-54-757,-30-145-2384,9-8 359,-1-3-2575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57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1 133 13363,'0'0'4337,"0"0"-2849,0 0 441,0 0-817,0 0-592,0 0-376,164-33-96,-119 21-48,-1-6-528,23-7-1041,-14 3-2968,-3-1-5409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58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1 200 11258,'0'0'2338,"0"0"-1016,0 0-45,0 0-604,0 0-415,0 0 48,18-21 419,55-65 142,-69 82-715,0 0-1,-1 0 1,0 0 0,0 0-1,0 0 1,0-1 0,-1 1-1,0-1 1,0 0 0,0 0-1,-1 0 1,2-3-152,4-15 569,-7 23-565,1-1 0,-1 1 0,0-1 0,0 1 1,1-1-1,-1 1 0,0-1 0,1 1 0,-1-1 1,1 1-1,-1 0 0,1-1 0,-1 1 0,0 0 1,1-1-1,-1 1 0,1 0 0,-1 0 1,1-1-1,-1 1 0,1 0 0,0 0 0,-1 0 1,1 0-1,-1 0 0,1 0 0,-1 0 0,1 0 1,-1 0-1,1 0 0,0 0 0,-1 0 0,1 0 1,-1 0-1,1 0 0,-1 1 0,1-1 1,-1 0-1,1 0 0,-1 1 0,1-1 0,-1 0-4,17 20 13,-8 5 292,-2 1 0,0-1 0,-2 1 0,-1 1 0,-1-1 0,-1 0 0,-2 26-305,1-17 221,1 0 0,1 0 0,2 0 0,5 13-221,-2-19-349,-8-29-227,0 0-222,7-9-2208,3-10-2111,4-5-5961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58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1 8186,'0'0'2240,"0"0"-182,0 0-648,0 0-770,0 0-228,0 0 156,19 21 502,4 6-504,0 1 0,2 8-566,-23-33 43,0 0 0,-1 0 0,1 0 1,-1 0-1,0 0 0,0 1 0,0-1 0,0 1 1,-1-1-1,0 1 0,1-1 0,-1 0 0,0 1 0,0-1 1,-1 1-1,1-1 0,-1 1 0,0-1 0,0 1 1,0-1-1,0 0 0,0 0 0,-1 1-43,-3 5 80,-1-1 0,0 1 0,0-1-1,0-1 1,-1 1 0,-3 2-80,2-3 43,-2 7 78,11-9 51,24-9 88,-4-1-326,-4 2 54,0 0 1,1 1 0,0 1 0,0 1 0,-1 0 0,18 3 11,-31-2 15,0-1 0,-1 1-1,1 0 1,0 0 0,0 1 0,0-1 0,-1 1 0,1 0 0,-1 0 0,0 0-1,1 0 1,-1 1 0,0-1 0,0 1 0,0 0 0,-1 0 0,1 0 0,-1 0-1,1 0 1,-1 1 0,0-1 0,0 1 0,-1-1 0,1 1 0,-1 0 0,0-1-1,0 1 1,0 0 0,0 0 0,-1 0 0,1 0 0,-1 0 0,0 0-15,0 0 93,0 0 1,0 0 0,0 0-1,0 0 1,-1 0 0,1 0-1,-1-1 1,0 1 0,0 0 0,0 0-1,-1-1 1,0 1 0,1-1-1,-1 1 1,0-1 0,-1 0-1,1 0 1,-1 0 0,-2 3-94,-2 0 202,-1 0 0,0-1 0,-1 0 0,1-1 1,-1 0-1,0 0 0,-6 2-202,-13 2 174,0-1 1,0-1-1,-1-2 1,0 0-1,0-2 0,0-1 1,-17-3-175,46 2-1,-1 0-33,1 0 0,0 0 0,-1 0 0,1 0 0,0 0 0,-1 0 0,1 0 0,0-1 0,-1 1 0,1 0 0,0 0 0,-1-1 0,1 1 0,0 0 0,0 0 0,-1-1 0,1 1-1,0 0 1,0-1 0,-1 1 0,1 0 0,0-1 0,0 1 0,0 0 0,0-1 0,0 1 0,-1 0 0,1-1 0,0 1 0,0-1 0,0 1 0,0 0 0,0-1 0,0 1 0,0 0 0,0-1 0,1 1 0,-1-1 0,0 1-1,0 0 1,0-1 0,0 1 0,0 0 0,1-1 0,-1 1 34,8-19-1626,14-4-3079,5 1-3843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58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 12043,'0'0'1771,"0"0"-620,0 0 103,-13 27-12,1-5-959,-1 4 30,0-1 0,2 2 0,1 0 1,1 0-1,1 0 0,0 8-313,2-5 432,2 0 0,0 0 0,2 1 1,1-1-1,2 1 0,1 0 0,3 13-432,-4-36 38,0-1-1,1 0 0,0 0 1,0 0-1,1 0 0,-1 0 1,1 0-1,1-1 0,0 0 0,0 1 1,0-1-1,0 0 0,1-1 1,0 1-1,0-1 0,1 0 1,-1-1-1,1 1 0,0-1 1,1 0-1,-1 0 0,0-1 1,1 0-1,0 0 0,0-1 1,0 1-1,0-1 0,0-1 0,0 0 1,1 0-1,-1 0 0,0-1 1,2 0-38,-3 1 28,1-1 1,-1 0 0,1-1 0,-1 0-1,1 0 1,-1 0 0,1-1 0,-1 1-1,0-2 1,0 1 0,0-1-1,4-2-28,-7 3 51,0 0 0,0-1 0,-1 1-1,1-1 1,0 0 0,-1 0-1,0 0 1,0 0 0,0 0 0,0 0-1,0-1 1,-1 1 0,1-1-1,-1 1 1,0-1 0,0 1 0,0-1-1,-1 0 1,1 1 0,-1-1-1,0 0 1,0-3-51,0 5 28,-1 0 1,1 0-1,0 0 0,0 0 0,-1 0 1,1 1-1,-1-1 0,0 0 0,1 0 1,-1 0-1,0 1 0,0-1 0,0 1 1,0-1-1,-1 0 0,1 1 0,0 0 1,-1-1-1,1 1 0,-2-1-28,-1-1 20,-1 0 1,0 1-1,1-1 1,-1 1-1,0 0 0,0 1 1,0-1-1,-2 0-20,-14-1-267,-1 0 0,0 1 0,-14 0 267,29 2-134,-82 0-4131,57 0-1536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59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0 472,'0'0'6858,"0"0"-4690,0 0-528,0 0-655,0 0-145,0 0 312,0 0-88,115 0 96,-93 0-591,0 0-369,6 0-200,8 0-48,-8 0-2321,-3 0-8289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14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0 12347,'0'0'4046,"0"0"-2099,0 0-616,0 0-284,0 0-202,-12 25-121,-1 5-499,1-2 43,-2-1 1,0-1 0,-1 0-1,-9 8-268,-41 57 989,-71 104-303,136-194-730,0-1 1,0 0-1,0 0 0,0 0 0,0 1 0,0-1 0,0 0 0,0 0 0,-1 0 0,1 0 0,0 1 0,0-1 0,0 0 0,0 0 0,0 0 1,0 0-1,-1 0 0,1 0 0,0 1 0,0-1 0,0 0 0,0 0 0,-1 0 0,1 0 0,0 0 0,0 0 0,0 0 0,-1 0 0,1 0 0,0 0 1,0 0-1,0 0 0,-1 0 0,1 0 0,0 0 0,0 0 0,0 0 0,0 0 0,-1 0 0,1 0 0,0 0 0,0 0 0,0 0 0,-1-1 1,1 1-1,0 0 0,0 0 44,-6-11-1491,-1-22-2787,6 30 3407,-4-29-7420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15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3369,'0'0'10113,"0"0"-6103,0 0-2619,0 0-122,24 10-35,78 34-303,-89-37-772,1 0 0,-1 1 0,-1 1 0,1 1 1,-2-1-1,1 2 0,-1 0 0,-1 0 0,0 1 1,-1 0-1,4 7-159,3 7 22,-1 2 1,-2-1 0,-1 2 0,5 18-23,-4-2-3560,-12-44 462,-1-1-1576,0 0-2232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15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0 14251,'0'0'4529,"0"0"-3913,0 0 360,0 0 249,28 136-153,-17-69-440,3 11-80,0-6-120,3-1-208,0-16-128,-4-13-88,1-12-8,-5-15-304,-9-15-512,0-7-640,-3-21-1361,-14-4-7121</inkml:trace>
  <inkml:trace contextRef="#ctx0" brushRef="#br0" timeOffset="1">0 411 15227,'0'0'4169,"0"0"-3169,0 0-31,0 0-265,189-60-504,-127 40-128,-4 2-72,-11 6-8,1-3-936,-12 2-3145,-14 6-4625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15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3529,'0'0'6936,"0"0"-4138,0 0-1255,0 0 13,25-10-292,80-30-519,-100 38-725,-1 0 1,0 1 0,1 0-1,-1 0 1,1 0 0,-1 0 0,1 1-1,-1 0 1,1 0 0,0 0 0,-1 0-1,1 1 1,-1 0 0,1 0-1,2 1-20,-4-1 39,-1 0 1,0 0-1,0 1 0,0-1 0,0 1 0,0-1 0,-1 1 0,1 0 0,0 0 0,-1-1 0,1 1 0,-1 0 0,0 1 1,1-1-1,-1 0 0,0 0 0,0 0 0,-1 1 0,1-1 0,0 2-39,0 3 167,0 0 1,-1 0-1,1 0 0,-1 0 0,-1 0 1,1 0-1,-1 1 0,-1-1 0,1 0 1,-1-1-1,0 1 0,-1 0 0,0 0 1,-2 3-168,-7 10 314,1-2-138,1 0 0,1 0 0,-2 7-176,9-21 97,0 0-1,1 1 1,0 0-1,-1-1 1,2 1-1,-1 0 1,0-1 0,1 1-1,0 0 1,0-1-1,1 1 1,-1 0-1,1 0 1,0-1-1,0 1 1,2 3-97,-2-6 42,1 0 0,-1 1 0,1-1 1,0 0-1,0-1 0,0 1 0,0 0 0,0-1 0,0 1 1,0-1-1,1 1 0,-1-1 0,0 0 0,1 0 1,-1 0-1,1 0 0,0-1 0,-1 1 0,1-1 0,2 1-42,57 3 473,-57-4-432,97 0-171,-100-1-42,1 0 0,-1 1 0,1-1 0,-1 0 0,0 0 0,1 0 0,-1-1 0,0 1 0,0 0 0,0-1 1,0 0-1,0 1 0,0-1 0,-1 0 0,1 0 0,0 0 0,-1 0 0,0 0 0,1 0 0,-1-1 0,0 1 0,0 0 0,0-1 0,0 0 172,2-3-1098,11-21-5789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16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0 125 11362,'0'0'2706,"0"0"-800,0 0-179,0 0-741,0 0-258,0 0-175,4 25-133,15 77-102,-18-99-298,0 1 0,0-1 0,0 0 0,0 0 0,1-1-1,-1 1 1,1 0 0,0 0 0,0-1 0,0 1 0,0-1 0,1 0 0,-1 1 0,0-1 0,1 0 0,0 0 0,-1-1 0,1 1 0,0 0 0,0-1 0,0 0 0,0 0 0,0 0 0,0 0 0,0 0 0,1-1-1,-1 1 1,0-1 0,3 0-20,1 1 70,0-2-1,0 1 1,0-1-1,-1 0 1,1 0-1,0-1 1,0 0-1,-1 0 1,1-1-1,-1 0 1,2 0-70,-1-2 88,-1 0-1,0 0 1,1 0 0,-2-1 0,1 0 0,-1 0 0,0 0-1,0-1 1,0 1 0,-1-1 0,0-1 0,-1 1-1,1 0 1,-1-3-88,-1 5 58,0 1-1,0-1 0,-1 0 1,0 1-1,0-1 0,-1 0 1,1 0-1,-1 0 0,0 0 1,0 0-1,0 0 0,-1 0 1,0 0-1,0 1 0,0-1 1,-1 0-1,1 1 1,-1-1-1,0 1 0,-1-1 1,1 1-1,-1 0 0,1 0 1,-2-1-58,-5-5 114,-1 1-1,0 0 1,-1 0 0,0 1 0,0 1 0,-4-2-114,12 7-167,0 0 0,0 0 0,0 0-1,-1 1 1,1-1 0,0 1 0,-1 0 0,1 0 0,-1 0 0,1 1-1,-1-1 1,0 1 0,1 0 0,-1 0 0,0 0 0,1 0-1,-1 0 1,1 1 0,-1 0 0,1 0 0,-1 0 0,1 0 0,-1 0-1,1 1 1,-2 1 167,-12 13-5484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0:16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9434,'0'0'1971,"0"0"235,1 23 18,6 73-709,-6-92-1443,0 1-1,0-1 1,0 1-1,0-1 1,1 0-1,0 1 1,-1-1-1,2 0 0,-1 0 1,0 0-1,1-1 1,0 1-1,0 0 1,0-1-1,0 0 1,1 0-1,-1 0 1,1 0-1,0-1 0,-1 1 1,1-1-1,1 0 1,-1 0-1,0 0 1,0-1-1,1 1 1,-1-1-1,1 0 1,3 0-72,0 0 95,1 0 1,0-1-1,-1 0 1,1 0-1,0-1 1,-1 0-1,1-1 1,-1 0-1,1 0 1,-1-1-1,0 0 1,0 0-1,6-4-95,-5 2 179,0-1 0,-1 1 0,0-1 0,0-1 0,-1 0 0,1 0 0,-2 0 0,1-1 0,-1 1 0,0-2 0,0 1 0,-1-1 0,0 0 0,-1 0 0,0 0 0,-1 0 0,1-1 0,-2 0 0,1 0 0,-1 1 0,-1-1 0,0 0 0,0-6-179,-1 14 24,0 1-1,0-1 0,0 1 1,0-1-1,0 0 0,-1 1 1,1-1-1,0 1 1,-1 0-1,1-1 0,-1 1 1,1-1-1,-1 1 0,0 0 1,0-1-1,1 1 1,-1 0-1,0 0 0,0 0 1,0-1-1,-1 1-23,-1-1-10,0 1 0,0 0 0,0-1 0,0 1 0,0 0 0,-1 1 0,1-1 0,0 1-1,0-1 1,-1 1 0,-2 0 10,-20-1-736,0 2-1,0 0 1,0 2-1,-5 2 737,-40 13-4931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17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14 9482,'0'0'3065,"0"0"-534,0 0-287,0 0-457,0 0-649,0 0-240,-5-13-22,4 69-646,24 359 2258,-13-289-2474,-9-125-77,-1-1-1,0 1 0,0-1 1,0 1-1,1 0 0,-1-1 1,0 1-1,0-1 0,0 1 1,0 0-1,0-1 1,0 1-1,0 0 0,0-1 1,0 1-1,0-1 0,-1 1 1,1 0-1,0-1 0,0 1 1,0-1-1,-1 1 0,1-1 1,0 1-1,-1-1 1,1 1-1,0-1 0,-1 1 1,1-1-1,-1 1 0,1-1 1,-1 1-1,1-1 0,-1 0 1,1 1-1,-1-1 0,1 0 1,-1 0-1,0 1 1,1-1-1,-1 0 0,1 0 1,-1 0-1,0 0 0,1 0 1,-1 0-1,0 0 0,1 0 1,-1 0-1,1 0 0,-1 0 1,0 0-1,0 0 64,-33-18-6368,32 16 6042,-25-17-6766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17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1 151 10442,'0'0'4137,"0"0"-2224,0 0-225,0 0-896,0 0-472,170-83-168,-112 66-152,1 2-8,16 0-1616,-14 5-1481,-11 0-5857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17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 9058,'0'0'2934,"0"0"-714,0 0-330,0 0-696,0 0-474,0 0-265,24-13-151,72-35-135,-93 47-165,-1-1 0,1 1 0,-1 0 1,1 0-1,0 1 0,-1-1 0,1 0 0,0 1 0,0 0 0,0-1 1,0 1-1,-1 0 0,1 1 0,0-1 0,0 0 0,0 1 0,1 0-4,-2 0 7,0 0-1,0 0 0,-1 0 0,1 1 0,0-1 1,-1 0-1,1 1 0,-1-1 0,1 1 0,-1-1 1,0 1-1,0 0 0,0 0 0,1 0 0,-2-1 1,1 1-1,1 2-6,0 6 37,1 0 0,-1 0 0,-1 0 0,0 0 0,0 0 0,-1 0 1,-1 3-38,1-5 37,0 0-4,-1 1 0,0-1-1,0 0 1,-1 0 0,0 0-1,0 0 1,-1 0-1,0 0 1,-1-1 0,1 1-1,-4 4-32,-8 10 33,-1-1-1,0-1 1,-2 1-33,0-1 148,2 0 0,0 1 0,0 3-148,14-22 71,1 0 1,-1 1 0,1-1 0,0 0 0,0 1-1,0-1 1,0 1 0,1-1 0,-1 1 0,1-1-1,-1 1 1,1 0 0,0-1 0,0 1 0,0-1-1,0 1 1,0 0-72,1-2 73,0 1 0,-1-1-1,1 0 1,0 0 0,0 0-1,0 0 1,0 0 0,0 0-1,0 0 1,0 0 0,0 0 0,1 0-1,-1 0 1,0-1 0,1 1-1,-1-1 1,0 1 0,1-1-1,-1 1 1,0-1 0,1 0 0,-1 1-1,1-1 1,-1 0 0,1 0-1,-1 0 1,0 0 0,1-1-1,0 1-72,10 1-48,0-1-1,0-1 0,0 0 0,0 0 0,0-1 0,0-1 0,-1 0 1,1-1-1,-1 0 0,0 0 0,0-1 0,0-1 0,-1 0 1,1 0-1,-2-1 0,10-8 49,42-28-6018,-50 35 3639,25-17-8816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18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17 127 9058,'0'0'2650,"0"0"-1179,0 0-31,-3 24 71,-8 77-387,10-97-1061,0 0-1,1-1 1,0 1-1,0 0 1,0 0-1,0 0 1,0-1-1,1 1 1,-1 0-1,1 0 1,0-1-1,1 1 1,-1 0-1,0-1 0,1 1 1,0-1-1,0 0 1,0 0-1,0 0 1,1 0-1,-1 0 1,1 0-1,-1 0 1,1-1-1,0 1 1,0-1-1,0 0 1,1 0-1,-1 0 1,0 0-1,1-1 0,-1 1 1,1-1-1,0 0 1,-1 0-1,1 0 1,0-1-1,0 1-62,5 0 79,-1-1 0,1 1 0,0-1 1,-1-1-1,1 0 0,0 0 0,-1-1 0,1 0 0,-1 0 0,0-1 0,0 0 0,0-1 0,0 1 0,5-5-79,-4 2 103,-1-1 0,1-1 1,-1 1-1,0-1 0,-1-1 0,0 1 0,-1-1 1,1-1-1,-2 1 0,1-1 0,1-4-103,-5 9 97,0 0 0,0 1 0,-1-1 0,1 0 0,-1 0 0,0 0 0,-1 0 0,1 0 0,-1 0-1,0 0 1,0 0 0,0-1 0,-1 1 0,0 0 0,0 0 0,0 0 0,0 1 0,-1-1 0,0 0 0,0 0 0,0 1-1,-1-1 1,0 1 0,0 0 0,-2-4-97,-3-1 28,-1 1 0,0-1 0,0 1 1,0 1-1,-1 0 0,0 0 0,0 1 0,-1 0 0,0 0 0,0 2 0,0-1 0,-1 1 0,0 1 0,1 0 1,-1 1-1,-8-1-28,18 3-64,0 0 1,0 0-1,-1 0 0,1 1 1,0-1-1,0 0 1,0 1-1,0-1 1,0 1-1,0 0 1,0 0-1,0 0 0,1 0 1,-1 0-1,0 0 1,0 0-1,1 1 1,-1-1-1,1 1 1,-1-1-1,0 2 64,-2 2-519,1 0-1,0 1 1,0-1 0,1 1 0,-1-1-1,0 6 520,-7 24-5033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18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0 11002,'0'0'1649,"0"0"-420,0 0 429,-4 24-552,-11 75-329,14-96-708,0 1 0,1 0 0,-1 0-1,1 0 1,0 0 0,0-1 0,0 1 0,1 0 0,-1 0-1,1 0 1,0 0 0,0-1 0,0 1 0,1 0 0,-1-1-1,1 1 1,0-1 0,0 0 0,0 1 0,0-1 0,1 0-1,-1 0 1,1-1 0,0 1 0,0 0 0,0-1 0,0 0-1,0 1 1,0-1 0,1-1 0,-1 1 0,1 0 0,-1-1-1,1 0 1,0 0 0,0 0 0,-1 0 0,1 0 0,3-1-69,2 1 124,1 0 0,-1-1 0,1 0 0,-1-1 0,0 0 0,1 0 0,-1-1 1,0-1-1,0 1 0,0-1 0,0-1 0,0 0 0,-1 0 0,3-2-124,-6 2 74,0 1 1,-1-1-1,0 0 0,0-1 0,0 1 0,-1-1 0,1 1 0,-1-1 0,0 0 1,0 0-1,-1-1 0,0 1 0,0 0 0,0-1-74,-1 2 52,0 1 0,0 0 0,-1 0 0,1-1 0,-1 1 0,0 0 0,0 0 0,0-1 0,0 1 0,-1 0 0,1-1 0,-1 1 0,0 0 0,0 0 0,0 0 0,0 0 0,0 0 0,-1 0 0,0 0 0,1 0 0,-1 0 0,0 1 0,0-1 0,-3-1-52,-1-2-101,0 0 0,-1 1 0,0 0 0,0 0 0,-1 1-1,1 0 1,-1 0 0,0 1 0,0 0 0,0 0 0,0 1 0,-1 0 0,1 1-1,-1-1 1,1 2 0,-1-1 0,-4 1 101,13 0-141,0 0 1,-1 0-1,1 1 0,0-1 0,-1 0 0,1 0 1,0 0-1,0 0 0,-1 0 0,1 1 0,0-1 1,0 0-1,-1 0 0,1 0 0,0 1 0,0-1 1,0 0-1,-1 0 0,1 1 0,0-1 0,0 0 1,0 0-1,0 1 0,0-1 0,-1 0 0,1 0 1,0 1-1,0-1 0,0 0 0,0 1 0,0-1 1,0 0-1,0 1 0,0-1 0,0 0 0,0 1 1,0-1-1,0 0 0,1 0 0,-1 1 0,0-1 1,0 0 140,0 2-1244,0 4-6551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18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 12883,'0'0'2224,"0"0"-1240,0 0 681,0 0-641,0 0-304,0 0-424,0 0-32,122-30-120,-105 25-24,-6 2-72,-3 1-48,9 2-544,-3 0-2568,0 0-4594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19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66 9554,'0'0'2749,"0"0"-514,0 0-263,0 0-447,0 0-700,0 0-281,17-10-237,53-30 29,-66 38-313,0 0 0,0 0 0,1 1 0,-1 0 0,0-1 0,1 2 1,-1-1-1,1 0 0,1 1-23,-5 0 25,0 0 1,-1 0-1,1-1 1,0 1-1,0 0 1,-1 0-1,1 0 1,0 1-1,0-1 1,-1 0-1,1 0 1,0 0-1,-1 0 1,1 1-1,0-1 1,0 0-1,-1 1 1,1-1-1,-1 0 1,1 1-1,0-1 1,-1 1-1,1-1 1,-1 1-1,1-1 1,-1 1-1,1 0 1,-1-1-1,1 1 1,-1-1-1,0 1 1,1 0-1,-1 0 1,0 0-26,-27-9-569,12 3-4134,10 5 501,2-2-1909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20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75 5145,'0'0'4014,"0"0"-1402,0 0-609,0 0-442,0 0-553,0 0-618,8-10 1,26-31 202,-31 39-516,-1-1 0,1 1 0,0 0-1,0 0 1,0 0 0,0 1 0,0-1 0,0 1-1,0 0 1,0 0 0,1 0 0,-1 0 0,0 0-1,1 1 1,-1-1 0,1 1 0,-1 0 0,1 0-1,-1 0 1,1 1 0,-1-1 0,2 1-77,-1 0 17,1 0 0,0 0 0,0 1 0,0 0 0,-1 0 0,1 0 1,-1 0-1,0 1 0,1 0 0,-1 0 0,0 0 0,3 3-17,-1 3 59,1 1 0,-1 0 1,-1 0-1,0 0 0,0 0 0,-1 1 0,0 0 0,-1 0 0,-1 0 0,1 0 1,-2 0-1,1 1 0,-2-1 0,1 1 0,-2-1 0,1 1 0,-2-1 0,-1 6-59,2-10 57,-2-1 0,1 1-1,-1-1 1,0 0 0,0 0-1,0 0 1,-1 0 0,0 0-1,0-1 1,-1 0 0,1 0-1,-1 0 1,0 0 0,-1-1-1,1 0 1,-1 0 0,1 0-1,-1-1 1,-1 0 0,-3 2-57,-3 1 37,-1 0 1,-1-1-1,1 0 0,-1-1 1,1-1-1,-1-1 0,0 0 1,0 0-1,0-2-37,14-1-126,1 0 0,0 0 0,0 0 0,0 0 1,0 0-1,0 0 0,1 0 0,-1 0 0,0 0 0,0 0 0,1 0 0,-1 0 0,1 0 0,-1 0 0,1 0 1,-1 0-1,1 0 0,-1 0 0,1 1 0,0-1 0,0 0 0,-1 0 126,23-17-2966,5 1-1746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20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 6177,'0'0'4505,"0"0"-1994,0 0-797,0 0-227,0 0-348,0 0-495,-18 10-274,-58 40 136,71-45-405,-1 1-1,1-1 0,0 1 0,1 0 0,-1 0 1,1 1-1,0 0 0,1-1 0,0 1 1,0 0-1,0 0 0,1 1 0,0-1 0,0 1 1,1-1-1,0 1 0,0 4-100,0-5 131,-1 4 12,0-1-1,1 1 1,0 0-1,1-1 0,1 1 1,-1 0-1,2-1 0,-1 1 1,3 6-143,-2-13 28,-1 0 0,1 0 0,0 0 0,0 0 1,1-1-1,-1 1 0,1-1 0,0 1 0,0-1 1,0 0-1,0 0 0,1 0 0,-1-1 0,1 1 0,-1-1 1,1 0-1,0 0 0,0 0 0,0-1 0,0 1 1,0-1-1,0 0 0,1 0 0,2 0-28,14 2-9,0-2 0,0 0 0,0-1 0,0-2 0,0 0 0,0-1 1,20-5 8,2 5-4807,-36 3 2205,0 0-4387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28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1518 4217,'0'0'864,"67"-213"-552,-8 28 56,13-30-312,6 10-32,-11 47 264,-14 53 1105,-12 32 1183,-10 18-135,2-8-1625,18-29-816,-10 9-712,-7 13-3177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26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10546,'0'0'3185,"0"0"-226,0 0-480,0 0-949,0 0-910,0 0-276,4 22 408,43 383 2442,-36-324-3160,10 29-34,-21-110-173,-1 0-1,1 0 1,-1 0 0,1 0 0,-1 1 0,1-1 0,-1 0-1,1 0 1,-1 0 0,1 0 0,-1 0 0,1 0-1,-1 0 1,1 0 0,-1-1 0,1 1 0,-1 0 0,1 0-1,-1 0 1,1 0 0,-1-1 0,1 1 0,0 0-1,-1 0 1,1-1 0,-1 1 0,1 0 0,0-1 0,-1 1-1,1-1 1,0 1 0,-1-1 173,-20-12-5324,-1-4-4244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27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1 150 12963,'0'0'4353,"0"0"-2233,0 0 9,0 0-1257,0 0-416,0 0-408,150-82-40,-86 64-8,6 3-288,16 0-1240,-14 5-2801,-13 0-4665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27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 7986,'0'0'5137,"0"0"-2521,0 0-673,0 0-390,0 0-586,28-7-470,-28 7-497,36-9 191,1 2 1,10 0-192,-44 6 23,1 1 0,0 0 0,-1 0 0,1 1 0,0-1-1,-1 1 1,1-1 0,0 1 0,-1 1 0,1-1 0,-1 0 0,0 1 0,1-1 0,-1 1 0,0 0 0,0 0 0,0 1 0,0-1 0,0 1 0,-1-1 0,3 3-23,0 2 94,0 1 1,0-1 0,-1 1 0,0 0 0,-1 0-1,3 8-94,-4-12 53,1 4 19,0 1 1,-1-1-1,1 1 1,-2 0-1,1 0 1,-1 0-1,-1 0 1,1 0-1,-1 0 1,-1 0 0,0-1-1,0 1 1,-1 0-1,0 0 1,-1-1-1,1 1 1,-2-1-1,1 1 1,-1-1-1,0 0 1,-1-1-1,0 1 1,0-1-1,-1 0 1,0 0-1,0-1 1,0 0-1,-1 0 1,0 0-1,0-1 1,-1 0 0,1 0-1,-1-1 1,-7 4-73,-41 16 119,52-23-127,0 0 0,0 0 1,0 0-1,0 0 0,0 0 0,0-1 0,0 0 0,0 0 0,0 0 1,0 0-1,0-1 0,-1 1 0,0-1 8,5 0-50,-1 1-1,1-1 1,-1 1-1,1-1 1,0 0-1,-1 1 1,1-1-1,0 1 1,-1-1 0,1 0-1,0 1 1,0-1-1,-1 0 1,1 0-1,0 1 1,0-1-1,0 0 1,0 1 0,0-1-1,0 0 1,0 0-1,0 1 1,0-1-1,1 0 1,-1 1 0,0-1-1,0 0 1,1 1-1,-1-1 1,0 0-1,1 1 1,-1-1-1,0 1 1,1-1 0,-1 1-1,1-1 1,-1 1-1,1-1 51,16-23-2345,15-4-4381,3 0-5498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27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0 11931,'0'0'2384,"0"0"-582,0 0-193,0 0-594,-27 17-380,-88 57-88,106-66-419,0-1 1,1 1 0,0 1-1,0-1 1,1 2-1,0-1 1,1 1-1,0 0 1,0 0-1,1 0 1,0 1-1,1 0 1,1 0 0,-1 0-1,2 0 1,-1 0-1,2 1 1,-1 0-129,1-3 57,0 1 1,0-1 0,0 0-1,1 1 1,1-1 0,0 1-1,0-1 1,1 0-1,0 1 1,0-1 0,1 0-1,2 3-57,-2-7 22,0 1 0,1 0 0,0-1 0,0 0 0,0 0 0,1 0 0,-1-1 0,1 1 0,0-1-1,1 0 1,-1-1 0,1 1 0,0-1 0,-1 0 0,1 0 0,1-1 0,4 2-22,11 2 44,1-1 1,-1 0-1,1-2 0,-1-1 1,1-1-1,7 0-44,41-2-2235,-17 0-2827,-32 1-2990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28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1342 184,'62'-142'7834,"13"-21"-5682,17-17 393,-3 17-377,-20 45-175,-7 21-777,-21 19-464,-10 10-568,-6-7-184,-19-27-496,-6 14-2473,0 20-8945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32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94 784,'0'0'8831,"0"0"-5518,0 0-1192,32-15-245,105-47-649,-131 59-1144,1 0 0,0 1 1,0 0-1,0 0 0,0 0 1,0 1-1,1 0 0,-1 1 0,0 0 1,0 0-1,1 0 0,-1 1 1,0 0-1,0 0 0,1 1 0,-1 0 1,-1 0-1,1 1 0,0 0 1,0 0-1,-1 0 0,0 1 0,0 0 1,0 0-1,0 1 0,0-1 1,-1 1-1,0 1 0,0-1 0,-1 1 1,1 0-1,-1 0 0,3 5-83,-3-3 109,0 0 1,0 0-1,-1 0 0,0 0 0,0 0 1,-1 0-1,0 1 0,0-1 1,-1 1-1,-1 0 0,1-1 0,-1 1 1,-1 0-1,1-1 0,-1 1 0,-1-1 1,0 1-1,0-1 0,-1 1 0,0-1 1,0 0-1,-1 0 0,0-1 0,0 1 1,-2 1-110,-5 3 37,0-1 1,0 0 0,-1-1 0,-1 0-1,0-1 1,0 0 0,-1-1-1,0 0 1,0-1 0,-1-1-1,0-1 1,0 0 0,0 0 0,-1-2-1,1 0 1,-1-1 0,0 0-1,0-1 1,1-1 0,-1-1 0,0 0-1,-8-2-37,22 3-43,1 0 0,0 0-1,-1 0 1,1-1 0,-1 1-1,1 0 1,0-1 0,-1 1-1,1-1 1,0 1 0,0-1-1,-1 1 1,1-1 0,0 0-1,0 0 1,0 0 0,0 0-1,0 1 1,0-1 0,0-1-1,0 1 1,0 0 0,1 0-1,-1 0 1,0 0 0,1-1 0,-1 1-1,1 0 1,-1 0 0,1-1-1,-1 1 1,1-1 0,0 1-1,0 0 1,0-1 0,0 1-1,0 0 1,0-1 0,0 1-1,0-1 1,0 1 0,1 0-1,-1-1 44,2-2-492,-1 0-1,1 0 0,0 0 1,0 0-1,0 1 0,1-1 1,-1 0-1,1 1 0,0 0 1,0-1-1,0 1 0,3-2 493,32-20-7652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32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0 9378,'0'0'2337,"0"0"-124,0 0 198,0 0-1069,0 0-740,0 0-130,-27 17 82,-89 58 45,105-67-433,0 1-1,1 0 1,0 1-1,1 0 1,0 0-1,1 1 1,0 0-1,0 1 1,1-1-1,1 1 1,0 1-1,1-1 0,-4 12-165,7-17 64,-3 5 74,0 1 0,1 0-1,1-1 1,0 1 0,1 0-1,1 0 1,0 1 0,0-1-1,1 0 1,2 6-138,-2-14 26,1 1-1,0-1 1,1 0-1,-1 1 1,1-1-1,0 0 1,0 0-1,1 0 1,0 0-1,-1-1 1,2 1 0,-1-1-1,0 1 1,1-1-1,0 0 1,0 0-1,0-1 1,1 1-1,-1-1 1,1 0-1,-1 0 1,1-1-1,0 1 1,0-1-1,3 0-25,9 4 71,0-2 0,1 0 0,0-1-1,-1-1 1,1-1 0,4 0-71,108-5-1053,-130 4 1051,58-11-2500,-36 5-69,2-1-2589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39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13243,'0'0'3695,"0"0"-2105,0 0-843,0 24 345,0 63-144,1 224 1582,8-189-2148,1 63-3408,-12-195-862,-7-8-2543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39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0 116 11026,'0'0'3889,"0"0"-2192,0 0 375,0 0-1192,0 0-208,0 0-552,142-48 136,-92 33-248,-2 3-16,16-6-632,-12 6-1720,-7 2-2377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39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0 117 9114,'0'0'3753,"0"0"-1375,0 0-397,0 0-755,0 0-497,0 0-55,8-15 59,3-3-486,-6 10-65,1-1 0,-2 0-1,1 0 1,-1-1 0,-1 1 0,1-4-182,-4 12 35,1 1 1,-1-1-1,0 0 0,0 0 1,0 0-1,0 1 0,1-1 0,-1 0 1,0 0-1,1 1 0,-1-1 1,1 0-1,-1 1 0,1-1 1,-1 0-1,1 1 0,-1-1 0,1 1 1,0-1-1,-1 1 0,1-1 1,0 1-1,-1-1 0,1 1 1,0 0-1,0-1-35,12 13 238,3 32-159,-6 31 1328,-1 16-1407,-3-17 471,8 25-471,-13-88-47,2 1-2483,-3-11 2385,1-1-1,0 0 1,-1 0 0,1 0 0,0 0-1,0 0 1,-1 0 0,1 0-1,0 0 1,0 0 0,-1 0-1,1 0 1,0 0 0,0-1 0,-1 1-1,1 0 1,0 0 0,-1-1-1,1 1 1,0 0 0,-1-1-1,1 1 1,-1-1 145,22-14-5325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0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1 8890,'0'0'1923,"0"0"-207,0 0-170,0 0-642,0 0-420,-27 2 26,-88 12 211,108-13-613,1 1 1,0 0-1,-1 1 0,1-1 0,0 1 0,0 0 1,1 1-1,-1-1 0,0 1 0,1 0 0,0 1 0,0-1 1,1 1-1,-1 0 0,1 0 0,0 0 0,0 1 1,1-1-1,-1 1 0,1 0 0,0 0 0,1 1 0,0-1 1,0 0-1,0 2-108,-1-1 58,1-1 1,0 0-1,1 1 0,-1-1 1,1 1-1,1-1 0,-1 1 1,1-1-1,0 1 0,1 0 1,0 2-59,-1-6 7,1-1 0,0 0 1,0 1-1,0-1 0,0 0 1,0 0-1,0 0 0,1 0 1,-1 0-1,1 0 0,-1 0 1,1 0-1,0-1 0,0 1 1,-1-1-1,1 1 0,0-1 1,1 0-1,-1 1 0,0-1 0,0 0 1,0 0-1,1-1 0,-1 1 1,0 0-1,1-1 0,-1 0 1,1 1-1,-1-1 0,2 0-7,4 1-6,1-1-1,-1 1 0,0-2 0,0 1 0,1-1 1,-1 0-1,0-1 0,8-2 7,-14 3-29,1 0 0,-1 0 0,1-1 0,-1 1 0,1-1 0,-1 1 0,0-1 0,0 0 0,0 0-1,0 0 1,0 0 0,0 0 0,0-1 0,-1 1 0,1 0 0,-1-1 0,0 1 0,0-1 0,0 0 0,0 1 0,0-1 0,0 0 0,-1 0 0,1 1 0,-1-1 0,0 0-1,0-2 30,-5-107 1669,5 112-1254,0 10-154,2 7-23,0-1 0,1 1 1,1-1-1,0 0 0,7 15-238,8 29 647,-8-17-304,-2-11-292,-1 2 1,-2-1 0,-1 1-1,0 25-51,5-59-3439,-3 0-655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1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12883,'0'0'2088,"0"0"-623,0 0 559,0 0-1016,0 0-584,0 0 232,0 0-288,87 0 57,-46 0-417,1 3-16,-3-1-176,-5 3-1193,-12 5-1615,-8 0-2130,-11 0-5312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1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7706,'0'0'3072,"0"0"-367,0 0 480,0 0-1377,0 0-1040,0 0 128,0 0-424,-19 48-32,41-48-295,11 0 119,6 0-264,9 0-809,24-10-1223,-8-6-2233,-8-1-4785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1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 2969,'0'0'5840,"0"0"-3300,0 0-746,0 0-265,0 0-444,0 0-208,20-1-35,61-2-181,-78 4-631,0-1 0,0 1 0,0 0 0,-1-1 0,1 1 0,0 1 0,-1-1 0,1 0 0,-1 1 0,1-1 1,-1 1-1,0 0 0,0-1 0,0 1 0,0 0 0,0 1 0,0-1 0,0 0 0,0 0 0,-1 1 0,1 1-30,2 4 85,0 0 1,-1 0-1,0 0 1,-1 0-1,1 5-85,-3-11 13,3 9 59,-1-1 0,0 1 0,-1 0 1,0 0-1,-1 0 0,0 0 0,0 0 0,-2 0 0,1 0 0,-1 0 0,-1 0 1,0-1-1,0 1 0,-1-1 0,-1 0 0,1 0 0,-2 0 0,1-1 1,-1 1-1,-1-1 0,0-1 0,0 1 0,-1-1 0,-7 6-72,5-4 67,1 0 49,-1 0 1,0-1-1,-1 0 1,0 0-1,0-1 1,-1-1-1,0 0 1,0 0-1,-2-1-116,39-14 647,0 1 0,0 2-1,0 0 1,1 2 0,20-1-647,8 2 298,-27 1-209,-1 1 0,1 0-1,9 3-88,-15 1-735,-18-3 392,1 0-1,0 0 1,1 0-1,-1 0 1,0-1-1,0 0 0,0 0 1,0 0-1,0 0 1,0-1-1,0 1 1,0-1-1,0 0 1,0-1-1,0 1 0,0-1 1,0 1-1,2-3 344,17-14-5938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2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 10138,'0'0'2631,"0"0"-592,0 0 165,-12 22-432,-2 0-1314,7-12-271,0 0 0,0 1-1,2 0 1,-1 0-1,1 1 1,1-1 0,0 1-1,1 0 1,0 0 0,1 0-1,-1 10-186,3-22 2,-2 14 211,2 1-1,-1-1 1,1 1 0,1-1-1,1 1 1,2 7-213,-3-18 17,0-1 1,0 1-1,0-1 0,1 1 0,0-1 1,-1 0-1,1 0 0,0 0 1,1 0-1,-1 0 0,0 0 0,1-1 1,0 1-1,0-1 0,-1 0 1,1 0-1,1 0 0,-1 0 0,0 0 1,0-1-1,1 1 0,-1-1 1,1 0-1,-1 0 0,1 0 0,-1 0 1,1-1-1,0 0-17,11 2 38,0-1 1,0 0 0,0-1-1,0-1 1,0 0-1,0-1 1,-1-1-1,1 0 1,-1-1-1,14-6-38,-22 8 34,0-1 0,0 0-1,0 0 1,0 0 0,-1-1 0,1 0-1,-1 0 1,0 0 0,0-1-1,0 0 1,-1 0 0,0 0 0,0 0-1,0-1 1,-1 0 0,1 0-1,-1 0 1,-1 0 0,1 0 0,-1 0-1,0-1 1,0 1 0,-1-1-1,0 1 1,0-3-34,0 2 34,-1-1 0,0 1-1,0 0 1,0 0 0,-1-1-1,0 1 1,0 0 0,-1 0 0,0 0-1,0 0 1,-1 1 0,0-1-1,0 0 1,-1 1 0,1 0 0,-1 0-1,0 0 1,-1 0 0,0 1-1,0 0 1,0 0 0,0 0-1,-1 0 1,0 1 0,0 0 0,0 0-1,0 1 1,-1 0 0,-4-2-34,2 1-113,-1 0-1,0 1 1,1 0 0,-1 1 0,0 0-1,-1 0 1,1 1 0,0 0 0,-9 1 113,19 0-51,-1 0 0,1 0 1,-1 0-1,0 0 0,1 0 0,-1 1 1,1-1-1,-1 0 0,0 0 0,1 0 1,-1 0-1,1 1 0,-1-1 0,1 0 1,-1 1-1,1-1 0,-1 0 0,1 1 1,-1-1-1,1 0 0,-1 1 1,1-1-1,0 1 0,-1-1 0,1 1 1,0-1-1,-1 1 0,1-1 0,0 1 1,0 0-1,-1-1 0,1 1 0,0 0 51,1 22-5824,4-12-1727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2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72 120 15227,'0'0'1603,"0"0"-122,-2 25 280,-5 81-556,6-101-1147,1 1 0,1-1 0,-1 1 0,1-1 0,0 1 0,0-1 0,0 1 0,1-1 0,0 0 1,0 0-1,0 1 0,1-1 0,0-1 0,0 1 0,0 0 0,0-1 0,1 0 0,-1 1 0,1-1 1,0-1-1,1 1 0,-1-1 0,1 1 0,-1-1 0,1-1 0,0 1 0,0-1 0,0 1 0,0-1 1,1-1-1,-1 1 0,2-1-58,5 2 78,0-1-1,0-1 1,0 0 0,0 0 0,1-1 0,-1-1 0,0 0 0,0-1-1,0 0 1,0 0 0,0-2 0,0 1 0,1-3-78,-3 3 50,-1-1 0,-1-1 0,1 1 0,-1-2 0,1 1 0,-1-1 0,-1 0 0,1-1 0,-1 0 0,0 0 0,-1 0 0,0-1 0,0 0 0,-1 0 0,0-1 0,0 0 0,-1 1 0,0-2 0,0 1 0,-1 0 0,0-1 0,-1 1 0,0-1 0,-1 0 0,0 0-1,0 1 1,-1-1 0,0 0 0,-2-8-50,1 11 11,-1 1 0,0 0-1,-1 0 1,0 0-1,1 0 1,-2 0 0,1 1-1,-1-1 1,0 1-1,0 0 1,0 0 0,-1 0-1,1 1 1,-1 0-1,0-1 1,-1 2 0,1-1-1,-1 1 1,0-1-1,0 2 1,0-1 0,0 0-11,-5-1-138,0 0 0,-1 1 0,1 0 1,-1 0-1,0 1 0,1 1 0,-1 0 0,0 0 1,0 1-1,0 1 0,0 0 0,-6 2 138,-3 3-950,-1 1 0,1 1 0,1 1-1,-1 0 1,2 2 0,-14 9 950,-38 27-6826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3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91 5721,'0'0'6554,"0"0"-3638,0 0-735,0 0-452,27-15-495,87-45-404,-109 58-795,0-1 0,0 1 1,1 0-1,-1 0 0,1 1 1,-1 0-1,1 0 1,0 0-1,-1 1 0,1-1 1,0 1-1,-1 1 1,1-1-1,0 1 0,-1 0 1,1 0-1,-1 1 1,1 0-1,-1 0 0,1 0 1,-1 0-1,0 1 0,0 0 1,-1 0-1,1 0 1,0 1-1,-1-1 0,0 1 1,0 0-1,0 1 1,3 3-36,0 2 20,-1 0 0,0 0 0,0 1 0,-1-1 0,-1 1 0,0 0 0,0 1 0,-1-1 0,0 1 0,-1-1 0,-1 1 0,0 0 0,0 2-20,-2-5 24,0-1-1,-1 0 1,0 0-1,0 0 1,-1 0-1,0 0 1,0-1 0,-1 1-1,0-1 1,0 0-1,0 0 1,-1-1-1,-1 1 1,1-1-1,-1 0 1,0 0-1,0-1 1,-7 5-24,-4 4 7,-1-2 0,-1 0 0,0-1 1,0-1-1,-1-1 0,-14 5-7,0-8-473,33-6 401,0 0-1,0 0 1,0 0 0,0 0-1,1-1 1,-1 1 0,0 0-1,0 0 1,1-1-1,-1 1 1,0-1 0,0 1-1,1-1 1,-1 1 0,0-1-1,1 1 1,-1-1 0,1 1-1,-1-1 1,1 0-1,-1 1 1,1-1 0,-1 0 72,1-1-249,-1-1 0,1 1 0,0-1 0,0 1 0,0-1 0,1 1-1,-1-1 1,0 1 0,1-1 0,0 1 0,-1 0 0,1-1 0,0 1 0,0 0 0,0 0 0,1-1 0,-1 1 0,1 0 0,-1 0 0,1 0 0,0 0 249,22-28-4804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3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1 3713,'0'0'7005,"0"0"-4112,0 0-1037,0 0-635,0 0-729,0 0-16,-22 23 203,-68 80 99,85-95-649,-1-1-1,2 0 1,-1 1-1,1 0 1,0 0-1,0 0 1,1 1-1,1-1 1,-1 1-1,1 0 1,1 0-1,-1-1 1,1 1-1,1 0 1,0 0-1,0 0 1,1 0-1,0 0 1,1 0-1,1 5-128,-2-10 25,1 1 0,-1-1 1,1 0-1,0 0 0,1 0 0,-1 0 0,1 0 0,0-1 0,0 1 0,0-1 0,0 0 0,0 1 0,1-1 1,-1-1-1,1 1 0,0-1 0,0 1 0,0-1 0,0 0 0,0 0 0,1-1 0,-1 1 0,1-1 0,-1 0 1,1 0-1,2 0-25,11 2-304,-1-1 1,0-1 0,1 0 0,-1-1 0,1-1-1,10-2 304,-19 2-809,0-1 0,0-1 0,0 0 0,0 0-1,0 0 1,-1-1 0,0-1 0,0 1-1,1-2 810,28-20-9416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3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10298,'0'0'4201,"0"0"-2401,0 0 409,0 0-1305,0 0-632,153-15-272,-114 15-200,0 0-1912,-14 0-2337,-5 0-4505</inkml:trace>
  <inkml:trace contextRef="#ctx0" brushRef="#br0" timeOffset="1">137 200 9794,'0'0'1945,"0"0"-561,0 0 624,0 0-848,0 0 153,0 0-865,0 0-352,190 15-96,-115-15-832,-11-2-825,-14-6-4504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4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12411,'0'0'2064,"0"0"-606,0 0 572,0 0-845,0 0-794,0 0-206,14-10-69,45-29 182,-58 38-291,1 1 0,-1-1 0,1 0 0,-1 1 0,1-1 1,-1 1-1,1 0 0,-1-1 0,1 1 0,-1 0 0,1 0 0,-1 0 1,1 0-1,-1 0 0,1 0 0,0 1 0,-1-1 0,1 0 1,-1 1-1,1 0 0,-1-1 0,0 1 0,1 0 0,-1-1 0,0 1 1,1 0-1,-1 0 0,0 0 0,0 0 0,0 0 0,0 0 1,0 1-1,0-1 0,0 0 0,0 0 0,0 1 0,0-1 0,-1 1 1,1-1-1,-1 0 0,1 1 0,-1 0-7,3 5 19,0 1 0,-1 0 0,0 0-1,0 1 1,-1-1 0,1 4-19,-2 2 45,0 0 1,0 0-1,-2 0 0,1-1 0,-2 1 1,0 0-1,0-1 0,-2 0 1,-4 11-46,5-14 43,0-1 0,-1 0 1,-1 0-1,1-1 1,-1 1-1,-1-1 1,0-1-1,0 1 1,0-1-1,-1 0 0,0-1 1,0 0-1,-8 5-43,46-14 3716,66-1-3955,-51 2 494,-27 2-243,55-8-1207,-67 7 558,0-1 0,0 0 0,0 0 0,0 0 0,-1-1 0,5-3 637,8-8-5071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4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 13179,'0'0'1449,"0"0"-586,0 0 562,-12 25-101,-39 85-144,47-102-1014,1 1 1,-1-1-1,2 1 0,-1 0 0,1 0 1,1 0-1,0 0 0,0 0 0,1 0 1,0 0-1,0 1 0,1-1 1,0 0-1,1 0 0,1 6-166,-1-10 22,0-1 1,0 0-1,0 0 0,1 0 0,-1 0 1,1-1-1,0 1 0,0-1 1,0 1-1,0-1 0,1 0 0,-1 0 1,1-1-1,0 1 0,0-1 0,0 1 1,0-1-1,0-1 0,1 1 1,-1-1-1,0 1 0,1-1 0,3 0-22,11 3 62,-1-2 0,1 0-1,-1-1 1,1-1-1,5-2-61,-18 2 11,0 0 0,1-1-1,-1 0 1,0 0 0,0-1-1,0 1 1,0-2 0,0 1-1,0 0 1,-1-1 0,1 0 0,-1-1-1,0 1 1,0-1 0,0 0-1,0 0 1,-1 0 0,1-1 0,-1 0-1,0 0 1,-1 0 0,3-3-11,-1-2 32,0-1 0,-1 1 0,0-1 0,-1 1 0,0-1 0,-1 0 0,0-1 0,0 1 0,-1 0 0,-1 0 0,0-1 0,-1 0-32,0 6 34,0 1-1,-1-1 1,0 1-1,0 0 1,-1 0 0,1 0-1,-1 0 1,0 0-1,-1 0 1,1 1-1,-1 0 1,1-1-1,-2 1 1,1 1-1,0-1 1,-1 0-1,1 1 1,-1 0 0,0 0-1,-5-2-33,0 0-57,-1-1-1,1 1 1,-1 1 0,0 0-1,0 0 1,-1 1 0,1 1-1,-1 0 1,-8 0 57,20 2-80,0 0 0,0 0-1,0 0 1,-1 1 0,1-1 0,0 0 0,0 0 0,0 0-1,0 0 1,-1 1 0,1-1 0,0 0 0,0 0 0,0 1-1,0-1 1,0 0 0,0 0 0,0 1 0,0-1-1,-1 0 1,1 0 0,0 1 0,0-1 0,0 0 0,0 0-1,0 1 1,1-1 0,-1 0 0,0 0 0,0 1-1,0-1 1,0 0 0,0 0 0,0 1 0,0-1 0,0 0-1,0 0 1,1 0 0,-1 1 0,0-1 0,0 0-1,0 0 1,0 0 0,1 0 0,-1 1 0,0-1 0,0 0-1,1 0 1,-1 0 80,18 12-4665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5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18 14283,'0'0'2076,"0"0"-1211,0 0 78,-2 29-98,-1 12-539,-1-1 285,2 1-1,3 28-590,-2-65 54,1 0 0,1 1 0,-1-1 0,1 1 0,0-1 0,0 0 0,0 0 0,0 1 0,1-1 0,-1 0 0,1 0 0,0 0 0,1-1 0,-1 1 0,0 0 0,1-1 0,0 1 0,0-1 0,0 0 0,0 0 0,1 0 0,0 0-54,2 0 76,1 0-1,-1 0 0,1-1 1,0 1-1,0-2 1,0 1-1,0-1 0,0 0 1,0 0-1,1-1 1,-1 0-1,0 0 1,2-1-76,-1 1 24,-1-1 1,1-1-1,-1 1 1,0-1 0,1 0-1,-1-1 1,0 0 0,0 0-1,-1-1 1,1 1 0,-1-1-1,0-1 1,0 1 0,0-1-1,0 0 1,-1-1-1,0 1 1,0-1 0,0 0-1,-1 0 1,0-1-25,3-4 67,-1-1 0,0 1 1,-1-1-1,0 0 0,-1-1 0,0 1 0,-1-1 0,-1 0 0,0 0 1,0 0-1,-1-12-67,-1 21 47,-1 0 0,1 0 0,-1 0-1,0 0 1,0 1 0,0-1 0,0 0 0,-1 1 0,1-1 0,-1 1 0,0-1 0,0 1 0,0 0 0,-1 0-1,1 0 1,-1 0 0,0 0 0,1 1 0,-1-1 0,0 1 0,-1 0 0,-2-2-47,0 0-49,-1 1 1,0-1-1,0 1 1,0 1-1,0 0 1,0 0-1,-1 0 1,1 1-1,-1 0 1,1 0 0,-4 1 48,10 0-97,0-1 1,0 1-1,-1 0 1,1 0-1,0 0 1,0 1-1,0-1 1,0 0-1,0 0 1,0 1-1,0-1 1,0 0 0,0 1-1,0-1 1,0 1-1,0-1 1,0 1-1,0 0 1,1-1-1,-1 1 1,0 0-1,0 0 1,1-1-1,-1 1 1,0 0-1,0 1 97,-2 27-6268,3-29 6059,0 24-8539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5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11306,'0'0'4585,"0"0"-2352,0 0-313,0 0-895,0 0-809,0 0-216,178-28-265,-108 18-1775,-15 0-1721,-13 3-4048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45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1 155 12779,'0'0'2139,"0"0"-317,0 0 73,0 0-686,0 0-375,14-23 154,45-69 14,-31 52 197,-28 40-1174,1 0-1,-1 0 1,0 0 0,1 0-1,-1 0 1,0 1 0,1-1 0,-1 0-1,0 0 1,1 0 0,-1 0-1,0 0 1,1 1 0,-1-1 0,0 0-1,1 0 1,-1 1 0,0-1 0,0 0-1,1 1 1,-1-1 0,0 0-1,0 0 1,0 1 0,0-1 0,1 1-1,-1-1 1,0 0 0,0 1-1,0-1 1,0 0 0,0 1 0,0-1-1,0 0 1,0 1 0,0-1 0,0 1-1,0-1 1,0 0 0,0 1-1,0-1 1,0 0 0,0 1 0,0-1-1,-1 1-24,4 12 138,13 59 97,1 38-235,5 28 133,-21-137-217,-1 1 0,0 0-1,1-1 1,-1 1 0,1 0-1,0-1 1,-1 1-1,1-1 1,0 1 0,0-1-1,0 1 1,0-1 0,0 0-1,0 0 1,1 1-1,-1-1 1,0 0 0,1 0-1,-1 0 1,0 0 0,1 0-1,-1-1 1,1 1 0,0 0-1,-1-1 1,1 1 84,3 0-1102,0-1 1,1 1-1,-1-1 0,0 0 1,0 0-1,0-1 1,0 1-1,1-1 1102,19-6-12983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54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48 5697,'0'0'2602,"0"0"-615,0 0-680,0 0-641,0 0-254,-10-1 300,-29-4 589,30 4 535,9 1 191,0 0-230,0 0-422,0 0-520,36-6 405,19-7-1209,-33 7-54,1 1 1,0 1-1,0 1 0,19 0 3,-41 3-4,1 0 0,-1 0-1,0 1 1,0-1 0,0 1-1,1-1 1,-1 1 0,0-1-1,0 1 1,0 0 0,0-1-1,0 1 1,0 0-1,0 0 1,0 0 0,0 0-1,-1 0 1,1 0 0,0 0-1,0 0 1,-1 0 0,1 0-1,-1 0 1,1 1 0,-1-1-1,0 0 1,1 0-1,-1 1 1,0-1 0,0 0-1,0 0 1,0 1 0,0-1 4,2 54-199,-3-40 105,0-2 74,-1 0 0,0 0 0,-1-1 0,0 1 0,-1-1 0,0 1 0,-1-1 0,0-1 0,-1 1 0,-1-1 0,0 0 0,0 0 0,-1 0 20,-16 19 46,-1 0 0,-2-2 0,-24 20-46,31-34 15,15-10 144,21-3-97,38 0 5,-23 0-29,0-1 0,27-4-38,-48 3 3,-1 0-1,0-2 1,1 1 0,-1-1 0,0 0-1,-1-1 1,1 0 0,0 0 0,-1-1-1,0 0 1,3-3-3,-1 0 347,9-6-2565,5 6-7089,-10 5 129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55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326 1 4865,'0'0'2378,"0"0"73,0 0-101,0 0-587,0 0-376,0 0-212,-15 0-184,-4 1-679,-1 0 0,1 1 0,0 1-1,0 1 1,0 1 0,1 0 0,0 1 0,0 1 0,0 1 0,-2 3-312,9-5 131,0 1 0,1 1-1,1 0 1,-1 1 0,1 0 0,-3 4-131,8-8 31,1 0 1,0-1-1,0 1 1,0 1-1,0-1 1,1 0-1,0 1 1,0-1-1,0 1 1,1 0-1,0-1 1,0 1-1,0 0 1,1 5-32,0-9 7,0-1 1,1 1 0,-1-1 0,1 1-1,-1-1 1,1 1 0,0-1-1,-1 0 1,1 1 0,0-1 0,0 0-1,0 0 1,0 1 0,0-1 0,0 0-1,1 0 1,-1 0 0,0 0 0,0 0-1,1-1 1,-1 1 0,1 0-1,-1-1 1,1 1 0,-1-1 0,1 1-1,-1-1 1,1 1 0,-1-1 0,1 0-1,-1 0 1,1 0 0,0 0-8,66 1 87,-49-2-49,-13 1-29,1 0 1,0 0 0,-1-1-1,1 0 1,-1 0-1,0-1 1,1 1-1,-1-1 1,0-1 0,0 1-1,0-1 1,0 0-1,0-1 1,-1 1 0,0-1-1,1 0 1,-1-1-1,-1 1 1,1-1 0,-1 0-1,1 0 1,-2 0-1,1 0 1,0-1 0,-1 0-1,0 0 1,0 0-1,-1 0 1,0 0 0,0 0-1,0-1 1,-1 1-1,0-1 1,0 1 0,-1-1-1,0-4-9,2-15 776,-2 26-760,0 0 0,0 0 0,1 0 1,-1 0-1,0 0 0,0 0 0,0 1 0,0-1 1,0 0-1,0 0 0,0 0 0,0 0 0,0 0 1,0 0-1,0 0 0,0 0 0,0 0 1,1 0-1,-1 0 0,0 0 0,0 0 0,0 0 1,0 0-1,0 0 0,0 0 0,0 0 0,0 0 1,1 0-1,-1 0 0,0 0 0,0 0 0,0 0 1,0 0-1,0 0 0,0 0 0,0 0 1,0 0-1,1 0 0,-1 0 0,0 0 0,0 0 1,0 0-1,0 0 0,0 0 0,0 0 0,0 0 1,0 0-1,0 0 0,0 0 0,0-1 0,1 1 1,-1 0-1,0 0 0,0 0 0,0 0 1,0 0-1,0 0 0,0 0 0,0 0 0,0 0 1,0-1-1,0 1 0,0 0-16,10 43 497,5 103 76,-11-88-199,2 0 1,3 0-1,3 0 1,3 6-375,-12-58-258,-2-9-471,-2-13-1868,1 10 719,0-19-4564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55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10698,'0'0'2186,"0"0"141,0 0-25,0 0-850,0 0-505,0 0-484,22-6-116,69-17 94,-88 23-394,-1 0-1,0 0 1,0-1 0,1 2-1,-1-1 1,0 0-1,1 0 1,-1 1-1,0-1 1,0 1 0,0-1-1,0 1 1,0 0-1,1 0 1,-1 0 0,-1 0-1,1 0 1,0 1-1,0-1 1,0 1 0,-1-1-1,1 1 1,0 0-1,-1-1 1,0 1-1,1 0 1,-1 0 0,0 0-1,0 1-46,6 7 258,-1-5-183,-1 1 0,-1-1 1,1 1-1,-1 1 0,0-1 1,-1 0-1,1 1 0,-1 0 1,-1 0-1,1 0 0,-1 0 1,0 0-1,-1 0 0,0 1 1,0-1-1,0 1 0,-1 1-75,-1 1 30,0-1 0,-1 1-1,0 0 1,0-1-1,-1 0 1,0 1 0,-1-1-1,0 0 1,0-1 0,-1 1-1,0-1 1,-6 7-30,-29 35 253,29-38-127,0 0-1,1 1 0,0 1 1,1 0-1,1 0 0,0 0 1,1 1-1,-1 4-125,8-18 19,0-1-1,0 1 0,1 0 1,-1-1-1,0 1 1,0 0-1,0-1 1,1 1-1,-1 0 1,0-1-1,1 1 0,-1-1 1,1 1-1,-1-1 1,0 1-1,1-1 1,-1 1-1,1-1 0,-1 1 1,1-1-1,0 0 1,-1 1-1,1-1 1,-1 0-1,1 1 1,0-1-1,-1 0 0,1 0 1,0 0-1,-1 1 1,1-1-1,0 0 1,-1 0-1,1 0 1,0 0-1,-1 0 0,1 0 1,0-1-1,-1 1 1,1 0-19,41 0 253,-29-1-154,268 1-3144,-236-6-17,-10-5-3102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05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709 150 11306,'0'0'2104,"0"0"-163,0 0 394,0 0-653,0 0-563,-22-21-184,-68-63-126,85 80-665,-1-1 0,0 1-1,0 0 1,0 0 0,-1 0-1,1 1 1,-1 0 0,0 0-1,0 1 1,0 0-1,0 0 1,0 1 0,-1-1-1,1 2 1,0-1 0,0 1-1,-1 0 1,1 1 0,-6 0-144,-16 1 223,14-1-151,0 1 0,0 0 0,0 1 1,1 1-1,-1 0 0,1 1 0,0 1 0,0 0 0,1 1 0,0 1 0,0 0 1,0 0-1,1 1 0,1 1 0,-1 0 0,2 1 0,-6 6-72,-5 6 44,1 1 0,1 1 1,2 1-1,0 1 0,2 0 0,1 1 0,1 1 0,1 1-44,3-5 11,2 1 0,1 0 0,1 0 1,1 1-1,2 0 0,0 0 0,2-1 0,1 1 0,2 6-11,-1-22 11,0 0-1,1 0 1,0 0 0,1 0-1,1 0 1,0-1-1,0 1 1,1-1 0,0 0-1,0-1 1,1 0 0,1 0-1,-1 0 1,1-1-1,1 0 1,0-1 0,0 0-1,0 0 1,1-1 0,0 0-1,0-1 1,1 0-1,-1 0 1,1-1 0,0-1-1,0 0 1,0 0 0,1-1-1,9 0-10,-5 0 25,0-1 1,0-1-1,-1 0 0,1-2 0,0 1 0,0-2 1,-1 0-1,0-1 0,1 0 0,-2-2 1,1 1-1,0-2 0,-1 0 0,0-1 0,-1 0 1,0-1-1,0 0 0,-1-1 0,0-1 1,-1 0-1,0 0 0,0-1 0,4-9-25,-1 2 20,-2-2 0,0 1 0,-1-1 0,-1-1 0,-2 0 0,0-1-1,-1 1 1,-1-1 0,1-13-20,1-22 225,-2-1 0,-3 0 0,-2-12-225,-2 59 145,-1 0 1,0 1-1,0-1 0,-1 1 1,-1-1-1,0 1 1,0 0-1,-1 0 0,-1 1 1,0 0-1,-2-3-145,8 12 32,-5 0 27,-1 0 0,1 0-1,0 0 1,-1 1 0,1-1 0,-1 1 0,1 1 0,0-1 0,-2 1-59,-5 0-17,-56-4 21,34 1-32,0 2 0,-11 1 28,35 0-7,0 0 1,0 1-1,0 0 0,0 1 0,0 0 0,1 0 1,-1 1-1,1 0 0,-7 5 7,-9 7-33,1 1 1,1 1-1,0 1 1,1 1 0,1 1-1,1 1 1,-11 17 32,19-24-8,2 1 0,0 0 0,0 1 1,2 0-1,0 1 0,1 0 0,1 0 1,0 0-1,2 1 0,0 0 1,1-1-1,0 8 8,2-1-20,0-1 0,2 0 0,0 0 0,2 0 0,2 10 20,-3-24-3,1 0 0,1-1-1,-1 1 1,1-1 0,1 0-1,0 0 1,0 0-1,0-1 1,1 0 0,1 0-1,-1 0 1,1-1-1,1 0 1,2 2 3,3 1-10,0 0-1,2-1 0,-1-1 1,1 0-1,0-1 1,0 0-1,1-2 1,0 0-1,0 0 0,8 0 11,9 0-87,0-1-1,-1-1 1,1-2-1,29-3 88,-49 0-23,1 0 0,0-1 0,-1-1 0,0 0 0,0-1 1,0 0-1,0-1 0,-1 0 0,0-1 0,0-1 0,-1 1 0,0-2 0,0 0 0,-1 0 0,0-1 0,-1 0 1,0-1-1,-1 1 0,0-2 0,2-3 23,3-6-1,0-1 1,-2 0-1,0 0 0,-2-1 1,0-1-1,-2 1 0,-1-1 1,0-1-1,-2 1 0,-1-1 1,-1 0 0,0 0 20,-1 1 0,-1-1 0,-1 0 0,-1 1 0,-1 0 0,-2-1 0,0 1 0,-2 1 0,-2-6-20,-2 4 6,5 12 58,0-1-1,1 0 0,0 1 1,1-2-1,0 1 0,0-10-63,4 58-20,0 38 24,9 71-4,-6-118 8,1-1 0,2 1 0,0 0 0,2-1 0,1-1 0,1 1 0,7 13-8,-7-20-12,0 0-1,1 0 0,1-1 1,0 0-1,14 13 13,-21-24-9,0 0 0,0-1 0,0 0 0,0 0 0,1 0 0,0-1 0,0 0 0,0 0 0,0 0 0,0-1 0,0 0 0,1 0 0,-1-1 0,1 1 0,-1-1 0,1-1 0,0 1 0,-1-1 0,4-1 9,-6 0-102,0 0 1,0 0-1,0-1 1,0 1-1,0-1 1,0 0-1,0 0 1,0-1-1,-1 1 1,1-1 0,-1 0-1,0 0 1,1 0-1,-2 0 1,1 0-1,0-1 1,-1 1-1,2-2 102,7-14-1541,0 1-1,-1-1 1,1-5 1541,-5 11-1528,6-11-4246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05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71 16428,'0'0'4104,"0"0"-2999,0 0-169,0 0-344,167-30-352,-103 15-8,-6 2-184,-10 5-16,-9 3-32,-11 5-504,-17 0-1248,-6 13-3602,-5 5-5320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06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0 101 8938,'0'0'5761,"0"0"-3576,0 0-569,0 0-64,0 0-856,0 0-616,0 0-80,145-28-832,-89 11-640,13-6-849,-16 6-407,-14 2-5922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06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 14251,'0'0'2153,"0"0"-744,0 0 225,0 0-589,26-11-501,88-30-137,-105 38-338,0 1 0,0 0-1,0 0 1,0 1 0,1 0-1,-1 1 1,0 0 0,1 1 0,-1 0-1,0 0 1,0 1 0,0 0-1,0 0 1,0 1 0,0 0-1,0 1 1,-1 0 0,0 0 0,0 1-1,0 0 1,0 1 0,-1-1-1,4 5-68,-5-4 74,-1-1-1,0 2 0,0-1 0,-1 0 1,0 1-1,0 0 0,0 0 0,-1 0 1,0 0-1,0 1 0,-1-1 0,0 1 1,0-1-1,-1 1 0,0 0 0,0 0 1,-1 0-1,0-1 0,0 1 0,-1 0 1,0 0-1,-1 0 0,1-1 0,-1 1 1,-3 5-74,0-3 54,0-1 0,0 0 1,-1-1-1,0 0 0,0 1 1,-1-2-1,0 1 0,-1-1 1,1 0-1,-1-1 1,-1 0-1,1 0 0,-1 0 1,-2 0-55,-15 8 29,0-2 1,-1 0-1,-1-1 1,-11 2-30,29-10-178,0-1 0,0 1 0,0-1 0,-1-1 0,1 0 1,-1-1 177,4-2-1172,9-11-221,-2 13 1372,2-10-1258,1 0 0,1 1 0,0-1 0,0 1 0,0 0 0,2 1 0,5-9 1279,21-26-9495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06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1 6305,'0'0'3089,"0"0"-196,0 0-31,0 0-442,0 0-638,-26 20-433,-82 68-327,101-82-893,1 0 0,-1 1 0,1 0-1,0 0 1,1 0 0,0 0 0,0 1 0,1 0 0,0 0 0,0 0-1,0 1 1,1-1 0,0 3-129,1 2 159,0 1 1,1-1-1,0 1 1,1 0-1,1-1 0,1 6-159,-1-10 80,-1-4-59,1-1-1,-1 0 1,1 0 0,0 1-1,1-1 1,-1 0-1,1 0 1,0 0-1,-1 0 1,2-1 0,-1 1-1,0 0 1,1-1-1,0 0 1,0 1 0,0-1-1,0 0 1,0-1-1,1 1 1,-1-1 0,1 1-1,0-1 1,-1 0-1,1 0 1,0 0-1,0-1 1,1 0 0,-1 0-1,0 0 1,3 1-21,15 1 44,0 0 1,0-2-1,0 0 0,0-1 1,11-2-45,-22 1-20,0 0-103,-1 0-1,0-1 0,0 0 1,0 0-1,0-1 0,0-1 1,-1 0-1,1 0 0,-1-1 1,3-2 123,52-37-4043,-29 16-2168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07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0 13035,'0'0'4457,"0"0"-2137,0 0-999,0 0-209,0 0-24,28 153-264,-14-88-240,0 5-32,0-7-128,-6-8-319,1-12 15,-4-11-112,1-14-16,-6-8-249,0-10-495,0 0-312,0-18-1040,-9-2-6026</inkml:trace>
  <inkml:trace contextRef="#ctx0" brushRef="#br0" timeOffset="1">0 449 11682,'0'0'5402,"0"0"-3394,0 0-672,0 0-39,0 0-793,162-51-304,-101 26-160,-2 3-40,2-6-984,-17 6-3881,-10-1-9386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07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12083,'0'0'2667,"0"0"-861,0 0-339,0 0-887,0 0-454,0 0-100,11-2 42,50-4 2367,-61 7-2595,0 0 119,0 0 89,89-9 916,-70 5-971,1 0 0,-1 2 0,1 0 0,0 1 0,-1 2 0,4 0 7,-22-1 0,0-1 0,-1 1 0,1 0 0,0-1 1,0 1-1,-1 0 0,1 0 0,-1 0 0,1 0 0,-1 0 0,1 0 0,-1 0 0,1 0 0,-1 0 0,0 0 0,1 0 0,-1 0 0,0 0 0,0 0 0,0 0 0,0 0 0,0 0 0,0 0 0,0 0 0,0 0 0,-1 0 0,1 0 0,0 0 0,-1 1 0,-7 31 17,-2-17 9,0 0 0,-2 0 0,0-1 0,-1-1 0,0 0 0,-1-1 0,-13 9-26,-12 14 35,9-9-7,11-11 123,1 1 1,-13 15-152,28-27 64,-1-1 1,1 0-1,0 1 0,0 0 0,0-1 1,1 1-1,-1 0 0,1 1 1,0-1-1,1 0 0,-1 1 0,1-1 1,0 0-1,0 5-64,7-9 164,0 1 0,0-1-1,0 0 1,0 0 0,1-1 0,-1 0-1,0 0 1,0 0 0,3-1-164,1 1 184,13-1-76,-1 0-1,1-2 1,0 0 0,-1-2 0,0 0 0,0-2 0,0 0 0,16-9-108,-32 13-216,-1-1 0,0 1 1,-1-1-1,1 0 0,-1 0 1,1-1-1,-1 1 1,0-1-1,-1 0 0,1 0 1,-1 0-1,0-1 0,0 1 1,-1-1-1,0 0 0,1 0 216,9-27-5287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08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76 14547,'0'0'3382,"0"0"-1448,0 0-516,0 0-649,0 0-162,-9 27-63,-21 83-27,29-108-499,1 0 0,-1 1-1,1-1 1,0 1 0,0-1 0,0 0-1,0 1 1,0-1 0,0 0-1,1 1 1,-1-1 0,1 0-1,-1 1 1,1-1 0,0 0 0,0 0-1,0 1 1,0-1 0,1 0-1,-1 0 1,0 0 0,1-1-1,0 1 1,-1 0 0,1-1-1,0 1 1,0-1 0,0 1 0,0-1-1,2 1-17,2 1 47,0-1-1,1 0 0,0 0 1,0-1-1,-1 0 0,1 0 1,0 0-1,1-1-46,-1 0 32,12 1 20,0 0 1,0-2-1,1-1 0,-1 0 0,0-1 1,-1-1-1,13-5-52,-21 7 62,-2-1 0,1-1-1,0 0 1,-1 0 0,1-1 0,-1 0 0,-1 0-1,1-1 1,-1 0 0,0 0 0,0-1 0,0 0-1,-1 0 1,0-1 0,-1 1 0,3-6-62,-6 9 51,0 1 0,0-1-1,0 0 1,-1 0 0,1 0 0,-1 0 0,0 0-1,0-1 1,-1 1 0,1 0 0,-1 0 0,0-1-1,0 1 1,-1 0 0,1 0 0,-1 0 0,0-1 0,0 1-1,0 0 1,0 0 0,-1 0 0,0 0 0,0 1-1,0-1 1,0 0 0,0 1 0,-1-1 0,0 1-1,1 0 1,-1 0 0,-1 0 0,1 0 0,0 1 0,-1-1-1,1 1 1,-1 0 0,0 0 0,-3-2-51,-2 0-243,0-1 0,-1 1 1,0 1-1,0 0 0,0 0 1,0 1-1,-7-1 243,9 2-770,0 0 0,-1 1 1,1 0-1,-1 0 0,1 1 0,0 0 0,-1 1 0,-5 1 770,-5 8-6605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08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76 624,'-28'58'13712,"25"-50"-13106,0 1 0,1 0 0,0 0 0,1-1 0,0 1 0,0 0 0,1 0 0,0 0 0,1 5-606,-1-11 82,1 0 1,0 0-1,0 0 1,0-1-1,0 1 0,0 0 1,1-1-1,-1 1 1,1-1-1,-1 1 1,1-1-1,0 0 1,0 0-1,0 0 1,1 0-1,-1 0 1,0 0-1,1-1 1,-1 1-1,1-1 1,-1 1-1,1-1 1,0 0-1,0 0 1,-1 0-1,1-1 1,0 1-1,0-1 1,0 1-83,15 2 206,1-1 0,-1-1 0,0-1 0,9 0-206,-7 0 203,0 0-65,1 0 0,-1-2-1,1 0 1,-1-1 0,0-1 0,0-1 0,-1 0 0,1-2 0,-1 0-1,-1-1 1,1-1 0,-1-1 0,-1-1 0,6-4-138,-18 11 92,-1-1 1,0 1-1,0-1 1,0 0 0,0 0-1,-1 0 1,0-1-1,0 1 1,0-1-1,-1 0 1,1-2-93,-2 5 19,0 0 0,0 0-1,0 0 1,-1 0 0,1 0 0,-1 0-1,0 0 1,0-1 0,0 1 0,0 0-1,0 0 1,-1 0 0,1 0 0,-1 0-1,0 0 1,0 0 0,0 0 0,-1 0-1,1 0 1,0 0 0,-1 1 0,0-1-1,-2-2-18,-1 0-48,-1 0 1,0 1-1,0 0 0,-1 0 0,1 0 0,-1 0 0,0 1 0,0 1 0,0-1 0,0 1 0,0 0 1,-5 0 47,-16-3-606,0 1 0,-17 1 606,26 2-279,-95-4-3127,1 5-5156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09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30 11258,'0'0'2337,"0"0"82,0 0 2,-26-4-850,-81-12-510,104 15-1025,1 1-1,-1 0 1,0-1 0,1 1-1,-1 0 1,0 1-1,1-1 1,-1 0-1,0 1 1,1-1 0,-1 1-1,1 0 1,-1 0-1,1 0 1,-1 0 0,1 0-1,-1 1 1,1-1-1,0 1 1,0-1-1,0 1 1,0 0 0,0 0-1,0 0 1,0 0-1,1 0 1,-1 0 0,1 1-1,0-1 1,-1 0-1,1 1 1,0-1-1,0 3-35,-4 5 92,-6 15 53,1 1 1,1-1-1,1 1 1,2 1-1,0-1 1,2 1-1,1 0 1,1 0-1,2 26-145,0-43 54,0 0 0,1 0-1,0 0 1,1 1 0,0-1-1,1-1 1,0 1-1,1 0 1,-1-1 0,2 0-1,2 6-53,-3-10 18,0 1 0,0-1 0,0 0 0,0 0-1,1-1 1,0 1 0,0-1 0,0 0 0,1 0 0,-1-1-1,1 1 1,0-1 0,0-1 0,0 1 0,0-1 0,0 0-1,1 0 1,3 0-18,3 0 21,0-1-1,0 0 1,0-1-1,1-1 0,-1 0 1,0 0-1,0-2 1,0 1-1,0-2 0,-1 0 1,1 0-1,-1-1 1,0 0-1,0-2 1,-1 1-1,0-1 0,0-1 1,0 0-1,3-4-20,-1 2 8,-2-1-1,0-1 1,0 0 0,-1-1-1,0 0 1,-1 0-1,-1-1 1,0 0-1,-1 0 1,0-1-1,-1 0 1,-1 0 0,-1 0-1,0-1 1,2-14-8,-4 6-6,0 1 1,-1-1-1,-2 0 1,-1-4 5,1 18 181,0 0 0,-1 0 0,-1 0 0,1 0-1,-1 0 1,-1 1 0,0-1 0,-1 1 0,1 0 0,-2 0 0,1 1-181,4 6 526,2 17-365,4 11-48,2 1 1,1-1 0,10 24-114,4 13 182,-12-32-146,5 19-212,3 0 1,14 28 175,-31-77-132,0 0-1,-1 0 1,1-1 0,0 1 0,0 0-1,0 0 1,0 0 0,0-1 0,-1 1-1,2 0 1,-1-1 0,0 1 0,0-1-1,0 1 1,0-1 0,0 0 0,0 1-1,0-1 1,1 0 0,-1 0 0,0 0-1,0 0 1,0 0 0,1 0 0,-1 0-1,0 0 1,0 0 0,0 0 0,0-1-1,1 1 1,-1-1 0,0 1 0,1-1 132,37-20-6053,-1-7-4054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09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14283,'0'0'4065,"0"0"-2841,0 0-312,0 0-231,0 0 47,201 5-544,-140-2-8,-3-1-168,-10 1-8,-7-3-256,-10 0-1585,-14 0-4264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0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0 176 7738,'0'0'6569,"0"0"-3928,0 0-713,0 0-448,0 0-872,0 0-239,0 0-249,201-27-40,-129 2-80,3 2-72,23-15-328,-20 8-2129,-9-2-4144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0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32 108 13099,'0'0'3763,"0"0"-1966,0 0-572,0 0-425,-5 25-162,-14 83-6,18-102-575,0 0 1,1 1-1,-1-1 1,1 0-1,1 0 1,-1 1-1,1-1 0,0 0 1,0 0-1,1 0 1,0 0-1,0 0 0,0 0 1,1 0-1,-1-1 1,1 1-1,2 1-57,-1-3 33,-1 1 0,1-1-1,0-1 1,1 1 0,-1 0-1,1-1 1,0 0 0,-1 0 0,1-1-1,1 1 1,-1-1 0,0 0-1,0 0 1,1-1 0,4 1-33,0 0 14,-1-1 0,0 0-1,1-1 1,-1 0 0,1 0 0,-1-1 0,0-1 0,1 1-1,-1-1 1,0-1 0,0 0 0,0 0 0,-1-1 0,1 0-1,-1 0 1,0-1 0,0 0 0,0-1 0,6-5-14,-9 6 21,0 0 1,0-1 0,-1 1-1,0-1 1,0 0-1,0 0 1,-1 0 0,0 0-1,0-1 1,-1 1 0,1-1-1,-2 0 1,1 0-1,-1 0 1,0 0 0,0 0-1,0 0 1,-1 0-1,-1 0 1,1 0 0,-1 0-1,0 0 1,0 1 0,-2-6-22,-1 2 100,-1-1 0,0 1 1,0-1-1,-1 1 1,0 1-1,-1-1 0,0 1 1,0 1-1,-1-1 1,0 1-1,-1 0 0,1 1 1,-2 0-1,-5-3-100,6 4-29,-1 0-1,0 1 1,0 0-1,0 1 0,-1 0 1,1 0-1,-1 1 1,0 1-1,0 0 1,0 0-1,0 1 1,-1 1-1,1 0 1,-1 0 29,9 1-127,0-1 0,1 0 0,-1 1 0,0-1 0,1 1 0,-1 0 0,1 0 1,-1 0-1,1 0 0,-1 1 0,1-1 0,0 1 0,0-1 0,0 1 0,-1 0 0,2 0 1,-1 0-1,0 0 0,0 0 0,1 0 0,-1 0 0,0 2 127,-12 38-6492,12-10-2297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0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18 199 12843,'0'0'2456,"0"0"-353,0 0-96,-3 23-990,-10 74-568,12-94-421,1 0-1,0 0 1,0 0 0,0 0-1,0 1 1,1-1 0,-1 0-1,1 0 1,0 0-1,0 0 1,0 0 0,0 0-1,1 0 1,-1 0 0,1-1-1,-1 1 1,1 0 0,0-1-1,0 1 1,0-1-1,1 0 1,-1 0 0,0 0-1,1 0 1,0 0 0,-1 0-1,1-1 1,0 1-1,0-1 1,0 0 0,0 0-1,0 0 1,0 0 0,0 0-28,9 1 77,0 0 0,0-1 0,0 0 0,0 0 0,0-2 0,0 0 0,2 0-77,-4-1 11,1-1 0,-1 0 0,0 0 0,0-1-1,0 0 1,0-1 0,-1 0 0,0 0 0,0-1 0,0 0 0,-1-1-1,0 0 1,0 0 0,0-1 0,-1 0 0,0 0 0,-1-1 0,1-2-11,-1 3 12,-1 0 1,0 0 0,0-1 0,-1 0 0,0 0 0,0 0 0,-1 0 0,0-1 0,-1 1 0,0-1-1,-1 0 1,0 0 0,0 0 0,-1 1 0,0-1 0,-1 0 0,0 0 0,-1 0 0,0 1 0,0-2-13,0 6 69,-1-1 0,1 1 1,-1 0-1,0 1 1,0-1-1,-1 0 1,1 1-1,-1 0 0,0 0 1,0 0-1,-1 0 1,1 1-1,-1-1 0,0 1 1,0 0-1,0 1 1,-4-3-70,-1 1-26,-1 0 0,0 1 0,0 0 0,0 1 1,0 0-1,0 0 0,0 1 0,-8 1 26,18 0-94,0 0 0,0 0 0,0-1 0,-1 2 0,1-1 0,0 0 0,0 0 0,-1 0 0,1 0 0,0 1 0,0-1 0,0 1 0,0-1 0,-1 1 0,1-1 1,0 1-1,0 0 0,0-1 0,0 1 0,0 0 0,1 0 0,-1 0 0,0 0 0,0 0 94,-3 20-5464,4-8-1740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1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0 15859,'0'0'2737,"0"0"-1185,0 0-135,0 0-649,0 0 80,76 176 96,-60-101-216,-7 0-304,-1-10-224,0-15-200,-2-12 0,-1-16-48,1-14-384,0-8-760,-1-10-624,1-13-4338</inkml:trace>
  <inkml:trace contextRef="#ctx0" brushRef="#br0" timeOffset="1">0 358 16484,'0'0'3840,"0"0"-2991,0 0 535,0 0-1016,148-80-168,-87 53-152,0-1-48,-5 1-32,30-3-744,-16 2-2241,-6 8-6177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1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 10666,'0'0'2377,"0"0"-497,0 0 219,0 0-702,30-9-433,95-30-79,-116 37-706,0 0-1,0 0 0,0 1 1,0 0-1,9 1-178,-16 0 39,0 0-1,0 0 1,0 0-1,0 1 0,1-1 1,-1 1-1,0-1 1,0 1-1,0 0 1,-1 0-1,1 0 1,0 0-1,0 0 1,0 0-1,-1 0 1,2 1-39,-2 1 28,1 0 1,-1 0 0,0 0 0,1 0 0,-1 0 0,-1 1 0,1-1 0,0 0 0,-1 0 0,0 1-1,1-1 1,-1 0 0,-1 1 0,1-1 0,0 0 0,-1 0 0,0 1 0,0-1 0,0 0 0,0 0 0,0 0-1,-1 1-28,-6 15 120,-1 0 0,0-1-1,-1-1 1,-2 1-1,1-2 1,-2 0 0,-8 9-120,6-8 93,1 1 1,0 0 0,2 0 0,0 2 0,1-1 0,-6 18-94,9 4 398,7-40-381,1 0-1,0 0 1,0-1 0,-1 1 0,1 0 0,0 0-1,0 0 1,0 0 0,0 0 0,0 0-1,0 0 1,0-1 0,1 1 0,-1 0 0,0 0-1,0 0 1,1 0 0,-1 0 0,1-1-1,-1 1 1,1 0 0,-1 0 0,1-1 0,-1 1-1,1 0 1,-1-1 0,1 1 0,0 0-1,-1-1 1,1 1 0,0-1 0,0 1 0,0-1-1,-1 0 1,1 1 0,0-1 0,1 1-17,15-2-65,0 0 0,0-2 0,0 1-1,0-2 1,0 0 0,0-2 0,-1 1 0,0-2 0,-1 0 0,1-1 0,-1 0 0,0-2 0,8-6 65,23-20-2352,-6 3-3358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1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99 14163,'0'0'1938,"0"0"-678,0 0 418,0 0-655,0 0-238,-14 25 130,-40 82-1,52-103-855,0 0 1,0 1 0,1 0-1,-1-1 1,1 1 0,0 0-1,1 0 1,-1 0 0,1 0 0,0-1-1,0 1 1,0 0 0,1 0-1,-1 0-59,1-3 27,0 1 0,0-1 0,0 0 0,0 1 1,0-1-1,1 0 0,-1 0 0,1 0 0,-1 0 0,1 0 0,0-1 0,-1 1 0,1 0 0,0-1 0,0 1 0,0-1 0,0 0 0,1 1 0,-1-1-27,8 2 74,0 0 0,1 0 0,-1-1 0,1 0 0,0-1 0,0 0 0,-1 0 0,10-2-74,-18 1 7,8 0 32,0-1 0,0 0 0,1 0 0,-1-1 0,0 0 0,0-1 0,0 0 0,-1-1 0,1 0 0,-1 0 0,0-1 0,0-1 0,0 1 1,-1-1-1,1-1 0,1-2-39,-4 3 67,0 0 1,-1 0-1,0-1 1,0 1-1,-1-1 1,0 0-1,0-1 1,0 1-1,-1-1 1,0 1 0,-1-1-1,0 0 1,0 0-1,0 0 1,-1 0-1,0-1 1,-1 1-1,0 0 1,0 0-1,-1-1 1,0 1-68,-1 2 16,1 0 0,-1 0 0,0 1 0,-1-1-1,1 0 1,-1 1 0,0 0 0,-1-1 0,1 1 0,-1 1 0,0-1 0,0 0 0,-1 1 0,1 0-1,-1 0 1,0 0 0,0 1 0,0 0 0,-1 0 0,1 0 0,-1 0 0,0 1 0,1 0-1,-1 0 1,0 0-16,-8-2-244,1 1 0,-1 0 0,0 0 0,0 1 0,0 1 0,0 1 0,0 0 0,0 0 0,0 2 0,-10 1 244,20-2-362,0 1 1,1-1-1,-1 0 0,1 1 1,-1-1-1,1 1 0,0 0 1,0 0-1,0 1 0,-1 0 362,-14 18-5930,5 6-4666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2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48 3329,'0'0'7833,"0"0"-4089,-8 28-886,-25 91-614,31-113-2117,1-1 1,0 1-1,0 0 0,0-1 0,1 1 1,0 0-1,0 0 0,0-1 0,1 1 0,0 0 1,0-1-1,0 1 0,1-1 0,0 1 1,0-1-1,0 1-127,1-2 62,-1 0 0,1-1 0,0 0 0,0 1 0,0-1-1,0 0 1,1 0 0,-1 0 0,1-1 0,0 0 0,0 1 0,0-1 0,0 0 0,0-1 0,0 1 0,1 0-62,10 1 77,-1 0 0,1-1-1,0-1 1,0 0 0,0-1 0,0 0 0,0-1 0,-1-1-1,14-4-76,-16 4 22,0-2 0,0 0-1,-1 0 1,0-1-1,0-1 1,0 0 0,-1 0-1,1-1 1,-1 0-1,-1-1 1,0 0 0,0 0-1,0-1 1,2-5-22,-4 7 36,-2-1 1,1 0-1,-1-1 1,0 1-1,-1-1 1,0 0-1,0 0 1,-1 0-1,0 0 1,0-1-1,-1 1 0,-1-1 1,0 1-1,0-1 1,0 0-1,-1 0 1,-1 1-1,0-5-36,0 11 0,1 1 0,-1-1-1,0 1 1,0-1-1,0 1 1,0-1 0,0 1-1,0-1 1,0 1 0,-1 0-1,1 0 1,-1 0 0,0 0-1,0 0 1,0 0 0,0 0-1,0 1 1,0-1-1,0 1 1,0-1 0,-1 1-1,-1-1 1,-4-1-53,-1 0 0,1 1 0,-1 0 0,0 0 0,0 1-1,0 0 1,-3 1 53,-36-2-1024,-1 3-1,1 2 0,-25 6 1025,-40 13-4835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2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368 136 80,'0'0'11065,"0"0"-5979,0 0-2508,-27-10-844,-86-28-934,108 36-750,0 0 0,0 1 0,0 0 0,0 0 1,-1 0-1,1 1 0,0-1 0,-1 1 0,1 1 0,0-1 0,-1 1 0,1 0 0,0 0 0,0 0 0,0 1 0,0-1 0,0 2 0,0-1 0,0 0 0,0 1 0,1 0 0,-1 0 1,1 0-1,0 0 0,0 1 0,0 0 0,1 0 0,-1 0 0,0 2-50,-6 8 77,2 2 0,-1-1 0,2 1-1,0 0 1,1 1 0,1-1 0,-1 5-77,4-15 40,-4 19 105,0 0 0,2 0 0,0 1 0,2-1 0,1 1 0,2 21-145,-1-43 16,0 1 1,1 0 0,0-1 0,0 1 0,0 0 0,1-1-1,-1 0 1,1 1 0,0-1 0,1 0 0,-1 0 0,1 0 0,-1 0-1,1 0 1,0-1 0,1 1 0,-1-1 0,1 0 0,-1 0 0,1 0-1,0 0 1,0-1 0,0 0 0,0 1 0,1-1 0,-1-1-1,0 1 1,1-1 0,0 0 0,-1 0 0,1 0 0,0 0 0,4-1-17,4 1 20,1 0 0,0-1 0,0-1 1,0 0-1,0-1 0,0-1 0,-1 0 1,1-1-1,-1 0 0,0-1 0,4-2-20,-2 0-2,0-2 0,-1 1 0,0-2 0,-1 1 0,0-2 0,0 0 0,-1-1-1,-1 0 1,0 0 0,-1-1 0,0-1 0,-1 0 0,2-3 2,-2-1-3,-1 0-1,0-1 1,-2 0 0,0 0 0,-1-1-1,0 1 1,-2-1 0,-1 0 0,0-1-1,-1-13 4,-1 10 69,1 15-15,0-1 0,-1 1 0,0-1 0,-1 1 0,0 0 0,0-1-1,-1 1 1,0 0 0,-1 0 0,0 0 0,0 0 0,-1 0 0,-2-4-54,3 19 1118,2 8-1193,4 37 280,3 0 1,2-1-1,12 38-205,-7-26 120,-6-31-85,-5-13-68,2 0-1,0-1 1,1 1-1,1-1 1,1 0 0,0 0 33,-6-17-51,-1 1 0,1 0 0,-1 0 0,1 0 0,-1-1 0,1 1 0,0 0 1,-1-1-1,1 1 0,0 0 0,0-1 0,0 1 0,-1-1 0,1 1 0,0-1 0,0 0 1,0 1-1,0-1 0,0 0 0,0 0 0,0 1 0,0-1 0,-1 0 0,1 0 1,0 0-1,0 0 0,0 0 0,0 0 0,0-1 0,0 1 0,0 0 0,0 0 1,0-1-1,0 1 0,0-1 51,31-19-1440,-30 19 1377,40-40-3176,-1-10-4052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3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 12739,'0'0'3224,"0"0"-343,0 0-1065,0 0-911,0 0-665,0 0 8,195-30-240,-123 22 48,-2 3-56,-9 3-360,-16 2-2089,-23 0-4544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3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0 143 13835,'0'0'3121,"0"0"-1265,0 0-184,0 0-911,0 0-617,145-20-144,-72 2-200,4-4-409,32-8-463,-20 2-1544,-14 3-2898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3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12187,'0'0'2666,"0"0"-446,0 0-320,0 0-902,29-11-634,96-32-159,-116 40-183,0 0 0,0 1 0,0 0-1,0 1 1,1 0 0,-1 1-1,0-1 1,0 2 0,1-1 0,-1 1-1,0 1 1,0 0 0,6 2-22,-12-3 14,1 1-1,-1 0 1,0 0 0,0 0 0,0 1 0,0-1-1,0 1 1,0-1 0,-1 1 0,1 0 0,-1 0-1,0 0 1,0 1 0,0-1 0,0 0 0,0 1-1,-1-1 1,0 1 0,0 0 0,0-1-1,0 1 1,0 0 0,-1 0 0,1-1 0,-1 1-1,0 0 1,-1 4-14,1-4 63,0 0-1,0 0 1,-1 0 0,1 1-1,-1-1 1,0 0 0,0 0-1,-1 0 1,1 0 0,-1-1-1,0 1 1,0 0 0,0-1-1,-1 1 1,-1 2-63,-4 2 104,1-1 0,-1 0-1,-1-1 1,1 0 0,-4 2-104,-32 24 172,44-31-182,0-1 0,0 1 0,0-1-1,0 0 1,0 1 0,0-1 0,0 1-1,0-1 1,0 0 0,0 1 0,0-1 0,0 0-1,1 1 1,-1-1 0,0 1 0,0-1-1,0 0 1,0 1 0,1-1 0,-1 0 0,0 0-1,1 1 1,-1-1 0,0 0 0,0 1-1,1-1 1,-1 0 0,0 0 0,1 0 0,-1 1-1,0-1 1,1 0 0,-1 0 0,1 0-1,-1 0 1,0 0 0,1 0 0,-1 0 0,1 0-1,-1 0 1,0 0 0,1 0 0,-1 0 10,22 7-40,-21-6 24,91 30-43,-83-28 71,0 1 1,0 1-1,-1-1 0,0 1 0,0 1 1,0 0-1,-1 0 0,7 6-12,-12-9 48,0-1 0,0 0 0,0 1 0,0-1 0,-1 1 0,1 0 0,-1-1 0,0 1 0,0 0 0,0 0 0,0 0 0,0 0 0,0 0 0,-1 0 0,0 0 0,0 0 0,1 0 0,-2 0 0,1 0 0,0 0 0,-1 0 0,1 0 0,-1 0 0,0 0 0,0 0 0,0 0 0,0 0 0,-1 0 0,1-1 0,-1 1 0,1-1 0,-1 1 0,0-1 0,0 1 0,0-1 0,0 0 0,-1 0 0,1 0 0,-1 0-48,-9 8 255,-1 0 0,0-1 0,-1 0-1,0-1 1,0-1 0,-10 4-255,5-3 81,1-1 0,-1 0 0,0-2 1,0 0-1,-1-1 0,1-1 0,-1 0 1,0-2-1,1 0 0,-15-3-81,33 2-26,0 0 1,-1 0-1,1 0 0,0 0 1,0 0-1,0 0 0,0-1 1,0 1-1,0 0 0,1-1 1,-1 1-1,0-1 0,0 1 1,0-1-1,0 1 0,0-1 1,1 0-1,-1 1 0,0-1 1,0 0-1,1 0 0,-1 1 1,1-1-1,-1 0 0,0 0 1,1 0-1,0 0 0,-1 0 1,1 0-1,0 0 0,-1 0 1,1 0-1,0 0 0,0 0 1,0 0-1,0 0 0,0 0 1,0 0-1,0 0 0,0 0 1,0 0-1,0 0 0,1 0 1,-1 0-1,0 0 1,1 0-1,-1 0 0,1 0 26,1-4-231,0 0 0,1 0 0,-1 0 0,1 1 0,0 0 1,1-1-1,-1 1 0,3-2 231,36-25-3245,7 1-2971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4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 0 12843,'0'0'2959,"0"0"-68,0 0-614,0 0-1158,-21 31-555,2-3-397,1-4 31,0 2-1,2 0 1,1 1-1,1 1 1,1 0-1,2 1 1,-1 6-198,1 6 382,1 1 1,3 0 0,1 0-1,2 1 1,2 23-383,1-59 20,1 0 0,1 0 0,-1 0-1,1-1 1,0 1 0,1 0 0,0 0-1,0-1 1,0 1 0,1-1 0,0 0-1,0 0 1,3 5-20,-2-7 7,-1-1 0,0 1-1,1-1 1,0 0 0,0 0-1,0 0 1,0-1 0,0 0-1,1 1 1,-1-1 0,1-1 0,-1 1-1,1-1 1,0 1 0,-1-1-1,1-1 1,0 1 0,0-1-1,2 0-6,-1 1 12,-1-1 0,0 0 0,1 0 0,-1-1 0,0 1 0,1-1 0,-1-1 0,0 1 0,0-1 0,0 1-1,0-2 1,0 1 0,0 0 0,-1-1 0,1 0 0,-1 0 0,0 0 0,0-1 0,0 1 0,0-1 0,0 0 0,-1 0-1,0 0 1,0-1 0,0 1 0,0-1 0,-1 0 0,1 0 0,-1 0 0,-1 0 0,1 0 0,1-5-12,-3 9 2,0 0 0,0-1 1,0 1-1,0 0 1,0 0-1,0 0 0,0 0 1,0 0-1,0-1 0,0 1 1,-1 0-1,1 0 1,0 0-1,-1 0 0,1 0 1,-1 0-1,1 0 0,-1 0 1,0 0-1,1 0 0,-1 0 1,0 0-1,0 0 1,0 1-1,1-1 0,-1 0 1,0 1-1,0-1 0,0 0 1,0 1-1,0-1 0,0 1 1,0-1-1,-1 1 1,1 0-1,0 0 0,0-1 1,0 1-3,-8-1-73,0 0 1,0 1-1,1 0 1,-1 0-1,-4 2 73,-3-1-193,-17 2-578,0 1-1,1 2 1,0 1-1,-3 2 772,-43 16-4502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6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1391 6425,'0'0'1093,"0"0"-728,0 0-194,0 0 13,0 0-100,15-11 0,50-34 179,-61 43-141,0-1 1,0 1 0,0 0 0,0 0-1,0 0 1,0 0 0,0 1 0,1-1-1,-1 1 1,0 0 0,1 1 0,-1-1 0,1 1-1,-1 0 1,4 0-123,19-2 127,21-10 449,778-198 1727,-752 189-2291,1014-262 742,46 30-208,-543 117-468,511-178 27,-1046 296-106,2-2-9,-33 11-20,0 1-1,0 0 1,0 2 0,1 1 0,0 1 0,23 0 30,-42 6-1199,-7 11-3259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7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11859,'0'0'2017,"0"0"-1207,12 22-15,33 60 6,97 186 1469,-61-89-1068,-8 3-1,-8 3 1,21 109-1202,-80-270 30,32 103 76,-30-115-261,-3-21-370,-1-29-2009,-4 34 1571,3-36-5430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8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3003 4729,'0'0'4354,"0"0"-2673,0 0-333,0 0-235,36-16-486,-8 3-502,44-20 459,1 3 1,34-6-585,589-162 3051,-472 146-2777,1 11-1,41 5-273,-154 22 477,0-4 0,-1-5-1,-1-5 1,27-14-477,200-63 862,5 14 0,144-10-862,909-99 134,-949 168-104,-444 32 11,0 1 0,0-1 0,0 0 0,0-1 0,0 1-1,0 0 1,0-1 0,-1 1 0,1-1 0,0 1-1,0-1 1,-1 0 0,1 1 0,0-1 0,-1 0-1,1 0 1,-1-1 0,1 1 0,-1 0 0,1 0 0,-1-1-1,0 1 1,1-1-41,-1-2 162,0 0 0,0 0-1,0 0 1,0 1 0,-1-1-1,1 0 1,-1 0 0,0 0-1,-1 0 1,1 0-162,0-9-170,0-30 185,2-54 1,-5 0 0,-4 0 0,-4 1 0,-8-21-16,-60-188 37,-52-109-37,80 281 387,-22-33-387,9 21 135,56 126-122,3 10-9,1 1 1,0-2-1,1 1 0,0 0 0,1-1 0,0 1 0,0-1 0,1-7-4,1 17-37,-10 14-740,-42 41-3351,24-34-1224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56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30 11058,'0'0'3068,"0"0"-174,0 0-310,0 0-853,0 0-752,0 0-472,13-5-270,1 0-202,-1 0-1,1 1 1,0 1-1,0 0 0,1 1 1,5 0-35,-14 2 7,-1-1 0,1 1 0,0 1 0,-1-1 0,1 1 0,-1 0 0,1 1 0,-1-1 0,0 1 0,1 0 0,-1 0 0,0 1 0,0-1 0,-1 1 0,1 0 0,0 0 0,-1 1 0,0 0 0,0-1 0,0 1 0,0 1-7,2 3 23,-1 0-1,0 0 1,0 1 0,-1-1 0,0 1 0,-1 0 0,0 0 0,0 0 0,-1 0 0,0 1-1,-1-1 1,0 1 0,0-1 0,-1 1-23,0-2 24,0 0-1,-1 0 1,0-1-1,0 1 1,-1 0-1,0-1 1,0 1-1,-1-1 1,0 0-1,0 0 1,0 0-1,-1 0 1,0-1-1,-1 1 1,1-1-1,-1 0 1,-3 2-24,-4 3 21,-1 1 0,-1-2 1,0 0-1,-1-1 0,0 0 0,0-1 1,0-1-1,-1 0 0,-1-1 0,1-1 1,-1 0-1,1-1 0,-1-1 0,-1-1 1,-13 0-22,30-2-17,0 0 0,1-1 0,-1 1 1,1 0-1,-1-1 0,0 1 0,1 0 1,-1-1-1,1 1 0,-1-1 0,1 1 1,-1-1-1,1 1 0,-1-1 0,1 0 1,0 1-1,-1-1 0,1 0 0,0 1 1,-1-1-1,1 0 0,0 1 0,0-1 1,0 0-1,0 1 0,0-1 0,0 0 1,0 0-1,0 1 0,0-1 0,0 0 1,0 1-1,0-1 0,0 0 0,0 0 1,1 1-1,-1-1 17,6-29-1256,14-5-2800,7 0-2572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56.9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 11626,'0'0'2145,"0"0"-553,0 0 473,0 0-705,-64 162-360,53-112 80,11-2-423,0-8-249,14-7-328,19-16 64,9-7 32,5-7-104,1-3-72,2 0-280,-3-10-1081,12-15-1231,-15 2-2217,-5 1-3505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57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8554,'0'0'6377,"0"0"-4008,0 0-633,0 0-152,0 0-927,0 0-281,186 0-328,-133-2 8,-8-3-56,-6 0-392,-14 0-1737,-11 2-3888</inkml:trace>
  <inkml:trace contextRef="#ctx0" brushRef="#br0" timeOffset="1">112 238 11306,'0'0'2209,"0"0"824,0 0-145,0 0-1496,0 0-239,0 0-745,170 7-256,-109-19-152,17-11-288,-14 3-1369,-14 0-4024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57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50 10426,'0'0'2297,"0"0"-241,0 0 558,-12 24-959,-36 75-588,46-95-996,0 0-1,1 0 1,-1-1-1,1 1 1,0 0-1,0 0 1,0 0-1,1 0 1,0 0-1,0 1 1,0-1 0,0 0-1,0 0 1,1 0-1,-1 0 1,1 0-1,0 0 1,1 1-71,0-2 36,0 0 0,-1-1 0,1 1-1,1-1 1,-1 0 0,0 0 0,0 1 0,1-1 0,-1-1 0,1 1 0,0 0 0,-1-1 0,1 1-1,0-1 1,0 0 0,0 0 0,0 0 0,1 0-36,12 2 124,0-1 0,1 0 0,-1-1 0,1-1 0,-1 0 0,16-4-124,-28 4 49,7-2 6,0 0 0,-1 0 1,0-1-1,1-1 0,-1 0 1,-1 0-1,1-1 0,-1 0 1,1-1-1,-1 0 0,-1 0 1,1-1-1,3-5-55,-8 9 75,0-1-1,0 0 0,0 0 1,-1 0-1,0 0 1,0-1-1,0 1 0,0-1 1,-1 0-1,1 0 1,-1 0-1,-1 0 1,1 0-1,-1 0 0,0 0 1,0-1-1,0 1 1,-1 0-1,1-1 0,-1 1 1,-1 0-1,1-1 1,-1 1-1,0 0 1,0-1-1,-1 1 0,1 0 1,-2-1-75,1 2 36,-1 0 0,0 0 0,0 0 0,0 0 0,-1 1 1,1 0-1,-1 0 0,0 0 0,0 0 0,0 0 0,0 1 0,-1 0 0,1 0 0,0 0 1,-5-1-37,-7-3 9,0 1 0,-1 1 0,-14-2-9,15 3-65,-1 0 0,1 2-1,0 0 1,0 1 0,-1 0 0,1 2 65,12-2-212,0 1 0,-1 0 0,1 0 0,0 1 0,0-1 0,1 1 0,-1 0 1,0 0-1,0 0 0,1 1 0,-1-1 212,1 1-485,1-1 0,0 1 0,-1-1 1,1 1-1,0 0 0,0 0 0,0 0 0,1 0 0,-1 0 1,1 1-1,-1-1 0,1 0 0,0 1 0,0 2 485,-1 19-9620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1:58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14 7514,'0'0'1617,"0"0"757,0 0 249,-11 27-421,-31 88-199,39-108-1773,1 0-1,0 0 1,1 0-1,-1 0 1,1 0-1,1 0 1,0 0 0,0 0-1,0 0 1,0 0-1,2 5-229,-1-9 72,0 0 0,0 0-1,0 0 1,1-1 0,-1 1-1,0-1 1,1 1 0,0-1 0,0 1-1,-1-1 1,2 0 0,-1 0-1,0 0 1,0 0 0,0 0 0,1-1-1,-1 1 1,4 1-72,5 1 108,2-1 1,-1 0-1,0 0 0,0-2 0,1 1 0,-1-1 1,1-1-1,0-1 0,7 0-108,0 0 170,3 0-29,0-1-1,0-1 1,0-1 0,18-6-141,-31 8 108,-1-1-1,0 0 1,0-1 0,-1 0-1,1 0 1,-1-1 0,0 0 0,0-1-1,0 1 1,-1-1 0,1-1-1,-2 0 1,1 0-108,-4 4 48,0-1-1,-1 0 1,0 1 0,0-1-1,0 0 1,0 0 0,0-1-1,-1 1 1,0 0 0,0 0-1,0-1 1,0 1 0,-1-1-1,0 1 1,1 0 0,-2-1-1,1 1 1,0-1-1,-1 1 1,0 0 0,0-1-1,0 1 1,-1 0 0,0 0-1,1 0 1,-1 0 0,-1 0-1,1 0 1,-1 0-48,-2-3-1,0 1-1,-1-1 1,0 1-1,0 0 1,0 0-1,-1 1 1,0 0-1,0 0 1,0 0 0,-1 1-1,1 0 1,-1 1-1,0 0 1,-5-2 1,-7 1-373,-1 0 0,1 1 1,-1 1-1,0 0 0,0 2 1,1 1-1,-18 2 373,5 2-3157,0 0-1,-20 8 3158,-31 12-12181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19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12291,'0'0'2188,"0"0"-1292,9 39 171,96 531 3433,-16 96-2400,-83-615-3287,-10-114-1678,-4 15-1951,-10-28-7166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20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1 279 6065,'0'0'1346,"0"0"-325,0 0-104,26-3-351,7-2-354,3 0 33,-1 1 1,1 2 0,12 1-246,176-7 1695,0-10 0,73-21-1695,475-35 1877,-119 16-1430,-390 27 1872,204 4-2319,-433 26 76,-23-1-60,-1 2 0,1-1 0,-1 2 0,0-1 0,1 1 0,-1 1 0,1 0 0,-1 0 0,0 1 0,4 2-16,-8-3 242,0 0 0,-1 0-1,1-1 1,0 0 0,0 0-1,0 0 1,0-1-1,0 0 1,0 0 0,0-1-1,1 1-241,-3-1-8,0 0-1,1 0 0,-1 1 0,0 0 0,0 0 0,0 0 0,1 0 1,-1 1-1,0-1 0,0 1 0,0 0 0,0 1 0,0-1 1,0 1-1,0 0 0,0 0 0,0 0 0,-1 0 0,1 0 1,-1 1-1,0 0 0,0-1 0,0 1 0,1 1 9,5 10 70,0 1 1,-1 0-1,-1 1 0,0-1 0,-1 1 0,-1 0 1,-1 1-1,2 8-70,5 38 1018,1 40-1018,-7-60 154,50 361 964,-19-159-742,-29-197-348,-2 0 0,-2 1 1,-2 0-1,-3 14-28,1-61 2,1 1 0,-1-1 0,1 0 1,-1 1-1,0-1 0,0 0 0,0 0 0,0 0 0,0 0 1,-1 0-1,1 0 0,-1 0 0,1-1 0,-1 1 0,0 0 1,1-1-1,-1 1 0,0-1 0,0 0 0,0 1 0,0-1 0,0 0 1,0 0-1,-1 0 0,1-1 0,0 1 0,0 0 0,-1-1 1,1 0-1,-2 1-2,-12 1 30,1-1 0,-1-1 0,1 0 0,-10-2-30,-5 1 30,-116 8-12,0 6 1,-48 15-19,-111 11 4,-824 40 51,1061-74-65,-59 9-29,0 5-1,-75 24 40,51-10 17,-61 2-17,153-31-447,-59-3 447,-8 0-1238,116 0 927,0 0 0,0 1 0,1 0 0,-1 1-1,0 0 1,1 0 0,0 1 0,0 0 311,-44 24-4999,47-24 4096,-39 23-9531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56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8 286 1168,'0'0'5117,"0"0"-2257,0 0-951,0 0-176,0 0-148,0 0-503,-7 10 1796,16-7-2822,1-1 1,-1 0 0,1 0-1,0-1 1,0 0-1,9-1-56,23 3 81,0 0-26,0-2-1,0-1 1,0-3 0,0-1 0,19-6-55,76-7 74,44 10 37,-178 6-87,0 0 1,-1 1 0,1-1-1,0 0 1,-1-1 0,1 1-1,-1 0 1,1-1 0,-1 0-1,0 1 1,0-1 0,0 0-1,0 0 1,0 0 0,0 0-1,0 0 1,-1-1 0,1 1-1,-1-1 1,1 0-25,27-59 671,-19 38-484,8-21 82,-14 31-249,2-1 0,0 1 0,1 1 0,0-1 0,3-1-20,-8 13 3,0 0 0,0 1 0,0-1 0,0 0 0,0 1 0,0 0 0,1-1 0,-1 1 0,1 0 0,-1 0 0,1 0 1,-1 0-1,1 1 0,-1-1 0,1 1 0,2 0-3,47-2-90,-38 2-53,-11 1 146,0 0-1,1 0 1,-1 1-1,0-1 1,0 1-1,0 0 1,0-1-1,0 1 1,-1 0-1,1 1 1,0-1-1,-1 0 1,0 1-1,1 0 1,-1-1-1,0 1 1,-1 0-1,2 1-2,33 57 98,-29-49-94,2 0 0,-1 0-1,2-1 1,-1-1 0,2 1 0,-1-2 0,1 1 0,1-1 0,-1-1 0,2 0 0,-1-1-1,1 0 1,0-1 0,0 0 0,1-1 0,0-1 0,7 2-4,7 1 24,0-1-1,0-1 1,0-2 0,0-1 0,1-1-1,-1-1 1,0-1 0,17-4-24,24-9 6,39-13-6,48-11 318,-139 35-514,15-3-229,-12 5-7200,-15 1-3110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57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28 7682,'0'0'2543,"0"0"-593,0 0-506,0 0-375,0 0-47,0 0 281,-4-4 103,-1 1-1281,1 1 0,-1-1 1,1 0-1,-1 1 0,0 0 0,0 0 1,0 1-1,0-1 0,-1 1 1,1 0-1,0 1 0,0-1 1,-1 1-1,1 0 0,0 0 1,-1 1-1,1-1 0,0 1 1,0 0-1,-2 1-125,0 0 132,-1 1 1,1-1 0,-1 1-1,1 1 1,0-1-1,1 1 1,-1 1-1,1-1 1,-1 1 0,1 0-1,1 0 1,-1 1-1,1 0 1,-2 2-133,1-1-6,0 1-1,1 0 1,0 0 0,0 0-1,1 1 1,0-1 0,0 1-1,1 0 1,0 0 0,1 0-1,0 0 1,0 1 0,1-1-1,1 0 1,-1 1 0,1 3 6,1-12-9,-1 0 1,1 0 0,0 1 0,-1-1 0,1 0 0,0 0-1,0 0 1,-1 0 0,1 0 0,0 0 0,0 0 0,0 0 0,0-1-1,0 1 1,0 0 0,1 0 0,-1-1 0,0 1 0,0-1 0,0 1-1,1-1 1,-1 0 0,0 1 0,1-1 0,-1 0 0,0 0 0,1 0-1,-1 0 1,1 0 8,50 1-14,-38-1 35,-7-1-12,1 0 0,0 0-1,-1 0 1,0-1 0,1 0-1,-1-1 1,0 1 0,0-1-1,0-1 1,0 1 0,-1-1-1,0 0 1,1-1 0,-1 0 0,-1 0-1,1 0 1,-1 0 0,0-1-1,1-1-8,0-1 32,0 0 0,0-1-1,-1 1 1,0-1 0,-1 0-1,0 0 1,0-1-1,-1 1 1,0-1 0,0 0-1,-2 1 1,1-1 0,-1 0-1,0-4-31,-1 83 1018,0-55-993,0 0 0,2-1 0,0 1 0,0-1 1,1 0-1,1 0 0,0 0 0,4 8-25,-4-14 7,0-1 0,1 0-1,-1 0 1,1-1 0,0 1-1,1-1 1,-1 0 0,1-1-1,0 1 1,0-1 0,1 0 0,-1 0-1,1-1 1,-1 0 0,1 0-1,0-1 1,5 1-7,2 0-161,0-1-1,-1-1 0,1 0 1,0-1-1,-1-1 1,1 0-1,0 0 0,-1-2 1,6-1 161,63-12-4770,-52 10-850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3:26.29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11 6737,'0'0'2953,"0"0"-2057,0 0 601,0 0-17,0 0-280,0 0-488,0 0-168,5 0-63,-5 0-81,0 0-24,3 0-368,14 0-16,0-5-1265,-1 0-2559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23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3728 45 11226,'0'0'1529,"0"0"-724,-33-6 233,0 0-677,-26-6 1377,-1 2 1,-53 0-1739,64 10 508,0 3 0,0 2 1,0 2-1,1 2 0,0 2 1,1 3-1,0 1 0,-26 14-508,-64 28 351,3 7 0,-71 48-351,-242 175 494,226-128-161,7 10-1,7 9 0,-17 34-332,78-61 113,7 6 0,7 6 0,8 6 0,-34 69-113,98-134 57,4 3 1,5 2-1,5 2 1,0 17-58,-2 27 61,7 1 0,-16 129-61,23-35 75,4 116-75,16 249 93,18-426-77,9 1 1,7-1-1,9-2 1,7 0 0,48 133-17,-18-115 67,8-4 1,9-2-1,9-4 1,8-5 0,9-4-1,7-5 1,36 32-68,-63-103 19,4-4 1,5-5-1,4-3 0,4-5 1,44 25-20,-15-23 47,3-7 1,4-5-1,3-7 1,76 25-48,-4-16 108,4-9 0,3-10 1,2-10-1,155 15-108,-91-33 115,2-13 0,1-13 0,152-19-115,-160-13 8,-1-14 0,-2-11-1,-2-13 1,43-25-8,62-34 16,-6-17 0,236-125-16,-362 137 35,71-54-35,-168 81 35,-5-7 0,73-67-35,-125 86 23,-5-5 0,-3-3 0,75-100-23,-103 108 6,-3-3 1,-5-2-1,-3-3 0,-4-2 1,5-23-7,-15 16 12,-3-2 1,-5-2 0,-5 0-1,-4-2 1,-2-16-13,-5-16 11,-6 0 1,-5 0-1,-15-111-11,-4 107 9,-7 1 0,-7 1-1,-5 1 1,-6 2 0,-38-79-9,-38-59 22,-12 6 0,-39-44-22,-2 22-86,-12 8 1,-12 9 0,-43-30 85,79 119-130,-8 7 0,-8 7 1,-7 8-1,-146-98 130,203 174-208,-4 5-1,-3 6 1,-3 6 0,-3 6-1,-17 1 209,28 17-360,-2 7-1,-2 5 1,-1 6-1,-1 5 0,-123-4 361,-187 21-1608,83 26-1726,59 26-2545,298-45 5821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24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7638 133 10242,'0'0'1243,"-26"-6"-548,-181-43 1055,112 25-637,0 5 1,-2 4-1,0 4 1,-55 2-1114,-6 13 616,0 7 0,-126 26-616,-312 84 227,246-33 83,4 16-1,5 14 1,6 15 0,4 15-310,-73 52 329,8 17 0,11 17 0,-45 56-329,207-125 54,8 10 0,7 8 0,9 10 0,8 8 0,-122 172-54,183-190 33,7 6 0,9 5 0,9 5 0,8 4 0,9 4 0,9 4 0,10 3 0,-41 218-32,77-259 5,7 1 0,-3 171-6,27-239 5,4 0 1,5 0 0,4-1 0,5 0 0,19 58-6,-7-63 5,4-2 1,5 0 0,3-3-1,5-1 1,4-3-1,4-2 1,27 31-6,-23-44 46,3-2 0,3-3 0,3-3 0,3-3 1,3-3-1,2-4 0,3-2 0,17 5-46,25 7 123,4-6 0,1-4 1,4-6-1,1-6 0,32 3-123,84 13 222,2-11-1,102 2-221,44-12 162,1-17 0,308-24-162,-381-20 23,-1-14 0,-2-14 1,-2-13-1,67-34-23,-23-11 70,-6-16 1,-6-16-1,158-93-70,-248 96 47,-6-10 0,-6-11-1,103-94-46,-168 106 54,-6-8 0,-7-8 0,-8-7 0,84-118-54,-105 101 76,-8-5 0,-9-7-1,-8-4 1,-9-6 0,-9-3 0,-9-5 0,-10-3 0,-9-4-1,-10-2 1,-10-2 0,-9-2 0,-11-2 0,-7-40-76,-17 132 36,-5 0 1,-7 0 0,-5 1 0,-20-76-37,13 119 11,-4 2 1,-5 0-1,-3 2 1,-4 1-1,-3 2 1,-5 1 0,-4 1-12,-9-3-75,-4 2 1,-3 2-1,-4 4 1,-4 3-1,-3 2 1,-2 5-1,-4 2 1,-64-38 74,23 26-209,-3 6 0,-3 6 0,-3 5 0,-2 6 0,-3 6 0,-10 4 209,-300-69-1961,69 43-2185,49 32-2236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30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7692 742 10018,'0'0'1626,"0"0"-895,-26-23-205,-6-6-287,-24-19 1431,-48-33-1670,11 13 1123,-3 4 0,-3 5 0,-2 4 1,-3 5-1,-37-11-1123,-1 16 195,-1 5 0,-3 7 1,0 6-1,-2 6 1,-26 5-196,-754-5 814,831 21-736,-172 9 46,1 11-1,1 12 0,-148 41-123,34 16 176,4 17 0,-46 35-176,215-65 72,4 10 1,-147 87-73,236-108 51,3 6 0,3 4 0,4 5 0,3 5 0,-24 30-51,19-4 43,5 5 1,5 4-1,5 4 1,6 4-1,5 4 0,6 3 1,-48 123-44,60-100 13,6 3 1,7 2-1,8 3 0,7 0 1,7 3-1,7 0 0,8 3-13,3 40 71,9 1-1,9-1 0,9 0 1,39 179-71,-14-204 57,7-1 0,8-3 1,9-2-1,10 2-57,-14-49 46,7-3 0,5-3 0,5-4 0,6-3 0,58 60-46,-14-38 40,7-6 1,5-6 0,6-7-1,6-6 1,4-6 0,96 46-41,-30-33 132,6-11 0,4-9 1,5-11-1,173 42-132,-192-78 44,2-10 1,1-10-1,113 1-44,30-17 44,285-21-44,-206-30 140,-3-20 1,364-90-141,-474 67 82,-3-14 0,-5-14 1,76-46-83,-222 72 36,-3-7-1,-4-8 1,-4-8 0,-5-6-1,-4-8 1,67-66-36,-133 94 39,-3-3-1,-4-5 1,-4-3-1,-5-3 1,-4-4-1,-4-3 1,-5-2-1,-4-3 1,-5-3 0,-6-1-1,-4-3 1,-2-14-39,12-69 208,-9-3 0,-9-1 0,-9-1 0,-9-2 0,-8-131-208,-12 200 94,-7 1-1,-5 0 1,-6 0 0,-36-117-94,-1 45 8,-9 3 0,-8 3 0,-12 0-8,13 45 21,-8 4-1,-6 3 1,-106-136-21,140 216-1,-3 3 0,-2 2-1,-4 2 1,-2 4-1,-3 2 1,-20-10 1,39 34-21,-2 2 0,-1 2 0,-1 2 1,-1 3-1,-2 2 0,0 2 0,-1 3 0,-1 3 0,-44-5 21,3 7-341,-1 5 0,0 4 0,0 4 0,-93 14 341,0 14-3332,2 8 0,-2 9 3332,-22 10-9185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30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6825,'0'0'625,"156"185"-521,-65-70-104,-7-7-1521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32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66 12291,'8'37'1636,"133"509"5519,-29-212-4413,-205-534-1409,53 88-1136,5-2 0,5-1-1,4-1 1,6-1-1,-2-86-196,22 203 8,0 0 0,0 0 0,0 1 0,0-1 0,0 0 0,1 0 0,-1 0 0,0 1 0,0-1 0,1 0 0,-1 0 0,0 0 0,0 0 0,1 1 0,-1-1 0,0 0 0,0 0 0,1 0 0,-1 0 0,0 0 0,0 0 0,1 0 0,-1 0 0,0 0 0,1 0 0,-1 0 0,0 0 0,0 0 0,1 0 0,-1 0 0,0 0 0,1 0 0,-1 0 0,0 0 0,0 0 0,1-1 0,-1 1 0,0 0 0,0 0 0,1 0 0,-1 0 0,0-1 0,0 1 0,0 0 0,1 0 0,-1-1 0,0 1-1,0 0 1,0 0 0,0-1 0,0 1 0,0 0 0,1 0 0,-1-1 0,0 1 0,0 0 0,0 0 0,0-1 0,0 1 0,0 0 0,0-1 0,0 1 0,0 0 0,0 0 0,0-1 0,0 1-8,21 22-56,-19-20 85,91 116 523,11 26-552,-24-30 157,65 67-157,-63-91-1909,-79-84 769,-4-5-2678,-1-1-2045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32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0 556 16524,'0'0'4240,"0"0"-3191,0 0 31,0 0-592,209-193-200,-59 95-232,43-12-56,-26 20-920,-37 25-4873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33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97 1424,'0'0'12559,"8"22"-8305,162 354 2194,-130-297-5815,4 7-299,-3 1-1,-4 2 1,-1 13-334,-34-98-3,8 32 149,-10-30 7,-8-22 31,-12-31-106,-73-185 28,77 185-107,2-1 0,2 0 0,3-1 0,1-4 1,4 23-6,2 0 0,1 0-1,1 0 1,1 0 0,2 0-1,1 0 1,4-13 6,-5 33-8,0 0 0,0 0 1,1-1-1,1 2 0,0-1 0,0 1 0,0-1 1,1 1-1,1 1 0,0-1 0,0 1 0,0 1 0,1-1 1,0 1-1,1 0 0,-1 1 0,1 0 0,1 1 1,-1-1-1,1 2 0,0-1 0,1 1 8,-5 2-9,1-1 0,-1 1 0,1 1 0,0-1 1,0 1-1,0 0 0,0 1 0,0 0 0,0 0 0,0 0 0,-1 1 0,1 0 0,0 0 0,4 2 9,-7-1-3,0 0 0,0 0-1,0 0 1,0 0 0,0 1 0,0 0-1,-1 0 1,1 0 0,-1 0-1,0 0 1,0 1 0,0-1-1,0 1 1,-1 0 0,1 0-1,-1 0 1,0 0 0,0 1 0,-1-1-1,1 0 1,-1 1 0,0 0 3,3 8-1,-2 1 1,1 0 0,-2 0 0,0 0 0,-1 0 0,0 0-1,-1 0 1,0 0 0,-1 0 0,-1 0 0,0 0 0,-1 0-1,-3 5 1,-2 3-11,-1 0 1,-1-1-1,-1 0 0,-1-1 0,-1-1 0,0 0 0,-11 10 11,38-42-42,0 1 0,1 1 0,1 0 0,-1 1 0,2 0 0,-1 1 0,1 1 0,0 1 0,1 0 0,0 1 0,0 1 0,0 0 0,1 2 0,0 0 0,0 0 0,-1 2 0,1 0 0,0 1 0,0 1 0,0 1 0,4 1 42,-14-1 9,0 0-1,0 1 1,-1-1-1,1 2 0,-1-1 1,1 1-1,-1 0 1,0 1-1,-1-1 0,1 1 1,-1 1-1,0-1 1,0 1-1,-1 0 0,1 0 1,-2 1-1,1 0 1,0 0-1,-1 0 0,-1 0 1,1 1-1,-1-1 0,0 1 1,0 2-9,0 2 24,0 0 1,-1 0 0,0 1-1,0-1 1,-2 1 0,0-1-1,0 1 1,-1-1 0,0 1-1,-1-1 1,-1 0-1,0 0 1,0 0 0,-1 0-1,-6 10-24,-5 4 27,-1 0 0,-1-2 0,-1 0 0,-1-1-1,-1-1 1,-1-1 0,-2-1 0,1 0 0,-2-2 0,-1-1-1,0-1 1,-1-1 0,0-1 0,-1-1 0,-1-2 0,-9 2-27,-33 16-2079,26-5-2169,12-6-4092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2:33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701 14 11690,'0'0'2818,"0"0"-370,0 0 219,0 0-776,0 0-763,0 0-462,-23-4-248,6 2-338,6-1-36,0 1-1,0 1 1,0 0 0,0 0-1,0 1 1,0 1-1,0-1 1,0 2 0,0 0-1,0 0 1,0 1 0,1 0-1,-10 5-43,-29 14 247,1 3-1,2 2 1,1 1-1,1 3 1,1 1-1,-35 36-246,61-51 40,2 0 0,0 1-1,1 0 1,1 1 0,1 1-1,0 0 1,2 1 0,0 1-40,4-7 11,1 0 1,1 0-1,0 0 1,1 1 0,1-1-1,0 1 1,1 0-1,1-1 1,0 1-1,1 0 1,1 0-1,1 5-11,-1-13 1,0 0-1,0 0 0,1 0 1,0 0-1,1-1 1,-1 1-1,2-1 1,-1 0-1,1 0 0,0 0 1,0-1-1,0 0 1,1 0-1,3 2 0,1 1 6,2-1 0,-1 0 1,1-1-1,0 0 0,1-1 0,-1 0 1,1-1-1,6 1-6,17 4 24,2-2 1,-1-2-1,1-1 0,0-2 1,35-1-25,-49-3 9,0 0 1,0-1 0,-1-1 0,1-1 0,-1-1-1,1-2-9,-12 3 1,0 0-1,-1-1 0,1 0 0,-1-1 1,0-1-1,-1 1 0,1-2 0,-1 0 0,-1 0 1,0 0-1,0-1 0,1-2 0,3-14-207,-11 19-7478,-7 6-1032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7:4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3 3409,'0'0'1525,"0"0"-434,0 0 910,-3-3 4585,3 10-1316,6 10-4965,0-1 0,2 0 0,0 0 0,1-1 0,3 4-305,18 33 455,45 108 580,40 132-1035,-61-150 27,-44-118 24,-10-24-44,0-1-1,0 1 1,0 0 0,0 0-1,0 0 1,0 0 0,0 0-1,0 0 1,0 0 0,0 0-1,0 0 1,0 0 0,0 0-1,1 0 1,-1 0 0,0 0-1,0 0 1,0 0 0,0 0-1,0 0 1,0 0 0,0 0-1,0 0 1,0 1 0,0-1-1,0 0 1,0 0 0,0 0-1,1 0 1,-1 0 0,0 0-1,0 0 1,0 0 0,0 0-7,-10-42 216,-3-13-237,2-2 0,3 1-1,2-1 1,3 0 0,2-1-1,4-31 22,0 66-27,1 0 0,1 1 0,1-1-1,1 1 1,5-10 27,-46 63-300,16-17 220,-212 170 216,50-41-412,179-143 218,1 1 0,-1-1 0,1 0 0,-1 1-1,1-1 1,-1 0 0,1 1 0,-1-1 0,1 1 0,-1-1-1,1 0 1,0 1 0,-1 0 0,1-1 0,0 1 0,-1-1-1,1 1 1,0-1 0,0 1 0,-1-1 0,1 1 0,0 0-1,0-1 1,0 1 0,0 0 0,0-1 0,0 1 0,0-1-1,0 1 1,0 0 0,0-1 0,0 1 58,20 7-710,44-6 715,-53-2-98,498 0 36,-516-1 101,1-1 0,-1 0 0,0 0 0,1 0 0,-1-1 0,1 1 0,0-2 0,-1 1 0,2-1 0,-1 0 0,0 0 0,-2-3-44,-11-7 48,-72-49 101,3-3 0,-11-17-149,-8-21-5786,87 83-1122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10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0 241 11522,'0'0'2560,"0"0"-273,0 0 128,0 0-475,0 0-497,0 0-536,10-12-171,2-3-572,0 0 0,2 1 0,0 1 0,0 0 0,1 1 0,1 1-1,0 0 1,7-3-164,22-10 170,1 3-1,37-11-169,-59 24-13,1 1-1,0 1 0,0 2 1,0 0-1,0 1 1,11 2 13,-34 0-3,1 1 1,0 0-1,-1 0 1,1 0 0,-1 1-1,1-1 1,0 1-1,-1-1 1,1 1-1,-1 0 1,1 0-1,-1 0 1,1 0-1,-1 0 1,0 1 0,0-1-1,1 1 1,-1-1-1,0 1 1,-1 0-1,1 0 1,0 0-1,0 0 1,-1 0 0,2 2 2,-1 1 8,0 1 0,-1-1 0,0 1 0,0-1 0,0 1 0,0 0 0,-1-1-1,0 1 1,0 0 0,-1-1 0,0 6-8,-1 2 21,-1-1-1,0 1 0,-1-1 1,-1 0-1,0-1 0,0 1 1,-1-1-1,0 0 0,-1 0 1,-4 5-21,-20 23 184,-1-1 1,-5 2-185,5-5 198,-10 13-22,8-9 87,-36 32-263,70-70 45,2-6-7,1 0 0,0 1 0,0 0 0,0 0-1,1 0 1,-1 0 0,1 0 0,0 1 0,0 0 0,0-1-1,0 1 1,3-1-38,0-1 41,16-12-37,1 0-1,0 2 1,1 1-1,1 1 0,0 1 1,1 1-1,0 1 1,1 2-1,0 0 1,0 2-1,0 2 1,1 0-1,0 2 1,-1 1-1,19 2-3,-38-1 2,0 0 0,0 1 0,0 0-1,0 1 1,0 0 0,0 0 0,-1 1-1,1 0 1,-1 0 0,0 1 0,0 1 0,0-1-1,-1 1 1,1 0 0,-1 1 0,0-1 0,-1 2-1,1-1 1,-1 1 0,-1 0 0,1 0 0,-1 0-1,0 1 1,-1 0 0,0 0 0,0 0 0,0 0-1,-1 1 1,-1-1 0,1 1 0,-2 0 0,1 1-3,0 3 52,-1-1-1,-1 1 0,0 0 0,-1-1 0,0 1 1,0-1-1,-2 0 0,0 1 0,0-1 1,-1 0-1,0 0 0,-3 3-50,-2 2 102,-1 0 1,-1 0 0,0-1-1,-1-1 1,-1 0-1,-1-1 1,-9 8-103,-6 5 97,-1-2 0,-2-1 1,0-1-1,-2-2 0,0-1 1,-6 0-98,18-9-17,-1-2 0,0-1 0,0 0 1,0-2-1,-1-1 0,0 0 0,0-2 0,-1-1 1,1-1-1,-13-1 17,36 0-35,0 0-1,1 0 1,-1 0 0,0 0-1,0 0 1,1-1 0,-1 1-1,0 0 1,1 0 0,-1-1-1,0 1 1,1 0 0,-1-1-1,1 1 1,-1 0 0,0-1-1,1 1 1,-1-1 0,1 1-1,-1-1 1,1 1 0,0-1-1,-1 0 1,1 1 0,-1-1-1,1 0 1,0 1 0,0-1-1,-1 0 1,1 1 0,0-1 0,0 0 35,0-1-104,0 0 1,0 0 0,0 0 0,0 0 0,1 0 0,-1 0 0,1 0 0,0 0 0,-1 0 0,1 0 0,0 0 0,0 0-1,0 0 1,0 1 0,1-2 103,21-24-1797,0 2 0,2 0-1,13-10 1798,30-24-6577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10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0 8106,'0'0'3718,"0"0"-978,0 0 394,0 0-1413,0 0-550,0 0-176,-28 2-166,-91 7-126,113-8-641,0-1 0,0 2 0,1-1 0,-1 1-1,1 0 1,-1 0 0,1 0 0,0 1 0,0-1 0,0 1 0,0 1 0,0-1 0,1 1-1,-1 0 1,1 0 0,-1 1-62,-7 7 170,-1 1-24,0 1-1,1 0 0,0 0 1,1 2-1,1-1 1,1 1-1,0 1 0,1 0 1,0 0-1,2 0 0,0 1 1,1 2-146,-5 19 181,3 1-1,2-1 1,1 1 0,2 0 0,1 5-181,2-29 12,0-1-1,1 0 1,1 0 0,1 0 0,0 0 0,0-1-1,2 1 1,0-1 0,0 0 0,1-1 0,1 0 0,0 0-1,1 0 1,1-1 0,0-1 0,0 1 0,1-2-1,0 1 1,1-2 0,0 1 0,2-1-12,6 5 12,1-1 1,1-1 0,0-1-1,1-1 1,0-1 0,0-1-1,1 0 1,0-2 0,0-1-1,0-1 1,1-2 0,21 1-13,-42-3 7,-1 0 1,1-1 0,-1 1-1,0-1 1,1 1-1,-1-1 1,0 0 0,1-1-1,-1 1 1,0 0-1,0-1 1,0 0 0,0 1-1,0-1 1,-1-1-1,1 1 1,-1 0 0,1 0-1,-1-1 1,1 0-8,0-2 34,1-1 0,-1 1 0,0-1 0,0 0 1,0 0-1,-1 0 0,0 0 0,0 0 0,-1 0 1,1-6-35,0 2 40,-1 0 1,0 0 0,-1 0 0,0 0 0,-1 0 0,0 0 0,-1 0-1,0 0 1,0 0 0,-1 0 0,0 1 0,-1-1 0,0 1-1,-3-5-40,4 9-45,-1 0 0,0 0 0,0 0 0,-1 0 0,1 0 0,-1 1-1,0 0 1,0 0 0,-1 1 0,1-1 0,-1 1 0,0 0-1,0 1 1,0-1 0,0 1 0,0 0 0,0 1 0,0-1 0,-1 1-1,1 1 1,-1-1 0,1 1 0,-1 0 0,1 0 0,0 1 0,-1 0-1,1 0 1,0 1 0,-1-1 0,1 1 0,0 1 0,0-1 0,1 1-1,-3 1 46,-19 18-1418,2 1 0,0 1 0,2 2 1,-3 5 1417,-31 36-8990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21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99 9274,'0'0'2698,"0"0"-554,0 0-147,0 0-313,0 0-236,-13-3-221,3 1-1089,-50-10 1082,56 12-1132,0 0-1,0 0 0,0 0 0,0 0 1,0 1-1,0-1 0,0 1 0,0 0 1,0 0-1,0 1 0,0-1 0,0 1 1,1 0-1,-1 0 0,1 0 0,-2 1-87,-2 4 43,-1 1 1,2 0-1,-1 0 0,1 0 0,0 0 0,1 1 0,0 0 0,1 1 1,0-1-1,0 1 0,1-1 0,0 1 0,0 0 0,1 0 0,1 1 1,0-1-1,0 0 0,1 1 0,0-1 0,1 6-43,0-11-3,0 1 1,0-1-1,0 0 0,1 0 0,0 0 0,0 0 0,0 0 1,0-1-1,1 1 0,0-1 0,0 1 0,0-1 1,0 0-1,1 0 0,-1 0 0,1-1 0,0 1 1,0-1-1,1 0 0,-1 0 0,1-1 0,-1 1 1,1-1-1,0 0 0,0 0 0,0 0 0,0-1 0,0 0 1,1 0 2,5 2 9,1 0 1,0-2-1,-1 1 0,1-1 1,0-1-1,0 0 1,0-1-1,0 0 1,-1 0-1,1-2 1,0 1-1,9-5-9,-8 1 30,0-1 0,-1 0-1,0-1 1,-1-1 0,0 0-1,0 0 1,0-1 0,-2 0-1,1-1 1,-1 0 0,-1-1 0,0 0-1,0 0 1,-2 0 0,1-1-1,-1 0 1,-1-1 0,-1 1-1,0-1 1,0 0 0,-1 0 0,-1 0-1,-1 0 1,0 0 0,0-1-1,-2-1-29,1 13 50,0 0 0,-1 0 0,1 0 0,-1 0 0,0 0 0,1 0 0,-1 0 0,-1 0 0,1 0 0,0 1 1,-1-1-1,1 0 0,-1 1 0,0-1 0,0 1 0,0 0 0,0 0 0,0 0 0,-1 0-50,-2-2 67,0 0 0,0 1 0,-1 0 0,1 1 0,-1-1 0,0 1 0,0 0 0,0 0 0,-3 0-67,-18-2 102,1 1 1,-1 1 0,0 1-1,-9 2-102,13-1-14,12 0-24,-1 0-1,1 1 1,0 0-1,0 1 1,-4 1 38,13-2-68,-1-1 0,0 1 1,1 0-1,-1 0 0,1 1 0,-1-1 1,1 0-1,0 1 0,-1-1 1,1 1-1,0 0 0,0 0 0,0 0 1,0 0-1,1 0 0,-1 0 0,1 0 1,-1 1-1,1-1 0,0 1 1,-1-1-1,1 1 0,1-1 0,-2 2 68,1 8-875,0 0-1,0 1 0,1-1 1,0 0-1,2 4 876,2 17-5756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22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165 152 6465,'0'0'5598,"0"0"-3486,-14 29-226,-44 96-99,54-119-1648,1 1 0,1 0 0,0 1 0,0-1 0,0 0 0,1 1 0,0-1 0,0 1 0,0-1 0,1 1 0,1-1 0,-1 1 1,1-1-1,1 1 0,-1-1 0,3 6-139,-2-9 88,0 0 1,0 0-1,1 0 1,0-1-1,-1 1 1,1-1-1,1 1 1,-1-1-1,0 0 1,1 0-1,0 0 1,-1-1-1,1 1 1,0-1-1,1 0 1,-1 0-1,0 0 1,0-1-1,1 0 1,-1 1-89,7 0 124,0 0 0,0-1 0,0 0 0,0-1 0,0 0 0,0-1 0,0 0 0,-1 0 0,1-1 0,0-1 0,-1 0 0,1 0 0,-1-1 0,0-1 0,0 1 0,0-1 0,-1-1-1,7-5-123,-8 4 80,-1 0 0,1-1 0,-2 0-1,1 0 1,-1-1 0,-1 0 0,1 0-1,-1 0 1,-1-1 0,0 1 0,0-1-1,-1 0 1,0 0 0,-1-1 0,0 1-1,-1 0 1,0-1 0,0 1 0,-1-1-1,-1 1 1,1-1 0,-2 1 0,0-1-1,0 1 1,0 0 0,-5-9-80,4 9 10,-1-1-1,0 1 1,0 0 0,-1 0 0,-1 0-1,0 1 1,0-1 0,0 1 0,-1 1 0,-1 0-1,0 0 1,0 0 0,0 1 0,-1 0 0,0 0-1,0 1 1,-1 1 0,0-1 0,0 2-1,0-1 1,0 1 0,-1 1 0,1 0 0,-1 0-1,-5 0-9,10 3-69,-1 0-1,0 0 1,1 0-1,-1 1 0,1 0 1,-1 0-1,1 1 1,0-1-1,-1 1 1,1 1-1,0-1 0,0 1 1,1 0-1,-2 1 70,-7 6-674,0 0 0,1 1-1,0 1 1,-9 9 674,-26 33-4933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24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11963,'0'0'2720,"0"0"266,0 0 173,0 0-1626,0 0-977,2 14-157,17 57 1576,24 59-1975,-12-38 1061,1 19-1061,-13-25-557,-3 1 0,-4 1 0,-3 28 557,-9-134-905,-1 0 0,-1 1-1,0-1 1,-2 0 0,0 1-1,-5-13 906,-8-21-5014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25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10 11827,'0'0'2869,"0"0"-548,0 0-362,0 0-595,0 0-463,0 0-375,-13-3-416,5 1-99,5 1-8,-1 0 1,1 0-1,-1 1 1,1-1-1,-1 1 1,1 0-1,-1 0 1,1 0-1,-4 0-3,5 1 7,1 0-1,-1-1 0,1 1 1,-1 0-1,1 0 0,-1 0 1,1 0-1,0 0 1,-1 0-1,1 0 0,0 0 1,0 1-1,0-1 0,0 0 1,0 1-1,0-1 1,0 1-1,0-1 0,1 1 1,-1 0-1,0-1 0,1 1 1,0 0-1,-1-1 1,1 1-1,0 0 0,0 0-6,-30 120 923,-5-1 0,-24 49-923,11-35 115,41-116-77,5-14-33,0 0 1,0 1 0,0-1-1,1 1 1,-1-1-1,1 1 1,1 0-1,-1 1-4,1-7 5,0 0 2,0 0 11,0 0 33,0 0 4,0 0 93,16-2 201,105-45 284,-86 31-1055,1 2 1,1 1-1,0 2 0,38-6 421,60-3-8368,-92 12 1284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2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1 150 11306,'0'0'2206,"0"0"-384,0 0 166,0 0-515,0 0-505,20-22-388,67-68-164,-84 86-383,1 1 0,-1 0 0,1 0 0,0 0 0,0 0 0,0 0 0,0 1 0,1 0 0,-1 0 0,1 0 0,-1 0 0,1 1 0,-1 0 0,1 0 0,0 0 0,0 0 0,0 1 0,-1 0 0,1 0 0,0 0 0,0 0 0,0 1 0,0 0 0,-1 0 0,1 0 0,1 1-33,-2 0 9,1 0 1,-1 0 0,0 0 0,0 1 0,0-1-1,0 1 1,0 0 0,-1 0 0,0 1-1,1-1 1,-1 1 0,0-1 0,0 1 0,-1 0-1,1 0 1,-1 0 0,0 1 0,0-1 0,-1 0-1,1 1 1,0 2-10,2 8 3,0-1-1,-1 1 0,-1 0 1,-1 1-1,0-1 1,0 2-3,0 10 77,-1 0 0,-1 0 0,-2 0 0,0 0 1,-2 0-1,-1-1 0,-1 1 0,-3 5-77,-17 28 803,-27 43-803,-8 16 549,55-98-447,7-21-38,0 0 175,0 0 7,0 0-123,10-1-34,52-13-63,42-16-26,42-10 24,-79 30-59,18-4-124,-34-5-3455,-44 14-934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27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14427,'0'0'3996,"0"0"-1748,0 0-634,0 0-434,0 0-353,0 0-178,5 29 310,38 188 706,-19-105-746,-3-16-328,3-1 0,14 26-591,-33-115-1987,0-15-1381,0-9-1179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2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 8858,'0'0'1767,"0"0"-216,0 0 32,0 0-337,0 0-237,0 0 153,-9 9 207,-3 5-937,0 1-1,2 0 1,-1 1-1,2 0 1,0 0-1,1 1 1,1 0-1,0 1 1,-2 10-432,1 20 494,1 0-1,3 1 1,1-1 0,3 1-1,3 9-493,-3-52 40,1 8 1,1 0 0,0-1 0,1 1 0,1-1 0,0 1 0,1-1 0,0-1 0,1 1 0,0-1 0,1 0 0,1 0 0,0-1 0,0 0 0,1 0 0,1-1 0,3 4-41,-3-5 7,1 1-1,-1-1 0,1-1 1,1 0-1,0-1 0,0 0 1,0-1-1,1 0 0,0-1 1,0 0-1,0-1 0,1 0 1,-1-1-1,1-1 0,0 0 1,5-1-7,-15-1 11,1-1 0,-1 1 0,1-1 0,-1 0 0,1-1 0,-1 1-1,0-1 1,1 1 0,-1-1 0,0-1 0,0 1 0,-1-1 0,1 1 0,0-1 0,-1 0 0,1 0 0,-1 0 0,0-1 0,0 1 0,-1-1 0,1 0 0,-1 0 0,1 0 0,-1 0 0,0 0 0,1-4-11,0-1 10,0 1 1,-1-1 0,1 0 0,-2 0 0,1 0 0,-1 0 0,-1 0 0,1 0 0,-2 0 0,1 0 0,-1 0 0,-1 0 0,-1-5-11,2 11 0,0 0 0,0 0 0,-1 0 1,0 0-1,1 0 0,-1 1 1,0-1-1,0 1 0,-1-1 0,1 1 1,0 0-1,-1 0 0,1 0 0,-1 0 1,0 0-1,0 0 0,0 1 1,0-1-1,0 1 0,0 0 0,0 0 1,0 0-1,0 0 0,-1 1 0,-1-1-71,0 0 0,1 1 0,-1 0 0,0-1 0,0 2-1,0-1 1,0 1 0,1-1 0,-1 1 0,0 0 0,1 1 0,-1-1 0,1 1-1,-1 0 1,1 0 0,0 1 0,0-1 0,-1 2 71,-25 23-1779,1 2 1,2 1-1,-2 5 1779,-25 29-8382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29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21 8858,'0'0'3833,"0"0"-1687,0 0 125,0 0-303,-24-3-612,-77-12-302,94 14-932,1 0 0,0 1 0,-1-1 1,1 2-1,-1-1 0,1 1 0,0 0 0,0 0 0,-1 1 0,1-1 1,0 2-1,0-1 0,1 0 0,-1 1 0,0 0 0,1 1 1,0-1-1,0 1 0,0 0 0,0 0 0,0 1 0,1-1 0,0 1 1,0 0-1,0 0 0,0 1 0,-1 3-122,-6 12 114,2 0 0,0 1-1,2 0 1,0 1 0,1-1-1,0 9-113,2-11 77,-8 36-8,3 1 0,2 0 1,3 0-1,2 0 1,2 1-1,4 8-69,-3-53 2,1 0 0,0 0 0,1 0 0,0-1 0,1 1 0,0-1 0,1 1 0,0-1 0,1-1 0,1 1 0,-1-1 0,2 0 0,0-1 0,0 0 0,1 0 0,0 0 0,0-1 0,1-1 0,1 0 0,-1 0 0,1-1 0,1 0 0,-1-1 0,1 0 0,0-1 0,0 0 0,1-1 0,-1-1 1,1 0-1,0 0 0,2-1-2,1 0 8,0-1 0,0-1 0,0 0 0,0-1 0,0-1 0,0 0 0,-1-1 0,13-5-8,-23 7 11,0-1 0,0 0 0,-1 0 0,1 0 0,-1-1 0,0 1 0,0-1 0,0 0 0,0 0 0,0-1 0,0 1 0,-1-1 0,0 0 0,0 0 0,0 0 0,0 0 0,-1-1 0,1 1 0,-1 0 0,0-1 0,0 0 0,-1 0-1,0 1 1,0-1 0,0 0 0,0 0 0,-1 0 0,1 0 0,-1-3-11,-1 3 20,0 0 0,0 1 0,0-1 0,-1 1 0,1-1 0,-1 1-1,0-1 1,-1 1 0,1 0 0,-1 0 0,0 0 0,1 1 0,-2-1 0,1 1-1,0-1 1,-1 1 0,1 0 0,-1 0 0,0 1 0,-4-3-20,-9-6 66,-1 1-1,-1 0 1,1 2-1,-7-2-65,3 4-60,0 0 0,0 2 0,0 0 0,-1 2 0,0 0-1,1 1 1,-13 2 60,28-1-72,6 0 18,0 0 1,0 1-1,0-1 0,0 0 0,0 0 1,0 0-1,0 1 0,1-1 1,-1 1-1,0-1 0,0 0 0,0 1 1,0-1-1,1 1 0,-1 0 0,0-1 1,1 1-1,-1 0 0,0 0 54,1-1-50,0 0 0,-1 1 0,1-1 0,0 0 0,0 1 0,0-1 0,0 0 0,0 1 0,0-1-1,0 0 1,0 1 0,0-1 0,0 1 0,0-1 0,0 0 0,0 1 0,0-1 0,0 0 0,0 1 0,0-1 0,0 0 0,1 1-1,-1-1 1,0 0 0,0 1 0,0-1 0,1 0 0,-1 0 0,0 1 0,0-1 0,1 0 0,-1 0 0,0 1 0,0-1-1,1 0 1,-1 0 0,0 0 0,1 1 0,-1-1 0,0 0 0,1 0 0,-1 0 0,0 0 0,1 0 0,-1 0 0,0 0-1,1 0 1,-1 0 0,1 0 0,-1 0 50,28 2-3930,12-2-1879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30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7346,'0'0'8281,"0"0"-4388,0 0-2151,0 0-661,0 0-494,0 0-312,-1 14 230,-26 192 1659,3-30-1194,23-166-949,-2 5 9,2 1 0,0-1 0,1 1 0,0-1 1,2 1-1,-1 0-30,1-15 8,-1 1 1,0 0-1,0-1 1,0 0-1,1 1 0,-1-1 1,1 0-1,-1 1 1,1-1-1,0 0 1,-1 0-1,1 0 0,0-1 1,0 1-1,-1 0 1,1-1-1,0 1 1,0-1-1,0 1 0,0-1 1,0 0-1,0 0 1,0 0-1,0 0 1,0 0-1,0-1 0,1 1-8,7-1 61,0 1-1,0-1 1,-1-1-1,1 0 0,1-1-60,96-38 233,33-11-1281,-136 50 773,-1 1 0,1-1 0,-1 0 0,1 1 0,-1-2 0,0 1 0,0 0 0,0 0 0,0-1 0,0 0 0,0 0 0,-1 0 0,0 0 0,1 0 0,-1 0 0,0 0 0,0-1 0,-1 1 275,12-27-6797,-4 3-6816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3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12427,'0'0'2971,"0"0"-420,0 0-120,0 0-889,0 0-854,0 0-414,-2 17 396,-6 82 615,5 0 0,5 0-1,6 35-1284,30 165-1772,-32-253-2414,-6-30-1733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47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13 5777,'0'0'9292,"0"0"-5164,0 0-1814,0 0-693,-5-3-823,-11-7-653,18 18 146,31 36 514,-3-4-136,10 27 991,23 53-1660,18 34-51,-79-151-364,7 13 180,-3-11-5053,-6-5-820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47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5977,'0'0'8407,"0"0"-4638,0 0-2079,0 0-798,0 0-421,0 0-30,1 20 322,-1 36-320,-2-9-26,2 0-1,2 0 1,3 0 0,9 45-417,-12-89 21,0 1 0,0-1 0,0 1 0,0-1-1,0 0 1,1 0 0,-1 0 0,1-1 0,0 1 0,0-1 0,0 1 0,0-1 0,0 0 0,1 0 0,-1 0 0,1-1-1,-1 1 1,1-1 0,0 0 0,-1 0 0,1 0 0,0 0 0,0 0 0,-1-1 0,1 0 0,0 0 0,2 0-21,4 0 28,0 0 0,-1-1 0,1 1 0,0-2 1,-1 0-1,1 0 0,-1-1 0,1 0 1,-1 0-1,3-2-28,22-16-33,-25 15-160,-1 0 0,1 1 1,0 0-1,1 1 0,-1-1 0,1 2 0,0-1 0,0 2 1,0-1-1,0 1 0,5 0 193,-14 2-987,-1 0-752,0-1-2775,0-3-3617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48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10802,'0'0'3322,"0"0"56,0 0-1378,0 0-996,0 0-403,0 0 319,8 21 69,131 377 2362,-108-318-3313,11 37-228,-38-101-1366,-1 1 1,0-1 0,0 14 1555,-2-7-5778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5:3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33 11386,'0'0'2630,"0"0"-241,0 0-66,0 0-857,0 0-398,-13-6-231,8 4-782,-3-2 37,0 0-1,0 1 1,0 0-1,-1 0 1,1 1-1,-1 0 1,1 0-1,-1 1 1,0 1 0,0-1-1,1 1 1,-1 1-1,0 0 1,-8 1-92,3 4 32,0 0 0,1 0 0,0 2 0,0-1 0,0 2 0,1 0 0,1 0 0,-1 1 0,1 0 0,1 1 0,0 0 0,1 1 0,-1 2-32,0 0 10,0 1-1,2 0 1,-1 0-1,2 1 1,0 0-1,1 0 1,1 1-1,0 0 1,1 0 0,1 0-1,0 3-9,2-8-4,0 0-1,1-1 0,0 1 1,1 0-1,0-1 1,1 1-1,3 11 5,-3-19-1,-1 0-1,1 0 1,0 0-1,0 0 0,0 0 1,1 0-1,-1 0 1,1-1-1,0 1 1,0-1-1,1 0 1,-1 0-1,0 0 1,1 0-1,0-1 1,0 1-1,0-1 1,0 0-1,0 0 1,0-1-1,4 2 2,1 0 10,0-1 1,1 0-1,-1 0 0,1-1 1,-1-1-1,1 1 0,0-1 1,-1-1-1,1 0 0,-1 0 0,1-1 1,-1 0-1,0-1 0,0 0 1,0 0-1,0-1 0,0 0 1,-1-1-1,1 0 0,-1 0 1,0-1-1,-1 0 0,7-6-10,-4 2 18,0-1-1,-1 1 0,0-1 1,-1-1-1,0 0 1,0 0-1,-2-1 1,1 1-1,-2-1 1,0-1-1,0 1 0,-1-1 1,-1 0-1,0 0 1,-1 0-1,-1 0-17,1-81 100,-3 87 14,0-1 0,0 1-1,-1-1 1,0 1 0,-1 0 0,1 0 0,-2 0-1,1 0 1,-1 1 0,0-1-114,1 38 464,10 11-336,3 1 0,0-1 0,3 0 0,2-1 0,1-1 0,2 0 0,4 3-128,-14-31-873,-3-15-750,-2-24-2233,-3 24 3344,0-35-8693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5:33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15459,'0'0'2291,"0"0"-415,22 36 324,-1-4-1707,3 4-7,-1 1 0,-2 1 0,-2 0-1,-2 2 1,10 32-486,2 41 1044,-6 1-1,-4 1 1,-1 62-1044,-4-51 47,-10-20-914,-4-105 723,1 0-1,-1-1 1,0 1 0,0-1-1,0 1 1,1-1-1,-1 0 1,0 1 0,1-1-1,-1 1 1,0-1 0,1 1-1,-1-1 1,1 0-1,-1 1 1,0-1 0,1 0-1,-1 0 1,1 1 0,-1-1-1,1 0 1,-1 0-1,1 1 1,-1-1 0,1 0-1,0 0 1,-1 0-1,1 0 1,-1 0 0,1 0-1,-1 0 1,1 0 0,-1 0-1,1 0 1,-1 0-1,1-1 1,0 1 0,-1 0-1,1 0 1,-1 0 0,1-1-1,-1 1 145,9-4-7432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5:3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190 602 6265,'0'0'843,"0"0"-248,0 0 673,0 0-57,-26 0 279,-66 0-343,21 0 3923,71 0-4590,0 0-156,12 3 330,135 1 2181,114-12-2835,147-28 584,-243 20-317,1105-132 511,-391 41-559,-510 67-163,1022-134 1462,-1340 167-1304,-32 5 75,1 0-1,-2-2 0,1 0 1,0-1-1,-1 0 0,0-2 1,6-3-289,-23 9 122,0 0 1,0 0-1,0 0 0,-1 0 1,1-1-1,-1 1 1,1 0-1,-1 0 1,1 0-1,-1-1 1,0 1-1,0 0 1,1 0-1,-1-1 1,0 1-1,0 0 1,0-1-1,0 1 0,-1 0 1,1 0-1,0-1 1,-1 1-123,-1-5-3683,-58 38-3958,13-5-2108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5:35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7034,'0'0'1552,"0"0"482,0 0 278,0 0-295,0 0-285,0 0-547,14-15 0,-11 11-1110,4-5 129,0 0-1,1 1 1,0 0-1,0 1 0,1-1 1,0 2-1,0-1 1,1 1-1,-1 1 1,1-1-1,0 2 1,1-1-1,-1 2 1,1-1-1,9-1-203,-10 4 46,1 0 1,-1 0-1,0 1 1,0 0-1,1 0 0,-1 2 1,0-1-1,0 1 0,0 1 1,0-1-1,0 2 0,-1-1 1,2 2-47,-4-1 1,0 1 1,0-1-1,-1 1 1,1 1-1,-2-1 1,1 1-1,0 0 1,-1 0-1,0 0 1,-1 1-1,1 0 1,-1 0-1,0 0 1,-1 0-1,0 1 1,0 0-1,-1 0-1,2 3 19,-1 1-1,0 0 0,-1 1 1,0-1-1,-1 0 0,-1 1 1,0-1-1,0 0 1,-1 1-1,-1-1 0,-2 10-18,-1-4 17,-1 0-1,-1 0 0,0-1 0,-1 0 0,-1 0 0,0-1 0,-6 7-16,-18 20 103,-3-1 0,-1-1-1,-2-3 1,-38 30-103,67-58 158,6-6-20,0 0 0,0-1 0,0 1 0,0-1 0,-1 1-1,1-1 1,-1-1 0,0 1 0,0-1 0,0 1 0,0-2 0,-1 1 0,1 0 0,0-1 0,-3 0-138,8-2 38,-1 0 1,1 0-1,-1 0 1,1-1-1,0 1 0,0 0 1,-1 0-1,1 0 1,0-1-1,0 1 1,0 0-1,0 0 0,0-1 1,0 1-1,1 0 1,-1 0-1,0-1 1,1 1-1,-1 0 0,1 0 1,-1 0-1,1 0-38,3-3 9,0 1-1,1 1 1,-1-1-1,1 1 1,0-1-1,-1 1 1,1 1-1,0-1 1,0 1-1,0 0 1,2 0-9,65-10 126,-55 9-54,43-2 59,0 3 0,34 3-131,13 1-642,-102-3 506,0-1-1,0 0 0,0 0 1,0 0-1,0 0 0,0-1 0,0 0 1,0 0-1,-1 0 0,1-1 1,-1 0-1,1 0 137,50-41-2513,-52 41 2177,42-41-5600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5:35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19 14163,'0'0'1834,"0"0"176,0 0-74,0 0-1151,0 0-582,-6 31 95,-2 5-134,2-14-2,1 0 1,1 0-1,1 0 0,1 1 0,1 0 1,0-1-1,4 20-162,-1-28 98,0 0 0,1 0 1,0 0-1,2 0 0,-1-1 0,2 1 0,0-1 1,0-1-1,1 1 0,1-1 0,5 6-98,-7-9 24,2-1-1,-1 0 0,1-1 1,0 1-1,0-2 1,1 1-1,0-1 0,1 0 1,-1-1-1,1 0 0,0-1 1,0 0-1,0 0 0,1-1 1,3 0-24,7 1 14,0-1 0,0-1 0,0-1 0,0-1 0,0 0 1,0-2-1,0-1 0,0 0 0,-1-2 0,1 0 0,-1-1 0,1-1-14,-12 3 39,0 0 0,0 0 0,0-1 0,0 0 0,-1 0 0,0-1 0,0 0 0,0 0 0,-1-1 0,0 0 0,0 0 0,-1-1 0,0 0 0,0 0 0,-1 0 0,0-1 0,-1 0 0,1 0 0,-2 0 0,1 0 0,-1-1 0,-1 1 0,0-1 0,0 0 0,-1 0 0,0-2-39,0 3 95,-2 0 1,1 1-1,-1-1 1,0 1-1,-1-1 1,0 1 0,0-1-1,-1 1 1,0 0-1,-1 0 1,1 1-1,-1-1 1,-1 0-96,-3-4 79,-1 1 0,0 0 0,0 0 0,-1 1 0,0 0 0,-1 1 0,-11-7-79,0 1 17,-1 1 0,-1 1 0,0 2 0,-1 0 0,0 1 0,0 2 0,-1 1 0,-11-2-17,8 4-220,0 1 0,-1 2 0,1 0 1,0 2-1,-28 4 220,55-4-68,0 0-1,0 0 1,0 0-1,-1 1 1,1-1 0,0 1-1,0-1 1,1 1 0,-1 0-1,0 0 1,0 0-1,0 0 1,0 0 0,1 0-1,-1 1 1,0-1 0,1 1-1,0-1 1,-1 1-1,1-1 1,0 1 0,-1 0-1,1-1 1,0 3 68,0-2-332,0 1 0,1 0 0,-1-1-1,1 1 1,0 0 0,0-1 0,0 1 0,0-1 0,0 1 0,1 0 0,-1-1-1,1 1 1,0 0 332,8 16-6837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5:3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14947,'0'0'1933,"0"0"-993,-16 27 341,2-6-963,4-7-119,0 0 1,2 1-1,0 0 1,0 0-1,2 0 0,0 1 1,0 0-1,2 0 1,0 1-1,1-1 1,-1 10-200,2-7 274,2 1 1,0-1 0,0 1 0,2-1 0,1 0-1,0 0 1,4 10-275,-4-20 61,0 0 0,2 0-1,-1 0 1,1 0 0,0 0-1,1-1 1,0 0 0,0 0-1,1-1 1,-1 0 0,2 0-1,-1 0 1,1-1 0,0 0 0,5 2-61,5 2 66,0-1 1,1 0 0,0-2 0,0 0 0,1-1-1,0-1 1,0-1 0,0 0 0,0-2-1,3 0-66,-5-1 59,1 0 0,-1-2 0,0 0 0,0 0 0,0-2 0,0 0 0,0-2 0,0 0 0,-1 0 0,0-2 0,6-3-59,-14 5 36,0 0-1,-1-1 1,1 0 0,-2 0 0,1-1 0,-1 0-1,0 0 1,0-1 0,-1 1 0,0-2-1,0 1 1,-1-1 0,0 1 0,-1-2 0,1-1-36,0-3 84,-1 1-1,0-1 1,-1 0 0,-1-1 0,0 1 0,-1 0 0,-1-1 0,0 1 0,-1 0 0,-1-6-84,1 12 33,0 0 1,0 1-1,-1-1 1,-1 1-1,1 0 0,-1 0 1,0 0-1,-1 0 1,1 0-1,-1 1 0,-1-1 1,1 1-1,-1 0 0,-4-4-33,0 3-24,1 0-1,-1 0 0,0 1 1,0 0-1,-1 0 0,0 1 1,0 1-1,0-1 0,-7 0 25,-13-3-355,0 1-1,-1 2 1,0 1-1,0 1 0,0 2 1,-15 2 355,-80 6-3182,4 13-4036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5:51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63 5281,'0'0'2954,"0"0"-877,0 0 490,0 0-100,0 0-403,-8-10-433,-28-32-314,35 41-1276,0 0 1,0 0 0,0 0 0,0 1-1,0-1 1,0 0 0,-1 0-1,1 1 1,0-1 0,-1 1 0,1-1-1,0 1 1,-1-1 0,1 1-1,-1 0 1,1 0 0,0 0 0,-1 0-1,1 0 1,-1 0 0,1 0-1,-1 0 1,1 1 0,0-1 0,-1 0-1,1 1 1,0-1 0,-1 1-1,1 0 1,0-1 0,0 1 0,-1 0-1,1 0 1,0 0 0,0-1-1,0 1 1,0 0 0,0 1 0,0-1-1,0 0 1,1 0 0,-1 0-1,0 1 1,1-1 0,-1 1-42,-3 2 62,-9 14-27,0-1 0,1 2 0,1 0 0,0 0 0,2 1 0,0 0 0,1 1 0,2 0 1,0 0-1,1 1 0,1-1 0,0 1 0,2 0 0,1 0 0,1 0 0,2 16-35,-2-34 3,1 0 0,0 0 0,0 1-1,1-1 1,-1 0 0,1 0 0,0 0-1,0-1 1,0 1 0,1 0 0,-1-1 0,1 0-1,0 1 1,0-1 0,0 0 0,0 0 0,1 0-3,2 1 11,1 0 1,0 0-1,0-1 1,0 0 0,0 0-1,0 0 1,0-1-1,1 0 1,3 0-12,11 1 44,-1-1-1,1-1 1,0-1-1,-1 0 1,1-2 0,14-3-44,-20 2 23,1-1 0,-1-1 0,0 0 0,0-2 1,-1 1-1,1-2 0,-2 0 0,1-1 1,-1 0-1,7-7-23,-14 11 104,0-1 1,-1 1 0,0-1-1,0-1 1,0 1-1,-1-1 1,0 0-1,0 0 1,-1-1 0,0 1-1,0-1 1,-1 0-1,0 0 1,0 0 0,-1 0-1,0-1 1,0 1-1,-1-1 1,0 1 0,-1-1-1,0-3-104,-1 5 49,-1 0-1,0 1 1,-1-1-1,1 0 0,-1 1 1,0 0-1,-1 0 1,1 0-1,-1 0 1,0 0-1,-1 1 1,1 0-1,-1 0 1,0 0-1,-1 0 0,1 1 1,-1 0-1,0 0 1,0 0-1,0 1 1,-1-1-49,-13-6-4,0 1 1,-1 0 0,0 1-1,0 1 1,0 2 0,-4-1 3,5 2-82,0 1 0,0 0 1,0 2-1,0 0 0,-1 1 0,-5 2 82,20-1-229,1 0 0,-1 0 0,1 0 0,-1 1 0,1 0 0,0 0-1,0 1 1,0-1 0,0 1 0,0 0 0,0 1 229,2-2-476,0 1 0,0 0 1,1-1-1,0 1 0,-1 0 1,1 1-1,0-1 1,0 0-1,1 1 0,-1-1 1,1 1-1,-1-1 0,1 1 1,0-1-1,1 1 0,-1 0 1,0 2 475,1 17-9312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5:52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122 125 13259,'0'0'2118,"0"0"-729,-19 26 614,-55 91-734,70-109-1184,0 1 0,0-1 1,0 1-1,1 0 0,1 0 1,-1 0-1,2 1 0,-1-1 1,1 0-1,1 1 0,-1-1 1,2 1-1,0 6-85,0-1 96,-1-9-59,1 0 0,-1 0 0,1 0 1,1 0-1,-1 0 0,1 0 0,0-1 0,1 1 0,-1 0 0,1-1 0,0 0 0,0 0 0,1 0 0,-1 0 0,1 0 0,1 0-37,2 1 54,-1 0-1,1-1 0,1 0 0,-1 0 1,1 0-1,-1-1 0,1-1 0,0 1 1,1-1-1,5 1-53,4 1 67,-1-2 1,1 0-1,0-1 0,0-1 1,0-1-1,0 0 1,-1-1-1,1-1 0,0-1 1,-1-1-1,4-1-67,-6 0 79,1-1-1,-1-1 1,0 0-1,-1-1 1,0 0-1,0-1 0,-1-1 1,0 0-1,0-1 1,-1 0-1,-1-1 1,0-1-1,-1 0 1,0 0-1,-1-1 0,0 0 1,-1 0-1,-1-1 1,0 0-1,-1 0 1,-1-1-1,0 0 1,2-13-79,-5 16 89,-1 0 0,0 0-1,-1 1 1,0-1 0,-1 0 0,-1 1 0,0-1 0,-1 0 0,0 1 0,0 0 0,-3-5-89,2 10 5,0 0 0,0 1 0,0-1 0,-1 1 0,1 0 0,-2 0 0,1 1 0,-1 0 0,1 0-1,-1 0 1,-1 0 0,1 1 0,-1 0 0,1 1 0,-1-1 0,0 1 0,-1 1 0,1-1 0,-5 0-5,-6-2-192,-1 1 1,1 1-1,-1 1 0,0 0 1,0 2-1,0 0 0,0 1 1,-13 2 191,-5 4-2138,0 1 0,-6 3 2138,-57 20-10792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6:04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11506,'0'0'2400,"0"0"-13,0 0 185,0 0-1079,0 0-889,0 16-397,11 470 3317,0 0-2876,-11-485-512,-2-16 578,-2-9-677,0 0-1,1 1 1,2-1 0,0 0-1,2 0 1,0 0 0,2-2-37,-1 12-19,2 0 0,-1 0 0,2 0 0,0 0-1,0 1 1,1 0 0,1 0 0,0 0 0,1 1 0,0 0 0,1 1 0,5-5 19,-5 6-21,0 1-1,1 0 1,0 0 0,1 1-1,-1 1 1,1 0 0,1 0 0,0 1-1,-1 1 1,2 0 0,-1 0-1,2 1 22,-8 2-4,-1 1 0,0 0-1,1 0 1,-1 1-1,1-1 1,-1 1-1,1 1 1,-1-1 0,1 1-1,-1 0 1,1 0-1,-1 0 1,0 1-1,0 0 1,1 0-1,-1 0 1,0 1 0,-1-1-1,1 1 1,0 0-1,-1 1 1,0-1-1,0 1 1,0 0 0,0 0-1,0 0 1,-1 0-1,0 1 1,2 3 4,0 0 5,-1 0 0,0 0 0,0 0 1,0 1-1,-1 0 0,-1 0 0,0-1 1,0 2-1,0-1 0,-1 0 0,-1 0 0,1 0 1,-1 0-1,-1 1 0,0-1 0,0 0 0,-1 0 1,0 0-1,-1 0 0,0 0 0,0-1 1,-1 1-1,0-1 0,0 0 0,-1 0 0,0 0 1,0-1-1,-1 0 0,0 0 0,-1 0 0,1 0 1,-1-1-1,-6 4-5,-7 5 21,0 0 1,-1-1-1,-1-1 0,0-1 1,-1 0-1,-1-2 0,1-1 1,-1-1-1,-1-1 0,1-1 1,-1-1-1,0-2 0,-19 1-21,43-4-27,0 0 1,0 0-1,0 0 0,-1 0 0,1 0 0,0 0 0,0 0 0,0 0 0,-1-1 1,1 1-1,0 0 0,0-1 0,0 1 0,0-1 0,0 1 0,0-1 0,0 0 1,0 1-1,0-1 0,0 0 0,0 0 0,1 0 0,-1 0 0,0 0 1,0 0-1,1 0 0,-1 0 0,1 0 0,-1 0 0,1 0 0,-1 0 0,1 0 1,-1 0-1,1 0 0,0-1 0,0 1 0,0 0 0,0 0 0,0 0 0,0-1 1,0 1-1,0 0 0,0 0 0,0 0 0,1 0 0,-1-1 0,0 1 1,1 0-1,-1 0 0,1 0 0,0 0 27,1-5-417,0 0-1,1 0 1,0 0 0,0 1-1,0-1 1,1 1 0,-1 0-1,1 0 1,2-1 417,29-25-5595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6:05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11690,'0'0'2805,"0"0"-771,0 0-219,22 23-340,-4-5-1174,-3-4-91,-1 1 0,0 0 0,-1 1 0,-1 1 0,0 0 0,-1 0 0,-1 1 0,-1 0 0,4 12-210,-1 7 424,-1 1-1,-3 0 1,-1 0 0,-2 1-1,0 13-423,-1 70 1627,-5 4-1627,1-117 56,-3 27 66,-1-1 1,-3 1-1,0-1 1,-3 0-1,0-1 1,-3 0-1,-10 19-122,-26 83 183,46-125-358,0-1 0,1 1 0,0 0-1,1 0 1,0 0 0,1 2 175,13-26-2612,10-14-1018,5-5-5542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6:50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8026,'0'0'1449,"0"0"-548,0 0 708,0 0-515,3-3-374,9-4-348,0 1 1,0 0-1,1 0 0,-1 2 1,1-1-1,1 1 0,-1 1 0,14-1-372,15-6 660,-16 3-330,106-24 470,-116 29-789,-1 0 0,1 1 1,0 0-1,0 2 0,0 0 0,0 0 0,6 3-11,-16-2 0,0 0 0,-1 0-1,1 0 1,-1 1 0,0 0-1,0 0 1,0 1 0,0-1-1,-1 1 1,0 0-1,1 0 1,-1 1 0,0-1-1,-1 1 1,1 0 0,-1 0-1,0 0 1,-1 1 0,1-1-1,-1 0 1,0 1 0,0 0-1,0 2 1,0-1 23,0 0-1,0 0 1,-1 0-1,0 1 1,0-1-1,-1 1 1,0-1-1,-1 0 1,1 1-1,-1-1 1,0 0 0,-1 1-1,0-1 1,0 0-1,-1 0 1,0 0-1,0-1 1,-4 7-23,-7 5 73,-1-1 1,-1 0 0,-1-1 0,0 0-1,-1-2 1,-15 11-74,1-5 62,0 0-1,-2-2 1,-26 10-62,45-24 162,16-8 275,24-13-187,-15 13-255,1 0 1,-1 0-1,0 0 1,1 2-1,0-1 1,0 1-1,0 1 0,0 0 1,0 0-1,0 1 1,0 1-1,0 0 1,0 0-1,0 1 0,-1 1 1,1-1-1,0 2 1,-1 0-1,0 0 0,0 0 1,0 2-1,0-1 1,-1 1-1,0 0 1,0 1-1,-1 0 0,0 1 1,0-1-1,0 2 1,1 2 4,0 3 7,-1 0 0,0 0 0,-1 1 0,-1 0 0,0 0 0,-1 1 0,0-1 0,-2 1 0,0 0 0,-1 1 0,0-1 0,-1 0 0,-1 1 0,-1 5-7,1-18 28,-1 1 0,0-1 0,0 0 0,0 1-1,0-1 1,-1 0 0,0 0 0,0 0 0,0 0-1,0-1 1,0 1 0,-1 0 0,0-1 0,0 0-1,-1 2-27,-3 1 119,0 0 0,0 0-1,-1-1 1,0 1 0,0-2 0,0 1-1,-5 0-118,-10 4 278,0-1 0,-1-1-1,0-1 1,0-1 0,-8 0-278,11-2 120,-1-1-1,1-1 1,-1-1-1,1 0 1,0-2-1,-17-3-119,31 3-2,0 1 0,0-1-1,0 0 1,1-1 0,-1 0-1,1 0 1,0 0 0,-1-1-1,1 1 1,1-2 0,-1 1-1,1-1 1,-1 1-1,1-1 1,1-1 0,-1 1-1,1-1 1,0 0 0,0 0-1,0 0 1,-2-7 2,6 12-164,0 0-1,-1 0 0,1 0 1,0 0-1,0 0 1,0 0-1,0 0 0,0 0 1,0-1-1,0 1 1,0 0-1,0 0 1,0 0-1,1 0 0,-1 0 1,0 0-1,1 0 1,-1 0-1,1 0 0,0 0 1,-1 0-1,1 0 1,-1 0-1,1 0 1,0 1-1,0-1 0,0 0 1,-1 0-1,1 1 1,0-1-1,0 0 1,0 1-1,0-1 0,0 1 1,0 0-1,0-1 1,0 1-1,0 0 0,1-1 1,-1 1-1,0 0 1,1 0 164,3-2-1308,27-13-6903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6:50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0 9194,'0'0'1455,"0"0"-11,0 0 195,0 0-514,-27 14-257,-9 3-401,1 2 1,-11 8-468,38-21 122,1 0 1,1 0 0,-1 1-1,1-1 1,0 1-1,0 1 1,1-1 0,0 1-1,1 0 1,-1 0 0,1 0-1,1 1 1,0-1 0,0 1-1,0 2-122,-4 10 308,-6 15 92,2 1 0,1 0 1,2 1-1,1-1 1,2 2-1,2-1 0,2 0 1,1 1-1,4 29-400,-2-60 20,0 1 0,0 0-1,1-1 1,1 1 0,-1-1 0,1 0 0,0 0-1,1 0 1,0-1 0,0 1 0,1-1 0,0 0-1,0-1 1,1 0 0,-1 0 0,1 0-1,1 0 1,-1-1 0,1-1 0,0 1 0,0-1-1,0-1 1,0 1 0,1-1-20,8 3 13,1-1 0,0-1 0,0 0 0,0-1 0,0-1 0,0-1 1,0 0-1,1-1 0,-1-1 0,0-1 0,8-2-13,-20 2 16,0 1 0,0-1-1,0 0 1,0-1 0,-1 0 0,1 0 0,-1 0 0,0 0 0,1-1-1,-1 0 1,-1 0 0,1 0 0,-1 0 0,1-1 0,-1 0 0,-1 0-1,1 0 1,-1 0 0,2-5-16,-3 6 6,0 0 0,0 0 0,-1 0 0,0 0 0,1-1 0,-2 1 0,1-1 0,0 1 0,-1-1 0,0 1 1,0-1-1,0 1 0,-1-1 0,1 1 0,-1 0 0,0-1 0,-1 1 0,1 0 0,-1-1 0,1 1 0,-1 0 0,0 0 0,-1 0 0,1 1 0,-1-1 0,0 0 0,-1-1-6,-6-4 8,0 0 0,0 1 0,-1 0 0,0 0 0,-1 1 0,1 1 0,-1 0 0,-1 0 0,1 1 0,-1 1 0,0 0 0,-7-1-8,-13-1-124,0 0 0,0 3 0,-1 0 0,-13 3 124,34-1-422,1 2 0,-1 0 0,1 0 0,0 1 0,-1 0 0,-8 4 422,15-3-677,-1-1 1,1 1-1,0 0 1,0 1-1,0 0 1,1 0-1,-1 0 1,0 1 676,-18 21-5915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6:51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1 278 8386,'0'0'2028,"0"0"-837,0 0 211,0 0-217,24 0 53,400-16 2920,158-33-1497,673-63-1374,-1002 88-1154,182-21-49,-419 43-11,1-1 0,-1-1 0,0 0 0,0-1 0,0-1 0,3-2-73,-18 8-307,-26 13-1818,-102 59-2385,56-34-136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35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1 360,'0'0'16940,"0"0"-14412,0 0-1247,0 0 359,16 155-736,-2-82-184,0 2-312,0-5-192,0-2-48,0-13-160,-6-5 0,1-10 80,-7-8-176,-2-9-112,0-6-376,0-7-648,-11-7-1705,-3-3-4632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3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14307,'0'0'2631,"0"0"-741,0 0-372,0 0-699,0 0 15,7 28 57,3 2-640,-4-10-98,0 0-1,-1 0 1,-1 0 0,-1 1-1,-1 0 1,-1 0-1,0 3-152,-13 194 807,12-216-803,0-1 0,0 1 0,1 0 0,-1-1 1,0 1-1,1 0 0,-1-1 0,0 1 0,1-1 0,0 1 0,-1-1 0,1 1 0,0-1 0,0 0 1,0 1-1,0-1 0,0 0 0,0 0 0,0 1 0,0-1 0,1 0 0,-1 0 0,0 0 0,1 0 1,0 0-5,2 1 27,0-1 0,0 0 0,1 1 0,-1-1 0,0-1 0,1 1 0,-1-1 0,0 1 0,1-1 0,1-1-27,8 1 72,-1-2-1,1 0 1,-1-1 0,1 0-1,-1-1 1,6-3-72,35-17-11,-27 11-559,1 1-1,0 2 1,23-6 570,-50 1-5182,-1 5-298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36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14011,'0'0'3713,"0"0"-1435,0 0-899,0 0-405,11 23 3,4 4-726,-4-8-87,-1 1 1,-1 1-1,-1 0 0,0 0 1,-2 0-1,1 7-164,13 82 775,-1 43-775,-13-104-136,-5 20-2663,-1-41-5783,0-27-2868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36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10122,'0'0'2759,"0"0"-686,0 0-317,27-9-519,91-31-425,-106 36-630,1 1 1,0-1-1,0 2 1,0 0-1,0 1 0,0 0 1,1 1-1,-1 0 1,0 1-1,0 0 1,12 4-183,-23-5 17,0 1-1,0 0 1,1 0 0,-1 0 0,0 0-1,0 0 1,0 0 0,0 1 0,0-1-1,0 1 1,0-1 0,-1 1 0,1 0-1,0 0 1,-1 0 0,0 0 0,1 0-1,-1 0 1,0 0 0,1 2-17,0 1 24,0 1 0,-1-1 0,0 1 0,0 0 0,0-1 0,0 1 0,-1 0 0,0 0 0,0 0-24,-1 9 62,-1 0 1,0 0-1,-1-1 1,-1 1-1,0-1 0,-5 10-62,-49 92 302,33-69 504,-18 46-806,37-76 209,0 0-1,1 1 1,1 0 0,0 0-1,2 1 1,0-1 0,0 10-209,3-26 19,-1 0 1,0 0-1,1-1 0,-1 1 1,1 0-1,0 0 0,-1 0 1,1-1-1,0 1 0,0 0 0,0-1 1,0 1-1,1-1 0,-1 1 1,0-1-1,1 0 0,-1 1 1,0-1-1,1 0 0,0 0 1,-1 0-1,1 0 0,0 0 1,-1-1-1,1 1 0,0 0 1,0-1-1,0 1 0,-1-1 1,1 0-1,0 1 0,0-1-19,11 2 48,0-1-1,1 0 0,-1 0 1,4-2-48,-7 1-8,69-2-2367,35-7 2375,-65 8-4367,-36 1 1307,6 0-5909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36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0 307 9418,'0'0'1448,"0"0"7,0 0 315,29 0-166,4 1-1139,58 0 2151,74-8-2616,205-46 2016,-247 32-1514,199-31 688,637-97 1437,-830 125-2811,-125 22-1035,-10 1 707,-18 3-401,-3 5-1343,-1 2 0,2 0 0,-11 7 2256,-22 7-6665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37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13123,'0'0'2066,"0"0"-570,32-13 124,16-7-1088,1-1 211,1 3 0,37-9-743,-59 19 263,1 1 0,0 2 0,0 1 0,1 1 0,-1 1-1,1 2 1,4 1-263,-32-1-2,-1 0 0,0 0 0,1 1 0,-1-1 0,0 0-1,1 1 1,-1-1 0,0 1 0,1-1 0,-1 1 0,0 0-1,0-1 1,0 1 0,0 0 0,0 0 0,0 0 0,0 0 0,0 0-1,0 0 1,0 0 0,0 0 0,-1 0 0,1 1 0,0 0 2,0 0-2,0 1 0,0 0 1,-1 0-1,1 0 0,-1 0 1,0 0-1,0 0 1,0 0-1,0 0 0,0 0 1,-1 2 1,0 2 15,-1 1 0,0-1 0,0 1 0,-1-1 0,0 0 1,0 0-1,-1 0 0,0 0 0,0 0-15,-23 24 126,-1-2 1,-26 22-127,29-28 157,0 0 0,2 2 0,0 1 1,-10 17-158,30-39 51,0 0 1,0 0-1,1 1 0,0-1 1,0 0-1,0 1 1,0 0-1,1-1 1,-1 1-1,1 0 1,0 0-1,1 0 1,-1-1-1,1 1 1,0 0-1,0 0 0,1 4-51,3-7 100,-1-1-1,1 0 0,-1 0 0,1 0 0,0 0 0,-1-1 0,1 1 0,0-1 0,-1 0 0,1 0 0,0 0 1,-1 0-1,4-1-99,1 0 200,23 1-111,0-2 0,1-1 0,-1-2 0,20-5-89,-26 3-602,-1-1 0,0-1-1,0-1 1,-1-1 0,17-10 602,17-16-4321,-6 0-4072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37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60 5873,'0'0'6308,"0"0"-3691,-10 27-109,-27 91-603,35-112-1832,0 1 1,1-1-1,-1 1 1,1-1-1,1 1 1,-1 0-1,1-1 1,0 1-1,1 0 1,-1-1-1,1 1 1,1-1-1,-1 1 1,1-1-1,0 1 1,1-1-1,-1 0 1,1 0-1,0 0 1,1-1 0,0 1-1,0-1 1,0 1-1,0-1 1,1-1-1,0 1 1,0-1-1,0 1 1,0-1-1,1-1 1,-1 1-1,1-1 1,0 0-1,0 0 1,1-1-1,-1 0 1,2 0-74,5 2 25,0 0 0,0-1 1,0-1-1,1-1 0,-1 1 0,0-2 1,1 0-1,-1-1 0,1 0 1,-1-1-1,0 0 0,0-1 1,0-1-1,0 0 0,0-1 0,10-5-25,-12 3 12,0-1 0,0 0 0,-1 0 0,0-1 0,-1 0 0,0-1-1,0 0 1,-1 0 0,5-9-12,-9 13 69,0-1 1,0 0-1,-1 0 0,0 0 0,-1 0 1,1 0-1,-1-1 0,0 1 1,-1-1-1,0 0 0,0 1 0,-1-1 1,0 0-1,0 1 0,-1-1 0,0 0 1,-1-2-70,0 4 60,0 1 0,0 0 1,0 0-1,-1 0 0,0 1 0,0-1 1,-1 1-1,1-1 0,-1 1 0,0 0 1,0 0-1,0 1 0,-1-1 1,1 1-1,-4-2-60,-14-8 34,-1 0 1,-21-7-35,21 9-32,23 11-145,-16-10 426,11 4-1705,8-1-4081,11 2-4741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37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0 246 11883,'0'0'2176,"1"26"80,-1-7-1672,0-6-286,0 0 0,0 0-1,1 0 1,0 0-1,1-1 1,1 1 0,0-1-1,1 1 1,0-1 0,1 0-1,0 0 1,1-1-1,2 3-297,-1-5 95,1 1 0,1-1 0,0 0 0,0-1 0,1 0 0,0 0 0,0-1 0,1 0 0,0-1 0,0-1 0,0 1 0,1-2 0,0 0 0,0 0 0,0-1 0,0 0-1,2-1-94,-4 0 31,1-1-1,-1 0 1,0-1-1,0 0 1,1 0-1,-1-1 1,0-1-1,0 0 1,0 0-1,0-1 0,0 0 1,-1-1-1,1 0 1,-1 0-1,0-1 1,0 0-1,-1-1 1,1 0-1,-1 0 1,7-7-31,-4 0 58,0-1 1,-1 0 0,0-1 0,-1 1 0,0-2 0,-2 1-1,0-1 1,0-1 0,-2 1 0,0-1 0,-1 0 0,0 0-1,-1 0 1,-2 0 0,1-1 0,-2 1 0,-1-11-59,0 23 11,1 0-1,-1 0 1,-1 0 0,1 0-1,-1 0 1,0 0 0,0 0 0,0 0-1,-1 1 1,1-1 0,-1 1 0,0 0-1,-1 0 1,1 0 0,-1 0-1,0 0 1,1 1 0,-2-1 0,1 1-1,0 0 1,-1 1 0,1-1 0,-1 1-1,-4-2-10,-16-5-209,0 0 0,-1 1-1,0 2 1,-17-2 209,-35-10-2469,32 0-1547,22-1-1637,15-3-4789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1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15 111 5617,'0'0'2754,"0"0"-653,0 0-582,0 0-571,0 0-397,0 0-293,0 0 60,0 0 164,0 0 217,0 0 43,0 0 6,-1 0-670,0 0 1,1 0-1,-1 0 1,0 0-1,1 0 0,-1 0 1,0 0-1,1 0 1,-1 0-1,0 0 1,1 0-1,-1-1 0,0 1 1,1 0-1,-1 0 1,1-1-1,-1 1 1,0-1-1,1 1 0,-1 0 1,1-1-79,-1-3 13,1-1-1,1 1 1,-1 0 0,0 0 0,1-1-1,0 1 1,0 0 0,0 0 0,1 0-1,-1 0 1,1 0 0,0 0 0,0 0-1,0 1 1,1-1 0,-1 1 0,1-1-1,0 1 1,0 0 0,0 0 0,0 0-1,1 0 1,-1 1 0,1 0 0,0-1-1,-1 1 1,1 0 0,0 1 0,0-1-1,0 1 1,1 0 0,-1 0 0,0 0-1,0 0 1,1 1 0,-1 0 0,0 0-1,0 0 1,1 0 0,-1 1 0,0-1-1,0 1 1,4 1-13,-5 0 7,1-1 1,-1 1-1,1-1 1,-1 1-1,0 0 0,0 1 1,0-1-1,0 0 1,0 1-1,0 0 1,-1 0-1,1 0 0,-1 0 1,0 0-1,0 0 1,0 0-1,0 1 0,1 2-7,4 9 72,-1 0-1,-1 1 0,4 12-71,-1 16 240,-2 0 0,-1 1 0,-3-1 0,-1 1-1,-3 0-239,2 4 242,-1-22-120,-2 0 0,0 0-1,-2-1 1,-1 1 0,-1-1-1,-1 0 1,-2-1-1,0 0 1,-2 0 0,-6 9-122,18-34 12,0 1 0,-1 0 1,1 0-1,-1 0 1,1 0-1,-1 0 0,0 0 1,1-1-1,-1 1 0,0 0 1,1 0-1,-1-1 1,0 1-1,0-1 0,0 1 1,1-1-1,-1 1 0,0-1 1,0 1-1,0-1 1,0 0-1,0 1 0,0-1 1,0 0-1,0 0 0,0 0 1,0 0-1,0 0 0,0 0 1,-1 0-13,0-1 19,0 1-1,0-1 1,0 0 0,0-1 0,0 1-1,0 0 1,1 0 0,-1-1 0,0 1-1,1-1 1,-1 0 0,1 1-1,-2-3-18,-1-1 39,0-1-1,1 0 0,-1 0 0,1 0 1,0 0-1,1 0 0,0-1 0,0 1 1,-1-4-39,3 6 14,0 0 1,0-1-1,0 1 1,0 0-1,1 0 1,-1-1-1,1 1 1,0 0 0,1 0-1,-1 0 1,1 0-1,-1 0 1,1 0-1,1 1 1,-1-1-1,0 1 1,1-1 0,0 1-1,-1 0 1,1 0-1,3-2-14,0 0 37,0 1-1,0 1 1,1-1-1,-1 1 1,1 0-1,-1 1 1,1 0 0,0 0-1,0 0 1,0 1-1,0 0 1,7 0-37,4 0 115,0 1 0,0 1 0,1 1 0,-1 1 0,0 0 1,-1 1-1,1 1 0,-1 1 0,5 2-115,-14-5-85,1 0 0,-1-1 0,1 0 0,0 0 0,0-1 0,-1 0-1,1-1 1,2 0 85,-5 0-344,0-1-1,0 0 0,-1-1 1,1 1-1,0-1 0,-1 0 0,1-1 1,-1 1-1,0-1 0,0 0 1,0-1-1,3-1 345,25-22-4928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4:20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75 12243,'0'0'2472,"0"0"-579,0 0-194,-8 29-204,3-8-1234,-4 10 101,2 1 1,1-1-1,1 1 0,2 1 0,1 14-362,3-24 187,0 0 0,2 0 0,0-1 1,2 1-1,0-1 0,2 0 0,0 0 0,1-1 0,1 0 0,5 6-187,-9-18 53,1-1 1,-1 1-1,2-1 0,-1 0 0,1-1 0,0 0 0,1 0 1,-1 0-1,1-1 0,1 0 0,2 1-53,-4-4 34,0 1 0,0-1 0,1-1 0,-1 1 0,1-2 0,-1 1 0,1-1 0,0 0 0,0 0 0,-1-1 0,1 0 0,0 0 0,0-1 0,0 0 0,6-2-34,-2-1 38,0 0 0,0-1 1,0 0-1,-1-1 0,0 0 0,0-1 0,0 0 1,-1-1-1,0 0 0,0-1 0,-1 0 1,-1 0-1,1-1 0,2-5-38,-2 3 49,0 0 0,-1 0 0,0-1 0,-1 0 0,-1 0 0,0-1 0,-1 0 0,0 0 0,-1 0 0,-1-1 0,0 1 0,0-8-49,-4 10 101,1 0 0,-2 0-1,0-1 1,0 2 0,-1-1 0,0 0 0,-1 1-1,-1-1 1,1 1 0,-2 0 0,0 0 0,0 1 0,-1 0-1,0 0 1,-1 1 0,0 0 0,-6-7-101,-9-6 77,-1 2 0,-1 0 0,0 1 0,-2 1 0,0 2 0,-10-4-77,21 11-61,-1 2 0,0-1-1,0 2 1,-1 0-1,1 2 1,-1-1 0,-1 2-1,-1 0 62,9 3-177,0-1-1,0 1 1,0 1-1,0 0 0,0 1 1,0 0-1,1 0 1,-1 2-1,1-1 1,-1 1-1,1 0 1,0 1-1,-8 6 178,2-1-984,1 1 0,0 1-1,-13 13 985,-35 44-6784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9:26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1158 1 3753,'-189'37'736,"-31"9"-528,17-1 288,16-5-296,23-10-136,47-8-64,39-12-2080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9:27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2436 0 4761,'0'0'840,"-153"41"-624,-20 11-88,-108 33-48,-64 25-32,-39 13-40,5 5-8,56-13 0,90-32 0,68-18-520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9:2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1348 0 6009,'-184'83'880,"-41"9"-599,-31 14-153,16-11-40,43-15-88,58-23-200,33-12-1385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6:5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8890,'0'0'2156,"0"0"7,0 0 541,0 0-995,0 0-900,0 0-413,24-6-27,78-22 81,-85 23-287,0 2 0,0 0 1,1 0-1,0 2 1,-1 0-1,1 1 1,7 2-164,3-1 69,-22 0-57,0-1 0,0 1 0,0 1 1,0-1-1,0 1 0,0 0 0,-1 0 0,1 1 0,-1-1 0,1 1 0,-1 1 0,0-1 0,0 1 1,0 0-1,-1 0 0,1 0 0,-1 0 0,0 1 0,0 0 0,-1 0 0,1 0 0,-1 0 1,0 0-1,1 4-12,-1-3 56,-1 1 1,0 0 0,1-1-1,-2 1 1,1 0 0,-1 0-1,0 0 1,-1 0 0,1 0-1,-1 0 1,-1 0 0,0 0-1,1 0 1,-2-1 0,1 1-1,-1 0 1,0 0-1,-1-1 1,0 1 0,0-1-1,-2 5-56,-18 18 124,-2-1 0,0 0 0,-1-2 1,-2-1-1,-1-2 0,-21 14-124,13-8 58,-8 5 20,11-9 14,1 2 1,-7 9-93,39-36 3,1 1 0,-1 0 0,0-1 1,0 1-1,1 0 0,-1-1 0,0 1 0,1 0 0,-1 0 0,1 0 1,-1 0-1,1-1 0,-1 1 0,1 0 0,0 0 0,-1 0 1,1 0-1,0 0 0,0 0 0,0 0 0,0 0 0,0 0 0,0 0 1,0 0-4,0 0 9,1 0 1,-1 0-1,1-1 1,0 1-1,0 0 1,-1-1 0,1 1-1,0-1 1,0 1-1,-1-1 1,1 1 0,0-1-1,0 1 1,0-1-1,0 0 1,0 0 0,0 1-1,-1-1 1,1 0-1,1 0-9,62 0 522,-48 0-351,52-1 380,1-2 1,-1-3-1,33-9-551,-75 10 40,-10 3-328,-1-1 0,0-1 1,1 0-1,-2-1 0,1-1 0,9-5 288,24-16-2360,-13 6-2243,4-1-5556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6:52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86 12635,'0'0'1469,"0"0"-396,0 0 590,0 0-858,0 0-414,-11 30 385,-2 2-527,5-16-88,1 0 1,1 1-1,1 0 0,0 0 0,1 0 1,1 1-1,1-1 0,0 1 0,1 15-161,1-16 217,1 0 0,0-1 1,1 1-1,0 0 0,2-1 0,0 1 0,1-1 0,0 0 0,3 2-217,-5-12 22,0 0 0,1 1 0,0-2 0,0 1 1,0 0-1,1-1 0,0 0 0,0 0 0,0 0 0,1 0 1,0-1-1,0 0 0,0-1 0,0 1 0,0-1 0,1 0 1,-1 0-1,1-1 0,0 0 0,0 0 0,0-1 0,0 0 1,1 0-23,2 1 50,1-1-1,0-1 1,0 0 0,-1 0 0,1-1 0,0 0 0,-1-1 0,1 0 0,-1-1 0,1 0 0,-1-1 0,0 0 0,0 0 0,-1-1 0,7-4-50,-9 4 57,0-1 1,-1 0-1,1 0 0,-1 0 1,-1-1-1,1 0 0,-1 0 1,0-1-1,-1 1 0,0-1 1,0 0-1,-1 0 0,1 0 1,-2-1-1,1 1 1,-1-1-1,-1 1 0,1-1 1,-1-5-58,0 0 35,0 0 1,0 0-1,-2-1 1,1 1-1,-2 0 1,0 0 0,-1 0-1,0 0 1,-1 0-1,-1 1 1,0 0-1,0 0 1,-2 0 0,1 0-1,-2 1 1,0 0-1,0 1 1,-1 0-1,0 0 1,-1 0-1,0 2 1,-1-1 0,0 1-1,-5-3-35,1 1-59,0 1 0,-1 0 0,1 1-1,-2 0 1,1 2 0,-1 0 0,0 1 0,-1 0-1,0 2 1,0 0 0,0 1 0,0 0 0,-8 1 59,25 2-85,0 0 0,0 0 1,1 0-1,-1 0 0,0 0 0,0 0 1,0 0-1,0 0 0,0 0 1,0 0-1,1 1 0,-1-1 0,0 0 1,0 0-1,0 1 0,1-1 1,-1 1-1,0-1 0,0 1 0,1-1 1,-1 1-1,0-1 0,1 1 1,-1 0-1,1-1 0,-1 1 0,1 0 1,-1 0-1,1-1 0,-1 1 1,1 0-1,0 0 0,-1 0 0,1-1 1,0 1-1,0 0 0,-1 0 1,1 0-1,0 0 0,0 0 0,0-1 1,0 1-1,0 0 0,0 0 1,1 0-1,-1 0 0,0 0 0,0-1 1,1 1-1,-1 0 0,0 0 85,2 3-771,-1 0-1,1 0 1,0 0-1,0 0 1,1 0-1,-1 0 1,1-1-1,0 1 1,2 2 771,25 19-8986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6:52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97 7890,'0'0'7560,"0"0"-5268,0 0-1614,0 0 321,-7 26 10,1-6-814,-1 5 18,0 0-1,2 1 1,1 0-1,1 0 1,1 0-1,1 4-212,2-18 47,-1 0 0,2 0 1,0 0-1,0-1 0,1 1 0,0-1 0,1 0 1,0 1-1,1-2 0,0 1 0,1-1 0,0 1 1,1-1-1,0-1 0,0 0 0,1 0 0,0 0 1,1-1-1,0 0 0,0-1 0,1 0 0,0 0 1,0-1-1,0 0 0,1-1 0,0 0 0,0-1 1,0 0-1,1-1 0,-1 0 0,1-1 0,0 0 1,11 0-48,-13-1 20,-1 0-1,1-1 1,-1-1 0,1 1 0,-1-1 0,1-1 0,-1 0-1,0 0 1,0-1 0,0 0 0,0-1 0,0 0 0,-1 0 0,1-1-1,-1 0 1,0 0-20,-1-1 30,-1 0 0,1-1-1,-1 0 1,0 0 0,-1-1 0,0 1-1,0-1 1,0 0 0,-1-1 0,0 1-1,-1-1 1,0 0 0,0 1 0,-1-1-1,0-1 1,0-5-30,1-5 58,-1 1 0,-1-1 0,0 0 0,-1 0 0,-2 0 0,0 0 0,-1 0 0,-1 1 0,0-1 0,-2 1 1,-4-10-59,6 19 16,-1-1 1,-1 1 0,0 0 0,0 0 0,-1 1 0,0 0 0,-1 0 0,0 0 0,0 1-1,-1 0 1,0 1 0,-1 0 0,1 0 0,-1 1 0,0 1 0,-1-1 0,1 2 0,-1-1 0,0 1-1,-5 0-16,-7-1-155,0 1 0,-1 1 0,1 1 0,-1 1 0,1 1 0,0 1 0,-24 4 155,13 1-1100,-1 0-1,-15 7 1101,-62 21-5239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05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10234,'0'0'3690,"0"0"-2011,0 0-45,21 24 8,-11-12-1437,10 9 111,-2 0-1,0 2 0,-2 0 1,-1 1-1,0 1 1,-2 0-1,-1 0 0,2 8-315,10 50 692,-3 0-1,-4 1 1,-4 1-1,-3 0 1,-4 0-1,-5 64-691,-3-121 130,-2-1 1,0 1-1,-2-1 0,-2 0 0,0-1 1,-1 0-1,-2 0 0,-1-1 0,-12 20-130,7-19-135,17-25 117,0-1-1,0 0 0,0 0 1,0 0-1,0 0 1,0 0-1,0 1 0,0-1 1,0 0-1,0 0 1,0 0-1,0 0 0,0 0 1,0 1-1,0-1 0,0 0 1,-1 0-1,1 0 1,0 0-1,0 0 0,0 0 1,0 0-1,0 0 1,0 0-1,0 1 0,-1-1 1,1 0-1,0 0 0,0 0 1,0 0-1,0 0 1,0 0-1,-1 0 0,1 0 1,0 0-1,0 0 1,0 0-1,0 0 0,-1 0 1,1 0-1,0 0 0,0 0 1,0 0-1,0 0 1,0 0-1,0 0 0,-1-1 1,1 1-1,0 0 1,0 0-1,0 0 0,0 0 1,0 0-1,0 0 0,-1 0 1,1 0-1,0-1 1,0 1-1,0 0 0,0 0 1,0 0-1,0 0 1,0 0-1,0 0 0,0-1 19,0-3-430,1 0 0,0 0 0,0-1-1,0 1 1,1 0 0,0 0-1,-1 0 1,1 1 0,1-1 0,1-2 430,20-33-6254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06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15659,'0'0'2149,"-5"25"-932,-157 718 5074,151-692-5635,-3 41-656,16-173 176,4 1 1,13-54-177,39-163-90,-38 206 109,-14 59-23,0 4 5,0 0 0,2 0 1,0 0-1,6-8-1,-13 34-1,-1 0 0,1 0 0,0 0 0,0 0 0,0 0 1,0 0-1,0 1 0,0-1 0,1 0 0,-1 1 0,1-1 0,-1 1 0,1-1 0,-1 1 1,1 0-1,0-1 0,0 1 0,-1 0 0,1 0 0,0 0 0,0 1 0,0-1 0,0 0 1,0 1-1,1-1 0,-1 1 0,0 0 0,0 0 0,0 0 0,0 0 0,0 0 0,0 0 0,0 0 1,1 1-1,-1-1 0,0 1 0,0 0 0,0-1 0,0 1 0,0 0 0,-1 0 0,2 1 1,6 3 8,0 1-1,0 1 0,-1-1 1,0 1-1,-1 1 0,1-1 0,5 9-7,10 15 54,-2 1-1,-1 0 1,-2 2-1,0 0 1,-3 1 0,11 35-54,8 44-335,10 68 335,-41-164-71,3-2-1585,-4-31-2206,-4-6-2329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06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0 161 15779,'0'0'4233,"0"0"-3337,0 0 729,0 0-1113,145-20-288,-61-2-160,7-4-64,32-9-192,-26 5-1656,-13 3-4914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07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 9914,'0'0'2646,"0"0"632,0 0-1119,0 0-675,0 0-155,0 0-233,-11 1-544,9-1-540,-1-1 7,1 1 1,0 0-1,0 0 0,-1 0 1,1 0-1,0 0 0,-1 0 1,1 1-1,0-1 0,0 1 1,0 0-1,0-1 1,-1 1-1,1 0 0,0 0 1,0 0-1,0 1 0,1-1 1,-1 0-1,0 1 0,0-1 1,1 1-1,-1 0 1,1-1-1,-1 1 0,1 0 1,0 0-1,0 0 0,0 0 1,0 0-1,0 0 0,0 0 1,0 0-1,1 1 0,-1-1 1,1 0-1,0 0 1,0 1-1,-1-1 0,1 0 1,1 1-20,-16 157 2043,8 1 1,8 47-2044,0-181 90,2-1 0,1 1 1,1-1-1,1 0 0,2-1 0,0 1-90,19 42 14,18 31-14,-9-21-264,-33-71-14,8 18 94,-7-19-815,-2-11-1420,-2-23-1100,-3-6-4897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07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4761,'0'0'10490,"0"0"-7929,0 0 135,0 0-1671,0 0-753,0 0-184,187-65-88,-84 33-1113,-14 7-2719,-11 0-3906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07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12659,'0'0'3096,"0"0"266,0 0-1659,-25 15-765,-81 50-107,98-59-719,0 0-1,1 0 1,0 1 0,0 0-1,0 1 1,1 0 0,0 0-1,1 0 1,0 0 0,0 1-1,0 0 1,1 0 0,0 1-112,0 6 176,0 0-1,0 0 1,2 0 0,0 0 0,1 0 0,0 7-176,1-17 37,0 1-1,0 0 1,0-1 0,1 1-1,0 0 1,1-1-1,-1 0 1,1 1 0,0-1-1,1 0 1,0 0 0,0 0-1,0 0 1,1 0-37,-1-2 8,1 0 1,0 0-1,0 0 1,0 0-1,0-1 1,0 1-1,1-1 1,0-1-1,0 1 1,0 0-1,0-1 1,0 0-1,0-1 1,0 1-1,1-1 1,-1 0 0,1 0-9,7 2-13,0-2 0,0 1 0,0-2 0,0 1 0,0-2 0,1 0 0,-1 0 0,0-1 0,-1-1 0,1 0 0,0-1 0,4-3 13,-9 4-56,0-1 0,-1 0 0,0-1 0,0 0-1,0 0 1,-1 0 0,1-1 0,-1 0 0,0 0-1,-1-1 1,0 0 0,0 0 0,0 0 0,-1 0-1,0-1 1,0 1 0,-1-1 0,0 0 0,1-6 56,2-10 65,-1 0 0,-1-1 0,-1 0 0,-1 0 0,-2 0 0,0 0 0,-2 1 0,-2-11-65,-1 16 700,1 24-102,8 35-249,0-27-338,2-1 0,-1 1 1,1-1-1,1-1 0,0 1 1,1-1-1,0 0 0,9 8-11,-12-14-568,1 1 0,0-1-1,0 0 1,1 0 0,0-1 0,-1 0-1,1 0 1,0-1 0,8 3 568,10 0-6599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0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7738,'0'0'5542,"0"0"-3143,0 0 689,14 32-949,1 5-1627,-4-9-121,1-1-1,1-1 1,1 0 0,1 0 0,18 21-391,-25-37 162,8 13 142,2-1 0,1-1 0,9 9-304,-22-25 28,-1 0 1,1-1 0,-1 0-1,1 0 1,0 0-1,1 0 1,-1-1-1,1 0 1,-1-1-1,1 1 1,0-1-1,0 0 1,0-1 0,0 0-1,0 0 1,1-1-29,-4 0 21,0-1 0,0 0 0,0 0 0,0-1 0,0 1 0,0-1 0,0 0 0,0 0 0,-1 0 0,1-1 0,-1 1 0,0-1 0,1 0 1,-1 0-1,-1 0 0,1 0 0,0-1 0,-1 1 0,1-1 0,-1 1 0,1-4-21,6-9 63,-1 0 1,0-1-1,-1 0 1,2-10-64,-2-3 165,-1-1 0,-2 1 0,-1-1 0,-2 0 1,0 0-1,-4-16-165,2-18-427,1 64 330,1 1 0,-1-1 0,0 0 0,1 1 0,-1-1 0,0 1 0,1 0 0,-1-1 1,1 1-1,-1-1 0,1 1 0,-1 0 0,1-1 0,-1 1 0,1 0 0,-1 0 0,1-1 0,0 1 0,-1 0 0,1 0 0,-1 0 0,1 0 1,0-1-1,-1 1 0,1 0 0,0 0 0,-1 0 0,1 1 97,25-2-3782,-19 1 1333,23-2-8072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08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93 120 13451,'0'0'3565,"0"0"-2096,0 0-12,-15 24-656,-44 80-145,56-99-575,0 1-1,1 0 1,-1 0-1,1 1 0,1-1 1,-1 0-1,1 1 1,0-1-1,1 1 1,-1-1-1,1 1 0,1-1 1,-1 1-1,1-1 1,0 1-1,1 0-80,-1-3 45,1 1 0,1 0 0,-1-1 0,0 0 0,1 1 0,0-1 0,0 0 0,1 0 0,-1-1 0,1 1 0,-1-1 0,1 1 0,0-1 0,1-1-1,-1 1 1,1 0-45,9 4 79,1-1 0,-1-1-1,1 0 1,1-1 0,-1 0-1,0-1 1,1-1 0,0-1-1,-1 0 1,11-1-79,-20 0 33,1 0 1,-1-1-1,1 0 1,-1 0-1,0-1 1,1 1-1,-1-1 1,0-1-1,0 1 1,0-1-1,0 0 0,-1 0 1,1-1-1,-1 0 1,0 0-1,0 0 1,0-1-1,0 1 1,-1-1-1,0 0 1,0 0-1,1-2-33,1-4 74,-1 0 0,1 0 0,-2 0-1,0-1 1,0 0 0,-1 1 0,0-1 0,-1 0 0,-1-1-1,0 1 1,0-6-74,0 4 45,-1 0-1,0 0 0,0-1 1,-2 1-1,0 0 0,0 0 1,-1 0-1,-1 1 1,0-1-1,-1 1 0,-6-13-44,4 15-56,5 8-110,0 0 0,0 0 0,0-1 1,0 1-1,1-1 0,-1 0 0,1 1 0,0-1 0,0 0 0,0-2 166,7 4-4168,19 5 17,-16 0 3011,1 0-1,-1 0 1,0 1-1,0 1 1,-1-1-1,1 1 1,1 2 1140,4 4-1429,1 0 0,-2 1 0,11 11 1429,-2 2 166,-2 0 0,0 1 0,-2 2 0,3 6-166,-11-16 1397,0 1 0,-2 0 0,0 0 0,-2 1 0,2 8-1397,0 12 5063,-5-1 3334,-3-316-6739,0 271-1698,0 0 0,1 1 0,-1-1 0,1 0 0,0 0 0,1 1 0,-1-1 0,1 1 0,0-1 1,1 1-1,-1 0 0,1 0 0,0 0 0,1 0 0,-1 0 0,1 1 0,0-1 0,0 1 0,0 0 0,4-3 40,-1 2-507,1 0 0,0 1 0,-1 0 0,1 0 0,7-1 507,49-13-6776,-16 7-6100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09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286 379 9882,'0'0'2722,"0"0"-1031,-26-1 727,-85 2-903,105 0-1436,1 0 0,-1 0 1,1 0-1,0 1 0,-1 0 0,1 0 1,0 0-1,0 1 0,0-1 0,1 1 1,-1 0-1,1 1 0,-1-1 0,1 1 1,0 0-1,-1 2-79,-3 3 166,2 1 0,-1 0 0,1 0 0,1 0 0,-4 10-166,4-10 135,2-1 1,-1 1 0,1 0 0,0 0 0,1 0-1,1 1 1,-1-1 0,2 0 0,-1 1-1,1-1 1,1 1 0,0-1 0,1 0 0,1 8-136,-1-12 42,0 1 1,1-1 0,0 1 0,0-1 0,0 0 0,1 0 0,0 0 0,0-1 0,0 0 0,1 1-1,-1-1 1,1-1 0,1 1 0,-1-1 0,1 0 0,-1 0 0,1 0 0,0-1 0,1 0-1,-1 0 1,0 0 0,2-1-43,4 2 15,0 0 0,0-1 0,1-1 0,-1 0 0,1 0 0,-1-2 0,1 1 0,-1-2 0,1 1-1,0-2 1,-1 0 0,10-2-15,-15 2-3,-1-1 0,1 0-1,0 0 1,-1 0 0,1-1 0,-1 1-1,0-2 1,0 1 0,0-1-1,-1 1 1,0-2 0,0 1 0,0 0-1,-1-1 1,1 0 0,-1 0-1,-1-1 1,1 1 0,-1-1 0,0 1-1,-1-1 1,2-4 3,4-25-4,-2 0-1,-1 0 1,-2-1 0,-2 1-1,-1-1 1,-2 1 0,-1-1-1,-2-1 5,-2 3 171,-1 0 0,-1 1 0,-3-2-171,3 10 636,1 0 1,1 0 0,1-1-1,2 0 1,-1-26-637,18 75 174,19 39-209,-10-18 29,1-2 0,2 0 0,15 17 6,-32-49 0,-1 1 1,2-1-1,-1 0 0,1-1 0,0 0 0,1-1 0,0 0 1,0 0-1,0-1 0,1 0 0,0-1 0,0 0 0,0-1 1,1 0-1,10 2 0,-7-3-45,0-1 0,0-1 1,0 0-1,0-1 0,0 0 1,-1-1-1,1-1 0,0-1 0,1 0 45,-12 2-19,0-1 0,0 1 0,0-1 0,0 1-1,0-1 1,0 0 0,-1-1 0,1 1 0,-1-1 0,1 1-1,-1-1 1,0 0 0,0-1 0,0 1 0,-1 0-1,1-1 1,-1 1 0,0-1 0,0 0 0,0 0 0,0 0-1,-1 0 1,0 0 0,1 0 0,-1 0 0,-1 0-1,1 0 1,-1-1 0,1 1 0,-1 0 0,-1-1 0,1-3 19,-1 6 3,0 0 0,1-1 0,-1 1 1,0 0-1,0-1 0,0 1 0,-1 0 1,1 0-1,-1 0 0,1 0 1,-1 0-1,1 1 0,-1-1 0,0 0 1,0 1-1,0-1 0,0 1 0,0-1 1,0 1-1,0 0 0,0 0 1,-1 0-1,1 0 0,0 1 0,-1-1 1,1 1-1,-1-1 0,0 1-3,-2-1 3,0 0-1,0 0 1,0 0-1,0 1 1,0 0-1,0 0 1,0 1-1,0-1 1,0 1-1,0 0 1,0 0-1,1 1 1,-1-1-1,-3 3-2,0 1-1,1 0 0,1 1 0,-1 0 0,1 1 0,0-1 0,0 1 0,1 0 0,0 1 0,0-1 0,1 1 0,0 0 0,0 0 0,1 1 1,-5 10-5,2 0 0,0 0 0,1 1 1,1-1-1,-1 9 5,3-8-9,0 0 0,1-1 0,1 1 0,1 0 0,0-1 0,3 8 9,-3-22-4,0 0-1,1 1 1,-1-1-1,1 0 1,0 0-1,0 0 1,1 0-1,0 0 1,0-1-1,0 1 1,0-1-1,1 0 1,-1 0-1,1 0 1,0 0-1,0 0 1,1-1 0,-1 0-1,1 0 1,0 0-1,-1-1 1,1 1-1,0-1 1,5 1 4,0 0-117,1 0 0,0-1 0,-1-1 0,1 1 0,0-2 0,-1 1 0,1-2 0,0 1 0,0-2 0,-1 1 0,1-1 0,-1-1 1,1 0-1,-1 0 0,2-2 117,3-2-836,0 0 0,0-1 0,0-1 0,-1-1 836,55-45-7101,-39 26-1849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8690,'0'0'1387,"0"0"-176,0 0 30,0 0-689,0 0-263,0 0-68,14 18-16,-2-4-120,-8-7-32,1 0 1,1-1 0,-1 1-1,1-1 1,0 0 0,0-1-1,1 0 1,0 0 0,0 0-1,0-1 1,1 0 0,-1 0-1,1 0 1,0-1 0,0-1-1,5 2-53,1-1 237,0 0-1,0 1 0,0 0 1,0 1-1,-1 1 1,0 0-1,0 1 1,6 4-237,-15-8 117,-1 0 0,1 0 1,0 0-1,-1 0 1,0 1-1,0 0 0,0 0 1,0-1-1,-1 1 1,0 1-1,0-1 0,0 0 1,0 1-1,0-1 1,-1 1-1,0-1 0,0 1 1,0 0-1,0-1 1,-1 1-1,0 0 0,0-1 1,0 1-1,-1 0 0,1 0 1,-1-1-1,-1 4-117,0-2 146,0-1 0,-1 1 0,0-1 0,1 0-1,-1 0 1,-1 0 0,1-1 0,-1 1 0,0-1-1,0 0 1,0 0 0,0 0 0,-1 0 0,0-1 0,0 0-1,0 0 1,0 0 0,-3 1-146,-14 6 395,0-1-1,0-1 1,-22 5-395,26-8 141,0 0 0,0-2 0,0 0 0,-1-1 0,0-1 0,1 0-1,-1-2 1,0 0 0,-9-3-141,26 4-14,-1-1-1,1 1 1,-1-1-1,1 0 1,-1 0-1,1 0 1,0 0-1,0-1 1,-1 1-1,1-1 1,0 1-1,0-1 1,0 0-1,1 1 1,-1-1-1,0 0 1,1 0-1,-1 0 1,1-1-1,0 1 1,0 0-1,-1 0 1,2-1-1,-1 1 1,0-1-1,0 1 1,1-1-1,-1-1 15,1 1-119,0-1-1,0 1 0,1 0 1,-1 0-1,1 0 1,0-1-1,0 1 0,0 0 1,0 0-1,0 0 0,1 0 1,-1 0-1,1 1 1,0-1-1,0 0 0,0 1 1,0-1-1,0 1 1,1 0-1,-1 0 0,2-1 120,40-25-2995,8 2-2454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1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46 12763,'0'0'1735,"0"0"368,-10 22-504,-29 75-456,37-91-1029,0-1 0,1 1-1,-1-1 1,1 1 0,0 0 0,1-1 0,-1 1 0,1 0 0,0 0 0,1-1 0,-1 1-1,1 0 1,1 0-114,-2-4 60,1 1-1,1 0 0,-1-1 1,0 1-1,1-1 0,-1 0 1,1 1-1,0-1 0,-1 0 1,1 0-1,0 0 0,1 0 1,-1 0-1,0-1 0,0 1 1,1-1-1,-1 1 0,2 0-59,9 2 156,-1-1-1,0 0 1,1-1-1,0 0 1,0-1-1,-1-1 1,1 0-1,11-1-155,0 1 159,-8 0-68,0 0-1,1-1 0,-1-1 0,0-1 1,0 0-1,0-1 0,-1-1 1,1 0-1,-1-1 0,0-1 0,-1 0 1,1-1-1,2-2-90,-15 8 55,1 0 0,-1 0 1,1 0-1,-1 0 0,1 0 0,-1 0 0,0-1 1,0 1-1,0-1 0,-1 0 0,1 1 1,-1-1-1,1 0 0,-1 0 0,0 0 0,0 0 1,0 0-1,0 0 0,-1 0 0,1-1 1,-1 1-1,0 0 0,0 0 0,0 0 0,0-1 1,-1 1-1,1 0 0,-1 0 0,0 0 1,0 0-1,-1-2-55,-1-2 43,0 1 1,-1 1-1,0-1 0,0 0 1,0 1-1,-1 0 1,0 0-1,0 0 1,0 1-1,-1-1 1,1 1-1,-1 1 0,-5-4-43,-13-5 21,0 1 0,0 0 0,-1 2 0,-1 1 0,1 1 0,-13-1-21,-47 1-2439,84 7-473,1 2-2956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17468,'0'0'2352,"0"0"137,0 0-1777,0 0-552,0 0-152,0 0-8,28 168-800,-9-126-1313,-2-4-3888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14771,'0'0'5193,"0"0"-4825,0 0 1145,0 0-457,0 171-200,5-109-328,9-4-136,-3-5-256,3-13-32,-6-10-96,1-10-8,2-13-480,20-7-728,-4-17-1617,4-13-4256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13691,'0'0'1815,"-1"22"699,-2 6-1777,0-4-189,1 1 1,2-1 0,0 0-1,3 18-548,-2-35 51,0 0-1,0-1 0,1 1 1,-1-1-1,1 1 1,1-1-1,-1 0 1,1 0-1,0 0 0,1 0 1,0-1-1,-1 1 1,2-1-1,-1 0 1,1 0-1,-1 0 0,1-1 1,1 1-1,-1-1 1,1-1-1,-1 1 1,1-1-1,0 0 1,0 0-1,0 0 0,1-1 1,-1 0-1,1 0 1,-1-1-1,1 0 1,0 0-1,-1-1 0,1 1 1,0-2-1,-1 1 1,1-1-1,0 1 1,4-3-51,-6 2 14,0-1 0,0 0 0,0 0 0,-1 0 0,1 0 0,-1-1 0,1 0 0,-1 0 0,0 0 0,0-1 0,0 1 0,0-1 0,-1 0 0,0 0 0,0 0 0,0 0 0,0-1 0,0 1 0,-1-1 0,0 0 0,0 1 0,0-1 0,-1 0 0,1-3-14,0 2 49,-1 0 1,0 0 0,0 0-1,-1 0 1,0 0 0,0 0-1,0 0 1,-1 0 0,1 0-1,-2 0 1,1 1 0,-1-1-1,1 0 1,-2 0 0,1 1-1,-1-1 1,1 1 0,-1 0-1,-1 0 1,1 0 0,-2-1-50,-6-6 109,-1 1 1,-1 0-1,0 1 1,0 0 0,-1 1-1,-14-8-109,20 13-201,1 1-1,0 0 1,-1 0 0,1 0-1,-1 1 1,0 0 0,0 0-1,0 1 1,0 0-1,0 0 1,0 1 0,0 0-1,0 1 1,0-1-1,-2 2 202,4 3-4635,5 7-2899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3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19 193 7178,'0'0'7332,"0"0"-4913,-4 23-587,-10 78-274,14-97-1492,0 0 0,0 0 0,0 0 0,1-1 0,0 1 0,-1 0 1,1 0-1,1 0 0,-1 0 0,0-1 0,1 1 0,0-1 0,0 1 0,0-1 0,0 1 0,0-1 0,1 0 0,0 0 0,-1 0 1,1-1-1,0 1 0,1-1 0,-1 1 0,1-1-66,6 3 89,0 0-1,0 0 1,1-1 0,-1 0 0,1-1 0,8 1-89,-19-4 0,20 5 54,0-1-1,1-1 1,0-1-1,-1-1 1,1-1-1,0-1 1,-1 0-1,1-2 1,10-2-54,-24 4-3,0-1-1,0 0 1,1-1-1,-1 0 1,0 0-1,-1 0 1,1-1 0,-1 0-1,1 0 1,-1 0-1,0-1 1,-1 0-1,1 0 1,-1-1 0,0 1-1,-1-1 1,1 0-1,-1-1 1,0 1-1,0-1 1,-1 0 0,0 0-1,0 0 1,-1 0-1,0 0 1,0 0 0,0-4 3,0-10-52,0-1 0,-2 0 0,0 0 0,-3-7 52,1-28 830,3 68-829,0 1 1,0-1-1,2 1 0,-1-1 0,2 0 0,-1 0 0,1 0 0,1 0-1,45 87 96,-30-62-47,-17-30-52,11 18 136,-8-23 4,-3-17 36,-6-56-123,2-52-33,2 108-5,0 0 0,1 0 0,1 0 1,0 0-1,2 1 0,1-5-12,-5 16 9,0 1 1,1 0-1,-1 0 1,0 0-1,1 0 1,0 0-1,0 0 1,0 0 0,0 1-1,0-1 1,1 1-1,-1-1 1,1 1-1,-1 0 1,1 0-1,0 0 1,0 0-1,0 1 1,0-1-1,0 1 1,0 0-1,1 0 1,-1 0-1,0 0 1,1 0-1,-1 1 1,0-1-1,1 1 1,-1 0-1,1 0 1,-1 1-1,0-1 1,1 0-1,-1 1 1,0 0 0,1 0-1,-1 0 1,0 0-1,0 1 1,0-1-1,0 1 1,0 0-1,0 0 1,0 0-1,-1 0 1,1 0-1,-1 1 1,1-1-1,-1 1 1,0-1-1,0 2-9,10 14 14,-1 1 1,-1 1-1,0 0 0,-2 0 0,-1 1 0,0 0 1,-1 1-1,-2-1 0,2 14-14,-5-28 0,0-4-59,-1-1 0,1 1 0,0-1 0,-1 1 0,1-1 0,0 1 0,0-1 0,1 0 0,-1 0 0,1 1 0,-1-1 0,1 0 0,-1 0 1,1 0-1,0-1 0,0 1 0,1 1 59,0-2-390,-1 1 1,1-1 0,0 0-1,0 0 1,-1 0 0,1 0-1,0-1 1,0 1 0,0-1 0,1 1 389,21-1-10780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68 221 13987,'0'0'2162,"-11"23"1133,-36 79-1326,45-97-1865,0 0 0,1 0 0,0 0 1,-1 0-1,2 0 0,-1 0 0,0 0 1,1 0-1,0 0 0,0 0 0,1 0 1,0 0-1,-1 0 0,2 2-104,-1-4 54,0 0 1,1 0-1,0 0 0,-1 0 0,1 0 1,0 0-1,0-1 0,0 1 0,1-1 0,-1 1 1,1-1-1,-1 0 0,1 0 0,0 0 1,0 0-1,1 0-54,8 3 113,0-1 1,0 0-1,1 0 0,0-1 1,0-1-1,0 0 0,0-1 1,10 0-114,10 0 177,0-1 0,0-2 0,1-1 1,-1-2-1,30-8-177,-49 10 54,1-1-1,-1-1 1,0 0-1,0-1 1,-1-1-1,0 0 1,0 0 0,0-2-1,-1 0 1,0 0-1,-1-1 1,0 0-1,-1-1 1,4-4-54,-11 11 11,0 0 0,-1 0 1,1 0-1,-1 0 0,0-1 0,0 1 1,0-1-1,0 1 0,-1-1 0,0 0 0,0 0 1,0 0-1,-1 0 0,1 0 0,-1 1 1,-1-1-1,1 0 0,0 0 0,-1 0 1,0 0-1,0 0 0,-1 1 0,0-1 0,1 0 1,-1 1-1,-1 0 0,1-1 0,-1 1 1,1 0-1,-1 0 0,0 0 0,-1 1 1,1-1-1,-1 1 0,1-1 0,-1 1 0,0 0 1,-1 1-12,-21-15-261,0 1 0,-2 2 0,1 1 0,-29-9 261,-121-31-2774,111 35 658,-53-15-6009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4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500 336 11282,'0'0'2617,"0"0"105,-28 0-599,-2 0-1690,13-1-270,0 1-1,1 0 1,-1 2-1,0 0 1,1 0-1,-1 2 0,1 0 1,0 1-1,0 0 1,0 2-163,-10 4 262,1 2 1,0 1 0,2 1-1,-1 1 1,-20 19-263,36-28 61,0 0 0,0 1 0,0 0 0,1 1 1,0 0-1,1 0 0,0 0 0,0 1 0,1 0 0,0 0 0,1 0 0,0 1 1,0-1-1,1 1 0,1 0 0,-1 3-61,3-12 6,0 0 0,0 0-1,0 0 1,1 0 0,-1 0 0,0 0 0,1 0-1,-1 0 1,1 0 0,0 0 0,0 0 0,0 0 0,0 0-1,0 0 1,0-1 0,0 1 0,0-1 0,1 1-1,-1-1 1,1 1 0,-1-1 0,1 1 0,0-1-1,-1 0 1,1 0 0,0 0 0,0 0 0,0 0 0,0-1-1,0 1 1,0-1 0,0 1 0,0-1 0,0 1-1,0-1 1,1 0-6,11 2 28,1-2 0,-1 1 0,0-1-1,14-3-27,-28 3 1,20-3-18,0 0-1,-1-1 0,0-1 1,0-1-1,0-1 1,-1-1-1,0 0 0,0-1 1,-1-1-1,5-5 18,-12 9-48,0-1 0,-1 0 1,0 0-1,-1-1 0,1-1 0,-2 1 0,1-1 0,-1-1 0,-1 1 1,1-1-1,-2 0 0,1-1 0,-2 1 0,1-1 0,-1 0 0,-1 0 1,0-1-1,0-3 48,-1-5-25,-1-1 0,-1 1 0,0-1 1,-2 1-1,-1 0 0,-4-18 25,-6-15 405,-19-42-405,-5-20 2458,36 113-1873,17 27-398,12 22-106,-2 1 1,-3 2-1,-1 0 0,-3 1 1,0 10-82,-17-54-80,1 0 0,-1-1 0,1 1 0,1-1 0,-1 1 0,1-1 0,0 0 0,0 0 1,1-1-1,-1 1 0,3 1 80,-4-6-37,-1 1 1,0 0-1,1-1 1,-1 1-1,1-1 1,-1 0-1,1 0 1,0 0-1,0 0 1,-1 0-1,1-1 1,0 1-1,0-1 1,0 0-1,0 0 1,-1 0-1,1 0 1,0 0-1,0-1 1,0 1-1,0-1 1,-1 0-1,1 1 1,0-2-1,0 1 1,-1 0-1,1 0 1,-1-1-1,1 1 1,-1-1 36,5-3-27,-1 0 1,0 0 0,0-1-1,-1 0 1,1 0 0,-1-1-1,0 1 1,-1-1 0,0 0-1,0 0 1,0 0-1,-1-1 1,0 1 0,-1-1-1,1 0 1,-1 0 0,-1 0-1,0 0 1,0 0-1,0 0 1,-1 0 0,-1-5 26,1 12 14,0 1 0,0-1 0,0 0 0,0 0 0,0 1 0,0-1 1,-1 0-1,1 1 0,0-1 0,0 0 0,-1 1 0,1-1 0,-1 0 0,1 1 1,0-1-1,-1 1 0,1-1 0,-1 0 0,1 1 0,-1-1 0,0 1 0,1 0 1,-1-1-1,0 1 0,1 0 0,-1-1 0,0 1 0,1 0 0,-1-1 0,0 1 0,1 0 1,-1 0-1,0 0 0,0 0 0,1 0 0,-1 0 0,0 0 0,0 0 0,0 0-14,-1 0 6,-1 0-1,1 1 0,0-1 0,-1 1 0,1-1 0,0 1 0,0 0 1,0 0-1,0 0 0,0 0 0,0 0 0,0 1 0,0-1 1,0 1-6,-4 3-2,1 1 1,0 0 0,1 1 0,-1-1 0,1 1 0,1 0 0,-1 0 0,1 0 0,0 1 0,1-1-1,0 1 1,-1 3 1,1 1 21,-1 1 1,2 0-1,0 0 0,0 0 0,1 0 0,1 0 0,1 4-21,-1-13 10,0 0 0,0 0-1,0 0 1,1 0 0,0-1 0,0 1-1,0-1 1,0 1 0,0-1 0,1 0-1,0 1 1,-1-1 0,1 0 0,0-1-1,0 1 1,1-1 0,-1 1 0,1-1-1,-1 0 1,1 0 0,-1-1 0,1 1-1,0-1 1,0 1 0,0-1 0,0 0-1,0-1 1,4 1-10,15 2-58,1-1 1,-1-1-1,1-1 0,14-2 58,-21 2-154,-5-1-159,0-1 0,0 0 0,-1 0 0,1-1-1,-1-1 1,1 0 0,-1 0 0,9-6 313,48-29-5711,-57 32 4142,41-27-10839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8586,'0'0'10698,"0"0"-8625,0 0-713,0 0 8,22 152-16,0-76-343,3 4-401,0-10-248,0-8-200,0-12-160,-2-9-72,2-11-616,11-23-697,-3-7-1319,-2 0-5242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5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37 124 13651,'0'0'3543,"0"0"-1774,-6 28 319,-20 95-518,24-116-1462,1 0 1,0 1 0,1-1-1,-1 1 1,1-1-1,1 1 1,0-1 0,0 1-1,0-1 1,1 1-1,0-1 1,2 3-109,-2-6 41,0 0 0,0 1 1,1-2-1,0 1 0,-1 0 0,1 0 1,1-1-1,-1 1 0,0-1 0,1 0 0,0 0 1,0-1-1,0 1 0,0-1 0,1 1-41,5 1 33,1-1 1,0 1-1,0-2 0,0 1 0,1-2 0,-1 0 0,0 0 1,1-1-1,-1 0 0,1-1 0,-1 0 0,0-1 0,2 0-33,-7 0 14,-1 1 0,1-1-1,-1 0 1,1 0-1,-1 0 1,0-1 0,0 0-1,0 0 1,0 0 0,0 0-1,-1-1 1,0 0-1,0 0 1,0 0 0,0-1-1,0 1 1,-1-1 0,0 0-1,0 0 1,0 0-1,-1 0 1,1 0 0,-1-1-1,-1 1 1,1-1 0,-1 0-1,0 1 1,0-1-1,0 0 1,-1 0 0,0 1-1,0-1 1,-1 0 0,1 0-1,-1 1 1,0-1-1,-1 0 1,0 1 0,0-1-1,0 1 1,0 0 0,-1 0-1,0 0 1,0 0-1,0 0 1,0 0 0,-1 1-1,0-1 1,0 1 0,0 0-1,-1 0-13,-78-44 60,65 39-58,1 0-1,0-1 0,1-1 1,0-1-1,-6-5-1,21 16-36,0 0 0,0 0 0,0 0 0,0 0 0,0 0 0,0 0 0,0 0 0,1-1 0,-1 1 0,0 0 0,1 0 0,-1-1 0,1 1 0,-1-1 0,1 1 0,0 0 0,-1-1 0,1 1 1,0-1-1,0 1 0,0-1 0,0 1 0,0 0 0,1-1 0,-1 1 0,0-1 0,1 1 0,-1-1 36,2-1-375,-1 1 0,1-1 1,0 0-1,0 1 0,0-1 0,0 1 1,0 0-1,0-1 0,1 1 0,-1 0 1,3-1 374,30-19-8555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5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11106,'0'0'1546,"0"0"222,16 26 597,4 4-1623,32 49 3473,14 33-4215,-63-106 105,0 0 0,0 0 0,0-1 0,-1 2 0,0-1 0,0 0 0,-1 0 0,0 1 0,0-1 0,0 0 0,-1 1 0,0-1 0,0 4-105,-1-6 12,0-1 0,0 0 0,-1 1 0,1-1 0,0 0 0,-1 0 0,0 0 0,0 0 0,0 0 0,0-1 0,-1 1 0,1 0 0,-1-1 0,1 0 0,-1 0 0,0 0 0,0 0 1,0 0-1,0 0 0,0-1 0,0 1 0,0-1 0,-1 0 0,-1 1-12,-8 2 104,-1 0 0,1-1 0,-1 0 1,0-1-1,-5 0-104,14-2-158,0 0 1,0 0 0,0 0-1,0-1 1,0 0-1,0 0 1,-4-1 157,7 1-331,0 0 0,0 1 0,0-1 0,0 0 0,1 0 0,-1-1-1,0 1 1,1 0 0,-1 0 0,1-1 0,-1 1 0,1-1 0,-1 1 0,1-1 0,0 0 0,0 0 0,0 1 0,0-2 331,-6-16-8230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5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15131,'0'0'2241,"0"0"415,0 0-1487,0 0-89,0 0-248,-70 163-96,70-115-240,5-6-384,18-9-16,5-6-88,8-9-8,42-18-616,-6 0-1192,-2 0-5362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6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47 14163,'0'0'2614,"0"0"-446,-27 14-505,-86 51-494,108-62-1094,1 1 1,-1 0-1,1 0 1,0 0 0,0 0-1,0 1 1,1-1-1,0 1 1,0 0-1,0 0 1,0 1 0,1-1-1,0 0 1,0 1-1,0-1 1,1 1-1,-1 0 1,2 0 0,-1-1-1,1 1 1,-1 0-1,1 0 1,1 0-1,-1-1 1,1 1 0,0 0-1,2 3-75,-2-5 21,-1 0 1,1-1-1,0 1 0,1-1 0,-1 0 1,1 1-1,-1-1 0,1 0 0,0 0 1,0 0-1,1 0 0,-1 0 0,0 0 1,1-1-1,0 1 0,0-1 0,2 1-21,1 2 19,1-1-1,0-1 1,0 1 0,1-1-1,-1-1 1,1 1-1,-1-1 1,4 0-19,15 2-63,1-1 0,0-2 0,0 0-1,11-3 64,-31 2-119,0 0 0,0 0 0,0-1-1,-1 0 1,1-1 0,-1 0 0,1 0-1,-1 0 1,1-1 0,-1 1 0,0-2-1,0 1 1,-1-1 0,1 0 0,-1 0-1,0 0 1,0-1 0,0 1-1,0-1 1,-1-1 0,0 1 0,0-1-1,0 1 1,-1-1 0,0 0 0,0 0-1,0-1 1,-1 1 0,0 0 0,0-1-1,0 0 1,-1 1 0,0-1 0,-1 0-1,1-2 120,0-97 2920,-1 104-2032,2 29-570,8 8-51,2 0-1,8 16-266,1 3 312,-22-71-249,0 1 1,2-1-1,-1 1 1,2 0-1,2-14-63,-1 16 0,0-1-1,0 1 1,2 0-1,0 0 1,0 0-1,1 0 1,1 1-1,0 0 1,1 0 0,-6 9 9,1 0 0,-1 1 0,1-1-1,0 1 1,0-1 0,0 1 0,0 0 0,1 0 0,-1 0 0,1 1 0,0-1 0,0 1 0,0 0 0,0 0 0,0 0 0,0 1 0,0-1 0,1 1 0,-1 0 0,1 0 0,-1 1 0,1-1 0,-1 1 0,1 0 0,-1 0 0,1 1 0,-1-1 0,0 1 0,1 0-1,-1 0 1,2 1-9,-2 0 0,1 0-1,-1 0 0,1 1 0,-1-1 0,0 1 1,0 0-1,0 0 0,-1 0 0,1 1 0,-1-1 0,1 1 1,-1 0-1,0 0 0,2 4 1,3 8 12,0 1 0,0 0 0,2 9-12,-6-14-45,0 0 0,1 0 0,0 0 0,1-1 1,1 0-1,0 0 0,0-1 45,-4-7-274,0 0 1,0-1-1,0 1 0,0-1 1,0 0-1,1 0 0,-1 0 0,1 0 1,-1 0-1,1-1 0,0 1 1,0-1-1,1 0 274,20 1-6299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6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299 239 13155,'0'0'3666,"0"0"-743,0 0-1169,0 0-746,-27 2-585,-6 1-331,0 1 0,-15 4-92,42-6 11,0 0-1,1 0 1,-1 0-1,1 1 1,0 0-1,0 0 1,0 0 0,0 1-1,0 0 1,1 0-1,-1 0 1,1 0-1,0 1 1,1-1 0,-1 1-1,1 0 1,0 0-1,0 1 1,-1 1-11,-3 5 31,-3 5 38,1 0 0,0 1 0,2 0 0,0 0 0,-1 5-69,5-13 44,1 0 1,0 1-1,0 0 0,1-1 0,0 1 0,1 0 0,0-1 0,1 1 1,0 0-1,1 2-44,-1-9 10,1-1 0,-1 1 0,1-1 0,-1 0 0,1 1 0,0-1 0,0 0 0,0 0 0,1 0 0,-1-1 0,1 1 0,0 0 0,0-1 0,-1 0 0,2 0 1,-1 1-1,0-2 0,0 1 0,1 0 0,-1-1 0,0 1 0,1-1 0,0 0 0,-1 0 0,4 0-10,12 2 11,0 0 1,0-2-1,1 0 0,9-1-11,-15 0-13,1 0-102,-1-1 1,1 0 0,0-1-1,-1 0 1,1-1 0,-1-1-1,0-1 1,0 1 0,4-4 114,-11 4-107,0 1 0,-1-1 0,0 0 0,0-1 0,0 0 0,0 1 1,-1-2-1,1 1 0,-1-1 0,-1 0 0,1 0 0,-1 0 0,0-1 1,-1 1-1,1-1 0,-1 0 0,-1 0 0,1 0 0,0-3 107,1-10-100,0-1 1,-2 1-1,0-1 0,-1 1 0,-1-1 1,-1 0-1,-1 1 0,-1-1 1,0 1-1,-2 0 0,0 0 0,-2-1 100,-3-8 708,-2 0 0,-1 1-1,-1 0 1,-2 1 0,0 1-1,-2 0 1,-14-15-708,33 55 887,14 31-723,18 37-164,11 31 68,-20-27-114,13 35-194,-4-48-2812,-21-57-2157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6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118 246 16668,'0'0'3776,"0"0"-3320,0 0 81,0 0 199,0 0-488,50 158-136,-42-128-112,1-15-448,-4-13-2137,1-2-8249</inkml:trace>
  <inkml:trace contextRef="#ctx0" brushRef="#br0" timeOffset="1">1 18 13659,'0'0'4689,"0"0"-3217,0 0 521,0 0-1657,0 0-336,0 0-1313,178-17-3087,-136 29-6315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7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134 238 14715,'0'0'2806,"0"0"-415,0 0-1204,0 0-579,-22 24-213,22-24-395,-32 36 413,-22 32-413,51-63 35,0 0-1,0 1 0,0-1 0,1 0 1,-1 1-1,1 0 0,1-1 0,-1 1 1,1 0-1,0 0 0,0 0 0,0 0 0,1 0 1,0 0-1,0-1 0,1 1 0,0 3-34,1 7 80,-2-12-70,0 1 0,1-1 0,0 0 0,0 0 0,0 0 0,0 0 0,1 0 0,-1 0 0,1 0 0,0 0 0,0-1 0,0 1 0,1-1 0,0 1 0,-1-1 0,1 0 0,2 1-10,0 0 14,0 0 1,1 0-1,0 0 1,0-1-1,0 0 1,0 0-1,0-1 0,1 0 1,-1 0-1,4 0-14,8 2 12,1-2 0,-1 0-1,1-2 1,-1 0 0,1 0-1,-1-2 1,14-3-12,-24 4-49,-1-1 0,1 0-1,0 0 1,-1-1 0,0 0 0,1-1 0,-1 1-1,-1-1 1,1-1 0,0 1 0,-1-1 0,0 0-1,0 0 1,-1-1 0,1 0 0,1-2 49,-2-1-94,1 1 0,-1-1 1,-1 0-1,0 0 0,0 0 0,-1 0 0,0-1 1,0 1-1,-1-1 0,0 0 0,-1 0 1,0-9 93,-1-36 308,-3 2 0,-2-1 0,-3 0 0,-2 1 0,-15-47-308,23 78 2602,11 34-2092,18 42-907,-26-51 536,29 71-114,-3 1 1,-2 5-26,5 12-186,-29-87-15,0-1-1,0 1 1,1-1-1,0 0 1,0 1 0,0-1-1,0 0 1,1 0-1,0 0 1,-1-1-1,1 1 1,1-1 0,-1 1-1,1-1 1,-1 0-1,1 0 1,0-1-1,0 1 1,0-1 0,0 0-1,0 0 1,1 0-1,-1 0 202,19 0-5644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7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 12379,'0'0'2718,"0"0"-243,0 0-465,-26 24-669,-79 83-362,102-104-918,0 0 1,-1 1-1,2-1 0,-1 1 0,0 0 1,1 0-1,0 0 0,0 0 0,0 0 1,0 0-1,1 0 0,-1 1 0,1-1 1,0 1-1,1-1 0,-1 1 0,1-1 1,0 1-1,0 0 0,0-1 1,1 4-62,0 3 113,-1-7-96,1-1 0,-1 0-1,1 0 1,0 0 0,-1 0-1,2 0 1,-1 0 0,0 0-1,1 0 1,-1 0 0,1 0-1,0 0 1,0-1 0,0 1-1,0-1 1,0 0 0,0 1-1,1-1 1,-1 0 0,2 0-17,2 2 10,0-1 0,0 0 0,0-1 1,0 1-1,0-1 0,1 0 0,-1-1 0,0 0 1,1 0-1,2 0-10,3 0-205,1 0 0,-1-2 0,1 1 0,-1-1 0,0-1 0,1-1 0,-1 1 0,0-2 0,0 0 0,-1 0 0,2-2 205,-3 1-466,-1-1-1,0-1 1,0 0-1,0 0 1,-1 0 0,-1-1-1,1 0 1,-1-1-1,0 0 1,-1 0-1,0 0 1,-1-1 0,0 0-1,0 0 1,2-8 466,9-41 1590,-11-3 5774,-6 93-6958,0-16-343,1 0 1,0-1 0,0 1 0,2 0-1,-1 0 1,2-1 0,0 1-1,1-1 1,1 0 0,5 13-64,-8-24-45,0 0 1,0 0-1,0-1 1,0 1-1,0-1 1,1 1-1,-1-1 1,1 0-1,0 0 1,0 0-1,0 0 1,0 0-1,0-1 1,0 1 0,0-1-1,1 0 45,6 2-976,0-1 0,-1 0 0,1-1 0,0 0 0,1 0 976,28 0-10066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7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14131,'0'0'1900,"0"0"-227,0 0-369,0 0-596,0 0-389,-23 25 117,-72 86 129,90-105-473,1 0 0,0 0 0,1 0 0,-1 1 0,1-1 0,0 1 0,1 0 0,-1 0 0,2 0 0,-1 0 0,1 0 0,0 0 0,0 1 0,1-1 0,0 0 0,0 1 0,1-1 0,-1 0 0,3 6-92,-1 1 156,-2-11-138,1-1 0,0 1 0,-1-1 0,1 1 0,0-1 0,1 1 0,-1-1 0,0 0 0,1 1 0,-1-1 0,1 0 0,0 0 0,-1 0 0,1 0 0,0 0 0,0-1 1,0 1-1,1-1 0,-1 1 0,0-1 0,1 0 0,-1 1 0,1-1 0,-1-1 0,1 1 0,-1 0 0,1-1 0,0 1-18,12 2 22,-1-1 0,0-1 0,1 0-1,11-2-21,-13 1-14,-3 1-193,-1-2 0,1 1 0,0-1 0,0-1 0,-1 0 0,1 0 0,-1-1 0,1 0 0,-1-1 0,0 0 0,0 0-1,-1-1 1,8-5 207,-8 4-916,0-1-1,0 0 1,-1-1-1,0 1 0,-1-1 1,0-1-1,0 1 1,3-7 916,13-35-8517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8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9162,'0'0'1959,"0"0"88,0 0-38,-10 27-261,-3 6-1228,1-6 52,2 1 0,1 0-1,1 1 1,-4 28-572,7-23 443,1 1-1,2 0 1,2 0-1,2 23-442,-1-43 32,1-1 1,0 0-1,1 0 0,1 0 1,0 0-1,1 0 0,0-1 1,1 0-1,1 0 0,0-1 1,0 1-1,6 5-32,-10-14 8,1 0 1,0 0-1,0 0 1,0-1-1,0 1 1,1-1-1,-1 0 1,1 0-1,0-1 1,0 1-1,0-1 1,0 0-1,0 0 1,0-1-1,1 1 1,-1-1-1,1-1 1,-1 1-1,1-1 1,-1 0-1,1 0 0,-1 0 1,2-1-9,1 0-248,0-1 0,-1 0-1,1 0 1,-1-1 0,0 0 0,1 0-1,1-2 249,-1 1-1095,0-2-1,0 1 0,0-1 0,0 0 1,5-7 1095,16-19-8204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8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13651,'0'0'2384,"0"0"577,0 0-1993,0 0-672,0 0-288,181-45-8,-86 17-528,-17 3-1496,-6 0-4042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8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0 10850,'0'0'2095,"0"0"427,-15 22-143,-49 72-474,60-88-1763,0 1 0,1 0 0,-1-1 1,1 1-1,0 0 0,1 0 0,0 1 0,0-1 1,0 0-1,1 1 0,0-1 0,1 1 0,-1-1 0,1 1 1,1 0-1,0-1 0,0 1 0,1 3-142,-1-8 21,0 0-1,-1 1 0,2-1 1,-1 0-1,0-1 1,1 1-1,-1 0 1,1 0-1,0-1 1,0 1-1,0-1 0,0 1 1,0-1-1,0 0 1,1 0-1,-1 0 1,3 2-21,1-1 23,0 0-1,0 0 1,0-1 0,0 1 0,1-1 0,-1-1 0,1 1 0,4 0-23,12 0 46,1-1 1,0-1-1,0-1 0,11-2-46,-20 1 1,0 0 0,-1-1-1,1-1 1,-1 0 0,1-1-1,-1-1 1,-1 0 0,1-1-1,-1 0 1,0-1 0,-1-1-1,0 0 1,0 0 0,-1-1-1,0-1 1,-1 0 0,0 0-1,4-7 0,-12 16 10,0-1-1,-1 1 1,1 0 0,-1-1-1,1 1 1,-1-1 0,0 0-1,0 1 1,0-1-1,0 0 1,-1 1 0,1-1-1,-1 0 1,0 0-1,1 0 1,-1 0 0,0 0-1,-1 1 1,1-1-1,-1 0 1,1 0 0,-1 0-1,0 1 1,0-1 0,0 0-1,0 1 1,0-1-1,-1 1 1,1-1 0,-1 1-1,1 0 1,-1-1-1,0 1 1,0 0 0,0 0-1,0 0 1,-1 1-1,1-1 1,0 0 0,-1 1-1,1 0 1,-1-1 0,-2 0-10,-14-5 57,1 1 0,-1 0 0,0 1 0,0 2 0,-1 0 0,0 0-57,2 1 2,12 1-241,-16-3 576,15-4-3409,7 3-3419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19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 14995,'0'0'1941,"0"0"-141,0 0-713,-9 23-570,-1 4-387,1 0-1,-3 19-129,11-41 12,1 0 0,-1 0 0,1 0-1,1-1 1,-1 1 0,1 0 0,-1 0 0,2-1-1,-1 1 1,0 0 0,1-1 0,0 1 0,0-1 0,0 0-1,0 0 1,1 0 0,0 0 0,0 0 0,1 1-12,9 14 12,-1 2 123,-1 1 0,-2 0-1,0 1 1,-1 0-1,-1 0 1,-1 0 0,-1 1-1,-1 0 1,-1 0-1,-2 0 1,0 1 0,-1-1-1,-2 0-134,2-20 26,0-1 0,-1 1 0,0-1 0,0 1 0,0-1 0,0 0 0,0 1 0,-1-1 0,1 0 0,-1 0 0,0 0 0,0 0 0,0 0 0,0 0 0,0 0 0,-1-1 0,0 1 0,1-1 0,-1 0 0,0 0 0,0 0 0,0 0 0,0 0-1,0-1 1,-1 1 0,1-1 0,0 0 0,-1 0 0,-2 0-26,-11 3-87,0-2-1,-1 0 1,1-1-1,0 0 1,-11-2 87,3 0-439,-40-1-3231,6-6-5561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0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143 167 3145,'0'0'4563,"0"0"-681,0 0-921,-5-21-68,-2-14-1673,-3-17 113,-10-6 3462,21 61-4604,0 0 0,0-1 0,-1 1 0,0 0 0,1 0 0,-1 0 0,0 0 0,-1 0 0,1 0 0,-1 1-191,0 21 45,20 146 1114,10 15-1159,-2-13 224,-6 11-224,-20-172-32,1 13-235,-1 0 1,-2 21 266,0-45-30,1 0 0,-1 0 0,1-1 1,-1 1-1,0 0 0,1-1 0,-1 1 0,0 0 1,1-1-1,-1 1 0,0 0 0,0-1 1,1 0-1,-1 1 0,0-1 0,0 1 1,0-1-1,0 0 0,0 1 0,0-1 1,0 0-1,0 0 0,0 0 0,0 0 1,1 0-1,-1 0 0,0 0 0,0 0 1,0 0-1,-1-1 30,-31-3-278,26 1 267,-1-1 1,2 1 0,-1-1-1,0-1 1,1 1 0,0-1-1,0 0 1,0-1-1,1 1 1,-1-1 0,1 0-1,1-1 1,-1 1 0,1-1-1,0 1 1,1-1 0,0-1-1,-3-6 11,-2-6-8,2-1-1,0 0 0,1 0 0,0-1 1,2 1-1,1-9 9,0 8-6,2 0 1,0-1 0,1 1-1,2-1 1,0 1-1,1 0 1,2 0-1,0 0 1,1 1-1,1 0 1,1 1-1,1-1 1,1 2-1,1-1 1,0 2-1,1-1 1,1 2 0,1 0-1,1 1 1,14-13 5,-15 17-1,0 0 0,1 1 0,0 0 0,1 2 0,0 0 0,0 0 0,10-2 1,-18 8-9,0 0-1,0 0 0,1 1 1,-1 0-1,1 1 1,-1 0-1,1 0 0,-1 1 1,1 0-1,-1 1 1,1 0-1,-1 1 0,1 0 1,-1 0-1,0 1 1,0 0 9,-4-1-4,0 1 1,0 0-1,0 0 1,-1 0 0,1 1-1,-1 0 1,0 0-1,0 0 1,0 0 0,-1 0-1,1 1 1,-1-1 0,0 1-1,-1 0 1,1 0-1,-1 0 1,0 0 0,0 1-1,0-1 1,-1 1-1,0-1 1,0 1 0,0 3 3,0 0-1,-1-1 1,0 1-1,0 0 1,-1-1 0,0 1-1,0-1 1,-1 1-1,0-1 1,0 0 0,-1 0-1,-1 0 1,1 0-1,-1 0 1,0 0 0,-2 1 0,-11 13 64,-1-2 1,-1 0 0,-1-1 0,-1-1-1,0 0 1,-17 9-65,-10 4 225,-2-2 0,-37 16-225,64-37 90,15-7-4189,20-1-1472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0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42 501 13531,'0'0'4489,"0"0"-1937,0 0-1143,-41-153-681,41 101-288,0-1-328,0 3-64,8 7 24,9 6-144,2 4 48,9 6-600,28 4-1449,-6 6-2992,-6 4-3657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0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14 328 8266,'0'0'3842,"0"0"-1339,0 0-258,-2 22-690,-8 68-546,10-88-944,-1 0-1,1 0 1,0 0 0,0 0-1,0 0 1,0 0 0,0 0-1,0 0 1,1 0 0,-1 0-1,1 0 1,-1 0 0,1 0-1,0 0 1,-1 0-1,1 0 1,0-1 0,0 1-1,1 0 1,-1-1 0,0 1-1,0-1 1,1 1 0,-1-1-1,1 1 1,-1-1 0,1 0-1,0 0 1,0 0-1,-1 0 1,1 0 0,1 0-65,4 1 163,0-1 1,0 0 0,0 0 0,0 0-1,0-1 1,-1 0 0,8-2-164,2 2 190,-6-1-155,0 1 0,0-1 0,-1-1 0,1 0 0,-1 0 0,1-1 0,-1 0 0,0 0 0,0-1 0,-1-1 0,1 1 0,-1-1 0,0-1 0,1 0-35,-3 1-12,-1 0 1,1 0-1,-1 0 1,0-1-1,0 0 0,-1 0 1,0 0-1,0 0 1,0-1-1,-1 0 0,0 0 1,0 0-1,0 0 1,-1 0-1,0 0 0,-1-1 1,0 1-1,1-6 12,-3-19-16,0 1 0,-2-1 0,-1 1 0,-2 0 0,-1 0-1,-1 0 1,-2 1 0,0 1 0,-8-13 16,17 38 549,7 11-230,19 33-140,32 61-35,-21-24 55,-3 1 1,13 52-200,-13-226 361,-28 85-370,0 1 1,1 0-1,0 0 0,1 0 1,0 1-1,1 0 0,0 0 0,0 1 1,1 0-1,0 1 0,1 0 1,-1 0-1,1 1 0,0 0 1,1 1-1,7-3 9,-5 2-12,0 2 0,0 0 0,1 0 0,-1 1 0,1 1 0,0 0-1,0 1 1,-1 1 0,1 0 0,0 1 0,0 0 0,0 1 0,-1 0 0,2 2 12,-10-3-7,-1 1 1,1 0-1,-1 0 1,0 1-1,0-1 1,0 1-1,0 0 1,0 0-1,0 0 1,-1 0-1,0 0 1,0 1-1,0 0 1,0 0-1,0 0 1,0 0-1,-1 0 1,0 0-1,1 3 7,-2-4 12,1 1 1,-1-1-1,0 1 0,0 0 0,-1-1 1,1 1-1,-1 0 0,0 0 0,0-1 1,0 1-1,0 0 0,-1 0 0,1-1 1,-1 1-1,0 0 0,0-1 0,0 1 1,-1-1-1,1 1 0,-1-1 1,0 0-1,0 0 0,0 0 0,0 0 1,-3 3-13,-2 1 53,0-1 0,-1 1 0,-1-1 1,1 0-1,-1-1 0,0 0 1,0-1-1,0 1 0,0-2 1,-1 1-1,0-1 0,-3 0-53,-12 2 119,0-1 0,0-2 0,-1 0 0,-11-1-119,36-1-8,1 0 0,-1 0 0,0 0 0,0 0 0,0 1 0,0-1 0,1 0 0,-1-1 0,0 1 0,0 0 0,0 0 0,0 0 0,1 0 0,-1-1 0,0 1 0,0 0 0,0-1 0,1 1-1,-1 0 1,0-1 0,0 1 0,1-1 0,-1 1 0,0-1 0,1 0 0,-1 1 0,1-1 0,-1 0 0,1 1 0,-1-1 8,1 0-44,1-1 0,-1 1 0,0 0 0,1 0 0,-1-1 0,1 1 0,-1 0-1,1 0 1,0 0 0,-1 0 0,1 0 0,0 0 0,0 0 0,0 0 0,0 0-1,0 0 1,0 0 44,49-36-3210,4 10-2768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1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0 3753,'0'0'9535,"0"0"-4748,-24 14-2312,-76 50-631,95-61-1765,1-1 0,1 2 0,-1-1 0,0 0 0,1 1-1,-1 0 1,1 0 0,0 0 0,1 0 0,-1 0 0,1 1 0,-1-1 0,1 1-1,1 0 1,-1-1 0,1 1 0,0 0 0,0 0 0,0 0 0,0 0 0,1 0 0,0 0-1,0 0 1,0 0 0,2 4-79,-2-1 71,1-5-59,-1 0-1,1 0 0,0-1 1,0 1-1,0 0 0,0 0 1,1 0-1,-1-1 0,1 1 1,-1-1-1,1 1 0,0-1 1,0 0-1,0 1 0,1-1 1,-1 0-1,0-1 0,1 1 1,-1 0-1,1-1 0,0 1 1,-1-1-1,1 0 0,0 0 1,0 0-1,0 0 0,0 0 1,0-1-1,0 1 0,0-1 1,2 0-12,9 2 10,0-1 1,0 0 0,0-1 0,0 0 0,0-2-1,7-1-10,-17 3-14,0-2-1,1 1 1,-1 0 0,0-1-1,0 0 1,0 0-1,0 0 1,0-1 0,0 1-1,-1-1 1,1 0-1,-1 0 1,1 0-1,-1 0 1,0-1 0,-1 1-1,1-1 1,-1 0-1,1 0 1,-1 0 0,0 0-1,0 0 1,-1 0-1,1-2 15,1-4 243,0 0 0,-1 0 1,0-1-1,-1 1 0,0-1 0,-1 0 0,0 1 0,0-1 0,-2-1-243,4 18 4,-1 0 0,1-1-1,0 1 1,0 0 0,1-1 0,0 1-1,0-1 1,0 0 0,0 0 0,1 0-1,0 0 1,1 1-4,-2-3-80,0 1 1,0-1-1,1 0 1,-1 0-1,1 0 1,0-1-1,-1 1 0,1-1 1,0 0-1,1 0 1,-1 0-1,0-1 1,1 1-1,-1-1 0,0 0 1,3 0 79,21-1-2387,-5 0-2497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1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16844,'0'0'3348,"0"0"-1991,3 22-38,22 95 604,5-1 1,15 28-1924,-22-72 395,-6-18-243,2 0 0,13 23-152,-32-77-10,0 0 0,0 0 0,0 0 0,0 1 0,0-1 0,0 0 1,0 0-1,0 0 0,0 1 0,0-1 0,1 0 0,-1 0 0,0 0 0,0 0 0,0 1 0,0-1 0,0 0 1,0 0-1,1 0 0,-1 0 0,0 1 0,0-1 0,0 0 0,0 0 0,1 0 0,-1 0 0,0 0 0,0 0 1,0 0-1,0 0 0,1 0 0,-1 0 0,0 1 0,0-1 0,0 0 0,1 0 0,-1 0 0,0 0 0,0 0 1,1 0-1,-1-1 0,0 1 0,0 0 0,0 0 0,0 0 0,1 0 0,-1 0 0,0 0 0,0 0 0,0 0 1,1 0-1,-1 0 0,0-1 0,0 1 0,0 0 0,0 0 0,0 0 0,1 0 0,-1-1 0,0 1 0,0 0 1,0 0-1,0 0 0,0 0 0,0-1 0,0 1 0,0 0 10,6-17-63,-5 15 4,2-10 33,1-1 0,1 1 0,0 0 0,0 0-1,1 1 1,1 0 0,0 0 0,0 0 0,1 1-1,1 0 1,0 1 0,0 0 0,0 0 0,1 1-1,1 0 1,-1 1 0,1 0 0,1 0 0,-1 2-1,1-1 1,0 1 0,0 1 0,0 0 0,1 1-1,-1 0 1,1 1 0,0 0 0,9 1 26,-6 0-27,1 1-1,-1 0 1,0 1 0,0 1 0,14 3 27,-27-4 3,1 0 1,-1 0 0,0 0-1,1 0 1,-1 1 0,0-1-1,0 1 1,1 0-1,-1 0 1,-1 0 0,1 0-1,0 1 1,0-1 0,-1 1-1,0 0 1,1-1 0,-1 1-1,0 0 1,0 0-1,-1 1 1,1-1 0,-1 0-1,1 1 1,-1-1 0,0 0-1,0 1 1,-1-1 0,1 1-1,-1 0-3,0-1 38,0 0 0,0 0 0,0-1 0,-1 1 0,0 0 0,1 0-1,-1 0 1,0 0 0,0-1 0,-1 1 0,1 0 0,0-1 0,-1 1 0,0-1 0,1 0-1,-1 1 1,0-1 0,0 0 0,0 0 0,-1 0 0,1 0 0,0-1 0,-1 1 0,0-1-1,1 1 1,-3 0-38,-9 5 166,-1-1 0,0 0 0,0-1 0,-7 1-166,16-4 29,-16 4 56,-1-2 0,1 0 0,-1-1 0,0-1-1,0-2 1,-12-1-85,34 1-22,0 0-1,0 0 0,0 0 0,0 0 0,0 0 0,0 0 1,0 0-1,1-1 0,-1 1 0,0 0 0,0-1 1,0 1-1,1-1 0,-1 1 0,0-1 0,0 1 0,1-1 1,-1 0-1,0 1 0,1-1 0,-1 0 0,1 1 1,-1-1-1,1 0 0,-1 0 0,1 0 0,-1 1 1,1-1-1,0-1 23,-1 0-105,1 0 1,0 0 0,0 0 0,0-1-1,0 1 1,0 0 0,0 0-1,1 0 1,-1 0 0,1 0-1,0 0 1,-1 0 0,1 0 0,1-2 104,2-2-465,0-1-1,0 1 1,1 0 0,0 0 0,0 0 0,1 1 0,1-2 465,29-23-5385,16-7-7591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1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13275,'0'0'5433,"0"0"-3281,0 0-519,0 0-769,47 140-672,-36-118-120,-3-9-72,-2-13-912,0 0-3401,-4-23-6889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15483,'0'0'4569,"0"0"-2082,0 0-697,0 0-867,0 0-955,12-8-557,-5 3 442,-4 3 38,0-1 0,0 1 0,0 0 0,0 0 0,0 0 0,0 0 0,0 1 0,1-1 0,-1 1 0,1 0 1,-1 0-1,1 0 0,-1 0 0,1 1 0,0 0 0,-1-1 0,1 1 0,0 0 0,-1 1 0,1-1 0,0 1 0,-1 0 0,1 0 0,-1 0 0,1 0 0,-1 0 0,3 2 109,11 7-770,-1 1-1,0 0 1,-1 1-1,0 1 1,12 13 770,-12-9 393,-1 1-1,0 0 1,-2 1 0,0 1 0,-1 0 0,-1 0-1,3 10-392,1 8 1778,-1 1 0,-2 0 0,4 34-1778,3 58 742,-13-84-584,1 15-283,0-23-3510,-3-36-1914</inkml:trace>
  <inkml:trace contextRef="#ctx0" brushRef="#br0" timeOffset="1">552 658 14123,'0'0'2881,"0"0"-209,0 0-407,0 0-1025,0 0-840,0 0-368,0 0-32,106 90-1480,-84-112-5362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2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273 365 10098,'0'0'4568,"0"0"-2613,-27-2-317,-90-1-365,112 3-1203,0 0 0,0 1 0,0-1 0,0 1 1,0 0-1,0 1 0,0-1 0,0 1 0,1 0 0,-1 1 0,1-1 0,-1 1 0,1-1 0,0 1 0,0 1 0,0-1 0,0 0 0,1 1 0,-1 0 1,1 0-1,0 0 0,0 0 0,0 0 0,1 1 0,0-1 0,-1 1 0,1 1-70,-2 7 190,0-1 0,1 1-1,1 0 1,0-1 0,0 1 0,2 0-1,-1 0 1,2 10-190,0-18 20,0 1-1,0-1 1,0 1 0,1-1-1,0 0 1,0 0-1,0 0 1,0 0-1,1 0 1,0 0 0,0 0-1,0-1 1,1 0-1,0 1 1,-1-1-1,1-1 1,1 1 0,-1 0-1,1-1 1,-1 0-1,1 0 1,0-1-1,0 1 1,0-1 0,0 0-1,0 0 1,1-1-1,-1 1 1,1-1-1,-1-1 1,4 1-20,-2 0-4,-1 0 0,1 0 0,0-1 0,0 0 1,0 0-1,-1-1 0,1 0 0,0 0 0,0 0 0,-1-1 0,1 0 0,-1-1 0,0 1 0,1-1 1,-1 0-1,0-1 0,-1 0 0,1 1 0,-1-2 0,1 1 0,-1-1 0,-1 0 0,1 0 1,-1 0-1,4-5 4,-2-3-74,-1 0 1,0 0-1,-1 0 1,0-1-1,-1 1 1,0-1-1,-1 0 1,-1 0-1,0-13 74,-1-12-154,-2 1-1,-7-38 155,-1 25-14,-2 1 0,-3-1 14,1 4 1530,2-1 0,0-15-1530,26 125 312,2 0-1,3-2 0,3 0 0,25 50-311,-31-75 65,-5-9-361,2 0 0,1 0 0,1-1 1,7 7 295,-9-15-1473,1 0 0,1-1 0,11 9 1473,19 9-9050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2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16187,'0'0'2450,"0"0"-508,0 0-192,0 0-758,-20 28-497,-60 88-259,78-113-227,0 0 0,1-1 0,-1 1 0,1 0 0,0 0 0,-1 0 0,1 0 0,1 0 0,-1 0 0,0 0 0,1 0 1,-1 0-1,1 0 0,0 0 0,0 1 0,0-1 0,1 0 0,-1 0 0,1 1-9,0-2 6,0 0 0,0 0-1,0 0 1,1-1 0,-1 1 0,0 0 0,1-1 0,-1 1-1,1 0 1,0-1 0,0 0 0,-1 1 0,1-1 0,0 0-1,0 0 1,0 0 0,0 0 0,0-1 0,3 2-6,2 0-1,1-1 0,0 0 0,-1 0 0,1 0 0,0-1 1,0 0-1,0 0 0,0-1 0,0 0 0,-1 0 0,2-1 1,-2-2 15,-1 0-1,1 0 1,-1-1-1,0 0 1,0 0-1,0 0 1,-1-1-1,1 0 1,-1 0-1,-1 0 1,1 0-1,-1-1 1,0 0-1,-1 0 1,1 0-1,1-6-14,-5 13 38,0-1 0,0 1 1,0 0-1,0 0 0,0-1 0,0 1 0,0 0 0,0-1 0,0 1 0,1 0 1,-1 0-1,0-1 0,0 1 0,0 0 0,0 0 0,1 0 0,-1-1 0,0 1 1,0 0-1,0 0 0,1 0 0,-1 0 0,0-1 0,0 1 0,1 0 0,-1 0 1,0 0-1,0 0 0,1 0 0,-1 0 0,0 0 0,1 0 0,-1 0 0,0 0 1,0 0-1,1 0 0,-1 0 0,0 0 0,1 0 0,-1 0 0,0 0 0,0 0 1,1 0-1,-1 0 0,0 0 0,0 1 0,1-1 0,-1 0 0,0 0 0,0 0 1,0 0-1,1 1 0,-1-1 0,0 0 0,0 0-38,14 16-18,-11-13 128,6 10-142,1-1 1,1 0-1,1-1 1,-1-1-1,1 1 1,1-2 0,0 0-1,1 0 1,-1-2-1,1 1 1,7 1 31,-4-3-914,0 0 1,1-2-1,0 0 1,0-1 0,0 0-1,6-1 914,30-1-8604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3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176 124 10578,'0'0'6354,"0"0"-3922,0 0-231,-148 45-825,126-13-800,16 8-376,6 0 8,9 0 16,27-5-80,6-9-24,5-14-120,3-9-240,0-11-1168,-11-22-2721,-14-8-2728</inkml:trace>
  <inkml:trace contextRef="#ctx0" brushRef="#br0" timeOffset="1">176 124 16019,'41'-123'5066,"-41"123"-3098,0 5-1272,20 27-352,13 14 280,3 9-336,3 0-216,-8 0-72,-3 0-744,-9-15-1512,-10-12-7658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3:09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2536 0 5145,'0'0'784,"0"0"-568,-175 105-8,77-47 649,-38 22 471,-50 43-200,-68 62-504,-33 48-128,-30 42-352,-6 31-144,12 2-608,66-65-2160,41-38-2185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3:1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6225 0 6489,'0'0'787,"0"0"-516,0 0 36,0 0 26,-19 23 238,-48 54 304,-4-4 0,-35 27-875,-285 212 206,17-35-188,-104 65-5,-164 108-169,-955 686 1003,58 66 472,1209-909-2849,-181 215 1530,412-400-3815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3:10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6790 1 1584,'0'0'897,"-145"123"-617,-25 9 760,-127 94-248,-96 62-224,-86 55-152,-58 40 56,-9 0 16,-24 25 481,-12 18 1007,14-1-584,31-9-720,47-33-399,64-35-169,62-42-104,52-39 0,97-79-1585,57-48-3824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3:1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5175 1 4201,'0'0'2094,"-25"28"-1245,-27 32-734,-226 249 2615,91-121-1803,-103 78-197,-90 64-163,-976 799-112,-508 445-378,1580-1316-83,272-248-25,-335 295-1481,248-228-4147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3:1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5805 1 9890,'0'0'1059,"0"0"-606,0 0-116,-26 6-213,3 0-122,1 1 1,0 1 0,0 1-1,1 0 1,1 2 0,-1 0-1,2 2 1,0 0 0,0 1-1,-11 12-2,-136 125 3,-84 77 1,-82 68-17,-75 57-50,-2070 1813 186,2051-1773-3,56-48-30,209-193-324,-335 309 74,163-173-5223,211-189-121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3:12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905 0 5961,'0'0'1457,"0"0"-1089,0 0-224,0 0-136,-159 131 8,92-61-8,-38 45 8,-93 100-16,20-17-680,-20 12-1873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3:1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1779 1 4745,'-445'468'3305,"-3"-7"-2137,142-148-1096,69-80-24,70-73-48,59-52-928,52-51-1345,45-49-2584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3:13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3544 1 6809,'-167'178'937,"-64"62"-937,-81 78 0,-55 43 0,-42 22 0,-45 45-224,-19 20-305,-9 15 433,120-112 88,75-63-176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13.393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2247 1 3713,'0'0'4169,"0"0"-3569,0 0 272,0 0 536,0 0-896,-148 50-272,48-3-232,-61 31 48,-82 37-48,-52 20 48,-16 5-48,21-14-8,62-26 24,61-23-24,58-19 57,17 0-57,37-16-569,7-7-3736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13.88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3290 0 3633,'0'0'720,"0"0"-528,0 0 432,-161 58 488,61-18-408,-65 25-279,-91 35-225,-58 23-8,-40 20 64,-16 4 112,33-7-272,25 1-40,34-11-48,50-12 0,64-23 0,36-5-8,50-30-152,33-20-1425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14.46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3307 0 5801,'0'0'1192,"0"0"-823,0 0-129,-153 78 816,89-48 288,-14 5-248,-39 15-231,-61 28-369,-92 39-272,-64 34-168,-39 14-56,-11 5-32,39-15-72,36-9-168,47-19 40,54-12-409,74-37-1615,37-20-4337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14.98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4410 0 5793,'0'0'824,"0"0"-407,0 0 751,0 0-152,-203 68-472,116-31 80,-49 24-288,-73 41-88,-105 66 112,-68 42-128,-49 41 73,-20 22 63,17 0-16,-6 2-16,25-7 344,20-25-384,111-73-296,56-45-7026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18.06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2431 0 4609,'0'0'776,"0"0"-336,0 0 544,-184 178-31,118-113 127,-18 13-48,-30 24-272,-45 34-48,-44 29-143,-25 8-305,-3-3-96,5-17-120,12-16-32,-3-1-16,2-21-136,57-33-2169,27-29-736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18.57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630 0 3225,'-200'181'616,"16"-11"-272,70-62 496,47-38-240,31-23-416,8-4-184,28-18-56,0-10-840,39-15-3761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18.904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1 622 6313,'0'0'977,"147"-73"-681,-52 31-200,16-6-48,0-2-48,6-5 16,3-5 32,2-5-40,37-25-16,-31 17-472,-22 8-6834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19.23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0 459 6081,'0'0'416,"0"0"-344,145-153-72,-78 80 80,13-19-8,-18 19-72,-12 6-720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19.60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126 1 696,'0'0'1592,"-64"253"-799,36-163-793,-5-3-424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0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60 143 4153,'0'0'11526,"0"0"-7437,3 21-2512,23 139 1193,8-2 1,48 135-2771,-60-233-504,-21-94-3389,-6 13 1694,-1 0 1,0 1-1,-2 0 1,0 0-1,-3-3 2199,-56-96-4184,39 73 5531,3-1 0,-5-15-1347,24 47 1045,0-1 1,0-1-1,2 1 0,0-1 0,1 0 1,1 0-1,0 0 0,1 0 0,1-2-1045,1 10 171,0 0-1,0 0 0,1 1 1,0-1-1,0 1 0,1 0 0,1-1 1,-1 1-1,1 0 0,0 1 0,1-1 1,0 1-1,0 0 0,1 0 0,4-5-170,0 2 121,1 1-1,0 0 1,0 1-1,1 0 1,0 1-1,0 0 1,1 1-1,0 0 0,0 1 1,0 0-121,3 0 78,0 1 0,1 0 0,-1 1 0,1 1 0,-1 1 0,1 0 0,0 1 0,8 1-78,-14 0 68,-1 1-1,1 0 1,0 0 0,-1 1 0,0 0 0,0 1-1,0 0 1,0 1 0,0 0 0,-1 0-1,0 1 1,5 4-68,-4 0 57,1 0-1,-2 1 0,1 0 1,-1 1-1,-1 0 0,0 0 1,-1 1-1,-1 0 0,0 0 1,0 1-1,-1 0 1,-1 0-1,0 0 0,-1 0 1,-1 0-1,0 1 0,-1-1 1,0 1-1,-1 0 0,-1-1 1,-1 3-57,1-7 36,0 0 0,-1 1 0,0-1 1,-1 0-1,0 0 0,0 0 0,-1-1 1,-1 1-1,1-1 0,-2 0 0,1 0 0,-1-1 1,0 0-1,-1 0 0,0 0 0,0-1 0,-1 1 1,0-2-1,0 1 0,-1-1 0,1-1 1,-1 0-1,0 0 0,-1 0 0,1-1 0,-1-1 1,0 0-1,0 0 0,-8 1-36,3-1 0,1-2 0,-1 1 0,1-2 0,-1 0 0,1 0 0,-1-2 0,-3 0 0,15 2-80,1-1 0,-1 1 0,0-1-1,0 0 1,1 1 0,-1-1 0,0-1 0,1 1 0,-1 0-1,1 0 1,-1-1 0,1 0 0,0 1 0,-1-1 0,1 0 0,0 0-1,0 0 1,0-1 0,1 1 0,-1 0 0,0-1 0,1 1 0,0-1-1,-1 1 1,1-1 0,0 0 0,1 1 0,-1-1 0,0 0 0,1 0-1,-1 0 1,1 1 0,0-1 0,0 0 0,0 0 0,0 0-1,1 0 1,-1 0 0,1 1 0,0-1 80,1-5-632,1-1-1,0 1 1,0 1 0,1-1-1,0 0 1,0 1 0,1 0-1,0 0 1,0 0-1,1 1 1,-1 0 0,2-1 632,37-38-7311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40 234 11747,'0'0'2896,"0"0"-907,-7 23 119,5-16-1969,-6 19 426,1 0 0,2 0-1,0 0 1,1 9-565,3-26 127,1 0 1,0 0-1,0 0 0,1 0 1,0 0-1,1 0 0,-1 0 1,2 0-1,-1 0 0,1-1 0,1 0 1,-1 1-1,2-1 0,-1-1 1,1 1-1,0 0 0,3 2-127,0-2 55,0-1 0,1 0 0,-1 0 0,1-1 0,1 0 0,-1 0 0,1-1 0,0 0 0,1-1-1,-1-1 1,1 1 0,-1-1 0,1-1 0,0 0 0,0-1 0,0 0 0,0 0 0,5-2-55,-7 1 16,1 0 0,0-1 0,0-1 0,0 0 0,-1 0 0,1-1 0,-1 0 0,1 0 0,-1-1 0,0-1 0,-1 1 0,1-1 1,-1-1-1,0 0 0,0 0 0,0 0 0,-1-1 0,0 0 0,-1-1 0,4-3-16,-3-1-14,0-1 1,0 1-1,-1-1 0,-1-1 1,0 1-1,-1-1 0,0 0 1,0-9 13,3-19-304,-3-1-1,-1-7 305,2 31 10,4 22 21,10 30 10,42 161 99,-26-75-48,-36-128 170,0-1 0,0 0-1,1 1 1,0-1 0,2-9-262,-1-30 91,-11-321 61,10 364-220,0 0-1,0 1 1,1-1-1,0 0 1,0 0-1,0 1 1,1-1 0,-1 1-1,1-1 1,1 1-1,-1 0 1,3-3 68,-2 4-430,0 0 1,0 0-1,1 0 0,0 0 1,0 0-1,0 1 1,0 0-1,4-3 430,22-8-6867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1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13811,'0'0'6129,"0"0"-5289,0 0 793,-3 153 199,14-18-223,9 0-617,2-12-96,0-25-152,1-36-456,2-2-168,3-5-120,5-19-368,0-21-1144,29-18-513,-12-24-2096,-6-16-8985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1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148 122 15283,'-5'21'2378,"3"-13"-2211,-7 24 841,1 1 0,2 1 0,2-1 0,0 1 0,3 0 0,0 2-1008,2-33 61,-1 1 0,1 0 1,0 0-1,0 0 0,0-1 0,0 1 1,1 0-1,-1-1 0,1 1 0,0-1 1,0 0-1,0 1 0,1-1 0,-1 0 1,1 0-1,0-1 0,0 1 1,0-1-1,3 3-61,0-1 71,0-1 0,1 0-1,0 0 1,0 0 0,0-1 0,0 0 0,0 0 0,0-1 0,1 0 0,3 0-71,6 0 77,1-1-1,-1-1 1,0 0 0,0-1 0,0-1 0,-1-1 0,1 0-1,-1-1 1,5-3-77,-7 2 27,0-1-1,-1-1 1,1-1-1,-2 0 1,1 0-1,-1-1 1,-1-1-1,1 0 1,-2 0-1,0-1 1,0-1-1,1-3-26,-5 7 11,-1 0 0,0-1-1,0 1 1,-1-1 0,0 0 0,-1 0-1,0-1 1,0 1 0,-2 0-1,1-1 1,-1 1 0,0-1 0,-1 0-1,-1 1 1,0-1 0,0 1-1,-1-1 1,-2-7-11,2 12 0,0 0 0,-1 1 0,0-1 1,0 0-1,-1 1 0,1 0 0,-1 0 0,-1 0 0,1 0 0,0 1 1,-1-1-1,0 1 0,0 0 0,-1 1 0,1-1 0,-1 1 0,1 0 0,-1 0 1,0 1-1,0 0 0,-5-1 0,-12-4-70,0 2 1,0 1 0,-1 0-1,1 2 1,-10 1 69,1-1-657,0 2-1,0 1 1,0 2 0,1 1-1,-1 1 1,1 2 0,0 1 0,-1 2 657,-21 15-6162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1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11923,'0'0'3664,"-1"26"-1607,1-14-1819,-2 162 3461,4-141-2911,0 0 0,2 0 0,2 0 0,8 28-788,-9-46 162,-2-3-65,0-1 0,1 0 0,0 0 0,0 0 0,2 0 0,-1-1-1,1 1 1,1-2 0,0 1 0,5 5-97,-11-26 303,-2-6-325,-2-1 1,0 0-1,-1 1 1,0-1-1,-5-8 22,-13-61-85,21 80 84,-3-16-31,2 0 1,0 0-1,2-19 32,0 38-9,0 0-1,0 0 1,0 0 0,1 0 0,0 0 0,0 0 0,0 0 0,0 0 0,0 1-1,1-1 1,0 0 0,-1 1 0,1-1 0,1 1 0,-1-1 0,0 1 0,1 0 0,0 0-1,0 0 1,0 1 0,0-1 0,0 1 0,0-1 0,2 0 9,2 1 1,0 0 0,-1 0 0,1 0 0,0 1 0,0 0 0,0 0 0,0 1 0,0 0 0,0 0 0,0 1 0,0 0 0,0 0 0,0 0 0,0 1 0,0 0 0,0 1-1,-1-1 1,0 1 0,1 1 0,-1-1 0,0 1 0,0 0 0,-1 0 0,1 1 0,0 1-1,15 13 26,-1 0 0,-1 2 0,-1 0 0,-1 1 1,9 17-27,-9-16 14,-2 1 0,0 0 0,-2 1 0,-1 1 0,-1 0 1,-1 1-1,-2-1 0,5 22-14,-16-92-70,2 1 1,3-28 69,0-8-136,-2 62 125,1 1-1,1 0 1,0 0 0,1 1-1,1-1 1,3-8 11,-5 19 0,0 1 1,-1-1-1,2 1 0,-1 0 0,0 0 1,1 0-1,0 0 0,0 0 1,0 1-1,1 0 0,1-3 0,-3 5 6,1-1-1,-1 1 0,0 0 0,1 0 0,-1-1 0,1 2 1,0-1-1,-1 0 0,1 0 0,0 1 0,-1 0 1,1-1-1,0 1 0,-1 0 0,1 0 0,0 0 0,-1 1 1,1-1-1,0 1 0,-1 0 0,1-1-5,3 3 26,-1-1 0,1 1 0,-1 0 0,1 0 0,-1 1 0,0-1 0,-1 1 0,1 0 0,-1 1 0,1-1 0,-1 1 0,-1 0 0,1 0 0,-1 0 0,3 5-26,8 15 76,-2 1 1,9 23-77,-17-39 9,17 52 14,-17-48-267,0 0 0,1 0 0,0 0 0,1 0 0,0-1 0,2 0-1,-1 0 1,1-1 0,1 0 0,1 0 0,0-1 244,7 4-5198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2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181 173 13051,'0'0'2144,"0"0"-291,0 0-265,24-16-783,72-52-471,-72 42-26,-24 25-286,1 1 0,-1-1 0,0 0 0,1 1-1,-1-1 1,0 0 0,0 1 0,0-1 0,0 0 0,0 1 0,0-1-1,0 0 1,0 0 0,0 1 0,0-1 0,0 0 0,0 1 0,0-1-1,0 0 1,-1 0 0,1 1 0,0-1 0,-1 0-22,0 0 56,0 0 0,-1-1 0,1 1 0,-1 0 0,0-1 0,1 1 0,-1 0 0,0 1 0,0-1 0,0 0 0,0 0 0,1 1 0,-1-1-1,-1 1-54,2-1 11,-10-2 72,0 0 1,0 1 0,0 0-1,-1 0 1,1 1-1,0 1 1,-1 0-1,1 0 1,0 2-1,0-1 1,-1 1 0,1 1-1,-4 1-84,8-1 47,0 0 0,0 0 0,0 1 0,0 0 0,1 0 0,-1 1 0,1 0 0,0 0 0,1 0 0,-1 1 0,1 0 0,0 0 0,1 0 0,-1 0 0,1 1 0,0 0 0,1 0 0,0 0 0,-2 7-47,-2 4 62,2 1 0,0 0-1,1 0 1,1 1 0,1-1-1,1 1 1,0 0-1,1-1 1,2 1 0,0-1-1,3 13-61,-4-24-1,1 0 0,0-1 0,1 0-1,-1 1 1,1-1 0,1 0 0,-1 0 0,1 0-1,1-1 1,-1 0 0,1 1 0,0-2-1,0 1 1,1 0 0,0-1 0,0 0 0,0-1-1,0 1 1,1-1 0,0 0 0,-1-1 0,2 1-1,-1-1 1,0-1 0,1 0 0,-1 0-1,1 0 1,-1-1 0,1 0 0,2 0 1,4 0-155,0-1 0,0-1 0,-1 0 0,1-1 1,0 0-1,0-1 0,-1 0 0,1-1 0,-1-1 0,0 0 0,0-1 1,-1-1-1,0 1 0,0-2 0,0 0 0,-1 0 0,-1-1 1,2-1 154,-1-1-471,0-1 1,-1 0 0,0-1-1,0 0 1,-2 0 0,0-1-1,0 0 1,-1 0 0,-1-1-1,0 1 1,-1-2 0,-1 1-1,0 0 1,-1-1 0,0-12 470,-1 9-127,2-44 128,-9 25 3429,5 39-3324,-1-1 0,1 0 0,0 0 0,0 0 0,0 0 0,0 0 0,0 1 0,-1-1 0,1 0 0,0 0 0,0 0 0,0 0 0,0 0 0,-1 0 0,1 0 0,0 0 0,0 0 0,0 0 0,-1 0 0,1 0 0,0 0 0,0 0 0,0 0-1,-1 0 1,1 0 0,0 0 0,0 0 0,0 0 0,-1 0 0,1 0 0,0 0 0,0 0 0,0 0 0,-1 0 0,1 0 0,0 0 0,0-1 0,0 1 0,0 0 0,0 0 0,-1 0 0,1 0 0,0 0 0,0-1-106,-2 25 504,5 23-98,3 0 0,1-1-1,2 1 1,3-2 0,9 24-406,-2-2 154,-34-155-90,8 56-49,2 0 0,1 0 1,2 0-1,1 0 0,1 0 0,2 0 1,4-21-16,-4 47 35,-1-1 0,1 1 0,0 0 0,1 0 0,-1 0 0,1 0 0,0 1 0,1-1 0,0 1 0,-1 0 0,2 0 0,-1 0 0,0 0 0,1 1 0,0-1 0,0 1 0,0 0 0,1 1 0,-1 0 0,1 0 0,0 0 0,0 0 0,0 1 0,0 0-35,0 0 16,-1 1 0,1 0-1,-1 0 1,1 0-1,-1 1 1,1 0-1,-1 0 1,1 0-1,-1 1 1,1 0-1,-1 0 1,1 0-1,-1 1 1,0 0 0,0 0-1,1 0 1,-1 0-1,-1 1 1,1 0-1,0 0 1,-1 0-1,1 1 1,-1 0-1,0-1 1,0 1-1,-1 1 1,3 3-16,5 8 8,-1 0 1,-2 2-1,1-1 1,-2 1-1,0 0 0,-1 0 1,-1 1-1,-1 0 0,0 5-8,17 59-174,-20-80 67,0 1 0,0-1 0,1 0 0,0 0 0,-1 0-1,1 0 1,0-1 0,0 1 0,1 0 0,-1-1 0,1 1 0,-1-1-1,1 0 1,0 0 0,-1 0 0,1 0 0,2 0 107,2 2-1116,1-1 1,0 0-1,1 0 0,-1-1 1,0 0-1,4 0 1116,32 2-8723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2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31 14979,'0'0'2346,"-20"22"-883,4-4-1105,2-4-43,0 2 1,2-1 0,-1 2-1,2-1 1,0 2-1,1-1 1,1 1-1,1 1 1,-2 7-316,5-11 208,1 0 0,0 1-1,2-1 1,0 1 0,0 0 0,1 0-1,1 0 1,1 0 0,0 0 0,2 5-208,-2-14 30,1-1 0,0 0 0,0 0 0,0 0 1,1 0-1,0-1 0,0 1 0,0-1 1,1 1-1,-1-1 0,1 0 0,0-1 0,1 1 1,0-1-1,-1 0 0,1 0 0,0 0 1,1 0-1,-1-1 0,1 0 0,-1 0 0,1-1 1,0 1-1,0-1 0,0-1 0,5 2-30,6 0 19,0 0-1,0-1 0,1-1 1,-1 0-1,0-2 1,0 0-1,0-1 0,0 0 1,0-1-1,0-2 0,0 1 1,-1-2-1,0 0 0,0-1 1,-1 0-1,0-2 1,4-2-19,-8 4 10,0-1 0,0-1 0,-1 0 0,0 0 0,-1 0 1,0-2-1,0 1 0,-1-1 0,-1 0 0,0 0 0,0-1 1,-1 0-1,-1-1 0,0 1 0,0-1 0,-2 0 1,1 0-1,-2 0 0,0 0 0,0-1 0,-1 1 0,-1-3-10,0 10 13,0 0-1,0 0 0,-1 0 0,0 1 1,0-1-1,0 0 0,-1 0 0,0 0 1,0 1-1,0-1 0,-1 1 0,0 0 0,0 0 1,0 0-1,-1 0 0,-3-4-12,0 2 17,-1 1-1,0 0 1,0 0-1,0 1 1,0 0 0,-1 0-1,0 1 1,0 0-1,0 1 1,-1 0-17,-36-9-76,38 11-26,0-1 1,1 1-1,-1-2 1,0 1-1,1-1 1,-1 0-1,1-1 1,0 1-1,0-1 1,0-1 101,-5-10-2506,10-1-2944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3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0 9898,'0'0'4290,"0"0"-2580,18 30 456,108 193 1161,-113-198-2988,-1 1-1,-1 0 1,-2 0 0,0 1-1,-2 0 1,-1 1-1,-1 0 1,-2 0 0,0 0-1,-2 19-338,-1-43 40,0 0 0,-1 0 0,1 0 1,-1 0-1,0 0 0,0 0 0,0 0 0,0 0 0,-1-1 0,0 1 0,0 0 0,0-1 0,0 1 0,0-1 0,-1 0 0,1 0 0,-1 0 0,0 0 0,0 0 0,0-1 1,0 1-1,-1-1 0,1 0 0,-1 0 0,1 0 0,-1 0 0,0 0 0,1-1 0,-1 0 0,0 0 0,-1 0-40,-16 4-67,0-1-1,-1-1 1,0-1 0,0-1-1,-9-2 68,8 1-209,-122 2-1847,50-1-3579,36-1-4745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410 353 11979,'0'0'2625,"-26"0"-503,-2-2-1370,9 0-348,1 1-1,-1 1 1,0 1 0,1 0 0,-1 1 0,1 1 0,0 1-1,-1 1-403,6 0 121,1 0 0,1 0 0,-1 1-1,1 1 1,0 0 0,0 1-1,1 0 1,0 0 0,0 1 0,1 0-1,0 1 1,-5 8-121,8-11 51,1 0-1,1 0 1,-1 0-1,1 1 1,0-1-1,1 1 1,0 0-1,0 0 1,1 0-1,0 1 1,0-1-1,1 0 1,0 1-1,0-1 1,1 1-1,1-1 1,-1 1-1,1-1 1,2 9-51,-1-13 17,0 0 0,0 0 1,0 0-1,0-1 0,1 1 0,0-1 0,0 0 0,0 1 1,0-1-1,0 0 0,1-1 0,-1 1 0,1-1 1,-1 1-1,1-1 0,0 0 0,0 0 0,0-1 1,1 1-1,-1-1 0,0 0 0,0 0 0,1-1 0,-1 1 1,2-1-18,20 3 72,-1-1 0,1-1 0,22-3-72,-40 2 18,12-2-26,0 0 0,0-1 0,0 0-1,0-2 1,0 0 0,-1-2 0,19-8 8,-31 12-48,1-1 1,-1 0-1,0 0 0,0-1 1,0 0-1,0 0 0,-1-1 0,0 1 1,0-2-1,-1 1 0,1 0 1,-1-1-1,-1 0 0,1 0 1,-1-1-1,-1 1 0,1-1 1,-1 0-1,-1 0 0,3-7 48,-2-10-111,0 0 1,-1 0-1,-2-1 0,0 1 1,-2 0-1,-4-22 111,-10-35 498,-13-35-498,5 21 1526,16 64 808,7 31-1594,1 6-386,3 26-227,1-1 1,2 1-1,1-1 0,1 0 1,1-1-1,4 6-127,9 31 57,-20-62-84,4 19-6,1 0 1,2 0 0,0-1 0,2 0 0,4 6 32,-11-22-339,0 0 1,0 0-1,1-1 0,0 0 1,0 0-1,0 0 0,1 0 1,0-1-1,0 0 0,0 0 1,0-1-1,0 1 1,1-1-1,0-1 0,0 1 1,-1-1-1,1 0 0,0-1 1,6 1 338,32 0-9570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3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15 156 15899,'0'0'2118,"-2"21"-179,-2 4-1326,1-8-258,0 0 0,1 0-1,1 0 1,1 0 0,1 0 0,0 0 0,2 7-355,-2-18 87,1 0 1,0 1-1,0-1 1,0 0-1,1 0 1,0-1-1,0 1 1,0-1-1,1 1 1,0-1-1,0 0 1,0 0-1,1-1 1,0 1 0,0-1-1,0 0 1,0 0-1,1-1-87,2 2 96,0-1 0,0 0 0,0-1 0,1 1 0,-1-2 1,1 1-1,0-1 0,0-1 0,0 0 0,0 0 0,0-1 0,5 0-96,-6 0 29,-1 0 0,1 0 0,-1-1 0,1 0 1,0-1-1,-1 0 0,0 0 0,1 0 0,-1-1 0,0 0 0,-1-1 0,1 1 0,0-1 0,-1 0 0,0-1 1,0 0-1,0 0 0,-1 0 0,1-1 0,-1 1 0,-1-1 0,1-1 0,-1 1 0,0-1 0,0 1 1,-1-1-1,0 0 0,0 0 0,-1-1 0,1 1 0,-1-3-29,-1 2-12,0 0-1,0 0 1,-1 0 0,0 0-1,0 0 1,-1 0 0,0 0-1,-1 0 1,0 0 0,0 1-1,0-1 1,-1 1-1,0-1 1,-1 1 0,1 0-1,-2 0 1,1 0 0,-1 1-1,0-1 1,0 1 0,0 0-1,-1 1 1,-4-4 12,3 3-255,-1-1 1,2 0-1,-1 0 1,1-1-1,0 0 1,1 0-1,-1 0 1,2-1-1,-1 0 1,1 1-1,1-2 1,-1 1-1,0-7 255,2-20-5198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4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0 16243,'0'0'1777,"0"0"87,0 0-183,81 160-681,-39-92-472,-9 2-288,-10 3 120,-15-8-120,-8-5-64,0-7-80,-3-11-8,-16-9-80,-6-3 0,-12-8-8,-7-4-456,-23-11-656,9-2-1537,10-5-4976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0 13499,'0'0'3913,"0"0"-2233,0 0-88,-139 140-255,120-64-169,13-1-272,6-3-240,20-12-376,21-12-152,15-20-128,11-16-8,47-12-256,-14-15-1016,-8-10-3177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1 10786,'0'0'5199,"-27"9"-2741,4-3-1906,11-3-305,0 0 0,-1 0-1,1 1 1,1 1 0,-1 0 0,1 1 0,0 0-1,0 0 1,1 2 0,-1-1 0,2 1 0,-1 0-1,-7 10-246,9-8 142,0 1 0,1 1 0,0-1-1,0 1 1,2 0 0,-1 1 0,2-1-1,0 1 1,0 0 0,1 0-1,0 1 1,2-1 0,-1 1 0,2-1-1,0 1 1,0-1 0,1 0 0,3 12-142,-3-21 2,0 0 1,1-1 0,-1 1 0,1 0 0,0-1 0,0 0-1,1 1 1,-1-1 0,1 0 0,-1 0 0,1 0-1,0 0 1,0-1 0,0 1 0,1-1 0,1 2-3,2 0 2,1-1 1,-1 1-1,1-1 1,0-1 0,0 1-1,0-1 1,0-1-1,4 1-2,1 0-41,1-1 0,0-1-1,-1 0 1,1-1 0,0 0-1,-1-1 1,1 0-1,-1-2 1,0 1 0,6-4 41,-10 3-140,1-2 1,-1 1 0,1-1 0,-2-1 0,1 0 0,-1 0 0,0 0 0,0-1-1,-1-1 1,0 1 0,-1-1 0,0 0 0,0 0 0,-1-1 0,0 0-1,0 0 1,-1 0 0,2-10 139,2-9-340,-1-1 0,-2 0 1,-1 0-1,-1-1 0,-1 1 0,-2-6 340,3 18 1839,5 28-921,6 30-465,12 53 198,-5 2 0,-4 0 1,-1 34-652,-21-230-208,5 0 1,5-8 207,-4 98 35,0 1 1,2-1 0,-1 1-1,1-1 1,1 1-1,0 0 1,0 0-1,1 0 1,5-7-36,-8 14 25,0 0 1,0 0 0,0 0-1,0 0 1,1 0-1,-1 0 1,1 1 0,-1 0-1,1-1 1,0 1-1,0 0 1,0 0 0,1 1-1,-1-1 1,0 1-1,1-1 1,-1 1 0,1 0-1,-1 0 1,1 1-1,-1-1 1,1 1 0,0 0-1,-1 0 1,1 0-1,0 0 1,-1 0 0,1 1-1,-1 0 1,1 0-1,-1 0-24,3 1 21,-1 1 1,0 0-1,0 0 1,0 1 0,0 0-1,0 0 1,-1 0-1,0 0 1,0 0 0,0 1-1,0 0 1,-1 0 0,0 0-1,0 0 1,0 1-1,-1-1 1,1 1 0,-1 1-23,8 19 65,-2 0 0,-1 0 0,1 11-65,16 138 30,-24-173-83,1 0 0,-1 1 1,0-1-1,1 0 0,0 0 1,-1 0-1,1 0 0,0 0 1,0 0-1,0 0 1,0 0-1,1 0 0,-1 0 1,0-1-1,1 1 0,-1 0 1,1-1-1,0 1 0,-1-1 1,1 0-1,0 1 0,2 0 53,33 5-5561,-5-7-5955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5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13715,'0'0'5097,"0"0"-2274,0 0-1454,6 27-399,10 52-395,53 283 1427,-61-301-1814,3 23 121,7 17-309,-18-99 3,0-7-32,0-5-9,-1-1 0,0 1 1,0 0-1,-1-1 0,0 1 0,-1 0 1,-1 0-1,1 1 0,-1-1 1,-1 1-1,0 0 0,0 0 0,-1 0 1,0 0-1,0 1 0,-1 0 1,0 1-1,-1 0 0,1 0 0,-1 0 1,-1 1-1,1 0 0,-1 0 1,0 1-1,0 1 0,-1-1 0,0 2 1,1-1-1,-1 1 0,0 1 1,-1-1-1,-2 1 38,7 1-1,-1 1 1,0-1 0,1 1-1,-1 0 1,1 1-1,-1-1 1,0 1-1,1 1 1,-1-1-1,1 1 1,0 0 0,-1 1 0,3-1 1,0 1 1,0 0 0,0 0 0,0 0 0,1 0-1,-1 0 1,1 1 0,0-1 0,0 1 0,1 0-1,-1 0 1,1 0 0,-1 0 0,1 1 0,1-1-1,-1 1 1,0-1-2,-2 11 38,0-1-1,0 1 0,2 0 1,0 0-1,0 0 0,1 0 1,1 6-38,0-16 10,0-1 1,0 1-1,1 0 1,-1-1-1,1 1 1,0-1-1,0 1 1,0-1-1,1 1 1,-1-1-1,1 0 1,0 0-1,1 0 1,-1 0-1,1 0 1,-1 0-1,1-1 1,0 1-1,1-1 1,-1 0-1,1 0 1,-1 0-1,1 0 1,0-1-1,2 2-10,3-1 1,1 1 0,0-2 0,0 1 0,0-1-1,1-1 1,-1 0 0,0 0 0,1-1 0,-1-1-1,0 1 1,1-2 0,-1 1 0,0-1 0,0-1-1,0 0 1,0 0 0,-1-1 0,1-1 0,6-3-1,2-2-477,-1-1 1,-1 0-1,1-2 0,3-4 477,56-58-5964,-29 19-5688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5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106 156 14683,'0'0'5393,"0"0"-4408,0 0 895,8 143-392,-2-81-848,-1-1-160,4-14-328,-7-12-144,7-15-8,-1-17-648,9-16-728,0-22-1609,-4-7-10521</inkml:trace>
  <inkml:trace contextRef="#ctx0" brushRef="#br0" timeOffset="1">0 13 11330,'0'0'8770,"0"0"-6801,0 0-121,0 0-1664,0 0-184,0 0-768,0 0-872,109-12-3906,-76 32-6536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6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254 298 13179,'0'0'2832,"0"0"-424,0 0-648,-26 9-728,-86 33-286,104-37-639,0 1 0,0-1 0,1 1 0,0 1 0,0-1 1,0 1-1,1 0 0,0 1 0,1 0 0,-1-1 0,1 2 1,1-1-1,0 1 0,0-1 0,1 1 0,-1 0 0,2 0 1,0 1-1,0-1 0,0 1-107,0 1 78,-1 1 0,1 0 0,1-1 0,0 1-1,1 0 1,0 0 0,1 3-78,0-11 10,-1 0 0,1-1 0,0 1 0,0 0 0,0-1 0,0 1 0,0-1 0,1 0 0,0 1 0,0-1 0,0 0 0,0 0 0,0 0 0,0 0 0,1 0-1,0-1 1,-1 1 0,1-1 0,0 1 0,0-1 0,0 0 0,1 0 0,-1-1 0,2 2-10,12 1 6,1 1 0,0-2 0,0 0 1,0-1-1,0-1 0,1-1 0,-1-1 0,0 0 0,0-1 1,0-1-1,0-1 0,0 0 0,-1-1 0,0-1 1,0-1-1,4-2-6,-15 6-33,-1 0 1,0-1-1,0 1 1,0-1 0,0 0-1,-1 0 1,1 0-1,-1-1 1,0 0-1,0 0 1,-1 0 0,1 0-1,-1 0 1,-1-1-1,1 0 1,-1 1-1,1-1 1,-2 0-1,1-2 33,2-11-189,-2 0 0,0-1-1,-1 1 1,-1-1-1,-2-7 190,1-21-454,0 2-252,-2-1 0,-1 0 0,-12-44 706,6 50 1695,-2 0 0,-11-25-1695,19 55 666,5 13-288,12 29-205,21 52-199,21 99-3399,-44-146-217,1 11-6205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0 10818,'0'0'4504,"0"0"-2340,-34 2-59,34-2-2105,-59 2 1403,-26 6-1403,75-6 92,1 1 0,-1 0 0,0 0 0,1 0 1,0 1-1,0 1 0,0 0 0,0 0 0,1 0 0,0 1 0,0 0 1,0 1-1,1 0 0,0 0 0,0 1 0,1 0 0,0 0 0,0 0 1,1 1-1,0-1 0,1 1 0,-3 7-92,1-2 117,0 0 0,0 1-1,2-1 1,0 1 0,0 0 0,2 1 0,0-1-1,1 0 1,0 1 0,1-1 0,1 1 0,0 1-117,0-13 15,0 1 0,1 0 0,-1-1 1,1 0-1,0 1 0,0-1 0,0 0 1,1 0-1,-1 0 0,1 0 1,0-1-1,0 1 0,0-1 0,1 0 1,-1 0-1,1 0 0,0 0 0,0 0 1,0-1-1,0 0 0,0 0 0,0 0 1,1 0-1,-1 0 0,1-1 1,-1 0-1,1 0 0,-1 0 0,5-1-15,5 2 15,1 0 0,0-2 0,-1 0 0,1 0-1,0-2 1,-1 0 0,1 0 0,-1-1 0,4-2-15,-9 2 59,-1 0-1,0-1 1,1 0 0,-2-1 0,1 1 0,0-1 0,-1-1 0,0 1 0,0-1-1,-1-1 1,0 1 0,0-1 0,0 0 0,-1 0 0,0-1 0,0 0-1,-1 0 1,0 0 0,0 0 0,-1-1 0,0 1 0,1-9-59,3-12 319,-2-1 0,-2 0 0,0 0 0,-2-1 0,-2-15-319,1 23 45,1 53-47,1-1 0,1 1 0,1 0 0,2 0 2,-3-17-30,0 0 1,1 0-1,1 0 1,0-1-1,0 1 1,2-1 0,-1 0-1,1-1 1,1 0-1,2 3 30,-6-11-98,-1 0 0,0 0 0,1-1 0,0 1 0,-1-1 0,1 0 0,0 0 0,0 0-1,0 0 1,0-1 0,1 0 0,-1 0 0,0 0 0,1 0 0,-1-1 0,3 1 98,9-1-993,-1 0-1,1-1 1,-1-1 0,1 0 993,33-11-8254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6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0 432,'0'0'19284,"0"0"-16339,0 0-1977,0 0 448,-6 198-207,26-93-681,2 0 8,0-7-40,3-18-160,-5-17-336,-4-18-72,4-25-1072,-9-13-833,-5-7-2912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7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0 314 16067,'0'0'3340,"0"0"-1699,0 0-606,30-18-617,97-57-380,-117 69-43,0 0 0,0 1-1,1 1 1,0-1 0,0 2-1,0-1 1,1 2 0,-1 0-1,1 0 1,-1 1 0,1 0-1,0 1 1,-1 0 0,1 1-1,0 0 6,-6 0 22,-1 0 0,0 1 0,0-1 0,0 1 0,0 0 0,0 1 0,0-1 0,0 1-1,-1 0 1,1 0 0,-1 0 0,0 1 0,0-1 0,0 1 0,0 0 0,2 4-22,10 13 263,-2 0 1,0 1 0,1 5-264,16 23 235,-24-41-208,0 0 1,1 0 0,0-1 0,0 0-1,1 0 1,0-1 0,0 0-1,1-1 1,8 5-28,-15-10 7,0 1 0,0 0 0,1-1-1,-1 0 1,0 1 0,1-2 0,-1 1 0,1 0 0,-1 0-1,1-1 1,-1 0 0,1 0 0,-1 0 0,1 0 0,-1 0-1,1-1 1,-1 0 0,0 0 0,1 0 0,-1 0 0,0 0-1,1 0 1,-1-1 0,0 0 0,0 1 0,0-1 0,0 0-1,0-1 1,-1 1 0,1 0 0,-1-1 0,0 0 0,1 0-7,3-7-1,0 0 0,-1 0 0,-1 0 0,1 0 0,-2-1 0,1 0 1,-2 0-1,1 0 0,-2 0 0,1 0 0,-1-9 1,0 3 1,-1 0-1,0 0 0,-2 1 1,0-1-1,0 0 0,-2 1 1,-3-10-1,-14-17 2,-2-10-474,22 50-19,1-1 1,-1 0 0,1 1 0,0-1-1,-1 0 1,2 0 0,-1 1 0,0-1 0,1-1 489,6-15-10026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57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 15067,'0'0'2599,"0"0"-1333,-2 21-295,2-11-845,-2 0-24,2-1 1,-1 0 0,1 1-1,1-1 1,-1 1 0,2-1-1,-1 0 1,1 0 0,1 1-1,0-1 1,0-1 0,0 1-1,1 0 1,1-1 0,4 8-103,9 9 289,-1 0 1,-1 2 0,-1 0-1,-1 0 1,-2 1 0,-1 1 0,-1 0-1,-2 1 1,-1-1 0,-1 2-1,-1-1 1,-2 0 0,-1 8-290,-2-24 146,1-7-79,-1 0-1,0-1 1,-1 1-1,1 0 1,-1-1-1,0 1 1,-1-1-1,0 2-66,0-5 10,1-1 0,0 0 0,-1 0 0,1 0 0,-1 0 0,0 0 0,0 0 0,0 0 0,0-1-1,0 1 1,0-1 0,0 1 0,0-1 0,-1 0 0,1 0 0,0 0 0,-1 0 0,1 0 0,-1-1 0,1 1 0,-1-1 0,1 1 0,-3-1-10,-25 3-553,0-1 0,0-2 0,-1-1 0,1-1 0,0-1 0,0-2 0,0-1 0,-8-4 553,-42-12-6367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9:32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1376,'0'0'3948,"0"0"-2256,0 0-10,0 0 268,0 0-331,0 0-655,-6 1-252,-18 2-147,24-3-545,1 1 0,-1-1 0,0 0 0,0 0 0,0 0-1,1 0 1,-1 0 0,0 0 0,0 1 0,0-1 0,0 0-1,0 0 1,1 0 0,-1 0 0,0 1 0,0-1 0,0 0-1,0 0 1,0 0 0,0 1 0,0-1 0,0 0 0,0 0-1,0 1 1,0-1 0,0 0 0,0 0 0,0 0 0,0 1-1,0-1 1,0 0 0,0 0 0,0 0 0,0 1 0,0-1-1,0 0 1,0 0 0,0 0 0,0 1 0,0-1-1,-1 0 1,1 0 0,0 0 0,0 1 0,0-1 0,0 0-1,-1 0 1,1 0 0,0 0 0,0 0 0,0 0 0,0 1-1,-1-1 1,1 0-20,17 6 151,174 9 2264,102-8-2415,58 3 95,286-2 108,-369-11-157,-117 3-45,1047-12 10,689 20-499,-1410 5 107,403 6 321,-352-19 401,-525 0 435,-3 0 442,-1-1-1148,1 1 0,-1-1 0,1 1 0,-1-1-1,0 1 1,1-1 0,-1 1 0,0-1 0,1 1 0,-1-1 0,0 1 0,1 0 0,-1 0 0,0-1 0,0 1 0,1 0-1,-1 0 1,0 0 0,0 0 0,1 0 0,-1 0 0,0 0 0,0 0 0,0 0 0,1 0 0,-1 0 0,0 1 0,0-1-1,0 0-69,-1 0-192,0 1-1,0-1 1,0 0-1,0 1 1,-1 0-1,1-1 1,0 1-1,1 0 1,-1 0-1,0 0 1,0 0-1,-1 1 193,-27 34-6081,11-21-4533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47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14 9298,'0'0'6233,"0"0"-4286,0 0-1226,-3 38-116,-15 435 2151,17-401-2290,-19 259 1825,4-60-578,11-496-1576,1-90-7,7 241-114,3 0 0,3 1-1,7-18-15,15-41 35,18-38-35,-48 166-3,0 1 1,0-1-1,0 1 1,1 0-1,-1-1 0,1 1 1,0 0-1,0 0 1,0 0-1,1 0 1,-1 1-1,1-1 3,-2 3-4,-1-1 0,1 1 0,-1-1 0,1 1 0,0 0 0,-1 0 0,1-1 0,0 1 0,0 0 1,-1 0-1,1 0 0,0 0 0,-1 0 0,1 0 0,0 0 0,0 0 0,-1 0 0,1 0 0,0 0 0,-1 0 0,1 0 0,0 1 0,0-1 4,19 20-109,19 47 276,-4 2 0,-2 1 0,-4 2 0,2 13-167,-4-13 139,44 124 259,-11-29-72,45 81-326,-98-233-137,8 19-2094,-58-65 60,-12-4-3357,-2 2-3546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47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0 308 15075,'0'0'2465,"0"0"39,0 0-1111,0 0-713,212-93-504,-98 48-80,31 0-80,47-7-16,-31 12-1048,-16 7-4130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47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96 11122,'0'0'2153,"0"0"249,0 0-171,0 0-918,-27-15-559,-89-46-221,110 58-391,0 0 0,-1 0-1,0 0 1,0 1-1,1 0 1,-8 0-142,12 1 37,1 1 0,-1 0 0,0 0 0,0 0 0,1 0 0,-1 0 0,0 0 0,1 1 0,-1-1 0,0 1 0,1-1 0,-1 1 0,0 0 0,1-1 0,-1 1 0,1 0 0,-1 0-37,-1 2 49,1 0-1,0 1 0,0-1 0,0 0 0,0 1 0,1-1 0,-1 1 1,1 0-1,0-1 0,0 1 0,0 0 0,0 0 0,1 0 1,-1 2-49,-1 6 47,-6 59 535,3 0 1,3 0-1,3 1 1,4 10-583,3 15 789,4 1 0,5-2 1,23 74-790,20 36-2779,26 38 2779,-87-246-509,0 0 1,0-1-1,-1 1 0,1 0 1,0 0-1,-1 0 0,1 0 1,-1 1-1,0-1 0,0 0 1,0 0 508,-6-5-2444,-19-18-8488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48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1 285 13867,'0'0'2280,"0"0"-255,0 0-649,0 0-968,147-132-280,-75 97-128,31-10-744,-16 7-3457,-12 3-7761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48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 7842,'0'0'5246,"0"0"-2576,-25 5 357,-79 20-1386,98-22-1559,1-1 0,-1 1 0,0 1 0,1-1 0,-1 1 0,1 0 0,0 0 0,1 0 0,-1 1 1,1 0-1,-1 0 0,2 0 0,-1 0 0,0 0 0,1 1 0,0 0 0,0 0 0,1 0 0,0 0 0,0 0 0,0 0 1,1 0-1,-1 1 0,2 0-82,-2-1 94,-4 19 158,0 0 0,2 0-1,1 0 1,1 0 0,1 0-1,2 1 1,0-1 0,5 24-252,-4-43 21,-1 0-1,2 0 1,-1-1 0,0 1 0,1 0-1,0-1 1,1 0 0,-1 0-1,1 0 1,0 0 0,0 0 0,1-1-1,-1 0 1,1 1 0,0-2 0,0 1-1,0-1 1,2 1-21,2 1 11,0-1 0,1 0 0,-1 0 0,1-1 0,0 0 0,0-1 0,0 0 1,1-1-1,-1 0 0,0 0 0,3-1-11,-3 0-28,0-1-1,0 0 1,0-1 0,0 0 0,-1 0 0,1-1 0,0 0 0,-1-1 0,0 0 0,0 0 0,4-3 28,-8 3-52,0 1 1,0-1 0,0 0 0,0 0 0,-1 0 0,0-1 0,0 1 0,0-1 0,-1 0 0,1 0 0,-1-1 0,-1 1 0,1 0 0,-1-1 0,1 0 0,-2 0-1,1 0 1,0-3 51,0-4-77,-2 1-1,1 0 1,-2 0-1,1 0 0,-2-1 1,1 1-1,-2 0 0,0 0 1,0 0-1,-1 1 1,0-1-1,-1 1 0,-1 0 78,-3-7 195,0 1 0,-2 0 0,0 1 0,-1 0-1,-1 1 1,0 1 0,-13-11-195,26 25 23,0 0 0,0 0 1,0 0-1,0 1 0,0-1 0,0 0 0,0 0 0,0 1 0,0-1 0,0 0 1,0 0-1,0 0 0,0 0 0,0 1 0,-1-1 0,1 0 0,0 0 0,0 0 0,0 0 1,0 1-1,0-1 0,-1 0 0,1 0 0,0 0 0,0 0 0,0 0 0,-1 0 1,1 0-1,0 1 0,0-1 0,0 0 0,-1 0 0,1 0 0,0 0 0,0 0 1,-1 0-1,1 0 0,0 0 0,0 0 0,0 0 0,-1 0 0,1 0 0,0-1 1,0 1-1,0 0 0,-1 0 0,1 0 0,0 0 0,0 0 0,0 0 0,-1 0 1,1 0-1,0-1 0,0 1 0,0 0 0,0 0 0,0 0 0,-1 0 0,1-1 1,0 1-1,0 0 0,0 0 0,0 0 0,0-1 0,0 1 0,0 0-23,4 18 436,5-1-229,1 0 0,1 0 0,0-1 0,2-1 0,-1 0 0,2-1 1,3 3-208,10 11 101,0 3-76,0-1-410,0-1 0,2-1 0,8 4 385,-35-30-220,0-1-1,0 1 1,0-1-1,1 0 1,-1 0-1,0 0 1,1 0-1,-1 0 1,1 0-1,-1-1 1,1 1-1,0-1 221,19 0-6745,-10-2-3154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48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14595,'0'0'2678,"0"0"-1042,0 0-133,0 0-288,23 26-117,4 3-802,25 26 1176,40 59-1472,-25-19 864,30 40-215,-96-133-648,1 0 1,0 1-1,0-1 1,-1 0-1,2 0 1,-1 0-1,0 0 1,0-1 0,0 1-1,1-1 1,-1 1-1,1-1 1,-1 0-1,1 0 1,0 0 0,-1 0-1,1 0 1,0 0-1,0-1 1,2 1-2,-3-2 9,0 0 1,0 1 0,0-1-1,0 0 1,0 0 0,0 0-1,0-1 1,0 1 0,0 0-1,0-1 1,-1 1 0,1-1-1,0 1 1,-1-1-1,1 0 1,-1 0 0,0 0-1,0 0 1,0 0 0,0 0-1,0 0 1,0 0 0,0 0-1,0-3-9,7-17 108,-2-2 0,0 1 0,-1-1-1,-1 0 1,-2 0 0,0-14-108,-2-37 928,-6-34-928,-1-38-1141,8 146 836,0 0 1,0 0-1,0 1 1,1-1-1,-1 0 1,0 1 0,0-1-1,1 1 1,-1-1-1,0 1 1,1 0-1,-1-1 1,1 1-1,-1 0 1,0 0-1,1 0 1,-1 0-1,1 0 1,-1 0 0,0 1-1,1-1 1,-1 0-1,1 1 305,2-1-1311,18 2-4602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49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180 131 5393,'0'0'5369,"0"0"-2971,0 0 240,0 0-770,0 0-842,0 0-175,-25 22 238,-17 15 20,-21 25-1109,57-55 123,1 0 1,0 1 0,0 0-1,0 0 1,1 0 0,1 0 0,-1 1-1,1 0 1,1 0 0,-1 0-1,2 0 1,-1 0 0,1 0 0,1 0-1,-1 0 1,2 1 0,-1-1-1,3 9-123,-2 16 412,-1-23-330,0-1 1,1 1 0,0-1 0,1 1 0,0-1 0,0 0 0,1 0 0,1 0 0,-1 0 0,2 0 0,-1-1-1,3 3-82,-4-7 5,1 0-1,0 0 1,0-1-1,1 1 1,0-1-1,-1 0 1,1 0-1,1-1 0,-1 1 1,0-1-1,1 0 1,0-1-1,0 1 1,-1-1-1,1 0 1,1-1-1,-1 1 0,0-1 1,0 0-1,0-1 1,1 0-5,0 1-5,1 0 0,-1-1 0,1-1 0,0 1 0,-1-1 0,1 0 0,-1-1 0,0 0 0,1 0 0,-1-1 0,0 1 0,0-2 0,-1 1 0,1-1 0,-1 0 0,4-3 5,-3 1-34,0 0 0,-1-1-1,0 0 1,0-1-1,-1 1 1,0-1-1,0 0 1,-1-1-1,0 1 1,0-1-1,2-8 35,3-18-159,-2-1 1,-1 0-1,-2 0 0,-1 0 1,-2 0-1,-2-6 159,1-35-30,0 76 31,0 1 0,0 0-1,0-1 1,0 1 0,0-1 0,0 1-1,0-1 1,0 1 0,0-1-1,0 1 1,0-1 0,0 1-1,0 0 1,1-1 0,-1 1-1,0-1 1,0 1 0,0 0-1,1-1 1,-1 1 0,0-1-1,0 1 1,1 0 0,-1-1-1,0 1 1,1 0 0,-1 0-1,0-1 1,1 1 0,-1 0-1,1 0 1,-1-1 0,0 1-1,1 0 1,-1 0 0,1 0-1,-1 0 1,1 0 0,-1 0-1,1 0 1,-1 0 0,0 0 0,1 0-1,-1 0 1,1 0 0,-1 0-1,1 0 1,-1 0 0,1 0-1,-1 0 1,0 0 0,1 1-1,-1-1 1,1 0 0,-1 0-1,0 1 1,1-1 0,-1 0-1,0 1 1,1-1 0,-1 0-1,0 1 1,1-1 0,-1 0-1,0 1 1,0-1 0,1 0-1,25 26 24,-7 0 59,-1 1 1,-1 0 0,-2 1-1,8 21-83,46 125 747,-54-132-353,-15-45-307,-1 0 0,0-1 0,1 1 0,-1 0 0,1-1 0,0 1 0,0 0 0,0 0 0,1-1 0,-1 1 0,1-1-87,1-17 92,-12-169 27,3 97-570,5-44 451,2 133-88,0 0-1,0 0 0,1 0 0,-1 1 0,1-1 1,0 0-1,0 0 0,0 1 0,1-1 1,-1 1-1,1-1 0,0 1 0,0-1 1,0 1-1,0 0 0,0 0 0,1 0 1,0 0-1,2-1 89,29-13-2474,10 10-3437,-1 6-3665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38:49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311 506 11987,'0'0'2076,"0"0"550,-26 7-442,4-3-1775,11-2-279,0 0 0,0 0 0,0 1-1,1 0 1,-1 1 0,1 0 0,0 1 0,0 0-1,0 1 1,1 0 0,0 0 0,0 1-1,0 0 1,-6 8-130,3-1 194,0 1-1,1 1 1,1 0-1,1 0 0,0 1 1,1 0-1,1 1 1,1-1-1,0 1 1,1 1-1,1-1 1,1 1-1,1-1 1,0 1-1,1 0 0,1 0 1,1 4-194,0-19 17,0 1 0,0-1 1,0 0-1,0 0 0,0 0 0,1 0 0,-1 0 1,1-1-1,0 1 0,1 0 0,-1-1 0,1 1 1,-1-1-1,1 0 0,0 0 0,0 0 0,0 0 1,4 2-18,-1-1 11,1 0 1,0-1 0,0 0 0,0 0 0,0 0 0,0-1 0,1 0-1,-1 0 1,1-1 0,4 1-12,-1-1 17,-1 0 0,1-1 0,0 0 1,0-1-1,0 0 0,0-1 0,-1 0 0,1 0 0,-1-2 1,1 1-1,-1-1 0,0 0 0,0-1 0,-1 0 0,4-3-17,-6 2 13,-1 0 1,0 0-1,-1-1 0,1 0 0,-1 0 0,-1 0 0,1 0 0,-1-1 0,0 0 0,-1 0 1,0 0-1,0 0 0,-1 0 0,0-1 0,1-8-13,1-15 22,-2 0 1,-1-1-1,-3-22-22,0-5 51,-1-18 7,-3-1 0,-11-51-58,-39-153 1997,42 220-845,39 149-1140,2-1 1,29 56-13,-27-67 8,-15-37-8,2-1-1,1-1 0,2 0 1,1-1-1,2-1 1,1-1-1,18 19 1,-35-45-8,-1-1 0,1-1 0,0 1 0,0-1 0,0 1 0,0-2 0,1 1-1,-1-1 1,1 0 0,3 1 8,-7-3-10,0-1-1,0 1 0,1 0 0,-1-1 1,0 1-1,1-1 0,-1 0 0,0 0 1,0 0-1,1-1 0,-1 1 0,0-1 1,0 0-1,1 0 0,-1 0 0,0 0 1,0-1-1,0 1 0,0-1 0,0 1 1,-1-1-1,1 0 0,0 0 0,-1-1 11,7-7-71,-1 0 0,-1-1 0,0 0 0,0-1 0,-1 1 0,-1-1 0,0 0 0,0 0 0,-1-1 0,-1 1 0,0-1 0,-1 0 0,0 0 0,-1 0 0,-1 0 0,0 0 0,0 0 0,-2 0 0,0-4 71,1 15-8,0 0 1,0 0-1,0 0 1,0 0 0,0 1-1,-1-1 1,1 0-1,-1 1 1,1-1-1,-1 1 1,1-1-1,-1 1 1,0 0-1,0 0 1,0 0 0,0 0-1,1 0 1,-1 0-1,-1 0 1,1 1-1,0-1 1,0 1-1,0-1 1,0 1 0,0 0-1,-1 0 8,-3-1-16,0 1 1,-1 0-1,1 0 0,0 1 0,-1 0 0,1 0 1,0 0-1,-4 2 16,2 1-7,0-1 1,0 2-1,1-1 1,-1 1 0,1 1-1,0-1 1,0 1-1,1 0 1,0 1 0,0-1-1,0 1 1,1 0-1,0 1 1,0 0 0,1-1-1,0 1 1,0 1-1,-1 3 7,0 4-7,-1 0 0,2 0-1,0 0 1,1 0 0,1 1-1,0-1 1,1 1 0,1-1-1,1 14 8,0-24-9,0 1 0,0 0 0,1-1 0,0 1 0,0-1 0,0 0 0,1 0 0,0 0-1,0 0 1,0 0 0,1 0 0,0-1 0,0 0 0,0 1 0,1-2 0,0 1 0,2 2 9,2-1 0,1 0 0,-1 0 1,1 0-1,0-2 1,0 1-1,0-1 1,1-1-1,0 0 0,-1 0 1,5 0-1,11 0-345,0 0-1,0-2 1,1 0 0,-1-2-1,0-1 1,0-2 0,0 0 0,20-7 345,17-10-3316,-11 1-2713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15131,'0'0'2767,"0"0"-1448,6 22 80,107 415 2277,-71-294-3428,-41-141-335,-3-8-78,-13-31-561,-1 1-1,-11-16 727,13 28-73,2 0 0,0-1 1,2-1-1,0 0 0,2 0 0,1-1 0,0-8 73,4 17 0,2 0 0,0 0-1,1-1 1,0 1 0,2 0 0,3-16 0,-3 25 12,0 0 0,1 1 0,0-1 0,1 1 0,0 0 0,0 0 0,1 0 0,0 0 0,0 1 0,1-1 0,-1 2 0,2-1 0,-1 0-1,5-2-11,0 0 69,1 1 1,0 0-1,1 1 0,-1 0 0,1 1 0,0 1 0,1 0 0,-1 1 0,1 0 0,0 1 0,0 0 0,0 1 0,1 1 0,-1 0 0,0 1 0,4 1-69,-14-1 23,-1 1 1,0-1-1,1 1 0,-1-1 1,0 1-1,1 0 1,-1 0-1,0 1 1,0-1-1,0 1 0,0 0 1,0-1-1,0 1 1,-1 0-1,1 1 1,0-1-1,-1 0 0,0 1 1,0-1-1,0 1 1,0 0-1,0 0 0,0 0 1,0 0-1,-1 0 1,0 0-1,0 0 1,0 1-1,0-1 0,0 0 1,0 4-24,0 1 69,0 1 1,-1-1-1,1 0 1,-2 1-1,1-1 0,-1 0 1,-1 1-1,0-1 1,0 0-1,0 0 0,-1 0 1,-3 7-70,-4 2 9,1-1 0,-2-1 1,0 0-1,-1 0 0,-1-1 1,0 0-1,0-1 0,-2-1 1,1 0-1,-2-1 0,1-1 1,-2 0-1,-1 0-9,-12-1-163,14-9-1498,8-8-5425,8-6-1998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170 310 10906,'0'0'4113,"0"0"-1064,0 0-153,0 0-1295,0 0-513,0 0-112,0 0-504,-150-77-184,136 44-280,8 3-8,6 3-24,0 2-272,6-3-392,35-7-800,-2 5-3241,0 5-5073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8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9418,'0'0'3565,"0"0"-1023,0 24 72,6 79-834,-6-97-1690,1-1 0,1 1-1,-1-1 1,1 1 0,0-1 0,0 0 0,1 0-1,-1 0 1,1 0 0,0 0 0,1-1 0,-1 1-1,1-1 1,0 0 0,0 0 0,0 0 0,0-1-1,1 1 1,-1-1 0,1 0 0,0-1 0,0 1 0,0-1-1,0 0 1,1 0 0,-1 0 0,1-1 0,4 1-90,2 0 54,0 0 0,0-1 0,0 0 0,0-1 0,0-1 0,0 0 0,0 0 0,0-1 0,0-1 0,0 0 0,9-4-54,-14 3-38,1 0 0,-2 0 0,1 0 1,0-1-1,-1 0 0,0-1 0,0 1 1,-1-1-1,1 0 0,-1 0 1,0-1-1,-1 1 0,0-1 0,0 0 1,0-1-1,-1 1 0,0 0 0,0-1 1,-1 0-1,0 0 0,-1 0 1,1 0-1,-2 0 0,1 0 0,-1 0 1,0 0-1,-1 0 0,1 0 0,-2 0 1,1 0-1,-1 0 0,0 1 1,-1-1-1,0 1 0,0-1 0,-1 1 1,1 0-1,-5-5 38,-7-7 89,0 1 1,-2 0-1,0 0 0,-1 2 1,-1 0-1,-10-5-89,67 65 991,55 47-123,51 66-868,-129-134 9,-15-22 15,0-1 71,-2-3 29,-1-2-117,0 0 1,0 0-1,0 0 0,0 0 0,1-1 0,0 1 1,0-1-1,1 1 0,0-1 0,-1 0 0,2 0 1,-1 1-1,1-1 0,0 0 0,0 0 1,1 0-1,-1 0 0,1 1 0,1-1 0,-1 0 1,1 1-1,0-1 0,0 1 0,0-1 0,1 1 1,0 0-1,0 0 0,0 0 0,1 1 0,0-1 1,0 1-1,0 0 0,0 0 0,1 0 0,-1 0 1,1 1-1,3-2-7,9-4-3,0 1 0,1 1 0,0 1 0,0 0 0,0 2 0,0 0 0,1 0 0,0 2 0,-1 0 0,1 2 0,0 0 0,15 2 3,-30-1 15,1-1 0,0 1 0,-1 0 1,1 1-1,-1-1 0,0 1 0,1 0 0,-1 0 1,0 0-1,0 1 0,0-1 0,0 1 0,-1 0 1,1 0-1,-1 0 0,0 1 0,0-1 0,0 1 1,0 0-1,0-1 0,-1 1 0,0 1 0,0-1 1,0 0-1,0 0 0,-1 1 0,1-1 0,-1 1-15,0 1 28,1 0 0,-1 0-1,-1 0 1,1 1 0,-1-1-1,0 0 1,-1 0 0,1 0-1,-1 1 1,0-1 0,-1 0-1,1 0 1,-1 0 0,-1-1-1,1 1 1,-1 0 0,0-1-1,0 0 1,0 1 0,-5 4-28,2-4-25,0 1 1,-1-1-1,0 0 1,0-1 0,-1 1-1,0-1 1,1-1-1,-2 0 1,1 0 0,0 0-1,-1-1 1,0 0-1,1-1 1,-1 0-1,0 0 1,0-1 0,0 0-1,-1-1 1,-1 0 24,10 0-56,0 0 1,1 0-1,-1 0 1,0 0-1,1 0 1,-1 0 0,0 0-1,0 0 1,1-1-1,-1 1 1,0 0-1,1 0 1,-1-1-1,0 1 1,1 0 0,-1-1-1,1 1 1,-1 0-1,1-1 1,-1 1-1,1-1 1,-1 1-1,1-1 1,-1 0 0,1 1-1,-1-1 1,1 1-1,0-1 1,-1 0-1,1 1 1,0-1-1,0 0 1,-1 1 0,1-2 55,2-27-4986,5 7-879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8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12003,'0'0'3571,"0"0"-1369,0 0 257,-24 20-823,-74 68-835,96-85-770,-1 0 1,0 0 0,0 0 0,1 0 0,0 0 0,0 1 0,0-1 0,0 1 0,0-1-1,0 1 1,1 0 0,0-1 0,0 1 0,0 0 0,0 0 0,1 0 0,-1 0-1,1 0 1,0 0 0,0 0 0,1 1-32,-1-2 18,1-1 0,0 1-1,0-1 1,0 0 0,0 0-1,0 0 1,0 1 0,0-1 0,1 0-1,-1 0 1,1-1 0,0 1-1,-1 0 1,1 0 0,0-1 0,0 1-1,0-1 1,0 0 0,0 0 0,1 1-1,-1-1 1,0 0 0,0-1-1,1 1-17,8 2 0,0-1-1,1-1 1,-1 0-1,0 0 1,0-1-1,1 0 1,-1-1-1,0-1 1,0 0-1,0 0 1,0-1-1,0 0 1,0-1-1,9-5 1,-13 6-87,-1 0 0,0-1 0,0 1 0,0-1 0,-1-1 0,1 1 0,-1-1 0,0 0 0,0 0 0,-1-1 0,1 1-1,-1-1 1,0 0 0,-1 0 0,0-1 0,0 1 0,0-1 0,0 1 0,-1-1 0,0 0 0,-1 0 0,0 0 0,0 0 0,0-2 87,-1-43 1518,0 51-446,1 10-312,1 1-698,0 0 0,1-1 0,0 1-1,0 0 1,1-1 0,0 0 0,1 0 0,0 0 0,4 5-62,1 0 18,0 0 0,1 0 0,1-1 0,0-1 0,6 5-18,5-3-383,-23-14 231,1 1 0,-1-1 0,1 0 0,0 0 0,-1 0 0,1 0 0,0 0 0,-1 0 0,1 0 0,-1 0 0,1 0 1,0-1-1,-1 1 0,1 0 0,-1 0 0,1 0 0,0-1 0,-1 1 0,1 0 0,-1-1 0,1 1 0,-1 0 0,1-1 0,-1 1 0,1-1 1,-1 1-1,0-1 0,1 1 0,-1-1 0,0 1 0,1-1 0,-1 1 0,0-1 0,1 0 0,-1 1 0,0-1 0,0 1 0,0-1 0,0 0 1,0 1-1,0-1 0,0 0 152,4-26-11629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8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18244,'0'0'2151,"0"0"-576,12 32-75,1 4-1087,1 3-14,1-2-1,2 1 1,2-2-1,3 4-398,-21-39 9,60 100 1237,23 24-1246,-83-124-298,0-27-531,-2 18 667,1-1 80,0 0 0,0 0 0,1-1 0,0 1 1,1 0-1,0 0 0,1 0 0,3-8 82,-4 12-3,1 0 0,0 0 0,1 0 0,-1 1 0,1-1 0,0 1 0,0 0 0,0 0 0,1 1 0,-1-1 0,1 1 0,0 0 0,0 0 0,0 1 0,3-2 3,5-1 14,0-1 0,1 2 1,0 0-1,0 1 0,0 0 1,0 1-1,1 1 0,-1 0 1,1 1-1,-1 0 0,14 3-14,-23-3 37,1 1-1,0 0 0,0 0 0,0 1 0,-1 0 0,1 0 0,0 0 0,-1 0 0,0 1 0,0 0 0,0 0 0,0 1 1,0-1-1,0 1 0,-1 0 0,0 0 0,0 1 0,0-1 0,0 1 0,-1 0 0,0 0 0,0 0 0,0 0 0,-1 1 1,1-1-1,-1 1 0,0-1 0,-1 1 0,1 5-36,-1-5 38,0 1 0,0 0-1,-1 1 1,0-1 0,0 0 0,-1 0 0,0 0 0,0 0-1,0-1 1,-1 1 0,0 0 0,-1 0 0,1-1 0,-1 1 0,-1-1-1,1 0 1,-1 0 0,0 0 0,0-1 0,-1 1 0,0-1-1,0 0 1,0 0 0,0-1 0,-1 0 0,0 0 0,1 0 0,-2 0-1,1-1 1,0 0 0,-1 0 0,1-1 0,-1 0 0,0 0-1,0 0 1,0-1 0,-1 0-38,-2 1-70,0-1 0,0 0-1,0-1 1,0 0 0,-1 0 0,-6-2 70,13 2-87,1-1 1,-1 0 0,1 0 0,-1 0-1,1 0 1,0-1 0,0 1-1,-1-1 1,1 0 0,0 1 0,0-2-1,1 1 1,-1 0 0,0 0-1,1-1 1,-1 0 0,1 1 0,0-1-1,0 0 1,-1-2 86,-3-9-1010,0 0-1,2-1 1,0 1 0,0-1-1,-1-14 1011,1-19-6041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9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12443,'0'0'3808,"0"0"-951,0 0-224,0 0-1177,125 127-704,-100-94-424,-5-6-248,-6-2-48,-6-10-32,-8-15-488,0 0-1688,0 0-3378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9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19036,'0'0'2873,"0"0"-1737,0 0-360,0 0-456,0 0 352,112 138-144,-76-81 49,-3 1-65,-8-5-288,-5-6-88,-6-7-136,-6-7 0,-2-8-248,-4-5-809,-2-13-583,0-4-888,0-3-3570</inkml:trace>
  <inkml:trace contextRef="#ctx0" brushRef="#br0" timeOffset="1">435 368 14539,'0'0'2873,"0"0"-289,0 0-247,0 0-1217,0 0-640,0 0-280,0 0-200,75 133 0,-67-131-768,-2-2-1593,5 0-5792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09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180 258 13795,'0'0'2568,"0"0"-391,0 0-402,-24 4-692,24-4-1083,-26 4 380,-1 1 0,-18 7-380,42-11 36,0 0 0,1 1 0,-1-1 0,0 1 0,0 0 0,1 0 0,-1 0 0,1 0 0,-1 0 0,1 1 0,0-1 0,0 1 0,0-1 0,0 1 1,1 0-1,-1 0 0,1-1 0,-1 1 0,1 0 0,0 1 0,0-1 0,1 0 0,-1 0 0,0 0 0,1 0 0,0 1 0,0 1-36,-2 6 99,0 4 41,-1 0 0,2 0 0,0 0-1,1 1 1,0-1 0,1 0 0,1 1-140,-1-12 19,0-1-1,0 1 1,0 0 0,0 0-1,1 0 1,-1-1 0,1 1-1,0 0 1,0-1 0,0 0-1,1 1 1,-1-1 0,1 0-1,0 0 1,0-1 0,0 1-1,0-1 1,0 1 0,1-1 0,-1 0-1,1 0 1,-1 0 0,1-1-1,0 1 1,0-1 0,0 0-1,0 0 1,0 0-19,6 1-87,0 0 0,0-1 0,-1 0 0,1 0 0,0-1 0,0-1 0,0 0 0,0 0 0,0 0 0,0-2 0,-1 1 0,1-1 0,-1 0 0,0-1 0,0 0-1,0-1 1,0 0 0,-1 0 0,0-1 0,0 0 0,0 0 0,-1-1 0,0 0 0,0 0 0,-1-1 0,0 0 0,0 0 0,0 0 0,-1-1 0,-1 1 0,0-1 0,0-1 0,0 1 0,-1 0 0,0-4 87,2-12-130,-2-1 0,-1 1 0,-1 0 0,-1-1 0,-1 1 0,-2-1 0,0 1 0,-5-18 130,3 22 698,-1 0 0,-1 0 0,-1 1 1,-1 0-1,0 0 0,-6-8-698,14 29 48,1-1 0,0 0 1,0 0-1,-1 0 1,1 0-1,0 0 1,-1 0-1,1 0 1,0 0-1,0 1 0,0-1 1,-1 0-1,1 0 1,0 0-1,0 0 1,0 1-1,-1-1 0,1 0 1,0 0-1,0 1 1,0-1-1,0 0 1,-1 0-1,1 1 0,0-1 1,0 0-1,0 0 1,0 1-1,0-1 1,0 0-1,0 0 0,0 1 1,0-1-1,0 0 1,0 1-1,0-1 1,0 0-1,0 0 0,0 1 1,0-1-1,0 0 1,1 0-1,-1 1 1,0-1-1,0 0 1,0 0-1,0 1 0,0-1-48,1 23-112,8 9 186,1-1 1,1 0-1,2-1 1,1-1-1,2 0 0,0 0 1,2-2-1,7 7-74,-21-27-108,1-1 1,0 0-1,0 0 0,0 0 1,1 0-1,0-1 0,0 0 1,0 0-1,1-1 0,-1 0 1,1 0-1,0 0 0,1-1 1,1 1 107,0-2-1028,0 0 0,1-1 1,-1 0-1,1 0 1,-1-1-1,1 0 0,7-1 1028,30-5-11259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10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0 6849,'0'0'8906,"0"0"-5300,-26 8-1162,-10 3-1707,1 1 1,-5 4-738,33-12 79,1 0 0,0 1 1,0-1-1,1 1 1,-1 0-1,1 0 0,0 1 1,1 0-1,-1 0 0,1 0 1,0 0-1,0 1 1,1-1-1,0 1 0,0 0 1,1 0-1,0 0 0,0 0 1,0 1-1,1-1 1,0 0-1,1 1 0,0 3-79,-2 1 80,1-1-1,0 1 1,1 0-1,1-1 1,0 1-1,0 0-79,0-9 5,-1-1 1,1 1-1,0-1 0,0 1 0,0-1 0,0 0 0,0 1 1,0-1-1,0 0 0,1 0 0,-1 1 0,1-1 0,0 0 1,0-1-1,0 1 0,0 0 0,0-1 0,0 1 0,0-1 1,0 1-1,0-1 0,1 0 0,-1 0 0,1 0 0,-1 0 1,1 0-1,-1-1 0,1 1 0,0-1-5,7 2-77,-1-1 0,1-1 0,0 1 0,-1-1-1,1-1 1,-1 0 0,1-1 0,-1 1 0,0-2 0,1 1 0,-1-1-1,0-1 1,0 0 0,-1 0 0,1 0 0,-1-1 0,0-1-1,0 1 1,-1-1 0,0 0 0,0-1 0,0 0 0,-1 0 0,0-1-1,0 1 1,0-2 77,-2 1 169,1 0 1,-2-1-1,1 0 0,-1 1 0,0-1 0,-1 0 0,0 0 0,0-1 1,-1 1-1,-1 0 0,1-5-169,-1 12 897,-1 6-825,0 0 0,1 0-1,0 0 1,0 0-1,0 0 1,0 0 0,1 0-1,0 0 1,0 1-72,-1-2 66,1 4-43,1 1 0,0-1-1,0 1 1,1-1 0,-1 0 0,2 0-1,1 4-22,-3-8-33,-1 0 1,1 0-1,0 0 0,1 0 0,-1-1 0,0 1 0,1 0 0,0-1 0,-1 0 0,1 0 0,0 1 1,0-2-1,0 1 0,1 0 0,-1-1 0,0 1 0,3 0 33,9 0-957,-1-1 0,0-1-1,1 0 1,11-1 957,18-3-5762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10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281 223 14579,'0'0'3738,"0"0"-984,-30 8-881,-96 30-848,119-35-954,0 0 0,0 0 0,0 1-1,0 0 1,1 0 0,-1 0 0,1 1 0,0 0-1,0 0 1,1 1 0,0-1 0,0 1 0,0 0-1,1 1 1,-4 6-71,3-3 105,1 0-1,0 1 1,1-1 0,0 1-1,0 0 1,2 0 0,-1 0-1,1 10-104,1-17 14,-1 0-1,2 1 1,-1-1-1,0 0 0,1 1 1,0-1-1,0 0 1,0 0-1,1 0 1,-1 1-1,1-2 0,0 1 1,0 0-1,1 0 1,-1-1-1,1 1 1,0-1-1,-1 0 1,1 1-1,1-1 0,-1-1 1,0 1-1,1 0 1,0-1-1,-1 0 1,1 0-1,0 0 0,0 0 1,0-1-1,0 1 1,0-1-1,1 0 1,-1 0-1,3 0-13,5 1-91,0-1-1,0 0 1,0-1-1,0 0 0,0 0 1,0-1-1,0-1 1,0 0-1,0-1 1,0 0-1,-1-1 1,7-3 91,-11 4-273,0-1 1,0 0 0,-1 0-1,1-1 1,-1 0 0,0 0-1,0 0 1,-1-1 0,1 0-1,-1 0 1,-1 0-1,1 0 1,-1-1 0,0 0-1,0 0 1,-1 0 0,0-1-1,0 1 273,3-14-1618,-1 0 0,-1 0 0,-1-1 0,-1 1 0,0-1 0,-2 0 1618,1-56-6839</inkml:trace>
  <inkml:trace contextRef="#ctx0" brushRef="#br0" timeOffset="1">351 0 9162,'0'0'7234,"0"0"-2097,0 0-2513,0 0-1712,0 0-672,0 0 385,58 183-137,-41-103-144,-3-2-224,-12-5-120,-2 7-592,-25-18-1233,-5-12-5968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3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76 13707,'0'0'3585,"0"0"-1893,27-4-402,179-29-123,15-6-494,-345 48 971,55 7-1618,1 3-1,1 2 0,1 4 0,1 3 0,2 2 0,-11 10-25,67-36 6,-35 23 9,40-25-20,0-1-1,0 1 1,0 0 0,1 0-1,-1 0 1,1 0 0,-1 0 0,1 0-1,0 0 1,-1 0 0,1 0-1,0 1 1,1-1 0,-1 1-1,0-1 1,1 0 0,-1 1 5,1-2-2,1 0 0,-1 1 0,1-1 0,-1 0 1,1 0-1,-1 0 0,1 0 0,-1 0 0,1 0 0,0 0 1,0 0-1,-1-1 0,1 1 0,0 0 0,0 0 0,0-1 1,0 1-1,0 0 0,0-1 0,0 1 0,0-1 1,0 1-1,0-1 0,1 0 0,-1 1 0,0-1 0,0 0 1,0 0-1,0 0 0,1 0 2,46 7 12,-37-7-12,14 3 16,30 2-3,-1 3 1,-1 1-1,18 8-13,-57-13-1,-1 0 0,0 1 0,0 0 0,0 1 0,0 0 0,-1 1 0,0 1-1,0 0 1,-1 0 0,0 1 0,-1 1 0,0 0 0,0 0 0,-1 1 0,3 5 1,-10-13 41,0 0 1,0 1-1,0-1 1,0 1-1,-1-1 1,0 1-1,1 0 0,-1-1 1,0 1-1,-1 0 1,1 0-1,-1 0 0,0 0 1,0-1-1,0 1 1,0 0-1,-1 0 0,1 0 1,-1 0-1,0 0 1,0-1-1,-1 1 0,1 0 1,-1-1-1,0 1 1,1-1-1,-2 0 0,1 1 1,0-1-1,-1 0 1,1 0-1,-1-1 1,0 1-1,0-1 0,0 1 1,0-1-1,0 0 1,-1 0-1,1 0 0,-1 0 1,-1 0-42,-30 13 150,0-2 1,0-2-1,-1-1 1,0-1-1,-1-3 1,0 0 0,0-3-1,-19-1-150,55-1-22,0-1 0,0 0 0,1 0 0,-1 1 0,0-1 0,0 0 0,0 0-1,1 0 1,-1 0 0,0 0 0,0-1 0,0 1 0,1 0 0,-1 0 0,0 0 0,0-1 0,0 1 0,1 0 0,-1-1-1,0 1 1,1-1 0,-1 1 0,0-1 0,1 1 0,-1-1 0,0 1 0,1-1 0,-1 1 0,1-1 0,-1 0 0,1 1 0,0-1-1,-1 0 1,1 0 0,0 1 0,-1-1 0,1 0 0,0 0 0,0 0 0,0 1 0,0-1 0,-1 0 0,1 0 0,0 0 0,0 1-1,1-1 1,-1 0 0,0 0 0,0 0 0,0 1 0,0-1 0,1 0 0,-1 0 0,0 1 0,1-1 0,-1 0 0,1 0 0,-1 1-1,1-1 1,-1 1 0,1-1 0,-1 0 0,1 1 0,0-1 0,0 1 22,9-13-1288,2 2 0,-1 0 0,2 0 0,-1 1 0,1 0 0,9-4 1288,39-24-10150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37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96 137 11386,'0'0'3655,"0"0"-1674,-15 25-67,-46 82-479,58-101-1344,0 0 0,0 0 0,1 0 1,0 1-1,0-1 0,1 0 0,0 1 0,0-1 0,0 1 0,1-1 0,0 1 1,0-1-1,1 1 0,-1 0 0,1-1 0,2 4-91,-1-6 49,0 1-1,0-1 1,0 0-1,1 0 1,0 0-1,0 0 1,0 0-1,0 0 1,1-1-1,-1 0 1,1 0-1,0 0 1,0 0-1,0 0 1,0-1-1,0 0 1,1 1-49,14 4 83,-1-1 1,1-1 0,1 0 0,-1-2-1,1 0 1,-1-1 0,1-1 0,13-1-84,-17 0 27,0-1 0,1-1 0,-2 0 0,1-1 1,0-1-1,-1 0 0,1-2 0,-1 1 0,2-3-27,-10 5 79,0 0 0,-1-1 1,0 0-1,1 0 0,-2-1 0,1 1 0,0-1 0,-1 0 0,0-1 0,0 0 0,-1 1 0,1-1 1,-1-1-1,0 1 0,-1 0 0,0-1 0,0 0 0,0 0 0,-1 0 0,0 0 0,0-3-79,0 0 106,-1-1 0,0 1-1,-1-1 1,0 1 0,-1-1 0,0 0-1,-1 1 1,0-1 0,-1 1-1,0 0 1,0 0 0,-1 0-1,0 0 1,-1 1 0,0-1-1,-1 1 1,1 0 0,-3-1-106,-1 0 21,0-1 1,-1 1 0,0 1 0,-1 0-1,0 0 1,0 1 0,-1 1-1,0 0 1,-1 0 0,1 1-1,-1 1 1,0 0 0,-10-2-22,11 3-52,0 1-1,-1 1 1,1 0 0,-1 0 0,0 1-1,1 1 1,-1 0 0,-2 1 52,11 0-175,0 0 0,0 0 1,0 0-1,0 0 0,0 1 1,0-1-1,1 1 0,-1 0 1,0 0-1,1 0 1,-3 3 174,3-3-373,1 1 0,-1 0 0,1-1 1,0 1-1,0 0 0,0 1 0,0-1 1,0 0-1,1 0 0,0 1 0,-1-1 1,1 1-1,0-1 0,0 4 373,-1 28-7205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38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73 180 13635,'0'0'2079,"0"0"-213,0 0 286,5 24-677,-5-24-1475,5 21 360,0 0-1,2 0 1,8 19-360,-12-36 41,0 0 1,1 0-1,-1 0 0,1 0 1,0-1-1,0 1 1,0-1-1,0 0 0,0 0 1,1-1-1,0 1 0,-1-1 1,1 0-1,0 0 0,0-1 1,0 1-1,0-1 0,0 0 1,1-1-1,-1 1 0,0-1 1,0 0-1,4 0-41,2 0 69,-7 1-47,30 2 124,0-1 1,0-2 0,25-3-147,-52 3 39,1-1-1,0-1 0,0 1 0,0-1 1,-1 0-1,1-1 0,-1 0 1,1 0-1,-1 0 0,0-1 0,-1 0 1,1-1-1,-1 1 0,1-1 0,-1-1 1,-1 1-1,1-1 0,3-4-38,-6 4 70,0 0-1,0 0 0,0 0 1,-1 0-1,1 0 0,-1 0 1,-1-1-1,0 1 0,1-1 1,-2 1-1,1-1 0,-1 0 1,0 1-1,-1-1 0,1 1 1,-1-1-1,0 1 0,-2-4-69,1 1 30,-1 1 0,0 0 0,0 0 1,-1 0-1,0 0 0,0 1 0,-1 0 0,0-1 0,0 2 0,-1-1 0,0 1 0,0-1 0,-5-2-30,1 2-2,-1-1 1,-1 2-1,1-1 0,-1 2 0,0 0 0,0 0 0,-1 1 0,1 0 0,-1 1 1,-9 0 1,-3-1-333,-1 2 1,1 1 0,-1 2 0,-24 2 332,40-2-241,1 1 0,0 0 0,0 0 0,0 1 0,0 0 0,1 1 0,-1 0 0,1 0 0,0 1 0,0 0 0,0 1 241,-48 43-5274,26-13-1316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3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1 150 11330,'0'0'1854,"0"0"-660,42 1 266,734-5 2533,761-95 1427,-1468 93-5268,-32 4-95,22-2-11,1-2 0,-2-3-1,43-12-45,-195 27-5867,37 8 832,2 3-3059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3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0 117 384,'0'0'11356,"0"0"-7369,0 0-1804,35-16-741,114-48-844,-128 57-555,0 0 1,0 1-1,0 1 1,1 1 0,0 0-1,-1 2 1,1 1-1,0 1 1,1 0-44,1 0-3,-23 0 0,-1 0 1,1 0-1,0 0 0,0 0 0,0 1 1,-1-1-1,1 0 0,0 0 0,0 0 1,0 1-1,-1-1 0,1 0 1,0 1-1,-1-1 0,1 0 0,0 1 1,-1-1-1,1 1 0,0-1 0,-1 1 1,1-1-1,-1 1 0,1 0 0,-1-1 1,1 1-1,-1 0 0,0-1 1,1 1-1,-1 0 0,0 0 0,1-1 1,-1 1-1,0 0 0,0 0 0,0 0 3,0 2 5,0-1 0,0 1-1,0-1 1,0 1 0,-1-1-1,1 1 1,-1-1-1,0 0 1,1 1 0,-1-1-1,0 1 1,-1 0-5,-9 12 122,0 0 1,0 0-1,-2-1 1,0-1-1,0 0 1,-8 5-123,-20 21 313,23-21-183,-39 40 996,-24 33-1126,66-73 210,2 1-1,0 0 1,1 1 0,1 0-1,0 1 1,2 0-1,-4 15-209,10-28 133,0 1-1,1-1 0,1 1 1,0 0-1,0-1 0,0 1 0,1 0 1,1 5-133,-1-12 38,1 1 0,-1-1 0,1 1 0,0-1 1,-1 0-1,1 1 0,0-1 0,0 0 0,1 1 1,-1-1-1,0 0 0,1 0 0,-1 0 1,1 0-1,0-1 0,0 1 0,-1 0 0,1-1 1,0 1-1,0-1 0,1 0 0,-1 1 0,0-1 1,0 0-1,1 0 0,-1-1 0,0 1 1,1 0-1,-1-1 0,3 1-38,18 2-69,0 0 0,0-2 0,0 0 0,0-2 0,0 0 0,0-2 0,0 0 0,0-2 1,-1 0-1,0-2 0,0 0 0,0-2 0,17-9 69,57-38-2649,-31 11-3544,3-7-8976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39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86 12779,'0'0'2058,"-16"23"279,5-7-1860,-51 79 1548,54-82-1706,2 1 0,-1-1 0,2 1 1,0 1-1,0-1 0,1 1 0,-1 14-319,4-24 47,0-1-1,1 1 1,0 0-1,0-1 1,0 1-1,0 0 1,1-1 0,-1 1-1,1-1 1,0 1-1,1-1 1,-1 1-1,1-1 1,0 0 0,0 0-1,0 0 1,0 0-1,4 4-46,-2-5 25,0 0-1,1 1 0,-1-2 1,1 1-1,0 0 1,0-1-1,0 0 0,0 0 1,0-1-1,0 1 0,0-1 1,1 0-1,-1-1 1,0 1-1,1-1 0,1 0-24,10 1 26,1-1-1,-1-1 1,0 0-1,1-2 0,-1 0 1,0 0-1,0-2 1,-1 0-1,1-1 1,5-3-26,-15 5 47,0 1 0,0-1 0,0 0 0,-1-1 0,1 1 0,-1-1 0,0 0 0,-1-1 0,1 0 0,-1 0 0,0 0 0,-1 0 0,1-1 0,-1 0 0,0 0 0,-1 0 0,0 0 0,0 0 0,0-1 0,-1 1 0,0-1 0,-1 0 0,0 0 0,0-1-47,0 4 44,0-1-1,-1 0 1,0 0-1,0 0 1,0 0-1,-1 1 1,0-1 0,0 0-1,0 0 1,-1 1-1,0-1 1,0 1-1,0-1 1,-1 1-1,1 0 1,-1 0-1,-1 0 1,1 0-1,-1 1 1,0-1-1,0 1 1,0 0 0,0 0-1,-1 0 1,1 1-1,-1 0 1,0 0-1,0 0-43,-68-39-18,54 33-433,1 0 0,0-2 0,1 0 0,-1-2 451,5-5-2018,11 6-2125,2 4-2036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3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80 6449,'0'0'3719,"0"0"-735,21 25-687,68 80-480,-82-97-1593,0-1-1,1 0 1,0 0-1,0-1 0,1 0 1,-1 0-1,1-1 0,0-1 1,1 1-1,-1-1 1,1-1-1,0 0 0,6 1-223,3-1 381,1-1-1,-1-1 0,1 0 0,0-2 1,8-1-381,-24 1 45,9 0 80,0-1 1,0 0-1,-1-1 1,1-1-1,-1 0 1,1-1-1,-1 0 1,0-1-1,-1 0 1,0-1 0,0 0-1,0-1 1,-1 0-126,-1 1 103,-2 0 1,1 0 0,-1-1 0,0 0 0,-1 0 0,1-1 0,-2 0 0,1 0 0,-1 0-1,-1-1 1,0 0 0,0 1 0,-1-2 0,0 1 0,0 0 0,-1-5-104,-1 13 16,-1 0 0,0 0 0,0 0 0,0 0 0,0 0 0,0 0 0,0 0 0,-1 0 0,1 0 0,0 0 0,-1 0 0,0 0 0,1 0 0,-1 0 0,0 0 0,0 0 0,0 0 0,0 1 0,-1-1 0,1 0 0,0 1 0,-1-1 0,1 1 0,-1 0 0,1-1 0,-1 1 0,0 0 0,1 0 0,-1 0 0,0 0 0,0 0 0,0 1 0,0-1 0,0 0 0,-1 1-16,-8-3-10,-1 1 1,0 1 0,0 0 0,-1 1 0,-10 1 9,2-1-22,-62 3-1265,1 3-1,-1 4 1,-55 15 1287,133-24-104,-127 24-5413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7938,'0'0'7133,"0"0"-4470,0 0-1757,-4 22-182,-42 346 2535,15-82-1530,12-147-924,6 1 1,6 12-806,7-150 44,0-29 248,-3-163-121,6-209-118,1 335-57,3 1 0,3 0 1,2 0-1,3 2 0,6-10 4,-20 70 0,1-8-7,1 1 1,1-1 0,0 1-1,0 0 1,0 0 0,1 1 6,-4 5 0,0 1 0,0 0 0,0 0 0,0 0 0,0 0 0,0 0 0,0 0 0,0 0 0,0 0 0,1 0 0,-1 0 1,0 0-1,1 1 0,-1-1 0,0 1 0,1-1 0,-1 1 0,1-1 0,-1 1 0,1 0 0,-1 0 0,1 0 0,-1 0 0,1 0 0,-1 0 1,1 0-1,-1 0 0,1 1 0,-1-1 0,1 0 0,-1 1 0,1-1 0,-1 1 0,0 0 0,1-1 0,-1 1 0,0 0 0,1 1 0,5 3 6,-2 0 0,1 0-1,-1 1 1,1 0 0,-1 0 0,-1 0-1,0 1 1,0 0 0,2 3-6,32 72 79,-29-59-31,22 57 283,-3 1-1,-4 1 1,7 51-331,32 255 607,-58-349-607,13 52-391,-17-88-268,-1-6-190,0-4 383,-1-1 0,-1 1 0,1 0 0,-1-1 0,0 1 1,-1 0-1,1 0 0,-1 0 0,-4-5 466,-20-35-5665,-6-1-4663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0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14427,'0'0'3865,"0"0"-2377,0 0 489,0 0-1217,0 0-424,184-52-192,-56 14-144,61-7-248,-25 8-1208,-16 6-4330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1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67 12067,'0'0'2604,"0"0"3,0 0-702,-26-11-414,-82-34-219,105 43-1191,0 1-1,1-1 1,-1 1 0,0 0-1,0 0 1,0 0-1,-1 1 1,1-1 0,0 1-1,0 0 1,0 0-1,0 0 1,0 0 0,-1 0-1,1 1 1,-2 0-81,4 0 25,0 0 0,0 0 0,0 0 0,0 0 0,0 0 0,1 0 0,-1 0 0,0 1 0,1-1 0,-1 0 0,1 1 1,-1-1-1,1 0 0,-1 1 0,1-1 0,0 1 0,0-1 0,0 0 0,0 1 0,0 0-25,-1 7 7,-6 53 673,3 1 1,3 1 0,3-1-1,2 0 1,13 61-681,126 492 2465,-108-484-2463,-30-113-171,-4-13-845,-2-8-440,-16-37-1735,-6 1-917,-4 2-2925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1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0 213 14699,'0'0'4465,"0"0"-2144,0 0-593,0 0-1088,0 0-376,0 0-256,189-115-8,-111 93-40,42-6-808,-20 3-1993,-14 2-4480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1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0 13707,'0'0'3615,"-24"3"-1061,12-2-2308,-15 1 837,-1 2 0,-17 6-1083,33-8 232,1 2 0,-1 0 0,1 0 0,0 1 0,0 0 0,1 1 0,-1 1 0,1-1 0,-5 6-232,1 2 109,1 0 0,1 1-1,0 0 1,1 1 0,1 0 0,0 1 0,1 0-1,1 1 1,1 0 0,0 0 0,2 1 0,0-1 0,0 1-1,2 0 1,1 0 0,0 1 0,1-1 0,1 0 0,1 1-1,3 13-108,-3-29 9,0 1 0,0-1 0,0 0 0,1 1 0,0-1 0,0 0-1,0 0 1,0 0 0,1-1 0,-1 1 0,1-1 0,0 1 0,0-1 0,0 0-1,1 0 1,3 3-9,-1-2 11,1 0 0,0-1 0,0 1-1,0-1 1,0 0 0,1-1 0,-1 0-1,1 0 1,6 0-11,-1 0-9,0-1-1,0 0 0,0-1 0,0-1 1,0 0-1,0-1 0,0 0 1,-1-1-1,1 0 0,0-1 0,10-5 10,-13 3-76,0 0 0,0 0 0,0-1 1,-1 0-1,0 0 0,-1-1 0,0 0 0,0-1 0,0 0 0,-1 0 0,-1-1 0,1 1 0,-2-1 0,1-1 0,1-6 76,1-3 135,-2 0-1,0-1 1,-1 1-1,-2-1 1,0-1 0,-1 1-1,-1 0 1,0-4-135,19 81 825,-6-12 620,19 37-1445,-26-68-21,0 0 1,0 0-1,1 0 0,1-1 1,0 0-1,1 0 0,10 9 21,-18-20-120,0 1 0,0 0-1,0-1 1,0 1 0,1-1-1,-1 0 1,0 1 0,1-1-1,-1 0 1,0-1 0,1 1-1,0 0 1,-1-1 0,1 1-1,-1-1 1,1 0-1,-1 0 1,1 0 0,0 0-1,-1 0 1,1-1 0,0 1 120,1-1-368,0-1 1,0 1 0,-1-1 0,1 0 0,-1 0-1,1 0 1,-1-1 0,0 1 0,1-1 0,-1 0-1,-1 0 1,1 0 0,2-3 367,21-32-7531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2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16644,'0'0'3224,"0"0"-1923,0 0 1,16 23 97,-1-1-1110,19 26 380,2-2 0,7 5-669,-18-21 317,38 39 241,-58-64-523,0 0 0,1-1 0,0 0 0,0 0-1,0 0 1,0 0 0,0-1 0,1 0 0,-1-1-1,1 1 1,1-1-35,-7-2 10,1 1 0,-1-1 1,1 0-1,-1 0 0,1 0 0,-1-1 0,1 1 0,-1 0 1,1 0-1,-1-1 0,1 1 0,-1-1 0,1 0 0,-1 1 1,0-1-1,1 0 0,-1 0 0,0 0 0,0 1 1,1-1-1,-1-1 0,0 1 0,0 0 0,0 0 0,0 0 1,0 0-1,-1-1 0,1 1 0,0-1 0,-1 1 0,1 0 1,-1-1-1,1 1-10,13-55 83,-13 47-85,4-25 6,-1 0 0,-2 0 0,-2-1-1,-1 1 1,-4-30-4,-3 29 6,-2-28-609,10 61 504,0 0 1,1 1-1,-1-1 1,0 1-1,1-1 0,-1 1 1,1-1-1,0 1 1,-1-1-1,1 1 1,0 0-1,0-1 1,0 1-1,0 0 1,0 0-1,0 0 1,0 0-1,0 0 0,1 0 1,-1 0-1,0 0 1,1 0-1,-1 0 1,1 0 98,40-13-4198,-36 12 3167,30-6-5342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2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 10866,'0'0'3989,"0"0"-809,0 0-499,0 0-975,-28 6-867,28-6-839,-35 7 211,1 2-1,-11 5-210,41-12 26,0 0-1,-1 0 0,1 1 0,0-1 0,1 1 0,-1-1 0,0 1 0,1 1 1,-1-1-1,1 0 0,0 1 0,0-1 0,1 1 0,-1 0 0,1 0 1,0 0-1,-1 0 0,2 1 0,-1-1 0,1 1 0,-1-1 0,1 4-25,-4 6 81,-1 5 34,1 1-1,0 0 1,1 0 0,1 0-1,1 1 1,1-1 0,1 0-1,1 1 1,2 15-115,-2-30 11,0 0 0,0 1 1,1-1-1,-1 0 0,1 0 1,0 0-1,1 0 0,0-1 1,0 1-1,0-1 0,0 1 1,1-1-1,0 0 0,0-1 0,0 1 1,1 0-1,0-1 0,-1 0 1,2 0-1,-1-1 0,0 0 1,1 1-1,-1-2 0,1 1 0,0-1 1,0 0-1,0 0 0,0 0 1,0-1-1,0 0 0,1 0 1,3 0-13,-4-1-2,-1 0-1,1 0 1,0-1-1,-1 0 0,1 0 1,-1 0-1,1 0 1,-1-1-1,0 0 0,1 0 1,-1 0-1,0-1 1,0 0-1,-1 0 0,1 0 1,0-1-1,-1 1 1,0-1-1,0 0 0,0 0 1,-1-1-1,1 1 1,-1-1-1,0 1 0,0-1 1,0 0-1,-1 0 1,0-1-1,0 1 0,0-2 4,7-22-20,-1 0-1,-1-1 1,-2 0-1,-1 0 1,-1-9 20,1 2 44,-3 23-66,0-1 79,1 0 0,0 1 0,2-1 0,-1 1 0,1 0 0,1 0-57,-3 10-15,-1 1 0,1 0 0,0 0 0,-1 0 0,1 0 0,1 1 0,-1-1 0,0 0 0,1 1 0,-1-1 0,1 1 0,0 0 0,-1 0 0,1 0 0,0 0 0,0 1 0,1-1 0,-1 1 0,0 0 0,0 0 0,1 0 0,-1 0 0,1 0 0,-1 1 0,0 0-1,1 0 1,2 0 15,134 7-5223,-47 3-2154,-13 0-3208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3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302 523 4017,'0'0'7918,"0"0"-4022,0 0-1455,-27-3-523,-84-8-671,107 11-1214,1 0 0,-1-1 1,1 2-1,-1-1 1,1 0-1,-1 1 0,1-1 1,-1 1-1,1 0 0,-1 0 1,1 0-1,0 1 1,0-1-1,0 1 0,0 0 1,0 0-1,0 0 1,0 0-1,0 0 0,1 1 1,-1-1-1,1 1 0,0-1 1,0 1-1,0 0 1,0 0-1,-1 2-33,-3 5 72,-5 8 55,1 0 0,1 1 0,1 1-1,0 0 1,2 0 0,0 0 0,1 1 0,1-1-1,1 1 1,1 0 0,1 0 0,0 1-1,2 3-126,-1-22 14,0 0-1,0 0 0,0 0 0,0 0 1,1 0-1,-1 0 0,1 0 0,-1 0 1,1-1-1,0 1 0,0 0 0,1 0 0,-1-1 1,0 1-1,1-1 0,0 1 0,0-1 1,-1 0-1,1 1 0,1-1 0,-1 0 1,0 0-1,0-1 0,1 1 0,-1 0-13,5 1 25,-1-1 0,1 0-1,0 0 1,0 0 0,0-1-1,0 0 1,0 0 0,0-1-1,0 0 1,2 0-25,1 0 11,0-1-1,0 0 1,0 0-1,0-1 1,0 0-1,0 0 1,0-1 0,0-1-1,-1 0 1,0 0-1,1-1 1,-2 0 0,1 0-1,-1-1 1,1 0-1,-2-1 1,1 0-1,-1 0 1,0 0 0,0-1-1,-1 0 1,0 0-1,-1-1 1,1 0 0,-2 0-1,1 0 1,-1-1-1,-1 1 1,0-1-1,0 0 1,1-7-11,1-31-8,-2 1 0,-2-1-1,-1 0 1,-3 0 0,-3 1 0,-5-24 8,-22-82 2016,-19-43-2016,45 169 483,127 425 813,-116-387-1298,4 16 8,1 0 0,1-1-1,2 0 1,4 7-6,-13-27-7,1 0 0,-1 0 1,1-1-1,1 1 0,-1-1 1,1 0-1,0 0 0,0-1 1,0 1-1,0-1 0,1 0 0,0 0 1,0-1-1,0 0 0,0 0 1,0 0-1,1-1 0,-1 0 0,1 0 1,2 0 6,1-1-73,1 0 1,-1-1 0,1 0-1,-1-1 1,1 0-1,-1 0 1,1-1 0,-1 0-1,0-1 1,0 0 0,0-1-1,0 0 1,-1-1-1,0 0 1,0 0 72,-3 1-42,0 0 1,0 0-1,-1-1 0,0 0 0,0 0 1,0 0-1,-1-1 0,1 1 1,-1-1-1,-1 0 0,1 0 1,-1-1-1,0 1 0,0-1 1,-1 0-1,0 1 0,0-1 0,-1 0 1,0 0-1,0 0 0,0 0 1,-1-5 41,0 11-4,0 0 0,0 0 0,0 0 1,0 0-1,0 0 0,0 0 0,0 0 0,0-1 1,0 1-1,-1 0 0,1 0 0,0 0 0,-1 0 1,1 0-1,-1 0 0,1 0 0,-1 1 0,0-1 1,1 0-1,-1 0 0,0 0 0,0 0 0,1 1 1,-1-1-1,0 0 0,0 1 0,0-1 0,0 1 1,0-1 3,-1 1-7,0-1 1,-1 1-1,1 0 0,0 0 1,0 0-1,0 0 1,-1 0-1,1 1 1,0-1-1,0 1 1,0-1-1,0 1 1,0 0-1,-1 0 7,-5 3-9,1-1-1,0 1 1,-1 1 0,2-1 0,-1 1-1,0 1 1,-5 5 9,0 4-6,1 1 1,0 0-1,1 1 0,1 0 1,1 1-1,0 0 0,1 0 1,1 1-1,1 0 0,1 0 1,0 0-1,1 0 0,2 1 1,0-1-1,0 1 0,3 15 6,-2-32-18,0 0 0,1 1-1,-1-1 1,1 0 0,0 1-1,0-1 1,0 0-1,0 0 1,0 0 0,1 0-1,-1 0 1,1 0 0,0 0-1,0 0 1,0-1 0,0 1-1,0-1 1,1 0 0,-1 1-1,1-1 1,0 0 0,-1 0-1,1-1 1,0 1 0,0-1-1,0 1 1,0-1-1,2 0 19,7 3-328,1-2 0,-1 0-1,1 0 1,0-1-1,0 0 1,6-2 328,47-2-3426,-4-11-3329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3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56 128 14227,'0'0'2046,"0"0"-986,-5 28 516,-26 194 1393,21-95 710,5 44-3679,5-171 124,0-3 125,-2-104 436,-1 29-342,4-1 0,6-32-343,-4 90 60,0-1 0,1 1 0,1 1 0,1-1 0,0 1 0,2 0 1,1 0-1,0 1 0,1 0 0,1 1 0,2-1-60,-9 13 6,0 1 0,0 1 0,1-1 1,-1 1-1,1-1 0,0 1 0,0 1 0,1-1 0,-1 1 1,1 0-1,0 0 0,-1 0 0,2 1-6,-4 1 0,0 0 0,0 1 0,0-1 0,0 1 0,0 0 1,0 0-1,0 0 0,0 0 0,0 0 0,0 1 0,0-1 0,0 1 0,0 0 0,0 0 0,0 0 1,-1 0-1,1 1 0,0-1 0,-1 1 0,1-1 0,-1 1 0,1 0 0,-1 0 0,0 0 0,0 0 0,0 1 1,0-1-1,1 2 0,9 13 2,0 0 0,-1 2 0,-1-1 0,-1 1 0,0 1 0,2 10-2,10 36 4,2 26-4,-12-45-6,1-1 0,3 0 0,14 30 6,-23-67 382,-4 0-2985,-16-9-1054,-12-2-2849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4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15019,'0'0'1913,"0"0"-753,0 0-416,148-58-744,-81 43 0,8 8-784,-17 2-1481,-19 5-5584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4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478 572 10234,'0'0'2849,"0"0"-689,0 0-105,0 0-454,-25-2-356,-84-7-228,98 9-862,1 1 0,-1 0 0,0 0 1,1 1-1,0 0 0,-1 1 0,1 0 1,0 1-1,0 0 0,1 0 0,-1 1 1,1 0-1,-3 3-155,-6 6 215,0 0 1,1 1-1,1 1 0,0 0 1,1 1-216,5-5 79,-1 0 1,2 1-1,0-1 1,0 2-1,2-1 0,-1 1 1,2 1-1,0-1 1,0 1-1,1 0 1,1 0-1,1 1 0,0-1 1,1 1-1,1-1 1,0 14-80,1-25 9,1 1 1,0 0-1,0 0 0,0 0 1,0-1-1,1 1 1,0 0-1,0-1 1,0 1-1,1-1 0,-1 0 1,1 0-1,0 0 1,0 0-1,0-1 1,1 1-1,-1-1 0,1 0 1,0 1-1,0-2 1,0 1-1,0 0 0,1-1 1,-1 0-1,1 0 1,-1 0-1,1-1 1,4 2-10,10 1 17,1 0 0,-1-1 1,1 0-1,0-2 0,0-1 1,11-1-18,-16 1-3,-1-2 0,0 0-1,0 0 1,-1-2 0,1 0 0,0 0 0,-1-1 0,0-1 0,0 0 0,-1 0-1,3-3 4,-8 4-24,1-1 0,-1 1-1,0-1 1,0-1-1,0 1 1,-1-1-1,0 0 1,-1-1-1,1 1 1,-1-1-1,-1 0 1,0 0-1,0-1 1,0 1-1,-1-1 1,0 0 0,-1 0-1,0-1 25,2-21-28,-1 0-1,-1 0 1,-2 0-1,-1 0 1,-2 0-1,-1 0 0,-2-4 29,-15-60-304,-23-57 304,23 88 547,3 0-1,3-1 0,3 0 1,-1-36-547,13 100 66,0 0 0,0 1 0,0-1 0,-1 0 0,1 0 1,0 0-1,0 0 0,1 0 0,-1 1 0,0-1 0,0 0 0,0 0 1,0 0-1,1 0 0,-1 1 0,0-1 0,1 0 0,-1 0 0,1 1 1,-1-1-1,1 0-66,10 7 365,13 31-429,-23-36 105,22 42 13,-3 0 0,-1 1 1,-2 0-1,4 22-54,41 190-5,-16-58-609,-43-185 262,0 0-1,1-1 1,0 1-1,1-1 1,1 0-1,0-1 1,0 1-1,1-1 1,0-1-1,1 1 1,0-1 0,1 0-1,0-1 1,1 0-1,0-1 1,1 1 352,34 15-6364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 11602,'0'0'4139,"0"0"-1415,0 0-746,-25 11-618,25-11-1360,-27 11 430,1 2 1,-24 16-431,45-25 56,0 0 1,0 1-1,1 0 1,-1 0-1,1 0 1,0 1-1,0-1 1,1 1-1,-1 0 1,1 0-1,1 0 1,-1 1-1,1-1 1,0 0-1,0 1 1,1 0 0,0-1-1,0 5-56,-2 6 133,-4 21 243,3 0-1,0 0 0,3 1 0,3 35-375,-2-68 13,1 1 0,0-1 0,0 1 0,1-1 0,0 0 0,0 0 0,0 0 0,1 0 0,0 0 0,0 0 0,0-1 1,1 1-1,-1-1 0,1 0 0,1 0 0,-1 0 0,1-1 0,0 0 0,0 1 0,0-2 0,0 1 0,6 2-13,-4-2 8,1-1 1,0 0-1,-1 0 0,2-1 0,-1 0 0,0 0 1,0-1-1,0 0 0,1-1 0,-1 0 0,0 0 1,1 0-1,-1-1 0,0-1 0,1 1 0,-1-1 1,6-3-9,-6 2-14,-1-1 0,0 0 0,0 0 0,0-1 0,0 0 1,-1 0-1,0-1 0,0 0 0,-1 0 0,1 0 0,-1 0 1,-1-1-1,1 0 0,-1 0 0,0 0 0,-1-1 0,0 1 1,0-1-1,0 0 0,-1 0 0,0 0 14,5-20-58,-2 0-1,0-1 1,-2 1-1,-1-1 1,-2-10 58,0-63 1149,0 102-735,2 24-176,4 5-286,1 0 0,2-1-1,1 0 1,1-1 0,1 0-1,2 0 1,0-2 0,19 24 48,-29-43-264,0-1 0,1-1 0,-1 1 0,1-1 0,0 0 0,1 0 0,-1 0 0,1-1 0,0 1 0,5 1 264,38 10-6027,-12-11-3950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5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419 509 11570,'0'0'2452,"0"0"-407,0 0 311,-28-1-663,-89-4-455,107 4-1115,0 1 0,0 0 0,1 1-1,-1 0 1,0 1 0,0 0 0,1 0 0,-1 1 0,1 0 0,-1 1 0,1 0 0,1 1 0,-1 0 0,0 0-1,1 0 1,0 1 0,1 1 0,-1-1 0,1 1 0,0 0 0,1 1 0,0 0 0,0 0 0,0 0-1,1 1 1,1-1 0,-1 1 0,-1 6-123,-3 11 116,1 0-1,0 1 1,3 0-1,0 0 1,1 0-1,2 1 1,1 0-1,1-1 1,1 2-116,-1-24 9,0-1 1,1 1-1,0-1 1,0 1-1,0-1 1,0 0-1,0 1 1,1-1-1,0 0 1,0 0 0,0 0-1,1 0 1,-1-1-1,1 1 1,0-1-1,0 1 1,0-1-1,3 2-9,0 0 6,0-1 0,0-1 0,0 1 0,1-1 0,-1 0 0,1-1-1,0 1 1,0-1 0,0-1 0,0 1 0,3-1-6,7 1-4,0-1-1,1-1 1,-1-1 0,0 0-1,1-1 1,-1-1 0,0-1 0,0 0-1,13-6 5,-17 5-138,-1-1 0,1 0 0,-1-1 0,0 0 0,-1-1 0,0 0 0,0-1 0,0-1 0,-1 1 0,-1-1 0,0-1 0,0 0 0,-1 0 0,-1-1 0,1 0 0,-2 0 0,0-1 0,0 0 0,-1 0 0,-1 0 0,0 0 0,-1-1 0,-1 0 0,1-9 138,-1-4-302,-1 0 0,-2-1 1,-1 1-1,-1 0 0,-1 0 1,-2 0-1,0 1 0,-2 0 1,-1 0-1,-3-6 302,-68-162 157,-22-52 6051,212 528-2464,31 159-3828,-136-420-355,-3-10 267,1-1 0,0 1 1,1-1-1,0 0 1,0 0-1,2 2 172,-4-10-344,0 1 0,0-1 0,0 1 0,0-1 0,0 0 0,0 0 0,1 0 0,-1 0 1,1 0-1,-1-1 0,1 1 0,0-1 0,-1 0 0,1 0 0,0 0 0,0 0 0,0 0 0,0 0 0,0-1 0,0 1 0,0-1 0,0 0 0,2 0 344,23 0-10354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5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14667,'0'0'2447,"0"0"-666,-13 32-272,-1 1-1090,5-14-191,1 0 0,1 0 0,0 1-1,2 1 1,0-1 0,1 0-1,2 1 1,0 0 0,0 7-228,2-7 270,0 0-1,1 1 1,1-1 0,0 0-1,3 5-269,-3-20 28,-1-1-1,1 1 1,0 0-1,1-1 1,-1 1-1,1-1 1,0 0-1,1 0 0,-1 0 1,1 0-1,0-1 1,0 1-1,1-1 1,-1 0-1,1 0 1,0-1-1,0 1 1,0-1-1,0 0 1,4 1-28,1 0 12,-1-1 0,1 0 0,-1 0 1,1-1-1,0-1 0,0 1 0,0-2 0,0 1 1,0-1-1,0-1 0,0 0 0,0 0 1,-1-1-1,1 0 0,0-1 0,-1 0 0,1-1 1,-1 0-1,0 0 0,0-1 0,-1 0 1,3-2-13,-1 0 11,-1 0 0,1-1 0,-1 0 0,-1 0 0,1-1 0,-2-1 1,1 1-1,-1-1 0,0 0 0,-1-1 0,-1 1 0,1-1 0,-2-1 1,1 1-1,-2-1 0,1 1 0,-2-1 0,1-1-11,-1-1 11,-1-1 0,0 1 0,0-1 0,-2 1 0,0-1 0,0 1 0,-1-1 0,-1 1 0,-1 0 0,0-2-11,1 10 0,0-1 0,0 1 0,0-1 0,-1 1 0,0 0 0,0 0 0,0 0 0,-1 1 0,0 0 1,0-1-1,-1 2 0,1-1 0,-1 1 0,0 0 0,0 0 0,0 0 0,-1 1 0,1 0 0,-1 0 0,0 1 0,-2-1 0,-13-2-145,-1 1 0,-1 0 0,1 2 1,0 0-1,-1 2 0,1 1 0,-14 2 145,-14 3-1450,0 3 0,-39 12 1450,-35 16-5770,12-2-4256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6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0 11747,'0'0'2935,"0"0"-336,0 0-325,0 0-426,-27 4-426,-9 2-987,0 1-1,-7 4-434,37-9 64,-1 1-1,0 0 1,1 0-1,0 1 1,0 0-1,0 0 1,0 0-1,1 0 1,-1 1 0,1 0-1,0 0 1,1 1-1,-1-1 1,-1 5-64,-2 3 139,1 1 0,0-1 0,1 2 0,0-1 0,1 3-139,1-7 68,1 0 1,0 1 0,1-1 0,0 1-1,1-1 1,0 1 0,1 0 0,0-1-1,0 1 1,1 0 0,1-1 0,1 8-69,-1-12 15,0-1 0,0 1 0,1-1 0,-1 0 0,1 0 0,0 1 0,1-2 0,-1 1 0,1 0 0,0-1 0,0 0 0,0 0 0,1 0 0,0 0 0,-1-1 0,1 1 0,0-1 0,1 0 0,-1-1 0,0 0 0,1 1 0,5 0-15,0 0-10,0 0 0,0 0 0,0-1 1,0-1-1,1 0 0,-1-1 0,1 0 1,-1 0-1,0-1 0,1-1 0,-1 0 1,0 0-1,0-1 0,0-1 0,9-4 10,-13 5-30,0-1-1,-1 0 0,0 0 0,0-1 0,0 0 1,0 0-1,0 0 0,-1-1 0,0 0 0,0 0 1,-1 0-1,0 0 0,0-1 0,0 0 0,-1 1 0,0-1 1,0-1-1,-1 1 0,0 0 0,0-1 0,-1 1 1,0-1-1,0-5 31,2-12 156,-1-1 1,-2 1-1,0-1 1,-2 1 0,-1-7-157,2 30 521,2 39-201,12 51 1016,7 21-1336,-2-16 786,-4 6-786,-7-12 154,9 62-129,-11-139-1418,0-18 208,1-18-481,1-14-2843,1-4-4856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6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1 127 15971,'0'0'3296,"0"0"-1943,0 23 481,0 10-1348,1 1 1,2-1-1,1 0 0,1 0 1,2 0-1,11 31-486,-11-48 114,0 0 0,1-1 0,1 0 0,1 0 0,0-1 0,0 0 0,1-1 0,1 0 0,6 4-114,-14-13 24,1 0 1,0 0-1,0-1 1,0 1 0,0-1-1,0-1 1,1 1-1,-1-1 1,1 1-1,0-2 1,0 1-1,0-1 1,0 0-1,0 0 1,0 0-1,0-1 1,0 0-1,0 0 1,0 0-1,0-1 1,0 0-1,0-1 1,0 1-1,0-1 1,0 0-1,-1 0 1,1-1-1,2-1-24,3-3-22,-1 0 0,0 0 0,-1-1 0,0-1 1,0 1-1,0-1 0,-1-1 0,-1 0 0,0 0 0,0 0 0,-1-1 0,0 0 0,-1 0 0,0-1 0,-1 1 0,0-1 0,-1 0 0,2-12 22,4-25-493,-3 0 0,-3 0 0,-1 0 0,-2-5 493,0 52-24,0-19-240,-1-41-198,1 59 422,0 0 1,0 0 0,-1 0-1,0 1 1,1-1-1,-1 0 1,0 0-1,0 1 1,-1-1-1,1 0 1,0 1-1,-1-1 1,0 1-1,1 0 1,-1 0-1,0-1 1,-1 1 39,-3 3-330,5 11 259,11 15 41,-2-21 28,-1 0 0,1 0 1,0-1-1,0 0 0,0-1 1,1 0-1,0 0 0,-1-1 0,1 0 1,1-1-1,-1 1 0,0-2 1,6 1 1,25 2 38,1-1 0,24-3-38,-37 0 38,-17 0 55,-1-1-1,1 0 1,0 0 0,-1-1 0,1-1-1,0 0-92,-8 3 41,-1-1 0,0 1-1,1-1 1,-1 0 0,0 0-1,0 0 1,0-1-1,0 1 1,0 0 0,0-1-1,0 1 1,0-1 0,0 0-1,-1 1 1,1-1 0,0 0-1,-1 0 1,0 0 0,0 0-1,1-1 1,-1 1-1,0 0 1,-1 0 0,1-1-1,0 1 1,-1 0 0,1-1-1,-1 1 1,0-2-41,0 4 8,0-1-1,0 0 1,0 1 0,0-1 0,0 0 0,-1 0-1,1 1 1,0-1 0,0 0 0,-1 1 0,1-1-1,-1 1 1,1-1 0,0 0 0,-1 1-1,1-1 1,-1 1 0,1-1 0,-1 1 0,0 0-1,1-1 1,-1 1 0,1-1 0,-1 1 0,0 0-1,1 0 1,-1-1 0,0 1 0,0 0-1,1 0 1,-1 0 0,0 0 0,1 0 0,-1 0-1,0 0-7,-31 1 35,27 0-23,-3 0 3,0 1 0,0 0 1,0 0-1,1 1 1,-1 0-1,1 0 0,-1 1 1,1 0-1,0 0 0,0 1 1,1 0-1,0 0 0,0 1 1,0-1-1,0 1 1,1 0-1,0 1 0,0 0 1,0-1-1,1 1 0,0 1 1,1-1-1,0 1 1,-2 4-16,-1 6 49,0 0 0,1 1 0,1 0 0,1 0 0,1 0 0,0 1 0,2-1 0,0 0 0,1 0 0,1 2-49,-1-14 3,0 0 0,1 1 1,0-1-1,0 0 1,0 0-1,1 0 1,0-1-1,1 1 1,0-1-1,0 1 1,0-1-1,0 0 1,1-1-1,0 1 1,0-1-1,1 0 1,0 0-1,-1-1 1,1 1-1,1-1 1,-1-1-1,1 1 1,-1-1-1,1 0 1,0-1-1,2 1-3,17 4-938,0-1-1,1-1 1,-1-1-1,1-1 1,0-2 0,15-1 938,10 0-7503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9482,'0'0'5537,"0"0"-2340,32 1-690,10 1-1855,23 2 291,0-3 0,6-3-943,-44 1 126,-1-1-1,1-2 1,-1 0 0,1-2 0,-2-1-1,1 0 1,13-8-126,-38 15 0,0 0 0,0-1 0,0 1 0,-1-1 0,1 1 0,0-1 0,0 1 0,-1-1 0,1 1 0,0-1 0,-1 0 0,1 1 0,0-1 0,-1 0 1,1 1-1,-1-1 0,1 0 0,-1 0 0,0 0 0,1 0 0,-1 1 0,0-2 0,-9-9-84,-28 0-74,19 7 147,0 2-1,0 0 1,0 2 0,0 0-1,0 0 1,-1 2 0,1 0 0,-1 2 11,14-3 6,-1 1 0,1 0 0,-1 0 0,1 0 0,0 1 0,0 0 0,0 0-1,0 0 1,0 1 0,1-1 0,-1 1 0,1 0 0,0 1 0,1-1 0,-1 1 0,1-1 0,-1 1 0,1 0 0,1 0 0,-1 1 0,1-1 0,0 0 0,0 1 0,1 0 0,-1-1 0,0 6-6,0 1 48,0 0 0,1 0 0,0 0 0,1 1 0,0-1 0,1 0 0,0 0 0,1 0 0,0 0 0,4 10-48,-3-14 24,0-1-1,0 0 1,1 0-1,0-1 0,0 1 1,1-1-1,0 1 0,0-1 1,0-1-1,1 1 0,-1-1 1,1 0-1,1 0 1,-1-1-1,1 0 0,-1 0 1,4 1-24,5 1 7,0 0 0,0-1 1,1-1-1,-1 0 1,1-1-1,0-1 0,0 0 1,0-1-1,0-1 1,0-1-1,0 0 0,0-1 1,7-2-8,7-2-857,0-2 0,-1 0-1,0-3 1,-1 0 0,0-2 0,11-7 857,43-31-11090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7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0 13035,'0'0'3583,"0"0"-1945,0 0 126,23 27-25,73 92-402,-87-107-1187,0 0 1,-1 1 0,0 0 0,-1 0-1,0 1 1,-2 0 0,1 0 0,-2 1 0,0-1-1,0 1 1,-2 0 0,0 0 0,0 0-1,-1 1 1,-1-1 0,-1 0 0,0 1-151,0-9 29,1 0 0,-1 0 0,-1 0 0,1 0 0,-1 0 1,-1-1-1,1 1 0,-1 0 0,0-1 0,0 0 0,-1 0 0,0 0 0,0 0 0,0 0 1,-1-1-1,0 0 0,0 0 0,0 0 0,-1-1 0,1 1 0,-1-1 0,0-1 0,-1 1 1,1-1-1,0 0 0,-1-1 0,-6 3-29,-4 0 20,0 0 0,1-2-1,-1 0 1,-1 0 0,1-2 0,0 0 0,0-1 0,-1-1-1,1 0 1,0-1 0,-3-2-20,14 3-57,1 0 1,-1-1-1,1 1 1,-1-1-1,1-1 1,0 1-1,0-1 1,0 1-1,0-1 1,1-1-1,-1 1 1,1-1-1,-1 0 1,1 0-1,1 0 1,-3-3 56,4 3-247,0 1 0,0-1 0,1 1 0,-1-1-1,1 0 1,0 0 0,1 1 0,-1-1 0,0 0 0,1 0 0,0 0 0,0 0 0,0 0 0,1 0 0,-1 1 0,1-1 0,0 0 0,0 0 0,0 0 0,0 1 0,1-1 0,0 1 0,-1-1 0,3-2 247,24-36-8196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14875,'0'0'5065,"0"0"-3856,0 0 47,42 183 384,-20-88-288,0 8-407,-2-3-361,-3-10-280,-6-12-248,0-13-56,-6-17-32,-2-13-712,-3-25-865,0-10-1399,0 0-8843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8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10610,'0'0'6728,"0"0"-2779,0 0-2195,0 0-885,34-13-578,1 0-277,29-12-118,1 3-1,24-2 105,180-29-3620,-182 37-587,-84 16 3924,31-8-5428,-21 0 4066,-13 8 1702,1-1 0,-1 1 1,0 0-1,0-1 0,0 1 1,0 0-1,0-1 1,0 1-1,0 0 0,0-1 1,0 1-1,0 0 0,0-1 1,0 1-1,0 0 0,0-1 1,0 1-1,0 0 1,0-1-1,0 1 0,0 0 1,0 0-1,0-1 0,0 1 1,-1 0-1,1-1 1,0 1-1,0 0 0,0 0 1,-1-1-1,1 1 0,0 0 1,0 0-1,-1-1 1,1 1-1,0 0 0,-1 0-57,0-1 446,-1 0 0,0-1 0,0 1-1,0 1 1,0-1 0,0 0 0,0 0-1,-1 1 1,1-1 0,0 1 0,0 0-1,0 0 1,-1 0-446,-53 3 3571,51-3-3265,-4 2-102,-1 1 1,1 0 0,-1 0 0,1 1 0,0 0-1,1 1 1,-1 0 0,1 0 0,-1 1 0,2 0-1,-1 1 1,1-1 0,0 1 0,0 1 0,1-1-1,0 1 1,0 0 0,-1 4-205,-3 3 180,0 1 1,1 1-1,1 0 0,1 0 1,0 1-1,1 0 0,1 0 1,1 0-1,-1 6-180,4-18 39,0 0-1,0 0 1,1 0 0,0 0-1,0 0 1,0 0 0,1 0-1,0 0 1,0 0 0,0 0-1,1-1 1,0 1 0,1 1-39,-1-4 4,0 0 1,0-1 0,1 1-1,-1-1 1,1 0-1,0 0 1,0 0 0,0 0-1,0 0 1,0 0-1,0-1 1,0 0 0,1 1-1,-1-1 1,1-1-1,-1 1 1,0 0 0,1-1-1,-1 1 1,1-1-1,-1 0 1,4-1-5,2 1-55,1 0-1,0-1 1,0 0 0,0 0-1,-1-1 1,1 0 0,-1-1-1,1 0 1,-1-1 0,0 0-1,0 0 1,-1-1 0,1 0-1,-1-1 1,0 0 0,-1 0-1,1 0 1,-1-1 0,0 0-1,-1-1 1,0 0 0,0 0-1,3-5 56,8-16-106,-1-1 0,-2 0 0,0-1 0,-3 0-1,0-1 1,1-12 106,-12 42 68,1-1 0,-1 1-1,1 0 1,0 0 0,0-1 0,0 1-1,0 0 1,0 0 0,1 0-1,-1 0 1,1 0 0,-1 0-68,0 2 21,-1 0 1,0-1-1,1 1 1,-1 0-1,0 0 1,1 0-1,-1 0 1,1 0-1,-1 0 1,0 0 0,1 0-1,-1 0 1,1 0-1,-1 0 1,0 0-1,1 0 1,-1 0-1,0 0 1,1 0-1,-1 0 1,1 0-1,-1 0 1,0 1-1,1-1 1,-1 0-1,0 0 1,1 0-1,-1 1 1,0-1-1,1 0 1,-1 0-1,0 1 1,0-1-1,1 0 1,-1 1 0,0-1-1,0 0 1,0 1-22,4 6 69,0 0 1,-1 0 0,0 0 0,-1 0 0,1 0 0,0 5-70,8 38-77,-2 1-1,-3 0 1,-1 0 0,-3 46 77,-2-96-23,1 5-303,-1 0 1,0-1 0,-1 1 0,1 0 0,-1 0 0,0-1 0,0 1 0,-1 0 0,1-1 0,-1 1 0,-1-1 0,-1 4 325,-14 9-6063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8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 14539,'0'0'3836,"-30"11"-1908,5-2-1569,9-4-184,0 0-1,1 1 1,-1 0-1,2 2 1,-1-1 0,1 2-1,0 0 1,1 1-1,0 0 1,0 1-1,1 0 1,-1 3-175,6-5 129,0 1 0,0 0 0,1 1 0,0-1 0,0 1 1,2 0-1,-1 1 0,1-1 0,1 1 0,0 0 0,1 0 0,0 0 0,1 0 0,0 0 1,1 0-1,0 1-129,0-8 24,1 0 0,-1 0 0,1 0 1,0 0-1,0 0 0,0 0 0,1-1 1,0 1-1,0-1 0,0 1 1,0-1-1,1 0 0,-1 1 0,1-1 1,0-1-1,1 1 0,0 1-24,2 0 20,0 0-1,1 0 1,-1-1-1,1 0 1,0 0-1,0-1 1,0 0 0,1 0-1,-1 0 1,4 0-20,12 1 8,-1 0-1,1-1 1,0-2 0,0 0 0,0-1 0,0-2-1,6-1-7,-22 3-46,-1-1 0,1 0-1,0-1 1,-1 0-1,1 0 1,-1 0-1,1-1 1,-1 0 0,0 0-1,0 0 1,0-1-1,-1 0 1,1 0 0,-1 0-1,0-1 1,0 0-1,-1 0 1,1 0-1,-1-1 1,1-2 46,0-2-70,0 0 0,0-1 1,-1 1-1,-1-1 0,0 0 0,0-1 0,-1 1 1,0 0-1,-1-1 0,-1 1 0,0-8 70,0-21 328,-1 37 94,1 9 62,6 60 460,-1-44-814,1 0 0,1-1-1,1 0 1,0 0 0,10 14-130,-14-27-63,0 0 0,1 0 0,0-1 0,0 0 0,1 0 0,0 0 0,0-1 0,1 0 0,-1 0 0,1 0 0,1-1 0,-1 0 0,1 0 0,0-1 0,0 0 0,3 0 63,72 11-2329,-22-11-2729,9-3-7114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9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11042,'0'0'2166,"0"0"228,0 0 177,0 0-661,0 0-452,0 0-517,-28 3-209,28-3-732,-26 2 249,1 1 0,0 1 0,-15 6-249,36-9 43,1 0 0,-1 1-1,1 0 1,0 0 0,-1 0 0,1 0-1,0 0 1,0 0 0,0 1 0,1 0-1,-1-1 1,1 1 0,-1 0 0,1 0-1,0 0 1,0 1 0,-1 2-43,-1 3 108,1 1 0,0 0 1,0 0-1,1 0 0,0 4-108,-1 1 127,-8 74 692,4 1 0,3-1 0,9 88-819,26 174 827,-16-211-797,-13-111-37,8 46-458,-10-73 406,0-1-1,0 0 1,1 0 0,-1 0-1,0 0 1,0 0 0,1 0-1,-1 0 1,1 0-1,-1 0 1,1 0 0,-1 0-1,1 0 1,0-1 0,-1 1-1,1 0 1,0 0 0,0 0-1,-1-1 1,1 1 0,0-1-1,0 1 1,0 0-1,0-1 1,0 1 0,0-1-1,0 0 1,0 1 0,0-1-1,0 0 1,0 0 0,0 1-1,0-1 1,0 0 0,0 0-1,1 0 60,0-1-242,1 0-1,-1 0 1,0 0-1,0 0 1,1 0-1,-1 0 1,0-1-1,0 1 1,0-1-1,-1 1 1,1-1-1,0 0 0,0 1 1,-1-1-1,2-2 243,17-31-6380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0:59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14883,'0'0'4665,"0"0"-2616,0 0-1281,31-14-411,6-3-304,2-1-43,0 2 0,1 2 0,35-8-10,9-4-848,-48 13-759,1 2 1,13-1 1606,-48 23 49,-11 98 1727,6-84-1429,0 1 1,1-1 0,2 1-1,0-1 1,2 0-1,3 20-347,-3-39 57,0 0-1,1 0 1,-1 0-1,1 0 0,0 0 1,1-1-1,-1 1 1,1-1-1,0 0 1,1 0-1,-1 0 0,1-1 1,0 1-1,0-1 1,0 0-1,1-1 1,-1 1-1,1-1 1,0 0-1,0-1 0,0 1 1,0-1-1,1-1 1,-1 1-1,0-1 1,1 0-1,-1 0 1,1-1-57,3 2 52,1-2 1,-1 1-1,1-2 1,0 1 0,-1-1-1,0-1 1,1 0 0,-1 0-1,0-1 1,0-1 0,0 0-1,0 0 1,-1 0-1,1-2 1,-1 1 0,-1-1-1,3-2-52,-3 0 18,0-1-1,0-1 0,-1 1 0,0-1 0,-1-1 1,0 1-1,-1-1 0,0 0 0,-1 0 1,0 0-1,-1-1 0,0 0 0,0 1 0,-1-1 1,-1 0-1,0 0 0,-1 0 0,0 0 0,-1 0 1,0 0-1,-1 0 0,-2-5-17,3 12 16,-1-1-1,0 1 0,0 0 1,-1 0-1,1 0 1,-1 0-1,-1 0 1,1 1-1,0-1 1,-1 1-1,0 0 0,0 0 1,0 0-1,-1 1 1,1-1-1,-1 1 1,0 0-1,0 1 1,0-1-1,0 1 0,-5-2-15,-12-3-248,0 1 0,0 0 0,0 2 0,-17-1 248,27 3-340,9 2-74,-15-4-1329,10-2-5073,6-3-7735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00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0 258 14483,'0'0'2790,"0"0"588,25 24-992,80 78-916,-33-41-313,-68-58-1119,0-1-1,0 1 0,-1-1 1,1 0-1,1 0 0,-1-1 1,0 0-1,0 1 0,1-1 1,-1 0-1,1-1 0,-1 1 1,2-1-38,-4-1 29,0 1 1,1-1-1,-1 0 1,0 0 0,1 0-1,-1 0 1,0 0-1,0-1 1,0 1 0,0 0-1,0-1 1,0 0-1,-1 1 1,1-1 0,-1 0-1,1 0 1,-1 0-1,1 0 1,-1 0 0,0 0-1,0-1 1,0 1-1,0 0 1,0-1 0,-1 1-1,1 0 1,-1-1-1,0 1 1,1-1-30,2-15 103,0 1 1,-1-1-1,0-9-103,-2 26 8,1-30 224,0 1 1,-3-1-1,0 1 1,-2-1-1,-1 1 0,-1 0 1,-6-14-233,11 42-85,0 0 0,0 0 0,0 0 0,0 0 0,1 0 0,-1-1 0,1 1 0,-1 0 0,1 0 0,0-1 0,0 1 0,0 0 0,0 0 0,0-1 0,1 1 0,-1 0 0,1 0 0,-1 0-1,1-1 1,0 1 0,0 0 0,0 0 0,1-1 85,1 1-723,1 0-1,0-1 0,0 2 0,0-1 1,0 0-1,0 1 0,0 0 0,1 0 1,-1 0-1,0 0 0,2 1 724,-5 0-113,30-6-10032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00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158 103 13123,'0'0'3927,"0"0"-1536,0 0-767,-21 25-311,-68 83-231,83-99-975,1-1 1,-1 1-1,1 0 1,1 0 0,0 0-1,0 1 1,1 0 0,0-1-1,1 1 1,0 0-1,1 0 1,0 1 0,0-1-1,1 0 1,0 0-1,1 2-107,-1 9 132,0-17-110,0 0 0,0 0 0,0 0-1,1 0 1,-1 0 0,1 0-1,0 0 1,0 0 0,1 0-1,-1-1 1,1 1 0,1 1-22,-2-3 7,1 0 0,0 0-1,0 0 1,0-1 0,0 1 0,0-1 0,0 1 0,0-1 0,0 1-1,1-1 1,-1 0 0,0 0 0,1-1 0,-1 1 0,1 0 0,-1-1-1,1 1 1,0-1 0,0 0-7,5 1-26,-1 0 0,1-1-1,-1 0 1,1-1 0,-1 0-1,0 0 1,1 0 0,-1-1 0,0 0-1,0 0 1,0-1 0,0 0-1,0 0 1,-1-1 0,1 0 0,-1 0-1,0 0 1,0-1 0,0 0-1,-1 0 1,0 0 0,0-1 0,0 0-1,-1 0 1,0 0 0,3-6 26,4-7-202,-2-1 0,0 0 0,-1-1 0,-1 0 0,-1 0 0,-1 0 0,-1-1 0,1-15 202,-5 33 23,0 1 0,1 0-1,-1 0 1,1 0 0,0 0 0,0 0-1,0 0 1,0 0 0,0 0 0,1 0-1,0-1-22,-1 4 11,-1-1 0,0 1-1,1 0 1,-1-1 0,0 1-1,1 0 1,-1 0 0,1 0-1,-1-1 1,1 1 0,-1 0-1,0 0 1,1 0-1,-1 0 1,1 0 0,-1 0-1,1 0 1,-1 0 0,1 0-1,-1 0 1,1 0 0,-1 0-1,0 0 1,1 0-1,-1 0 1,1 0 0,-1 0-1,1 1 1,-1-1-11,19 18 86,-4 3-7,-2 1 0,0 1 0,-2 0 0,0 1 0,-2 0 0,0 1 0,-2 0 0,-1 0 0,-1 0 0,-1 1 0,1 19-79,-7-143 1983,-1 43-1954,3-1-1,3 0 0,6-34-28,-7 81-110,0 0 0,0 0 0,1 0-1,0 1 1,1-1 0,0 0 0,0 1 0,4-4 110,-4 6-477,0 1 0,0-1 0,1 1 0,0 0 0,0 1 0,0-1 1,3-1 476,16-6-6485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03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454 395 11402,'0'0'2224,"0"0"-79,0 0 272,-25-8-962,-84-25-292,101 31-1039,0 0 1,1 1-1,-1 0 0,0 1 1,-1 0-1,1 0 0,0 0 1,0 1-1,1 1 0,-1-1 1,0 1-1,0 1 1,1-1-1,-1 1 0,1 1 1,0-1-1,-2 2-124,-6 5 254,0 1 1,0 0-1,1 1 0,1 1 1,-11 13-255,15-18 70,1 1 0,1 1 0,0-1 0,0 1 0,0 1 1,2-1-1,-1 1 0,1 0 0,1 0 0,0 1 0,1-1 0,0 1 0,0 0 1,1 0-1,1 0 0,0 0 0,1 0 0,0 0 0,1 1-70,-1-9-2,1 0 1,0 0-1,0-1 0,0 1 0,1 0 0,-1 0 1,1-1-1,0 1 0,0-1 0,0 0 1,0 1-1,0-1 0,1 0 0,0 0 1,-1 0-1,1-1 0,0 1 0,2 0 2,1 1 2,0 0 0,1-1-1,0 1 1,-1-2 0,1 1 0,0-1-1,1 0 1,-1 0 0,0-1 0,1 0-2,4 1-20,0-1 1,1-1 0,-1 0-1,0-1 1,1 0 0,-1-1-1,0 0 1,0-1-1,0 0 1,0-1 0,-1 0-1,5-3 20,-7 1-88,1 0 0,-2-1-1,1 0 1,-1-1 0,0 0-1,-1 0 1,1-1-1,-2 1 1,1-1 0,-1-1-1,-1 1 1,0-1 0,0 0-1,-1-1 1,0 1-1,-1-1 1,0 0 0,0 1-1,0-12 89,2-18-241,-2 0 0,-2 0 0,-1 0 0,-6-37 241,-2 20-24,-2 1 0,-8-23 24,-9-47 2497,89 294-101,-46-99-2087,1 34-309,-9-43-1052,4-1 0,6 15 1052,-18-72-204,1 0 1,-1 0-1,1 1 0,0-1 0,0 0 0,0 0 0,0 0 1,0 0-1,0-1 0,0 1 0,1 0 0,-1 0 1,1-1-1,-1 1 0,1-1 0,0 1 0,0-1 1,-1 0-1,1 1 0,0-1 0,0 0 0,0 0 0,0-1 1,0 1-1,0 0 0,1-1 0,-1 1 0,0-1 1,0 1-1,0-1 0,1 0 0,-1 0 0,0 0 1,0-1-1,1 1 0,-1 0 0,0-1 0,0 1 0,0-1 1,1 0 203,7-3-189,0 0 1,0-1-1,-1 0 1,0 0 0,0-1-1,-1 0 1,7-6 188,23-19 1244,-2-2 0,-1-1 0,-1-2 0,27-38-1244,-56 67 264,-1 0 0,0-1 0,0 1 0,-1-1 0,3-6-264,-6 13 46,1 0-1,-1 0 0,1 1 0,-1-1 0,0-1 0,1 1 0,-1 0 0,0 0 0,0 0 0,0 0 1,0 0-1,0 0 0,0 0 0,0 0 0,0 0 0,0 0 0,0 0 0,0 0 0,-1 0 0,1 0 1,0 0-1,-1 0 0,1 0 0,-1 0 0,1 0 0,-1 0 0,0 0 0,1 0 0,-1 0 0,0 1 1,1-1-1,-1 0 0,0 0 0,0 1 0,0-1 0,0 1 0,0-1 0,0 1 0,0-1 1,0 1-1,0-1 0,0 1 0,0 0 0,0 0 0,0 0 0,0-1 0,0 1-45,-10 0 51,1 0 0,0 1-1,0-1 1,0 2-1,-1 0 1,1 0 0,1 1-1,-1 0 1,0 0 0,1 1-1,0 1 1,0 0-1,0 0 1,0 0 0,1 1-1,0 1 1,0-1 0,-6 8-51,5-5 19,1 0 0,0 1 0,0 1 0,1-1 0,0 1 1,1 0-1,0 1 0,1 0 0,0-1 0,1 2 0,0-1 1,1 0-1,1 1 0,0-1 0,0 5-19,1-5 16,0 0 0,1 0 0,1 1-1,0-1 1,0 0 0,1 0 0,1 0 0,3 9-16,-3-15-1,0 1 0,0-1 0,1 1 0,0-1 0,0 0 0,0-1 1,1 1-1,0-1 0,0 0 0,0 0 0,1 0 0,0-1 0,0 1 0,0-2 1,4 3 0,7 2-58,0-1 0,1 0 0,0-2 0,0 0 0,0-1 0,0 0 0,1-2 0,0 0 0,-1-1 0,16-2 58,22-2-1033,-1-2 0,49-12 1033,40-18-4201,-13-7-4108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04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16580,'0'0'2087,"2"22"-420,4 23-519,1 0 0,3 0-1,2-1 1,12 32-1148,6-9 819,-18-42-610,0 2-1,-2-1 0,-1 1 1,1 12-209,-9-36-18,-2-6 2,-18-70-331,12 53 247,1 0 0,2 0 1,0-1-1,-1-10 100,3 4-42,1 0 1,1-1 0,2 1 0,0 0 0,2 0 0,1 0 0,7-19 41,-9 34-13,2 1 0,-1 0 0,2 0 1,-1 0-1,2 0 0,-1 1 0,1 0 0,1 1 0,0-1 1,0 1-1,1 1 0,0 0 0,0 0 0,1 1 0,0 0 0,0 0 1,1 1-1,5-2 13,-7 4-10,0 1 0,0-1 1,1 2-1,-1-1 0,10 0 10,-17 3-1,0-1-1,1 1 0,-1 0 0,1-1 1,-1 1-1,1 1 0,-1-1 0,1 0 1,-1 1-1,1-1 0,-1 1 0,1-1 1,-1 1-1,0 0 0,0 0 0,1 1 1,-1-1-1,0 0 0,0 1 0,0-1 1,0 1-1,0-1 0,-1 1 0,1 0 1,0 0 1,0 3 2,1 0-1,-1 0 1,0 1 0,-1-1 0,1 1 0,-1-1 0,0 0 0,-1 1 0,1 0 0,-1-1-1,0 1 1,-1-1 0,1 1 0,-1-1 0,0 1 0,0-1 0,-1 1 0,0-1 0,0 0-1,-1 3-1,-4 8 26,-1-1-1,0 0 0,-1 0 1,0-1-1,-1 0 0,-2 1-25,-11 12 45,-1-1 1,-1-1-1,-1-2 0,-24 18-45,67-51-64,-1 2 0,1 0 0,1 0 0,0 2-1,0 0 1,0 1 0,0 1 0,1 1-1,0 1 1,-1 0 0,1 1 0,0 1-1,13 2 65,-22-1-15,0 1 0,0-1 0,-1 2 0,1-1-1,0 1 1,-1 1 0,0-1 0,0 2 0,0-1-1,0 1 1,-1 1 0,6 4 15,-9-5 2,0 0 1,0 0-1,0 1 1,-1 0-1,1 0 1,-1 0 0,-1 0-1,0 1 1,1-1-1,-2 1 1,1 0-1,-1 0 1,0 0-1,-1 0 1,1 0-1,-2 1 1,1-1-1,-1 6-2,1-6 59,-2 0 1,1-1-1,-1 1 0,0 0 0,0-1 0,0 1 0,-1-1 1,0 0-1,-1 1 0,1-1 0,-1 0 0,-1 0 1,1-1-1,-1 1 0,-1 1-59,-2 1 104,1-1 1,-1 0-1,-1-1 1,1 0-1,-1 0 0,0-1 1,-1 0-1,1 0 1,-10 3-105,-5 1 98,0-1 0,0-2 0,-1 0 0,0-2 0,0 0 1,0-2-1,0 0 0,-3-2-98,26 0-28,0 1 0,-1-1-1,1 0 1,0 0 0,0 0 0,0 0 0,0 0 0,0 0 0,-1 0 0,1-1-1,0 1 1,0 0 0,0 0 0,0-1 0,0 1 0,0-1 0,0 1 0,0-1-1,0 0 1,0 1 0,0-1 0,0 0 0,0 0 0,1 1 0,-1-1 0,0 0 0,0 0-1,1 0 1,-1 0 0,1 0 0,-1 0 0,1 0 0,-1 0 0,1 0 0,-1 0-1,1-1 1,0 1 0,0 0 28,0-2-172,0 0 0,1 0-1,0 1 1,0-1-1,-1 0 1,1 1 0,1-1-1,-1 1 1,0-1 0,1 1-1,-1-1 1,1 1 0,0 0-1,0 0 1,-1 0 0,2 0 172,36-29-4740,7 3-3114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04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9194,'0'0'6157,"0"0"-3488,-23 23-471,-70 76-513,90-95-1603,-1 0-1,1 1 0,0-1 0,0 1 1,0 0-1,1 0 0,-1 0 1,1 0-1,0 0 0,1 1 0,-1-1 1,1 0-1,0 1 0,1 0 1,-1-1-1,1 1 0,0-1 0,1 1 1,-1-1-1,1 1 0,1 4-81,0-5 38,0 0 0,0 0 0,1 0 1,0-1-1,-1 1 0,1-1 0,1 0 0,-1 1 0,1-2 0,-1 1 0,1 0 0,0-1 0,1 1 0,-1-1 1,1 0-1,-1-1 0,1 1 0,1-1-38,16 6 54,1-1-1,0-1 1,0-1 0,1-2-1,0 0 1,-1-1 0,1-2 0,0 0-1,0-2 1,-1 0 0,13-4-54,-26 4 26,0-1 1,0 0-1,0-1 1,0 0-1,-1 0 1,0-1-1,0 0 1,0-1-1,0 0 1,-1-1-1,7-5-26,-12 9 35,0 0 0,0 0 0,0-1 0,0 1 0,0-1 0,-1 1 0,1-1 0,-1 0 0,0 0 0,0 0 0,-1 0 0,1 0 0,-1-1 0,0 1 0,0 0 0,0-1 0,-1 1 0,0 0 0,1-1 0,-2 1 0,1-1 0,0 1 1,-1 0-1,0-1 0,0 1 0,0 0 0,0-1 0,-1 1 0,-1-2-35,0 1 6,-2-1 0,1 1 0,0 0 0,-1 0 1,0 0-1,0 1 0,-1-1 0,1 1 1,-1 0-1,0 1 0,0 0 0,0 0 0,0 0 1,-1 1-1,1-1 0,-4 1-6,-11-4-202,1 0-1,-1 2 0,0 1 1,-16 0 202,-29 2-4082,52 1-2148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05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25 11442,'0'0'3703,"0"0"-991,0 0-578,0 0-727,0 0-638,-24-4-346,-81-14-147,96 17-227,0 0 0,-1 1 0,1 0 0,0 1 0,-1 0 0,1 0 0,0 1 0,0 0 0,0 1 0,0 0 0,0 0 0,1 1 0,-3 1-49,-7 6 206,-1 1 0,2 0 1,0 2-1,-6 5-206,18-14 76,-4 3 2,0 0 1,1 1 0,0 0-1,1 0 1,0 1 0,0 0-1,1 0 1,1 1 0,0-1-1,0 1 1,1 1-1,-1 3-78,3-9 21,0 0 0,1 0 0,0 0 0,0 0 0,1 0 0,0 0-1,0 0 1,0 1 0,1-1 0,0 0 0,0 0 0,0 0 0,1 0 0,0 0-1,0-1 1,0 1 0,1-1 0,0 1 0,0-1 0,0 0 0,1 0-1,0 0 1,0 0 0,1 1-21,6 3 37,0 0-1,0-1 1,1 0 0,0-1-1,0 0 1,1-1-1,0 0 1,0-1 0,0-1-1,1 0 1,-1-1-1,1 0 1,0-1-1,0-1 1,1 0-37,5 0 25,0-1 1,0-1-1,0-1 1,-1-1-1,1 0 0,-1-1 1,1-2-1,-2 0 1,1-1-1,8-4-25,0-3-113,-1-1 1,0-1-1,21-18 113,3-7-6361,-42 33-20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05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0 6249,'0'0'2953,"0"0"-344,0 0 127,0 0-1152,0 0-855,0 0-177,0 0 112,-120 151-664,67-66 0,9-15-2529,5-10-10233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36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151 335 17708,'0'0'2570,"0"0"-1179,0 0-292,0 0-422,6 44 34,-5-39-678,64 348 1710,-25-167-919,-7-28-217,13 19-607,-43-172-788,-2-7 168,0-17-305,-6-32-980,-5 7-250,-3 1 0,-1 1 0,-2 0 0,-20-35 2155,-95-155-1626,97 175 1658,19 30 757,0 1 0,2-2 0,1 1 1,-7-28-790,16 43 380,0-1 0,0 1 0,1 0 0,1-1 1,0 1-1,0-1 0,2 1 0,0-1 0,0 1 0,1-1 1,0 1-1,1 0 0,2-6-380,3 3 213,-1-1-1,2 2 1,0-1 0,1 1 0,0 0-1,1 1 1,1 1 0,0 0 0,0 0-1,1 1 1,1 0 0,4-1-213,11-7 252,0 0-1,1 3 1,1 0 0,0 2-1,24-7-251,-30 13 105,0 1 0,0 1 1,1 0-1,0 3 0,0 0 0,1 1 0,-1 2 0,0 0 0,0 2 0,5 2-105,-26-3 18,1 0 1,-1 1-1,1-1 0,-1 1 0,1 0 1,-1 1-1,0 0 0,0 0 0,0 0 0,-1 0 1,1 0-1,-1 1 0,0 0 0,0 0 1,0 0-1,0 1 0,-1-1 0,1 1 0,-1 0 1,-1 0-1,1 0 0,-1 0 0,1 1 1,-1-1-1,-1 0 0,1 1 0,-1 0 0,0-1 1,0 1-1,-1 0 0,0 2-18,0 4 38,0 0 0,-1-1 0,0 1-1,-1-1 1,0 1 0,-1-1 0,0 0 0,-1 0 0,0 0-1,-1 0 1,0-1 0,-1 1 0,0-1 0,0-1-1,-1 1-37,-23 24-131,-2-1 0,-1-2-1,-1-1 1,-2-2 0,0-1-1,-8 2 132,57-27-4087,15-5 709,13-12-1570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3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16956,'0'0'2744,"0"0"-1303,0 0 127,0 0-568,-122 190-160,108-100-64,8 1-207,6-4-201,6-7-296,22-12-8,8-13-64,3-10-392,28-15-921,-12-12-1431,-5-11-5794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37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1 837 16700,'0'0'2708,"6"-22"-601,94-357 1870,-88 329-3686,16-69 1503,43-111-1794,-71 228 42,1-1 0,0 1 1,0-1-1,0 1 1,0 0-1,0 0 0,0 0 1,1 0-1,-1 0 1,1 0-1,-1 0 0,1 0 1,0 0-1,0 1 1,0-1-1,0 1 0,0-1-42,-1 2 11,0 0 0,0-1 1,1 1-1,-1 0 0,0 0 0,0 0 0,0 0 0,0 1 0,0-1 0,0 0 0,0 0 0,0 1 1,0-1-1,0 0 0,0 1 0,0-1 0,0 1 0,-1-1 0,1 1 0,0 0 0,0-1 0,0 1 1,0 0-1,-1 0 0,1-1 0,0 2-11,6 8 24,0 0-1,-1 0 1,0 1 0,0 0-1,3 10-23,-8-18 9,26 68 57,-3 1 0,-3 2 1,-3 0-1,-3 1 0,-4 1 0,-1 28-66,-10-78-293,-1-13-1253,-2-10-4611,-12-18-1690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3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1 566 4401,'0'0'13715,"0"0"-10947,0 0-831,0 0-465,0 0-760,0 0-496,0 0-96,169-70-120,-93 32-304,27-24-624,-23 9-1680,-10 3-5258</inkml:trace>
  <inkml:trace contextRef="#ctx0" brushRef="#br0" timeOffset="1">705 0 18116,'0'0'3929,"0"0"-2985,0 0-168,0 0 456,14 170 49,2-84-105,1 1-400,3-4-424,2-13-224,-3-10-128,1-15-232,-3-12-768,5-23-528,-5-10-897,-4 0-5713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37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17708,'0'0'3323,"0"0"-2083,0 0-87,5 29 71,3 9-852,6 38 899,-2 18-1271,11 95 1311,-24-230-1423,1-9-87,1 1 0,8-46 199,-6 77-6,1 1 1,0 0 0,1 0-1,1 0 1,1 1-1,1 0 1,0 0 0,0 0-1,2 1 1,2-3 5,1 2-7,0 1 0,1 0 1,0 1-1,17-13 7,-24 21-12,1 0-1,1 0 1,-1 1 0,1 0 0,0 1-1,1 0 1,-1 0 0,0 1 0,1 0-1,9-1 13,-17 4-7,0-1 0,-1 1 0,1 0 0,0 0 0,0 0 0,-1 0 0,1 0 0,0 0 0,0 1 0,-1-1 0,1 0 0,0 1 0,-1-1 0,1 1 0,0 0 0,-1 0 0,1-1 0,-1 1 0,1 0 0,-1 0 0,1 1 0,-1-1 0,0 0 0,0 0 0,1 1 7,0 1-4,-1 0 0,1 0 1,-1 0-1,0 0 0,0 0 0,-1 0 0,1 0 1,0 0-1,-1 1 0,0-1 0,0 0 1,0 0-1,0 3 4,-1 4 7,-1 0-1,1-1 1,-2 1 0,1 0-1,-1-1 1,-1 0 0,0 0 0,0 0-1,-1 1-6,1-4 3,-5 8 17,0 0 0,-2-1 0,1 0-1,-2 0 1,1-1 0,-9 5-20,59-15-535,-26-3 465,0 0 0,0 1 0,1 1 0,-1 0 0,0 1 0,10 3 70,-18-3-14,-1 0-1,1 0 1,0 0 0,-1 1 0,0-1 0,1 1 0,-1 0 0,0 1 0,-1-1 0,1 1 0,0-1 0,-1 1 0,0 0 0,0 0 0,0 1 0,-1-1 0,1 1 0,-1-1 0,0 2 14,2 1 34,-1 1 0,0-1 0,0 1 0,-1 0 0,0 0 0,-1 0-1,1 0 1,-2 0 0,1 0 0,-1 0 0,0 0 0,-1 0 0,0 0 0,0 0 0,0 0 0,-1 0 0,-1 0-1,1 0 1,-1-1 0,-1 1 0,1-1 0,-1 0 0,0 0 0,-1 0 0,0-1 0,0 1 0,0-1-1,-1 0 1,-4 3-34,-2 1 67,0 0-1,-1-2 1,0 1-1,0-2 1,-1 0-1,0 0 1,0-1-1,0-1 1,-1 0-1,0-2 1,0 1-1,0-2 1,0 0-1,0 0 1,-7-1-67,-4-1 0,-26-1-531,51 0 465,0 1 0,1 0 1,-1-1-1,0 1 0,0 0 0,1-1 1,-1 1-1,0-1 0,1 1 0,-1-1 1,1 1-1,-1-1 0,1 0 1,-1 1-1,1-1 0,-1 0 0,1 1 1,-1-1-1,1 0 0,0 0 0,-1 1 1,1-1-1,0 0 0,0 0 1,0 0-1,0 1 0,0-1 0,0 0 1,0 0-1,0 0 0,0 0 0,0 0 66,5-26-2376,14-2-3782,8-3-4749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38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16508,'0'0'2616,"0"0"-1872,0 0 937,125 152-305,-67-54-424,-8 12-160,-16 8-112,-17 0-127,-17-6-249,0-2-200,-37-4-104,-10-4-504,-42 26-577,11-25-1399,3-18-8723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1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14003,'0'0'2665,"0"0"-1,0 0-199,0 0-1441,0 0-424,0 0-184,204-40-64,-113 15-184,4 0-80,-14 2-88,-12 3-160,-16 8-848,-39 12-1321,-14 7-3000,-3 18-3192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2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12603,'0'0'3168,"0"0"-1367,0 0 303,0 0-960,0 0-543,148-40-393,-48-13-208,-17 6-961,-7-1-4344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1 303 16371,'0'0'2088,"6"25"-84,102 352 2964,-85-305-4656,5 15-515,37 80 203,-62-165-985,-3-13 282,-5-17-136,-1 0 0,-1 0 0,-2 0 1,0 1-1,-2 0 0,-8-12 839,-14-41-426,16 37 563,3-1 0,2-1 0,1 0 0,-1-30-137,9 56 150,2 1-1,0 0 1,1-1 0,1 1 0,0-1 0,2 1 0,0 0-1,1 0 1,1 0 0,0 0 0,2 1 0,0 0-1,1-2-149,3 2 93,0 0 0,0 0-1,2 1 1,0 0-1,1 1 1,0 1-1,1 0 1,1 1 0,0 1-1,16-10-92,-18 14 92,1 0 1,-1 1-1,1 1 0,1 0 0,-1 1 0,1 0 1,0 1-1,0 1 0,0 1 0,0 0 0,0 1 1,0 1-1,14 1-92,-23 0 33,0 0 0,0 1 0,-1 0 1,1 0-1,0 0 0,-1 1 0,1 0 0,-1 0 0,0 1 1,0 0-1,0 0 0,-1 0 0,0 0 0,1 1 0,-1 0 1,-1 0-1,1 1 0,-1-1 0,0 1 0,0 0 0,-1 0 1,1 0-1,-1 1 0,-1-1 0,1 1 0,0 4-33,0-1 41,-1 1 0,1-1-1,-2 1 1,0-1 0,0 1-1,-1 0 1,0 0 0,-1-1-1,0 1 1,-1-1 0,0 1-1,0-1 1,-1 1 0,-1-1-1,0 0 1,0-1 0,-4 7-41,-8 7 11,0-1 0,-2 0 0,-1-1 1,0-1-1,-2-1 0,0-1 1,-1 0-1,0-2 0,-2-1 0,0 0 1,-1-2-1,0-1 0,-2 0-11,26-11-70,0-1 1,1 0-1,-1 1 0,0-1 0,0 0 0,1 1 1,-1-1-1,0 0 0,0 0 0,1 1 0,-1-1 1,0 0-1,0 0 0,0 0 0,1 0 0,-1 0 1,0 0-1,0 0 0,0 0 0,1-1 0,-1 1 0,0 0 1,0 0-1,1-1 0,-1 1 0,0 0 0,0-1 1,1 1-1,-1-1 0,0 1 0,1-1 0,-1 0 70,0 0-397,1-1-1,0 0 0,0 1 0,0-1 0,0 1 0,0-1 1,0 0-1,0 1 0,1-1 0,-1 0 0,0 1 0,1-1 1,-1 1-1,1-1 0,0 1 0,0-2 398,22-32-11185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15051,'0'0'3105,"0"0"-1721,-50 155 721,44-74-785,6-1-440,6-5-432,25-10-288,7-10-160,7-7-112,0-11-624,16-2-1248,-8-12-2569,-9-6-3721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3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0 741 12339,'0'0'4386,"0"0"-1720,4-32-688,-1 4-1606,8-69 1452,-4-25-1824,-6 3 849,-3 65-401,3 1 1,2-1 0,3 1-1,3-8-448,-8 56 48,0 1 0,0 0 1,0 0-1,1 0 0,-1 0 0,1 0 0,0 0 0,0 0 0,1 0 0,-1 1 0,1-1 1,0 1-1,3-3-48,-4 4 11,0 1 1,0 0 0,0 0 0,0 0 0,0 0-1,1 0 1,-1 0 0,0 1 0,1-1 0,-1 1-1,0-1 1,1 1 0,-1 0 0,0 0 0,1 0-1,-1 0 1,1 1 0,-1-1 0,0 1 0,1-1-1,-1 1 1,0 0 0,0 0 0,0 0 0,1 0-1,0 1-11,5 3 9,0 0-1,-1 1 0,1-1 0,-1 1 1,-1 1-1,1-1 0,-1 1 1,0 1-1,3 5-8,47 79 130,-49-80-118,27 57 148,-3 1 0,4 22-160,-2-6-1826,11 14 1826,-38-94-4904,-5-6-888</inkml:trace>
  <inkml:trace contextRef="#ctx0" brushRef="#br0" timeOffset="1">59 536 14051,'0'0'4241,"0"0"-2777,0 0 9,0 0-1033,0 0-440,0 0-24,175-45-512,-108 22-577,-11 3-1687,-12 3-3162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3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42 609 11867,'0'0'3010,"0"0"-362,0 0-98,0 0-804,-7-30-587,-2-5-871,2 11-104,1 1-1,2-1 1,0 1-1,1-1 1,2 0-1,1-12-183,0 16 83,2 0-1,1 0 0,0 0 0,1 1 1,1-1-1,1 1 0,1 0 0,1 1 1,0 0-1,1 0 0,1 1 1,1 0-1,1 0-82,-7 9-3,1 0 1,0 0 0,1 1-1,0 0 1,0 0-1,0 1 1,1-1-1,0 2 1,0-1 0,0 1-1,1 1 1,0-1-1,0 1 1,0 1 0,0 0-1,1 0 1,-1 1-1,1 0 1,0 1-1,-1 0 1,1 0 0,0 1-1,0 0 1,0 1-1,-1 0 1,1 0-1,3 2 3,-5 0-4,-1 1 0,0-1-1,0 1 1,0 0-1,0 1 1,0-1-1,-1 1 1,0 1-1,0-1 1,-1 1 0,1 0-1,-1 0 1,-1 1-1,1 0 1,-1-1-1,0 1 1,-1 1-1,1-1 1,-2 1 0,1 0 4,5 14-6,0 0-1,-2 1 1,-1 0 0,-1 0 0,-1 0 0,0 10 6,-1 138-2100,-3-100-5931,1-44-3621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4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1 219 336,'0'0'13235,"0"0"-9236,0 0-2928,6 22 366,19 58-418,2 2 1398,6 41-2417,-31-98 179,-2-24-172,0-1-1,0 0 1,0 0-1,0 1 1,0-1-1,0 0 1,0 0-1,0 0 1,0 1-1,0-1 1,0 0-1,-1 0 1,1 1-1,0-1 1,0 0 0,0 0-1,0 0 1,0 1-1,0-1 1,-1 0-1,1 0 1,0 0-1,0 0 1,0 1-1,-1-1 1,1 0-1,0 0 1,0 0-1,0 0 1,-1 0-1,1 0 1,0 0 0,0 0-1,-1 0 1,1 1-1,0-1 1,0 0-1,-1 0 1,1 0-1,0 0 1,0 0-1,-1-1-6,-1 0 17,0-1 1,0 0-1,0 0 0,0 0 0,0 0 0,0 0 0,0 0 1,0-1-1,1 1 0,-1 0 0,1-1 0,0 1 1,-1-3-19,-8-20 7,1 0-1,2-1 0,0 0 0,1 0 1,2 0-1,1-1 0,1 1 0,1-1 1,1 0-1,2 0 0,0 1 0,3-7-5,-2 22 0,0-1 0,1 1 0,0 0 0,1 0 0,0 1-1,0-1 1,1 1 0,1 0 0,0 0 0,0 1 0,1-1 0,-4 6-2,0-1 1,0 1-1,0 0 1,1 0-1,-1 1 1,1-1-1,0 1 1,0 0-1,0 0 1,1 0-1,-1 1 1,1 0-1,-1 0 1,1 0-1,0 1 1,0 0-1,0 0 1,-1 0-1,1 1 1,0 0-1,0 0 1,5 1 1,-9 0-7,1 0 0,0 0 1,0 0-1,-1 1 1,1-1-1,0 1 0,-1 0 1,0-1-1,1 1 1,-1 0-1,0 0 0,0 1 1,0-1-1,0 0 1,0 1-1,-1-1 0,1 1 1,-1-1-1,1 1 1,-1 0-1,0 0 0,0 0 1,0-1-1,-1 1 1,1 0-1,-1 0 1,0 0-1,1 1 7,0 13-7,0 0 0,0 0 0,-2 0 0,-1 7 7,2-21 0,-1 7 5,0 0-1,-1 0 1,-1 0-1,0-1 1,0 1-1,0 0 1,-1-1-1,-1 0 0,0 0 1,0 0-1,-1-1 1,-6 8-5,48-36-444,-18 9 295,-1 0 1,1 1-1,1 1 1,0 0 0,0 2-1,0 0 1,16-3 148,-31 9-7,0 0 0,1 0 0,-1 1 0,0-1 1,1 1-1,-1 0 0,1 0 0,-1 0 0,0 1 0,1 0 1,-1-1-1,0 2 0,1-1 0,-1 0 0,0 1 0,0 0 0,0 0 1,0 0-1,0 0 0,-1 1 0,1-1 0,-1 1 0,1 0 1,-1 0-1,0 0 0,0 1 0,0-1 0,-1 1 0,1-1 1,-1 1-1,0 0 0,0 0 0,0 0 0,-1 0 0,1 0 0,-1 1 1,0-1-1,0 3 7,2 5 100,-1 1 1,0 0-1,-1 0 1,-1-1-1,0 1 1,-1 0-1,0 0 1,-1 0-1,0-1 1,-1 1-1,0-1 1,-1 1-1,-1-1 1,0 0-1,0-1 1,-1 1-1,-1-1 1,0 0-1,0-1 1,-1 0-1,0 0 1,-1 0-1,0-1 1,-4 2-101,-2 2 85,0-1 0,-1 0-1,-1-1 1,0-1 0,0 0 0,-1-1 0,0-1 0,-1-1 0,1-1 0,-1 0 0,-1-1 0,1-1 0,-1-1 0,0-1 0,-12 0-85,29-2-78,-1 0 0,1 0-1,-1 0 1,1 0 0,-1 0 0,1-1 0,-1 1 0,1-1 0,-1 0 0,1 0-1,0-1 1,-1 1 0,-1-2 78,3 1-238,1 0 1,-1 0-1,1-1 0,-1 1 0,1-1 0,0 1 0,0-1 1,0 0-1,0 1 0,1-1 0,-1 0 0,1 0 1,-1 0-1,1 1 0,0-1 0,0 0 0,0-1 238,0-26-5533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4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11723,'0'0'4464,"0"0"-2719,73 191 1015,-34-86-1031,-1 13-529,-7-1-480,-17-17-416,-6 6-192,-8-6-112,-11-8-200,-67 21-920,0-23-2961,0-17-6849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4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1 453 9450,'0'0'2393,"0"0"-1116,46-1-137,676-29 3131,797-106-1134,-623 46-3042,702-26-84,-1184 80-677,-111 8-1732,-5 13-4075,-240 14 1085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5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44 143 14299,'0'0'3458,"0"0"-1891,0 0-703,3 35 501,-1-9-1067,1 22 321,3 0 0,2 0 0,11 40-619,-16-78 61,13 51 63,2 0 1,3-2-1,2 0 1,13 19-125,-38-97-1928,-4 1 125,-2-1-1,0 2 0,-8-14 1804,-35-53-1991,31 52 1885,1 0 0,1-1 0,-8-23 106,20 39 141,0 0 1,2-1-1,0 0 0,1 0 0,1 0 1,0 0-1,1 0 0,2-6-141,-1 15 138,1 0 1,0-1-1,0 1 0,1 0 1,1 0-1,-1 1 0,1-1 0,1 0 1,0 1-1,0 0 0,0 0 0,1 0 1,1 0-1,-1 1 0,1 0 1,0 0-1,1 0-138,6-4 238,1 0 0,0 2 0,1-1 0,-1 2 1,2 0-1,-1 0 0,1 2 0,1 0 0,6-1-238,5 0 347,-1 1 0,1 2 0,0 0 0,1 2 0,9 2-347,-31-1 48,0 1 0,0 1 0,-1-1 0,1 1 0,0 0 0,0 1 0,-1-1 0,1 1-1,-1 1 1,0-1 0,0 1 0,0 0 0,0 0 0,4 4-48,-6-4 32,-1 1 1,0-1-1,0 1 0,0 0 0,0 0 1,-1 1-1,1-1 0,-1 0 0,0 1 1,0-1-1,-1 1 0,0 0 1,1 0-1,-1-1 0,-1 1 0,1 0 1,-1 0-1,0 0 0,0 0 0,-1 3-32,0 2 52,-1-1-1,0 1 1,-1 0-1,0-1 0,0 1 1,-1-1-1,-1 0 1,1 0-1,-1 0 0,-1-1 1,0 0-1,0 0 1,0 0-1,-1-1 0,0 0 1,-1 0-1,0-1 1,-3 2-52,-17 13 50,0-1 0,-2-1 0,0-2 0,-24 9-50,48-23-22,2-1-13,0 1-1,0-1 0,-1 0 0,1-1 0,-1 1 1,1-1-1,-1 0 0,1 0 0,-1 0 0,0-1 1,0 1-1,1-1 0,-2-1 36,10-9-715,8-7-507,1 0 0,1 1 0,1 0-1,8-6 1223,33-27-5782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5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6513,'0'0'8162,"0"0"-6441,0 0 679,-67 172-560,61-111-639,6-4-481,0-7-304,23-5-120,5-7-280,8-8-16,3-13-160,19-17-1016,-8 0-2497,-8-5-5209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5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1 392 13003,'0'0'1824,"0"0"74,0 0 549,0 0-789,0 0-682,0 0-403,4 18-43,0 1-421,7 23 400,-7-49-262,-2-37-99,-4-17-112,0 26-20,2 1 0,1 0-1,1-1 1,2 1 0,3-6-16,-5 32 0,-1 1 0,2-1 1,-1 1-1,1 0 1,0 0-1,0 0 0,1 0 1,0 1-1,0-1 1,1 1-1,-1 0 0,1 0 1,1 0-1,-1 1 1,1 0-1,0 0 0,0 1 1,1-1-1,-1 1 1,1 1-1,0-1 0,0 1 1,0 0-1,0 1 0,2-1 0,-5 2-7,0 0-1,0 0 0,0 0 0,0 0 0,0 1 1,0 0-1,0 0 0,0 0 0,1 0 0,-1 1 0,0 0 1,0-1-1,0 2 8,-2-2-4,0 1-1,0 0 1,-1 0 0,1 1 0,-1-1-1,1 0 1,-1 1 0,1-1 0,-1 0-1,0 1 1,0-1 0,0 1 0,0 0 0,0 0-1,0-1 1,0 1 0,0 0 0,-1 0-1,1 0 1,-1 0 0,1-1 0,-1 1-1,0 0 1,0 0 0,0 0 0,0 0-1,0 1 5,0 4 16,0 0 0,0 0 0,-1 0 0,0 0 0,0 0-1,-1 0 1,0 0 0,0 0 0,-1-1 0,1 1 0,-2-1-1,0 3-14,-3 2 28,-1 0 1,0-1-1,-1 0 1,0 0 0,-1-1-1,-1 2-29,9-10 22,20-9 61,-6 2-104,1 0 0,0 0 1,0 1-1,0 0 1,0 1-1,1 1 0,0 0 1,0 1-1,0 1 1,0 0-1,0 0 1,0 2-1,0 0 0,4 1 21,-15-1-6,0 0 0,0 1 0,1-1 0,-1 1 0,0 0 0,-1 0 0,1 0-1,0 0 1,0 0 0,-1 1 0,0-1 0,1 1 0,-1 0 0,0-1 0,0 1-1,0 0 1,-1 0 0,1 0 0,-1 1 0,0-1 0,0 0 0,0 0 0,0 1-1,0-1 1,-1 1 0,1-1 0,-1 1 0,0-1 0,0 2 6,0 3 11,0 0 1,0 1-1,-1-1 1,0 1-1,-1-1 1,0 0-1,0 0 1,0 0-1,-1 0 1,0 0-1,-1-1 0,-1 2-11,-6 7 126,-1 0-1,-1 0 1,-1-1-1,0-1 1,-1 0-1,0-1 1,-1-1-1,-1 0 1,0-1-1,0-1 1,-1-1-1,-9 4-125,24-12 9,0 0 0,0 0 0,0 0 0,0 0-1,0-1 1,-1 1 0,1-1 0,0 0 0,0 0 0,0 0 0,-1 0-1,0-1-8,3 1-19,0-1 0,0 1-1,0 0 1,0-1-1,0 1 1,1-1-1,-1 1 1,0-1-1,0 1 1,0-1-1,0 0 1,1 0-1,-1 1 1,0-1-1,1 0 1,-1 0-1,1 0 1,-1 0-1,1 1 1,-1-1-1,1 0 1,-1 0-1,1 0 1,0-1 19,-1-2-278,1 0-1,0-1 1,0 1-1,1 0 1,-1-1 0,1 1-1,0 0 1,0 0-1,1-1 1,-1 1 0,1 0-1,0 0 1,0 1 0,0-1-1,2-2 279,24-36-6004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1:46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11979,'0'0'2504,"0"0"1473,148 180-1745,-101-82-527,-19 7-713,-19 0-656,-9-5-176,-26-2-160,-60 27-64,5-22-1512,1-16-5458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02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16772,'0'0'3683,"0"0"-1608,0 22-821,4 66-246,4-1 1,17 76-1009,49 184 1217,-50-246-1028,5-2 1,4-2-1,4 0 0,4-3 1,14 18-190,-49-101-187,-6-9 108,1 0 1,0 0-1,0 0 1,0-1-1,0 1 0,0 0 1,0 0-1,0-1 1,1 1-1,-1-1 0,1 1 1,-1-1-1,1 0 0,-1 0 1,1 1-1,0-1 1,0 0-1,-1 0 79,0-1-19,-1 0-1,0 0 1,0 0 0,0 0 0,1-1-1,-1 1 1,0 0 0,0 0 0,0 0-1,1 0 1,-1 0 0,0 0 0,0 0-1,0 0 1,1 0 0,-1 0-1,0 0 1,0-1 0,0 1 0,0 0-1,1 0 1,-1 0 0,0 0 0,0-1-1,0 1 1,0 0 0,0 0 0,0 0-1,0 0 1,0-1 0,1 1-1,-1 0 1,0 0 0,0-1 0,0 1-1,0 0 1,0 0 0,0 0 0,0-1-1,0 1 1,0 0 0,0 0 0,0 0-1,0-1 1,-1 1 0,1 0-1,0 0 1,0 0 0,0-1 0,0 1-1,0 0 1,0 0 0,0 0 0,0 0-1,-1-1 1,1 1 19,0-19-1583,-1-1 1,-1 1-1,0 0 0,-6-18 1583,-15-35-8815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02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1 110 14243,'25'-11'1799,"-12"5"-1543,26-12 503,0 2-1,1 1 0,1 3 0,19-3-758,-29 9 364,0 1 0,1 2 1,0 1-1,0 2 1,0 1-1,0 1 0,0 2 1,4 2-365,-25-4 90,-1 1 0,1 1 0,-1-1 0,0 2 0,0-1 0,-1 1 0,1 1 0,-1 0 0,0 0 0,-1 1 0,6 5-90,-9-6 59,1 1-1,-1-1 1,0 2 0,0-1-1,-1 0 1,0 1 0,0 0-1,-1 0 1,0 0 0,0 0-1,-1 0 1,0 1 0,-1-1-1,0 1 1,0 0-1,-1 0-58,1 2 93,-2 1 0,1-1 0,-1 0 0,-1 0 0,0 0-1,-1 0 1,0 0 0,-1 0 0,0-1 0,0 0 0,-2 3-93,-4 3 80,1 0 0,-2 0 1,0-1-1,-1 0 0,-1-1 1,-8 7-81,-10 6 40,-1-1 1,-1-2 0,-2-1 0,0-1 0,-35 14-41,0-5-755,60-27-957,21-6-684,24-9-2953,13-12-4048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0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14595,'0'0'5561,"0"0"-3720,-165 155 55,121-69-504,24 4-527,20-3-249,3-4-264,39-10-208,16-13-64,9-8-80,0-7-192,19 0-928,-19-17-993,-11-5-4752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03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19 927 18564,'0'0'2665,"-2"-38"-674,-1 2-1572,-11-226 1495,14 242-1804,2-222 806,2 190-682,1 0 0,3 0 1,9-32-235,-15 75 72,1 0-1,0 0 1,0 1 0,1-1-1,0 1 1,0 0 0,1 0-72,-4 6 16,0 1 0,0-1 0,0 1 0,0-1 1,1 1-1,-1 0 0,0 0 0,1 0 0,-1 0 0,1 0 0,-1 0 0,1 0 1,-1 0-1,1 0 0,0 1 0,-1-1 0,1 1 0,0-1 0,0 1 0,-1 0 1,1-1-1,0 1 0,0 0 0,0 0 0,-1 0 0,1 1 0,0-1 0,0 0 0,0 1 1,-1-1-1,1 1 0,0-1 0,-1 1 0,1 0 0,-1 0 0,1 0 0,-1 0 1,1 0-1,0 0-16,6 5 10,-1 1 0,1 0 0,-1 0 0,0 0 1,-1 1-1,1 0 0,-2 0 0,6 9-10,38 79 112,-38-73-61,36 92 23,-4 2 0,-6 2 1,9 57-75,-36-150-101,-6-17-768,-3-11-2529,-14-30 518,-9-1-3513,-5 0-4173</inkml:trace>
  <inkml:trace contextRef="#ctx0" brushRef="#br0" timeOffset="1">6 644 15443,'0'0'2769,"0"0"320,0 0-1097,0 0-1192,0 0-616,0 0-72,208-85-112,-127 50-280,16-8-696,-21 10-1785,-15 1-6649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03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9482,'0'0'10258,"0"0"-8041,0 0-1065,0 0-224,0 0 152,47 190-119,-19-89 79,-3 4-320,-6-3-64,1-11-448,-1-11-88,4-15-120,-4-10-152,-2-13-712,-3-14-608,2-26-601,-5-2-3768,1-10-11379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09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0 143 12323,'0'0'2819,"0"0"-1015,0 0-603,0 0 79,13 29 398,4 8-1149,14 32 1190,10 37-1719,-23-57 426,-3 0 1,-1 1-1,-3 1 0,-2 0 1,-3 0-1,0 24-426,-6-73 77,-3-13 659,-43-62-181,35 58-551,0-1 1,1 0 0,1-1 0,0 0-1,1 0 1,1-1 0,1 0-1,0 0 1,2 0 0,-3-19-5,5 20-5,2 1 0,0 0 0,0-1-1,2 1 1,0 0 0,1 0 0,1 0 0,0 0 0,1 0 0,4-7 5,0 3-15,1 2 0,1-1-1,1 1 1,0 1 0,1 0 0,1 1-1,13-12 16,-7 8-7,1 2-1,0 0 0,1 1 0,16-8 8,-31 20-10,0 1 0,1 0 0,-1 0 0,1 1 0,0 0 0,0 0-1,0 1 1,0 0 0,0 0 0,0 1 0,1 0 0,-1 0 0,0 1 0,1 0 0,-1 1 0,0 0 0,5 1 10,-10 0-8,0-1 1,0 1-1,0 0 1,0 1-1,0-1 1,0 1-1,-1-1 1,1 1-1,-1 0 1,0 0-1,0 0 0,0 0 1,0 0-1,-1 0 1,1 0-1,-1 1 1,0-1-1,0 1 1,0-1-1,0 1 1,0-1-1,-1 1 1,0 0-1,1-1 1,-2 4 7,2 10-2,-1 0 1,0 1 0,-2-1-1,-2 15 2,0-16 8,-1-1-1,0 1 0,-1-1 0,-1 0 1,-1 0-1,0 0 0,-1-1 0,-9 11-7,-3 2 6,-1 0-1,-1-2 0,-20 17-5,21-28 61,21-14 39,5-10-16,4 3-98,0 1-1,0-1 0,0 1 1,1 1-1,0-1 1,0 2-1,0-1 1,1 1-1,0 1 0,-1 0 1,1 0-1,0 1 1,5-1 14,20-2-13,0 1 0,1 2 0,11 2 13,-38 0-8,0 0 0,0 1 0,-1 0 0,1 0-1,0 1 1,0 0 0,-1 1 0,1 0 0,-1 0 0,0 1 0,0 0-1,0 0 1,0 1 0,-1 0 0,2 2 8,-4-2-5,0 0 1,-1 0-1,1 0 1,-1 1-1,0-1 1,0 1-1,0 1 1,-1-1-1,0 0 1,0 1-1,-1-1 1,0 1-1,0 0 1,-1 0-1,1 0 1,-1 0-1,-1 0 1,1 0-1,-2 2 5,1-3 4,-1 1 1,0-1-1,-1 1 1,0-1-1,0 0 1,0 0-1,-1 0 1,0 0-1,0 0 0,0-1 1,-1 1-1,1-1 1,-2 0-1,1 0 1,0 0-1,-1-1 1,0 0-1,0 0 0,0 0 1,-1 0-1,1 0-4,-17 9 29,0 0 0,0-1 0,-1-2 0,-20 7-29,15-8 35,0-1 0,0-2-1,0 0 1,-1-3 0,0 0-1,0-1 1,-8-2-35,36-1-46,-1 1-1,0-1 0,1 1 1,-1-1-1,0 0 0,1 1 1,-1-1-1,1 0 1,-1 0-1,1 0 0,0 0 1,-1-1-1,1 1 0,0 0 1,0 0-1,0-1 1,0 1-1,0-1 0,0 1 1,0-1-1,0 1 0,1-1 1,-1 0-1,0 1 1,1-1-1,0 0 0,-1 1 1,1-1-1,0 0 0,0 0 1,0 1-1,0-1 1,0 0-1,0 0 0,1 1 1,-1-1-1,0 0 0,1 1 1,-1-1-1,1 0 1,0 1-1,0-1 0,-1 1 1,1-1-1,0 1 0,0-1 1,1 1-1,-1 0 1,0-1-1,0 1 0,1 0 47,16-9-2005,0 1-1,1 2 1,0-1 0,15-2 2005,27-8-8730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0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31 4481,'0'0'9299,"0"0"-6198,0 0-1795,0 27 238,-1-4-1197,1 8 129,0 0 0,2-1-1,1 0 1,2 1 0,4 13-476,0-10 383,1-1 1,1 0 0,2 0-1,1-2 1,2 1-1,15 20-383,-25-43 42,1 0 0,0 0 0,0-1-1,1-1 1,0 1 0,0-1 0,0 0-1,1-1 1,0 0 0,10 4-42,-12-7 16,0 0 0,0-1 0,0 0 0,1 0 0,-1-1 0,1 0 1,-1 0-1,1 0 0,-1-1 0,1-1 0,0 1 0,-1-1 0,1 0 0,-1-1 0,0 0 0,7-2-16,-7 1 11,1-1 0,-1 0 0,0 0-1,0 0 1,0-1 0,0 0 0,-1-1-1,0 1 1,0-1 0,0 0-1,-1-1 1,0 1 0,0-1 0,-1 0-1,0 0 1,0-1 0,0 1 0,-1-1-1,0 0 1,-1 0 0,0 0 0,0 0-1,0-6-10,1-1 37,-2 1 0,1 0-1,-2 0 1,0-1-1,0 1 1,-2 0 0,1-1-1,-2 1 1,0 0-1,-1 0 1,0 1 0,-1-1-1,-3-5-36,-45-76 355,25 47-228,2-1 1,1-3-128,25 51-32,-1 1 1,1 0-1,0-1 1,0 1-1,0 0 1,0-1 0,-1 1-1,1 0 1,0-1-1,0 1 1,0 0-1,0-1 1,0 1-1,0-1 1,0 1-1,0 0 1,0-1 0,0 1-1,0 0 1,0-1-1,0 1 1,0-1-1,0 1 1,1 0-1,-1-1 1,0 1 0,0 0-1,0-1 1,0 1-1,1 0 1,-1-1-1,0 1 1,0 0-1,1 0 1,-1-1-1,0 1 1,1 0 0,-1 0-1,0 0 1,0-1-1,1 1 1,-1 0-1,1 0 32,16-1-2740,-12 1 1809,20 0-6088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10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 14163,'0'0'2225,"0"0"-676,0 0 138,-26 12-621,6-4-900,11-6-114,0 1 0,1 1 0,-1-1 1,1 2-1,0-1 0,0 1 1,0 0-1,1 0 0,0 1 0,0 0 1,0 1-1,0 0 0,1 0 1,1 0-1,-1 0 0,1 1 0,0 0 1,-3 8-53,-3 17 398,1 1 1,1 1 0,2-1 0,2 1-1,1 1 1,2-1 0,2 31-399,-1-59 32,1-1 1,0 0 0,0 1-1,1-1 1,0 1-1,0-1 1,0 0-1,1 1 1,0-1-1,0 0 1,1 0-1,0-1 1,0 1-1,0 0 1,1-1-1,-1 0 1,1 0 0,1 0-1,-1 0 1,1 0-1,-1-1 1,1 0-1,0 0 1,1-1-1,-1 1 1,1-1-1,0 0 1,-1 0-1,1-1 1,1 0-1,-1 0 1,0 0-1,2-1-32,12 3 14,0-2-1,0 0 1,0-1-1,0-1 0,0-1 1,0-1-1,0-1 1,0 0-1,0-2 0,-1 0 1,15-6-14,1-2-962,0-2 1,14-9 961,60-40-6129,-60 31-2402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10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11602,'0'0'2922,"0"0"-1284,0 0-579,28 34 427,2 2-1030,17 21 336,-3 2-1,-2 1 1,-1 6-792,-10-11 811,-2 2 1,-3 0-1,17 54-811,-30-70 198,-2 1 0,-2 1 0,-2-1-1,-1 1 1,-2 1 0,-3 11-198,0-15 100,-2-1 1,-2 1-1,-2 0 1,-2-1-1,-5 18-100,8-43-197,-1 0 0,0 0 0,-1 0 1,-1 0-1,0-1 0,-1 0 0,0-1 0,-1 1 0,0-2 1,-1 1-1,0-1 0,-1-1 0,0 0 0,-1 0 0,0-1 0,-1 0 197,-24 10-5387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13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14371,'0'0'2809,"0"0"-1169,0 0 761,0 0-1281,0 0-688,0 0-368,109 8 40,-37-8-32,6 0 0,3-3-16,-3-4-56,-6 2-16,-8 2-1032,-16 3-3449,-23 0-5553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1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14195,'0'0'1856,"0"0"-1271,0 0 1551,0 0-1016,158 8-552,-85-8-464,-6-10-56,-6 2-48,-3 8-1528,-16 0-2369,-11 0-3400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0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106 174 10402,'0'0'6220,"0"0"-3158,0 0-1579,7 33-387,36 251 3171,-8 45-4267,-29-257 329,3-2 0,3 1 0,3-1 0,13 34-329,-19-90-2029,-7-33 922,-7-38-725,-7 12 238,-2 1 0,-2 1 0,-2 0 0,-2 1 1,-2 2-1,-3-4 1594,-55-112-1260,68 129 1943,2 0 1,1-1-1,1 0 0,-4-27-683,8 35 518,2 0 0,0-1-1,1 1 1,1 0-1,1-1 1,1 1-1,1 0 1,1 0-1,2-5-516,-1 10 236,0 0 0,2 0 0,-1 1 0,2 0 0,0 0 1,1 1-1,0 0 0,1 1 0,0 0 0,1 0 1,0 1-1,3-1-237,6-5 190,2 2 0,0 0 0,0 1 0,2 1 0,-1 1 1,1 2-1,1 0 0,0 1 0,1 2 0,-1 0 0,1 2 0,1 1 0,-1 1 0,0 1 1,1 2-1,-1 0-190,-13 0 41,-1 1 0,1 0 0,-1 0 1,0 1-1,0 1 0,0 0 0,0 1 1,7 3-42,-14-5 8,0 1 1,0 0 0,0 0 0,0 0-1,-1 1 1,1 0 0,-1 0 0,0 0-1,0 0 1,0 1 0,-1-1 0,0 1-1,0 0 1,0 0 0,0 1 0,-1-1-1,0 0 1,0 1 0,0-1-9,2 7 51,-2 0 0,1-1 1,-1 1-1,-1 0 0,0 0 1,-1 0-1,0 0 0,-1 0 1,-1 0-1,1 0 0,-2 0 0,-2 9-51,-1-5 67,0 0-1,-1-1 0,-1 0 0,0 0 0,-1-1 1,0 0-1,-1 0 0,-10 9-66,0-1 39,-2-2 0,0 0 0,-2-2-1,0 0 1,0-1 0,-2-2 0,0-1 0,-1 0 0,0-2 0,-9 1-39,24-9-115,0 0 0,-1-1 0,1-1 1,-1 0-1,-2 0 115,15-2-43,-1 0-1,1 0 0,0 0 1,-1 0-1,1 0 1,0 1-1,-1-1 1,1 0-1,0 0 1,-1 0-1,1 0 1,-1 0-1,1-1 1,0 1-1,-1 0 0,1 0 1,0 0-1,-1 0 1,1 0-1,0 0 1,-1-1-1,1 1 1,0 0-1,-1 0 1,1 0-1,0-1 1,0 1-1,-1 0 1,1 0-1,0-1 0,0 1 1,-1 0-1,1-1 1,0 1-1,0 0 1,0-1 43,6-11-1306,20-11-1973,14-4-5421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0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15171,'0'0'4169,"0"0"-3081,0 0 233,-76 170-225,51-22-8,11-3-408,9-7 40,5-23-47,22-35-297,25-2-272,15-1-104,13-21-80,6-19-665,24-29-799,-21-8-3009,-17 0-8762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0 11090,'0'0'4189,"0"0"-1674,0 0-1014,0 27-513,1 51 0,0 93 3016,-10 43-4004,-12-62 1116,9-76-449,4 0 1,0 63-668,28-327 477,-26-285-473,6 458-11,0 0-1,1 0 1,1 0-1,0 0 1,1 0-1,1 1 1,0-1-1,1 1 1,1-1 7,-4 11-7,0-1 0,1 1 0,-1 0 0,1 0 0,0 1 0,0-1 0,0 1 0,1-1 0,-1 1 0,1 0 0,0 0 0,0 1 0,0-1 0,0 1 0,0-1 1,0 2-1,1-1 0,-1 0 0,1 1 0,-1 0 0,1 0 0,0 0 0,-1 0 0,1 1 0,0 0 0,-1 0 0,1 0 0,0 0 0,0 1 0,2 0 7,1 2-5,0-1 1,0 1-1,-1 0 0,1 1 0,-1 0 0,0 0 0,0 0 0,0 1 1,0 0-1,-1 0 0,0 1 0,0 0 0,0 0 0,-1 0 0,0 1 0,0 0 1,-1 0-1,1 2 5,16 26 1,-3 1 1,0 1 0,0 8-2,-10-26-4,29 77-30,-18-46-308,1 0 0,3-1-1,12 16 343,-35-65-77,0 1-1,0-1 0,0 1 1,0-1-1,0 0 0,0 1 1,0-1-1,0 0 0,0 1 1,0-1-1,1 0 0,-1 1 1,0-1-1,0 0 0,0 1 0,1-1 1,-1 0-1,0 1 0,0-1 1,1 0-1,-1 0 0,0 1 1,0-1-1,1 0 0,-1 0 1,0 0-1,1 1 0,-1-1 1,0 0-1,1 0 0,-1 0 1,0 0-1,1 0 0,-1 0 0,1 0 1,-1 0-1,0 0 0,1 0 1,-1 0-1,0 0 0,1 0 1,-1 0-1,1 0 0,-1 0 1,0 0-1,1 0 78,1-18-7321,-2 1-1527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2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10506,'0'0'4665,"0"0"-2728,0 0-633,0 0-288,156-23-536,-81 1-344,0 2-136,25-8-176,-19 8-2816,-17 3-7819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2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110 819 3881,'0'0'6361,"0"0"-3120,0 0-1131,0 0-393,0 0-503,-6-26-172,-20-84 1761,-6-3-2803,21 81 214,2 0 1,1 0 0,2-1 0,1-1-1,1 1 1,2 0 0,2-1-1,1 1 1,4-25-215,-2 47 11,1 1 0,-1-1 0,2 1 0,0 0 0,0 1 1,1-1-1,0 1 0,0 0 0,1 1 0,0 0 0,1 0 0,0 0 0,0 1 0,0 0 0,9-5-11,-5 3 28,1 1 1,0 0-1,0 1 0,1 0 1,-1 1-1,2 1 0,-1 0 1,0 1-1,1 0 0,0 2 1,5-1-29,-13 3 1,0 0 0,0 1 0,0 0 0,-1 0 0,1 0 0,0 1 0,-1 0 0,1 1 0,-1-1 0,0 1 0,0 1 0,0-1 0,0 1 0,-1 0 0,1 0 0,-1 0 0,0 1 0,0 0 0,-1 0 0,1 0 0,-1 1 0,0-1 0,1 4-1,9 14-1,-1 1 0,0 1 0,-2 0 0,-1 0 0,1 9 1,5 22-49,-3 0-1,3 28 50,-6-26-186,3 1 1,7 15 185,-17-64-567,1 0 0,1-1 1,0 1-1,0-1 0,1 0 1,0 0-1,1-1 0,-1 1 1,5 2 566,11 10-4944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3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8602,'0'0'4737,"0"0"-3097,0 0-584,0 0 249,-83 185 159,66-90 32,12 10-7,5-5-105,0-7-568,22-15-336,14-13-384,3-13 0,6-14-96,2-8-16,3-10-568,31-20-704,-14 0-2513,-12-23-5441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3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29 191 14603,'0'0'2029,"2"25"-252,14 84 778,5-1-1,9 18-2554,-18-88 380,-7-25-296,-1 1 0,0-1 0,-1 1 0,0 0 0,-1 0 1,-1 0-85,-10-17 168,-2-10-140,0-1-1,0 0 1,2 0 0,0-1 0,0 0 0,1-1 0,1 1 0,1-2 0,0 1 0,-3-16-28,1-3 8,1 0 0,2-1 0,1 1-1,2-34-7,2 51-3,1 0 0,1 0 1,0 0-1,2 1 0,0-1 0,1 1 0,0 0 0,2 0 0,3-7 3,-6 16-8,0 1 0,0-1-1,1 1 1,0 0 0,0 0-1,1 0 1,0 1 0,0 0-1,1 0 1,-1 0 0,1 1 0,1 0-1,-1 1 1,0-1 0,1 1-1,0 1 1,0 0 0,0 0 0,1 0-1,3 0 9,-8 2-7,0 0-1,0 1 0,0-1 1,-1 1-1,1 0 0,0 0 1,0 0-1,0 1 0,-1-1 1,1 1-1,0 0 0,0 0 1,-1 0-1,1 0 0,-1 1 1,1 0-1,-1-1 0,0 1 1,1 0-1,1 2 8,-1 0-8,-1 0 0,1 0 0,-1 1 0,0-1 0,0 1 0,0 0 0,-1 0 0,0 0 0,0 0 0,0 0 0,0 0 0,-1 0 0,1 3 8,0 10-9,0-1 0,0 1 0,-2 0-1,0 0 1,-2 0 0,1 0 0,-2-1 0,-3 11 9,0-10-3,-1-1 1,0 0 0,-1 0-1,-1-1 1,0 0 0,-2 0 0,-8 9 2,18-22-119,15-15-293,-5 5 359,1 1 1,-1 1 0,1 0 0,0 0-1,0 1 1,0 0 0,0 0-1,1 1 1,0 1 0,0 0 0,-1 1-1,1-1 1,0 2 0,0 0-1,0 0 53,-3 1-2,0 0-1,-1 0 1,1 1-1,-1 0 1,1 0-1,-1 1 1,0 0-1,0 0 1,0 1-1,0 0 1,-1 0-1,1 0 0,-1 1 1,0 0-1,-1 0 1,1 1-1,-1-1 1,0 1-1,0 0 1,-1 1-1,4 5 3,-2-2 62,-1 0 0,0 1 1,0-1-1,-1 1 0,0 0 0,-1 1 0,0-1 0,-1 0 0,-1 1 0,1-1 0,-2 1 0,0 0 1,0-1-1,-1 1 0,0-1 0,-1 1 0,0-1 0,-1 1 0,-1-1 0,1 0 0,-2 0 0,0-1 1,0 1-1,0-1 0,-2 0 0,1-1 0,-1 1 0,0-1 0,-1-1 0,0 1 0,-1-1 0,0-1 1,0 0-1,0 0 0,-1 0 0,0-1 0,0-1 0,-1 0 0,-7 3-62,1-3 102,0-1-1,0 0 1,0-1 0,-17 1-102,28-4-24,0 1 0,0-1 1,0 0-1,0 0 0,0-1 0,0 0 1,0 0-1,0 0 0,1-1 0,-1 0 1,0 0-1,1 0 0,-1-1 0,1 0 1,-2-1 23,5 2-241,0-1 0,0 1 0,1-1 0,-1 0 0,0 0 0,1 0 1,0 0-1,0 0 0,0 0 0,0 0 0,0-1 0,1 1 0,-1 0 0,1 0 0,0-1 1,0 1-1,0 0 0,0 0 0,0-1 0,1 1 0,0 0 0,0 0 0,-1 0 1,2-2 240,12-24-7471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4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1 243 14363,'0'0'1966,"3"28"-463,-1-14-1232,1 10 177,0-1 0,2 1 1,0-1-1,1-1 0,2 1 0,0-1 0,2 0 1,2 3-449,6 5 338,1 0 1,1-1-1,2-1 1,1-2 0,2 2-339,-17-19 20,1-1 1,0 0 0,1 0 0,0 0-1,0-1 1,0-1 0,1 0-1,0 0 1,0-1 0,0-1-1,1 0 1,0 0 0,0-1 0,0 0-1,0-1 1,1-1-21,-8 0 11,0-1 0,0-1 0,0 1 0,0-1 0,0 0 0,-1 0 0,1 0 0,0 0 0,-1-1 0,1 0 0,-1 0 0,0 0 0,1-1 0,-1 1 0,0-1 0,0 0 0,0-1-11,2-2 10,-1 1-1,-1-1 1,1 0-1,-1 0 1,0-1-1,-1 1 1,1-1 0,-1 0-1,0 0 1,1-5-10,2-13 19,-1-2 0,0 1 0,-2 0 1,-1-1-1,-2-23-19,0 26 10,-1 0 0,-1 0-1,-2 0 1,0 1 0,-1-1 0,-1 1 0,-2 0 0,0 1-1,-1 0 1,-1 0 0,-2 1 0,0 0 0,-1 1-10,5 7-59,-25-43 171,32 54-170,0 0 0,1 0 0,-1 0 0,0 0 0,0 0 0,1 0 0,0-1-1,-1 1 1,1 0 0,0 0 0,0 0 0,0 0 0,0 0 0,0-1 0,1 1 0,-1 0 0,1 0 0,-1 0-1,1 0 1,0 0 0,-1 0 0,1 0 0,0 0 0,1 0 0,-1 0 58,29-16-3608,8 5-5131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4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12587,'0'0'4081,"0"0"-2153,0 0 232,-131 160-687,106-85-673,11 11-40,14-4-8,0-4-328,9-11-224,19-14-192,8-15 24,3-18 16,8-15-96,0-5-192,3-13-680,14-45-952,-8 3-3041,-11-2-5602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4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12499,'0'0'2824,"86"152"-95,-19 6-241,-6 55-887,-13-13-609,-26-40-104,-22-49-160,0-51-440,-6 10-280,-21 0-8,-26 15-848,5-22-1216,1-23-5098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5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12203,'0'0'2376,"0"0"-1552,142 120 1241,-55 28-233,2 72-152,-17 33-463,-30-5-273,-34-35-336,-8-70-320,-16-41-144,-15-29-136,-8-10-8,-11 7-216,-48 25-824,9-13-3249,9-24-6353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6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0 346 9858,'0'0'2871,"0"0"-691,0 0-153,0 0-692,0 0-562,0 0-338,83 0 1251,147 1-1523,145 0 18,20-19-181,656-46 87,94-8-78,-1109 69-10,1867-131-13,-105 102-206,-1089 25 121,437 1 111,-999 0 522,-90 3-1682,1 0-3568,-58 3-2067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7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54 140 12339,'0'0'3942,"0"0"-2131,0 0-820,-1 22-22,-2 48 87,4 1 0,3 0 0,2-1 0,7 14-1056,23 63 1075,38 93-1075,-66-222-107,-3-15-394,-10-35-305,-10-9 29,-1 2-1,-3 0 1,-14-23 777,12 25-182,1-2 0,2 0 0,-12-41 182,25 60 25,0 0 0,1-1 1,1 0-1,1 0 0,1 0 0,1 0 0,2-15-25,0 22 37,0 1 0,0 0 1,1 1-1,1-1 0,0 0 0,1 1 0,0 0 0,1 0 0,0 1 0,1-1 1,1 1-1,5-6-37,2 0 55,0 1 0,1 1 0,1 0 0,0 2 0,1-1 0,0 2 0,1 1 0,1 0 0,0 2 0,0 0 0,0 1 0,1 1 0,1 1 0,-1 0 0,1 2 0,0 1 0,0 0 1,14 2-56,-27 0 15,0 1 0,1 0 0,-1 1 0,0 0 1,0 0-1,0 1 0,0 0 0,0 1 0,0-1 1,-1 2-1,1 0 0,-1 0 0,0 0 1,0 1-1,0 0 0,-1 0 0,1 1 0,-1 0 1,-1 1-1,1-1 0,-1 1 0,0 0 1,-1 1-1,0-1 0,0 1 0,-1 0 0,1 1 1,-2-1-1,1 1 0,-1-1 0,-1 1 0,1 0 1,-2 0-1,2 7-15,-3-5 70,1-1 0,-1 1 0,0 0 0,-1 0 1,-1 0-1,0 0 0,0-1 0,-1 1 0,0-1 0,-1 0 0,0 0 0,-1 0 0,0 0 0,0-1 1,-1 0-1,0 0 0,-1 0 0,0-1 0,0 0 0,-1 0 0,0-1 0,0 0 0,-3 2-70,-10 6 84,0-1-1,0 0 0,-2-2 0,1-1 1,-2-1-1,1 0 0,-2-2 1,1-1-1,-15 2-83,28-6-4,-1-1 0,0-1 0,0 0 0,1-1 0,-10 0 4,20 0-14,1 0 0,-1 0 0,1 0 0,-1 0 1,0-1-1,1 1 0,-1 0 0,1 0 0,-1 0 0,1 0 0,-1-1 1,1 1-1,-1 0 0,1-1 0,-1 1 0,1 0 0,-1-1 0,1 1 1,-1 0-1,1-1 0,-1 1 0,1-1 0,0 1 0,-1-1 0,1 1 1,0-1-1,0 1 0,-1-1 0,1 1 0,0-1 0,0 1 0,0-1 1,-1 0-1,1 1 0,0-1 0,0 1 0,0-1 0,0 0 14,11-23-763,7 7-850,1 1 0,0 0 0,1 2 0,1 0-1,20-10 1614,47-26-9069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7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14715,'0'0'2937,"0"0"-1081,-120 160 345,84-72-945,16 7-248,15 0-160,5-15-216,14-7-159,25-13-257,5-20-144,9-8-72,5-19 0,4-5-456,2-8-681,22-10-815,-16-18-3305,-9 0-6122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8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103 110 10594,'0'0'2728,"0"0"-28,0 0 590,0 0-1546,0 0-1210,3 33-143,3 47 478,3-1 1,12 35-870,13 45 1380,1 55-1380,-95-303 384,37 54-375,1-1 1,2 0-1,2-2 0,-8-24-9,16 36 5,2-1 1,1 0-1,2 0 0,0 0 0,2-1 0,1 1 0,1-15-5,1 31-6,1-1 0,0 1-1,1 0 1,0 0-1,1 0 1,0 1-1,1-1 1,0 1 0,0-1-1,1 1 1,1 1-1,-1-1 1,2 1-1,-1 0 1,1 0-1,1 1 1,0 0 0,0 0-1,0 1 1,1 0-1,0 0 1,0 1-1,1 0 1,0 1 0,0 0-1,0 0 1,0 1-1,1 1 1,3-1 6,-3 0-17,0 2 1,0-1-1,0 1 0,1 1 1,-1 0-1,1 1 1,-1 0-1,0 0 1,1 1-1,6 2 17,-13-2-5,1 1 1,-1 0-1,0-1 0,0 2 1,0-1-1,0 0 0,0 1 0,-1 0 1,1 0-1,-1 1 0,0-1 0,0 1 1,0 0-1,0 0 0,-1 0 1,1 1-1,-1-1 0,0 1 0,0 0 1,-1 0-1,0 0 0,2 3 5,0 4 3,-1 0-1,0 0 0,0 0 1,-1 0-1,-1 1 0,0-1 1,-1 0-1,0 1 0,-1-1 1,0 1-1,-1-1 0,0 0 1,-1 0-1,0 0 0,-1 0 1,-1 0-1,0-1 0,0 0 1,-1 0-1,-1 0 0,1 0 1,-2-1-1,1-1 0,-10 9-2,16-16 107,6-8-109,0 1 1,0-1-1,1 1 1,0 1-1,0-1 0,0 1 1,0 0-1,1 0 0,0 1 1,0 0-1,0 0 0,0 1 1,3-1 1,-5 1-2,5-2-8,-1 1-1,1 1 0,-1-1 1,1 1-1,0 1 0,0 0 1,0 0-1,0 1 0,0 1 1,0-1-1,0 2 0,0-1 0,-1 1 1,1 1-1,0 0 0,8 4 11,-10-4-4,-1 1-1,0 1 0,0-1 0,0 1 0,0 1 1,-1-1-1,0 1 0,0 0 0,0 0 1,-1 1-1,0 0 0,-1 0 0,1 0 0,-1 0 1,0 1-1,-1-1 0,0 1 0,0 0 0,-1 0 1,1 4 4,0 0 17,-1-1 0,-1 1 0,1 0 0,-2-1 0,0 1 1,0 0-1,-1 0 0,0 0 0,-1-1 0,-1 1 0,0-1 1,0 1-1,-1-1 0,0 0 0,-1 0 0,-1-1 0,1 0 1,-6 7-18,1-3 78,-1-2 0,-1 1 0,1-1 0,-2-1 0,0 0 0,0-1 0,-1 0 0,0-1 1,0-1-1,-1 0 0,-1-1 0,1-1 0,-1 0-78,9-3 10,0 0 0,0-1 0,0 0 0,0 0 0,0-1 0,0 0 0,0 0 0,-1-1 0,1 1 0,0-2 0,0 1 0,0-1 0,-3-1-10,7 2-21,1-1 1,0 0-1,0 0 1,0-1-1,-1 1 0,1 0 1,1-1-1,-1 1 1,0-1-1,0 1 1,0-1-1,1 0 1,-1 0-1,1 0 1,0 0-1,-1 0 0,1-1 21,-1-2-106,0 0 0,0-1-1,1 1 1,0-1-1,0 1 1,0 0-1,0-1 1,1 0-1,0 1 1,1-5 106,1-20-992,2 1 1,2-1-1,3-10 992,20-54-5052,15-21-5791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8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12499,'0'0'2730,"2"21"-469,4 23-1158,1 0 0,2-1 0,2 0 0,2 0-1,1-1 1,14 25-1103,-21-54 130,0-1 0,0 0 0,2 0 0,-1 0 0,1-1 0,1 0 0,0-1 0,1 0 0,0-1 0,10 7-130,-11-10 26,0-1-1,0 0 1,0-1-1,0 0 1,1 0-1,-1-1 1,1-1 0,0 0-1,0 0 1,0-1-1,0 0 1,0-1 0,0 0-1,0-1 1,8-2-26,-7 0 9,0 0 0,0-1 1,0 0-1,-1-1 0,1 0 0,-1-1 1,0 0-1,-1-1 0,0 0 1,0 0-1,0-1 0,-1-1 0,0 0 1,-1 0-1,0 0 0,0-1 0,-1 0 1,-1-1-1,1 0 0,-2 0 0,1 0 1,-2-1-1,1-1-9,1-1 3,-1 1-1,-1-1 1,0 1 0,-1-1 0,-1 0-1,0 0 1,-1 0 0,0-1 0,-1 1-1,-1 0 1,0 0 0,-1 0 0,-1 0-1,0 0 1,-1 0 0,0 0 0,-1 1-1,0 0 1,-1 0 0,-3-3-3,-23-26-68,22 30 55,0-1 0,1 0 0,0 0 1,0-2 12,7 11-341,0-1 0,1 1 1,-1-1-1,1 1 1,-1-1-1,1 0 0,1 1 1,-1-1-1,1-3 341,0-3-4958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8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14307,'0'0'3785,"0"0"-2009,0 0 361,-142 200-945,119-107-272,15 10-152,8 2-24,0-15-407,25-12-169,9-23-120,5-15-8,5-23-40,1-14-64,8-3-513,2-20-463,31-48-792,-13 8-3561,-6 3-7546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9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12843,'0'0'2384,"0"0"-1256,0 0 865,206 178-713,-122-26-104,-23 36-175,-22-10 63,-33-40-240,-6-58-272,-6-33-240,-13 3-160,-4-5-152,-2 0-8,3-22-728,8-15-1032,9-8-4242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30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1 293 8434,'0'0'2116,"0"0"-602,0 0 725,0 0-93,0 0-753,0 0-372,14 0 962,55-3-1317,-1-3 1,1-3-667,15-2 10,11 3-10,331 1 113,47-2 20,-343 3-22,1936-69 916,2994 59-963,-4589 16-57,109-7-6,335-55-1,-895 59 1,29-2 27,-1-2 0,14-6-28,-60 13 49,0-1 0,1 1 0,-1-1 0,0 0 1,1 0-1,-1 0 0,0 0 0,0-1 0,0 1 0,0 0 0,0-1 0,0 1 0,0-1 0,-1 0 0,1 0 0,0 0-49,-2 2 22,0-1 1,1 0 0,-1 0-1,0 1 1,0-1-1,0 0 1,0 0 0,0 1-1,0-1 1,0 0-1,0 0 1,0 1 0,0-1-1,0 0 1,0 0-1,-1 1 1,1-1 0,0 0-1,-1 0 1,1 1-1,0-1 1,-1 0 0,1 1-1,-1-1 1,1 1-1,-1-1 1,1 1 0,-1-1-1,1 1 1,-1-1-1,1 1 1,-1-1 0,0 1-1,1-1 1,-1 1-1,0 0 1,0 0 0,1-1-1,-1 1 1,0 0-1,0 0-22,0-1-112,1 1-405,0 0-715,0 0-1549,0 0-2675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32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0 174 14915,'0'0'1741,"0"0"-645,0 0 297,39-19-651,-2 1-653,7-5-15,1 2 0,0 2 0,2 3 0,41-10-74,-36 15 63,0 3 0,0 2-1,1 2 1,22 2-63,-70 2 1,0-1-1,0 2 1,0-1 0,0 0 0,0 1-1,0 0 1,0 0 0,0 1-1,0-1 1,-1 1 0,1 0 0,0 1-1,-1-1 1,0 1 0,1-1-1,-1 1 1,1 2-1,-3-2 4,1 0 0,-1 1 1,0-1-1,0 1 0,0 0 0,-1 0 0,1 0 1,-1 0-1,0 0 0,0 0 0,0 0 0,-1 0 1,1 0-1,-1 0 0,0 0 0,0 0 0,0 0 0,-1 1 1,0-1-1,0 0 0,-1 3-4,-1 5 68,-1 0-1,0 0 1,-1 0 0,-1-1-1,0 1 1,0-2-1,-1 1 1,0-1 0,-3 3-68,-22 25 784,-28 26-784,17-20 243,11-10-61,1-2 148,1 2 0,2 1 1,-3 6-331,24-31 76,1 0 1,0 1 0,1 0 0,0 0-1,0 0 1,1 0 0,1 1 0,0 0-1,0-1 1,1 1 0,1 0-1,0 0 1,1 11-77,0-21 33,1 0 0,-1 1 0,1-1 0,0 1 0,0-1 0,0 0 0,0 0 0,1 0 0,-1 0 0,1 0 0,-1 0 0,1 0 0,-1 0 0,1 0 0,0-1 0,0 1 0,0-1 0,0 1 0,0-1 0,0 0 0,1 0 0,-1 0 0,0 0 0,0 0-1,1 0 1,-1-1 0,1 1 0,-1-1 0,1 1 0,-1-1 0,2 0-33,15 2 173,0-1-1,0-1 1,19-1-173,-17 0 71,6-1-66,0-1 0,0-1 0,-1-1 0,1-1 0,-1-1 0,16-8-5,12-8-1320,-1-1-1,25-18 1321,4-7-4401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33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142 166 15243,'0'0'2722,"0"0"-745,0 0-24,-24 23-992,24-23-961,-32 31 225,2 1 0,0 4-225,26-32 38,1 0 0,1 1-1,-1 0 1,1 0-1,-1 0 1,1 0 0,1 0-1,-1 0 1,1 0 0,0 1-1,0-1 1,0 1-1,1-1 1,0 0 0,0 1-1,0-1 1,1 1 0,0-1-1,0 0 1,0 1-1,1-1 1,0 0 0,0 0-1,0 0 1,0 0 0,1 0-1,0-1 1,0 1-1,0-1 1,0 1 0,1-1-1,0 0 1,0 0-38,5 4 52,1 1-1,-1-2 1,2 1-1,-1-1 1,1-1-1,0 0 1,0 0 0,1-1-1,0-1 1,-1 0-1,2-1 1,-1 0 0,0 0-1,12 0-51,8 0 46,0-1 0,0-2-1,1-1 1,-1-1 0,8-3-46,-26 3 17,-1-1 1,-1 0 0,1 0 0,0-2-1,-1 1 1,0-2 0,0 1-1,0-2 1,-1 0 0,0 0-1,1-1-17,-6 3 11,-1 0 0,1 0 0,-1 0 0,0-1 0,-1 0 0,1 0 0,-1 0 0,0 0 0,0-1 0,-1 0 0,0 0 0,0 0 0,-1 0 0,0 0-1,0 0 1,0 0 0,-1-1 0,0 1 0,-1-1 0,0 0-11,-1-4 20,0-1 1,-2 0-1,1 0 0,-2 1 0,1 0 0,-2 0 1,0 0-1,0 0 0,-1 0 0,0 1 1,-1 0-1,-1 1 0,1-1 0,-2 2 0,1-1 1,-1 1-1,-1 0 0,-4-3-20,-4-3-5,0 1 0,-1 1 0,-1 1-1,1 1 1,-2 0 0,0 1 0,0 2 0,-1 0-1,0 1 1,-2 0 5,-42 1-621,65 6 576,1 0 1,-1-1-1,1 1 1,-1 0-1,0 0 1,1 0-1,-1 0 1,1 0-1,-1 1 1,1-1-1,-1 0 1,1 0-1,-1 0 1,1 0 0,-1 1-1,0-1 1,1 0-1,0 0 1,-1 1-1,1-1 1,-1 0-1,1 1 1,-1-1-1,1 0 1,0 1-1,-1-1 1,1 1-1,0-1 1,-1 1-1,1-1 1,0 1-1,0-1 1,-1 1-1,1-1 1,0 1-1,0-1 1,0 1-1,0-1 1,0 1-1,0 0 1,0-1-1,0 1 1,0-1-1,0 1 1,0-1-1,0 1 1,0-1-1,0 1 1,0 0-1,0-1 1,1 1-1,-1-1 1,0 1 0,1-1-1,-1 1 1,0-1 44,2 3-436,-1 0 0,1 0 1,0 0-1,0 0 0,0-1 0,0 1 1,1-1-1,-1 0 0,1 1 1,0-1 435,35 19-6880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33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16508,'0'0'2396,"0"0"-514,0 0-491,8 23-256,29 87 67,54 175 1219,-31-36-2445,-3 42 24,-56-288-1782,-1-13 696,-3-17-1207,-8-14-3894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33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14979,'0'0'2873,"0"0"-585,0 0-391,0 0-969,0 0-680,231-71-200,-134 49 0,4-3-48,16-8-872,-26 6-3049,-21 2-7738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3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18404,'0'0'2961,"0"0"-2097,0 0 736,0 0-384,14 161-239,3-99-345,-1 1-32,1-1-360,0-2-120,-3-7-120,-3-5-64,3-11-448,2-14-809,1-13-847,-3-10-5594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34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16436,'0'0'2159,"0"0"-318,0 0 216,0 0-873,0 0-791,0 0-130,3 26 69,1-4-223,-1-10-55,-1 0 1,0-1 0,-1 1-1,0 1 1,-1-1 0,0 0-1,-1 0 1,-1 0-1,0 0 1,0-1 0,-1 1-1,-1 0 1,-1 2-55,2-5 60,-3 2-33,0 1 0,2 0 0,-1 0 0,2 0 0,0 0 0,0 0 0,1 1 0,0 0 0,1-1 0,1 1 0,0 0 0,1 0-27,-1-10 4,1-1 0,0 0 0,0 0 0,0 0 0,1 0 0,-1 0 0,0 0 0,1 0 0,-1 0 0,1-1 0,-1 1 0,1-1 0,0 1 0,0-1 0,0 1 0,0-1 0,0 0 0,0 0 0,0 0 0,0 0 0,0 0 0,1 0-4,54 11 68,-49-10-57,34 2-79,1 0 1,-1-3-1,1-2 0,12-2 68,-50 2-113,0 1 0,0-1 1,0 1-1,0-1 0,0-1 0,0 1 0,0-1 0,-1 0 0,1 0 1,0 0-1,-1 0 0,0-1 0,0 0 0,0 0 0,0 0 1,0 0-1,0-1 0,-1 0 0,0 1 0,1-1 0,-1-1 0,-1 1 1,1 0-1,-1 0 0,0-1 0,0 0 0,0 1 0,1-4 113,1-12-331,0 0-1,-2 0 0,0-1 1,-1 1-1,-1 0 0,-1-11 332,0-9 198,1 40-193,-4-91 822,-8 33 2988,14 87-2966,-2-3-789,61 255 1517,-55-243-1629,-1 0-246,2-1 0,2 1 0,1-1 0,2-1 0,3 5 298,-14-39-169,-1-1 0,1 0 0,0 1-1,0-1 1,0 0 0,0 1 0,0-1 0,0 0 0,0 0 0,0 0 0,0 0 0,0 0-1,1 0 1,-1 0 0,1 0 169,16 3-7508,0-3-2913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3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 18684,'0'0'1968,"0"0"-999,6 140 991,19-53-648,2 6-351,7-3-273,-1-7-224,1-8-344,-7-13-72,-7-6-48,-9-16-376,-11-10-721,-11-25-775,-25-5-3257,0 0-9626</inkml:trace>
  <inkml:trace contextRef="#ctx0" brushRef="#br0" timeOffset="1">0 654 10018,'0'0'10170,"0"0"-7993,0 0-185,0 0-856,0 0-936,228-103-63,-113 71-137,15-1-145,23-2-695,42-2-976,-30 7-1025,-29 7-3544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35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348 164 4457,'0'0'9547,"-31"-4"-6206,-104-9-1083,126 12-2093,1 0 0,0 1 1,-1 0-1,1 0 0,0 1 0,0 0 1,-1 0-1,1 1 0,0 0 0,0 0 1,1 1-1,-1 0 0,0 1 0,1-1 1,-1 2-166,4-1 50,-1-1 0,1 2 0,0-1 0,0 0 0,1 1 0,-1 0 0,1 0 0,0 0 1,0 0-1,1 0 0,0 1 0,0-1 0,0 1 0,0 0 0,1-1 0,0 1 0,0 0 1,1 2-51,-1-2 29,0 0 0,0 0 0,1 0 0,0 1 0,1-1 0,-1 0 0,1 0 0,0 0 0,1 1 0,0-1 0,-1-1 0,2 1 1,-1 0-1,1 0 0,0-1 0,0 1 0,0-1 0,1 0 0,0 0-29,3 2 35,0-1 1,0 0-1,1 0 0,0 0 1,0-1-1,0 0 0,0-1 1,1 0-1,0 0 0,0-1 0,0 0 1,3 0-36,22 5 102,0-2-1,0-2 1,0-1 0,1-1-1,-1-2 1,0-2 0,15-2-102,-35 2 32,1 0 1,-1-1-1,1-1 1,-1 0-1,0-1 1,0 0-1,-1-1 1,0-1-1,0 0 0,6-5-32,-13 7 45,1 1 0,-1-2 0,0 1 0,0-1-1,-1 0 1,1 0 0,-2-1 0,1 1-1,-1-1 1,0 0 0,0-1 0,0 1-1,-1 0 1,-1-1 0,1 0 0,-1 0-1,0 0 1,-1 0 0,1-6-45,-1 4 4,-1-1 0,0 1 0,0-1 1,-1 1-1,-1 0 0,0-1 0,0 1 0,-1 0 0,0 0 1,0 0-1,-1 0 0,-1 1 0,0 0 0,0-1 0,-1 2 1,0-1-1,0 1 0,-1 0 0,-1-2-4,-1 3-425,1-1 0,-1 2 0,0-1 0,-1 1 0,0 0 0,0 1 0,0 0 0,0 1 0,-1 0 0,0 1 0,-7-2 425,-28-2-7296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35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49 12779,'0'0'1957,"-7"28"-348,-2 0-1003,2-6-73,1 1-1,1 1 0,1-1 1,1 0-1,1 1 1,0 13-533,2-29 110,0 0 1,1-1 0,0 1 0,0 0-1,0-1 1,1 1 0,0-1 0,1 0 0,-1 0-1,5 7-110,-5-9 41,1-1-1,1 0 0,-1 0 0,0 0 1,1-1-1,0 1 0,0-1 1,0 0-1,0 0 0,1 0 0,-1 0 1,1-1-1,-1 0 0,1 0 0,0 0 1,0 0-1,1-1-40,11 3 85,1-1 0,0 0 0,0-1 0,0-1 0,-1-1 0,1-1 0,0 0 0,0-1 0,0-1 1,0-1-1,-1-1 0,0 0 0,0-1 0,10-5-85,-7 2 102,0-1 0,-1-1 0,0 0 0,0-2 0,-2 0 0,1-1 0,-2 0 0,0-2 0,0 0 0,-2 0-1,10-15-100,-19 23 79,0 0 0,-1 0 0,0 0 0,0-1 0,0 0 0,-1 0 0,-1 0 0,0 0 0,0 0 0,0-9-80,-1 14 12,-1 0 0,0 0 0,0 0 0,0 0 0,-1 1 0,1-1 0,-1 0-1,0 0 1,0 0 0,-1 1 0,1-1 0,-1 1 0,1-1 0,-1 1 0,0-1 0,-1 1 0,1 0 0,0 0 0,-1 0 0,0 0 0,0 1 0,1-1 0,-2 1 0,1 0-1,0-1 1,-1 1-12,-11-4-58,1 0 0,-1 2 0,1-1 0,-1 2 0,0 0 0,-1 1 0,1 0 0,0 2 0,-1-1 0,1 2 0,-2 0 58,-26 0-296,-108-2-2010,-3 1-3403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3:49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1 414 16363,'0'0'2098,"0"0"-523,0 0-41,0 0-827,25-16-478,0 1-190,52-32 168,12-13-207,-32 16 306,-1-3 0,-3-2 0,-2-2 0,10-16-306,-60 65 26,0 0 0,0 1 0,1-1 0,-1 1 0,1 0 0,-1-1 0,1 1 0,0 0 0,-1 0 0,1 0 0,0 0 0,0 1 0,0-1-26,-2 1 5,1 0 0,-1 0 0,1 0 0,-1 0 0,1 0 0,-1 0 0,1 0 0,-1 0 0,1 0 0,-1 0 0,0 0 0,1 1 0,-1-1 0,1 0 0,-1 0 0,0 1-1,1-1 1,-1 0 0,1 0 0,-1 1 0,0-1 0,1 0 0,-1 1 0,0-1 0,0 1 0,1-1 0,-1 0 0,0 1 0,0-1 0,0 1 0,1-1 0,-1 1-5,2 6 11,-1 0 0,0 0 0,0 0 0,0 0 0,-1 0 0,0 3-11,0 9 28,14 275 1344,-5-51 583,21 79-1955,-29-316-44,4 29 158,-5-34-143,0 0-1,0 0 0,1 0 0,-1 0 1,0 0-1,0 0 0,1 0 1,-1 0-1,1 0 0,-1 0 0,1 0 1,-1 0-1,1 0 0,-1 0 0,1 0 1,0 0-1,0 0 0,-1-1 0,1 1 1,0 0-1,0 0 0,0-1 1,0 1 29,1-2-188,-1-1 1,1 1 0,-1 0-1,0-1 1,0 1 0,0-1-1,0 0 1,0 1 0,0-1-1,0 0 1,0 0 0,-1 1 0,1-1-1,-1 0 1,1 0 0,-1 0-1,0 0 1,0 0 0,1 0 187,0-5-1137,9-25-4884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3:5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1072,'0'0'12340,"0"0"-7859,0 0-2102,0 0-796,-26 18-713,6-5-749,10-7-75,-1 1 0,1 0-1,0 0 1,1 1 0,0 0 0,0 0 0,1 1 0,0 0-1,0 1 1,1 0 0,0 0 0,1 1 0,0-1 0,1 1-1,0 0 1,1 1 0,-1 3-46,-6 35 192,3 0 1,2 1-1,2 0 0,2-1 1,3 8-193,-1-45 11,1-1 1,0 0 0,1 1-1,0-1 1,1 0 0,0-1 0,1 1-1,1 0 1,0-1 0,0 0 0,1 0-1,1 1-11,-2-6 6,0 0 1,0 1-1,1-2 0,0 1 0,0-1 0,0 1 0,1-2 0,-1 1 0,1-1 0,0 0 1,0 0-1,1-1 0,-1 0 0,1 0 0,0-1 0,0 0 0,0-1 0,6 1-6,4 0 13,-1-1 0,1 0 0,-1-2 0,1 0 0,-1-1 0,0-1 0,0 0 0,0-1 0,0-1 0,0-1 0,-1 0 0,0-1 0,14-9-13,-20 10 19,-1 0 0,1-1 0,-1 0 0,0 0-1,-1-1 1,0 0 0,0-1 0,-1 0 0,0 0-1,0 0 1,-1-1 0,0 0 0,-1 0 0,0-1 0,-1 0-1,0 1 1,0-1 0,-1-1 0,-1 1 0,0 0-1,0-9-18,-1 12 76,-1 0 0,0-1 1,0 1-1,-1-1 0,0 1 0,0 0 0,-1-1 0,0 1 0,-1 0 0,0 0 0,0 0 0,0 1 0,-1-1 0,-1 1 0,1 0 0,-6-7-76,2 6 66,-1-1-1,1 1 1,-2 1 0,1 0-1,-1 0 1,0 0 0,0 2-1,-1-1 1,0 1 0,0 1 0,-11-3-66,-9-1 17,-1 1 0,-1 2 1,1 2-1,-1 1 0,1 1 1,-1 2-1,-15 2-17,41-3-171,0 1 0,0-1 0,0 1-1,0 1 1,1-1 0,-1 1 0,0 0 0,1 1 0,-1-1 0,1 2 0,0-1 0,0 0-1,-3 3 172,39-2-7452,10-4-1003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3:50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6 12227,'0'0'5742,"0"0"-3072,0 0-1122,0 0-706,0 0-287,-6 26 40,-11 40-324,-6 22 426,4 1 0,2 19-697,15-97 15,1-1 0,1 1 1,0 0-1,0 0 0,1 0 0,2 7-15,-3-15 4,1 0 1,0 0-1,0-1 0,1 1 1,-1-1-1,0 1 0,1-1 1,-1 0-1,1 1 0,0-1 1,0 0-1,0 0 1,0 0-1,0 0 0,0-1 1,1 1-1,-1-1 0,1 1 1,-1-1-1,1 0 0,-1 0 1,1 0-1,0 0 0,-1 0 1,1 0-1,0-1 0,2 1-4,14 1-11,1-1 0,0 0 0,0-1-1,0-2 1,0 0 0,0-1 0,-1 0 0,1-2 0,-1 0-1,0-2 1,0 0 0,-1-1 0,0 0 0,-1-2-1,1 0 1,-2-1 0,0-1 0,1-1 11,-11 8-158,0 0-1,-1 0 1,0-1 0,0 1 0,0-1-1,-1 0 1,0 0 0,0-1 0,-1 1-1,1-1 1,-2 0 0,1 0 0,-1 0-1,0 0 1,0 0 0,0-6 158,1-14-406,-1 0 1,-1 1-1,-2-1 0,-1-2 406,0-13 173,-5-68 1780,4 96 549,3 71-1754,15 272 1020,-7-240-1857,5-1-1,17 62 90,-21-101-2371,-10-49 2081,0 0 1,0 0-1,-1 0 1,1 0-1,0 0 1,0 0-1,0-1 1,0 1-1,0 0 1,0-1-1,0 1 1,0 0-1,0-1 1,0 0 0,0 1-1,0-1 1,0 0 289,-25-20-6550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3:5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1 3937,'0'0'2054,"0"0"-110,0 0-116,0 0-358,0 0-304,0 0-289,-13 9-102,-58 40 358,2 3 0,-17 20-1133,49-36 251,-54 56 1573,155-174-1219,-18 24-592,-37 45-12,1 0 1,1 0-1,0 0 1,0 2-1,1-1 1,1 2-1,-1-1 0,8-3-1,-20 14-4,0 1 0,0-1-1,0 0 1,0 0-1,0 0 1,0 0 0,0 0-1,0 0 1,0 0-1,0 0 1,0 0-1,0 1 1,0-1 0,0 0-1,1 0 1,-1 0-1,0 0 1,0 0 0,0 0-1,0 0 1,0 0-1,0 0 1,0 0 0,0 0-1,0 1 1,0-1-1,0 0 1,0 0 0,0 0-1,1 0 1,-1 0-1,0 0 1,0 0 0,0 0-1,0 0 1,0 0-1,0 0 1,0 0-1,0 0 1,0 0 0,1 0-1,-1 0 1,0 0-1,0 0 1,0 0 0,0 0-1,0 0 1,0 0-1,0 0 1,0 0 0,0 0-1,0 0 1,1 0-1,-1 0 1,0-1 4,-9 15-35,-17 15 96,-55 40 72,4 4 0,-63 74-133,264-262 264,-5-9-230,-118 125-54,-1 0 0,0-1-1,0 1 1,1 0-1,-1 0 1,0 0-1,0-1 1,0 1-1,0 0 1,0 0-1,0 0 1,0 0 0,-1-1-1,1 1 1,0 0-1,0 0 1,-1-1-1,1 1 1,0 0-1,-1 0 1,1-1-1,-1 1 1,1 0 0,-1-1-1,1 1 1,-1 0-1,0-1 21,-14 19-693,14-18 542,-19 18-2515,0-1-2879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40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67 108 3697,'0'0'3186,"0"0"560,0 0-612,0 0-132,0 0-483,0 0-524,14-17-373,42-55-308,-42 54-440,-16 29-769,0-1 1,-1 1-1,-1-1 0,1 1 0,-2-1 0,1 0 0,-1 0 0,-1-1 0,0 0 0,-6 9-105,-16 28 111,19-30-102,-37 86 41,43-92-47,0 1-1,0-1 1,1 0-1,0 1 1,0-1 0,2 1-1,-1-1 1,1 1 0,1 5-3,-1-15 0,1 0 1,-1 0 0,1 0-1,-1 0 1,1 0 0,-1-1 0,1 1-1,-1 0 1,1 0 0,0 0-1,-1 0 1,1-1 0,0 1 0,0 0-1,0 0 1,0-1 0,0 1-1,0-1 1,0 1 0,0-1 0,0 1-1,0-1 1,0 0 0,0 0-1,0 1 0,33 5 37,-25-5-25,47 7 111,1-3-1,42-1-122,-70-5-361,-1 0 1,0-2-1,0-1 0,0-1 1,0-2-1,12-5 361,-35 10-638,0 0 0,0 0 0,0 0 0,0-1 0,-1 0-1,1 0 1,-1 0 0,3-3 638,1-5-5853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41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13835,'0'0'3097,"0"0"-921,0 0-1488,0 0 360,0 0 265,36 150-457,-17-85-200,-5 0-176,-5-2-144,-7-3-328,-2-10 136,0-7-136,0-8-8,0-8 0,0-4-328,0-23-752,6 0-1889,8 0-2944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4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11466,'0'0'2074,"0"0"-459,28-5 223,9-4-1360,-14 4-261,-1 0 1,2 1 0,-1 2 0,0 0 0,18 2-218,-37 0 10,0-1 0,1 2 0,-1-1 1,0 0-1,0 1 0,0 0 0,0 0 0,0 0 0,0 1 1,-1-1-1,1 1 0,0 0 0,-1 0 0,1 0 1,-1 0-1,1 1 0,-1-1 0,0 1 0,0 0 0,1 1-10,-1 2 20,1-1-1,-2 1 0,1-1 0,0 1 1,-1 0-1,0 0 0,0 0 0,-1 0 0,0 0 1,0 0-1,0 1 0,-1-1 0,0 4-19,0 1 147,-1 1-1,0-1 0,0 0 0,-1 0 0,-1 0 0,0 0 0,0 0 0,-1-1 1,-2 3-147,-9 18 533,-1-1 0,-9 10-533,7-11 438,1 0 1,-5 15-439,17-34 81,1 0 1,1 1-1,0-1 0,0 1 1,1 0-1,1 0 1,-1 0-1,2 0 1,0 5-82,0-13 13,0-1 0,0 1 0,1-1 0,0 0 0,-1 1 0,1-1 0,0 0 0,0 0 0,0 0 0,0 1 0,0-1 0,1 0 1,-1 0-1,1-1 0,-1 1 0,1 0 0,0 0 0,0-1 0,-1 1 0,1-1 0,0 0 0,0 1 0,1-1 0,-1 0 0,0 0 0,0 0 0,0-1 0,1 1 0,-1 0 0,1-1 0,0 1-13,11 1 43,1 0 1,0-1-1,0-1 0,14 0-43,-7-1 26,44-1-344,0-2-1,15-6 319,58-14-7901,-91 12-1832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4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1 259 6729,'0'0'2557,"37"0"969,95-2 1032,112-17-4558,448-84 4072,16-3-2312,-686 103-2084,145-17 1065,-75 15-6217,-122 6 2342,-11 8-2345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42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10386,'0'0'5987,"0"0"-4021,0 0-1242,25-15 212,10-8-664,113-68 427,-142 88-677,62-31 246,-62 32-234,-1 0-1,1 1 0,-1-1 1,1 1-1,0 0 0,-1 1 1,1-1-1,0 1 1,0 1-1,-1-1 0,6 1-33,-10 0 4,1 0-1,0 0 0,-1 0 1,1 0-1,-1 0 0,0 1 1,1-1-1,-1 0 1,0 1-1,0-1 0,0 1 1,0-1-1,0 1 0,0-1 1,0 1-1,-1 0 1,1-1-1,0 1 0,-1 0 1,1 0-1,-1-1 0,0 1 1,0 1-4,7 51 123,-6-42-46,8 167 1667,-8 45-1744,-2-110 220,1-113-245,2-6-83,11-52-3556,-6 24-1941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42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13219,'0'0'2120,"0"0"-150,0 0-250,-12 23-509,7-12-1051,-9 15 211,1 1 0,2 0 0,1 0 0,1 1 0,-5 27-371,7 2 547,1 1 0,4 0 0,2 21-547,0-72 17,1 0 1,-1 0-1,1 1 0,0-1 1,1 0-1,-1 0 1,2 0-1,-1 0 0,1 0 1,0-1-1,0 1 1,0-1-1,1 0 0,0 0 1,1 0-1,1 2-17,-1-4 9,0 0 1,0 0-1,0 0 0,0-1 0,1 0 0,-1 0 1,1-1-1,0 1 0,-1-1 0,1 0 1,0-1-1,0 0 0,1 0 0,-1 0 0,0 0 1,0-1-1,0 0 0,1 0 0,2-1-9,-2 0 12,0 0-1,0-1 0,1 0 1,-1 0-1,0 0 0,-1-1 1,1 0-1,0 0 1,-1-1-1,1 0 0,-1 0 1,0 0-1,-1-1 0,1 0 1,-1 0-1,0 0 1,0-1-1,0 0 0,2-4-11,-1 1 11,0-1 1,-1 0-1,0 0 0,0-1 0,-1 0 1,-1 1-1,0-1 0,0 0 0,-1 0 0,-1-1 1,0 1-1,0-7-11,-1 14 7,0 0-1,0 0 1,-1 0 0,1 0-1,-1 0 1,0 0 0,0 0 0,-1 1-1,1-1 1,-1 0 0,0 1-1,0-1 1,0 1 0,0 0-1,0 0 1,-1 0 0,-2-3-7,0 2 13,0 0 0,-1 0 0,1 0 0,-1 0-1,0 1 1,0 0 0,-1 0 0,1 1 0,0 0 0,-1 0-13,-16-4 1,0 2 0,-1 1-1,1 0 1,-1 2 0,-9 1-1,23 1-555,11 3-1056,15 3-1889,13-2-1818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42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16580,'0'0'2805,"0"0"-852,0 0-361,0 0-941,0 0-458,0 0-49,-5 24 119,0-2-196,-8 27 152,4 1 1,-2 27-220,10-74 2,1 3 6,-1-1 0,1 0 0,0 0-1,0 1 1,1-1 0,-1 0 0,2 5-8,-1-9 4,-1 1-1,1-1 1,0 0 0,0 1-1,0-1 1,0 0 0,0 0-1,0 1 1,0-1 0,0 0-1,0 0 1,0 0 0,1 0-1,-1-1 1,0 1 0,1 0-1,-1 0 1,0-1 0,1 1-1,-1-1 1,1 1 0,-1-1-1,1 0 1,0 1 0,-1-1-1,1 0 1,-1 0 0,1 0-4,18 1 54,-1-1 1,0-1-1,1-1 0,-1 0 1,0-2-1,0 0 1,-1-1-1,1 0 1,16-9-55,-26 10-232,0-1 0,0 0 0,-1 0 0,0-1 0,0 0 0,0 0 0,0-1 0,-1 0 1,2-3 231,-5 4-555,0 0 1,0 1-1,0-1 1,-1-1 0,0 1-1,0 0 1,-1-1 0,0 1-1,0-1 1,0 0 0,-1 0-1,0 0 1,0 0 0,-1 0 554,0-25-5362,0 6-1044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43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6793,'0'0'4521,"0"0"-301,0 0-430,0 0-1416,0 0-1167,0 0-712,0 14-262,-2 143 1031,7 1 1,10 27-1265,-2-81-7897,6 6 7897,-16-102-11175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43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690 40 3625,'0'0'544,"0"0"-261,0 0-66,28-4 115,7-1-157,-6 1 155,0 0 0,0-2 1,3-3-331,-25 5 6619,-22 1-5222,-25 2-1554,-32 6 475,0 3 0,0 4 0,1 2 0,-39 15-318,69-19 13,-233 62-758,162-44-2779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50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11330,'0'0'2261,"0"0"-726,0 0 187,0 0-776,0 22-431,-3 50 706,-2 0-1,-4-1 0,-5 10-1220,-34 102 2496,-15 19-2496,36-120 155,28-95-1677,4-16-3350,8-6-3529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50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14251,'0'0'1915,"0"0"-580,0 0 83,0 0-742,30-13-484,99-38-176,-124 50-18,-1-1-1,1 1 1,-1 0 0,1 0-1,-1 0 1,1 1-1,0-1 1,-1 1 0,1 0-1,0 1 1,-1-1 0,1 1-1,0 0 1,-1 0 0,4 1 2,-5 0-4,0-1 0,0 1 1,0 0-1,0 0 0,-1 0 1,1 1-1,-1-1 0,1 0 0,-1 1 1,0 0-1,0-1 0,0 1 1,0 0-1,-1 0 0,1 0 1,0 1 3,2 8-10,-1-1-1,0 1 1,-1 0 0,0-1 0,-1 1 0,0 0 0,-1 0 0,0 8 10,-3-2 80,0-1-1,-2 1 1,1-1 0,-2 0-1,0 0 1,-1-1 0,-1 0-1,-1 0 1,0-1-1,-6 8-79,1-1 127,1 1-1,1 1 0,1 0 1,-2 10-127,8-17 291,1 0-1,1 0 1,0 1 0,1-1-1,1 1 1,1 1-291,0-17 19,1-1 0,-1 1 0,0-1 0,1 0 0,-1 1 0,1-1 0,0 0 0,-1 1 0,1-1 0,0 0 0,0 0 0,0 0 0,0 0 0,0 0-1,0 0 1,0 0 0,0 0 0,0 0 0,1 0 0,-1 0 0,0-1 0,0 1 0,1-1 0,-1 1 0,0-1 0,1 1 0,-1-1 0,1 0 0,-1 0 0,0 1 0,1-1 0,-1 0 0,2 0-19,56-1 300,-50 1-250,0-2-61,0 1 0,1-1-1,-1-1 1,0 1 0,0-2 0,-1 1-1,1-1 1,-1 0 0,8-6 11,67-51-1694,-64 46 870,37-31-4474,-8 3-4642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51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33 118 12259,'0'0'1655,"0"0"-339,-5 27 582,-18 89-818,22-112-1057,0 0 0,0 1 0,1-1 1,-1 1-1,1-1 0,0 1 0,0-1 0,0 1 0,1 0 1,0-1-1,-1 0 0,2 1 0,-1-1 0,0 1 0,1-1 1,0 0-1,0 0 0,0 0 0,1 0 0,-1 0 0,1-1 1,0 1-1,0-1 0,0 0 0,0 0 0,1 0 0,-1 0 1,1 0-1,0-1 0,0 1 0,0-1 0,0 0 0,0 0 1,0-1-1,1 1-23,6 1 24,-1-1 1,0-1-1,1 1 1,-1-1-1,1-1 1,0 0-1,-1-1 1,1 0-1,-1 0 1,0-1-1,1-1 1,-1 1-1,4-3-24,-2 0 28,-1-1 0,1 0 0,-1-1-1,-1 0 1,1 0 0,-1-1-1,0-1 1,-1 0 0,0 0 0,0-1-1,-1 0 1,1-2-28,-4 5 128,0 0 1,-1-1-1,1 1 1,-1-1-1,-1-1 1,1 1-1,-1 0 1,-1-1-1,0 1 0,0-1 1,-1 0-1,0 0 1,0 1-1,-1-1 1,0 0-1,0 0 1,-1 0-1,-1-2-128,1 7 71,-1-1 0,0 1 0,0 0 0,0 0 0,0 0 0,-1 0 0,0 0 0,0 1 0,0-1 0,0 1 0,0-1 0,-1 1 0,1 0 0,-1 1 0,0-1 0,0 1 0,0-1 0,0 1 0,0 0 0,-2 0-71,-14-6 105,0 2-1,0 0 0,-19-3-104,31 7 39,-46-6 763,-44-1-802,60 7-6554,36 2 2670,33 0-5521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51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1 514 10778,'0'0'1821,"0"0"-169,0 0-345,31 19-460,-31-19-847,40 25 307,1-3-1,11 4-306,-48-24 27,1 0-1,-1-1 1,1 1-1,-1-1 1,1 0 0,0 0-1,-1-1 1,1 1-1,0-1 1,-1 0-1,1 0 1,0-1-1,-1 1 1,1-1 0,0 0-1,-1 0 1,1-1-1,0 0-26,2-1 33,-1-1-1,0-1 1,1 1-1,-1-1 1,-1 0 0,1 0-1,-1-1 1,1-1-33,-2 3 15,10-12 134,-1 0 0,0-2 0,-1 1 0,-1-1 0,-1-1 0,-1 0 0,0 0 0,-2-1 1,0 0-1,-1 0 0,-1-1 0,-1 1 0,-1-1 0,-1 0 0,0 0 0,-2-1 0,0 1 0,-2 0 0,-2-10-149,3 25 26,0 1 0,-1-1-1,0 1 1,0 0-1,-1 0 1,1 0-1,-1 0 1,0 0-1,0 0 1,-1 1 0,1 0-1,-1-1 1,0 1-1,0 1 1,-1-1-1,1 1 1,-1-1-1,0 1 1,0 1 0,0-1-1,-1 0-25,-14-5-214,0 0-1,0 2 1,0 0 0,-18-2 214,37 8-20,-92-16-2908,-3 3-3438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51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6225,'0'0'4097,"0"0"-1128,-92 146 936,50-74-2145,6 1-680,5-1-472,6-4-416,8-10-136,3-11-56,9-14-824,2-13-3001,3-15-5216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5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8970,'0'0'1434,"0"0"-233,0 0-129,0 0-586,0 0-309,24 6-67,74 20-16,-97-25-89,1-1-1,0 1 1,0 0-1,0 0 1,-1 0-1,1 0 1,0 0-1,-1 0 1,1 1-1,-1-1 1,1 0-1,-1 1 1,0-1-1,0 1 1,0 0-1,0-1 1,0 1-1,0 0 1,0 0-1,0-1 1,0 1-1,-1 0 1,1 0-1,-1 0 0,0 0 1,1 0-1,-1 0 1,0 0-1,0 0 1,0 0-1,-1 0 1,1 0-1,0 0 1,-1 0-1,0 1-4,0 8 86,0 5 178,-1-1 1,-1 1-1,-1-1 0,0 0 1,-1 0-1,-1 0 0,0-1 1,-1 0-1,-6 10-264,5-10 189,1 0 1,0 1-1,1-1 1,1 1 0,0 0-1,1 1 1,0-1-1,2 1 1,-2 12-190,4-26 41,0-1 0,0 1 1,0 0-1,0 0 0,0 0 0,0 0 1,0 0-1,1 0 0,-1 0 0,1 0 1,-1-1-1,1 1 0,0 0 0,0 0 1,0-1-1,0 1 0,0 0 0,0-1 1,0 1-1,0-1 0,1 1-41,1-1 79,1 1 0,-1-1 0,0 0 1,1 0-1,-1 0 0,1-1 0,-1 1 0,1-1 0,-1 0 0,1 0 0,2-1-79,16 1-70,0-1-1,0-1 1,0-1 0,0-1-1,-1-1 1,0 0-1,0-2 1,0-1 0,13-7 70,35-22-3230,-11 2-3321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5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22 118 5089,'0'0'6559,"0"0"-4307,-4 22-694,-10 74-256,13-91-1238,0 0 0,0 0 0,1 0 0,-1 0 0,1 1 0,1-1 0,-1 0 0,1 0 0,0 0 0,0 0 0,0 0 0,1 0 1,0 0-1,0 0 0,0-1 0,0 1 0,1-1 0,0 1 0,0-1 0,0 0 0,0 0 0,1 0 0,-1-1 0,1 1 0,0-1 1,0 0-1,0 0 0,1 0 0,-1-1 0,1 1 0,-1-1 0,4 1-64,11 2 117,-1 0 0,1-1 0,0-1 0,0-1 0,0 0 0,0-2 1,8 0-118,-20 0 46,0 0 0,0 0 0,0-1 0,-1 1 1,1-2-1,0 1 0,-1-1 0,1 0 1,-1 0-1,0-1 0,1 1 0,-1-1 0,0-1 1,-1 1-1,1-1 0,-1 0 0,1-1 0,-1 1 1,-1-1-1,1 0 0,-1 0 0,1-1 1,-1 1-1,-1-1 0,1 0 0,-1 0 0,0 0 1,-1 0-1,1-1 0,-1 1 0,0-1 1,-1 1-1,0-1 0,0 0 0,0-5-46,0 6 100,-1-1 0,0 1 0,0 0 0,0-1 0,-1 1 0,0 0 0,-1 0 0,1-1 0,-1 1 0,0 0 0,-1 0 0,1 1 0,-1-1 0,0 1 0,-3-4-100,0 2 50,0 0 0,-1 1 0,0-1 0,0 1 0,-1 1 0,1 0 0,-1 0 0,0 0 1,-1 1-1,-3-1-50,-14-5-226,-22-12 626,47 21-585,0 0 0,0 0-1,-1 0 1,1 0 0,0 0 0,0 0 0,0 0 0,0 0-1,1 0 1,-1-1 0,0 1 0,0 0 0,1-1-1,-1 1 1,1 0 0,-1-1 0,1 1 0,0-1 0,0 1-1,-1-1 1,1 1 0,0-1 0,0 1 0,0-1-1,0 1 1,1-1 0,-1 1 0,0-1 0,1 1 0,-1-1 184,7-9-7287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53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6849,'0'0'2705,"0"0"-512,0 0 127,67 150-1160,-11-132 9,14-13-121,13-5-424,1-35-288,-12-15-32,-19-6 184,-23 1 152,-18 5-296,-12 10-128,-6 15-216,-33 18-72,-58 17-944,8 25-1464,-6 7-2497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5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1 4241,'0'0'912,"-184"135"-368,23-7 48,16-11-592,23-12-2800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53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1052 0 8362,'0'0'1120,"-156"211"-752,12-34-240,-32 21-128,-10-10-416,8-38-912,55-55 55,34-32-5192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5:04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0 13587,'0'0'1752,"-45"203"-1352,7-8 793,-1 31-569,8-3 80,17-31-304,14-39-128,14-28-224,25-27-48,67 20-312,-14-31-1872,16-2-4530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5:04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0 8530,'0'0'2632,"0"0"-439,0 0-225,133 133 249,-69-3-593,-19 40-376,-31 16 121,-14-29-449,-39-36 48,-3-44-448,-2-12-192,-9 5-256,-3 3-72,-2-3-80,10-15-552,6-17-664,17-16-1193,9-17-3416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5:0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0 13971,'0'0'1896,"-87"135"1057,26-45-672,-8 13-1041,-7 2-272,7-5-536,8-7-240,10-15-120,15-13-72,17-15-8,8-18-720,11-19-576,11-8-2593,17-5-1736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5:05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9402,'0'0'1280,"0"0"-166,28-4-198,89-11-555,-115 14-350,1 1 0,0 0 0,0-1 0,0 1 0,-1 0 0,1 1 0,0-1 0,0 0 0,0 1 0,-1 0 0,1-1-1,0 1 1,0 0 0,-1 1 0,1-1 0,-1 0 0,1 1 0,-1-1 0,0 1 0,0 0 0,1 0 0,-1 0-1,0 0 1,-1 0 0,1 0 0,0 0 0,-1 1 0,1-1 0,-1 1 0,0-1 0,1 1 0,-1-1 0,0 1 0,-1 0-1,1 0 1,0 0-11,0 7 236,0 0 1,-1 0-1,0 0 0,0 0 0,-1 0 0,0 0 0,-1 0 0,-1 2-236,-4 9 562,0-1-1,-2 1 0,0-2 0,-2 1 1,0-2-1,-1 1 0,-1-1 1,-5 4-562,0 3 605,0 0 1,2 1-1,-12 26-605,23-42 69,1-1 1,0 1-1,1 0 1,0 0-1,1 0 1,0 0-1,0 0 1,1 0-1,0 1 0,1-1 1,1 0-1,-1 1 1,2-1-70,-2-8 6,1 0 1,0 0-1,0 0 0,0 0 1,0 0-1,0 0 0,1 0 1,-1-1-1,1 1 0,-1-1 1,1 1-1,-1-1 0,1 1 1,0-1-1,0 0 0,0 0 1,0 0-1,0 0 1,0 0-1,0 0 0,0-1 1,0 1-1,0 0 0,0-1 1,0 0-1,2 1-6,9 0 42,0-1-1,-1 0 1,1 0 0,4-1-42,-8 0 29,11-2-78,0 0 0,0-1 0,0-1 0,-1-1-1,0-1 1,0-1 0,0 0 0,-1-1 0,0-2 49,36-22-1975,-1-3 1,9-10 1974,11-16-5004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5:05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32 248 12547,'0'0'1621,"0"0"238,-6 29-28,-16 96-662,21-120-1060,0-1-1,0 1 1,1 0 0,0 0 0,0 0 0,0 0 0,1 0 0,0 0-1,-1-1 1,2 1 0,-1 0 0,1 0 0,-1-1 0,1 1 0,3 3-109,-3-5 72,0 0 0,1 0 0,0 0 1,0 0-1,0 0 0,0-1 0,0 0 1,0 0-1,0 0 0,1 0 0,-1 0 1,1 0-1,0-1 0,-1 0 0,4 1-72,7 1 130,1-1-1,-1-1 0,1 0 1,0-1-1,0-1 1,-1 0-1,1-1 0,4-2-129,-10 3 14,0-1 1,1-1-1,-1 0 0,0 0 0,0-1 0,0 0 0,-1 0 1,1-1-1,-1 0 0,0-1 0,-1 0 0,1 0 1,-1 0-1,-1-1 0,1 0 0,-1-1 0,0 1 0,0-1 1,-1 0-1,0-1 0,-1 1 0,0-1 0,0 0 1,-1 0-1,0 0 0,0-2-14,0-4-12,0 0 0,0 0 1,-2-1-1,0 1 0,-1 0 0,0 0 0,-1-1 1,-1 1-1,0 0 0,-1 0 0,-1 0 0,0 0 1,-1 1-1,-1 0 0,0 0 0,-3-4 12,-8-10-73,12 22-192,0-1 1,1 0-1,0 0 0,1 0 0,0 0 1,-1-3 264,30 22-5532,9 15 5028,-2 1 0,-1 2 1,23 28 503,-28-28 578,0-2 1,3-1-1,0-1 1,1-1-1,16 8-578,-36-27 328,0 0-1,0-1 0,0-1 1,0 0-1,1-1 0,0 0 1,0 0-1,0-1 0,0-1 1,4 0-328,-10 0 101,-1-1 0,0-1 1,1 1-1,-1-1 0,0 1 1,1-1-1,-1-1 0,0 1 1,0-1-1,0 0 0,0 0 1,0-1-1,-1 1 0,1-1 1,-1 0-1,1 0 0,-1-1 1,0 1-1,0-1 0,-1 0 1,1 0-1,-1 0 0,0-1 1,1 0-102,1-5 65,0 0 1,-1-1-1,0 1 1,0-1-1,-1 0 1,-1 0 0,0-1-1,0 1 1,-1 0-1,-1-1 1,0 1 0,0-1-1,-1 1 1,-1 0-1,0-5-65,0 10-1,1-1-1,-1 0 1,0 0-1,-1 1 0,1-1 1,-2 1-1,1-1 1,0 1-1,-1 0 1,0 1-1,-1-1 0,1 1 1,-1 0-1,0 0 1,0 0-1,-1 0 0,1 1 1,-1 0-1,0 0 1,0 1-1,0 0 1,-1 0-1,1 0 0,-1 1 1,-2-1 1,-10 0-186,0 1 0,-1 1 0,1 1 0,0 0 0,-1 1 0,1 2 0,0 0 0,0 1 0,0 0 1,-10 6 185,14-7-247,-44 15-4317,-33 15 4564,-60 27-9724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5:02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1 10018,'0'0'6466,"0"0"-5690,0 0 480,-84 160 688,9-20-607,-25 33-417,8-13 56,19-30-248,29-49-440,27-34-160,6-7-120,6-5-16,2-10-176,3-17-352,14-8-552,16-13-856,1-14-3522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5:02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29 10722,'0'0'1466,"0"0"-479,25-5 188,83-15-590,-104 19-578,-1 0-1,0 1 1,1-1-1,-1 1 0,1 0 1,-1 0-1,0 0 1,1 0-1,-1 0 1,1 1-1,-1 0 1,0-1-1,1 1 0,-1 1 1,0-1-1,0 0 1,0 1-1,0-1 1,0 1-1,0 0 1,0 0-1,-1 0 0,1 1 1,-1-1-1,1 1 1,-1-1-1,0 1 1,0 0-1,0 0 1,0-1-1,-1 2 1,1-1-1,-1 0 0,0 0 1,1 0-1,-2 0 1,1 2-7,2 6 83,-2 1-1,0 0 1,0-1 0,-1 1 0,0 0 0,-1 0 0,0-1 0,-1 1-1,-1 2-82,-1 0 246,-1 0 0,0-1 0,-1 1 0,0-1 0,-1 0 0,0-1-1,-6 7-245,-69 86 1063,11-17-194,64-79-754,1 1 0,0 0 0,0 0 0,1 0 0,0 0 0,0 1 0,2 0 0,-1 0 0,1 0 0,1 0 0,0 1 0,0-1 0,2 1 0,-1 7-115,1-18 28,0 0 1,1 0-1,-1 0 1,0 0-1,0 0 0,1 0 1,-1 0-1,1 0 1,-1 0-1,1 0 1,-1 0-1,1 0 0,0 0 1,-1 0-1,1 0 1,0 0-1,0-1 1,-1 1-1,1 0 0,0-1 1,0 1-1,0 0 1,0-1-1,0 1 1,0-1-1,0 0 0,0 1 1,0-1-1,0 0 1,1 0-1,-1 1 1,0-1-1,1 0-28,45 1 462,-32-2-423,-2 1-78,0-2 1,1 1 0,-1-2-1,0 0 1,-1 0 0,1-1-1,0 0 1,2-3 38,24-12-3030,33-21 3030,-29 16-3037,30-19-5896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5:03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24 393 12171,'0'0'1728,"-4"24"746,-13 79-308,16-98-2083,1-1 0,-1 1 1,1-1-1,0 1 0,0-1 1,0 1-1,0 0 0,1-1 0,0 0 1,0 1-1,0-1 0,0 1 1,1-1-1,0 0 0,0 0 1,0 0-1,0 0 0,0 0 1,1 0-1,0-1 0,0 1 1,0-1-1,0 0 0,0 0 1,1 0-1,0 0 0,-1 0 0,1-1 1,0 0-1,0 0 0,0 0 1,0 0-1,1-1 0,-1 1 1,5 0-84,7 1 91,1 0 0,-1-1 0,1-1 1,0-1-1,0 0 0,-1-1 0,1-1 1,10-2-92,-10 0 22,0-1 0,-1 0 0,1-1 0,-1 0 0,0-2 0,-1 0 0,0-1 0,0 0 0,-1-1 1,0 0-1,-1-2 0,6-5-22,-13 11 7,1 0 0,-1-1 0,-1 1 1,1-1-1,-1-1 0,-1 1 1,1-1-1,-1 0 0,-1 0 0,1 0 1,-1 0-1,-1-1 0,1 1 0,-1-1 1,-1 1-1,0-1 0,0 0 1,-1 0-1,0 0 0,0 1 0,-1-1 1,0 0-1,-1 0 0,0 1 1,-2-6-9,-19-22 2510,-24-17-12056,40 45 2179,35 33 2355,-25-22 4822,82 74 188,-52-49 2032,1-2 0,1-1 0,5 0-2029,-25-15 757,1-2-1,0 0 1,0 0-1,0-2 0,1 0 1,0-1-1,0 0 0,1-2 1,-1 0-1,1-1 1,0-1-1,0 0 0,-1-1 1,1-1-1,7-2-756,-15 0 118,1 0-1,-1-1 1,0 0-1,0 0 1,0-1 0,-1 0-1,1-1 1,-1 0-1,-1-1 1,1 0 0,-1 0-1,0-1 1,-1 0-1,0 0 1,0 0 0,0-1-1,-1 0 1,-1-1-1,0 0 1,0 1 0,2-7-118,-3 7-3,0-1 0,-1 1 0,0 0 0,0-1 1,-1 0-1,-1 0 0,1 0 0,-2 0 0,1 0 0,-1 0 1,-1 0-1,0 1 0,0-1 0,-1 0 0,0 0 0,0 0 1,-1 1-1,-1 0 0,0-1 0,0 1 0,-1 0 0,0 1 1,-3-5 2,0 4-160,0 0 0,-1 0 0,0 1 0,-1 0 0,1 1 0,-2 0 0,1 0 0,-1 1 0,0 0 0,0 1 0,0 1 0,-1 0 0,0 0 0,0 1 0,-9-1 160,-18-1-1766,0 1 1,0 3-1,0 1 1,-12 3 1765,-28 3-5648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5:4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2905,'0'0'1376,"0"0"-848,0 0 136,0 0-88,0 0-184,0 0-152,-19 25-80,19-25-16,0 0-55,0 0-17,0 0-72,0 0-337,0 0-319,0 0 40,0 0 248,0 0-224,0 0-1657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5:43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2777,'-16'1'2290,"14"-1"-1763,0 0-1,0 0 1,0 0 0,1 0-1,-1 0 1,0 1 0,0-1-1,0 1 1,1-1-1,-1 1 1,0 0 0,1 0-1,-1 0-526,-16 18-539,-20 45 846,3 1 0,3 2-1,1 5-306,10-24 137,15-31-110,-4 11 238,7-27 218,1-16 386,3-4-824,1 1 0,1-1 0,0 1 1,2 0-1,0 0 0,1 0 0,5-11-45,2-1-25,2 1-1,1 0 1,18-25 25,-22 39-122,-6 15 52,-6 27 40,-18 45 92,-11 7-51,16-48-379,2 0 1,1 1-1,2 0 1,-4 27 367,16-53-1911,4-13 1377,8-13 62,4-14-1733,-2-1 0,-1-1 0,-2-1 0,0-5 2205,-12 21 2399,-15 31 440,-17 30-522,-27 46 42,14-20-2469,23-37-3318,36-53-1571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5:43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3625,'0'0'488,"0"0"-40,0 0-192,0 0-72,0 0-120,0 0-48,0 0 440,-22 90-8,-20 10-448,3-9-160,5-9-4257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29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3017,'0'0'11386,"0"0"-8697,0 0-1225,0 0 272,0 0-879,0 0-345,200-32-192,-128 24-80,-8 1-160,-5 4-80,-15 3-112,-13 0-1465,-11 0-2567,-18 10-3434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2:30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9858,'0'0'2305,"0"0"-849,0 0 304,0 0-199,0 0 31,144 37-976,-46-44-616,13-11-8,45-4-1720,-28 4-1081,-22 6-6545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6:44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 5113,'0'0'2417,"0"0"-898,0 0-533,0 0-392,-37 1 13,34 0-602,-40 12 163,-1-1-1,-1-3 1,0-1-1,0-2 1,-30-1-168,71-5 46,2 1-35,0-1-1,1 0 1,-1 1 0,0-1 0,0 0 0,0 0-1,1 0 1,-1-1 0,0 1 0,0 0-1,1-1 1,-1 1 0,0-1 0,1 1 0,-1-1-11,1 0-204,32 11-3949,-6-7 1232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6:45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1 496,'0'0'4657,"0"0"-4105,0 0-424,0 0-128,0 0-776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36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0 173 15227,'0'0'2441,"0"0"-1777,0 0 568,190-57-768,-87 29-320,5-4-48,-5 9-88,-14 1 64,-16 12-72,-20 10-1080,-20 0-2953,-19 0-5513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4:36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9298,'0'0'6865,"0"0"-5360,0 0-697,0 0 184,142-30-680,-59 5-256,9 3 40,-3 4-96,-8 6-216,19-3-1784,-25 7-2113,-13-2-5017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6:46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3017,'0'0'1128,"0"0"-760,0 0 176,0 0-544,0 0-4857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6:5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3449,'0'0'0,"0"0"-472,0 0-721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36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14899,'0'0'2395,"0"0"1,0 0-535,0 0-719,7 38-362,104 544 2363,-60-247-1841,-24-139-642,9-1 0,10 8-660,-33-163-637,-13-40 595,0 0-1,0 0 1,0 0 0,0 0-1,0-1 1,0 1-1,0 0 1,1 0 0,-1 0-1,0 0 1,0 0-1,0 0 1,0 0 0,0-1-1,0 1 1,0 0 0,0 0-1,0 0 1,0 0-1,1 0 1,-1 0 0,0 0-1,0 0 1,0 0-1,0 0 1,0 0 0,0 0-1,0 0 1,1 0 0,-1 0-1,0 0 1,0 0-1,0 0 1,0 0 0,0 0-1,0 0 1,1 0-1,-1 0 1,0 0 0,0 0-1,0 0 1,0 0 0,0 0 42,-10-66-2520,-11-8-1012,-4-1-2792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36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0 292 12979,'0'0'1772,"26"-28"57,-6 6-1389,-1-1-48,1 1 1,1 0-1,1 2 1,1 0 0,1 2-1,0 1 1,2 0-1,2 1-392,-4 4 193,0 2 0,0 1-1,1 0 1,0 2-1,1 1 1,0 1 0,0 2-1,0 0 1,0 1 0,0 2-1,0 1 1,0 1 0,0 1-1,23 6-192,-28-4 61,0 1 0,0 1-1,-1 1 1,0 1 0,-1 0 0,0 2-1,0 0 1,-2 1 0,1 1 0,-1 1-1,-1 0 1,0 1 0,-1 1 0,-1 1-1,-1 0 1,0 0 0,-1 1-1,0 2-60,-2-2 82,-1 0-1,-1 1 0,-1 0 1,0 0-1,-1 0 0,-2 1 1,0 0-1,-1 0 0,0 0 1,-2 0-1,-1 0 0,0 0 1,-1 0-1,-2 1 0,0-1 1,-1 1-82,-3 6 92,-1 0 0,-1-1-1,-2 0 1,-1 0 0,0-1 0,-2 0 0,-1-1 0,-1-1 0,-1-1 0,-1 0 0,-3 2-92,-15 13-211,-1-3-1,-1 0 1,-2-3-1,-2-1 1,0-2 0,-30 13 211,54-34-1359,16-10-549,7-9-413,16-15-3363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3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15811,'0'0'1185,"0"0"-388,0 0 1352,-29 13-597,26-11-1518,-9 3 44,0 0 1,1 1 0,0 0-1,0 1 1,0 0 0,1 1-1,0 0 1,1 0 0,0 1-1,0 0 1,1 1 0,0 0-1,0 0 1,1 1 0,1 0-1,0 0 1,0 1 0,1-1-1,1 1 1,-2 6-79,-15 53 462,3 1 1,3 0-1,3 1 0,4 0 1,3 1-1,3 0 1,3 4-463,0-64-100,1 0 0,1 0 1,0 0-1,1 0 0,0-1 1,1 1-1,1-1 0,0-1 1,0 1-1,2-1 0,-1 0 1,2 0-1,-1-1 0,1 0 1,1-1-1,0 0 0,1 0 1,0-1-1,0-1 0,1 0 1,0 0-1,0-1 0,8 2 100,57 16-2905,-21-10-1917,4-2-3966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37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1084 12827,'0'0'1695,"0"0"385,-4-22-18,-10-78 2048,-1-88-4110,15-493 2582,0 661-2429,-1 14-86,1 0 0,-1 0 0,2-1 0,-1 1 0,1 0 0,0 0 0,0 0 0,0 0 0,1 0 0,2-4-67,-4 10 3,1 0-1,0-1 1,-1 1 0,1 0 0,0 0-1,0-1 1,-1 1 0,1 0 0,0 0-1,0 0 1,0 0 0,-1 0 0,1 0-1,0 0 1,0 0 0,-1 0 0,1 1-1,0-1 1,0 0 0,-1 0 0,1 1-1,0-1 1,-1 0 0,1 1 0,0-1-1,-1 1 1,1-1 0,-1 1 0,1-1-1,0 1 1,-1 0 0,1-1 0,-1 1-3,23 26 120,-2 1 0,-1 1 1,-1 1-1,-2 1 0,6 16-120,-3-11 96,29 67 76,-5 3 1,-4 1-1,3 28-172,5 12-333,-45-137 19,8 22-105,-11-31 240,1 0 0,-1 0 0,1 0 0,-1 0 0,1 0 0,-1 0 0,1 0 0,-1 0 0,1-1 0,0 1 0,-1 0 0,1 0 0,0 0 0,0-1 0,0 1 0,0 0 0,0-1 0,-1 1 0,1-1-1,0 1 1,0-1 0,1 1 179,-4-16-8728,-9 0-4255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37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0 283 3185,'0'0'11218,"0"0"-9290,0 0 185,0 0-625,0 0-720,198-113-528,-115 71-111,4 2-129,27 0-433,-20 10-1463,-16 12-2993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39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164 821 5473,'0'0'4728,"0"0"-1734,0 0-270,0 0-797,0 0-678,0 0-301,-12-18-79,-14-24-156,1-2-1,3 0 1,1-2-1,-4-16-712,17 33 109,0 0 0,2 0-1,2-1 1,0 0 0,2 0-1,1 0 1,1 1 0,2-1-1,2-3-108,-3 18 6,2 1-1,0 0 1,0 0-1,2 1 1,-1-1-1,2 1 0,0 0 1,0 0-1,1 0 1,1 1-1,0 0 1,1 1-1,0 0 1,1 0-1,0 1 1,0 0-1,1 1 1,0 0-1,12-6-5,-19 12-5,1 1 0,0-1 1,-1 1-1,1 0 0,0 0 0,1 1 1,-1-1-1,0 1 0,0 0 0,1 1 0,-1-1 1,0 1-1,1 0 0,-1 1 0,0-1 1,1 1-1,-1 0 0,0 0 0,0 1 0,0-1 1,0 1-1,0 0 0,0 1 0,0-1 1,-1 1-1,1 0 0,-1 0 0,0 0 0,0 1 1,0-1-1,1 3 5,11 15 2,-1 1 1,-2 1-1,0 1 1,-2-1-1,0 2 1,-1 0-1,-2 0 0,0 2-2,14 65 26,7 59-26,-17-78 2,-9-60-16,2 21-168,3 0 1,0 0-1,7 13 182,-13-44-125,-1 1 0,1-1 0,0 0-1,0 1 1,0-1 0,0 0 0,1 0 0,-1 0 0,1 0 0,0-1 0,-1 1 0,1-1 0,1 0 0,-1 0-1,3 2 126,36 9-4913,-9-11-2551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39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0 4729,'0'0'6637,"0"0"-4061,-26 14-38,1-2-1903,13-7-431,0 0 1,1 1-1,0 0 0,0 1 0,0 0 0,1 1 0,0 0 1,0 1-1,1 0 0,0 0 0,1 1 0,0 0 1,-6 10-205,3 3 271,1 1 1,0 0 0,2 0 0,1 1 0,1 0 0,1 0 0,1 1 0,1-1 0,1 1 0,2 0 0,1 10-272,-1-24 23,1 0 0,0 0 0,1 0 1,1 0-1,0 0 0,0-1 0,1 0 0,0 1 0,1-1 1,1-1-1,-1 1 0,2-1 0,-1 0 0,2 0 0,-1-1 1,1 0-1,0 0 0,1-1 0,0 0 0,1 0 0,-1-1 1,1-1-1,1 1 0,-1-2 0,1 1 0,0-1 0,0-1 1,1 0-1,-1-1 0,1 0 0,0-1 0,5 1-23,0-1-295,1 0 0,0-1 0,-1-1 0,1-1-1,0 0 1,-1-1 0,1-1 0,-1-1 0,0 0 0,0-1-1,0-1 1,10-5 295,35-27-4371,-8-1-3320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0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11747,'0'0'1656,"0"0"-560,0 0 1401,0 0-393,203 168-752,-125-53-183,-5 33-201,-18-11-120,-18-11-440,-21-24-176,-13-27-224,-3 3 0,0 0-8,0-18-552,-22 0-1032,-3-15-3505,-3-15-4978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0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5841,'0'0'8666,"0"0"-7194,0 0 1225,0 0-1009,0 0-1192,0 0 41,0 0-33,175 0-216,-97 0-184,0-5-96,0-2-8,-3 1-608,3 6-1073,-20 0-1471,-24 8-2186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0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0 163 11666,'0'0'3185,"0"0"-1929,0 0 1441,0 0-881,0 0-1215,167-45-209,-83 23-168,10 2-104,4 0-72,2 5-48,31-3-712,-25 6-3529,-20 2-5209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1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13571,'0'0'4601,"0"0"-2633,0 0 177,0 0-1649,0 0-104,56 246 552,-1-56-248,1 15-48,-14-14-287,-14-46-17,-12-53-280,-2-26 0,-5-19-64,2-7-376,8-17-809,-2-8-1175,-6-15-4202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1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1 469 14011,'4'-26'1892,"-4"23"-1849,3-17 257,1 0 1,0 1-1,1-1 0,1 1 1,1 0-1,1 1 0,1-1 1,0 2-1,1-1 0,6-5-300,1 1 334,1 2 0,1 0-1,1 1 1,1 1 0,1 1-1,0 1 1,1 1 0,1 1-1,2-1-333,-9 7 126,0 0 0,0 1 0,1 0 0,0 2 0,0 0 0,1 1 0,-1 1-1,1 1 1,-1 0 0,1 2 0,0 0 0,0 1 0,15 3-126,-26-3 30,-1 1-1,1 0 0,-1 1 1,1 0-1,-1 0 1,0 0-1,0 1 1,0 0-1,-1 0 1,0 1-1,1 0 1,-1 0-1,-1 0 1,4 4-30,-2 0 38,0 1 0,0 0 0,-1 0 0,-1 0-1,1 1 1,-2-1 0,1 1 0,-2 1 0,2 2-38,1 17 81,0 0 0,-2 0 0,-2 0 0,0 0 0,-3 1 0,-3 28-81,1-33 46,-1-1 0,-2 0-1,-1 0 1,-1-1-1,-1 0 1,-1 0 0,-1-1-1,-1 0 1,-16 22-46,16-27-31,-1-1 0,-1 0 0,-1-1-1,0 0 1,-2-2 0,1 0 0,-2 0 0,0-2 0,-1 0-1,0-1 1,-19 9 31,35-20-108,1 0 0,-1 1 0,0-1 0,0 0 0,0 0 0,0-1 0,0 1 0,0-1 0,-1 1 0,1-1-1,0 0 1,0 0 0,0 0 108,3 0-69,-1-1 0,1 1 0,0 0 0,-1 0 0,1 0 0,0 0 0,-1-1 0,1 1 0,0 0-1,-1 0 1,1-1 0,0 1 0,0 0 0,-1 0 0,1-1 0,0 1 0,0 0 0,0-1 0,-1 1 0,1 0-1,0-1 1,0 1 0,0 0 0,0-1 0,0 1 0,0-1 0,0 1 0,0 0 0,0-1 0,0 1 0,0 0 0,0-1-1,0 1 70,11-23-3480,16-9-5490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1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0 15107,'0'0'2177,"0"0"-481,0 0 168,-111 153-351,86-58-305,3 8-168,13 2-160,9-10-607,0-10-161,25-12-112,12-16-137,4-12-535,32-4-640,-9-14-1393,-9-7-4040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2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0 923 12659,'0'0'4337,"0"0"-1587,0 0-750,6-24-796,-1 2-1055,18-83 1421,4-56-1570,-9-52 623,-5 45 164,12-32-787,-25 198 35,0 1 0,1-1 0,-1 0 0,0 1 0,1-1 0,-1 0 0,1 1 1,-1-1-1,1 0 0,0 1 0,0-1 0,-1 1 0,1-1 0,0 1 0,1 0 0,-1-1 0,0 1 0,1 0-35,-2 1 9,1-1-1,0 1 0,-1 0 0,1 0 0,0 0 0,0 0 1,-1 0-1,1 0 0,0 0 0,-1 0 0,1 1 1,0-1-1,0 0 0,-1 0 0,1 1 0,0-1 0,-1 0 1,1 1-1,-1-1 0,1 1 0,0-1 0,-1 0 1,1 1-1,-1-1 0,1 1 0,-1 0 0,1 0-8,5 7 12,1 0 0,-2 1-1,1 0 1,3 9-12,57 125 173,-7 3 1,3 28-174,-2-8-1785,-58-159 808,3 8 508,-4-3-9087,-1-12-3326</inkml:trace>
  <inkml:trace contextRef="#ctx0" brushRef="#br0" timeOffset="1">76 740 16315,'0'0'2409,"0"0"-161,0 0-711,0 0-1065,0 0-312,0 0-160,169-62-344,-107 37-536,29-25-865,-15 7-2640,2-2-6393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2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11122,'0'0'1361,"0"0"-1,0 0-48,159 118-15,-84 12-177,-11 43-416,-11 15 160,-28-30-120,-17-43-288,-8-48-272,0-9-88,-8 2-96,-37 15-648,1-10-3513,5-20-8553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3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10746,'0'0'2969,"0"0"-433,0 0-855,0 0-1089,25 181 1128,12-26-7,4 43-401,-2 2-232,-11-35-552,-11-52-288,-9-48-136,1-15-104,-1 3-32,3-3-320,-3-13-504,-8-37-736,0 0-1209,0-25-2792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0 318 8690,'0'0'1810,"20"-31"-50,-4 3-1233,-6 9-189,1 0 1,1 0-1,1 1 0,0 0 1,1 1-1,1 1 0,1 0 0,0 1 1,1 1-1,6-3-338,-7 7 297,0 1-1,1 0 1,0 2-1,0 0 1,1 0 0,0 2-1,0 0 1,1 1-1,-1 1 1,1 1-1,0 0 1,-1 1 0,3 2-297,-13-1 70,-1 0 0,1 1 1,0 0-1,-1 0 0,1 1 1,-1 0-1,1 0 0,-1 1 1,0 0-1,0 0 0,0 1 1,0 0-1,-1 0 0,1 1 1,-1-1-1,0 1 0,3 4-70,-3-1 72,1 0 0,-2 0 0,1 0 0,-1 1 0,0 0-1,-1 0 1,0 0 0,-1 0 0,0 1 0,0 0 0,-1-1 0,0 1-1,0 7-71,0 0 104,0 1-1,-2-1 1,0 1 0,-1 0-1,-1-1 1,-1 1-1,0-1 1,-1 0-1,-1 0 1,-1 0-1,-3 7-103,-3 0 51,-1 0 0,-1-1 0,-1 0 0,-1-1 0,-1-1 0,-1-1-1,-4 3-50,7-6-129,-1-1-1,0-1 1,-2 0-1,1-2 1,-2 0-1,0 0 1,-18 7 129,36-19-137,1-1 1,-1 1 0,0 0-1,0-1 1,1 0 0,-1 1-1,0-1 1,0 1-1,0-1 1,0 0 0,0 0-1,0 0 1,0 1 0,0-1-1,1 0 1,-1 0 0,0 0-1,0 0 1,0 0 0,0-1-1,0 1 1,0 0 0,0 0-1,0-1 1,0 1 0,0 0-1,1-1 1,-1 1 0,0-1-1,0 1 1,0-1 0,1 1-1,-1-1 1,0 0 0,1 1-1,-1-1 1,1 0 0,-1 0-1,0 0 137,0-27-5287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3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13827,'0'0'2072,"0"0"-359,-80 152 567,52-64-391,11 5-585,9-1-576,8-4-272,0-3-168,5-5-192,18-2-32,4-1-56,4-7-16,5-4-96,31-11-840,-6-18-1648,-5-22-4858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4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396 105 11979,'0'0'1952,"0"0"-86,0 0 78,0 0-657,-23-16-339,-77-52-170,96 66-721,0-1-1,0 1 1,0 0 0,0 0 0,-1 0 0,1 0-1,0 1 1,-1-1 0,1 1 0,-1 1 0,1-1-1,-1 0 1,0 1 0,1 0 0,-1 0 0,0 1-1,1-1 1,-1 1 0,1 0 0,-1 0 0,1 0 0,-1 1-1,1 0 1,0 0 0,0 0 0,0 0 0,0 0-1,0 1 1,-2 2-57,-4 4 40,1 1 0,1 0 0,0 0 0,0 1 0,1 0 0,1 0 0,0 0 0,-1 5-40,-7 16 184,1 2 1,3-1-1,0 2 0,2-1 1,2 1-1,1 0 0,2 1 1,1-1-1,3 33-184,-1-54 25,1 0 0,0 0 0,1 0 0,1 0 0,0 0 0,1-1 0,0 1 0,1-1 0,1 0 0,0 0 0,1-1 0,0 0 0,7 8-25,-8-12-36,1 0-1,0-1 0,1 0 1,-1 0-1,1-1 1,0 0-1,1 0 0,0-1 1,0 0-1,0-1 0,0 0 1,1 0-1,-1-1 0,1 0 1,0-1-1,0 0 0,0 0 1,0-1-1,4-1 37,-1 1-187,0-1 1,0-1-1,-1-1 1,1 0-1,0 0 0,-1-1 1,1-1-1,9-4 187,7-5-1886,0-1 0,24-18 1886,23-17-6293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4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10626,'0'0'1721,"0"0"-73,0 0 1041,139 160-713,-91-12-648,-18 47 41,-13 10-153,-17-15-296,0-49-464,-6-51-360,-7-23-96,-10-9-176,-27 32-696,3-10-1153,-6-5-4096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7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35 491 12915,'0'0'2467,"0"0"-353,0 0 101,0 0-545,0 0-696,-4-1-405,4 0-556,-1 1 0,1 0-1,0-1 1,-1 1 0,1 0 0,-1-1 0,1 1 0,-1 0 0,1 0 0,-1 0 0,1-1 0,-1 1 0,1 0 0,-1 0 0,0 0 0,1 0 0,-1 0 0,1 0 0,-1 0 0,1 0 0,-1 0 0,1 0 0,-1 0 0,1 1 0,-1-1 0,1 0 0,-1 0 0,1 0 0,-1 1 0,1-1 0,-1 0 0,1 1 0,-1-1-1,1 0 1,0 1 0,-1-1 0,1 0 0,-1 1 0,1-1 0,0 1-13,-2 28 268,2-14-309,1 54 221,0-13-4,-2 0-1,-8 49-175,7-76 33,2-29-31,0 1-1,0-1 1,0 0-1,0 0 1,0 0 0,0 1-1,0-1 1,0 0-1,0 0 1,0 1 0,0-1-1,0 0 1,0 0-1,1 0 1,-1 1 0,0-1-1,0 0 1,0 0-1,0 0 1,0 0 0,0 1-1,0-1 1,1 0 0,-1 0-1,0 0 1,0 0-1,0 1 1,0-1 0,1 0-1,-1 0 1,0 0-1,0 0 1,0 0 0,1 0-1,-1 0 1,0 0-1,0 0 1,0 0 0,1 0-1,-1 0 1,0 0-1,0 0 1,0 0 0,1 0-1,-1 0 1,0 0 0,0 0-2,28-30 196,-11 10-120,87-93-48,4 5-1,68-50-27,246-176-3904,-299 241-1337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49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15779,'0'0'2038,"0"0"-864,0 0 359,0 0-647,-5 40-595,-5 69 340,5 0 1,9 94-632,22 223 1355,20 294 408,-43-691-2061,1 0 1,2-1-1,5 16 298,-18-135-5764,-10 25-978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0 414 12619,'0'0'1596,"20"-34"-217,-5 8-1066,-1-1 38,2 0-1,0 1 1,2 1-1,1 0 1,1 2 0,1 0-1,1 1 1,9-6-351,-9 12 309,0 1 1,1 1-1,0 1 0,1 1 1,1 1-1,-1 1 0,2 1 1,0 1-1,19-3-309,-31 8 45,1 1 0,-1 0 1,0 1-1,1 1 0,-1 0 0,1 1 0,-1 0 0,0 1 0,0 1 1,0 0-1,0 1 0,0 0 0,-1 2 0,1-1 0,-1 1 0,-1 1 1,1 1-1,8 6-45,-5 0 52,-1 0-1,-1 1 1,0 0 0,-1 1 0,-1 1 0,0 0 0,-1 1 0,-1 0-1,-1 0 1,-1 1 0,0 0 0,-1 1 0,-2 0 0,0 0-1,3 20-50,-6-22 95,0-1 0,-1 1 0,0-1 0,-2 1 0,0-1 0,-1 1 0,-1-1 0,0 0 0,-1 0 0,-1 0 0,-1 0 0,0-1 0,-1 0 0,-1 0 0,-1-1 0,0 0 0,-1 0 0,-10 12-96,2-8 59,-1-1 0,-1 0 0,0-2 0,-1 0 1,-1-1-1,0-1 0,-1-1 0,-1-2 1,0 0-1,-6 1-59,-22 5-259,-1-1 1,0-4 0,-2-1-1,-19-1 259,0 3-2226,28 1-4799,28-6-2168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0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9962,'0'0'2411,"0"0"-170,0 0 818,0 0-1228,0 0-615,-24 14-369,15-8-786,-1-2-25,1 1 0,0 0 0,1 0 0,-1 1-1,1 0 1,0 1 0,1 0 0,-1 0 0,1 1 0,1 0-1,-1 0 1,1 0 0,1 1 0,0 0 0,0 0-1,1 0 1,0 1 0,0-1 0,1 1 0,0 2-36,-9 51 279,4 1 1,2 0-1,3 0 1,2 0-1,7 45-279,-4-93-12,0 0 0,1 0-1,1 0 1,0-1-1,1 1 1,1-1 0,0 0-1,1-1 1,1 0 0,0 0-1,1 0 1,0-1-1,1 0 1,0-1 0,1 0-1,1-1 1,0 0-1,0 0 1,1-2 0,1 0-1,11 7 13,36 15-2161,1-2 0,28 6 2161,4-3-6109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2737,'0'0'9255,"0"0"-6134,0 0-1270,0 0-678,-9 41-429,-62 289 1646,47-207-1143,5 0-1,5 1 1,4 69-1247,10-191 68,0-2 9,-5-27-39,1 0 1,2 0-1,1-1 0,1 1 1,2-13-39,-1-23-68,4-19-28,3 1 1,3 0-1,4 1 1,4 1-1,3 1 1,15-34 95,-35 105 0,0 2 12,0-1-1,0 0 1,1 1-1,-1-1 1,1 1 0,3-5-12,-5 9 1,0 0 0,-1 1 0,1-1 0,0 1 0,0-1 0,-1 0 0,1 1 0,0 0 0,0-1 1,0 1-1,0-1 0,0 1 0,-1 0 0,1 0 0,0-1 0,0 1 0,0 0 0,0 0 0,0 0 0,0 0 1,0 0-1,0 0 0,0 0 0,0 1 0,0-1 0,0 0 0,-1 0 0,1 1 0,0-1 0,0 1 0,0-1 1,0 1-1,-1-1 0,1 1 0,0-1 0,0 1 0,-1-1 0,1 1 0,0 0 0,-1 0 0,1-1 0,-1 1 1,1 0-1,-1 0 0,1 0 0,-1 0 0,1 0-1,30 45 105,-2 1 1,-2 1-1,-2 1 0,-2 2 1,-2 3-106,20 53 561,8 47-561,-14-42 152,16 28-152,-49-136 159,-2-1-1231,-12-3-197,-9-2-761,0-1 0,-1 0 0,-9-4 2030,-19-8-5529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3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0 306 11018,'0'0'4841,"0"0"-3136,0 0 159,0 0-904,0 0-328,170-102-391,-97 59-121,-1 1-120,20-8-441,-23 12-1359,-13 8-2945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14051,'0'0'4425,"0"0"-3929,0 0 184,0 0 1193,53 195-441,-37-107-312,1-3-320,-6-5-200,3-10-311,-3-10-193,1-12-72,-4-13-24,-3-13-104,4-14-801,2-8-591,-3-23-1081,1-9-4688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4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14475,'0'0'2526,"5"25"-1174,107 414 5236,-49-258-5973,-81-229-483,-9-23-171,3-1 0,3-4 39,15 53-52,2-1 1,0 0 0,2 0-1,0 0 1,2 0-1,1 0 1,0 0 0,4-16 51,-2 29-13,0 0 0,0 0 0,1 0 0,1 1 0,0 0 0,0-1 0,1 2 0,0-1 0,1 1 0,0 0 0,0 0 0,8-7 13,-9 10-10,1 0 0,0 0 0,1 1 0,-1 0 0,1 0 1,0 0-1,0 1 0,1 0 0,-1 1 0,1 0 0,0 0 0,0 1 0,0 0 1,0 1-1,8-1 10,-14 2-3,1 0 1,-1 0 0,0 1-1,0-1 1,0 0 0,1 1-1,-1 0 1,0 0-1,0 0 1,0 0 0,0 1-1,-1-1 1,1 1 0,0-1-1,0 1 1,-1 0 0,1 0-1,1 3 3,0-1-1,-1 0 0,0 1 1,0-1-1,0 1 0,-1 0 0,1 0 0,-1 0 0,0 1 0,-1-1 0,2 4 1,1 14 27,-1 1 0,-1-1 0,-1 1 0,-2 21-27,1-40 10,0 4 1,0 0 0,-1 0-1,0 0 1,0 0 0,-1 0-1,0-1 1,-1 1 0,0-1-1,0 1 1,-1-1 0,0 0-1,0 0 1,-1-1 0,0 0-1,-1 1 1,-4 4-11,10-12 0,0 0 0,-1 0 0,1 0 0,0 0 0,0 0 1,0 0-1,-1 0 0,1 0 0,0 0 0,0 0 0,-1 0 0,1 0 0,0 0 0,0 0 0,0 0 0,-1 0 0,1 0 1,0 0-1,0-1 0,0 1 0,0 0 0,-1 0 0,1 0 0,0 0 0,0 0 0,0-1 0,0 1 0,-1 0 0,1 0 1,0 0-1,0 0 0,0-1 0,0 1 0,0 0 0,0 0 0,0 0 0,0-1 0,0 1 0,0 0 0,0 0 0,0-1 0,0 1 1,0 0-1,0 0 0,0 0 0,0-1 0,0 1 0,0 0 0,0 0 0,0 0 0,0-1 0,0 1 0,0 0 0,0 0 1,0 0-1,0-1 0,1 1 0,-1 0 0,0-15-70,3 7 20,1-1 0,-1 1 1,1-1-1,1 1 0,-1 0 0,1 0 1,1 1-1,-1 0 0,1 0 1,1 0-1,-1 1 0,1-1 1,0 2-1,1-1 0,-1 1 0,1 0 1,0 1-1,8-4 50,-6 3-6,1 0 0,-1 1 0,1 0-1,0 0 1,1 2 0,-1-1 0,1 1 0,-1 1 0,1 0 0,-1 0-1,1 2 1,0-1 0,-1 1 0,1 1 0,0 0 6,-6 0 22,-1 1 0,1-1 0,-1 1 1,0 0-1,1 0 0,-1 1 0,-1-1 1,1 1-1,-1 0 0,1 0 0,-1 1 0,0 0 1,-1-1-1,1 1 0,-1 0 0,0 1 0,0-1 1,0 0-1,-1 1 0,0 0 0,0-1 0,-1 1 1,1 4-23,3 9 141,-2 0 0,-1 1 1,0-1-1,-1 1 0,-1-1 1,-3 16-142,0-17 124,0-1 0,-2 0 1,0 0-1,-1 0 0,0-1 0,-1 0 0,-1 0 1,-1 0-1,0-1 0,-1-1 0,-1 0 1,0 0-1,-1-1 0,0 0 0,-11 8-124,3-4 45,0-1 0,-1-1 0,0-1 0,-1 0 0,-1-2 0,0 0 0,-1-2-1,0 0 1,0-2 0,-13 2-45,12-5-666,1-1 0,-1-1-1,-2-2 667,26-1-67,0 1-1,0-1 1,0 0 0,0 0-1,0 0 1,0 0-1,0-1 1,0 1 0,0 0-1,1 0 1,-1 0-1,0-1 1,0 1 0,0 0-1,0-1 1,0 1-1,1-1 1,-1 1 0,0-1-1,0 1 1,1-1-1,-1 0 1,1 1 0,-1-1-1,0 0 1,1 1-1,-1-1 1,1 0 0,-1 0-1,1 0 1,-1 0 67,-1-31-3223,3 18 1443,-1-32-7726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4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12459,'0'0'2398,"23"24"-559,4 2-1219,-1 2-1,-1 0 1,-2 2 0,-1 1 0,-1 0 0,-2 2 0,9 21-620,-3 8 633,-3 1 0,-3 1 0,-3 0 1,-3 2-1,-3-1 0,-2 1 0,-1 65-633,-8-106 38,-1 1 0,-1-1 0,-2 0-1,0 0 1,-1 0 0,-2-1 0,0 0 0,-2 0 0,0-1 0,-2 0 0,-1-1 0,0 0 0,-1-1 0,-4 1-38,18-21-87,-22 22-676,5-17-2678,14-8-1582,3-11-2347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4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16412,'0'0'2352,"0"0"-1120,0 0 553,0 0-889,0 0-464,0 0-256,0 0 8,100 28-176,-52-18 40,5 0-48,-3-3-80,-3 1-256,6-1-656,-11-4-1393,-14-1-3304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5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12083,'0'0'2400,"0"0"-1600,0 0 1545,0 0-1257,0 0-408,0 0-432,0 0-144,150 18-104,-86-21-1136,-8 3-1585,-17 0-3432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6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12683,'0'0'3062,"0"0"-423,0 0-147,0 0-861,10 28-972,28 92 161,-5 2-1,10 86-819,32 286 1417,-45-280-1417,-15-141-1199,-29-136-7010,-12 7-1043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6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1 228 12339,'0'0'1579,"23"-25"-238,-3 2-902,-7 6-149,1 1 1,0 1-1,1 0 0,1 1 1,0 1-1,1 1 0,1 0 1,0 1-1,0 1 0,1 0-290,-3 4 186,0-1 0,1 2 0,0 0 0,0 2 0,0-1 0,0 2 0,0 0 0,1 1 0,-1 1 0,1 1 0,-1 0 0,0 2 0,4 0-186,-11-1 51,-1 1-1,0 0 1,0 0-1,-1 1 0,1 0 1,-1 1-1,1 0 1,-1 0-1,-1 0 0,1 1 1,-1 0-1,0 1 0,0 0 1,-1 0-1,0 0 1,0 1-1,-1 0 0,0 0 1,0 0-1,-1 1 1,0-1-1,0 1 0,-1 0 1,1 6-51,0 1 89,-1 0 1,0 0 0,-2 0-1,0 0 1,0 1-1,-2-1 1,0 0-1,-1 1 1,0-1 0,-1 0-1,-1 0 1,-1-1-1,0 1 1,-1-1 0,-1 0-90,-4 8-15,-1-1 0,-1 0 0,0-1 0,-2-1 0,-1 0 0,0-1 0,-1-1 0,-1-1 0,-9 7 15,-9-3-875,35-20 737,0-1 0,0 0 0,0 1 0,0-1 1,0 0-1,0 0 0,0 0 0,0 1 0,0-1 1,0 0-1,0-1 0,0 1 0,0 0 0,-1 0 1,1 0-1,0-1 0,0 1 0,0 0 0,0-1 0,0 1 1,1-1-1,-1 1 0,0-1 0,0 1 0,0-1 1,0 0-1,0 1 0,1-1 0,-1 0 0,0 0 1,1 0-1,-1 0 0,0 1 0,1-1 0,-1 0 1,1 0-1,0-1 138,-7-27-6926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7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15843,'0'0'2145,"0"0"-177,-67 128-143,45-51-609,5 6-160,9 2-400,8-5-120,0-10-352,5-12-88,23-10-96,6-13-312,32-13-656,-10-9-1216,0-8-4266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120 765 13219,'0'0'2036,"-6"-27"-19,-71-388 745,69 314-163,4-69-2599,4 168 23,0 0-1,-1 0 1,1 1 0,0-1-1,0 0 1,0 0 0,0 0 0,0 1-1,1-1 1,-1 0 0,1 1-1,-1-1 1,1 0 0,-1 1 0,1-1-1,0 0 1,0 1 0,0-1 0,0 1-1,0-1 1,0 1 0,0 0-1,0-1 1,1 1 0,-1 0 0,0 0-1,1 0 1,-1 0 0,1 0-1,-1 0 1,1 0 0,0 1 0,-1-1-1,1 1 1,0-1 0,-1 1-1,1-1 1,0 1 0,0 0 0,-1 0-1,1 0 1,0 0 0,0 0 0,-1 0-1,1 1 1,0-1 0,0 0-1,-1 1 1,1-1 0,0 1 0,-1 0-1,1 0 1,-1 0 0,2 0-23,4 3 8,0 0-1,0 1 1,0 0 0,-1 0 0,1 0 0,-1 1-1,-1 0 1,1 0 0,-1 0 0,0 1 0,0 0-1,2 5-7,13 22 37,-2 2-1,0 2-36,-12-25 16,27 65-55,-5 0 0,-2 2 0,13 77 39,-36-129-3529,-3-26-1712</inkml:trace>
  <inkml:trace contextRef="#ctx0" brushRef="#br0" timeOffset="1">0 582 11162,'0'0'4145,"0"0"-2104,0 0 303,0 0-1424,0 0-672,151-67-184,-76 37-64,30-20-136,-15 7-1400,-18 1-3393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7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9570,'0'0'4185,"0"0"-3105,0 0 1633,178 187-593,-127-86-39,-13 9-753,-12 7-384,-10-1-272,-10-6-328,-6-8-224,0-9-104,-3-3-16,-19-7-456,-17 12-744,3-20-1577,-1-17-5240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7:59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0 494 4217,'0'0'2360,"0"0"286,0 0-319,0 0-696,0 0-518,3 0-1000,-1 1 0,1-1 0,-1 1 0,1 0 0,-1 0 0,1 0 1,-1 0-1,0 1 0,1-1 0,-1 1 0,2 1-113,-1 3 73,0 0 1,-1 1-1,1-1 1,-1 1-1,0 0 0,-1 0 1,0 0-1,0 0 0,0 4-73,-2 71 803,-1-40-475,2-20-205,-1-16-105,1 0 1,0 0-1,0 0 0,0 0 0,1 1 1,0-2-1,0 1 0,1 0 0,1 5-18,-2-10-1,-1 0 0,1 0 0,0 0 0,0 0 0,-1 0 0,1 0 0,0 0-1,0 0 1,0-1 0,0 1 0,0 0 0,1 0 0,-1-1 0,0 1 0,0-1-1,0 1 1,0-1 0,1 1 0,-1-1 1,3 0-5,0 1 0,-1-1-1,1 0 1,0 0 0,0-1-1,-1 1 1,1-1 0,0 1 0,-1-1-1,1-1 6,24-8-92,0-2-1,-1-1 0,-1-1 0,0-1 0,-1-1 0,-1-1 1,1-3 92,41-26-169,367-257-578,-152 92-3457,-130 88-5537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07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99 7586,'0'0'2399,"0"0"-604,0 0-177,28-16-286,90-50-352,-113 63-911,0 1 1,1 0-1,-1-1 1,1 2-1,0-1 0,0 1 1,0 0-1,5-1-69,-8 2 15,0 0-1,-1 0 1,1 1-1,0-1 1,-1 1-1,1-1 1,-1 1-1,1 0 1,-1 0-1,1 0 1,-1 0-1,0 0 1,1 0-1,-1 1-14,3 2 4,-1 1 0,0-1 0,0 1 0,0 0 0,0 0 0,-1 0 0,0 1-1,0-1 1,0 1 0,-1 0 0,0 0-4,7 12 73,20 46 434,-2 2 0,-4 1 1,15 66-508,32 214 1797,-48-213-1085,6-2-1,6 0 1,11 14-712,-26-92 184,3-1 0,1-1 0,3 0 0,2-2 0,9 9-184,-35-56 4,0 0-1,0 0 1,0 0 0,0 0-1,1 0 1,-1 0-1,1-1 1,-1 1 0,1-1-1,0 0 1,0 0-1,0 0 1,0 0-1,0 0 1,1-1 0,-1 1-1,1-1 1,-1 0-1,1 0 1,-1 0 0,1-1-1,-1 1 1,1-1-1,0 0 1,-1 0 0,1 0-4,-3-1 10,1 1 1,-1-1 0,0 0 0,0 0-1,0 0 1,0 0 0,0 0 0,0 0-1,0 0 1,0 0 0,0 0 0,0-1-1,0 1 1,-1 0 0,1 0-1,-1-1 1,1 1 0,-1-1 0,1 1-1,-1 0 1,0-1 0,0 1 0,1-1-1,-1 1 1,0-1 0,0 1 0,-1-1-11,1-49 77,-1 42-60,1 5-17,-1-1 0,1 1 0,-1 0 0,0 0 0,-1-1 0,1 1 0,-1 0 0,0 0 0,0 0 0,0 0 0,0 1 0,-1-1 0,0 0 0,1 1 0,-1 0 0,0 0 0,-1 0 0,1 0 0,-1 0 0,1 1 0,-1-1 0,0 1 0,0 0 1,0 0-1,0 0 0,0 1 0,0-1 0,0 1 0,-1 0 0,1 0 0,0 1 0,-1-1 0,1 1 0,-1 0 0,1 0 0,0 1 0,-1-1 0,2 1-4,1 0 0,0 0 0,0 0 0,0 1 0,-1-1 0,1 0-1,1 1 1,-1 0 0,0-1 0,0 1 0,0 0 0,1 0 0,-1 0 0,1 0 0,0 0 0,-1 0 0,1 0 0,0 0 0,0 1 0,0-1-1,1 0 1,-1 1 0,0-1 4,-9 62-17,7 25 7,4-1 0,4 1 0,4-1-1,9 26 11,6 76 8,4 216 36,-27-293-32,-5 0 0,-13 69-12,10-132 65,-3-1-1,-1 0 1,-16 41-65,15-60 167,-1-1 0,-1 0-1,-1 0 1,-1-1 0,-2-1 0,-15 17-167,1-6 155,-2-1 0,-1-1 0,-1-2 0,-3-2 0,0-2 0,-2-1 0,-1-2 0,-1-2 0,-1-1 0,-1-3 0,-1-2 0,-31 8-155,58-21 27,-1-2-1,0 0 0,0-1 0,0-1 0,0-1 1,0-1-1,0 0 0,0-2 0,0 0 1,0-1-1,-2-2-26,7 1-18,1-1 1,0-1-1,0 0 1,0 0 0,1-2-1,-1 0 1,2 0-1,-1-1 1,1-1-1,1 0 1,0 0-1,0-1 1,1-1-1,-6-9 18,8 11-134,1 0-1,1-1 1,-1 0-1,2 0 0,0 0 1,0-1-1,1 0 1,0 0-1,1 0 0,1 0 1,0 0-1,0-1 1,1 1-1,1-9 135,0 15-157,0-1 1,1 1-1,0-1 1,0 1-1,0-1 1,1 1-1,0 0 1,0 0-1,1 0 1,0 0-1,0 0 1,2-4 156,5-2-471,0 0 1,0 0 0,1 1 0,4-4 470,-6 7-313,81-71-4438,7 3-2832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07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14475,'0'0'2449,"0"0"-1385,0 0-704,0 0-176,36 157 1072,-3-66-352,1 9-263,-1 0-273,-2 0-176,-3-7-112,-6-11-80,-11-7-56,-11-10-672,0-12-1169,-53-8-2232,0-12-1408,-3-13-3569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07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1 163 10578,'0'0'2953,"0"0"-1233,0 0 369,0 0-585,197-22-720,-108 4-416,0 1-272,-2-1-96,16-14-104,-23 4-1608,-16 1-3705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08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12779,'0'0'4097,"0"0"-2633,0 0-208,0 0-600,167-33-152,-62 18-400,15-2-104,53-8-48,-29 5-1280,-27 2-3673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0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11843,'0'0'1916,"5"29"-14,34 194 2080,0 1-1703,-43-243-2067,-1 1 0,-1 1 0,0-1 0,-5-6-212,3 4 9,0 0 0,2 0 0,0 0 0,-2-12-9,7 21 6,-1 0 1,1 0-1,1-1 0,0 1 0,1 0 0,0 0 0,0 0 1,1-1-1,1 2 0,0-1 0,0 0 0,1 0 1,5-9-7,-5 14 3,0 0-1,1 0 1,0 1 0,0-1 0,0 1 0,0 0 0,1 0 0,0 0 0,0 1 0,0 0 0,0 0 0,1 1 0,-1 0 0,1 0 0,0 0 0,0 1 0,0 0 0,0 0 0,1 1 0,-1 0 0,5 0-3,-5 0 3,1 0 1,-1 1 0,1 0-1,0 0 1,-1 1-1,1 0 1,0 0 0,-1 0-1,1 1 1,-1 1-1,0-1 1,0 1-1,0 0 1,0 1 0,0 0-1,5 4-3,-4-2 7,-1 1 0,-1 0 0,1 0 0,-1 1 0,-1 0 0,1 0-1,-1 0 1,0 1 0,-1-1 0,0 1 0,-1 0 0,0 0 0,1 6-7,4 15 35,-2 1 1,0 12-36,2 6-35,-8-45-60,1 0 1,0 0 0,0 0-1,1 0 1,-1-1-1,1 1 1,0 0 0,0-1-1,0 1 1,0-1 0,1 1-1,-1-1 1,1 0 0,0 0 94,0 0-585,0-1 1,1 1 0,-1-1-1,0 0 1,1 0 0,-1-1-1,1 1 1,-1-1 0,4 1 584,26 3-7206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09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205 387 10506,'0'0'1395,"0"0"-413,0 0 345,-24 0-400,24 0-927,-22-1 156,-1 1 1,0 1-1,-7 1-156,27-1 8,0 0-1,0 1 1,0-1-1,0 1 1,0-1-1,0 1 1,0 0-1,1 0 1,-1 0-1,1 0 1,-1 0-1,1 1 1,0-1-1,0 1 1,0 0-1,0-1 1,0 1-1,1 0 1,-1 0-1,1 0 1,0 0-1,0 0 1,0 1-1,0-1 1,1 0-1,-1 0 1,1 1-1,0-1 1,0 1-8,-3 9 46,-6 27 384,3-1 0,1 1 0,2-1 0,1 1-1,2 0 1,4 15-430,-4-49 48,1 0 0,0 0-1,1-1 1,-1 1 0,1-1 0,0 1-1,0-1 1,1 0 0,-1 0-1,1 0 1,1 0 0,-1 0-1,0-1 1,1 1 0,0-1 0,0 0-1,1 0 1,-1 0 0,1-1-1,0 0 1,-1 0 0,1 0 0,1 0-1,-1-1 1,0 0 0,1 0-1,-1 0 1,1-1 0,5 2-48,-3-2 24,-1 0 1,1 0 0,-1-1-1,1 0 1,-1 0 0,1-1-1,-1 0 1,1 0-1,-1-1 1,0 0 0,1 0-1,-1-1 1,0 0-1,0 0 1,-1 0 0,1-1-1,-1 0 1,0-1 0,0 1-1,0-1 1,0 0-1,-1 0 1,0-1-25,2-5 10,0 0 0,-1 0 0,0 0-1,-1-1 1,0 0 0,-1 0 0,0-1 0,-1 1-1,-1-1 1,0 0 0,0 1 0,-2-1 0,0-13-10,0-6-58,-2-1 1,-1 1-1,-2-1 0,-9-29 58,-6-6-28,-3 2 0,-3 0 0,-3 2 0,-3 1 28,-40-72 3742,123 231-3675,-5 1-1,-4 3 0,-5 1 1,-1 10-67,6 25-4112,-29-94-2245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09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0 216 6009,'0'0'4440,"0"0"-2978,30-14-646,99-42-179,40-4-222,-166 58-413,-1 1 0,1 0 0,-1 0 0,0-1 0,1 1-1,-1-1 1,0 0 0,0 0 0,0 1 0,0-1 0,1-2-2,-3 3 4,1 0-1,-1 0 1,1 0 0,-1 1-1,0-1 1,1 0-1,-1 0 1,0 0 0,0 0-1,0 0 1,0 1 0,0-1-1,0 0 1,0 0-1,0 0 1,0 0 0,0 0-1,0 0 1,0 1-1,-1-1 1,1 0 0,0 0-1,-1 0-3,-1-1 28,0-1 0,1 1-1,-2 0 1,1 0 0,0 0-1,0 0 1,-1 0 0,1 1-1,-1-1 1,1 1 0,-1-1-1,0 1 1,1 0 0,-1 0-1,0 0 1,0 1 0,-2-1-28,-19-4 995,0 1-1,0 1 1,-11 1-995,29 1 185,0 1-1,0 0 0,0 0 1,0 1-1,0-1 1,0 2-1,1-1 1,-1 0-1,0 1 1,1 0-1,-1 1 1,1-1-1,0 1 1,0 0-1,0 0 1,-5 4-185,2 2 102,1 1 1,0 0-1,0 1 1,1 0-1,1-1 1,-1 2-1,2-1 1,0 1-1,0 0 1,1-1-1,0 2 1,1-1-1,0 4-102,-2 25 480,2 0 0,2 0 0,2 15-480,-2-51 15,0-1 0,1 1-1,0 0 1,0 0 0,0-1 0,0 1-1,1 0 1,0-1 0,0 0 0,0 1-1,0-1 1,1 0 0,-1 0 0,1 0-1,0 0 1,0-1 0,1 1 0,-1-1-1,1 0 1,0 0 0,-1 0-1,2 0 1,3 1-15,-1 0-20,0-2 0,1 1 0,0-1-1,0 0 1,-1 0 0,1-1 0,0 0 0,0-1-1,0 0 1,1 0 0,-1-1 0,-1 0 0,1 0-1,0 0 1,1-2 20,21-6-1146,0-2 0,-1-1-1,-1-2 1,0-1-1,3-2 1147,46-31-6340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09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60 10922,'0'0'5457,"0"0"-3640,0 0-1433,0 0 128,-5 140 928,18-55-607,1 10 63,-2 3-216,1-8-392,-1-10-160,-1-15-128,0-17 0,-6-18-216,-2-18-824,-3-12-585,-3-30-543,-16-12-3177,-3-3-2929</inkml:trace>
  <inkml:trace contextRef="#ctx0" brushRef="#br0" timeOffset="1">19 468 1360,'0'0'6511,"-3"-23"-3022,-1 1-2851,0 7-367,2 1 0,-1-1 0,2 0 0,0 1 0,0-1-1,2 0 1,0 0 0,0 0 0,2 0 0,0 1-271,2-1 102,1 1 1,1 1-1,0-1 1,1 1-1,1 1 0,0-1 1,0 2-1,2-1 0,-1 1 1,1 1-1,1 0 0,-1 0 1,4-1-103,1 0 71,1 0 1,0 0-1,0 2 1,1 0-1,1 1 1,-1 1-1,1 0 0,0 2 1,17-3-72,-24 6 94,-1 0 0,1 1-1,0 1 1,-1 0 0,1 0 0,-1 1 0,1 1-1,-1 0 1,9 2-94,-16-2 39,1 0-1,-1 0 1,0 0-1,0 0 0,0 1 1,0 0-1,0 0 1,0 0-1,-1 0 1,0 0-1,1 1 1,-1 0-1,-1 0 0,1-1 1,0 2-1,-1-1 1,0 0-1,0 0 1,0 1-1,0-1 1,-1 1-1,0-1 0,0 1 1,0 0-39,1 7 182,0 0 0,0 0 1,-2 0-1,1 1 0,-2-1 0,0 0 1,0 0-1,-1 0 0,0 0 0,-1 0 1,-1-1-1,1 1 0,-2-1 0,0 0 1,0 0-1,-1 0 0,0-1 0,-1 0 0,0 0 1,-4 3-183,2-3 59,0 0 0,-1-1 1,-1 0-1,1-1 0,-2 0 1,1 0-1,-1-1 0,0-1 1,0 0-1,-1-1 1,1 0-1,-1 0 0,-1-2 1,1 0-1,0 0 0,-1-1 1,0-1-1,-1 0-59,11 0-104,0-1 0,-1 0 1,1 0-1,-1 0 0,1 0 0,0-1 1,-1 0-1,1 0 0,0 0 0,0 0 1,0-1-1,0 1 0,-2-2 104,4 1-403,0-1 0,0 1-1,0-1 1,0 1 0,1-1 0,-1 0 0,1 1-1,0-1 1,0 0 0,0 0 0,0 0 0,0 0-1,1 0 1,-1 0 0,1 0 0,0 0-1,0 0 1,0 0 0,0-2 403,0-27-9014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10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12051,'0'0'2183,"32"-10"-72,4 0-1551,172-45 1290,-164 46-1730,-26 6-220,0-1 0,0 0 0,0-2 0,15-6 100,-32 12-20,0-1 0,0 1-1,0 0 1,0-1 0,0 1 0,0 0 0,0-1 0,-1 1 0,1-1 0,0 1 0,0-1 0,-1 0 0,1 1 0,0-1 0,-1 0 0,1 0 0,-1 1 0,1-1 0,-1 0 0,1 0 0,-1 0 0,1 0 0,-1 0-1,0 1 1,1-1 0,-1 0 0,0-1 20,0 1-5,-1 0-1,1 0 1,-1 0-1,0 0 1,1 0-1,-1 0 1,0 0 0,0 0-1,0 0 1,1 0-1,-1 1 1,0-1-1,0 0 1,0 0-1,0 1 1,0-1-1,0 1 1,-1-1 5,-6-2 38,0 0 0,1 0 0,-1 1 0,0 0 0,0 0 0,0 1-38,-1-1 68,1 1 1,0 0-1,0 1 1,0 0-1,-1 1 1,1-1-1,0 1 1,0 1 0,0 0-1,0 0 1,0 0-1,0 1 1,1 0-1,-1 1 1,1 0 0,0 0-1,0 0 1,0 1-1,1 0 1,0 1-1,0-1 1,0 1 0,0 0-1,1 0 1,0 1-1,0 0 1,1 0-1,0 0 1,0 1-69,-7 14 255,2 0 0,1 1 1,0 0-1,2 1 0,1-1 0,1 1 1,0 0-1,2 1 0,1-1 0,2 10-255,-2-29 20,1-1 0,0 1-1,1 0 1,-1-1 0,1 1-1,0-1 1,0 0 0,0 1-1,1-1 1,-1 0 0,1 1-1,0-1 1,0 0-1,1-1 1,-1 1 0,1 0-1,0-1 1,0 1 0,3 2-20,-1-3 5,0 1 1,1-1 0,0 0 0,-1-1 0,1 1 0,0-1-1,0 0 1,0-1 0,0 0 0,1 0 0,-1 0 0,0 0-1,0-1 1,2 0-6,2 0-76,0-1 0,0 1 0,0-2 0,0 1 0,0-2 0,0 1 0,-1-1 0,1 0 0,-1-1 0,0 0 0,0-1 0,0 0 0,5-4 76,2-3-972,0-2 1,-1 1-1,-1-2 1,0 0-1,-1 0 1,4-8 971,25-41-6711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10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11931,'0'0'1563,"0"0"-66,8 24 642,75 204 1910,-71-200-3502,-8-18-374,0-1 0,0 0-1,-1 1 1,0-1 0,-1 1 0,0 0 0,1 8-173,-19-35 41,8 5-104,0-1-1,1 1 1,0-1 0,1 0-1,1-1 1,0 0 0,0 1-1,2-1 1,-1-1 0,2 1-1,0 0 1,1-1 0,0 1-1,1-1 1,1-3 63,-1 11-1,1 0 0,0-1-1,1 1 1,-1 0 0,1 0 0,0 0 0,1 0 0,0 0 0,0 1 0,1-1-1,-1 1 1,1 0 0,1 0 0,-1 0 0,1 1 0,0-1 0,0 1-1,1 0 1,-1 1 0,1-1 0,0 1 0,0 0 0,1 1 0,-1 0-1,1 0 1,0 0 0,0 0 0,0 1 0,0 0 0,7 0 1,-7 0 1,1 1-1,0 0 1,0 0 0,0 1 0,-1 0 0,1 0-1,0 1 1,0 0 0,0 0 0,-1 1 0,1 0-1,-1 0 1,1 1 0,-1 0 0,0 0 0,6 4-1,-6-1 20,0 0 0,0 0 0,0 1-1,-1 0 1,0 0 0,0 0 0,-1 1 0,0 0 0,0 0 0,-1 0 0,0 1 0,-1-1 0,0 1 0,1 3-20,2 11 69,-1 0 1,-1 0-1,0 1 1,-2 1-70,-1-3-292,2-1 0,0 0-1,2 0 1,0 0 0,2 0 292,6 3-4122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10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222 319 10778,'0'0'1494,"0"0"-478,0 0 368,-28 11-109,-13 5-406,-35 21-869,71-34 60,1-1 1,0 1 0,0 0 0,0 0-1,0 1 1,0-1 0,1 1 0,-1 0 0,1 0-1,0 0 1,0 0 0,1 1 0,-1-1-1,1 1 1,0 0 0,0-1 0,1 1-1,-1 0 1,1 0 0,0 0 0,0 0 0,1 2-61,-3 7 235,-1 4 68,1 1 0,1 0-1,0-1 1,1 1 0,1 0 0,1 0-1,1 0 1,2 7-303,-3-20 31,0 0 0,1 0 0,0-1 0,0 1 0,0-1 0,1 1 0,0-1 0,0 0 0,0 0 0,1 0 0,-1 0 0,1-1 0,0 0-1,1 1 1,-1-1 0,1-1 0,0 1 0,0-1 0,0 0 0,0 0 0,0 0 0,1-1 0,-1 1 0,1-1 0,0-1 0,-1 1 0,1-1 0,1 0-31,7 1-79,0 0 1,0 0 0,0-2 0,0 0 0,1 0 0,-1-2-1,0 0 1,0 0 0,0-1 0,0-1 0,-1 0-1,1-1 1,6-4 78,-12 5-118,-1 0 1,0 0-1,-1-1 0,1 0 0,-1 0 0,0-1 1,0 0-1,-1 0 0,1 0 0,-2-1 1,1 0-1,0 1 0,-1-2 0,-1 1 0,1 0 1,-1-1-1,0 0 0,-1 0 0,0 1 0,0-1 1,-1-1-1,0 1 0,0 0 0,-1-2 118,1-18-31,-2 1-1,-1-1 1,-2 1 0,0 0-1,-6-18 32,-13-31 192,-10-20-192,10 30 2084,2 0 1,2-7-2085,13 42 1668,11 45-505,9 25-1199,35 107 76,6 17-193,-45-140-749,0 0 0,2 0 0,0-1 0,2-1 1,9 12 901,8 2-6103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11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143 109 9274,'0'0'1880,"0"0"-223,0 0 7,24-10-306,76-30-561,-95 39-672,0-2-1,0 1 1,0 0-1,0-1 0,0 0 1,-1 0-1,1 0 1,-1-1-125,-3 3 101,-1 0 0,1 1 0,-1-1 0,1 0 1,-1 0-1,0 0 0,1 0 0,-1 0 0,0 1 0,0-1 1,1 0-1,-1 0 0,0 0 0,0 0 0,0 0 0,0 0 1,-1 0-1,1 0 0,0 0 0,0 0 0,0 0 0,-1 1 1,1-1-1,0 0 0,-1 0-101,0 0 67,0 0 1,1 0-1,-1 0 0,0 0 1,0 1-1,0-1 1,0 0-1,0 1 0,0-1 1,0 0-1,0 1 0,0-1 1,-1 1-1,1 0 0,0-1 1,0 1-1,0 0 1,0 0-1,-1 0 0,1 0 1,0 0-1,-1 0-67,-35 0 222,27 0-112,0 1-73,1 0 0,-1 0 1,1 1-1,-1 0 0,1 0 1,0 1-1,0 1 0,0-1 1,0 1-1,1 1 0,0 0 1,-1 0-1,2 1 0,-1-1 1,1 2-1,0-1 0,0 1 1,-5 7-38,4-4 77,0 0 0,0 1 0,1 0 0,1 0 0,0 1 0,1 0 0,0 0 0,0 0 0,2 1 0,-1-1 0,2 1 0,-1 0 0,1 9-77,1-13 32,1 1 0,0-1 0,0 1 0,1-1 0,0 0 0,0 1-1,1-1 1,2 4-32,-3-9 2,1 0 0,0-1 0,0 0 0,0 1 0,1-1 0,-1 0 0,1 0 0,0 0 0,0-1 0,0 1 0,0 0 0,0-1 0,0 0 0,1 0 0,-1 0 0,1 0 0,-1-1 0,1 1-1,0-1 1,0 0 0,0 0-2,6 2-67,1-1 0,-1 0 0,1 0-1,0-1 1,0 0 0,-1-1 0,1 0-1,0-1 1,0 0 0,-1-1 0,1 0-1,-1 0 1,1-1 0,4-3 67,2-1-997,-1-1-1,0-1 1,0-1-1,-1 0 1,0-1 0,-1 0-1,12-14 998,22-26-7901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1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11883,'0'0'2444,"0"0"-1386,0 0-253,12 24 629,16 32-426,-2 0 0,-4 2-1,-1 0 1,0 16-1008,-16-53 303,5 42 387,-25-79-536,9 6-160,0-1 0,0 0 0,2 0 0,-1 0 0,1 0 0,1-1 0,0 1-1,1-1 1,-1-8 6,0-8 1,1-1 0,2 0 0,2-16-1,-1 35 6,0 0 0,1 0 0,0 0 0,1 1 0,0-1 0,1 1 0,0 0 1,0 0-1,1 0 0,0 0 0,1 1 0,-1 0 0,2 0 0,-1 0 0,1 1 0,1-1-6,-1 2 3,-1 1 0,1 0 0,0 0 0,0 0-1,0 1 1,1 0 0,-1 0 0,1 1 0,0 0 0,0 1 0,0-1 0,1 2 0,-1-1 0,1 1 0,-1 0-1,0 1 1,1 0 0,-1 0 0,4 1-3,-7 1 10,1-1 0,-1 1 0,0 0 0,0 1 0,0-1 0,0 1 0,0 0-1,0 0 1,-1 1 0,1-1 0,-1 1 0,0 0 0,0 0 0,-1 0 0,1 1 0,-1 0-1,0-1 1,0 1 0,0 0 0,-1 0 0,0 0 0,0 1 0,0-1 0,1 6-10,4 12 70,-2 1 1,0 0 0,-1 0-1,-2 0 1,0 7-71,-1 114-1,-1-144-90,0-1 0,0 1 0,0 0 1,-1-1-1,1 1 0,0 0 0,0 0 1,0-1-1,1 1 0,-1 0 0,0-1 1,0 1-1,0 0 0,0-1 0,1 1 1,-1 0-1,0-1 0,1 1 0,-1 0 1,0-1-1,1 1 0,-1-1 1,1 1-1,-1-1 0,1 1 0,-1-1 1,1 1-1,-1-1 0,1 0 0,-1 1 1,1-1-1,0 1 0,-1-1 0,1 0 1,0 0-1,-1 0 0,1 1 0,0-1 1,-1 0-1,1 0 0,0 0 0,-1 0 1,1 0-1,0 0 91,18 0-7744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11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0 9754,'0'0'1696,"0"0"-183,0 0 641,-24 7-186,-5 2-1301,0 0 0,-16 9-667,41-16 88,0 1 1,0 0-1,0 0 1,0 0-1,0 0 1,0 0 0,1 1-1,0 0 1,0 0-1,0 0 1,0 0-1,0 0 1,1 0-1,0 1 1,0-1 0,0 1-1,0-1 1,1 1-1,0 0 1,0 0-1,0 2-88,-2 6 241,-3 14 313,1 1 0,1 0-1,2 0 1,1 26-554,1-50 14,0 0 0,0 1-1,0-1 1,1 0 0,0 0-1,0 0 1,0-1 0,1 1-1,-1 0 1,1 0 0,0-1-1,0 1 1,0-1 0,0 1 0,0-1-1,1 0 1,0 0 0,0 0-1,0 0 1,0-1 0,0 1-1,0-1 1,1 1 0,-1-1-1,1 0 1,-1-1 0,1 1-1,0-1 1,0 1 0,0-1 0,0 0-1,0 0-13,18 3-23,0-1 0,1-1 1,-1-1-1,0-1 0,13-1 23,-9 0-108,-12 0-277,0 0 1,0 0-1,0-2 0,0 0 0,0 0 1,-1-1-1,9-4 385,-7 1-2003,0 0 1,0-1 0,10-8 2002,14-14-7345</inkml:trace>
  <inkml:trace contextRef="#ctx0" brushRef="#br0" timeOffset="1">560 48 176,'0'0'14835,"0"0"-11762,0 0-2257,0 0 1120,0 0-519,39 180-769,-28-122-264,3-8-184,0-10-136,0-10-64,-3-18-240,-8-12-1048,0-20-1225,-3-12-6129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12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16147,'0'0'2769,"0"0"-1017,0 0 177,0 0-1057,0 0-872,0 0-256,0 0-120,114-10-848,-36 28-1377,-14-3-1648,-5-5-3312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12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6 9842,'0'0'2370,"0"0"-776,0 0 270,0 0-342,0 0-747,0 0-371,-24-2 166,-78-1 128,95 3-624,0 1 0,0 0 0,0 1 0,0 0 0,1 0 0,-1 0 0,1 1 0,-1-1 0,1 2 0,0-1 0,0 1 0,0 0 0,-1 2-74,-5 4 160,2 0 0,-1 1 0,2 0 0,-7 10-160,15-19 20,-11 14 149,1 1 0,1 1 1,1 0-1,0 0 0,1 0 1,1 1-1,1 0 1,1 1-1,1 0 0,0-1 1,1 1-1,2 0 0,0 0 1,1 2-170,0-20 3,0 1 0,0-1 1,0 0-1,0 0 0,1 1 1,-1-1-1,1 0 1,-1 0-1,1 0 0,0 0 1,0 0-1,0 0 0,0 0 1,0 0-1,1 0 0,-1 0 1,1-1-1,-1 1 0,1 0 1,-1-1-1,1 0 1,1 2-4,1-1 2,0 0 1,0 0 0,0-1 0,1 1 0,-1-1 0,0 0 0,1 0 0,-1 0 0,1 0 0,-1-1-1,3 0-2,6 0-1,1-1-1,0 0 0,0-1 0,-1-1 1,0 0-1,1 0 0,7-5 2,-5 1-18,-1-1-1,0 0 1,-1-2 0,0 0 0,0 0-1,-1-1 1,-1-1 0,0 0-1,0 0 1,-1-2 0,-1 1-1,0-1 1,-1-1 0,0 1-1,-1-2 1,-1 1 0,-1-1-1,0 0 1,-1 0 0,0-1 0,-2 0-1,0 0 1,0 0 0,-2 0-1,0 0 1,-1-4 18,0 19 247,-2 5-179,-4 23 93,0 0 1,2 0-1,0 0 1,2 1-1,2-1 1,0 0 0,2 8-162,-2-27 32,0 0 0,1 1 0,0-1 0,1 1 0,-1-1 1,1 0-1,1 0 0,0 0 0,0 0 0,0 0 0,0-1 1,5 6-33,-5-8 6,0 0 0,0-1 1,1 1-1,-1-1 0,1 0 1,0 0-1,0 0 1,0-1-1,1 1 0,-1-1 1,0 0-1,1 0 0,-1-1 1,1 1-1,0-1 1,0 0-1,-1 0 0,1 0 1,0-1-1,2 0-6,6 1-50,0-1 1,-1-1-1,1 0 0,-1-1 0,1 0 0,-1-1 1,1 0-1,-1-1 0,-1 0 0,1-1 1,0-1-1,-1 1 0,5-5 50,-5 2-1658,0-1 1,0 1-1,-1-2 0,9-9 1658,2-7-13745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0:48:12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16363,'0'0'0,"0"0"-24,0 0-6585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03:23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13115,'0'0'2406,"0"0"-918,0 0-284,0 0-492,0 0 58,19 26 373,-1-2-835,37 50 1586,20 41-1894,-42-55 547,-3 2 1,-2 0 0,-3 2-1,7 33-547,12 63 528,1 45-528,-38-183 355,-6-48-13,-28-272-359,27 273 31,-3-67-184,7-43 170,-2 106-24,1 1 0,2 0 0,1 0 0,1 0 0,2 0 0,9-21 24,-18 49-2,0 0 0,1 0 0,-1 0 0,0 0 0,0 0 0,0 0 1,0 0-1,0 0 0,0 0 0,0 0 0,0 0 0,0 0 0,0 0 1,0 0-1,0 0 0,0 0 0,0 0 0,1 0 0,-1 0 0,0 0 1,0 0-1,0 0 0,0 0 0,0 0 0,0 0 0,0 0 2,-3 15-119,-11 26-59,-95 154 255,-8-6 0,-18 10-77,91-134 10,26-43 18,17-21-53,13-13-285,17-9 282,1 0 0,0 2 0,2 2 0,0 0 0,1 2 0,0 2 0,5 0 28,31-9-4,1 4 1,1 2 0,5 3 3,-47 10 16,-1 1 1,18 1-17,-82 1 160,-60 0 386,-21-6-546,84 3 57,0-2 0,1-1-1,-1-2 1,1-1 0,-15-7-57,7 0-39,0-1 0,1-1 0,1-3 0,0-1 0,2-2 0,-9-9 39,23 9-892,21 23 789,1 1 1,0 0-1,0-1 0,-1 1 1,1-1-1,0 1 0,0 0 1,0-1-1,0 1 0,0-1 1,0 1-1,0-1 0,0 1 1,0 0-1,0-1 1,0 1-1,0-1 0,0 1 1,0-1-1,0 1 0,0-1 1,0 1-1,1 0 0,-1-1 1,0 1-1,0-1 1,1 1-1,-1 0 0,0-1 1,0 1-1,1 0 0,-1-1 1,0 1-1,1 0 0,-1 0 1,0-1-1,1 1 1,-1 0-1,1 0 0,-1 0 1,0-1-1,1 1 0,-1 0 1,1 0-1,-1 0 0,1 0 1,-1 0-1,0 0 0,1 0 1,-1 0-1,1 0 1,-1 0-1,1 0 0,-1 0 1,1 0-1,-1 0 0,0 0 1,1 1-1,-1-1 0,1 0 1,-1 0 102,27 0-5834,-1 0-3234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03:24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3089,'0'0'940,"0"0"-133,0 0 546,0 0 286,0 0-356,-9 22-281,-3 11-652,2-8 104,0 1-1,-2-2 1,-9 15-454,20-38 25,17-28 497,-15 27-305,-15 25 1185,-17 10-539,31-37-836,0 1 0,0-1 1,0 1-1,0 0 1,1-1-1,-1 1 1,0-1-1,1 1 1,-1 0-1,0-1 1,1 1-1,0 0 1,-1 0-1,1-1 1,0 1-1,0 0 1,-1 0-1,1 0 1,0 0-1,0 0 1,1 0-28,21-23 80,-22 24-73,-1-1 1,0 1 38,0 0 104,0 0-29,-1 3-20,-2 0-1,1-1 1,0 1-1,0-1 1,-1 0 0,1 1-1,-1-1 1,0 0-1,0 0 1,0-1 0,-3 2-101,0 1 168,-43 28-268,15-13-7723,26-14-1083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09:5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150 672 1880,'0'0'787,"0"0"-347,0 0 114,0 0 10,0 0 199,0 0 498,-18-1 610,-59-3 445,73 4-1721,0 0 0,0 0 0,0 0 0,-1-1 0,1 0 0,0 0 0,0 0 0,0 0-1,0-1 1,1 1 0,-1-1 0,-2-1-595,6 3 80,0-1 0,0 1 0,0 0 0,0 0 0,0 0 0,0-1-1,0 1 1,0 0 0,0 0 0,0-1 0,0 1 0,0 0-1,0 0 1,0 0 0,0-1 0,0 1 0,0 0 0,0 0 0,0 0-1,0 0 1,1-1 0,-1 1 0,0 0 0,0 0 0,0 0-1,0 0 1,0-1 0,0 1 0,1 0 0,-1 0 0,0 0 0,0 0-1,0 0 1,1 0 0,-1 0 0,0-1 0,0 1 0,0 0-1,1 0 1,-1 0 0,0 0 0,0 0 0,0 0 0,1 0 0,-1 0-80,23-2 562,58 5 262,0 5 0,38 9-824,53 7 347,88-9 390,68-12-737,-241-3 73,-86 0 55,-1 0 11,0 0 119,-1-24 200,-4 14-451,0 1 0,0-1 1,-1 1-1,-1 0 0,1 0 1,-7-6-8,-17-24-4,23 28 1,1 0 1,0 0-1,0 0 1,1-1 0,1 0-1,0 0 1,1-1-1,0 1 1,1-1-1,0 1 1,1-1 0,0 0-1,1 1 1,0-1-1,2 0 1,0-2 2,1-2-14,1 1 0,1 0 0,0 0-1,1 1 1,1 0 0,1 0 0,0 0 0,1 1 0,0 0 0,1 1 0,1 0 0,1 0 14,6-7-13,1 1-1,1 0 1,1 2 0,0 0 0,1 2 0,1 0 0,3 1 13,-13 7-14,1 0-1,-1 1 1,1 1 0,0 1 0,1 0 0,-1 0 0,1 1 0,0 1-1,0 1 1,0 0 0,0 1 0,-1 1 0,10 1 14,-20-1-7,1 0 0,0 1 1,-1 0-1,1 0 1,-1 1-1,0-1 0,0 1 1,0 0-1,0 0 1,0 0-1,0 0 0,-1 1 1,0-1-1,1 1 1,-2 0-1,1 0 0,0 0 1,-1 1-1,1-1 1,-1 0-1,-1 1 0,1 0 1,0-1-1,-1 3 7,5 11-9,-2 1-1,0-1 0,-1 1 1,-1 0-1,0 14 10,0 0 7,-2 1 1,-1-1-1,-2 0 0,-1 0 1,-2-1-1,-6 22-7,-32 65 9,27-78-7,2 1 0,1 1 0,-2 20-2,15-60 0,1-1 1,-1 1-1,0 0 1,1-1-1,0 1 1,0 0-1,-1 0 1,2-1-1,-1 1 1,0 0-1,1 0 1,-1-1-1,1 1 1,0 0-1,-1-1 1,1 1-1,1-1 1,-1 1-1,0-1 1,1 1-1,-1-1 1,2 2-1,2-1 29,-1 0 1,1 0 0,0-1-1,0 0 1,0 1 0,0-2-1,0 1 1,1-1 0,-1 1-1,1-1 1,0-1-30,30 5 96,0-1 0,0-2 0,0-2 0,8-1-96,24-1-471,-59 2 8,0-2-1,0 1 0,0-1 0,0-1 0,0 0 0,-1 0 0,1 0 1,-1-1-1,0 0 0,4-4 464,8-2-2811,24-14-6899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09:5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12587,'0'0'2104,"0"0"-327,0 0 127,0 0-1208,0 0-336,0 0-80,0 0-264,150 0 136,-111 0-152,0 0 0,-5 0-832,-4 0-1264,-7 0-737,-9 0-4377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09:52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1 992,'0'0'10907,"0"0"-9547,0 0 816,0 0 1,0 0-1129,0 0-488,181 10-288,-142-18-144,-3 6-128,0 2 0,-8 0-1280,-9 0-3145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02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1 4001,'0'0'2548,"0"0"-335,0 0 38,0 0-519,0 0-559,-6 0-78,-4-1-846,1 1 1,0 1 0,0 0 0,0 0-1,0 1 1,0 0 0,0 0 0,0 1 0,1 0-1,-1 1 1,1 0 0,0 0 0,0 1 0,0 0-1,1 0 1,0 1 0,0 0 0,0 0-1,1 1 1,-2 2-250,-4 3 130,0 1-1,1 0 0,1 0 1,0 1-1,1 1 0,1 0 1,0 0-1,1 0 1,1 1-1,0 0 0,1 1 1,1-1-1,0 1 0,1 0 1,1 0-1,0 15-129,8 236 561,-1-155-47,-9 111-514,1-209 104,0 0 0,-1 0 0,-1 0 0,-1-1 0,0 0 0,0 0 0,-1 0 0,-1-1 0,-1 0 0,0-1 0,-10 12-104,18-23 8,0 0-1,0-1 1,0 1-1,0 0 1,0 0-1,-1-1 1,1 1 0,0-1-1,0 1 1,0-1-1,-1 0 1,1 1-1,0-1 1,0 0-1,-1 0 1,1 0 0,0 0-1,0 0 1,-1 0-1,1 0 1,0 0-1,-1-1 1,1 1-1,0 0 1,0-1-1,0 1 1,-1-1 0,1 1-1,0-1 1,0 0-1,0 1 1,0-1-1,0 0 1,0 0-1,0 0 1,0 0-1,0 0 1,1 0 0,-1 0-1,0 0 1,0 0-1,1 0 1,-1 0-1,1 0 1,-1-1-1,1 1 1,0 0 0,-1 0-1,1-1 1,0 1-1,0 0 1,0 0-1,0-2-7,-1-6-1,3-24 30,-2 32-36,0 0 1,1 1 0,-1-1 0,0 0 0,0 0 0,1 0 0,-1 0 0,1 1 0,-1-1 0,1 0 0,-1 0 0,1 1 0,-1-1 0,1 0 0,0 1 0,-1-1-1,1 1 1,0-1 0,-1 1 0,1-1 0,0 1 0,0 0 0,0-1 0,-1 1 0,1 0 0,0-1 0,0 1 0,0 0 0,0 0 0,0 0 0,0 0 0,0 0 6,0 0-11,0 1 0,0 0 1,0-1-1,0 1 1,0 0-1,0 0 1,0-1-1,-1 1 0,1 0 1,0 0-1,0 0 1,-1 0-1,1 0 1,-1 0-1,1 0 1,-1 0-1,1 0 0,-1 1 1,0-1-1,1 0 1,-1 0-1,0 0 1,0 0-1,0 1 11,6 35-15,-5-33 8,4 66 34,-3 0 1,-2 1-1,-5 8-27,-4 50 67,-3 135 32,11-234-100,2 46 146,0-71-125,0 1 1,0-1-1,0 1 1,0-1 0,1 0-1,0 0 1,0 0-1,0 0 1,1 0-1,0 0 1,0-1-1,0 1-20,1-3-158,1 0 0,-1-1-1,0 0 1,1 0 0,-1 0-1,0 0 1,1-1-1,-1 0 1,1 0 0,-1 0-1,1 0 1,-1-1 0,3 0 158,6 0-932,13 1-2272,-1 0-2612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38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4113,'0'0'2486,"0"0"269,0 0-146,0 0-338,0 0-286,0 0-312,-5 0-308,0 0-1237,0 0 0,1 1 0,-1 0 0,0 0 0,1 1-1,-1-1 1,1 1 0,-1 0 0,1 0 0,0 0-1,0 1 1,0 0 0,0-1 0,0 1 0,0 1-1,1-1 1,0 0 0,-1 1 0,1 0 0,1 0 0,-1 0-1,1 0 1,-1 0 0,1 0 0,-1 4-128,-8 19 144,2 1 0,1 0 0,1 1 0,1 0 0,2 0 0,1 0 0,1 1 0,1-1 0,2 1 0,3 20-144,-2-35 7,1 0 0,1-1 1,0 1-1,1-1 0,0 0 0,2 0 0,-1 0 1,2-1-1,0 0-7,14 22 34,2-1 0,18 19-34,-41-52-211,16 17 865,-7-14-1961,-2-10-4462,-4-5-1206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39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40 9026,'0'0'2606,"0"0"-451,0 0-324,0 0-589,0 0-449,0 0-82,-17-23 1575,15 21-2251,-1 0 0,0 0 0,0 1 1,0-1-1,0 1 0,0-1 0,0 1 1,-1 0-1,1 0 0,0 1 0,-1-1 1,1 1-1,-1-1 0,1 1 0,0 0 1,-1 1-1,1-1 0,-1 0 0,1 1 1,0 0-1,-1 0 0,1 0-35,-5 1-6,0 1 1,0 0-1,0 1 0,0-1 0,1 2 1,0-1-1,0 1 0,-2 1 6,2 2 2,-1 0 0,1 0 0,0 0-1,1 1 1,0 0 0,1 0 0,0 1 0,0-1-1,1 1 1,0 0 0,1 0 0,0 1 0,0-1-1,1 1 1,1 0 0,0-1 0,0 1 0,1 0-1,0-1 1,1 1 0,0 0 0,1-1 0,1 5-2,-1-10 12,-1-1 1,1 1 0,0 0 0,0-1 0,0 0 0,1 1-1,0-1 1,-1 0 0,1 0 0,1 0 0,-1-1 0,1 1-1,-1-1 1,1 0 0,0 0 0,0 0 0,0 0 0,1-1 0,-1 0-1,1 1 1,-1-2 0,1 1 0,0-1 0,0 1 0,1-1-13,6 2-448,0-1 1,0 0 0,0-1 0,1 0 0,-1-1 0,0 0-1,0-1 1,0-1 0,11-2 447,6-7-5106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39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6057,'0'0'6266,"0"0"-4402,0 0-632,0 0 329,0 0-449,0 0-568,0 0-216,0 145-144,0-120-96,0-7-88,0-5-200,3-13-1576,5 0-1401,4-5-5305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0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 6145,'0'0'1773,"0"0"-256,0 0 4,0 0-476,0 0-310,0 0-43,-19-1-24,-60 2 150,75 0-682,-1 0 1,1 0-1,-1 0 1,1 1-1,0-1 0,0 1 1,0 1-1,0-1 1,0 0-1,0 1 1,0 0-1,1 0 1,-1 0-1,1 0 0,0 0 1,0 1-1,0 0 1,1-1-1,-1 1 1,1 0-1,0 0 0,0 0 1,0 1-1,0 1-136,-2 3 229,-3 3-13,1 0 0,0 0 0,1 1 0,1-1 0,0 1 0,1 1 0,0-1 0,1 0 0,1 1 0,0-1 0,0 1 0,2-1 0,0 5-216,-1-17 8,1 1 1,0-1 0,0 0 0,0 0 0,0 1 0,0-1 0,0 0 0,0 0 0,0 0 0,1 0 0,-1 0 0,0 0 0,1-1 0,-1 1 0,0 0 0,1-1-1,-1 1 1,1-1 0,-1 1 0,1-1 0,-1 0 0,1 0 0,0 1 0,-1-1 0,1 0 0,-1 0 0,1-1-9,55 1 134,-39-1-132,-1 2-755,1-2-1,0 0 1,0-1 0,0 0 0,5-3 753,6-5-4433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0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7522,'0'0'2232,"0"0"-400,0 0 521,0 0-1017,0 0-640,5 130-384,-7-100 25,-7-4-177,1-6-80,8-8-80,0-7-1297,0-5-3160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0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10890,'0'0'2890,"0"0"-587,0 0-497,0 0-832,0 0-601,0 0-181,-15 3 46,-46 13 51,57-15-254,1 0-1,-1 1 1,1-1 0,-1 1-1,1 0 1,0 0 0,0 0-1,0 1 1,0-1 0,1 1-1,-1-1 1,1 1 0,-1 0-1,1 0 1,0 0 0,0 1 0,0-1-1,0 0 1,1 1 0,0-1-1,-1 1 1,1 2-35,-2 6 148,1 0-1,0 0 1,1 0-1,1 1 1,0 7-148,0-10 21,0-8-19,0 1 0,0-1 0,1 0 0,-1 0 0,0 0 0,1 0 0,-1 1 0,1-1 0,0 0 0,0 0 0,0 0 0,0 0 0,0-1 0,0 1 0,1 0 0,-1 0 0,0-1 1,1 1-1,-1-1 0,1 1 0,0-1 0,0 1 0,-1-1 0,1 0 0,0 0 0,0 0 0,0 0 0,0 0 0,0-1 0,0 1 0,1-1 0,0 1-2,10 1-14,-1 0 0,1-1 1,0 0-1,0-2 0,6 0 14,6 1-126,-18-1-356,0 1 0,-1-1 1,1-1-1,0 1 0,-1-1 0,1 0 0,-1 0 0,1-1 0,-1 0 0,0 0 1,0-1-1,4-2 482,16-12-4859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1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4449,'0'0'596,"0"0"-348,0 0-119,0 0 152,0 0 637,0 0 909,-5 11 5311,3 5-5170,29 26-716,-20-33-1121,-1 0 1,0 1-1,0 0 0,-1 0 1,3 8-132,1 17 216,-1 0 0,-2 1 0,-1 0 0,-2 0 0,-2 0 0,-2 25-216,1-52-65,0 0 0,-1 0 0,0 0 0,0 0-1,-1 0 1,-1 0 0,1 0 0,-1-1 0,-1 1 0,1-1 0,-1 0 0,-1 0-1,0 0 1,0-1 0,0 1 0,-1-1 0,0-1 0,-2 2 65,-12 9-3728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2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9914,'0'0'2455,"0"0"-1142,0 0-719,0 0-130,0 0 83,0 0 293,0 0 367,0 0 60,0 0-269,0 0-282,0 0-239,0 0-166,0 0-81,0 0-13,0 0-30,28 0-7,-25 0-170,-1 0 1,0 1 0,1-1 0,-1 1-1,0 0 1,0-1 0,0 1 0,1 0 0,-1 0-1,0 0 1,0 1 0,0-1 0,0 0-1,-1 1 1,1-1 0,0 1 0,-1 0-1,1-1 1,-1 1 0,1 0 0,-1 0-1,0 0 1,0 0 0,0 0 0,0 0-1,0 1 1,0-1 0,-1 0 0,1 0 0,-1 1-1,1-1 1,-1 0 0,0 1 0,0-1-1,0 0 1,0 1-11,0 5 72,0 0-1,0 1 1,-1-1-1,0 0 1,0 0-1,-1 0 1,0 0-1,0 0 1,-1-1 0,-2 5-72,-3 2 78,-1-1 1,0 0 0,-1 0 0,0-1-1,-1 0 1,-1-1 0,-10 8-79,-23 17-831,-26 13 831,54-36-438,-38 22-3036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58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5873,'0'0'1726,"0"0"-210,0 0 145,0 0-532,0 0-421,0 0-168,-10 5-137,-29 17-212,38-21-177,0 1 0,0-1 1,0 0-1,0 0 0,0 0 1,0 1-1,0-1 0,0 0 0,1 1 1,-1-1-1,0 1 0,1-1 0,-1 1 1,1-1-1,0 1 0,-1 0 1,1-1-1,0 1 0,0-1 0,0 1 1,0-1-1,0 1 0,1 0 0,-1-1 1,0 1-1,1-1 0,-1 1-14,17 33 272,-8-25-113,1-1 0,-1 0-1,2 0 1,-1-1-1,3 1-158,-2-2 269,-1 0 0,0 1 0,-1 1 0,0-1 1,0 2-1,-1 0-269,-6-9 100,-1 1 0,0 0 1,0 0-1,0 0 1,0 1-1,0-1 0,-1 0 1,1 0-1,-1 0 1,1 1-1,-1-1 0,0 0 1,0 0-1,0 1 1,0-1-1,0 0 0,0 1 1,-1-1-1,1 0 1,-1 0-1,1 0 0,-1 1 1,0-1-1,0 0 1,0 0-1,0 0 0,0 0 1,-1 0-1,1-1 1,-1 1-1,1 0 0,-1-1 1,1 1-1,-1-1 1,0 1-1,0-1 1,-1 1-102,-11 9 389,-1-1 0,0-1 0,-1-1 0,-12 6-388,9-5 161,-1 4 10,15-10-139,0 1-1,0-1 0,0 0 0,0-1 0,0 1 0,-1-1 0,1 0 0,-1 0 1,1-1-1,-1 0 0,0 0-31,6-1-291,0-3-173,0 0 0,1 0-1,-1 0 1,1 0 0,0 1-1,0-1 1,0 0 0,0 0-1,1 1 1,-1-1 0,1 0-1,-1 1 1,1-1 0,0 1-1,0 0 1,0 0 0,0 0 0,1 0-1,0-1 465,21-17-7087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58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6465,'0'0'6482,"0"0"-4858,0 0-448,0 0 33,0 0 183,0 0-240,-31 130-64,12-98-175,-1-2-489,1-7-232,5-5-192,6-11-80,8-4-961,0-3-1655,11-10-1081,11-13-2384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59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10906,'0'0'2582,"0"0"-751,0 0 255,0 0-504,-24 8-561,-77 27-333,96-32-623,0-1 0,1 1-1,-1 0 1,0 0-1,1 1 1,0-1 0,0 1-1,0 0 1,0 0 0,0 0-1,1 1 1,0-1-1,0 1 1,0 0 0,1 0-1,-1 0 1,1 0-1,0 0 1,0 2-65,-1 6 176,0 1 1,1 0-1,1 0 1,0 0-1,1 11-176,0-20 25,0-1-1,0 1 1,0-1-1,1 1 0,-1-1 1,1 1-1,0-1 1,1 0-1,-1 0 1,1 1-1,-1-1 1,1 0-1,1 0 1,0 2-25,0-4 8,0 1 1,0 0 0,0-1 0,0 0-1,1 0 1,-1 0 0,0 0-1,1 0 1,-1-1 0,1 1 0,0-1-1,0 0 1,-1 0 0,1-1 0,0 1-1,0-1 1,1 1-9,21 1-23,0-1 1,0-1-1,0-1 1,0-1-1,0-2 1,3-1 22,31-11-2556,-3-6-3498,-36 12-920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59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8754,'0'0'4673,"0"0"-3217,0 0-600,0 0 793,0 0-553,0 0-288,0 0 32,-76 145-208,57-123-392,-1-2-240,7-2-56,4-5-720,4-3-1232,5-10-841,5 0-1240,15 0-3232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5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5801,'0'0'5573,"0"0"-2771,0 0-1001,0 0-385,0 0-406,0 0-149,-28 17-15,-90 60-60,112-73-697,0 1-1,0-1 1,0 1-1,1 1 1,-1-1-1,1 1 1,1 0-1,-1 0 0,1 0 1,0 1-1,1 0 1,-1-1-1,1 1 1,-1 6-89,1-2 75,1 1 1,1 0 0,0 0-1,0 0 1,1 0 0,2 10-76,-1-5 21,-1-14-28,0 1 0,1-1 0,-1 1 0,1-1-1,0 1 1,0-1 0,0 0 0,1 0 0,-1 1 0,1-1 0,0 0-1,0 0 1,0 0 0,0-1 0,0 1 0,0 0 0,1-1 0,-1 0-1,1 1 1,0-1 0,0 0 0,0-1 0,0 1 0,0 0 0,0-1-1,0 1 1,1-1 0,-1 0 0,0 0 0,1-1 0,-1 1 0,1-1-1,-1 1 1,1-1 0,1 0 7,4 0-552,1 0-1,0 0 1,-1-1-1,1 0 1,-1-1-1,0 0 1,1 0-1,-1-1 1,0 0-1,-1-1 1,1 0-1,5-4 553,18-14-5232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00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5777,'0'0'4928,"0"0"-2561,0 0-408,0 0-184,0 0-696,0 0-577,-4 12-112,-6 30 634,3 1-1,1 1 1,1 39-1024,-8 55 1093,11-124-1039,-4 23-3,1 1 1,2-1 0,1 1-1,3 0 1,2 15-52,-2-47-68,0-1 0,1 1 0,0-1-1,0 1 1,1-1 0,0 0 0,0 0 0,0 0 0,0 0 0,1 0 0,-1-1 0,1 0-1,0 1 1,1-1 0,-1-1 0,1 1 0,0-1 0,0 0 0,0 0 0,1 1 68,15 6-743,0 0 0,1-2 0,0 0 0,7 1 743,-19-6-335,75 20-3807,-6-7-2234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01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11506,'0'0'4073,"0"0"-2656,0 0 247,0 0-488,0 0-472,0 0-432,0 0 281,61 95 87,-58-37-128,-3 2-208,0 0-104,-3-5-112,-11-7-88,-8 2-440,3-13-1601,5-12-4112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01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0 12275,'0'0'2400,"0"0"-1360,0 0 1857,0 0-1113,0 0-983,-154 148-609,79-93-192,11-8-1577,0-2-3992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26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3569,'0'0'1677,"0"0"85,0 0 409,0 0-294,0 0-408,0 0-188,0 0-130,0 0-15,0 0-113,-28 15 2085,14-6-3029,1-1 0,0 2 1,1 0-1,0 1 0,1 0 0,0 0 0,1 1 0,0 1 0,1-1 0,1 2 0,-1-1 0,2 1 0,0 0 0,1 1 0,0 0 0,1 0 0,1 0 0,1 0 1,0 1-1,1 0 0,0 1-79,-1 5 14,2 0 0,0 0-1,2 0 1,0 0 0,4 15-14,-3-26 3,1-1 1,0 1-1,0-1 0,2 0 0,-1 0 0,1 0 0,1-1 0,-1 0 0,2 0 0,-1 0 0,1 0 0,3 1-3,46 39 279,-54-46 1297,-1-3-4577,-1 0-3589,0 2-5537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27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5 7194,'0'0'2196,"0"0"-304,0 0-354,0 0-679,0 0-200,0 0-10,-19-1-98,-61-3-59,72 5-387,0 1-1,0-1 0,1 2 1,-1-1-1,1 1 1,-1 0-1,1 0 1,0 1-1,0 0 1,1 0-1,-1 0 0,1 1 1,0 0-1,0 1 1,1-1-1,-1 1 1,1 0-1,0 1 1,-2 4-105,4-8 89,-21 34 283,24-36-368,-1-1-1,1 1 1,0-1-1,0 1 1,-1 0-1,1 0 1,0-1-1,0 1 1,0 0-1,0-1 1,0 1-1,0 0 1,0 0-1,0-1 0,0 1 1,0 0-1,0 0 1,0-1-1,0 1 1,1 0-1,-1-1 1,0 1-1,1 0 1,-1-1-1,0 1 1,1-1-1,-1 1 1,1 0-1,-1-1 0,1 1 1,-1-1-1,1 1 1,-1-1-1,1 0 1,0 1-1,-1-1 1,1 1-1,0-1 1,-1 0-1,1 0 1,0 1-1,-1-1 1,1 0-1,0 0 0,-1 0 1,1 0-1,0 0 1,0 0-1,-1 0 1,1 0-1,0 0-3,21 2 48,7 0-35,0 2 1,0 1-1,-1 0 0,0 3 1,21 7-14,-43-13 7,0 1 1,0 0-1,0 0 0,0 0 1,-1 1-1,1-1 1,-1 1-1,0 1 0,0-1 1,-1 1-1,1 0 1,-1 0-1,0 0 0,-1 0 1,1 1-1,-1-1 0,0 1 1,0 0-1,-1 0 1,1 1-1,-2-1 0,1 0 1,0 0-1,-1 1 1,-1-1-1,1 1 0,-1 0 1,0-1-8,0-2 97,0-1 0,0 0 0,0 1 0,0-1 0,-1 0 0,0 1 0,1-1 0,-1 0 0,0 0 1,-1 0-1,1 0 0,-1 0 0,1 0 0,-1 0 0,0 0 0,0 0 0,0-1 0,-2 2-97,0 0 140,-1-1-1,0 0 0,0 0 0,0 0 1,-1 0-1,1-1 0,-1 0 1,1 0-1,-1-1 0,-4 1-139,-9 2 242,-1-1 0,0-1-1,0-1 1,0 0-1,0-2 1,-16-2-242,32 2 17,0 0 0,0 0-1,0-1 1,-1 0 0,2 0 0,-1 0 0,0 0-1,-2-2-16,4 3-75,1 0-1,-1 0 1,0 0-1,1-1 0,-1 1 1,1 0-1,-1-1 1,1 1-1,0-1 1,0 0-1,0 1 0,0-1 1,0 0-1,0 0 1,0 0-1,0 0 1,1 1-1,-1-1 0,1-1 76,0 3-145,0-1-1,0 1 1,0-1-1,0 1 1,0 0 0,0-1-1,0 1 1,0-1-1,0 1 1,0 0-1,0-1 1,1 1-1,-1-1 1,0 1-1,0 0 1,1-1-1,-1 1 1,0 0-1,0 0 1,1-1-1,-1 1 1,0 0-1,1-1 1,-1 1-1,0 0 1,1 0-1,-1 0 1,0 0-1,1-1 1,-1 1-1,1 0 1,-1 0-1,0 0 146,18-5-6268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28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10778,'0'0'2625,"0"0"-1529,0 0 1169,0 0-329,0 0-1000,-117 146-600,100-124-216,3-2-24,6-7-96,8-13-784,0 0-1776,20 0-2834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28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8194,'0'0'1821,"0"0"-548,0 0 214,0 0-518,0 0-403,0 0-161,-20 21-110,-59 69-122,76-88-163,1 0-1,0 1 1,0 0-1,0 0 1,1-1 0,-1 1-1,1 0 1,-1 0-1,1 0 1,0 1-1,0-1 1,0 0 0,1 0-1,-1 1 1,1-1-1,0 0 1,0 0-1,0 1 1,0-1-1,1 0 1,-1 1 0,1-1-1,0 0 1,0 1-10,2 2 10,0-1 0,0 1 1,1-1-1,-1 0 0,1 0 1,1 0-1,-1 0 0,1-1 1,0 1-11,6 6 23,9 9 177,21 22-579,-39-39 598,0 0 1,1 0-1,-2 0 1,1 0-1,0 0 1,-1 0-1,1 0 0,-1 1 1,0-1-1,0 1 1,0-1-1,-1 1 1,1 2-220,-4-4 249,1 0 1,-1 0 0,0 0 0,0 0-1,-1-1 1,1 1 0,0-1 0,-1 0 0,1 0-1,0 0 1,-1 0 0,1-1 0,-3 1-250,0 0 265,-110 25-803,116-26 336,-1 0 0,0 0 0,1 0 0,-1 0 1,1 0-1,-1 1 0,1-1 0,-1 0 1,1 1-1,-1-1 0,1 0 0,-1 1 0,1-1 1,-1 0-1,1 1 0,-1-1 0,1 1 1,0-1-1,-1 1 0,1-1 0,0 1 1,-1-1-1,1 1 0,0-1 0,0 1 0,-1 0 1,1-1-1,0 1 0,0-1 0,0 1 1,0 0-1,0-1 0,0 1 0,0-1 0,0 1 1,0 0-1,0 0 202,0 4-6381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2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12547,'0'0'2384,"0"0"-1088,0 0 1001,0 0-689,0 0-952,0 0-367,-47 127-193,33-104-40,0-1-56,3-4-8,3-3-961,8-5-1759,0-5-2033,0-5-5433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30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38 4017,'0'0'1880,"0"0"77,0 0 398,0 0-519,0 0-422,0 0 97,-6-5 141,3 2-1475,0 0 0,0 0 0,0 0 0,-1 1 1,1-1-1,-1 1 0,1 0 0,-1 0 0,0 1 0,0-1 0,0 1 0,0-1 0,0 1 0,0 0 0,0 1 0,0-1 0,-4 1-177,3 0 30,-1-1 0,1 2 0,-1-1 0,1 1 1,-1 0-1,1 0 0,0 0 0,-1 1 0,1-1 0,0 1 0,0 1 0,0-1 0,0 1 0,1 0 0,-1 0 0,1 0 0,-1 0 0,1 1 0,0 0 1,1 0-1,-1 0 0,-2 5-30,-3 0 32,1 1-1,0 0 1,1 1 0,0 0 0,1 0 0,0 0 0,0 1-1,2-1 1,-1 2 0,1-1 0,1 0 0,1 1 0,-1-1 0,2 1-1,0 0 1,0-1 0,2 12-32,-1-22 5,1 1 0,0-1 0,0 0 0,0 0 0,0 0 0,1 1 0,-1-1 0,1 0 0,-1-1 0,1 1 0,-1 0 0,1 0 0,0-1 0,0 1 0,0-1 0,0 1 0,0-1 0,0 0 0,0 0 0,1 0 0,-1 0 1,0 0-1,0-1 0,1 1 0,-1-1 0,1 1 0,-1-1 0,1 0-5,14 3 33,0-2 0,0 0 0,12-1-33,-20 0-1,3 0-3,95-3-1565,-38-11-3708,-40 4-1233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30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10218,'0'0'1841,"0"0"-641,0 0 448,0 0-312,0 0-7,94 188-225,-85-108 72,-9 1-40,0-9-415,-14-7-481,-11-10-144,-3-5-96,-20 3-376,7-10-1785,-1-13-4424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31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 11522,'0'0'2609,"0"0"-1505,0 0 2697,0 0-2353,0 0-567,-95 147-329,73-121-280,-3-6-168,-3 0-104,3-5-304,3-3-713,5-7-1503,12-5-2713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3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0 11947,'0'0'3072,"0"0"-2160,0 0 217,0 0 191,-58 143-432,41-98-328,0-7-336,6-8-136,3-10-32,5-8-56,3-7-256,0-5-1576,17 0-1249,5-7-5097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38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11947,'0'0'1556,"0"0"-82,-17 28 518,-56 93-537,63-102-1115,1 0 0,0 1-1,1 0 1,2 0 0,0 1 0,1 0 0,1 0-1,1 0 1,0 0 0,2 1 0,1-1 0,1 15-340,-1-35 4,0 1 18,1 1-1,-1-1 1,1 1-1,-1-1 1,1 1-1,0 0 1,0-1 0,0 0-1,0 1 1,0-1-1,1 0 1,-1 0-1,1 1 1,0-1-1,-1 0 1,1-1 0,0 1-1,0 0 1,0 0-1,0-1 1,0 1-1,1-1 1,-1 0-1,0 0 1,1 0 0,-1 0-1,1 0 1,-1 0-1,1-1 1,0 1-1,-1-1 1,1 1-1,0-1-21,16 2-42,0 0-1,0-2 0,-1 0 0,11-1 43,-10 0-237,-11 0-48,0 0 0,0 0 0,0-1 1,0 0-1,0 0 0,-1-1 0,1 0 0,-1 0 1,0-1-1,1 0 0,1-2 285,45-34-6248,-22 12-3011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38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1 11546,'0'0'2449,"0"0"-569,0 0 386,0 0-815,0 0-727,0 0-152,-21 14-26,-68 48-134,87-59-389,-1-1-1,0 1 1,1 0-1,-1 0 1,1 0-1,0 0 1,0 0-1,0 1 1,0-1 0,1 1-1,0-1 1,-1 1-1,1-1 1,0 1-1,1 0 1,-1 0-1,1-1 1,-1 1 0,1 0-1,0 0 1,1 0-1,-1-1 1,1 1-1,-1 0 1,1 0-23,1 14 43,-2-12-41,1-1 0,-1 0 0,1 1 0,0-1 1,1 0-1,-1 0 0,1 0 0,0 0 0,0 0 0,1 0 0,-1-1 1,1 1-1,0-1-2,49 55 76,-42-50-29,-1 0 0,0 1 0,-1 0-1,0 1 1,0 0 0,0 3-47,-7-13 35,-1 0-1,1-1 0,-1 1 1,0 0-1,1 0 1,-1 0-1,0 0 0,0 0 1,0 0-1,0 0 1,0 0-1,0 0 0,0 0 1,0 0-1,0 0 1,0 0-1,-1 0 0,1 0 1,0 0-1,-1 0 1,1 0-1,-1 0 0,1 0 1,-1-1-1,1 1 1,-1 0-1,0 0 1,1-1-1,-1 1 0,0 0 1,1-1-1,-1 1 1,0 0-1,0-1 0,0 1 1,0-1-1,1 0 1,-1 1-1,0-1-34,-45 15 581,30-10-397,-94 31-320,113-37-242,0 0 0,0 0 0,0 1 0,0-1 0,0 0 0,0 1 0,0 0 0,0 0 1,3 0 377,15-1-1440,29-15-4933,-2-4-5366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39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12563,'0'0'2088,"0"0"305,0 0 367,0 0-1175,0 0-633,-50 147-368,39-117-360,0-7-136,8-3-88,3-10-392,3-10-1088,22 0-2761,2 0-3689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3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 7698,'0'0'5446,"0"0"-3451,0 0-581,0 0-139,-25 12-663,-78 40-383,99-50-187,-1 1-1,1-1 0,0 1 1,0 0-1,0 0 0,0 1 1,0-1-1,1 1 0,-1 0 1,1 0-1,0 0 0,0 0 1,1 0-42,0 0 57,1 0 0,0 1 0,0-1 0,0 0 1,0 0-1,1 0 0,-1 1 0,1-1 0,0 0 0,1 1-57,-1 4 80,0-6-69,1-1 0,-1 0 0,1 1 0,0-1 0,0 0 0,0 0 0,0 1 0,0-1 0,0 0 0,1 0 0,-1 0 0,1 0 0,0-1 0,-1 1 0,1 0 0,0-1 0,1 1-11,42 32 158,-16-15-9,-24-14-152,-1-1 0,1 1 0,-1 0 0,0 0-1,0 0 1,-1 1 0,1-1 0,-1 1 0,1 3 3,-3-7 61,0 0 1,-1 0-1,1 0 1,0 0-1,-1 0 1,1 0-1,-1 0 1,0 0-1,0 0 1,0 0-1,0 0 1,0 0-1,0 0 1,0 0-1,-1 0 1,1 0-1,-1 0 1,1 0-1,-1 0 1,0 0-1,0 0 1,0 0-1,0 0 1,0-1-1,0 1 1,-1 0-1,1-1 1,0 1-1,-1-1 1,1 1-1,-1-1-61,-10 7 227,1 0 0,-1-1 1,-1 0-1,1-1 0,-1-1 0,0 0 0,-1 0 1,1-2-1,-1 1 0,1-2 0,-12 1-227,26-5-451,0-1-1,1 1 0,-1 0 1,1-1-1,0 1 0,0 0 1,0 0-1,0 0 0,0 0 1,0 1-1,0-1 0,3-1 452,27-16-7819</inkml:trace>
  <inkml:trace contextRef="#ctx0" brushRef="#br0" timeOffset="1">379 314 10186,'0'0'4777,"0"0"-3152,0 0 1039,0 0-952,0 0-511,0 0-521,-6 150-208,-5-120-168,3-5-200,-1-3-96,4-7-8,5-5-632,3-10-1080,19 0-2625,6-17-4825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4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 16,'0'0'10858,"0"0"-6988,0 0-1858,0 0-476,0 0-831,-27 2-371,-83 13-3,106-15-311,1 1 0,0 0 0,0 0 1,0 0-1,0 0 0,0 0 1,0 0-1,0 1 0,1-1 0,-1 1 1,0 0-1,1 0 0,-1 0 0,1 0 1,0 0-1,0 1 0,0-1 1,0 1-1,0-1 0,0 1 0,1 0 1,-1 0-1,0 2-20,0 1 62,0 1 0,1 0 1,0 0-1,0-1 0,1 1 0,0 0 1,0 0-1,0 1-62,1 4 110,-2 1-42,2 0 1,-1-1-1,2 1 0,1 5-68,-2-12 8,1-1 0,0 1 0,1-1 0,-1 0 0,1 0 0,0 0 0,0 0 0,1 0 0,-1-1-1,4 4-6,0-1 21,-1 0 0,-1 0 0,1 0 0,-1 1 0,0 0 0,0 2-22,-4-9 47,-1 1 1,1-1-1,0 0 1,-1 1-1,1-1 1,-1 1-1,0-1 0,0 1 1,1-1-1,-1 1 1,0-1-1,0 1 0,0 0 1,-1-1-1,1 1 1,0-1-1,0 1 1,-1-1-1,1 1 0,-1-1 1,0 0-1,1 1 1,-1-1-1,0 1 0,0-1 1,0 0-1,1 0 1,-2 0-1,1 1 1,0-1-1,0 0 0,0 0 1,0 0-1,-1-1 1,1 1-1,0 0 0,-1 0 1,1-1-1,-1 1-47,-18 7 370,0-1 0,0-1 0,-1 0 0,-6-1-370,-33 10-15,97-12-7318,-6-3 13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40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0 12779,'0'0'1728,"0"0"0,0 0 545,16 153-985,-16-83-360,0 5-79,-2 0-169,-23-7-320,-3-11-168,-6-4-192,-5-5 0,-27 12-592,7-13-1713,-2-4-4800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53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1 13115,'0'0'2032,"0"0"-39,0 0 279,0 0-1376,0 0-640,-59 70 305,29-28 495,-4 1-128,-2-1-328,-3-4-336,3-8-56,-3 0-200,0-5 40,0 0-48,0-5-352,-3 3-664,12-6-1249,16-7-3744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56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27 6569,'0'0'2941,"0"0"-1297,0 0 34,0 0-474,0 0-568,0 0-73,-5-3 171,-5-1-405,-1 0 1,0 0-1,0 1 1,0 0 0,0 1-1,-1 1 1,1-1-1,-1 2 1,-1 0-330,-21-1 713,1 2 1,-23 5-714,-5 8 353,57-13-339,0 0-1,1 0 0,0 1 1,-1-1-1,1 1 1,0 0-1,-1 0 0,1 0 1,0 0-1,1 1 1,-1-1-1,0 1 1,1-1-1,-1 1 0,0 2-13,2-5 1,1 1 0,0 0 0,0 0 0,-1 0 0,1 0-1,0 0 1,0 0 0,0 0 0,0 0 0,0 0 0,0 0-1,0 0 1,0 0 0,1 0 0,-1 0 0,0 0-1,0 0 1,1 0 0,-1 0 0,1 0 0,-1-1 0,1 1-1,-1 0 1,1 0 0,0 0 0,-1-1 0,1 1 0,0 0-1,-1-1 1,1 1 0,0 0 0,0-1 0,0 1-1,0-1 0,38 17 69,-26-12-32,6 3-22,0 0-1,-1 2 1,0 0 0,-1 1 0,0 1-1,-1 0 1,0 1 0,0 2-15,-9-8 4,0 1-1,-1 0 1,0 0 0,-1 1-1,0-1 1,0 1-1,0 0 1,-1 1 0,-1-1-1,0 1 1,0-1 0,0 1-1,-2 0 1,1 0 0,-1 0-1,0 0 1,-1 3-4,0-10 26,0 0 0,0 0 0,0 0-1,0 0 1,0 0 0,-1 0 0,1-1 0,-1 1 0,0 0 0,1 0 0,-2 0 0,1-1-1,0 1 1,0 0 0,-1-1 0,0 2-26,-1-3 77,1 1 0,-1 0 1,0-1-1,1 0 0,-1 0 0,0 0 0,0 0 0,0 0 0,0 0 0,0-1 1,0 0-1,0 1 0,0-1 0,0 0 0,0-1 0,-2 1-77,-5 0 70,-4 0 39,-1 0-1,1-1 1,0 0 0,-10-3-109,20 3-35,-1-1 1,1 1-1,0-1 1,0 1-1,0-1 1,0-1-1,0 1 1,0 0 0,0-1-1,1 0 1,0 0-1,-1 0 1,1 0-1,0-1 1,0 1-1,1-1 1,-1 0 34,2 3-139,1 0 0,0 1 0,-1-1 0,1 0 1,0 1-1,-1-1 0,1 0 0,0 0 0,0 0 0,0 1 0,0-1 0,0 0 1,0 0-1,0 1 0,0-1 0,0 0 0,0 0 0,1 0 0,-1 1 0,0-1 1,0 0-1,1 1 0,-1-1 0,0 0 0,1 0 0,-1 1 0,1-1 0,-1 1 1,1-1-1,-1 0 0,1 1 0,-1-1 0,1 1 0,0-1 0,-1 1 1,1 0-1,0-1 0,-1 1 0,1 0 0,0-1 0,0 1 0,-1 0 0,1 0 1,0 0-1,0-1 0,0 1 139,23-8-5183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57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0 6601,'0'0'4177,"0"0"-2416,0 0 335,0 0-311,0 0-1137,0 0-104,0 0 568,-47 90-200,28-52-192,-1-5-320,1-3-160,2-5-184,3-5 1,3-8-57,5-7-745,6-5-1703,9-5-481,13-12-5257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57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6 5977,'0'0'3597,"0"0"-1567,0 0-94,0 0-421,0 0-256,0 0-132,-20-1-205,-62-4-249,74 5-599,1 0-1,0 1 0,0 0 1,-1 0-1,1 0 1,0 1-1,0 0 1,0 1-1,0-1 0,0 1 1,1 1-1,-1-1 1,1 1-1,0 0 1,0 1-1,1-1 1,-1 1-1,1 0 0,0 1 1,0-1-1,0 1 1,1 0-1,0 0-73,-3 4 81,1 1-1,0 0 1,1 0 0,0 0-1,1 0 1,0 1 0,0 0-1,1 0 1,1 0-1,0 0 1,1 0 0,0 3-81,1-12 22,0 1 1,0-1-1,0 1 0,0-1 1,1 0-1,-1 1 1,1-1-1,0 0 1,0 1-1,0-1 0,0 0 1,1 0-1,-1 0 1,1 0-1,1 2-22,0-3 13,0 0-1,-1 0 1,1 0-1,0 0 1,0-1-1,0 1 0,0-1 1,0 0-1,0 0 1,1 0-1,-1 0 1,0-1-1,0 1 1,1-1-1,-1 0 1,1 0-13,24 3-133,1-1 1,0-2-1,18-3 133,-45 3-344,1-1 0,0 1-1,-1-1 1,1 0 0,-1 0 0,1-1-1,-1 1 1,0 0 0,1-1-1,-1 1 1,2-2 344,1-2-1786,7-3-3718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57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12195,'0'0'1856,"0"0"-416,0 0 769,0 0-657,-55 146-456,38-106-311,3-5-401,6-3-88,-1-9-216,4-3-16,2-10-64,3-5-120,0-5-729,14-5-879,8-15-2841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58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0 11450,'0'0'1782,"0"0"-121,0 0 104,0 0-665,-24 1-493,-77 5-255,98-6-333,0 0-1,1 1 0,-1-1 0,1 1 0,-1-1 0,1 1 1,-1 0-1,1 0 0,0 0 0,-1 0 0,1 1 0,0-1 1,0 0-1,0 1 0,0 0 0,0-1 0,0 1 0,0 0 1,1 0-1,-1 0 0,1 0 0,-1 0 0,1 1 0,0-1 1,0 0-1,-1 1-18,1 3 20,-1 0 0,1 0 1,1 0-1,-1 0 0,1 1 0,0-1 1,0 0-1,1 2-20,0 6 64,-1-2-11,2 0 1,0 0-1,1 0 0,0 0 0,0 0 1,1-1-1,1 1 0,5 8-53,-5-9 76,0 0-1,0 0 1,-1 1-1,-1 0 0,0 0 1,-1 0-1,0 0 1,1 10-76,-3-18 86,0-1 1,0 1-1,-1 0 1,1-1 0,-1 1-1,0 0 1,0-1-1,0 1 1,0-1-1,-1 1 1,1-1 0,-1 0-1,0 1 1,0-1-1,0 0 1,0 0-87,-3 2 131,0-1-1,-1 1 1,1-1 0,-1 0 0,0 0-1,0-1 1,-1 0 0,-1 1-131,-11 4-145,0 0 0,0-2 0,-1 0-1,0-1 146,-46 7-7974,40-9-2547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5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9354,'0'0'2459,"0"0"-449,0 0-223,0 0-756,0 0-250,-8 23 268,6-18-999,-59 189 2101,45-138-1485,3 1 1,-6 55-667,18-95-37,-3 16 124,2 1 1,1 0-1,1-1 1,5 30-88,-4-54-104,1 1 1,0-1 0,1 0 0,0 0 0,0-1 0,0 1 0,1 0 0,1-1-1,-1 0 1,2 0 0,-1 0 0,1-1 0,0 0 0,0 0 0,1 0 0,0-1-1,0 0 1,0 0 0,1-1 0,2 1 103,26 12-1543,1-1-1,0-2 1,26 6 1543,26 2-3750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59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12603,'0'0'1832,"0"0"20,0 0 105,0 0-850,0 0-532,0 0-199,2 12 144,3 38 170,7 56 963,-3 46-1653,-7-101-243,-1-19 494,0 0-1,-3 0 1,-2 15-251,4-40-229,-1 0 0,-1 0 0,1-1 0,-1 1 0,-1 0 0,1-1-1,-1 0 1,0 1 0,0-1 0,-1 0 0,1-1 0,-2 1 0,1-1 0,0 1 0,-1-1 0,0-1 0,0 1 0,-1 0 229,3-4-3516,2-1-3085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2:00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28 6249,'0'0'2281,"0"0"-5,0 0-427,0 0-385,0 0-400,0 0-272,8-4-105,12-2-184,-1 1 1,1 1-1,1 0 0,-1 2 0,0 0 1,7 1-504,-25 2-3,-1-1 1,1 1 0,-1-1 0,1 1 0,-1 0-1,0-1 1,1 1 0,-1 0 0,0 0 0,0 0-1,0 0 1,1 0 0,-1 1 0,0-1 0,0 0-1,-1 0 1,1 1 0,0-1 0,0 0 0,-1 1-1,1-1 1,0 1 0,-1-1 0,0 1 0,1 0 2,10 45 126,-10-44-89,5 55 212,-1 0 0,-4 1 1,-3 26-250,1 4 180,-5 26 121,2-70 101,2 0 0,3 25-402,-1-68 11,0 0 0,0 0 0,0 0 0,1-1 0,-1 1 0,0 0 0,1 0 0,-1-1 0,1 1 0,-1 0 0,1-1-1,0 1 1,0 0 0,0-1 0,0 1 0,0-1 0,0 0 0,0 1 0,1-1 0,-1 0 0,1 1-11,-1-2 25,0 1 0,0-1 0,0 0-1,1 1 1,-1-1 0,0 0 0,0 0 0,1 0 0,-1 0 0,0 0 0,0 0 0,1 0 0,-1-1 0,0 1 0,0 0 0,0-1 0,1 1-1,-1-1 1,0 1 0,0-1 0,0 1 0,0-1 0,0 0-25,2-1 41,0 0 0,0 0 0,0-1 0,0 1 0,-1-1 0,1 0 1,-1 1-1,0-1 0,0-1 0,0 1 0,0 0 0,0 0 0,-1-1 0,0 1 0,1-1 0,-1 1 0,0-1 0,-1 1 0,1-4-41,0 6 6,-1-1-1,0 1 1,0 0-1,0 0 0,0 0 1,0-1-1,0 1 0,-1 0 1,1 0-1,0 0 1,-1 0-1,1 0 0,0 0 1,-1-1-1,1 1 1,-1 0-1,0 0 0,1 0 1,-1 1-1,0-1 1,0 0-1,1 0 0,-2 0-5,-24-2 70,12 4-62,10-2-13,1 1 1,-1 0-1,1 0 1,-1 1-1,1-1 1,-1 1-1,1 0 1,0 0-1,-1 0 1,1 0-1,0 0 1,0 1-1,0-1 1,0 1-1,-3 2 5,3 0-6,0-1-1,0 1 1,0 0 0,0 0-1,1 1 1,0-1 0,0 1-1,0-1 1,0 1 0,1-1-1,-1 3 7,-7 29-16,1-1 0,1 2 0,2-1 0,1 19 16,2 148 50,3-110-54,-1-87 15,0 0 1,0 0-1,-1 0 1,0-1 0,0 1-1,0 0 1,-1 0-1,0 0 1,0-1 0,-1 1-1,1-1 1,-1 0-1,0 0 1,-1 0 0,1 0-1,-1 0 1,0-1-1,0 1 1,0-1 0,-1 0-1,0-1 1,1 1-1,-1-1 1,-1 0 0,1 0-1,0 0 1,-1-1-1,1 0 1,-1 0 0,0 0-1,-4 0-11,-21 4-82,0-1 0,0-1-1,-1-2 1,1-1 0,-22-3 82,9 1-759,-66 7-4701,59 3 1218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0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622 51 7722,'0'0'4553,"0"0"-2129,0 0-143,0 0-170,0 0-664,2-10-243,10-30-137,-12 47-758,-1 0 1,1 0 0,-1 0-1,-1 0 1,1 0 0,-2 4-310,-20 41 297,-3 0 0,-1-1 1,-3-2-1,-4 2-297,-143 186 805,156-210-724,-220 261 367,240-286-513,0-1 0,0 0 0,0 0-1,0 1 1,0-1 0,-1 0 0,1 0 0,0 0 0,-1 0 0,1 0 0,0-1 0,-1 1 0,1 0 0,-1-1 0,1 1-1,-1-1 1,0 1 0,1-1 0,-1 0 0,0 1 0,-1-1 65,2-1-200,0 0-1,0 1 1,0-1-1,0 0 1,0 0-1,0 0 1,0 0-1,0 0 1,1 0-1,-1 0 1,0 0-1,0 0 1,1 0-1,-1-1 1,1 1-1,-1 0 1,1 0-1,0-1 1,-1 1-1,1 0 1,0 0 0,0-1-1,0 1 1,0 0-1,0-2 201,-1-19-5848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0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10666,'0'0'2945,"0"0"-1246,0 0-281,0 0 481,17 30-92,103 195 1121,124 257 198,-242-478-3662,4 9 1139,-2-9-8355,-2-4-281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1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0 184,'0'0'6569,"0"0"-3220,0 0-727,0 0 73,0 0-390,0 0-648,-10 10 573,-7 8-1989,1 1 0,1 0-1,1 2 1,1 0-1,0 0 1,2 1 0,0 0-1,2 1 1,0 0 0,2 1-1,0 0 1,2 1-241,-4 19 158,3 0 1,2 0-1,1 0 1,3 1-1,1-1 0,4 16-158,-4-50 17,0-1 0,1 0 0,0 0 0,1 0-1,0 0 1,0 0 0,1 0 0,0-1-1,0 0 1,1 1 0,0-2 0,1 1 0,4 4-17,2 1-23,1-1 1,1 0 0,0-1-1,1-1 1,0-1-1,11 6 23,-6 0-1939,-10-3-3062,-4-7-2814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15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204 115 2513,'0'0'489,"0"0"128,0 0 518,0 0 891,0 0 957,0 0-123,8-10-486,21-34-395,-28 43-1885,-1 0 0,0 0 0,1-1 0,-1 1 0,0 0 0,0 0 0,0 0 0,1-1 0,-1 1 0,0 0 0,-1 0 0,1-1 0,0 1 0,0 0 0,0 0 0,-1-1 0,1 1 0,-1 0 0,1 0 0,-1 0 0,1 0 0,-1 0 0,0 0 0,0 0 0,1 0 0,-1 0 1,0 0-1,0 0 0,0 0 0,0 0 0,0 1 0,0-1 0,0 0 0,0 1 0,0-1 0,0 1 0,-1-1 0,0 1-94,-41-16 1888,38 14-1833,-1 1-1,1 0 1,0 0 0,-1 1 0,1 0-1,-1-1 1,1 2 0,-1-1 0,1 1 0,0 0-1,-1 0 1,1 0 0,0 1 0,0 0 0,0 0-1,0 0 1,0 0 0,0 1 0,1 0-1,-1 0 1,1 0 0,0 1 0,0-1 0,-4 5-55,3-1 19,-1 0 0,1 1 1,1 0-1,-1 0 0,1 0 1,0 0-1,1 1 0,0 0 1,1-1-1,0 1 0,0 0 1,0 0-1,1 0 0,1 6-19,-1-3 35,0-1 0,1 0 0,1 1 0,0-1 0,1 0 0,0 0 0,0 0 0,1 0 0,2 4-35,-3-11 7,1 1 0,0-1 1,-1 0-1,2 1 0,-1-1 0,0-1 1,1 1-1,0 0 0,-1-1 0,2 0 1,-1 0-1,0 0 0,0 0 0,1-1 1,0 1-1,-1-1 0,1-1 0,0 1 1,0 0-1,0-1 0,4 0-7,22 4-237,1-2 0,-1-2 0,0-1-1,13-2 238,17 1-5092,-41 1-1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15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6209,'0'0'5433,"0"0"-3640,0 0 911,0 0-191,0 0-1057,0 0-503,0 0-257,-50 153-456,33-125-112,0-8-120,3-5-16,9-5-400,5-10-953,0 0-1423,0 0-6914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16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3 4233,'0'0'6905,"0"0"-4137,0 0-644,0 0-281,0 0-836,0 0-335,-25-1-1,-78 0 166,99 1-760,-1 1 0,1 0 0,0 0 0,-1 0 0,1 1 0,0-1 0,0 1 0,0 0 0,0 0 0,0 0 0,1 1 0,-1 0 0,0-1 0,1 1 0,0 0 0,0 1 0,0-1 0,0 1 0,0-1 0,1 1 0,0 0 0,0 0 0,0 0 0,0 0 0,0 0-77,-2 3 153,2-2-77,-1 0 1,0 0-1,1 0 0,0 0 0,0 1 0,1-1 0,0 0 1,0 1-1,0-1 0,0 1 0,1-1 0,0 1 0,0-1 0,0 1 1,1-1-1,0 1 0,0-1 0,1 3-76,0-2 18,1-1-1,0 1 1,1 0 0,-1-1-1,1 0 1,0 0-1,1 0 1,-1 0 0,1-1-1,0 1 1,0-1-1,0-1 1,0 1 0,1-1-1,0 1-17,7 2-9,0 1-1,1-2 1,-1 1 0,1-2-1,1 0 1,-1-1-1,1 0 1,-1-1-1,1-1 10,61 2-2843,-3-8-5838,-51 1 1086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16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9538,'0'0'4049,"0"0"-2345,0 0-111,0 0 55,0 0-168,0 0-119,0 0-513,-28 125-232,20-97-432,0-3-64,-1-5-120,1 0-232,5-5-728,0-3-1681,3-9-3160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16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3809,'0'0'6150,"0"0"-3189,0 0-1131,0 0-387,0 0-452,0 0-92,-27 12 82,-81 38 30,105-49-929,0 1-1,0 0 1,0 0 0,0 0-1,0 0 1,0 0 0,0 1-1,1-1 1,-1 1 0,1 0-1,0 0 1,0 0 0,0 0-1,0 0 1,1 0 0,-1 0 0,1 1-1,-1-1 1,1 1 0,0-1-1,1 1 1,-1-1 0,1 1-1,-1-1 1,1 1 0,0 0-1,0-1 1,1 2-82,-1 8 241,-1-9-217,1 1 0,0 0 0,0 0 0,0 0 0,1 0 0,0 0 0,0-1-1,0 1 1,1 0 0,-1 0 0,1-1 0,0 1 0,0-1 0,1 0 0,-1 0-1,2 1-23,0-1 1,0 0 0,0 0-1,0-1 1,1 0 0,0 1 0,0-1-1,0-1 1,0 1 0,0-1-1,0 0 1,1 0 0,-1 0-1,6 0 0,3 1-309,1-1 0,0 0 0,0-1 0,11-1 309,30-4-4460,-25-2-2436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17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3449,'0'0'5725,"0"0"-2554,0 0-503,0 0-419,0 0-986,0 0-835,6 0-188,-2 1-197,1 1 0,0-1 0,-1 1 0,0 0 0,1 1 0,-1-1 0,0 1 0,0 0 0,0 0 0,0 0 0,-1 0 0,1 1 0,-1-1 0,0 1-1,0 0 1,0 0 0,0 0 0,-1 0 0,0 1 0,0-1-43,11 19 91,-2 0 1,-1 1-1,3 11-91,-2 0 127,-1 0 1,-2 0-1,-1 1 1,-2 0 0,0 29-128,-4-40 256,-1 0 0,-2 0 0,-1 0 0,0-1 0,-2 1 0,-1-1 0,-1 0 0,-8 21-256,-96 199 1012,110-242-1131,-1 0 1,1 1-1,0-1 1,-1-1 0,0 1-1,1 0 1,-1 0-1,0-1 1,0 1-1,0-1 1,0 1-1,0-1 1,-2 1 118,-17 7-4312,14-6 2081,-12 4-8917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18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11987,'0'0'2866,"0"0"-1067,0 0-191,0 0-868,0 0-377,0 0 186,9 3 79,35 4-178,0-1-1,40-1-449,-77-5-379,44 5 967,-27 3-2617,-9 8-4911,-14-11-850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19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7434,'0'0'3992,"0"0"-3071,0 0 871,0 0-600,0 0-208,0 0-119,0 0 351,44 30 184,-10-30-664,5 0-328,8 0-400,6 0-8,0 0-40,-3 0-400,3 3-1200,-12 7-2657,-10-3-4665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20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13 2497,'0'0'3448,"0"0"522,0 0-930,0 0-434,0 0-462,0 0-514,1-10 645,287 8-1524,-288 5-758,0 0 0,0 0-1,0 0 1,0-1 0,-1 1 0,1 0 0,-1 0 0,1 0 0,-1 0 0,0 0 0,0-1-1,-1 2 8,-111 132 192,16-30-45,134-129 864,-22 17-1034,1 1 0,0 0 1,0 1-1,0 1 0,0 0 0,1 2 0,-1 0 1,1 0-1,-1 1 0,14 3 23,-26-2-9,0 0-1,0 0 1,0 1 0,0-1 0,0 1-1,0 0 1,-1 0 0,1 0 0,0 1-1,-1-1 1,0 1 0,0 0 0,0 0-1,0 0 1,0 0 0,-1 0-1,1 1 1,-1-1 0,0 1 0,0-1-1,0 1 1,0 0 0,-1 0 0,0 1 9,3 5-31,-2 1 0,1 0-1,-1 0 1,-1 0 0,0 0 0,-1 0 0,0 1 0,-1 4 31,0-11-3,0 0 0,-1 0 0,0 0 0,1 0-1,-2 0 1,1 0 0,-1 0 0,1-1 0,-1 1 0,-1-1 0,1 0-1,0 0 1,-1 0 0,0 0 0,0-1 0,0 1 0,0-1-1,-1 0 1,0 0 0,1-1 0,-1 1 0,-1-1 3,-7 4 11,0 0 1,-1-1 0,1 0-1,-1-1 1,0-1 0,-1 0-1,-9 0-11,-24-1-993,-37-4 993,10 0-6896,50 2 2673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22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4033,'0'0'1672,"0"0"-608,0 0 545,0 0-337,0 0-416,0 0 72,-11 0-103,8 5-257,-3-3 40,4 3-208,2 0-400,0-2-352,0-3-3929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23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 5353,'0'0'4065,"0"0"-2313,0 0 49,0 0-409,0 0-816,0 0-384,0 0 8,-5-5-192,5 5 136,0 0-144,0 0 0,0 0-56,0 0-80,0 0-1064,0 0-3273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2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7298,'0'0'1608,"0"0"-1096,0 0-480,0 0-32,0 0-3089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26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13 1768,'0'0'6959,"0"0"-3635,0 0-1148,0 0-60,0 0-500,-1-5-427,1 5-1154,0 0-1,0 0 1,0-1-1,0 1 1,0 0-1,0-1 1,0 1 0,0 0-1,0-1 1,0 1-1,0 0 1,0 0-1,-1-1 1,1 1-1,0 0 1,0-1-1,0 1 1,0 0 0,-1 0-1,1-1 1,0 1-1,0 0 1,-1 0-1,1 0 1,0-1-1,0 1 1,-1 0 0,1 0-1,0 0 1,0 0-1,-1 0 1,1 0-1,0 0 1,-1-1-1,1 1 1,0 0 0,-1 0-1,1 0 1,0 0-1,-1 0 1,1 0-1,0 0 1,0 0-1,-1 1 1,1-1-1,0 0 1,-1 0-35,-16 16 901,-25 48-124,22-33-210,-58 82 437,13-16-658,-4-4 0,-37 36-346,105-128-54,1 0 0,0 0-1,-1 0 1,1-1 0,-1 1 0,0 0-1,1-1 1,-1 1 0,0 0-1,1-1 1,-1 1 0,0-1-1,0 1 1,1-1 0,-1 1 0,0-1-1,0 0 1,0 1 0,0-1-1,0 0 1,0 0 0,1 0 0,-1 1-1,0-1 1,0 0 0,0 0-1,0 0 1,0-1 0,0 1-1,0 0 1,0 0 0,0 0 0,1-1-1,-1 1 1,0 0 0,0-1-1,0 1 1,0-1 0,0 1 54,0-2-551,-1 0 1,1 0-1,0 0 0,0 0 1,0-1-1,0 1 1,0 0-1,0 0 0,0-1 1,1 1-1,-1 0 1,1-1-1,-1 0 551,0-20-7868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27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9514,'0'0'2590,"0"0"-914,0 0-777,0 0-220,0 0 412,25 31 464,80 101 23,-87-108-1054,-2 0 0,-1 1 0,-1 0 0,9 25-524,2 3 407,-4-10-191,-12-24-184,0 1 1,1-2-1,2 1 0,3 3-32,-15-21-271,1 0 0,0 0 0,0 0 0,0-1 0,0 1 0,0 0 0,0 0 0,0 0 0,0-1 0,1 1 0,-1-1 0,0 1 0,0-1 0,1 1 0,-1-1 0,0 0 0,0 0 0,1 1 0,-1-1 0,0 0 0,1 0 0,-1 0 0,0-1 0,2 1 271,4 0-3043,9 0-6151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27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0 9194,'0'0'2683,"0"0"-414,0 0 87,0 0-1001,0 0-721,0 0-232,-10 9 153,1-1-386,1 0-1,0 0 1,1 1 0,0 1-1,0-1 1,1 1-1,0 0 1,1 0-1,0 1 1,1 0 0,0-1-1,-2 9-168,-4 20 223,2 1-1,1 0 0,2 1 1,2-1-1,2 1 0,1 0 1,2 0-223,-1-35 23,0 1 1,0 0-1,1 0 1,0 0 0,0-1-1,1 1 1,-1-1-1,1 1 1,1-1 0,-1 0-1,1 0 1,0-1-1,1 1 1,-1-1 0,1 0-1,0 0 1,0 0-1,5 2-23,-2-2 9,0 0 0,0 0 1,1-1-1,-1 0 0,1 0 0,0-1 0,0-1 0,0 1 0,1-1 0,-1-1 0,0 0 0,1 0 0,3-1-9,3 0-818,-1 0-1,1-1 0,-1-1 0,0-1 0,0 0 0,11-4 819,12-7-5854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28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42 4697,'0'0'647,"0"0"-399,0 0-11,0 0 779,0 0 1252,11-10 5183,-11 8-7372,-1 1 0,1-1 0,-1 0 0,0 1 0,1-1 0,-1 1 0,0 0 0,0-1 0,0 1 0,0 0 0,0-1 0,0 1 0,0 0 0,-1 0 0,1 0 0,0 0 0,-1 0 0,1 0 0,0 0 0,-1 1 1,1-1-1,-1 0 0,1 1 0,-1-1 0,0 1 0,1 0 0,-1-1 0,0 1 0,1 0 0,-1 0 0,1 0 0,-2 0-79,-6-1 34,1 1 0,0 0 0,-1 0-1,1 1 1,-1 0 0,-4 1-34,10-1 16,1 0 0,0 1-1,-1-1 1,1 0 0,0 1-1,0-1 1,0 1 0,0 0 0,0-1-1,1 1 1,-1 0 0,0 0-1,1 0 1,-1 1 0,1-1 0,0 0-1,0 0 1,0 1 0,0-1-1,0 1 1,0-1 0,1 1 0,-1-1-1,1 1 1,0 0-16,-3 13 137,2-1 0,0 1 0,1 12-137,0-16 47,0-8-36,0 0 0,0 1-1,0-1 1,0 0 0,0 0 0,1 0 0,0 0 0,0 0-1,0 0 1,0 0 0,1 0 0,-1 0 0,1 0 0,0-1-1,0 1 1,0 0 0,1-1 0,-1 0 0,1 0 0,0 0-1,0 0 1,0 0 0,0 0 0,1-1 0,-1 1 0,1-1-1,-1 0 1,1 0 0,0-1 0,0 1 0,0-1 0,0 1-1,0-1 1,0-1 0,0 1 0,0 0 0,0-1 0,1 0-1,-1 0 1,0 0 0,2-1-11,8 1-576,37 0 1137,-33 0-3801,0 0-3994,-8 0-1484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28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0 176,'0'0'9442,"0"0"-7281,0 0-441,0 0 304,0 0-319,0 0-633,0 130-176,-6-102-328,-2-8-192,5-5-240,0-3-128,3-7-8,0-2-536,0-3-1736,0 0-2617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29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7 8418,'0'0'2471,"0"0"-385,0 0-313,0 0-551,0 0-443,0 0-139,-20-2-74,-64-3 176,81 5-680,0 1-1,0 0 0,0-1 0,0 1 0,0 0 1,0 0-1,0 1 0,0-1 0,0 1 1,0-1-1,1 1 0,-1 0 0,1 0 0,-1 0 1,1 0-1,0 1 0,0-1 0,0 1 0,0-1 1,0 1-1,0 0 0,0 0-61,-1 4 176,-1 1 1,1 0-1,0-1 0,1 1 1,0 0-1,-1 5-176,1-5 95,1-1 1,0 0-1,1 0 1,0 1 0,0-1-1,0 0 1,1 1-1,0-1 1,0 0-1,1 0 1,0 0-1,0 0 1,3 5-96,-3-8 15,0 0 1,1-1-1,-1 1 1,1-1-1,0 0 0,0 1 1,0-1-1,1 0 1,-1-1-1,1 1 0,-1-1 1,1 1-1,0-1 1,0 0-1,0-1 0,0 1 1,1-1-1,-1 1 1,0-1-1,0-1 0,1 1 1,-1 0-1,2-1-15,39 2-41,1-1-1,19-4 42,1-2-8635,-49 3 768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29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1504,'0'0'10587,"0"0"-7571,0 0-1223,0 0-689,0 0-664,0 0 336,0 0 464,14 82-183,-14-52-393,0 0-352,0-2-232,-3-6-56,-2-4 40,-1-5-128,4-3-448,2-10-1073,0 0-2495,0-16-4306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0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 4385,'0'0'4588,"0"0"-2129,0 0-473,0 0-402,0 0-625,0 0-419,-6-1 107,-1 0-491,0 0 0,1 1 0,-1 0 0,1 0 0,-1 0 0,0 1 0,1 0 0,-1 0-1,1 1 1,0 0 0,-1 0 0,1 0 0,0 1 0,0 0 0,0 0 0,1 1 0,-1-1 0,1 1 0,0 0 0,0 1 0,0-1 0,1 1 0,-1 0 0,1 0 0,0 1 0,0-1-156,3-3 7,0 1-1,0-1 1,0 0-1,0 1 1,0-1-1,0 1 1,1-1 0,-1 1-1,1-1 1,0 1-1,-1 0 1,1-1-1,0 1 1,1-1-1,-1 1 1,0 0 0,1-1-1,-1 1 1,1-1-1,0 1 1,0-1-1,0 0 1,0 1-1,1-1 1,-1 0-1,0 0 1,1 0 0,0 0-1,-1 0 1,2 1-7,8 7 16,-1-1 0,2 0 1,-1-1-1,1-1 1,8 5-17,-9-7 4,-1 2 1,0-1 0,-1 1 0,7 6-5,-13-9 10,0 0 0,-1 0 1,0 0-1,0 1 0,0-1 1,0 0-1,0 1 0,-1-1 1,0 1-1,0-1 0,-1 1 1,1 0-1,-1-1 0,0 1 1,0 0-1,-1 4-10,1-8 66,-1 1 0,0 0 0,0-1 0,-1 1 0,1-1 0,0 1 0,0-1 0,-1 0 0,1 1 0,-1-1 0,1 0 0,-1 0 0,1 0 0,-1 0 0,0 0 0,1 0 0,-1-1 0,0 1 0,-1 0-66,-41 15 730,42-15-687,-7 2-257,-1-1-1,1 0 1,-1 0-1,0-1 1,1 0-1,-3 0 215,12-1-1846,1-1-2229,6-1-2208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0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1640,'0'0'8363,"0"0"-4659,0 0-1638,0 0-410,0 0-893,0 0-370,8 12 423,3 7-440,-1 1 0,-1-1 0,0 2-1,-2-1 1,0 1 0,-1 0-1,-1 2-375,0 15 545,-2 0-1,-1 0 0,-2 1 0,-3 18-544,1-36 84,-1 0-1,-1 0 1,0 0 0,-2-1-1,-1 1 1,0-2 0,-2 1-1,-8 14-83,5-14-49,8-15-189,0 0 1,0 1-1,1-1 0,0 1 1,0 0-1,1 0 0,-1 0 1,1 0-1,0 2 238,15-9-6275,5-5-1313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1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4369,'0'0'9586,"0"0"-7218,0 0-423,0 0-745,0 0-736,0 0-464,0 0 152,69 0-152,-49 0 0,-6 5-208,-3 5-1080,-6 0-1609,-2-2-3504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1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9994,'0'2'2881,"0"-2"-1073,0 0 689,0 0-921,0 0-912,17 0-288,5 0 16,3 0-256,3 0-64,2 0-24,7 0-48,18 0-96,-7-10-2232,-7-2-5778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1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73 6065,'0'0'4852,"0"0"-3237,0 0-799,0 0 131,0 0-430,0 0-167,12-12 246,35-37-36,-46 48-542,0 0 0,1 0 0,-1 0 0,0 0 0,0 0 0,0 0 0,1 1 0,-1-1 0,1 0 0,-1 0 0,0 1 0,1-1 0,-1 1 0,1 0 0,-1-1 0,2 1-18,-2 0 8,-1 0 1,1 0-1,0 1 0,-1-1 0,1 0 0,0 0 1,-1 1-1,1-1 0,-1 0 0,1 1 0,0-1 1,-1 0-1,1 1 0,-1-1 0,1 1 0,-1-1 1,1 1-1,-1 0 0,1-1 0,-1 1 0,0-1 1,1 1-1,-1 0-8,9 41 315,-9-35-187,3 5 7,-2 0-1,1 1 0,-2-1 0,1 1 0,-2-1 0,0 1 0,0-1 1,-1 0-1,-1 1 0,0-1 0,0 0 0,-1 0 0,-1-1 0,0 1 1,-1-1-1,0 0 0,0-1 0,-1 1 0,-1-1 0,0-1 1,0 1-1,-1-1 0,0-1 0,0 0 0,-1 0 0,0-1 0,-3 2-134,9-7 175,-1 0 0,0 0-1,0-1 1,0 1-1,0-1 1,0 0-1,0 0 1,0-1 0,0 1-1,-4-1-174,8 0 154,2 5-170,0-1 0,0 1 0,1-1 1,-1 1-1,1-1 0,0 0 1,0 0-1,0 0 0,1 0 0,-1 0 1,1 0-1,0 0 0,0-1 1,1 1-1,-1-1 0,1 0 0,-1 0 1,1-1-1,0 1 0,0-1 1,0 1-1,4 0 16,9 6 18,-1-2-1,1 0 1,1 0-1,-1-2 1,5 1-18,-4-2 11,0-1 0,0-1 0,1 0-1,-1-1 1,1-1 0,-1-1 0,1-1 0,3-1-11,-20 3-235,0-1 1,-1 1-1,1-1 1,0 1-1,-1-1 1,1 0-1,-1 0 0,1 0 1,-1 0-1,0 0 1,1 0-1,-1 0 1,0-1-1,0 1 1,0 0-1,0-1 0,0 1 1,0 0-1,0-1 1,0 0-1,0 1 1,-1-1-1,1 1 1,-1-1-1,1 0 1,-1 1-1,0-1 0,1 0 1,-1 0-1,0 1 1,0-1-1,-1-1 235,1-5-7601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2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0 3225,'0'0'5576,"0"0"-2438,0 0-945,0 0-611,0 0-839,0 0-339,-1 8 305,-6 12-294,0 0-1,-1 0 0,-1-1 1,-1 0-1,0-1 0,-2 0 0,0 0 1,-7 5-415,-35 41 1803,-35 31-1803,36-40 374,18-16-203,9-10-174,-2 0 1,-28 22 2,32-44-1138,17-12-4873,4-6-122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3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10762,'0'0'1787,"0"0"-454,0 0-265,0 0-331,27 17 86,85 58 273,-100-65-784,0 0-1,0 1 0,-1 0 0,-1 1 0,0 1 0,0-1 0,-1 1 0,2 6-311,12 16 659,12 18-319,-20-28 102,1-2 0,1 0 1,3 1-443,22 13-1875,-35-32 968,0-1 1,1 0-1,-1 0 0,1-1 1,0 0-1,0-1 907,17 6-5584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3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6009,'0'0'3573,"0"0"-1569,0 0-667,0 0-504,0 0-315,0 0 267,-16 6 1632,13-3-2205,0 0 0,0 0 0,0 0 1,1 1-1,-1-1 0,1 1 0,0-1 1,0 1-1,0 0 0,0 0 0,1 0 1,-1 3-213,-14 56 753,11-39-310,-3 11-174,1 1 0,2 1 0,2-1 0,1 1 0,2-1 0,4 30-269,-3-61 6,0-1 1,0 1-1,1-1 1,-1 1-1,1-1 0,0 0 1,0 0-1,1 0 1,-1 0-1,1 0 1,0-1-1,0 1 0,0-1 1,1 0-1,-1 0 1,1 0-1,-1 0 1,1 0-1,2 0-6,12 7-832,1 0 1,-1-2-1,20 7 832,-11-5-2472,-1 1-2537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4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39 2617,'0'0'2420,"0"0"121,0 0-61,0 0-613,0 0-744,0 0-423,0 0-202,0 0 199,-1-10 3643,-6-10-3307,3 18-1023,0 1 0,-1-1 0,1 1 0,0 0-1,0 1 1,0-1 0,-1 1 0,1-1 0,0 1 0,-1 1-1,1-1 1,0 1 0,0-1 0,-1 1 0,1 0 0,0 1-1,0-1 1,-2 1-10,3 1 1,0-1 0,0 0 0,0 1 0,0 0 0,0-1 0,0 1 0,1 0 0,-1 0 0,1 1 0,0-1 0,0 1 0,0-1 0,1 1 0,-1-1 0,1 1 0,0 0 0,0 0-1,0 0 1,0-1 0,1 2-1,-3 9 37,1 1 0,1 0 0,0 0-1,1 0 1,1 0 0,0-1 0,1 1 0,1 0-1,0-1 1,3 8-37,-4-17 42,0 0-1,0 1 1,1-1-1,-1 0 1,1 0 0,1 0-1,-1 0 1,1-1 0,-1 1-1,1-1 1,0 0-1,1 0 1,-1 0 0,1-1-1,0 1 1,0-1-1,0 0 1,0-1 0,0 1-1,0-1 1,1 0-1,-1-1 1,1 1 0,0-1-1,0 0 1,-1 0-1,7-1-41,74-2 669,-66-8-4820,-9 5-2023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4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0 576,'0'0'9770,"0"0"-7737,0 0-153,0 0 297,0 0-913,0 0-64,0 0-176,-14 156-200,0-134-351,3-4-257,6-8-144,2-5-72,3-5-641,0 0-847,8-5-1056,12-13-4810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5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8426,'0'0'1922,"0"0"-801,0 0-322,0 0-444,0 0-178,0 0 188,-14 9 372,-44 27 302,55-33-923,0 0 1,1 0 0,0 0 0,-1 0 0,1 1-1,0-1 1,1 1 0,-1 0 0,1-1 0,0 1-1,-1 0 1,2 0 0,-1 0 0,0 0 0,1 0-1,0-1 1,0 1 0,0 0 0,0 0 0,0 0 0,1 0-1,0 0 1,0 0 0,1 2-117,-2-6 5,0 2 13,1 0 0,0 0 0,0-1 0,0 1 0,0 0 0,0-1 0,0 1 0,0-1 0,1 1 1,-1-1-1,0 0 0,1 1 0,-1-1 0,1 0 0,0 0 0,-1 0 0,2 0-18,37 18 95,-13-7-66,-17-6-6,-1 1-1,0 0 1,-1 0 0,0 1 0,0-1-1,4 7-22,-11-13 80,0 0 0,1 0 1,-1 1-1,0-1 0,0 0 0,0 1 0,0-1 0,-1 1 0,1 0 0,0-1 0,0 1 0,-1 0 1,1-1-1,-1 1 0,0 0 0,0-1 0,1 1 0,-1 0 0,0 0 0,0-1 0,0 1 1,-1 0-1,1 0 0,0-1 0,-1 1 0,1 0 0,-1-1 0,0 1 0,1 0 0,-1-1 0,0 1 1,0-1-1,0 1 0,0-1 0,0 0 0,0 1 0,-1-1 0,1 0 0,0 0 0,-1 0 0,1 0 1,-1 0-1,0 1-80,-7 3 150,0 0 0,0-1 0,0 0 0,-1-1 0,0 1 0,1-2 1,-1 0-1,0 0 0,0 0 0,-8-1-150,-35 0-8088,47-1-1997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5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8002,'0'0'3977,"0"0"-2649,0 0 1592,0 0-799,0 0-1145,0 132-408,0-109-392,0-6 56,0-4-184,-2 2 16,-4-7-64,1 7-120,5-10-880,0 0-2721,0-3-4296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8362,'0'0'2262,"0"0"-195,0 0-259,0 0-581,0 0-425,0 0-70,-19 1-29,-59 5-39,76-6-624,0 1 0,0-1-1,0 1 1,0 0 0,0-1 0,0 1 0,0 0 0,0 0 0,0 0 0,0 0 0,1 1 0,-1-1 0,0 0 0,1 1 0,-1-1 0,1 1 0,0 0 0,-1-1 0,1 1 0,0 0 0,0 0 0,0 0-1,0 0 1,0 0 0,0 1-40,0 3 132,-1 1 0,1 0 0,0-1 0,0 1 0,1 0 0,0 2-132,0 0 253,-1-2-141,1 0 0,-1 1-1,2-1 1,-1 0 0,1 0 0,0 1 0,0-1 0,2 4-112,-2-9 9,1 0 0,-1 0 0,1 1 0,-1-2 0,1 1 0,0 0 0,0 0 0,-1 0 0,1-1 0,1 1 0,-1-1 0,0 0 0,0 1 0,0-1 0,1 0 0,-1 0 0,1-1 0,-1 1 0,0 0 0,1-1 0,0 1 0,-1-1 0,1 0 0,-1 0 0,2 0-9,130 4-1354,-46-8-4968,-60 0 362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6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10426,'0'0'2238,"0"0"-1226,0 0-281,0 0 20,0 0-190,20 29 178,66 101 403,-77-114-881,0 1 0,-1-1 0,-1 2 0,-1-1 0,0 1 0,-1 0 0,-1 0 0,-1 0 0,0 1 0,-1 6-261,1 4 370,2 33 184,-2-1 0,-4 7-554,1-18-814,0-48-1303,0-2-2194,0 0-2829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6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8314,'0'0'4065,"0"0"-2825,0 0 344,0 0 449,0 0-713,0 0-728,0 0-56,136 7-160,-108-7-256,3 0-56,-6 0-64,3 0-680,-6 0-2432,-11 3-3802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7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12099,'0'0'2864,"0"0"-119,0 0-321,0 0-863,0 0-953,0 0-280,0 0 336,70-20-360,-37 13-56,1-3-248,-4 2 0,1 6-56,2 2-568,-5 0-2273,-8-3-6065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37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42 8450,'0'0'2475,"0"0"-596,0 0-180,0 0-668,0 0-512,0 0-269,21-8-91,68-23-97,-89 30-59,1 1 1,0 0-1,0 0 1,0-1 0,-1 1-1,1 0 1,0 0-1,0 0 1,0 0 0,0 0-1,-1 0 1,1 0-1,0 0 1,0 0 0,0 1-1,0-1 1,-1 0-1,1 1 1,0-1 0,0 0-1,-1 1 1,1-1-1,0 1 1,0-1 0,-1 1-1,1-1 1,-1 1-1,1-1 1,0 1 0,-1 0-1,1-1 1,-1 1-1,1 0 1,-1 0 0,0-1-1,1 2-3,0 26 175,-2-19-91,1 15 159,1-9-177,-1 1 1,0-1 0,-1 1 0,-1 0 0,0-1-1,-1 1 1,-1-1 0,0 0 0,-5 9-67,-8 11 439,-2-1-1,-1 0 1,-2-2 0,-1 0 0,-2-1-1,-1-2 1,-22 20-439,48-48 11,0-1-1,-1 0 1,1 0-1,0 1 1,0-1-1,0 0 1,-1 0-1,1 0 1,0 1 0,0-1-1,-1 0 1,1 0-1,0 0 1,-1 0-1,1 1 1,0-1-1,0 0 1,-1 0-1,1 0 1,0 0 0,-1 0-1,1 0 1,0 0-1,-1 0 1,1 0-1,0 0 1,-1 0-1,1 0 1,0 0-1,0 0 1,-1 0-1,1 0 1,0 0 0,-1-1-1,1 1 1,0 0-1,0 0 1,-1 0-1,1 0-10,-4-15 612,7-22 231,-3 36-840,1 0-5,0 0 0,0 0 1,0-1-1,0 1 1,0 0-1,0 0 0,0 0 1,0 0-1,1 1 1,-1-1-1,0 0 1,1 0-1,-1 1 0,0-1 1,1 1-1,-1-1 1,1 1-1,-1 0 1,1-1-1,-1 1 0,1 0 1,-1 0-1,1 0 1,-1 0-1,1 0 0,1 1 3,43 2-44,-37-1 42,0 0 0,0 1 1,0 0-1,-1 1 0,1 0 1,5 4 0,-7-4-1,0 0 1,0-1 0,0 0-1,0 0 1,1 0 0,0-1 0,-1 0-1,1-1 1,0 1 0,1-1 0,0-1-43,-3 0-338,0 1 0,0-1-1,0 0 1,0-1-1,0 1 1,0-1-1,0 0 1,-1 0 0,1-1-1,0 0 1,-1 0-1,1 0 1,-1-1-1,0 0 1,0 0 0,0 0-1,4-3 382,2-8-7588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1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31 183 1008,'0'0'7669,"0"0"-5173,0 0-1398,0 0-116,0 0-429,-5 15-216,-16 43-12,16-43 109,36-22 2632,34-20-2422,21-13-644,49-22 31,-55 34-441,0 2 0,2 4 1,1 4-1,0 4 0,42-1 410,2 4-4399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3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1 9738,'0'0'2577,"0"0"-170,0 0 225,0 0-707,0 0-732,0 0-514,-6 7-235,-206 248 3406,-41 22-3850,159-171-1896,88-108-5480,4-10 1597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3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8906,'0'0'4660,"0"0"-2420,0 0-976,0 0 305,29 27 172,96 90-227,-104-94-1090,0 1 0,-2 1 0,-1 0 0,-2 2 0,0 0 0,-1 0 0,3 12-424,15 29 365,-22-47-402,-1 1 171,2-1 1,1-1 0,6 9-135,-16-25-92,1 1-1,-1-1 1,1 0 0,-1-1-1,1 1 1,0 0 0,1-1-1,-1 0 1,1 0 0,-1-1-1,1 1 1,0-1 0,0 0-1,0 0 1,0 0-1,0-1 1,0 0 0,1 0 92,77 0-6282,-39-1-254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3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0 10474,'0'0'2215,"0"0"-732,0 0 132,0 0-250,-6 23-202,2-9-969,-6 24 928,1 1 1,3-1 0,-3 35-1123,8-58 139,1-3 1,-1 0 0,1-1-1,1 1 1,0 0-1,2 3-139,-2-11 20,0 0 0,0 0-1,1 0 1,0 0 0,0 0-1,0-1 1,0 1 0,1-1-1,-1 1 1,1-1 0,0 0-1,0 0 1,0 0 0,0 0-1,0-1 1,2 2-20,3 2-428,0-1-1,1 0 1,-1 0 0,1 0-1,0-1 1,0-1 0,1 0-1,-1 0 1,1 0 0,-1-1-1,1-1 1,7 1 428,14-1-5262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4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 9394,'0'0'1368,"0"0"-261,0 0 352,0 0-531,0 0-245,0 0 257,-17-2 317,-51-2-29,67 4-1178,-1 0-1,1 0 1,0 0 0,0 1 0,0-1-1,0 0 1,0 0 0,0 1-1,-1-1 1,1 1 0,0-1 0,0 1-1,0-1 1,0 1 0,1 0-1,-1-1 1,0 1 0,0 0 0,0 0-1,0 0 1,1 0 0,-1 0 0,0-1-1,1 1 1,-1 0 0,1 1-1,-1-1 1,1 0 0,0 0 0,-1 0-1,1 1-49,-1 33 788,2-25-610,1-4-139,-1 1 0,1 0-1,0 0 1,1-1 0,0 1 0,0-1 0,0 0-1,1 0 1,0 0 0,0 0 0,0-1 0,5 5-39,17 26 37,-21-27 8,-1-1 1,1 0 0,-1 1-1,-1 0 1,0 0-1,1 3-45,-4-10 62,1 0 0,-1-1-1,0 1 1,1 0 0,-1 0-1,0-1 1,0 1 0,0 0-1,-1 0 1,1-1 0,0 1-1,-1 0 1,1 0-1,-1-1 1,1 1 0,-1-1-1,0 1 1,0 0 0,0-1-1,0 1 1,0-1 0,0 0-1,0 1 1,0-1-1,0 0 1,-1 0 0,1 0-1,-1 1 1,1-2 0,-1 1-1,1 0 1,-1 0 0,1 0-1,-1-1 1,0 1-1,0 0-61,-12 3-131,0-1-1,-1 0 0,1-1 0,-1 0 0,0-1 1,-11-1 131,39-6-6212,7-3-498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4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9194,'0'0'2681,"0"0"-353,0 0 697,0 0-833,3 163-600,-14-120-527,2-3-553,1-10-360,2-8-128,1-7 64,5-7-176,0-6-448,0-2-488,0-10-2017,0-10-7585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4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12099,'0'0'2811,"0"0"-1197,0 0-138,0 0-440,0 0-446,0 0-72,-20 11 286,-62 39-38,77-46-673,0 1 0,1 0 0,0 0 0,0 1-1,1-1 1,-1 1 0,1 0 0,0 0 0,1 0 0,0 0 0,-1 0 0,2 0-1,-1 1 1,1-1 0,0 1 0,1-1 0,-1 1 0,1 0 0,0-1 0,1 1 0,0 1-93,-1 5 135,0-10-122,0-1 0,0 1 1,1 0-1,-1 0 0,1 0 0,0 0 1,-1 0-1,1-1 0,0 1 1,1 0-1,-1-1 0,0 1 1,1-1-1,0 1 0,-1-1 0,1 0 1,0 0-1,0 0 0,0 0 1,1 0-1,-1 0 0,0 0 0,1-1 1,-1 1-1,1-1 0,-1 1 1,1-1-1,0 0 0,0 0 0,-1-1 1,1 1-1,0 0 0,0-1-13,14 3 31,1-1-1,-1-1 0,1-1 1,-1 0-1,7-2-30,12 1 38,59-5-1240,-32-6-5183,-46 7 1971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5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13571,'0'0'4401,"0"0"-3873,0 0 680,0 0 56,0 0-671,-20 160-169,1-120 144,-1 0-168,1-5-192,5-5-144,3-5-64,5-7 0,3-8-504,3-10-1177,3 0-2127,11-13-3514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5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37 6145,'0'0'5607,"0"0"-2551,0 0-899,0 0-597,0 0-709,0 0-287,-13-6-18,7 3-531,-5-3 214,0 2 0,0-1-1,-1 1 1,-9-2-229,18 6 61,-1-1-1,1 0 1,-1 1 0,1-1-1,-1 1 1,0 0 0,1 0-1,-1 1 1,1-1 0,-1 1-1,1 0 1,-1 0 0,1 0-1,-1 0 1,1 0 0,0 1-1,0 0 1,-1-1 0,1 1 0,0 0-1,-1 2-60,-2 1 48,1 1 0,0 0 1,1 0-1,-1 0 0,1 1 0,0-1 0,1 1 0,-1 0 1,1 0-1,1 0 0,-2 6-48,1 2 83,0 1 0,1 0 0,1-1-1,0 1 1,1 2-83,0-15 13,0 1 0,1-1-1,-1 0 1,1 0 0,0 1-1,0-1 1,0 0 0,0 0-1,1 0 1,-1 0 0,1 0-1,0-1 1,0 1 0,0 0-1,0-1 1,0 1 0,0-1-1,1 0 1,-1 0 0,1 0-1,0 0 1,-1 0 0,1 0-1,0-1 1,0 1 0,0-1-1,0 0 1,0 0 0,1 0-1,-1 0 1,2 0-13,15 2 9,-1 0-1,0-1 1,1-1 0,19-1-9,-25 0-28,0 0-398,0-1 0,1-1 0,-1 0 0,0-1 0,0-1 426,39-14-7268,-37 11 90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5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4521,'0'0'6873,"0"0"-3553,0 0-1893,0 0-311,0 0 344,23 26 11,72 92-34,-86-105-1202,-1 0 0,-1 1 0,0 0 0,-1 0 0,0 1 0,-1 0 1,-1 0-1,-1 0 0,0 0 0,0 1 0,-2-1 0,0 1 0,-1 8-235,1-3 239,3 36 114,-3-1 1,-6 49-354,-7-67 522,3-14-3390,7-7-6355,2-17 70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6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9722,'0'0'4185,"0"0"-2313,0 0-1143,0 0-225,0 0-232,0 0-144,0 0-24,131 12-96,-97-9 16,-7-1-24,1 1-192,-8-1-2833,-12-2-7241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6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11466,'0'0'2305,"0"0"-1297,0 0 681,0 0 303,0 0-1064,145 2-192,-98-9-56,1-1-111,-1 3-369,17-2-200,-11-1-1729,-6 1-8209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6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76 9962,'0'0'2686,"0"0"-648,0 0-170,0 0-586,0 0-429,0 0-130,9-9-184,-3 2-444,-1 2 0,1-1-1,0 1 1,1 0 0,0 0 0,-1 0 0,1 1 0,1 0 0,-1 1-1,1-1 1,-1 1 0,1 1 0,0 0 0,0 0 0,0 0 0,4 1-95,-9 0 10,1 1 0,-1-1 0,0 1 0,1 0 1,-1 1-1,0-1 0,1 1 0,-1-1 0,0 1 1,0 0-1,1 0 0,-1 0 0,0 1 0,0-1 1,0 1-1,0 0-10,-1 0 3,0 1 0,0-1 0,0 1 0,0 0 0,-1-1 0,1 1 0,-1 0 0,0 0 0,0 0 0,0 0 0,0 0 0,0 0 0,-1 0 0,1 0 0,-1 0 0,0 0 0,0 3-3,1 7 7,-2 0-1,1 1 1,-1-1-1,-1 0 1,-1 0-1,0 0 1,0-1-1,-1 1 0,-1-1 1,-2 4-7,-8 15 81,-2-1-1,-2-1 1,-8 11-81,1-4 643,-1-1-1,-27 26-642,44-50 47,-1-1 1,0-1-1,0 0 1,-1 0-1,0-1 0,0-1 1,-1 0-1,0 0 1,0-1-1,-11 3-47,23-9 14,0 1 0,0-1 0,0 0 0,0 1 0,0-1 0,0 0 0,0 0 0,0 0 0,0 0 0,0 0 0,0 0 0,0 0-1,-1 0 1,1 0 0,0 0 0,0 0 0,0-1 0,0 1 0,0 0 0,0-1 0,0 1 0,0-1 0,0 1 0,1-1 0,-1 0 0,0 1 0,0-1 0,0 0 0,0 0 0,1 1 0,-1-2-14,0-1 43,-1 0 0,2 1 1,-1-1-1,0 0 0,1 0 0,-1 0 1,1 0-1,0 0 0,0 0 1,0-1-44,0 3-3,1 0-1,-1 0 1,0 0 0,1 1 0,-1-1 0,0 0 0,1 0 0,-1 0 0,1 1 0,0-1 0,-1 0 0,1 1-1,-1-1 1,1 1 0,0-1 0,0 0 0,-1 1 0,1 0 0,0-1 0,0 1 0,0-1 0,-1 1 0,1 0-1,0 0 1,0-1 0,0 1 0,0 0 0,0 0 0,0 0 0,0 0 3,32-2-9,-31 2 8,5 0-2,4-1-2,0 1-1,0 0 0,0 1 1,-1 0-1,1 1 0,0 0 1,-1 1-1,1 0 1,7 4 5,0 1-17,0-1 0,0-1 1,1 0-1,-1-2 0,1 0 1,0-1-1,1 0 1,7-2 16,-16 0-15,1-1 1,-1 0 0,1-1 0,-1-1-1,0 0 1,0 0 0,0-1 0,0 0 0,0-1-1,0-1 1,-1 1 0,0-2 0,0 1-1,7-6 15,-7-2-875,-14 10-5058,-8 1 169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9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9234,'0'0'2513,"0"0"-1203,0 0-421,0 0-228,0 0 85,2 12 268,-2-11-1007,2 15 545,-1 0-1,0 0 1,-1 1 0,-1-1 0,0 0-1,-2 4-551,3-20 3,0 1 0,0-1 0,0 0 0,-1 0 0,1 0 0,0 0-1,0 1 1,0-1 0,0 0 0,0 0 0,0 1 0,0-1 0,0 0 0,0 0 0,0 0-1,0 1 1,1-1 0,-1 0 0,0 0 0,0 0 0,0 1 0,0-1 0,0 0 0,0 0-1,0 0 1,0 0 0,1 1 0,-1-1 0,0 0 0,0 0 0,0 0 0,0 0 0,0 0-1,1 0 1,-1 1 0,0-1 0,0 0 0,0 0 0,1 0 0,-1 0 0,0 0 0,0 0-1,0 0 1,1 0 0,-1 0 0,0 0 0,0 0 0,0 0 0,1 0 0,-1 0 0,0 0-1,0 0 1,0 0 0,1 0 0,-1 0 0,0 0 0,0 0 0,0 0 0,1-1 0,-1 1-1,0 0 1,0 0 0,0 0 0,0 0 0,1 0-3,1 0-5,50-2-168,0-2 1,28-6 172,44-12-4891,-53 9-1930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51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504 12 5193,'0'0'4784,"0"0"-1832,0 0-290,0 0 102,0 0-667,0 0-939,5-4-723,-4 3-428,-1 1 0,1-1 0,-1 0 0,1 1 0,0-1 0,-1 1 0,1 0 0,-1-1 0,1 1 0,0-1 0,-1 1 0,1 0 0,0-1 0,-1 1 1,1 0-1,0 0 0,0 0 0,-1 0 0,1-1 0,0 1 0,0 0 0,-1 0 0,1 0 0,0 1 0,0-1 0,-1 0 0,1 0 0,0 0-7,-1 20 280,-29 44 302,-18 9-233,-3-3 0,-3-2 1,-3-2-1,-3-3 1,-51 42-350,108-103-16,-6 6 18,-1 0-1,0-1 0,-1 0 0,-8 5-1,17-11-53,-1 0 0,1 0 0,0-1 0,0 1 0,-1 0 0,1-1 0,0 1 0,-1 0 1,1-1-1,0 0 0,-1 1 0,1-1 0,-1 0 0,1 0 0,-1 0 0,1 0 0,-1 0 0,1 0 0,0 0 0,-1 0 0,1-1 0,-1 1 0,1 0 0,0-1 0,-1 1 0,1-1 0,0 0 0,-1 1 0,1-1 0,0 0 0,0 0 0,0 0 0,0 0 0,-1 0 0,1 0 0,1 0 0,-1 0 0,0 0 0,0-1 0,0 1 0,1 0 0,-1 0 0,0-1 53,-2-8-1218,0-1-1,0 1 1,1-1 0,1 0-1,-1-2 1219,2-20-5196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51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12683,'0'0'1776,"0"0"-232,0 0 1545,0 0-1697,142 138-759,-111-106-353,2-2-272,1-2-16,10 7-320,-7-7-2201,-10-6-3384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52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2 6585,'0'0'4520,"0"0"-2005,0 0-212,0 0-93,0 0-589,0 0-643,-1-2 44,-3 9-901,-29 64 601,3 1 0,4 2 0,3 1-1,3 0 1,-4 37-722,21-84 86,1 1 0,1 26-86,1-52-7,0-1-1,1 1 1,-1 0 0,1 0-1,0-1 1,0 1 0,0-1-1,0 1 1,0-1 0,0 1-1,1-1 1,-1 0-1,1 1 1,0-1 0,0 0-1,0 0 1,0 0 0,0-1-1,0 1 1,0 0 0,0-1-1,1 1 1,-1-1 0,1 0-1,-1 0 1,1 0-1,-1 0 1,1 0 0,0-1-1,-1 1 1,1-1 0,0 1-1,-1-1 1,3 0 7,11 1-206,0-1 0,0 0 0,0-2 0,0 1 0,4-3 206,62-18-2455,-4-7-2686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52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8210,'0'0'4187,"0"0"-2161,0 0-328,0 0-177,0 0-392,-25 12-297,-75 39-60,98-49-725,0-1 0,-1 0 0,1 1 0,0-1 0,0 1 1,1 0-1,-1-1 0,0 1 0,1 0 0,-1 0 0,1 0 0,-1 1 0,1-1 0,-1 1-47,2-1 19,-1-1-1,1 0 0,0 0 1,0 0-1,0 1 1,0-1-1,0 0 1,0 0-1,0 0 0,0 0 1,0 1-1,1-1 1,-1 0-1,0 0 1,1 0-1,-1 0 0,1 0 1,-1 0-1,1 0 1,0 1-19,1 1 23,1 0 0,0 0 1,0 0-1,1 0 0,-1 0 1,0-1-1,1 1 0,0-1 1,2 1-24,38 18 154,-26-13-149,-1 1 1,1 0 0,-1 2-1,10 7-5,-23-15 14,0 1-1,0-1 0,-1 0 0,1 1 1,-1 0-1,0 0 0,0 0 0,0 0 0,-1 1 1,0-1-1,1 1 0,-1-1 0,-1 1 1,1 0-1,-1 0 0,0 0 0,0-1 1,0 1-1,-1 0 0,0 2-13,0-6 51,0 1 0,-1-1 0,1 0 0,-1 0 0,1 0 1,-1 0-1,1 1 0,-1-1 0,0 0 0,0 0 0,1 0 0,-1 0 0,0-1 0,0 1 0,0 0 0,0 0 0,0 0 0,0-1 1,0 1-1,0 0 0,-1-1 0,1 1 0,0-1 0,-1 1-51,-37 11 650,24-8-393,-24 11 199,28-10-436,1 0 0,-1-1 0,0-1 0,0 0 0,0 0 0,-1-1 0,-4 0-20,15-2-526,4-2-501,14-7-1627,4-3-2871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53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10122,'0'0'4417,"0"0"-2577,0 0 921,0 0-824,0 0-673,0 138-520,-8-108-352,-6-3-16,0 3-376,0-2 0,5-1-512,9 1-840,0-8-1313,6-10-2192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5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10690,'0'0'2398,"0"0"260,0 0-51,0 0-826,0 0-865,0 0-376,-19 8-43,-57 29-195,75-37-294,0 1 0,0-1 1,0 1-1,0-1 0,0 1 0,0 0 1,1-1-1,-1 1 0,0 0 1,0 0-1,0 0 0,1 0 0,-1 0 1,0 0-1,1 0 0,-1 0 0,1 0 1,-1 0-1,1 0 0,0 0 1,-1 0-1,1 0 0,0 0 0,0 0 1,0 1-1,0-1 0,0 0 0,0 0 1,0 0-1,0 0 0,0 0 1,0 1-1,1-1 0,-1 0 0,1 0 1,-1 1-9,25 28 90,-18-23-54,7 9-18,0 1 0,-1 1 0,9 16-18,-18-26 83,0 0 0,-1 0 0,0 1 0,0-1 0,-1 1 1,0 0-1,0 0 0,-1 0 0,0 0 0,0 7-83,-2-13 78,0 0 0,-1 0-1,1 0 1,0-1-1,-1 1 1,1 0 0,-1 0-1,0-1 1,0 1-1,0-1 1,0 0 0,-1 0-1,1 1 1,-1-2-1,1 1 1,-1 0 0,0 0-1,1-1 1,-1 1-1,0-1 1,0 0 0,0 0-1,-3 1-77,-10 4 279,0-1-1,-1 0 1,-15 2-279,-5-5-181,36-3 116,0 1 0,0 0 0,0-1 1,1 1-1,-1 0 0,0-1 0,1 1 1,-1-1-1,0 1 0,1-1 0,-1 1 0,1-1 1,-1 1-1,1-1 0,-1 0 0,1 1 1,-1-1-1,1 0 0,-1 0 0,1 1 1,0-1-1,0 0 0,-1 0 0,1 1 0,0-1 1,0 0-1,0 0 0,0 0 0,0 1 1,0-1-1,0 0 0,0 0 0,0 0 1,0 1-1,0-1 0,1 0 0,-1 0 1,0 0-1,0 1 65,9-21-3489,9 1-4855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53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13515,'0'0'2072,"0"0"-151,0 0 1215,0 0-1303,-11 140-609,3-105-496,-3-2-144,2-8-368,4-8-144,-1-4-72,4-6-592,2-7-688,0 0-1657,0-7-4784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54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13339,'0'0'2730,"0"0"-1115,0 0 109,0 0-366,0 0-582,-25 19-52,-75 64 24,97-80-707,0-1 1,1 0-1,-1 1 0,1-1 0,-1 1 0,1 0 0,0 0 1,0 0-1,0 0 0,0 0 0,1 0 0,-1 1 0,1-1 0,0 0 1,0 1-1,0-1 0,0 1 0,1-1 0,0 1 0,-1 0 1,1-1-1,0 1 0,1 0-41,-1 6 101,0-8-92,0 1 0,1-1 0,-1 0 0,0 0 0,1 0 0,-1 0 0,1 0 0,0 0 0,-1-1 0,1 1 0,0 0 0,0 0 0,1 0 0,-1-1 0,0 1 0,0-1 0,1 1 0,-1-1 0,1 1 0,0-1 0,-1 0 0,1 0 0,0 0 0,-1 0 0,1 0 0,0 0 0,0 0 0,0 0 0,0-1 0,0 1 0,0-1 0,1 1-9,10 1 6,-1-1 0,1 1 1,0-2-1,0 0 0,1-1-6,3 1 28,60 2-238,38 0-2057,-42-9-5866,-49 0-2017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54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9778,'0'0'2369,"0"0"-529,0 0 272,87 130-311,-65-60-385,-8 5 361,-9 3-345,-5-11-264,0-9-424,0-8-328,-8-10-256,-3-8-112,-3-4-48,3-5-112,2-3-520,9-15-672,0 0-1193,0-5-3200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54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11442,'0'0'3977,"0"0"-2336,0 0 1103,0 0-1231,0 0-1057,0 0-192,0 0-112,122 0-96,-80 2-56,-3 3-416,0-2-1321,-11-3-1992,-11 0-3440</inkml:trace>
  <inkml:trace contextRef="#ctx0" brushRef="#br0" timeOffset="0.99">6 186 12051,'0'0'2392,"0"0"-1128,0 0 985,0 0-1169,0 0-688,0 0-296,158 0-96,-91 0-688,-14 3-1384,-11-1-1985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5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90 332 9946,'0'0'2669,"0"0"-674,0 0 231,0 0-454,0 0-394,0 0-274,1-22-148,0 0-737,2-41 2036,-3-33-2255,-11-32 508,-3 174-617,-1 41 81,-7 33-138,-3 102 166,22-175-236,-1-9-1688,4-12-3528,0-18 598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55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5097,'0'0'1920,"0"0"-983,0 0 1111,0 0-792,0 0-407,187 0 135,-106-5-552,-12 3-432,-13-1-1032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8122,'0'0'1753,"0"0"-904,0 0-352,0 0 167,0 0 60,-2 14-133,1-7-615,0 5 280,0 0-1,-1 0 1,-1-1-1,0 1 1,0-1-1,-1 0 0,-1 0 1,0 0-1,-5 8-255,-10 5 303,16-20-286,0 0 0,-1 1 0,1 0 0,1 0 0,-1 0 0,1 0 1,0 0-1,0 0 0,1 1 0,-1 0 0,1-1 0,-1 7-17,32-11 131,39-3-520,0-4-1,-1-3 1,23-7 389,-6-1-2615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07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634 173 6025,'0'0'1601,"0"0"-819,0 0-67,0 0-132,11-21-17,33-66 491,-42 84-751,0-1-1,0 0 0,-1 0 1,1 1-1,-1-1 1,0 0-1,0 0 1,-1 0-1,1-2-305,-9-9 3022,1 6-1546,7 8-588,-16 10 1334,-186 250-634,138-190-1354,-3-3 0,-3-3 0,-2-4 1,-62 39-235,130-96-27,2 1-48,-1-1 1,0 0-1,-1 0 1,1 0-1,0 0 1,0-1-1,-1 1 1,1-1-1,-1 0 1,1 0-1,-1 0 1,0 0-1,1-1 1,-1 0 74,3-1-130,0 0-1,0 0 1,1 0-1,-1 0 1,0 0 0,1 0-1,-1 0 1,1 0-1,0 0 1,-1-1 0,1 1-1,0 0 1,-1 0-1,1-1 1,0 1 0,0 0-1,0 0 1,0-1 0,0 1-1,1 0 1,-1-1-1,0 1 1,1 0 130,-1-4-753,2-31-4370,10 0-2374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07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12275,'0'0'1920,"0"0"929,83 128-385,-44-61-559,6 3-633,-6-7-256,0-5-496,-6-13-128,-5-3-288,-3-14-40,-5-6-64,-7 1-432,-4-13-320,-4 2-576,9-12-665,-3 0-2752,9 0-5185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0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9498,'0'0'2433,"0"0"-1345,0 0 1256,0 0-247,-45 196-689,23-119-128,5 1-15,9-6-305,8-16-456,0-11-288,19-10-96,15-13-120,-1-7 0,3-2-216,-2-3-456,10-5-689,-8-5-1399,-2 0-3513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10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4097,'0'0'5969,"0"0"-2920,0 0-233,0 0-303,126 136-857,-110-74-559,-10 8-425,-6-2-104,-3-5-40,-16-11-216,-4-9-168,1-6-32,5-9-112,-2-11-8,5 1-648,3-3-1369,3-8-2752,8-4-1624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13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579 1 9634,'0'0'2582,"0"0"-475,-19 22-213,-4 5-1408,-7 8 511,1 0 0,-21 37-997,-82 124 4763,-65 63-4763,184-240-37,-18 19-355,29-36 167,1-1-1,0 0 1,0 0 0,-1-1 0,1 1-1,0 0 1,-1 0 0,1-1 0,-1 1-1,1-1 1,-1 1 0,1-1 0,-1 1-1,1-1 1,-1 0 0,1 0 0,-1 0-1,1 0 1,-1 0 0,0 0 0,1 0-1,-1-1 1,1 1 0,-1 0 0,1-1-1,-2 0 226,-11-9-6516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13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12947,'0'0'3000,"0"0"-1295,0 0 231,148 23-496,-90 12-287,-2 8-153,-9 9-136,-5 6-272,-9-1-280,-5 3-72,-3-5-128,6-4-104,-1-11-8,9-5-264,3-10-456,25-13-712,-11-7-2393,-3-5-4321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13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0 8466,'0'0'2134,"0"0"-286,0 0 54,0 0-670,0 0-481,0 0 112,-11 12 381,7-8-1120,-2 3 49,-1 0 0,1 0-1,1 0 1,-1 1 0,1 0-1,1 0 1,-1 1 0,1-1-1,1 1 1,0 0 0,0 0-1,0 4-172,-5 26 446,3 1-1,2 0 1,1-1-1,2 1 1,3 19-446,-3-53 16,1 1 0,0-1 0,1 0 0,-1 1 0,1-1 0,1 0 0,-1 0 1,1 0-1,0 0 0,0-1 0,1 1 0,-1-1 0,1 0 0,1 0 0,-1 0 0,1 0-16,3 1 55,0 0 0,0 0 0,0-1-1,0 0 1,1-1 0,0 1-1,0-2 1,0 1 0,0-2-1,2 1-54,13 3-437,-1-2-1,1-1 0,21 1 438,63-4-5322,-103 0 4862,46-4-4912,-10-4-3396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15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16363,'0'0'2017,"0"0"-1497,0 0 1408,0 0-895,-11 167-289,-3-119-448,-3-3-8,3-10-168,3-10-120,3-12 0,8-13-1160,5-5-3977,17-20-6210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15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1 592,'0'0'8057,"0"0"-5020,0 0-1507,0 0-11,0 0-696,0 0-368,-22 4 272,-68 17 137,88-21-829,0 1 0,1-1 0,-1 1 0,1-1 0,-1 1 0,1-1 0,-1 1-1,1 0 1,0-1 0,-1 1 0,1 0 0,0 0 0,-1 0 0,1 0 0,0 1 0,0-1 0,0 0 0,0 0 0,0 1 0,0-1 0,0 0 0,1 1 0,-1-1 0,0 1 0,1-1 0,-1 1 0,1-1 0,0 1 0,-1 0 0,1-1 0,0 1 0,0-1 0,0 1 0,0 0 0,0-1 0,0 1-1,1-1 1,-1 1 0,1 1-35,0 5 160,0-1-126,0 1 1,0-1 0,1-1 0,0 1-1,0 0 1,1 0 0,0-1-1,0 1 1,0-1 0,1 0-1,0 0 1,0 0 0,4 3-35,-3-3 47,0 0 1,-1 0-1,0 0 0,0 0 1,-1 0-1,0 1 0,0 0 1,0-1-1,-1 1 1,0 0-1,-1 0 0,1 0 1,-1 7-48,0-9 119,-1 0 1,0 0 0,0 0-1,-1 0 1,0 0 0,1 0-1,-2 0 1,1 0 0,-1 0-1,1 0 1,-1-1 0,-1 2-120,1-4 43,-1 1 1,1-1 0,-1 1 0,1-1 0,-1 0 0,0 0 0,0-1 0,0 1 0,0 0-1,0-1 1,0 0 0,0 0 0,-1 0 0,1 0 0,0 0 0,-1-1 0,1 1-1,-4-1-43,-82 18-590,51-9-2090,0-2-4845,33-6-514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16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3505,'0'0'8394,"0"0"-5826,0 0-1176,0 0 737,0 0-697,78 130-336,-61-70-295,-12 8-1,-5-1-120,0-4-208,-16-5-208,-4-8-176,-2-13-88,2-7 0,-5-5-384,6-7-1680,2-11-4138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16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6433,'0'0'5017,"0"0"-2672,0 0 207,0 0-511,0 0-953,0 0-656,0 0-32,58 2 184,-19 1-151,6-3-57,-3 2-360,-3 1-16,-9 2-64,-5-3-456,-8 1-841,-3-3-839,-6 2-465,-2-2-2584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17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7826,'0'0'1296,"0"0"928,0 0 329,0 0-1465,0 0-160,0 0-415,0 0-185,153 37-312,-125-37-8,-9 0-8,-5 0-681,-8 0-1847,-3 3-2681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4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7890,'0'0'1288,"0"0"-872,0 0 1264,-17 160-631,17-79-1,0 9-256,0-3-184,0-4-72,0-5-144,6 22-392,0-18-176,-4-9-6265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42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6529,'0'0'2521,"0"0"-1145,0 0-936,0 0 40,0 0 497,0 0-281,9 128 48,-9-78-320,2 0-216,4 30-208,-3-12-368,-1-3-4337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4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26 4961,'0'0'2058,"0"0"-861,0 0-416,0 0-383,0 0-216,0 0 60,0 0 267,0 0 381,0 0 75,0 0-53,0 0-63,0 0-155,0 0-103,0 0-105,0 0-175,0 0-174,0 0-38,-1-3 2471,-7-13-2326,0 14-200,0 0 0,-1 1-1,1 0 1,-1 1 0,1 0-1,-1 0 1,1 1 0,0 0 0,-8 2-45,6 0 25,1 2 0,-1-1 0,1 1 0,0 1-1,0 0 1,0 0 0,1 0 0,0 1-1,0 1 1,1-1 0,0 1 0,0 1-1,1-1 1,0 1 0,0 0 0,1 0-1,0 1 1,1-1 0,0 1 0,1 0 0,-1 0-1,2 1 1,0-1 0,0 1 0,1-1-1,0 1 1,1-1 0,0 1 0,1 0-1,0-1 1,0 1 0,1-1 0,4 10-24,-5-15-1,2 0 1,-1 0 0,0 0-1,1-1 1,0 1 0,0-1-1,1 1 1,-1-1 0,1 0-1,0 0 1,0-1 0,0 1-1,0-1 1,1 0 0,0 0-1,-1-1 1,1 1 0,0-1-1,0 0 1,0 0 0,0 0-1,5 0 1,11 2 145,1-2 0,0 0 0,-1-1 0,1-1 0,4-1-145,11 1 742,-23-33-3139,-8 13-1878,-1 0-3700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5369,'0'0'1742,"0"0"-522,0 0 112,0 0 53,0 0-34,0 0-116,-19 14-187,-62 49-188,68-51-748,1 0 1,0 1-1,0 0 0,2 1 1,-1 0-1,2 1 0,0 0 0,1 1 1,0-1-1,1 2 0,1-1 1,1 1-1,0 0 0,-1 11-112,-2 14 87,1 1 0,3 1 0,1-1 0,3 0 0,2 14-87,-2-47 12,1 0-1,0 0 1,1-1-1,0 1 1,1 0-1,0 0 1,0-1-1,1 0 1,0 1-1,1-1 1,0-1-1,0 1 1,1-1-1,0 0 1,0 0 0,1-1-1,0 1 1,0-2-1,1 1 1,6 4-12,5 1-714,1 0 1,0-1 0,1-1-1,0-1 1,1-1 0,0-1 0,0 0-1,14 1 714,20 2-5584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5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8042,'0'0'4041,"0"0"-2409,0 0-312,0 0-464,0 0 657,0 0-89,-39 143-416,17-101-416,3-4-392,2-3-200,6-8-144,5-9-1552,3-11-3033,3-7-6153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6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9 4825,'0'0'2953,"0"0"-605,0 0-323,0 0-386,0 0-488,0 0-377,-19-1 76,-59-6 250,72 7-979,0 0 1,0 0-1,0 0 1,0 1-1,0 0 0,1 0 1,-1 1-1,0 0 0,1 0 1,-1 0-1,1 0 0,-1 1 1,1 0-1,0 0 0,0 0 1,0 1-1,1 0 0,-1 0 1,1 0-1,0 0 0,0 1 1,1 0-1,-1-1 0,1 1 1,0 1-1,0-1 1,0 0-1,1 1 0,0 0-121,-4 8 28,2 0 0,-1 0 0,2 1-1,0 0 1,1-1 0,0 1 0,1 0-1,0 0 1,2 0 0,0 5-28,0-18 5,-1 0-1,1 0 1,0 0 0,0 0-1,0 0 1,0 0-1,0 0 1,0 0 0,1-1-1,-1 1 1,1 0 0,-1-1-1,1 1 1,-1-1 0,1 1-1,0-1 1,0 0 0,0 0-1,0 0 1,0 0 0,0 0-1,0 0 1,0 0 0,0-1-1,0 1 1,0-1 0,1 0-1,0 1-4,11 1 22,1-1-1,0 0 0,-1 0 1,1-2-22,-5 1 1,10 1-54,63-5-1446,-30-12-4294,-25 3-1740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6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7706,'0'0'1688,"0"0"-320,0 0 761,0 0-929,-22 155-592,11-122-416,3-3-144,5-13-48,0-7-1344,3-10-8858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7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4961,'0'0'863,"0"0"316,0 0 1133,0 0-385,0 0-626,0 0-417,-22 18-371,-65 55-195,86-73-308,-1 1 0,1 0 0,0 0 1,-1 0-1,1 0 0,0 0 0,-1 1 1,1-1-1,0 0 0,0 1 0,0-1 0,0 0 1,1 1-1,-1-1 0,0 1 0,1-1 1,-1 1-1,0 0 0,1-1 0,0 1 1,-1 0-1,1-1 0,0 1 0,0 0 0,0-1 1,0 1-1,0 0 0,1-1 0,-1 2-10,1-2 13,1 1 0,-1 0 0,1-1 0,-1 1 0,1-1 0,0 1 0,0-1 0,0 0 0,0 0 0,0 0 0,0 0 0,0 0 0,1 0-13,6 3 25,12 9-23,-1 1-1,0 1 1,-1 1-1,0 1 1,0 2-2,-13-12 22,0 0 0,0 0 0,-1 0 0,-1 0 0,1 1 0,-1 0 0,2 6-22,-4-10 53,-1 0 0,0 1-1,0-1 1,0 0 0,-1 1 0,1-1 0,-1 0-1,0 1 1,0-1 0,0 0 0,-1 1 0,0-1-1,0 0 1,0 1 0,-1 1-53,-1 1 173,-1 0 1,0 0-1,-1-1 1,1 0-1,-1 1 1,0-2-1,-1 1 1,1 0-1,-1-1 1,0 0-1,-1-1 1,1 1-1,-1-1 0,-6 3-173,2-1 32,-1-1-1,0 0 0,0-1 0,0 0 0,0-1 1,-1 0-1,1-1 0,-12 1-31,-36-2-2637,38-1-2110,9 0-3056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7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1 696,'0'0'8650,"0"0"-6538,0 0 33,27 152-81,-18-87-543,-4 3-257,-5 2-464,0 0-488,-8-2-216,-23 2-24,-8 3-72,-47 39-472,8-14-1600,0-11-3634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9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8282,'0'0'3899,"0"0"-1554,0 0-191,0 0-257,0 0-603,-9 13 164,-8 28-1181,-2-1 0,-2 0 1,-1-2-1,-2 0 1,-2-2-1,-1 0 0,-4 0-277,12-18-210,8-13-1529,5-14-4340,5-13-3938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49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7282,'0'0'2892,"0"0"-883,0 0-333,0 0-406,0 0-161,0 0 5,-21 17-93,-66 57-127,80-67-769,0 0-1,1 1 1,-1 0 0,2 1 0,-1-1-1,1 1 1,1 0 0,-1 0 0,2 0-1,-1 1 1,1-1 0,0 1 0,1 0 0,0 7-126,-4 8 215,2-8-77,0 1 1,2-1-1,0 1 0,0-1 0,2 1 0,0 0 0,1 3-137,0-16 10,-1-1-1,1 0 0,0 0 1,0 0-1,0 0 0,0 0 1,1-1-1,-1 1 0,1 0 1,0 0-1,0-1 0,1 0 1,-1 1-1,1-1 0,-1 0 1,1 0-1,0 0 0,0 0 1,1-1-1,-1 1 0,0-1 1,1 0-1,0 0 0,-1 0 1,1-1-1,0 1 0,0-1 1,0 0-1,0 0 0,0 0 1,0 0-1,2-1-9,15 2-108,1-1 0,-1-1 0,0-1 0,0-1 1,1-1-1,-1 0 0,12-5 108,25-11-2862,0-6-3446,-37 15-1452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51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5 1816,'0'0'2556,"0"0"-1115,0 0-586,0 0-341,-47-5 2928,45 6-3303,1-1 1,-1 1 0,0-1 0,0 1-1,1 0 1,-1 0 0,1 0 0,-1 0-1,1 0 1,-1 1 0,1-1 0,-1 0-1,1 1 1,0-1 0,0 0 0,0 1-1,0 0 1,0-1 0,0 1 0,0 1-140,-21 43 250,17-34 148,-23 52 691,3 2 0,-1 12-1089,16-46 141,2 1 0,2 1 0,1-1 0,2 1 0,0 18-141,3-43-4,1-1 0,0 1 0,0-1 0,0 1 0,1-1 0,1 0 0,-1 0 0,1 0 0,1 0 1,-1 0-1,1 0 0,1-1 0,-1 0 0,1 0 0,0 0 0,1 0 0,4 3 4,1 0-488,1 0 0,0-2 0,0 1 0,1-2 0,0 1 1,0-2-1,0 0 0,1 0 0,13 2 488,16 4-4186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51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4537,'0'0'3105,"0"0"-385,0 0-863,0 0-105,0 0-432,0 0-312,0 0 73,-28 118-121,17-85 32,-6-3-416,0-3-304,-2-4-152,-1-6-120,-5-9-992,6-6-2753,5-2-5241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52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0 1840,'0'0'4849,"0"0"-2556,0 0-467,0 0-377,0 0-585,0 0-270,-15 1 95,4 0-513,0 0 0,0 0 1,0 1-1,0 0 0,0 1 0,1 0 0,-1 1 0,1 0 0,0 1 0,0 0 0,-9 7-176,9-5 207,-9 5 134,2 1-1,-1 1 1,2 1 0,-9 10-342,24-25 6,0 0-1,1 1 1,-1-1-1,1 1 0,0-1 1,-1 0-1,1 1 0,-1-1 1,1 1-1,0 0 1,-1-1-1,1 1 0,0-1 1,0 1-1,-1-1 0,1 1 1,0 0-1,0-1 1,0 1-1,0 0 0,0-1 1,0 1-1,0-1 0,0 1 1,0 0-1,0-1 1,0 1-1,0 0 0,0-1 1,0 1-1,1-1 0,-1 1 1,0 0-1,0-1 1,1 1-1,-1-1 0,0 1 1,1-1-1,-1 1 0,1-1 1,-1 1-1,1-1 1,-1 0-1,1 1 0,-1-1 1,1 0-1,-1 1 0,1-1 1,-1 0-1,1 1 1,0-1-1,-1 0 0,1 0 1,-1 0-1,1 0 0,0 0 1,-1 1-1,1-1 0,0 0 1,-1 0-1,1-1-4,53 4 103,-37-3-76,-11 0-27,0 0 0,0 1 0,0 0 0,0 0 0,0 0 0,-1 1 0,1 0 0,-1 0 0,1 0 0,-1 1 0,0 0 1,1 0-1,-1 0 0,-1 1 0,1-1 0,0 1 0,-1 0 0,0 1 0,0-1 0,0 1 0,-1 0 0,1-1 0,-1 2 0,-1-1 1,1 0-1,0 0 0,-1 1 0,0 0 0,-1-1 0,1 1 0,-1 0 0,0 0 0,0 0 0,-1 2 0,0-2 127,-1 0-1,0 1 1,0-1 0,-1 0-1,0 0 1,0 0-1,0 0 1,-1 0-1,1 0 1,-2-1 0,1 1-1,0-1 1,-1 0-1,0 0 1,0 0-1,-2 1-126,-4 3 181,0 1 0,-1-1 0,0-1 0,0 0 0,-1-1 0,0 0 0,-3 1-181,13-7-33,0 0 1,0 0 0,0 0-1,0 0 1,0 0 0,0 0 0,0-1-1,0 1 1,0-1 0,-1 1-1,1-1 1,0 0 0,0 0 0,-1 0-1,1 0 1,0 0 0,0-1-1,0 1 1,-1-1 0,1 1-1,0-1 1,0 0 0,0 0 0,0 0-1,0 0 1,0 0 0,0 0-1,0 0 1,1-1 0,-1 1 0,0-1-1,1 1 1,-1-1 0,1 0-1,-1 0 1,1 1 0,0-1 0,-1-1 32,-1-4-653,1 0 0,-1 1 0,1-1 0,0 0 0,1 0 0,-1-1 0,2 1 0,-1 0 0,1 0 0,0-1 0,0-2 653,3-10-5845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5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0 6785,'0'0'3669,"0"0"-1636,0 0-460,0 0-436,0 0-372,-28 7 9,-89 23 198,108-28-863,1 0-1,0 1 1,0 0 0,0 1 0,0-1-1,1 1 1,-1 1 0,1 0 0,0 0-1,0 0 1,1 1 0,-1 0 0,1 0-1,1 0 1,-1 1 0,1 0 0,0 0 0,1 0-1,-1 1 1,1-1 0,1 1 0,0 0-1,0 1 1,0-1 0,1 0 0,1 1-1,-1-1 1,1 1 0,0-1 0,1 1-1,0 0 1,1-1 0,0 1 0,0-1 0,1 1-1,0-1-108,-1-3 8,0-1-1,1 0 0,0 0 0,0 0 1,0 0-1,0 0 0,1 0 1,0 0-1,0-1 0,0 0 1,0 1-1,0-1 0,0 0 0,1 0 1,0-1-1,-1 1 0,1-1 1,0 0-1,0 0 0,1 0 0,-1 0 1,0-1-1,0 0 0,1 0 1,-1 0-1,2 0-7,18 3-159,0-1 0,0-2 0,1 0 1,12-2 158,-7 0-790,23-4-2419,-23-7-2185,-11 2-3182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53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8026,'0'0'3104,"0"0"-495,0 0-185,87 153-631,-65-93-681,-8-2-296,-9-1-312,-5-1-200,0-6-192,-14-3-112,-19-4-112,-39 9-1120,5-9-2585,3-11-4688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53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11162,'0'0'3201,"0"0"-1425,0 0-815,0 0-289,0 0-304,0 0-168,-8 156-128,-9-114-24,-5 1-48,-23 12-536,3-10-1601,3-10-6777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0:5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0 5569,'0'0'7530,"0"0"-5938,0 0-976,0 0 473,0 0 127,0 0-232,11 130-144,-11-90 192,-14 3-335,-14 0-89,-8 2-344,-8 0-264,-20 12-96,11-12-1401,8-10-4192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1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36 7466,'0'0'1384,"0"0"-401,0 0 488,0 0-150,0 0-271,0 0 57,-9 18 60,-30 58-152,29-58-150,30-19 466,21-9-1043,-2-1 0,10-5-288,54-16-96,86-8-1913,-60 18-2084,-28 7-3116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3:41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36 116 7458,'0'0'5193,"0"0"-3177,0 0-1024,0 0-320,0 0 433,0 0-561,0 0-248,-33 75 32,30-70 16,3-2-136,0-3 48,25 0 64,25-18-312,20-7 24,16-8-32,48-14-648,-23 7-1592,-14 5-2937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46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22 2617,'0'0'1093,"0"0"14,0 0 8,0 0 145,0 0 99,0 0 21,0-5-107,0-11 458,-14 119-1433,5-44 125,0 40-423,9-92-14,-3 64 443,5 27-429,0-76-271,0 0 1,2-1-1,0 0 1,1 0-1,1 0 1,7 14 270,7 9-5703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31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2801,'0'0'7877,"0"0"-4880,0 0-1799,0 0-129,-15 23-198,-2 1-614,3-5 18,0 1 0,2 1-1,0-1 1,2 2 0,0 0 0,-1 8-275,3-5 425,1 2 1,1-1-1,1 1 0,2-1 1,1 1-1,1 0 1,1 16-426,1-40 19,-1 0 0,0 1 0,1-1 0,-1 0 0,1 1 0,0-1 0,0 0 0,0 0 1,1 0-1,-1 0 0,1 0 0,0 0 0,0 0 0,0 0 0,0-1 0,0 1 0,0-1 0,3 3-19,0-2 17,0 1 1,0-1-1,0 0 0,0-1 0,1 1 0,-1-1 0,1 0 0,0 0 0,0-1 0,2 1-17,10 0-299,0 0 0,1-1 0,-1-1 0,1 0-1,-1-2 1,8-1 299,36-14-3966,-8-5-2634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1:34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1 968,'0'0'7594,"0"0"-5290,0 0 185,0 0-249,56 135-527,-48-62-529,-8 7-144,0 5-240,-11-3-360,-17-4-208,-3-8-232,-30 15-328,8-22-1656,-2-11-3265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5:32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27 4689,'0'0'2695,"0"0"-224,0 0-310,0 0-693,0 0-422,0 0-381,-9-20 937,-38 17 233,38 1-1648,0 1 1,0 1-1,0-1 1,0 2-1,0-1 1,0 1 0,-2 1-188,8-1-2,-1 0 1,1 0 0,0 1-1,0-1 1,0 1 0,0 0 0,0 0-1,1 0 1,-1 0 0,0 0-1,1 1 1,0-1 0,-1 1 0,1 0-1,0-1 1,0 1 0,1 0-1,-1 0 1,1 0 0,-1 1 0,0 1 1,-2 8 23,0 1 1,1 0 0,0 0-1,1 0 1,1 0 0,0 0 0,1 0-1,0 1 1,2 3-24,-1-15 11,-1 0 0,2 0 0,-1 1 0,0-1 0,1 0-1,-1 0 1,1-1 0,0 1 0,0 0 0,0 0 0,0-1 0,0 1 0,1-1 0,-1 0 0,1 0-1,0 0 1,0 0 0,-1 0 0,1-1 0,0 1 0,0-1 0,1 0 0,-1 0 0,0 0 0,0 0 0,1 0-1,-1-1 1,0 1-11,15 2 90,0 0-1,0-1 0,1 0 1,8-2-90,-7 0 23,16 0-2494,-13-5-4134,-6-3-3680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5:33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10442,'0'0'2281,"0"0"-1409,0 0 872,0 0 89,0 0-489,-33 165-184,19-115-216,3-5-311,3-10-385,2-7-152,3-11-48,3-7-48,0-10-80,14-7-649,8-18-3583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5:33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6425,'0'0'2458,"0"0"-364,0 0-288,0 0-585,0 0-326,0 0-231,-21 16-128,-62 51 103,81-65-612,0-1-1,0 0 0,0 0 1,1 1-1,-1-1 0,1 1 1,-1 0-1,1-1 0,0 1 1,0 0-1,-1 0 1,1 0-1,1 0 0,-1 0 1,0 0-1,0 0 0,1 0 1,-1 0-1,1 0 0,-1 0 1,1 0-1,0 0 0,0 1 1,0-1-1,0 0 0,0 0 1,1 0-1,-1 0 1,1 0-1,-1 0 0,1 0 1,0 0-1,0 0 0,0 0 1,0 0-1,0 0 0,0 0 1,0 0-1,1-1 0,-1 1 1,1-1-1,-1 1 0,1-1 1,0 1-1,-1-1 1,1 0-1,0 0 0,0 0 1,1 1-27,-1-1 41,9 7-8,-1 1 1,0 0-1,0 0 1,-1 1-1,4 6-33,-9-11 31,-1 0 0,0 0 0,0 0-1,0 0 1,-1 1 0,0-1 0,0 1 0,0-1-1,-1 1 1,0 0 0,0 0 0,0 0 0,-1 5-31,0-9 83,0 1 0,0 0 0,0-1 0,-1 1 1,1-1-1,-1 1 0,0-1 0,0 0 0,0 1 1,0-1-1,0 0 0,0 1 0,-1-1 0,1 0 1,-1 0-1,0 0 0,1 0 0,-1-1 0,0 1 1,0 0-1,0-1 0,0 1 0,0-1 0,-1 0 1,1 0-1,0 1 0,-1-1 0,1-1 0,-1 1 0,1 0 1,-1-1-1,0 1-83,-12 1 220,0 1 0,0-2 1,0 0-1,0-1 0,-4-1-220,-2 1-269,24-8-2109,16 0-956,3-2-3205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5:33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10386,'0'0'1953,"0"0"-777,0 0 1096,0 0-599,0 0-633,0 0-568,-28 138-168,20-118-288,-3 0 160,0-2-112,0 2 16,-6-3-72,3 1 104,0-3-112,9-5-136,5-10-976,11 0-1817,14-3-5857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5:34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1 6937,'0'0'4975,"0"0"-2472,0 0-925,0 0-517,0 0-631,0 0-317,-18 2-46,-60 9 25,74-10-47,-1-1 0,1 2 0,0-1 1,0 0-1,0 1 0,1 0 0,-1 0 1,0 0-1,1 0 0,-1 0 0,1 1 0,0 0 1,0 0-1,0 0 0,0 0 0,0 0 1,1 0-1,-1 1 0,1-1 0,0 1 1,0 0-1,0-1 0,0 1 0,1 0 0,0 0 1,0 0-1,-1 4-45,1-2 24,0 0 0,1 1 0,0 0 0,0-1 0,0 1 0,1-1 0,0 0 0,0 1 0,1-1 0,-1 1 0,2-1 0,-1 0 0,0 0 0,1 0 0,2 1-24,36 44-64,-32-42 78,-1-1 0,-1 2 0,1-1 0,-2 1 0,1 0 0,0 3-14,-6-10 30,0-1-1,0 1 0,0 0 0,-1-1 0,1 1 0,-1 0 0,0-1 1,0 1-1,0 0 0,0-1 0,0 1 0,0 0 0,-1-1 0,1 1 0,-1 0 1,0-1-1,0 1 0,0-1 0,0 1 0,0-1 0,-1 0 0,1 1 1,-1-1-1,1 0 0,-1 0 0,0 0 0,0 0 0,0 0 0,0-1 0,0 1 1,0 0-1,-1-1 0,1 0 0,0 1 0,-1-1 0,-2 1-29,-13 6-84,0 0-1,-1-1 0,0-1 1,-16 3 84,18-5-744,-47 11-4144,36-10-962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17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98 4905,'0'0'6071,"0"0"-3064,0 0-1375,0 0-598,0 0-621,17-12-302,80-62-38,-85 63 316,-25 11 661,-8 2-536,-2-3-38,0 2 0,1 1 0,-1 0 0,1 2 0,0 0 1,-20 8-477,36-10 31,-1 0 0,1 1 1,0 0-1,0 0 1,0 0-1,1 1 1,-1 0-1,1 0 1,0 0-1,0 1 1,0 0-1,1 0 1,0 0-1,0 1 1,0-1-1,0 1 0,1 0 1,0 0-1,0 0 1,1 0-1,-1 1 1,1-1-1,1 1 1,-1-1-1,1 4-31,0-6 0,0 1 1,0 0-1,1 0 0,-1 0 0,1 0 0,0 0 0,1 0 0,-1 0 1,1 0-1,0 0 0,1 0 0,-1 0 0,1-1 0,-1 1 1,2 0-1,-1-1 0,0 1 0,1-1 0,0 0 0,0 0 0,0 0 1,0 0-1,1-1 0,-1 1 0,1-1 0,0 0 0,0 0 1,0 0-1,1-1 0,-1 1 0,1-1 0,-1 0 0,1-1 1,0 1-1,-1-1 0,1 1 0,0-2 0,0 1 0,0 0 0,0-1 1,0 0-1,0 0 0,2-1 0,6 1-532,1 0-1,-1-1 1,1 0 0,-1-2 0,7-1 532,34-19-5836,-31 10-602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17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6665,'0'0'6706,"0"0"-5354,0 0 1265,0 0-425,0 0-1232,-25 138-504,11-111-159,0-2-153,6-5-136,0-5-8,5-7-385,3-8-1695,0 0-2521,0-10-5721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18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9482,'0'0'1196,"0"0"-314,0 0 659,0 0-527,0 0-317,0 0 216,-17 18 131,-54 56-273,69-72-753,1 0 0,-1 0 1,0 0-1,1 0 0,-1 0 0,1 1 1,-1-1-1,1 0 0,0 1 0,0-1 1,0 1-1,1-1 0,-1 1 1,1 0-1,-1-1 0,1 1 0,0-1 1,0 1-1,0 0 0,0-1 0,0 1 1,0 0-1,1-1 0,0 1 1,-1-1-1,1 1 0,0-1 0,0 1 1,0-1-1,1 0 0,-1 1 0,1-1 1,-1 0-1,1 0 0,-1 0 1,1 0-1,2 1-18,0 2 25,19 24 44,-12-17-25,0 1 0,-1 0 0,0 1 0,-1 0 0,-1 1 0,0 0 0,-1 0-1,0 0 1,-2 1-44,-4-14 129,-1-1 1,0 0-1,0 1 0,0-1 0,0 0 0,-1 1 1,1-1-1,0 0 0,0 0 0,-1 1 0,1-1 0,-1 0 1,1 0-1,-1 1 0,0-1 0,1 0 0,-1 0 0,0 0 1,0 0-1,0 0 0,0 0 0,1 0 0,-2 0 0,1-1 1,0 1-1,0 0 0,0 0 0,0-1 0,0 1 0,0-1 1,-1 1-1,1-1 0,0 0 0,0 1 0,-1-1 1,1 0-1,0 0-129,-64 9 32,39-7 263,-15 3-270,31-5-60,-1 1 0,0 1 0,1 0 0,-1 0-1,1 1 1,-5 2 35,14-5-534,25-2-3234,9-11-2413,5-4-5650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18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3 7314,'0'0'3019,"0"0"-767,0 0-218,0 0-527,0 0-553,0 0-285,-14-2-199,1 2-338,0 0 0,0 0 0,0 1 1,0 1-1,0 0 0,-4 2-132,11-3 47,1 0 0,-1 1-1,1 0 1,-1 0 0,1 1 0,0-1-1,-1 1 1,2 0 0,-1 0 0,0 1-1,0 0 1,1 0 0,0 0 0,0 0-1,0 0 1,0 1 0,1 0 0,-1 1-47,3-3 5,0-1 0,0 0 0,0 0 0,0 1 0,1-1 0,-1 1 0,1-1 0,0 1 0,0-1 0,-1 0 0,2 1 0,-1-1 0,0 1 0,0-1 1,1 1-1,0-1 0,-1 0 0,1 1 0,0-1 0,0 0 0,0 0 0,0 1 0,1-1 0,-1 0 0,0 0 0,1 0 0,1 1-5,6 6 11,1 1 0,0-1 0,1-1 0,0 0-1,0-1-10,32 27 10,-37-27-9,0 0 0,0 1-1,-1 0 1,0 0 0,0 0 0,-1 0 0,0 1 0,0 0 0,-1 0 0,0 0 0,-1 0 0,0 0 0,0 1 0,-1-1 0,0 0 0,-1 1 0,0 5-1,-1-12 27,0 0 0,0-1 1,0 1-1,0-1 0,0 1 1,0-1-1,0 0 0,-1 0 1,0 1-1,1-1 0,-1 0 1,0 0-1,0 0 0,0-1 1,0 1-1,0 0 0,0-1 0,-1 0 1,1 1-1,0-1 0,-1 0 1,1 0-1,-1 0 0,1 0 1,-3 0-28,-7 3 170,0-1 0,-1 0 1,1 0-1,-13 0-170,-42-2-4233,36-2-519,7 1-6937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4:10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12691,'0'0'3897,"0"0"-2681,0 0 48,0 0-192,0 0-632,0 0-240,0 0-120,134 23-80,-98-21-1088,-11-2-1760,-11 0-3698</inkml:trace>
  <inkml:trace contextRef="#ctx0" brushRef="#br0" timeOffset="1">0 188 12347,'0'0'2888,"0"0"-1103,0 0 591,0 0-1200,0 0-543,0 0-361,162 15-184,-101-25-88,3-3-585,11-7-1583,-16 3-3009,-12-1-5825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2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70 244 11867,'0'0'3643,"0"0"-1604,0 0 51,0 0-343,0 0-592,0 0-322,3-5-247,9-18-181,-1-1 0,-2 0 0,3-11-405,-4 11 313,1 0 1,1 0 0,1 1 0,9-13-314,-20 36-1,0-1 0,0 1 0,1 0 0,-1 0 0,0 0 0,0 0 0,0 0 0,0 0 0,0 0 0,0 0 0,1 0 0,-1 0 0,0 0 0,0-1 0,0 1 0,0 0 0,0 0 0,1 0 0,-1 0 0,0 0 0,0 0 0,0 0 0,0 0 0,0 0 0,0 0 0,1 0 0,-1 0 0,0 1 0,0-1 0,0 0 0,0 0 0,0 0 0,1 0 0,-1 0 0,0 0 0,0 0 0,0 0 0,0 0 0,0 0 0,0 0 0,0 1 0,0-1 0,1 0 0,-1 0 0,0 0 0,0 0 0,0 0 0,0 0 0,0 1 0,0-1 0,0 0 0,0 0 0,0 0 0,0 0 0,0 0 0,0 1 0,0-1 0,0 0 0,0 0 0,0 0 0,0 0 0,0 0 0,0 1 0,0-1 0,0 0 1,4 21-143,1 25-65,1 107 233,-10 95-25,4-244-19,0-1 0,0 1 1,0-1-1,-1 1 0,1-1 0,-1 1 0,0-1 1,0 1-1,0-1 0,-1 0 0,1 1 1,-1-1-1,1 0 0,-1 0 0,0 0 1,0 0-1,-2 1 19,-2 0-52,1-1 0,-1 0-1,0 0 1,1 0 0,-1-1 0,-1 1 0,1-1 0,0-1 0,-1 1 52,-9 2-91,-1 0 0,0-2 1,0 1-1,0-2 0,-7 0 91,22 0-33,10 1-38,15 2-17,3-4 87,126-4-1097,-51-10-3991,-58 2-325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31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38 7482,'0'0'984,"0"0"-680,0 0 920,0 0-280,0 0-320,-70 148 145,65-133-121,5-5-288,0-7-136,8-3 512,31 0 272,17-5-608,19-15-248,22-10-152,76-28-304,-23 8-1776,-5 0-6114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33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4 3305,'0'0'4317,"0"0"-1725,0 0-466,0 0-559,0 0-726,0 0-379,-12-1 86,11 1-546,-8-1 128,1 0-1,-1 1 1,0 0 0,0 0 0,1 1 0,-1 1 0,0-1 0,1 1 0,0 1 0,-1-1 0,1 1 0,0 1 0,0 0-1,-3 2-129,-110 76 861,120-82-860,1 1 1,-1-1 0,0 1 0,1 0 0,-1-1 0,0 1-1,1 0 1,-1-1 0,1 1 0,-1 0 0,1 0-1,0-1 1,-1 1 0,1 0 0,0 0 0,-1 0 0,1 0-1,0 0 1,0-1 0,0 1 0,0 0 0,0 0-1,0 0 1,0 0 0,0 0 0,0 0 0,0 0 0,0-1-1,0 1 1,1 0 0,-1 0 0,0 0 0,1 0-1,-1-1 1,1 1 0,-1 0 0,1 0 0,-1-1 0,1 1-1,-1 0 1,1-1 0,0 1 0,-1-1 0,1 1 0,0-1-1,0 1 1,-1-1 0,1 1 0,1-1-2,46 26 196,-39-22-171,6 3-1,5 1-5,-1 2-1,0 0 1,-1 1-1,6 6-18,-19-14 1,-1 1 0,0-1 1,0 1-1,0 0 0,0 0 0,-1 1 0,0-1 0,0 1 1,0-1-1,0 1 0,-1 0 0,1 0 0,-1 0 0,-1 1 1,1-1-1,-1 0 0,0 1 0,0-1 0,0 2-1,-1 0 51,1-1 1,-1 1-1,0 0 0,-1-1 0,0 1 0,0-1 0,0 1 0,-1-1 0,1 0 0,-2 1 0,1-1 0,-1 0 0,0 0 1,-3 5-52,2-6 69,-1-1 1,0 1 0,0-1 0,0 0-1,0 0 1,0 0 0,-1-1 0,0 0-1,1 0 1,-1 0 0,0-1 0,-1 0 0,1 0-1,0 0 1,-3-1-70,-11 3-147,0-1 0,0-1 0,0 0 0,-4-2 147,24 0-79,-1 0-1,0 0 1,1 0 0,-1 0 0,0 0 0,1 0-1,-1-1 1,0 1 0,1 0 0,-1 0-1,0 0 1,1-1 0,-1 1 0,1 0 0,-1-1-1,1 1 1,-1-1 0,0 1 0,1 0-1,0-1 1,-1 1 0,1-1 0,-1 1-1,1-1 1,-1 0 0,1 1 0,0-1 0,0 1-1,-1-1 1,1 0 0,0 1 0,0-1-1,0 0 1,0 1 0,-1-1 0,1 0 79,3-27-5224,7 6-2238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34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1 8602,'0'0'1459,"0"0"-423,0 0 38,0 0-568,0 0-264,0 0 88,-19 5-27,-59 18-1,74-22-283,1 1 1,-1-1 0,0 1 0,1 0-1,-1 0 1,1 0 0,-1 0 0,1 1-1,0 0 1,0-1 0,0 1 0,1 0-1,-1 0 1,1 1 0,-1-1 0,1 0 0,0 1-1,0-1 1,0 4-20,-1 1 38,0 0 0,1 1 0,0-1 0,1 1 0,0 0-1,0 4-37,1-8 35,-1-1 0,1 0 0,1 0-1,-1 1 1,0-1 0,1 0 0,0 0-1,0 0 1,1 0 0,-1 0-1,1 0 1,-1 0 0,1 0 0,1 0-1,-1-1 1,1 2-35,4 3 198,1 0 0,0 0 1,1-1-1,-1 0 0,5 2-198,5 5 223,-7-6 54,-1 0-1,-1 1 1,0 0 0,0 1-1,-1-1 1,7 12-277,-12-18 76,-1 1 0,0 0 0,0 0 1,0 0-1,-1 0 0,1 0 0,-1 0 1,0 0-1,0 0 0,-1 1 0,1-1 1,-1 0-1,0 1 0,0-1 0,0 0 0,-1 1 1,1-1-1,-1 0 0,0 0 0,0 0 1,-1 1-1,0 1-76,0-3 30,0-1 0,1 0 0,-1 0 0,0-1 1,0 1-1,0 0 0,0-1 0,0 1 0,0-1 0,-1 1 0,1-1 1,0 0-1,-1 0 0,1 0 0,-1-1 0,1 1 0,-1 0 0,1-1 1,-1 0-1,-1 1-30,-64 2-1013,38-2-706,-7 2-1561,1 2-2968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34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12139,'0'0'2904,"0"0"-2144,0 0-103,0 0-9,0 0-392,0 148-136,0-103-120,-8 8-192,-6-11-1921,3-7-4936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35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54 7186,'0'0'2359,"0"0"-151,0 0-346,0 0-540,0 0-114,0 0-93,-5 0-266,2 0-810,-1 0 0,1 1 0,0 0 0,0-1 0,0 1 0,0 0 0,0 0 0,0 0 0,1 1 0,-1-1 0,0 1 0,0 0 0,1-1 0,-1 1 0,1 0 0,0 1 0,0-1 0,-1 0 0,2 1 0,-1-1 0,0 1 0,0-1 0,1 1 0,-1 0 0,0 2-39,-6 12 42,0 1 0,1 0 0,0 0-1,2 0 1,0 1 0,1 0 0,1 0 0,1 0 0,1 0-1,0 0 1,3 19-42,-2-34 30,1 1 1,-1 0-1,1 0 0,1-1 0,-1 1 0,1 0 0,-1-1 0,1 0 1,1 1-1,-1-1 0,1 0 0,-1 0 0,1 0 0,0 0 1,1-1-1,-1 1 0,1-1 0,-1 0 0,1 0 0,0 0 1,0-1-1,0 1 0,0-1 0,1 0 0,-1 0 0,1 0 1,-1-1-1,1 0 0,0 1 0,-1-2 0,1 1-30,6 1 63,0 0 0,0-1 0,0 0 0,-1-1 0,1 0 0,0-1 0,0 0 0,0-1 0,-1 0 0,1-1 0,-1 0 0,1 0 0,4-3-63,-4 0 130,0 0 0,0 0 0,-1-1 1,1 0-1,-2-1 0,1 0 0,6-7-130,-12 10 122,0-1 0,0 1 0,0-1-1,-1 0 1,0 1 0,0-1 0,0-1-1,-1 1 1,0 0 0,0-1 0,0 1-1,-1-1 1,0 0 0,0 1 0,-1-2-122,1-7 46,-1 0 1,-1 0-1,0 0 0,-1 0 1,0 0-1,-1 0 1,-1 1-1,0-1 1,-1 1-1,-1 0 0,0 0 1,-1 1-1,-1 0 1,0 0-1,-3-4-46,7 14-26,1 0 0,-1-1 0,0 1 0,1 1 0,-1-1 0,-1 1 0,1-1 0,0 1 0,0 1 0,-1-1 0,1 0 0,-1 1 0,0 0 0,1 0 0,-1 1 0,0-1 0,0 1 0,1 0 0,-1 0 0,0 0 0,-3 2 26,-10 0-306,-1 2 0,1 0 0,1 1 0,-13 6 306,-58 27-2366,2 4-2923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38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8826,'0'0'1252,"0"0"-174,0 0 73,0 0-517,-16 4-388,13-2-222,0 0 1,0 0-1,0 0 0,1 1 1,-1-1-1,1 1 0,-1-1 1,1 1-1,0 0 0,0 0 1,0 0-1,0 0 1,1 0-1,-1 0 0,1 1-24,1-3 8,0-1 0,0 1 0,0-1 0,0 1 0,1-1 0,-1 1 0,0-1 0,0 1 0,1-1 0,-1 0 0,0 1 0,0-1 0,1 1 0,-1-1 0,0 0 0,1 1 0,-1-1 0,1 0 0,-1 1 0,0-1 0,1 0 0,-1 1 0,1-1 0,-1 0 0,1 0 0,-1 0 0,1 0 0,-1 1 0,1-1 0,-1 0 0,1 0 0,-1 0 0,1 0 0,-1 0 0,1 0 0,-1 0 0,1 0 0,-1 0 0,1-1 0,0 1-8,77 5 258,1-3-1,-1-4 0,51-8-257,-39 1-2085,-12-1-4193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39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563 0 9130,'0'0'3863,"0"0"-2257,0 0-698,0 0 466,-17 29-159,-114 178 832,-110 136 982,127-186-2883,113-156-249,0 1-1,0-1 1,0 1-1,-1-1 1,1 0-1,0 1 0,-1-1 1,1 0-1,-1 0 1,1 0-1,-1 0 1,1 0-1,-1 0 0,0-1 1,0 1-1,1 0 1,-2-1 103,2 0-255,0 0-1,0 0 1,0 0 0,0 0 0,0 0 0,0-1 0,0 1 0,0 0 0,0-1-1,0 1 1,0-1 0,1 1 0,-1-1 0,0 1 0,0-1 0,0 0 0,0 1-1,1-1 1,-1 0 0,0 0 0,1 1 0,-1-1 0,0 0 0,1 0 0,-1 0-1,1 0 1,-1 0 0,1 0 0,0 0 255,-9-21-8966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3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11690,'0'0'1857,"0"0"151,0 0 809,103 138-1201,-53-71-239,0 1-473,3-3-384,-6-7-352,-5-6-88,-6-4-80,-8-8 0,-6-5-152,-2-8-504,13-4-793,-2-10-2311,2-8-1161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40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 10778,'0'0'1558,"0"0"-99,-16 29 205,-6 8-1114,-11 19 598,2 1-1,0 10-1147,11-22 1370,2 1 1,-4 20-1371,17-52 184,2 0 0,0 0 0,1 1-1,0-1 1,1 1 0,0-1 0,2 1 0,0-1 0,0 1 0,3 8-184,-3-19-9,0 0 1,1 0 0,-1 1 0,1-1 0,0 0 0,1 0 0,-1-1 0,1 1-1,-1 0 1,1-1 0,0 0 0,0 1 0,1-1 0,-1-1 0,1 1 0,-1 0-1,1-1 1,0 0 0,0 1 0,0-2 0,0 1 0,1 0 0,-1-1 0,3 1 8,8 1-861,2 0 0,-1-1 1,0 0-1,0-2 1,1 0-1,0-1 861,22-1-5154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40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14 9482,'0'0'2026,"0"0"-335,0 0 423,0 0-493,-24-3-645,-81-7-374,97 10-506,0-1 0,0 2 1,1-1-1,-1 1 0,0 0 0,0 0 1,1 1-1,-1 0 0,1 0 0,0 1 1,-1 0-1,1 0 0,0 1 0,1 0 1,-1 0-1,1 1 0,-4 2-96,7-4 18,1-1-1,-1 1 1,0 0-1,1 0 1,0 1-1,-1-1 1,1 0-1,0 1 1,1-1-1,-1 1 1,1-1-1,-1 1 1,1 0-1,0 0 1,1 0-1,-1 0 1,1 0-1,-1-1 1,1 1 0,0 0-1,1 0 1,-1 0-1,1 0 1,0 0-1,-1 0 1,2 0-1,-1-1 1,0 1-1,1 0 1,1 2-18,5 5 19,0 0 1,0 0-1,1-1 1,0 0-1,1 0 1,0-1 0,8 5-20,-6-5 17,0 1 0,-1 1 1,0 0-1,-1 1 1,0 0-1,2 4-17,-8-9 5,-1-1-1,0 0 0,0 1 1,0 0-1,-1 0 1,0 0-1,0 0 1,-1 0-1,0 0 1,0 0-1,-1 3-4,0-7 50,0 0 0,0 0 0,0 0 0,-1 0 0,0 0 0,1 0 0,-1 0-1,0 0 1,0 0 0,-1 0 0,1 0 0,0 0 0,-1-1 0,0 1 0,0-1 0,0 1 0,0-1 0,0 0 0,0 1 0,0-1-1,-1 0 1,1-1 0,-1 1 0,0 0 0,1-1 0,-1 1-50,-8 3 118,0-1 0,0 0 0,-1-1-1,1 0 1,-1-1 0,1 0 0,-1-1 0,0 0-1,-4-1-117,16-2-254,0 0-1,1 0 0,-1 0 0,1 0 1,-1 0-1,1 0 0,0 0 1,0 0-1,0 0 0,0 0 0,0 0 1,0 1-1,1-1 255,20-15-4310,3 4-2221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41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9634,'0'0'1912,"0"0"-479,0 0 1207,0 0-815,0 0-713,0 0-464,19 160-104,-19-130-272,0-3-88,0-7-184,0-5-56,0-5-1752,11-7-3497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41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14 9218,'0'0'1367,"0"0"-522,0 0 190,0 0-503,0 0-297,0 0 131,-16-3 299,-54-7 242,63 10-744,1 0 0,-1 1 0,1 0 0,0 0 0,-1 0 0,1 1 0,0 0-1,0 0 1,0 1 0,0-1 0,0 1 0,1 1 0,-1-1 0,1 1 0,0 0 0,-2 2-163,-4 3 278,1 2 0,0-1 1,0 1-1,1 1 0,-7 12-278,11-15 135,-1 1 0,2 0 0,-1 1 0,1-1 0,1 1 0,0-1 0,1 1 0,0 0 0,0 0 0,1 1 0,1-1 0,0 0 0,1 8-135,-1-17 31,1 1-1,0 0 0,0 0 1,0-1-1,0 1 1,1-1-1,-1 1 1,1-1-1,-1 1 0,1-1 1,0 0-1,0 0 1,0 0-1,0 0 1,0 0-1,1 0 0,-1-1 1,1 1-1,-1-1 1,1 1-1,-1-1 1,1 0-1,0 0 0,-1 0 1,1-1-1,1 1-30,9 3 98,1-1-1,-1 0 1,1-1 0,-1-1-1,3 0-97,16 0-733,-1-2 1,0 0-1,3-3 733,48-15-6144,-45 6-282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41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9882,'0'0'3209,"0"0"-1865,0 0-152,0 0 393,0 0-353,0 0-152,0 0-72,0 156-415,-11-126-377,2-3-128,7-7-88,2-7-24,0-11-657,19-2-1447,17-15-2001,1-7-4881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42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1592,'0'0'8315,"0"0"-5326,0 0-1735,0 0-137,0 0-497,-29 5-119,-93 17 228,116-21-628,1 0 0,0 1 0,-1-1 0,1 1 0,0 0 0,0 0 0,0 1 0,0 0 0,0 0 0,1 0 0,-1 0 0,1 1 0,0-1 0,0 1 0,0 0 0,1 1 0,-1-1 0,-1 3-101,3-1 78,-1 0 0,1 0 1,0 0-1,1 0 0,-1 1 0,1-1 0,1 0 1,-1 1-1,1-1 0,0 0 0,0 1 1,1 0-79,0-4 14,-1 0 1,1 0 0,0 1-1,0-1 1,1 0 0,-1 0-1,1 0 1,-1 0 0,1 0-1,0-1 1,0 1 0,0 0-1,0-1 1,1 1 0,-1-1-1,1 0 1,-1 0 0,2 1-15,63 37 206,-16-10-136,-47-28-68,0 1 0,0-1 1,-1 1-1,1 0 0,-1 0 1,0 0-1,0 1 0,0-1 1,0 1-1,0-1 1,-1 1-1,0 0 0,0 0 1,0 0-1,0 1 0,0-1 1,-1 0-1,0 1 0,0-1 1,0 1-1,0 3-2,-2-6 41,0 0 1,0-1-1,1 1 0,-1-1 0,0 1 1,-1-1-1,1 1 0,0-1 1,0 1-1,-1-1 0,1 0 0,-1 0 1,1 0-1,-1 0 0,1 0 1,-1 0-1,1 0 0,-1 0 0,0 0 1,0-1-1,0 1 0,-1-1-41,-47 15 873,47-14-835,-14 3-89,-1-1-1,1 0 1,0-2 0,-9 1 51,30-15-8787,8 3 714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42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9634,'0'0'1528,"0"0"225,3 26 83,23 172 998,-20-115-909,-3 1 0,-6 20-1925,3-102 24,0 14-34,-2-1 0,0 0-1,-1 0 1,0-1 0,-1 1 0,-1 0-1,0-1 1,-1 0 0,-1 0-1,0-1 1,0 0 0,-2 0 0,1-1-1,-11 11 11,13-15-2262,3-3-3205,2-5-4422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42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6305,'0'0'5954,"0"0"-4098,0 0-464,0 0 25,0 0-905,0 0-312,0 0 104,86 25-200,-67-23-104,6-2-824,-2 0-1545,-9 0-4800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4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10266,'0'0'1977,"0"0"-721,0 0 816,0 0-423,0 0-529,0 0-568,144 10-296,-105-10-8,-5 0-120,8 0-128,-6 0-872,-6-3-4129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43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78 255 10722,'0'0'2007,"0"0"270,0 0 385,0 0-826,0 0-390,-6-22-26,-18-71-193,21 80-725,1 0 0,0 0 0,1-1 0,0 1 0,1 0 1,0-1-1,2-1-502,-1-17 1854,-4 90-1983,-2 0 0,-6 19 129,2-18 9,3 0 0,1 22-9,4-55-379,0-17 47,1 0 1,0 1-1,0-1 1,1 1-1,2 6 332,-3-14-344,0 0 0,1 0 0,0-1 0,-1 1 0,1 0 0,0 0 0,0-1 0,0 1 0,0 0 0,0-1 0,1 1 0,-1-1 0,0 1 0,1-1 0,-1 0 0,1 1 0,-1-1 0,1 0 0,0 0 0,-1 0 0,1 0 0,0-1 0,0 1 0,0 0 0,-1-1 0,1 1 0,0-1 0,1 0 344,4 1-5375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6:43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3201,'0'0'5001,"0"0"-1128,0 0-1601,0 0 153,0 0-1129,0 0-120,0 0 48,86 10-543,-41-10-337,-1 0-80,-5 0-176,-5 0-88,-4-5-704,4-2-1249,-7-3-1880,-7 2-3592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03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8666,'0'0'2554,"0"0"-314,0 0-38,0 0-404,0 0-491,-2 0 2686,-2 5-3335,-5 21-304,0 1 0,2 0 0,1 0 0,1 0 0,1 1 0,1 13-354,0 50 724,5 30-724,1-7 248,-2-16 2,-5 154 283,1-204-478,-3 0 1,-2 0 0,-2 0-1,-4 7-55,6-36 27,5-32-833,4-50-1961,0 42 1510,0-23-4102,6 2-4108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04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47 140 4537,'0'0'4297,"0"0"-1610,0 0-629,0 0-412,0 0-463,0 0-338,4-7-109,0-1-512,0 1 0,0 0 0,1 1 0,1-1 0,-1 1 0,1 0 1,0 1-1,0-1 0,0 1 0,1 0 0,0 1 0,0-1 0,0 1 0,0 1 0,1-1-224,12-4 16,0 0 0,0 1 0,1 1-1,-1 1 1,1 1 0,1 1 0,-1 1 0,0 1 0,1 0 0,-1 2 0,13 2-16,-29-2 6,-1 0 0,1 1 0,-1 0 0,1 0 0,-1 0 0,0 1 0,1-1 0,-1 1 0,0 0 0,-1 0 0,1 1 0,-1-1 0,1 1 0,-1 0 0,0 0 0,0 0 0,-1 0 0,1 0 0,-1 0 0,0 1 0,0-1 0,0 1 0,-1 0 0,0-1 0,1 3-6,3 12 103,-1 0-1,-1 1 1,-1 0 0,0 0 0,-2 12-103,1-17 42,-2 0 0,0 0 0,-1 0 0,0 0 0,-1 0 0,-1-1 0,0 1 0,-4 7-42,5-16 31,0 1 0,-1-1 0,1-1 0,-1 1 0,0 0 0,-1-1 0,1 0 0,-1 0 0,0 0-1,-1-1 1,1 1 0,-1-1 0,1-1 0,-1 1 0,0-1 0,-1 0 0,1 0 0,-1-1 0,-5 2-31,-11 1 152,1-1-1,-1-2 1,0 0-1,-8-1-151,-53 5 30,-18 16-139,38 0-2715,58-20 1588,5-2-2930,1 0-1622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04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8850,'0'0'3998,"0"0"-1131,0 0-415,0 0-673,0 0-783,0 0-499,-15 11-17,3-2-355,6-5-68,0 1 0,0-1-1,0 1 1,1 0-1,-1 1 1,1-1-1,1 1 1,-1 0 0,1 0-1,0 0 1,0 1-1,1 0 1,0-1-1,0 1 1,-1 5-57,-14 55 545,3 1 0,3 1 0,3 0 1,3 0-1,2 24-545,4-85 2,1 1 0,0-1 0,0 0 0,1 0 0,0 1 0,0-1 0,1 0 0,0-1 0,0 1 0,1 0 0,0-1 0,1 0 0,-1 0 0,1 0 0,0-1 0,1 1 0,0-1 0,0 0 0,0-1 0,1 0 0,0 0 0,0 0 0,0-1 0,0 0 0,1 0 0,-1 0 0,1-1 1,0-1-1,3 1-2,5 2-458,1-1 0,0 0 1,0-1-1,0-1 0,0-1 1,0-1-1,0 0 0,0-1 1,1 0-1,-1-2 1,-1 0-1,1-1 0,14-6 458,23-12-5685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05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9618,'0'0'2606,"0"0"-638,0 0-303,0 0-322,0 0-139,24 16-207,75 55-99,-88-62-715,-1 0 0,-1 0 0,1 1 0,-2 1 0,1-1 0,-2 1 0,1 1 0,-2-1 0,4 8-183,13 21 351,9 9-242,-2 0 0,-3 2 0,-1 2 0,-2 2-109,-12-38-630,-12-17 530,0 0 0,1 0-1,-1 0 1,1 1-1,-1-1 1,1 0 0,-1 0-1,1 0 1,-1 0-1,1 0 1,0 0 0,-1 0-1,1 0 1,-1 0-1,1-1 1,-1 1 0,0 0-1,1 0 1,-1 0-1,1 0 1,-1-1 0,1 1-1,-1 0 1,1-1-1,-1 1 1,0 0 0,1-1-1,-1 1 1,0 0-1,1-1 1,-1 1 0,0-1-1,1 1 1,-1 0-1,0-1 1,0 1 0,1-1-1,-1 1 1,0-1 100,8-17-4729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05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 9994,'0'0'2397,"0"0"-609,0 0-60,0 0-371,0 0-368,-17 28-73,-92 171 779,87-158-1374,-1-1-1,-2-2 1,-1 0-1,-2-2 1,-2-1-1,-1-1 1,-8 4-321,38-37-42,1-1-203,18-7-2124,6-8-1106,4-1-931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05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9794,'0'0'2601,"0"0"-993,0 0 536,0 0-727,0 0-785,0 0-264,0 0 224,59 8-240,-32-8-176,4 0-104,0 0-16,-4 0-56,-1 0-48,-7 0-656,0 2-952,-5 1-689,-2-1-2280,-4-2-2896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06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7074,'0'0'3912,"0"0"-3216,0 0 841,0 0-377,0 0-752,0 0-208,0 0 488,0 23 537,26-23 71,7 0-576,9 0-432,2 0-184,-2 0-104,0 0-360,-9 0-1272,3 0-881,-8 0-2224,-8 0-2784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06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10186,'0'0'2514,"0"0"-627,0 0 72,0 0-645,0 0-649,0 0-379,27-2-56,-15 1-200,182-9 413,-192 10-442,0 0 1,1 0 0,-1 0 0,0 0-1,0 0 1,1 0 0,-1 1 0,0-1-1,0 1 1,1-1 0,-1 1 0,0 0-1,0 0 1,0 0 0,0 0 0,0 1-1,0-1 1,-1 0 0,1 1 0,0-1-1,0 1 1,-1 0 0,1-1 0,-1 2-2,1 1 6,0 1-1,-1 0 1,1-1 0,-1 1 0,0 0-1,-1 0 1,1 0 0,-1 0 0,0 0 0,0 3-6,-1-3 8,0 0 1,-1 0 0,1-1-1,-1 1 1,0 0 0,0-1-1,0 1 1,0-1 0,-1 0 0,0 0-1,0 0 1,0 0 0,0 0-1,-1-1 1,1 1 0,-1-1-1,0 0 1,-3 1-9,-15 13 76,-1-2-1,-20 10-75,34-19 21,-40 19 128,49-25-82,0 0-1,0 0 41,38 0 57,5-3-199,-21 1 11,1 0 0,-1 2 0,0 0 0,0 2 0,0 0 0,7 3 24,-24-4-4,0 0 0,0 1 0,0-1 0,0 1 0,-1 1 0,1-1-1,0 1 1,-1-1 0,0 1 0,0 1 0,0-1 0,0 0 0,0 1-1,-1 0 1,1 0 0,-1 0 0,0 0 0,0 1 0,-1-1 0,1 1-1,-1 0 1,0-1 0,0 1 0,-1 0 0,0 0 0,1 0 0,-2 0-1,1 1 1,0 1 4,-1-2 55,1-1 0,-1 1-1,0-1 1,0 1 0,0-1-1,-1 1 1,0-1 0,1 0-1,-1 1 1,-1-1 0,1 0-1,-1 1 1,0-1 0,0 0-1,0 0 1,0 0 0,-1-1-1,1 1 1,-1-1 0,0 1-1,0-1 1,-1 0 0,1 0-1,-1 0 1,1 0 0,-1-1 0,0 0-1,0 0 1,0 0 0,0 0-1,0 0 1,-4 0-55,-15 5 352,0-2 0,-1 0 1,0-2-1,1-1 0,-22 0-352,12 0-325,-81 0-1535,112-2-365,3 0-2433,3 0-3172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07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3305,'0'0'5414,"0"0"-2293,0 0-753,0 0-265,0 0-733,0 0-702,1 3-362,2 9-79,1-1 1,0 0-1,1 1 1,0-2 0,1 1-1,5 7-227,17 33 359,-15-20-156,-1 2-1,-1-1 1,-2 1-1,-1 1 1,-2-1-1,-1 1 1,-2 1 0,-1-1-1,-2 0 1,-3 29-203,2-56 16,0-1 1,-1 1 0,1-1-1,-1 1 1,-1-1 0,1 0-1,-1 0 1,0 0 0,0 0-1,-1-1 1,0 1 0,-3 3-17,-6 5 182,-1 0 1,0 0 0,-10 5-183,12-10-533,1 0 0,1 1 0,-1 0 0,2 0 0,-1 1 0,2 1-1,-5 6 534,12-17-2365,1-1-1575,0 0-3655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13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1 303 9394,'0'0'3814,"0"0"-1039,0 0-266,0 0-514,0 0-532,4 9 2505,14 37-4046,-3 16 97,-13-48-10,0-1 1,1 0-1,1 0 1,0 0-1,1 0 1,0-1-1,1 0 1,5 8-10,-10-19 8,0 0 0,0-1 0,0 1 0,0 0-1,0-1 1,0 1 0,1-1 0,-1 1 0,0-1 0,0 0 0,0 1 0,0-1 0,1 0 0,-1 0 0,0 0 0,0 0-1,1 0 1,-1 0 0,0 0 0,0 0 0,0-1 0,1 1 0,-1 0 0,0-1 0,0 1 0,0-1 0,0 1 0,0-1-1,1 0-6,40-23-29,-30 16 50,253-144 45,158-96-1442,-325 187-826,-17 9-2669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0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6369,'0'0'3117,"0"0"-542,0 0-381,0 0-466,0 0-518,0 0-26,5 2-26,5 2-914,0 0 0,0-1 1,1 0-1,0-1 0,-1 0 0,1-1 1,0 0-1,1 0-244,97-2-47,-47-1-78,-50 2-182,4 1-935,-7-3-3541,-6 0-960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08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4369,'0'0'1248,"0"0"429,0 0 726,0 0-412,0 0-313,0 0-162,8 6-71,-3-2-1254,1 0 0,-1 0-1,1-1 1,0 0-1,0 0 1,0 0-1,1-1 1,-1 0-1,0 0 1,1-1-1,-1 0 1,1 0 0,-1 0-1,1-1 1,0 0-1,1 0-190,46-1 484,61 2-108,-73 14-809,-18-1-6753,-20-11-694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17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9842,'0'0'2198,"0"0"-72,0 0-263,0 0-574,0 0-167,0 0-114,0-22-264,0-173 2657,31 452-1681,-24-181-1565,3 73 311,-10-148-440,0-1 25,0 0-22,0 0 9,0 0-166,0-18-3961,0 10-1006,0-4-4870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18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6769,'0'0'2150,"0"0"-21,0 0-432,0 0-699,0 0-321,0 0-40,0 0-9,0 0-10,0 0-87,22 0 671,168 10 585,380-25-1334,-16 0 123,-128 15-200,-293 0-6591,-138 0-1588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20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38 9154,'0'0'1511,"0"0"-103,0 0-82,0 0-691,0 0-237,0 0 277,-8 0 244,-9-1-216,0 1 0,-1 0 0,1 1-1,0 1 1,-1 1 0,-14 4-703,24-4 62,0 0-1,0 0 1,0 0-1,0 1 1,1 0 0,0 1-1,-1 0 1,2 0-1,-1 0 1,1 1 0,0 0-1,0 0 1,0 0-1,1 1 1,0 0 0,0 1-62,3-5 19,0 1 1,0 0-1,1-1 0,-1 1 1,1 0-1,0 0 1,0 0-1,0-1 1,1 1-1,-1 0 1,1 0-1,0 0 1,0 2-20,0-4 6,1 0 1,-1 0 0,0-1-1,1 1 1,-1 0 0,1 0-1,-1-1 1,1 1 0,0 0 0,0-1-1,0 1 1,0-1 0,0 1-1,0-1 1,0 1 0,0-1-1,1 0 1,-1 0 0,0 0-1,1 1 1,-1-1 0,1-1-1,-1 1 1,1 0 0,0 0-1,-1 0 1,1-1 0,1 1-7,32 5 46,1-2 1,-1-1 0,1-2-1,-1-2 1,1-1 0,0-2-47,-33 5 37,0-2 0,0 1-1,0 0 1,0-1 0,0 1 0,0-1 0,0 0 0,-1 0 0,1 0 0,0 0 0,0-1 0,-1 1 0,1-1-1,-1 1 1,1-1 0,-1 0 0,0 0 0,0 0 0,1 0 0,-2 0 0,1-1 0,0 1 0,0-1 0,-1 1 0,1-1-1,-1 0-36,1-5 186,0 0 1,0-1-1,-1 1 0,0 0 0,-1-1 0,0 1 0,0-1 0,-1-1-186,0-16-92,1 23 103,0-1 0,0 1 0,-1-1 0,1 1 0,-1-1 0,0 1 0,0 0 1,-1-1-1,1 1 0,0 0 0,-1 0 0,0 0 0,0 0 0,0 0 0,0 0 0,0 1 0,-1-1 0,1 1 0,-1-1 0,0 1 0,0 0 0,0 0 0,0 0 0,0 1 0,0-1 0,0 1 0,0-1 0,-4 0-11,-6-2-515,0 1 0,0 0 0,-1 1 0,1 0 1,-1 1-1,-13 1 515,24 2-4588,3 6-3499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21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187 103 6057,'0'0'1997,"0"0"-66,0 0 152,0 0-416,0 0-40,0 0 81,-10 0-343,2 0-1221,1-1 145,-1 1-1,1 0 1,-1 0 0,1 1 0,-1 0 0,1 0 0,-1 1-1,1 0 1,0 0 0,0 1 0,0 0 0,0 0-1,1 1 1,-6 2-289,7 0 27,-1 0 0,1 0 0,0 1 0,1-1 0,-1 1 0,1 0 0,1 0-1,-1 1 1,1-1 0,1 1 0,-1-1 0,1 1 0,0 0 0,1 0 0,0 0 0,0 0 0,1 0 0,0 0 0,1 0-1,-1 0 1,1 0 0,1 1-27,-1-6 7,0 1-1,0-1 0,0 0 1,0-1-1,0 1 0,1 0 0,0 0 1,-1-1-1,1 1 0,0 0 1,0-1-1,0 0 0,1 0 1,-1 1-1,1-1 0,-1-1 1,1 1-1,0 0 0,-1-1 1,1 1-1,0-1 0,0 0 0,0 0 1,0 0-1,0 0 0,0 0 1,3 0-7,12 2 26,0-1 1,0-1 0,-1 0-1,10-1-26,-15 0 19,-4 1 11,1-1 0,-1 0-1,1 0 1,-1 0-1,0-1 1,1 0-1,-1-1 1,0 0 0,0 0-1,0-1 1,0 0-1,0-1 1,-1 1 0,1-1-1,-1-1 1,6-4-30,-3 1 70,0 0 0,-1 0 1,-1-1-1,1 0 0,-1-1 1,-1 0-1,0 0 0,0-1 0,-1 0 1,-1 0-1,1 0 0,-2-1 1,0 0-1,0 1 0,-1-2 1,0 1-1,-1 0 0,-1 0 1,0-1-1,-1 1 0,0-6-70,-1 15-17,1-1 0,-1 0 1,0 1-1,-1-1 0,1 1 0,-1-1 0,1 1 1,-1 0-1,0 0 0,-1-1 0,1 1 0,0 1 0,-1-1 1,1 0-1,-1 1 0,0-1 0,0 1 0,0 0 0,0 0 1,0 0-1,-1 0 0,1 1 0,-1-1 0,1 1 1,-1 0-1,1 0 0,-1 0 0,0 0 17,-13-3-595,1 1-1,-1 0 0,0 1 1,1 1-1,-8 1 596,-36 0-5757,-1 0-5152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33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10 148 5353,'0'0'2649,"0"0"-466,0 0-272,0 0-456,0 0-422,0 0-239,3 2 410,-2 22-1112,-1-17 3,1 1 0,-1-1 0,0 0 0,-1 1-1,1-1 1,-1 0 0,-1 0 0,0 1 0,0-1-1,0-1 1,-1 2-95,3-8 14,0 0 0,0 1 0,0-1 0,-1 0-1,1 1 1,0-1 0,0 0 0,0 1 0,0-1 0,0 0 0,0 1-1,0-1 1,0 1 0,0-1 0,0 0 0,0 1 0,0-1 0,0 0-1,0 1 1,0-1 0,0 1 0,0-1 0,0 0 0,1 1 0,-1-1-1,0 0 1,0 1 0,0-1 0,1 0 0,-1 1 0,0-1 0,0 0-1,1 0 1,-1 1 0,0-1 0,1 0 0,-1 0 0,0 0 0,1 1-1,-1-1 1,0 0 0,1 0 0,-1 0 0,0 0 0,1 0 0,-1 0-1,0 0 1,1 0 0,-1 0 0,1 0 0,-1 0 0,0 0 0,1 0 0,-1 0-1,0 0 1,1 0 0,-1 0 0,1 0 0,-1 0 0,0 0 0,1-1-1,-1 1 1,0 0 0,1 0 0,-1-1-14,29-6 115,221-97-92,-81 32-2118,-51 24-2493,-12 7-4276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34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45 128 5249,'0'0'1732,"0"0"-185,0 0 322,0 0-271,0 0-441,0 0-267,-3-31 6318,-13 75-7259,11-33 52,1 0 0,0 0-1,1 1 1,0 0 0,1-1-1,0 1 1,1 0 0,0 5-1,30-23-257,36-18 185,-2-3-1,-1-3 73,44-19-716,92-31-3018,-115 47-1033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36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4441,'0'0'1918,"0"0"-734,0 0-161,0 0-86,0 0-4,0 0-109,0 0-712,0 0-1,1 0 1,-1 0 0,1 1 0,-1-1 0,0 0 0,1 0-1,-1 0 1,1 1 0,-1-1 0,0 0 0,1 0-1,-1 1 1,0-1 0,0 0 0,1 1 0,-1-1 0,0 0-1,1 1 1,-1-1 0,0 0 0,0 1 0,0-1 0,0 1-1,1-1 1,-1 0 0,0 1 0,0-1 0,0 1 0,0-1-1,0 1 1,0-1 0,0 0 0,0 1-112,0 135 784,0-135-764,0-1 84,11-2 124,-1 0-1,1-1 1,-1 0 0,1 0 0,-1-1-1,0-1 1,-1 0 0,1 0-1,-1-1 1,6-4-228,28-15 205,105-41-692,2 7 1,12 3 486,-79 28-1142,28-11-1688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54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5801,'0'0'1702,"0"0"-854,0 0-529,0 0-216,0 0-29,0 0 122,3 8 564,1 2-522,-1-1-1,0 1 1,-1-1-1,0 1 1,0 0-1,-1 0 1,-1 0-1,1-1 1,-2 1-1,1 0 1,-1 0-1,-1 0 1,0 0-1,0-1 0,-1 1 1,-4 7-238,8-17 22,-1 0 1,0 0 0,1 0-1,-1 0 1,0-1-1,1 1 1,-1 0-1,0 0 1,1 0-1,-1 0 1,0 0-1,1 0 1,-1 0-1,0 0 1,0 0 0,1 1-1,-1-1 1,0 0-1,1 0 1,-1 0-1,0 0 1,1 0-1,-1 0 1,0 1-1,0-1 1,1 0-1,-1 0 1,0 0 0,0 1-1,1-1 1,-1 0-1,0 0 1,0 1-1,0-1 1,0 0-1,1 0 1,-1 1-1,0-1 1,0 0-1,0 1 1,0-1 0,0 0-1,0 1 1,0-1-1,0 0 1,0 1-1,0-1 1,0 0-1,0 1 1,0-1-1,0 0 1,0 0-1,0 1 1,0-1 0,0 0-1,0 1 1,-1-1-1,1 0 1,0 0-1,0 1 1,0-1-23,28-14 254,-26 12-193,119-61-478,2 5 0,18 0 417,-135 55-73,117-46-3777,-12 3-4854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55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1 258 4481,'0'0'1095,"0"0"-32,0 0 907,0 0-82,0 0-421,0 0-232,5 0-226,-5 0-977,1 0-1,0-1 1,0 1-1,0 0 1,-1 0-1,1 0 1,0 0-1,0 1 1,0-1-1,-1 0 1,1 0-1,0 0 1,0 1-1,-1-1 1,1 0-1,0 1 1,0-1-1,-1 0 0,1 1 1,0-1-1,-1 1 1,1-1-1,-1 1 1,1 0-1,-1-1 1,1 1-1,-1 0 1,1-1-1,-1 1 1,1 0-1,-1-1 1,0 1-1,0 0 1,1 0-1,-1-1 1,0 2-32,1 39 626,-2-37-635,-7 119 2161,21-126-840,252-145-785,248-82-5286,-365 170-2022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56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33 7866,'0'0'2896,"0"0"-977,0 0-440,0 0-609,0 0-459,0 0-286,-1 18 210,-6 4 49,0-1 0,-2-1 0,0 1 0,-5 6-384,-8 17 209,20-39-170,-1 1 0,1 0 0,-1-1 0,-1 0 0,1 1 0,-1-1 0,0-1 1,0 1-1,0 0 0,-1-1 0,0 0 0,-4 3-39,8-6 256,6-2-149,0 1 1,0-1-1,0 0 1,0-1-1,0 1 1,-1-1-1,1 0 1,0 0-1,-1-1 1,0 1-1,1-1 1,-1 0-108,16-9 109,329-146-1457,-270 124-549,30-12-3202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7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26 328,'0'0'5062,"0"0"-1882,0 0-946,0 0-439,0 0-578,0 0-487,-28 10 5232,26-3-5966,0 0-1,-1 0 0,0 0 1,0-1-1,0 1 0,-1-1 1,0 0-1,0 0 0,0 0 1,-4 3 4,-6 10 12,-11 15 24,-18 28-18,65-64-199,23-12 200,-2-1 0,12-8-19,46-17 35,197-50-2285,-253 78 1450,61-16-3647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27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0 3329,'0'0'7976,"0"0"-4236,0 0-928,0 0-382,0 0-615,-6 1-584,4 0-1180,0 0-1,-1 0 1,1 0-1,0 0 1,0 1-1,0-1 1,0 0-1,0 1 1,0 0-1,0-1 1,1 1-1,-1 0 1,1 0-1,-1 0 1,1 0-1,0 0 1,-1 0-1,1 0 1,0 0-1,0 1 1,1-1 0,-1 0-1,0 3-50,-12 72 559,9-45-265,-58 572 1742,24-179-1739,34-392 103,-3 31-2238,7-64 1769,0-1 1,-1 1-1,1 0 0,0 0 0,0 0 1,0 0-1,0 0 0,0 0 0,0 0 1,0 0-1,0 0 0,0 0 0,0 0 1,0-1-1,-1 1 0,1 0 0,0 0 1,0 0-1,0 0 0,0 0 0,0 0 1,0 0-1,0 0 0,-1 0 1,1 0-1,0 0 0,0 0 0,0 0 1,0 0-1,0 0 0,0 0 0,0 0 1,-1 0-1,1 0 69,-2-42-3288,-1 1-3039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28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8970,'0'0'2799,"0"0"-154,0 0-38,0 0-708,0 0-675,26-16-370,85-51-255,-102 62-542,0 2 1,0-1 0,0 1-1,0 0 1,1 1 0,-1 0 0,1 1-1,-1 0 1,1 1 0,0 0-1,0 0 1,-1 1 0,7 1-58,18 0 70,-26-1-71,1 0 0,-1 0 1,0 1-1,1 0 0,-1 1 0,0 0 0,-1 0 1,1 1-1,0-1 0,-1 2 0,0-1 1,0 1-1,0 0 0,-1 1 0,1-1 1,-1 1-1,-1 0 0,1 1 0,-1 0 1,0-1-1,-1 2 0,1-1 0,-1 0 1,1 6 0,-1-4 17,0-1 0,-1 1 0,0 0 0,-1 0 0,0 0 0,0 0 1,-1 0-1,0 0 0,-1 0 0,0 0 0,0 1 0,-1-1 0,0 0 0,0 0 1,-1 0-1,-1 0 0,1 0 0,-2-1 0,1 1 0,-1-1 0,0 0 1,-5 6-18,-5 4 149,0-1 0,-2-1 0,0 0 0,-1-1 1,-1-1-1,0-1 0,-1 0 0,-4 1-149,-15 7 239,-1-1-1,-1-2 0,-32 10-238,63-25 19,-1 0 0,1-1 1,0 0-1,-1 0 0,1-1 0,-1-1 1,-1 1-20,10-2-59,1 1 1,-1 0-1,1 0 1,-1-1 0,1 1-1,-1-1 1,1 1 0,0 0-1,-1-1 1,1 1-1,-1-1 1,1 1 0,0-1-1,0 1 1,-1-1 0,1 1-1,0-1 1,0 1-1,-1-1 1,1 0 0,0 1-1,0-1 1,0 1-1,0-1 1,0 1 0,0-1-1,0 0 1,0 1 0,0-1-1,0 1 1,0-1-1,1 1 1,-1-1 0,0 0-1,0 1 59,9-25-3978,8 8-1200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2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0 12083,'0'0'2327,"0"0"-332,0 0-763,0 0-336,-25 30 141,-5 5-681,4-6-15,2 1 1,1 1-1,2 0 0,0 2 1,0 6-342,1-1 618,2 1 0,2 0 0,-8 29-618,19-51 114,1 1 1,0-1 0,2 0 0,0 1 0,0 0-1,2-1 1,0 1 0,1 0 0,1-1 0,2 6-115,-2-17-4,0 0 0,0 0 1,1 0-1,0 0 1,0-1-1,1 1 0,0-1 1,-1 0-1,2 0 0,-1 0 1,1-1-1,-1 0 1,1 0-1,0 0 0,1 0 1,-1-1-1,1 1 1,-1-1-1,1-1 0,0 1 1,0-1-1,6 1 4,5 2-314,1 0 0,-1-2-1,1 0 1,0-1 0,-1-1 0,1 0-1,10-2 315,25-7-2751,-10-10-2186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28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14107,'0'0'2929,"0"0"-1745,0 0 200,0 0 89,117 151-505,-73-84-152,3 3-328,-8-2-248,0-8-192,-8-7 0,-6-13-48,-5-13-72,-7-12-400,-4-12-488,-9-3-449,0-25-1183,0-3-6346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29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1 11442,'0'0'2557,"0"0"-801,-16 21 241,2-2-1545,-30 42 2174,-18 36-2626,27-38 1080,-103 183 1084,136-237-2259,-1-1 0,1 0-1,0 1 1,0 0-1,1-1 1,-1 1-1,1 0 1,0 0 0,0 3 95,37-8-8225,-11-8 1060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29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11803,'0'0'3896,"0"0"-3015,0 0 1103,0 0-480,0 0-335,0 0-585,0 0-328,151 17-208,-121-17-40,-7 3-8,-7-3-328,-7 2-945,-9-2-3208,0 0-6425</inkml:trace>
  <inkml:trace contextRef="#ctx0" brushRef="#br0" timeOffset="1">0 299 3121,'0'0'9154,"0"0"-7586,0 0 1153,0 0-905,0 0-752,0 0-720,176-3-264,-98-15-80,-17 6-1472,-8-3-3585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30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11971,'0'0'2644,"0"0"145,0 0-1162,0 0-806,0 0-331,28-10-172,90-34-147,-114 42-160,1 1 1,-1 0-1,1 0 0,0 0 0,0 0 1,-1 0-1,1 1 0,0 0 1,0 0-1,0 1 0,-1-1 0,3 1-11,-5 0 5,1 0 0,-1 0 0,0-1 0,0 1 0,0 1 0,-1-1 0,1 0-1,0 0 1,0 1 0,-1-1 0,1 1 0,-1-1 0,1 1 0,-1 0 0,1 0 0,-1-1-1,0 1 1,0 1-5,2 5 27,0 0-1,-1 1 1,0-1-1,-1 1 1,0-1 0,0 1-1,-1-1 1,0 1-1,-1 4-26,1 2 84,0 6-13,-1-1 0,-1 1 0,-1 0 1,-1-1-1,-1 0 0,0 0 0,-1 0 1,-2-1-1,0 0 0,-1 0 0,0-1 1,-2 0-1,0 0 0,-1-1 1,-1-1-1,-13 14-71,23-27 77,0 0 1,-1 0 0,1-1-1,-1 1 1,1-1 0,-1 1-1,0-1 1,0 0 0,0-1-1,0 1 1,0-1 0,0 1-1,0-1 1,0-1 0,-1 1-1,1 0 1,0-1 0,-1 0-1,1 0 1,0 0 0,-1-1-1,-2 0-77,5 0 14,1 0 0,1 0-1,-1 1 1,0-1 0,0 0 0,0 0 0,0 0-1,1 0 1,-1 0 0,0 0 0,1 0-1,-1-1 1,1 1 0,-1 0 0,1 0-1,0 0 1,-1-1 0,1 1 0,0 0-1,0 0 1,0-1 0,0 1 0,0 0 0,0 0-1,0-1 1,0 1 0,1 0 0,-1 0-1,1-1-13,-1 0 4,0-1-1,0 1 0,1 0 0,-1 0 0,1 0 1,0 0-1,-1 0 0,1 0 0,0 0 0,0 0 0,0 1 1,1-1-1,-1 0 0,0 1 0,1-1 0,-1 0 1,2 0-4,9-2 29,0 0 1,0 1 0,0 1 0,0 0 0,0 0-1,1 1 1,10 1-30,89 6 416,-97-3-448,-1 0 0,1 0 1,-1 1-1,1 1 1,-1 1-1,-1 0 0,1 1 1,-1 0-1,0 1 0,-1 0 1,9 8 31,-18-14-242,-1-1 0,1 1 0,-1-1 0,1 0 1,-1 0-1,1 0 0,0 0 0,0-1 0,-1 1 1,1-1-1,0 0 0,0 1 0,0-1 0,0 0 1,-1-1-1,3 1 242,6 0-1833,11 0-3713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3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5049,'0'0'6529,"0"0"-5200,0 0 1215,0 0-511,144 131-153,-105-59-424,-5 13-303,-15 8-137,-10 2-216,-9-2-328,0-11-312,0-9-72,-3-10-80,-8-13-16,-3-8-72,-11-2-720,5-12-1080,-2-11-3922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40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2817,'0'0'2792,"0"0"-831,0 0 983,0 0-1087,0 0-81,0 0 489,0 0-729,67 26-376,-40-26-480,7 0-408,2 0-200,3 0-72,-3 0 0,-2 0-304,-9 0-592,-9 2-2233,-10-2-6825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40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10882,'0'0'2713,"0"0"-1913,0 0 640,0 0-383,0 0 175,0 0-440,0 0-424,145 30-176,-73-30-192,-10 0-1544,-9 0-3553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41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85 4137,'0'0'5277,"0"0"-2580,0 0-224,0 0-604,0 0-660,0 0-338,4-6 444,24-8-1032,1 1 1,0 1-1,1 2 0,0 1 0,1 2 0,9-1-283,-32 6-5,-1 1 0,1 0 0,0 0 0,0 1 0,0 0-1,-1 0 1,1 1 0,4 0 5,-10 0-3,1 0 0,-1 0-1,0 0 1,0 0 0,0 0-1,0 0 1,0 0 0,0 1 0,0-1-1,0 1 1,0-1 0,-1 1-1,1 0 1,-1 0 0,1 0-1,-1-1 1,0 2 0,0-1 0,0 0-1,0 0 1,0 0 0,0 0-1,0 1 1,-1-1 0,1 0-1,-1 1 1,0-1 0,1 2 3,-1 3 4,0 0 0,0 0 0,-1 0-1,0 0 1,0 0 0,0-1 0,-1 1 0,0 0 0,0-1 0,-1 1-1,0-1 1,0 0 0,0 0 0,-1 0 0,0 0 0,0-1 0,0 1 0,-1-1-1,-1 1-3,-16 15 44,0-1-1,-1-1 0,-25 15-43,19-14 18,28-19-13,-3 3 18,-1 0 0,0-1-1,0 1 1,0-1-1,-1 0 1,1-1-1,-1 1 1,1-1 0,-1 0-1,0 0 1,0-1-1,0 0 1,-2 1-23,8-2 60,1-2-57,0 0 1,0 0-1,0 1 0,0-1 0,1 0 0,-1 1 1,1-1-1,-1 1 0,1 0 0,0 0 1,-1-1-1,1 1 0,0 0 0,0 0 1,0 1-1,0-1 0,1 0-3,34-15-3,-24 12 2,0 0 0,-1 1 0,1 0 0,0 1 0,1 1 0,1 0 1,-11 1-8,0-1 0,0 1 1,-1 0-1,1 1 0,0-1 1,-1 1-1,1-1 0,0 1 0,-1 0 1,1 1-1,-1-1 0,1 1 0,-1-1 1,0 1-1,1 0 0,-1 0 0,0 0 1,0 1-1,-1-1 0,1 1 0,0-1 1,-1 1-1,1 0 8,2 7 2,-1-1 1,1 1-1,-2 0 0,1 0 1,-1 1-1,-1-1 0,0 1 1,0-1-1,-1 1 0,0-1 1,-1 5-3,0-7 28,0-1 0,-1 1 0,0-1 0,0 0 0,-1 1 0,0-1 0,0 0 0,0 0 0,-1 0 0,0 0 0,0 0 1,-1-1-1,0 0 0,0 1 0,-1-1 0,-2 2-28,0-1 57,-1 0 0,0-1-1,-1 0 1,0 0 0,0 0 0,0-2 0,0 1 0,-1-1 0,0 0 0,0-1 0,0 0 0,-5 0-57,-10 1 74,0-1 0,-1-1 0,1-1 0,-14-2-74,30-1-55,1 1 0,0-1 1,-1 0-1,1 0 0,0-1 1,0-1-1,0 1 1,1-1-1,-1 0 0,-5-5 55,-30-14-5267,32 19 336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42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5417,'0'0'1747,"0"0"-313,0 0-202,0 0-437,0 0-54,0 0 221,11 0-8,360 18 2336,162-12-1394,129 33-1896,-575-29-1667,-87-10-2779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42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86 7538,'0'0'3930,"0"0"-1356,0 0-302,0 0-680,0 0-907,0 0-401,-8 10 80,8-9-363,-7 6 163,2 1 1,-1-1 0,1 1 0,0 1 0,-3 8-165,6-14 71,1 0 0,0 0 1,0 0-1,0 0 0,0 0 0,1 0 0,-1 1 1,1-1-1,0 0 0,0 0 0,0 1 1,0-1-1,1 0 0,-1 0 0,1 1 1,0-1-1,0 0 0,0 0 0,0 0 0,0 0 1,1 0-1,-1 0 0,1 0 0,0-1 1,0 1-72,5 4 99,0 0 1,1-1-1,-1-1 1,1 1 0,1-1-1,-1 0 1,1-1-1,-1 0 1,1 0-1,0-1 1,1 0 0,-1-1-1,9 2-99,1-1 43,0 0 0,0-1 0,0-2 0,0 1 0,0-2 0,13-2-43,-29 2 16,1 0 1,-1-1-1,1 1 0,-1 0 1,1-1-1,-1 0 0,0 0 1,0 0-1,0 0 0,0 0 1,0-1-1,-1 1 0,1-1 1,-1 0-1,1 0 0,-1 1 1,0-2-1,0 1 0,0 0 1,-1 0-1,1-1 0,-1 1 1,0-1-1,1 1 0,-2-1 1,1 1-1,0-1 0,-1-1-16,1-1 42,0-1-1,0 1 0,-1 0 0,0-1 0,0 1 0,-1-1 0,1 1 0,-2 0 0,1-1 0,-1 1 0,1 0 1,-2 0-1,1 0 0,-1 0 0,0 0 0,0 0-41,-6-7 152,-1 0-1,0 1 1,0 0 0,-1 1 0,-1 0-1,0 1 1,0 1 0,-5-3-152,13 9-94,-1 1 1,1 0-1,-1 0 0,0 0 1,1 1-1,-1-1 1,0 1-1,0 1 0,0-1 1,0 0-1,0 1 1,0 0 93,0 1-404,-1-1 1,1 1-1,0 1 1,0-1 0,1 1-1,-1-1 1,0 1 0,0 1-1,1-1 1,-1 1 0,1-1-1,0 1 1,-2 2 403,-17 13-7004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43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31 8242,'0'0'2658,"0"0"-310,0 0-255,0 0-425,0 0-449,0 0-288,-18 12-214,-56 38-1,69-44-587,-1-1 0,1 0 0,0 1-1,1 0 1,-1 0 0,1 1 0,0-1-1,0 1 1,1 0 0,0 0-1,1 0 1,-1 0 0,1 0 0,0 1-1,0 6-128,-2 4 247,1-7-149,0 1-1,1 0 0,0 1 1,1-1-1,0 0 0,1 0 1,1 1-1,1 7-97,-1-16 10,0 0-1,0-1 0,0 1 1,0 0-1,1-1 1,-1 1-1,1-1 1,0 1-1,0-1 0,0 0 1,1 0-1,-1 0 1,1 0-1,0 0 1,0-1-1,0 1 0,0-1 1,0 0-1,0 0 1,1 0-1,-1 0 1,1 0-1,-1-1 0,1 0 1,0 0-1,-1 0 1,1 0-1,2 0-9,25 4 83,1-2 0,0-1 0,0-1 1,1-2-1,-1-1 0,4-3-83,-24 3 32,-1 0 1,1-1-1,-1-1 0,0 0 1,0 0-1,0-1 1,0-1-1,-1 1 0,0-2 1,2-1-33,-7 4 48,0 0 0,0 0 0,0-1 0,0 0 1,-1 0-1,0 0 0,0 0 0,0-1 0,0 1 0,-1-1 1,0 0-1,-1 0 0,1 0 0,-1-1 0,0 1 0,0-1 1,-1 1-1,0-5-48,0-4 59,0 0 0,-2 0 1,0 1-1,-1-1 0,0 0 1,-1 1-1,-1 0 0,0-1 1,-5-10-60,7 19-52,-1 0 0,0 0 0,-1 0 1,1 1-1,-1-1 0,0 1 0,0 0 1,0 0-1,-1 0 0,0 1 0,0-1 1,0 1-1,-1 0 0,1 1 1,-1-1-1,0 1 0,0 0 0,0 1 1,0-1-1,-1 1 0,1 1 0,0-1 1,-4 0 51,-14 0-1427,0 1 0,1 2 0,-16 1 1427,-14 6-6515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49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1792,'0'0'9785,"0"0"-5587,0 0-337,0 0-1598,0 0-1221,-4 18-321,1 30-105,1 0-1,2 0 1,3 0-1,2 6-615,3 95 815,-7 1-308,7 189-519,-7-325-1913,-2-21 899,-6-50-2380,-5 9-2844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49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0 188 10178,'0'0'2973,"0"0"-986,34-24 121,117-76-655,-136 91-1269,0 0 0,1 1 0,0 1 1,1 1-1,-1 0 0,1 1 0,0 1 0,1 1 1,-1 0-1,1 1 0,-1 1 0,1 1 1,0 0-1,16 3-184,-28-2 23,0-1 1,-1 1-1,1 0 0,-1 1 1,1 0-1,-1 0 0,0 0 1,1 0-1,-1 1 1,0 0-1,-1 0 0,1 0 1,0 0-1,-1 1 0,0 0 1,0 0-1,0 0 1,0 1-1,-1-1 0,1 1 1,-1 0-1,-1-1 0,1 2 1,0-1-1,-1 0 1,0 0-1,-1 1 0,1-1 1,-1 1-1,1 3-23,0 2 45,-1 0-1,0-1 1,-1 1 0,0 0-1,0 0 1,-1 0 0,-1 0 0,0-1-1,0 1 1,-1-1 0,0 1-1,-1-1 1,0 0 0,-1 0-1,0-1 1,-1 2-45,-8 8 114,0-1-1,-2 0 1,0-1-1,-1-1 1,0 0-1,-2-1 1,0-2-1,-10 7-113,13-10 21,-1-1 1,0 0-1,0-1 0,-1 0 0,0-2 0,-1 0 1,1-1-1,-1-1 0,0-1 0,-9 0-21,27-2-39,0-1-1,0 0 0,0 0 1,0 0-1,0 1 0,0-1 1,0 0-1,0 0 0,0 0 1,1 0-1,-1-1 0,0 1 1,0 0-1,0 0 0,0 0 0,0-1 1,0 1-1,0-1 0,0 1 1,1 0-1,-1-1 0,0 0 1,0 1-1,1-1 0,-1 1 1,0-1-1,1 0 0,-1 1 1,0-1-1,1 0 0,-1 0 1,1 0-1,-1 1 0,1-1 1,0 0-1,-1 0 0,1 0 0,0 0 1,0 0-1,-1 0 0,1 0 1,0 0-1,0 0 0,0 0 1,0 0-1,0 0 0,0 1 1,1-1-1,-1 0 0,0 0 1,0 0-1,1-1 40,1-3-494,0 0-1,0 0 1,0 0 0,1 1 0,0-1 0,0 1-1,0-1 1,3-2 494,26-23-5402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50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11963,'0'0'2701,"0"0"-927,0 0-359,-16 22-156,1-2-903,-3 3 77,1 0 0,1 0 0,1 2 1,2 0-1,-4 10-433,-1 7 842,2 1 0,-1 11-842,12-37 92,1-1 0,1 1 0,1 0-1,0 0 1,2 1 0,-1-1 0,3 11-92,-1-24 5,0 0-1,0 0 1,1 0 0,-1 0 0,1-1-1,0 1 1,0-1 0,0 1-1,1-1 1,-1 0 0,1 0-1,0 0 1,0 0 0,0 0-1,0-1 1,0 1 0,1-1 0,-1 0-1,1 0 1,-1 0 0,1-1-1,0 1 1,0-1 0,3 1-5,15 5 9,0-2 0,0 0 0,0-1 0,1-1-9,-13-2 3,30 4-629,0-1 0,19-3 626,-42-1-1846,-1-1 0,0-1 0,1-1 0,7-2 1846,19-11-11044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50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10114,'0'0'2585,"0"0"-353,0 0 497,0 0-1025,150 163-432,-111-100-335,0-1-345,3-2-104,-1-10-368,-2-10-64,-3-9-56,-5-11-384,-3-15-712,-11-5-1121,-6 0-2584</inkml:trace>
  <inkml:trace contextRef="#ctx0" brushRef="#br0" timeOffset="1">435 18 11378,'0'0'2185,"0"0"343,0 0 65,-131 175-737,78-110-487,0-5-329,11-7-656,12-11-216,10-12-168,9-9 0,11-11-176,0-3-408,0-2-408,17-5-1049,5 0-2400,3 0-4017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50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12995,'0'0'4769,"0"0"-3761,0 0 744,0 0-199,0 0-945,0 0-440,167 13-168,-139-8-144,-6 2-992,-6 1-3065,-13-1-3601</inkml:trace>
  <inkml:trace contextRef="#ctx0" brushRef="#br0" timeOffset="1">1 203 10898,'0'0'2929,"0"0"-449,0 0 465,0 0-1377,0 0-887,0 0-457,198-18-224,-121 18-32,-15 0-793,-9 0-4768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51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164 191 11739,'0'0'2887,"0"0"-64,0 0-835,-2-25-661,-6-75-158,2 50 133,6 50-1249,0-1-1,0 0 1,0 1 0,0-1-1,0 0 1,-1 1 0,1-1-1,0 0 1,0 1-1,-1-1 1,1 0 0,0 1-1,-1-1 1,1 1-1,-1-1 1,1 0 0,-1 1-1,1-1 1,-1 1-1,1 0 1,-1-1 0,1 1-1,-1-1 1,0 1-1,1 0 1,-1-1 0,1 1-1,-1 0 1,0 0-1,1 0 1,-1 0 0,0-1-53,0 23-167,3 55 226,2-2-1,13 63-58,-15-125-45,0-1 0,-1 1-1,0 0 1,-1-1 0,-1 9 45,0-20-10,0 0 1,1 1-1,-1-1 1,0 0 0,0 1-1,0-1 1,0 0 0,0 0-1,0 0 1,0 0 0,0 0-1,-1 0 1,1 0-1,0 0 1,-1-1 0,1 1-1,0 0 1,-1-1 0,1 1-1,-1-1 1,1 1 0,-1-1-1,1 0 1,-1 0-1,1 0 1,-2 0 9,-50 4-235,40-4 212,-48 3 95,99 7-371,102-4 387,-68-11-1882,-7-10-3997,-27-2-2968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51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12443,'0'0'3920,"0"0"-1800,0 0-832,0 0-411,9 24 186,65 170 896,-60-148-1731,-3 0-1,-1 0 1,-2 1 0,-3 0-1,-1 0 1,-3 1-1,-2-1 1,-2 6-228,-3-17-269,1-12-1920,3-7-3012,2-16-2925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51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10658,'0'0'5633,"0"0"-3576,0 0-185,0 0-735,0 0-649,0 0 168,0 0-288,155 5-128,-104-2-216,-7-3-24,-5 3-400,-3-3-1200,-11 0-2385,-11 0-3641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52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12187,'0'0'1808,"0"0"1369,0 0-681,158 2-1384,-60-2-767,33 0-345,-26 0-1249,-27 0-4384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59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56 6313,'0'0'3078,"0"0"-885,0 0-283,0 0-85,0 0 5,0 0-82,13-4 2369,58-15-3806,-31 10-294,1 0-1,0 3 1,0 2 0,39 0-17,-79 4-6,0 1-1,1-1 1,-1 1 0,0-1 0,0 1 0,0 0 0,0-1-1,0 1 1,0 0 0,0 0 0,0 0 0,0 0 0,0 0-1,-1 0 1,1 0 0,0 0 0,0 0 0,-1 0 0,1 0 0,-1 1-1,1-1 1,-1 0 0,0 0 0,1 0 0,-1 1 0,0-1-1,0 0 1,0 1 0,0-1 0,0 0 0,0 0 0,0 1-1,-1-1 1,1 0 6,0 5-23,0 0 0,-1 0 0,1 0 0,-1 0 0,0-1 0,-1 1 0,-1 3 23,0-2 4,-1-1 0,0 0 1,0 0-1,-1 0 0,0 0 0,0-1 1,0 0-1,0 0 0,-1 0 0,0 0 0,0-1 1,-3 2-5,-17 8 36,0-1 1,-19 7-37,7-4 9,43-17-60,0 0 0,0 0 0,0 1 0,0 0 0,0 0 1,0 0-1,0 0 0,3 2 51,13-1-125,-13-1 123,-1 0 0,0 0 0,1 1 0,-1 0 0,0 0 0,0 1-1,0 0 1,0 0 0,0 1 0,4 2 2,-7-3-1,-1 0 0,1 1-1,-1 0 1,0 0 0,0 0-1,0 0 1,0 0 0,-1 1 0,1-1-1,-1 1 1,0-1 0,0 1 0,0 0-1,0 0 1,-1 0 0,1 0-1,-1 0 1,0 4 1,1-3 7,-1 0 1,0 0-1,0 0 0,-1-1 0,1 1 1,-1 0-1,0 0 0,-1 0 1,1 0-1,-1 0 0,0 0 0,0-1 1,0 1-1,-1 0 0,0-1 0,0 1 1,0-1-1,0 0 0,-1 1 0,1-1 1,-1 0-1,0 0 0,-1 0-7,-2 1 18,-1 1 0,0-1-1,0-1 1,-1 1 0,1-1 0,-1 0-1,0-1 1,0 0 0,0 0 0,0-1-1,-1 0 1,-8 1-18,-1 0 64,-1 0 1,1-1-1,-1-1 0,-18-2-64,31 1-53,1-1-1,-1 1 1,1-1 0,-1-1 0,1 1 0,-1-1-1,1 0 1,0 0 0,0-1 0,0 1-1,0-1 1,0 0 0,0 0 0,1-1 0,0 1-1,-1-1 1,-2-5 53,5 7-513,-2-2-245,1 3-2601,3 1-1782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7:59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9762,'0'0'3029,"0"0"-866,0 0-393,0 0-98,31 1-329,189 1 707,290-5-1593,-497 6-3962,-7 2-945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0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17 124 7138,'0'0'2105,"0"0"-206,0 0-465,0 0-506,0 0-192,-2 22 54,0 73 142,2-92-859,0 0 0,1 0 0,0 0 1,0 0-1,0 0 0,0 0 0,0-1 0,0 1 0,1 0 0,0-1 0,-1 1 0,1-1 0,0 1 1,0-1-1,0 0 0,0 0 0,1 0 0,-1 0 0,1 0 0,0 0-73,5 3 243,-1-2-1,1 1 1,0-1 0,0 0-1,6 1-242,-6-2 179,4 1 34,0 0-1,1 0 1,-1-2 0,1 1 0,-1-2-1,1 0 1,-1 0 0,1-1-1,0-1 1,1 0-213,-10 1 59,1 0 0,-1 0 0,0 0 0,0 0 0,0-1 0,1 0 0,-1 0 0,-1 0 0,1 0 1,0-1-1,-1 1 0,1-1 0,-1 0 0,0 0 0,0 0 0,0 0 0,0-1 0,0 0 0,-1 1 0,0-1 0,1 0 0,-1 0 0,-1 0 0,1 0 0,-1 0 0,1 0 0,-1-1 0,-1 1 1,2-5-60,-2 1 96,1 0 1,-1 0 0,0 0 0,-1 0-1,0 0 1,0 0 0,0 0 0,-1 1 0,-1-1-1,1 0 1,-1 1 0,0-1 0,-1 1 0,-2-4-97,0 3 42,-1 0 0,0 0 1,0 0-1,0 1 1,-1 0-1,0 0 1,-1 1-1,1 0 0,-1 1 1,0 0-1,-2-1-42,-2 0 23,0 1 0,0 0 0,-1 0 0,1 2-1,-1-1 1,-3 1-23,-34 2-1822,47 2 1171,0 0 0,-1-1 0,1 2 0,0-1 0,1 0-1,-1 1 1,0 0 0,0-1 0,1 2 0,-2-1 651,-15 13-9007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0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4281,'0'0'852,"0"0"308,0 0 617,0 0 207,0 0-424,0 0-389,-6 27-166,-18 85-147,22-105-701,1 0 0,0-1-1,0 1 1,0 0 0,1 0-1,0 0 1,0-1 0,0 1-1,1 0 1,0 0-1,1 0 1,-1-1 0,1 1-1,1-1 1,-1 1 0,1-1-1,0 0 1,1 0 0,-1 0-1,1 0 1,2 1-157,1-1 148,0 0 0,1 0 0,0-1 0,0 0 0,1 0 0,-1-1 0,1 0 1,0-1-1,0 0 0,0 0 0,1-1 0,8 1-148,-2 1 60,0-1 0,1-1 0,-1-1-1,1 0 1,0-1 0,-1-1 0,1 0 0,1-2-60,-13 3 53,-1-1 1,1-1-1,-1 1 1,1-1-1,-1 1 1,0-1-1,0-1 1,0 1 0,0 0-1,0-1 1,0 0-1,-1 0 1,1 0-1,-1 0 1,0-1-1,0 1 1,0-1-1,-1 0 1,1 0-1,-1 0 1,0 0-1,0 0 1,0-1-1,0 1 1,-1 0-1,0-1 1,0 1-1,0-1 1,0 0-1,-1-1-53,1-2 58,0-1 0,0 1 0,-1-1-1,-1 1 1,1-1 0,-2 0 0,1 1-1,-1 0 1,0-1 0,-1 1 0,1 0 0,-2 0-1,1 0 1,-5-6-58,2 7 0,1-1 1,-2 1-1,1 0 0,-1 1 0,0-1 1,0 2-1,-1-1 0,0 1 0,0 0 1,0 0-1,0 1 0,-1 0 1,-4-1-1,2 1-109,-2 0 1,1 0 0,0 2 0,-1-1 0,1 1 0,-1 1 108,4 1-741,0 0 0,0 0-1,1 1 1,-1 0 0,-5 1 741,-12 8-4822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1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9450,'0'0'5108,"0"0"-1732,0 0-738,0 0-711,0 0-745,0 0-643,-7 18-138,-3 6-105,1 1 0,2 1 0,0-1-1,2 1 1,-1 11-296,0 26 408,-22 231 546,10 97-954,18-327-1164,0-63 541,3-24-1083,3-34-1804,-2 14-1678,2-9-3650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1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0 138 928,'0'0'4849,"0"0"-2463,32-18-143,101-57 31,-122 69-1911,0 0 1,1 0-1,-1 1 0,1 0 0,0 1 1,0 1-1,1 0 0,-1 0 1,1 1-1,0 1 0,-1 0 0,1 1 1,0 0-1,-1 1 0,13 3-363,-21-3 84,0 0 0,0 0 0,0 1 0,0-1 1,-1 1-1,1 0 0,0 0 0,-1 1 0,0-1 0,1 1 0,-1 0 0,0-1 0,0 1 0,-1 1 0,1-1 0,-1 0 0,1 1 0,-1-1 0,0 1 0,0 0 1,-1-1-1,1 1 0,-1 0 0,0 0 0,1 3-84,1 5 190,-1 1 0,0-1-1,0 0 1,-1 1 0,-1-1 0,0 0 0,-1 1 0,-1 1-190,0-7 70,0 0 0,0 0 0,-1-1 0,0 1 0,0-1 0,-1 1 0,0-1 1,0 0-1,0-1 0,-1 1 0,0-1 0,0 0 0,0 0 0,-1 0 0,0-1 0,0 0 0,0 0 0,0 0 0,-5 1-70,-17 10 166,-1-2 0,0-1-1,-26 7-165,35-13-351,1-1-1,-1 0 1,0-1-1,0-2 1,-20 1 351,38-5-3974,3-8 276,-1 10 3605,5-13-7298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11362,'0'0'2233,"0"0"-961,0 0 254,-17 25 152,-4 3-1182,-5 7 222,1 1 0,2 1-1,-6 15-717,18-31 256,1 0-1,1 1 1,0 0-1,2 0 1,1 1-1,0-1 1,2 2-1,0-1 0,2 0 1,1 1-1,1 16-255,1-33 16,0 0 0,1-1 0,0 1 0,0 0 0,0-1 0,1 1 0,0-1 0,0 0 0,1 0 0,0 0 0,0 0 0,0-1-1,1 1 1,0-1 0,0 0 0,0 0 0,0-1 0,1 0 0,0 0 0,0 0 0,0-1 0,0 1 0,0-2 0,1 1 0,0-1 0,0 1-16,7 1-382,-1 0 1,0 0 0,1-2 0,0 1 0,-1-2 0,1 0 0,0 0 0,0-2 0,0 1 0,-1-2 0,1 0 0,12-3 381,23-18-6139,-8-4-6206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2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11747,'0'0'2856,"0"0"-983,0 0 7,100 153-432,-58-90-608,-6-3-351,-2-3-273,-6-4-80,-1-8-128,-2-8 0,6-9-8,0-8-489,10-15-807,-7-5-2649,-6 0-4272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1 9874,'0'0'3598,"0"0"-1669,-17 22 387,-227 304 3500,194-262-5178,8-11-146,-36 56-492,78-108-47,0-1 1,-1 0 0,1 0 0,0 1-1,-1-1 1,1 0 0,0 1 0,-1-1-1,1 1 1,0-1 0,0 0-1,0 1 1,-1-1 0,1 1 0,0-1-1,0 1 1,0-1 0,0 0 0,0 1-1,0-1 1,0 1 0,0-1 0,0 1-1,0-1 1,0 1 0,0-1 0,0 1-1,0-1 1,0 1 0,0-1 0,0 0-1,1 1 1,-1-1 0,0 1 0,0-1-1,0 0 1,1 1 0,-1-1 0,0 1-1,1-1 1,-1 0 0,0 1-1,1-1 1,-1 0 0,1 0 0,-1 1-1,0-1 1,1 0 0,-1 0 0,1 0-1,-1 1 1,1-1 46,27-1-3177,-19 0 2881,36-5-5186,-1-7-5451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3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11082,'0'0'5185,"0"0"-2472,0 0-544,0 0-1217,0 0-448,0 0-400,0 0-40,159-5-56,-128 5-8,-6 0-120,-9 0-688,-2 0-1257,-5 0-2576,-9 0-4217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3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10986,'0'0'1873,"0"0"-369,0 0 1081,0 0-1273,0 0-832,0 0-344,183 12-120,-124-9-16,-12-3-1464,-8 0-2857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3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1880,'0'0'8365,"0"0"-5015,0 0-1451,0 0-427,0 0-423,0 0-72,-19 27 85,-55 88-213,71-109-785,0 0-1,0-1 0,0 1 1,1 0-1,0 1 1,1-1-1,-1 0 1,1 1-1,0-1 0,1 1 1,-1-1-1,1 0 1,1 1-1,-1-1 1,1 1-1,0-1 0,0 1 1,1-1-1,0 0 1,0 0-1,1 0 1,0 0-1,0 0 0,0-1 1,0 1-1,2 1-63,2 2 69,1-1 0,0 1 0,0-2 0,1 1-1,0-1 1,0 0 0,1-1 0,0 0 0,0-1 0,0 0-1,1 0 1,4 1-69,0-1 46,0-1 0,1-1 0,-1 0 0,1-1 0,-1 0 0,1-2 0,0 1 0,-1-2 0,1 0 0,-1-1 0,1-1-46,-10 2 11,-1 0 0,1-1 0,0 1 1,-1-1-1,0 0 0,1-1 0,-1 1 0,0-1 1,0 0-1,0-1 0,-1 1 0,1-1 0,-1 0 1,0 0-1,0 0 0,0-1 0,-1 1 0,1-1 1,-1 0-1,0 0 0,-1 0 0,1 0 0,-1 0 1,0-1-1,0 1 0,0-1 0,-1 0 0,0 1 1,0-1-1,-1-3-11,0 1 22,0-1 0,-1 1 0,0 0 1,-1-1-1,1 1 0,-2 0 0,1 0 0,-1 0 0,-1 0 1,1 1-1,-1-1 0,0 1 0,-1 0 0,0 0 1,0 0-1,-1 1 0,1 0 0,-1 0 0,-1 0 0,-4-3-22,-6-4-14,0 0 0,-1 1 0,0 1 0,-1 1 0,0 0 0,-1 2 0,-16-5 14,28 10-401,0 1-1,0 0 0,0 0 1,0 1-1,0 0 0,-3 0 402,10 3-3547,1 6-3899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4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10098,'0'0'2983,"0"0"-415,0 0-732,0 0-782,0 0-157,22 24-67,3 3-580,1-1 48,-3 1 1,0 1-1,-1 1 1,9 19-299,-15-21 181,-2 2 1,0-1-1,-2 2 1,-2-1-1,0 2 1,-2-1-1,0 11-181,0 6 47,-3 1-1,-2 0 1,-2 0-1,-4 25-46,-1-43-66,0 2-5213,4-28-227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4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10178,'0'0'3041,"0"0"-361,0 0-431,0 0-873,0 0-760,0 0-328,0 0-96,161 7 8,-116-4-192,-6-3-8,-3 2 0,-6-2-760,9 3-1904,-11-1-505,-3-2-2944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0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8890,'0'0'1168,"0"0"232,0 0-103,0 0 343,0 0-784,0 0-248,162 17-23,-109-17-241,-3 0-224,0 0-120,6 0-761,-15 0-2255,-10 0-5186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10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0 275 12019,'0'0'2535,"0"0"-349,0 0-451,0 0-696,0 0-230,4-22 69,26-158 1118,-26 150-1653,3-11 586,-6 39-764,0 6-71,0 24-209,-2 72 105,1 72 383,9 18-373,-9-171 52,0-14-8919,0-5 76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10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13019,'0'0'2556,"0"0"-1114,0 0-19,0 0-236,34 2-395,214 13 587,110-14-72,-191-2-4346,-167 1-1280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11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68 10538,'0'0'1897,"0"0"-442,0 0 261,0 0-501,0 0-563,0 0-133,-25 16 172,-75 54 109,98-68-743,-1 0 0,0 0 1,1 0-1,-1 1 0,1-1 0,0 0 1,0 1-1,0 0 0,0-1 0,0 1 0,0 0 1,1 0-1,-1 0 0,1 0 0,0 0 1,0 0-1,0 0 0,0 1 0,1-1 1,-1 0-1,1 1 0,0-1 0,0 0 1,0 1-1,1-1 0,-1 0 0,1 0 1,-1 1-1,1-1 0,0 0 0,0 0 1,1 0-1,-1 0 0,1 0 0,-1 0 0,1 0 1,0 0-1,0-1 0,0 1 0,0-1 1,1 1-1,-1-1 0,1 0 0,-1 0 1,1 0-1,0 0 0,0-1 0,0 1 1,0-1-1,0 0 0,2 1-57,11 3 73,1-1 0,1-1-1,-1 0 1,0-1 0,1-1 0,-1-1-1,10-1-72,-15 0 29,0 0-1,1-1 0,-1 0 1,0-1-1,0 0 0,0-1 0,-1 0 1,1-1-1,-1-1 0,8-5-28,-14 8 73,-1 0-1,1 0 1,-1-1 0,0 1-1,0-1 1,-1 0-1,1 0 1,-1-1 0,0 1-1,0-1 1,0 0-1,-1 0 1,0 0-1,1 0 1,-2 0 0,1 0-1,-1 0 1,0-1-1,0 1 1,0 0-1,-1-1 1,1 1 0,-1-1-1,-1 1 1,1-1-1,-1 1 1,0 0 0,0-1-1,-1 1 1,1 0-1,-1 0 1,0 0-1,-1 0 1,1 0 0,-1 0-1,0 0-72,-1-1-77,0-1 0,-1 1 0,1 0 0,-1 0 0,-1 1 0,1-1 0,-1 1 0,0 0 0,0 1 0,0-1 0,0 1 0,-1 0 0,0 1 0,0 0 0,0 0 0,0 0 0,0 1 0,-1 0 0,1 1 0,-1-1 0,1 1 0,-1 1 0,0-1 0,1 1 0,-6 1 77,11 0-459,-1-1-1,1 1 0,0 0 0,0-1 0,-1 1 1,1 0-1,0 0 0,0 1 0,0-1 0,0 0 0,0 1 1,1-1-1,-1 1 0,0-1 0,1 1 0,-1 0 1,1 0-1,0 0 0,-1 1 460,-8 17-10361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11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5873,'0'0'2042,"0"0"-178,0 0 188,0 0-623,0 0-434,0 0-24,-20 27 61,-63 89 207,77-107-956,-1 1 0,1 1 1,1-1-1,0 1 0,1 0 0,0 0 0,-3 12-283,6-17 169,1 1 0,-1-1 0,1 1 1,0-1-1,0 1 0,1-1 0,-1 1 0,2-1 0,-1 1 0,2 4-169,0-6 53,-1 0 0,1 0 0,0-1 0,0 1 0,1-1 0,-1 1 0,1-1 0,0 0 0,0-1 0,0 1 0,1-1 0,-1 0 0,1 0 0,0 0 0,0 0 0,0-1 0,0 0 0,0 0 0,1 0 0,-1-1 0,1 0-53,15 5 107,1-1 0,0-2 0,0 0 1,16-1-108,-23-1 39,11 1 14,-1-2 0,0 0 1,0-2-1,0-1 0,9-2-53,-27 3 44,0 1 1,-1-1-1,1-1 0,-1 1 0,0-1 0,1 0 0,-2-1 1,1 0-1,0 0 0,-1 0 0,1 0 0,-1-1 1,0 0-1,-1 0 0,1 0 0,-1-1 0,0 1 0,-1-1 1,1 0-1,-1 0 0,0 0 0,0-1-44,2-9 73,-1-1-1,0 1 1,-2-1-1,0 0 1,0 0 0,-2 0-1,0-12-72,0 26-42,0-1 0,-1 0 0,1 0 0,-1 0-1,1 1 1,-1-1 0,0 0 0,-1 1 0,1-1 0,-1 0-1,1 1 1,-1 0 0,0-1 0,0 1 0,-1 0 0,1 0 42,-3-2-344,0 1 0,0-1 1,-1 1-1,1 0 1,-1 0-1,0 1 0,0 0 1,-5-2 343,-33-11-4646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3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839 4 8306,'0'0'4611,"0"0"-1302,0 0-607,0 0-735,0 0-560,0-1-1364,-1 1-1,1 0 1,0 0-1,0-1 1,-1 1-1,1 0 1,0 0-1,-1 0 1,1-1-1,0 1 1,-1 0-1,1 0 0,0 0 1,-1 0-1,1 0 1,0 0-1,-1 0 1,1 0-1,0-1 1,-1 1-1,1 0 1,-1 1-1,1-1 1,0 0-1,-1 0 1,1 0-1,0 0 1,-1 0-1,1 0 1,0 0-1,-1 0 1,1 1-1,0-1 1,-1 0-1,1 0 1,0 0-43,-7 5 153,0 1 0,0-1 1,1 1-1,0 0 0,0 1 0,1-1 1,0 1-1,0 0 0,-2 5-153,-17 20 488,-451 516 2204,340-395-2653,130-147-233,-4 4 186,0 0 0,0 0 0,-1-1 0,-1 0 0,-2 1 8,11-9-182,0 0-1,1 0 1,-1 0-1,0 0 1,0 0-1,0 0 1,0-1-1,0 1 1,0-1-1,0 1 1,0-1-1,0 0 1,0 0-1,0 0 1,0 0-1,0 0 183,0-1-363,0 1 0,1-1-1,-1 0 1,1 1 0,0-1 0,-1 0-1,1 0 1,0 0 0,-1 0-1,1 0 1,0-1 0,0 1-1,0 0 1,0-1 0,0 1 0,0 0-1,0-1 1,1 1 0,-1-1-1,0 1 1,1-1 0,-1-1 363,-5-16-7898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36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11923,'0'0'2787,"0"0"7,0 0-635,0 0-775,0 0-456,0 0-79,12 9 16,15 16-368,0 1 1,-2 1-1,-1 2 0,6 10-497,91 138 1499,-9-12-691,44 46-322,-155-211-599,-1 1 0,1 0-1,0 0 1,0 0 0,0-1-1,0 1 1,0 0 0,0-1-1,0 1 1,0-1 0,0 1-1,0-1 1,0 0 0,0 1-1,0-1 1,1 0 0,-1 0-1,0 0 1,0 0 0,0 0-1,0 0 1,0 0 0,1 0-1,-1 0 1,0-1 0,0 1-1,0 0 1,0-1 0,0 1-1,1-1 114,35-20-3430,-25 14 1070,13-8-4262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39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13115,'0'0'3056,"0"0"-527,0 0-937,0 0-840,153-10-207,-100 5-49,-3 0-128,-5 0-104,-6-3-256,-3 3 144,-3 0-144,-5 0-16,-6 3-200,-2 2-696,-20 0-1905,0 0-2512,0 10-4641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39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13419,'0'0'2344,"0"0"-7,0 0-625,0 0-848,0 0-431,0 0-217,0 0-216,186-30-72,-130 7-1025,-17 3-3024,-17 0-4937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0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6409,'0'0'6663,"0"0"-2827,0 0-981,0 0-1203,0 0-833,0 0-580,4 4-31,3 3-119,-1 1 0,0 0 1,-1 1-1,1-1 0,-2 1 1,1 0-1,-1 0 0,-1 0 1,1 1-1,-2-1 0,1 1 1,-1 0-1,-1 0 0,0 1-89,4 33 259,-2 1 0,-2 23-259,0-11 76,1-24-48,-2-1 1,-2 1-1,-1 0 1,-6 28-29,9-60-91,0-1 1,-1 1 0,1-1 0,0 1 0,0-1 0,-1 0-1,1 1 1,0-1 0,-1 0 0,1 1 0,-1-1 0,1 0 0,0 0-1,-1 1 1,1-1 0,-1 0 0,1 0 0,-1 0 0,1 1-1,-1-1 1,1 0 0,-1 0 0,1 0 0,-1 0 0,1 0 0,-1 0-1,1 0 1,-1 0 0,1 0 0,0 0 0,-1 0 0,1 0-1,-1-1 1,1 1 0,-1 0 0,1 0 0,-1 0 0,1-1-1,-1 1 1,1 0 0,0 0 0,-1-1 0,1 1 0,-1-1 90,-19-12-6964,6 0-2575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0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12899,'0'0'2836,"0"0"-1118,0 0-871,0 0-400,0 0-211,25 12-120,81 43-28,-100-52-67,0 0-1,0 0 1,-1 1 0,0 0 0,0 0 0,0 0-1,0 0 1,-1 1 0,1 0 0,-1 0 0,0 0 0,-1 0-1,1 1 1,-1-1 0,0 1 0,-1 0 0,1 1-21,10 20 259,-13-26-236,1-1 0,-1 1 0,0-1 0,1 0 0,-1 1 0,1-1 0,-1 0-1,1 1 1,-1-1 0,1 0 0,-1 0 0,0 1 0,1-1 0,0 0 0,-1 0 0,1 0 0,-1 0-1,1 0 1,-1 0 0,1 0 0,-1 0 0,1 0 0,-1 0 0,1 0 0,-1 0 0,1 0 0,-1 0-1,1-1 1,-1 1 0,1 0 0,-1 0 0,1 0 0,-1-1 0,1 1 0,-1 0 0,1-1 0,-1 1-1,0 0 1,1-1 0,-1 1 0,0-1 0,1 1 0,-1-1 0,0 1 0,1-1-23,17-20 499,-18 20-530,13-19 183,-1 0 0,0-1 1,0-5-153,31-55-702,-38 74-68,0 1 0,0-1 0,1 0 0,0 1 0,4-3 770,9-3-5233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1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7114,'0'0'5285,"0"0"-1865,0 0-1015,0 0-1117,0 0-736,0 0 144,6 18 14,2 10-521,2-1-1,1-1 1,2 1-1,0-2 1,1 0 0,2-1-1,1 1-188,-6-15 276,-10-19 518,0-7-658,6-32 250,3 0 1,5-11-387,4-18 926,-16 69-1027,-2 9-4364,-1 6-1237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1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1408,'0'0'10883,"0"0"-8187,0 0 289,0 0-1825,0 0-704,0 0-456,0 0 0,0 0-1480,0 0-1593,0-13-7049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1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22 10666,'0'0'2371,"0"0"-861,0 0-254,-5 21-79,-81 293 3148,86-358-3843,-2 20-538,2 0 1,1 0 0,0 0 0,4-10 55,3 6 37,2 1 0,1 0 1,2 0-1,0 1 0,5-5-37,-11 19 54,-7 12-42,0 0 0,0 0 0,0-1 0,0 1 0,0 0 0,0 0 0,1-1 0,-1 1 0,0 0 0,0 0 0,0 0 0,0-1 0,0 1 0,1 0 0,-1 0 0,0 0 0,0 0 0,0 0 0,1-1 0,-1 1 0,0 0 0,0 0 0,1 0 0,-1 0 0,0 0 0,0 0 0,0 0 0,1 0 0,-1 0 0,0 0 0,0 0 0,1 0 0,-1 0 0,0 0 0,0 0 0,1 0 0,-1 0 0,0 0 0,0 0 0,1 0 0,-1 0 0,0 0-12,8 12 118,4 21-188,-11-29 130,3 9-18,20 66 44,4-1 1,12 19-87,-39-95-569,1 3 526,1-4-7131,-3-1-103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2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8090,'0'0'3873,"0"0"-2985,0 0 336,0 0-568,142-13-576,-78 1 24,31 4-104,-17 6-1112,-11 2-7538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2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9 7722,'0'0'4038,"0"0"-1634,0 0-558,0 0-336,0 0-306,0 0-240,19-2-288,62-4-180,-76 6-473,-1 0 0,0 0 0,1 0 0,-1 1 0,0-1-1,1 1 1,-1 1 0,0-1 0,0 0 0,0 1 0,0 0-1,0 0 1,0 0 0,-1 0 0,1 1 0,-1 0-1,1-1 1,-1 1 0,0 0 0,0 1 0,0-1 0,-1 0-1,1 1 1,-1 0 0,0 0 0,0-1 0,0 1 0,0 1-23,3 6 102,-1 1 0,-1 0 1,0 0-1,0 0 0,-1 0 0,-1 0 1,0 0-1,0 7-102,-1-13 52,0 1-1,0 0 1,-1 0 0,0 0-1,0-1 1,0 1 0,-1 0 0,0-1-1,-1 1 1,1-1 0,-1 0-1,0 0 1,-1 0 0,1 0-1,-1-1 1,-1 1 0,1-1-1,-1 0 1,1 0 0,-2 0-1,1-1 1,0 0 0,-1 0-1,0 0 1,0-1 0,0 0-1,0 0 1,-3 1-52,1 0 29,-1 0 0,0-1 0,0 0 0,0 0 0,0-1 0,-1 0 0,1 0 0,-1-1 0,1-1 0,-1 0 0,1 0 0,-1 0 1,0-2-31,8 2-26,0-1-1,0 1 1,0-1-1,0 0 1,0 0-1,1 1 1,-1-1-1,0-1 1,1 1-1,-1 0 1,1 0-1,-1-1 1,1 1-1,-1 0 1,1-1-1,0 0 1,0 1-1,0-1 1,0 0-1,0 1 0,0-1 1,0 0-1,0 0 1,1 0-1,-1 0 1,1 0-1,-1 0 1,1-1 27,0 2-247,0-1 0,0 0 0,0 1 0,0-1 0,0 1 0,0-1 0,1 1 0,-1-1 0,0 1 0,1-1 0,0 1 0,-1-1 0,1 1 1,0 0-1,-1-1 0,1 1 0,0 0 0,0 0 0,0-1 0,0 1 0,0 0 0,1 0 0,-1 0 0,0 0 247,20-13-5634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3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7298,'0'0'4103,"0"0"-1652,0 0-516,0 0-745,0 0-571,0 0-219,-12 5 67,1 0-314,1 0 0,0 0 1,0 1-1,1 0 0,-1 1 1,2 0-1,-1 0 1,1 1-1,0 0 0,0 0 1,-2 5-154,2 0 185,0 0 0,1 1 0,0 0-1,1 0 1,1 0 0,0 1 0,1 0 0,0 0 0,1 0 0,1 0 0,1 1 0,0-1 0,1 7-185,0-20 29,0 0 0,0 1 0,1-1-1,-1 0 1,0 1 0,1-1 0,0 0 0,0 0-1,-1 1 1,1-1 0,0 0 0,1 0 0,-1 0-1,0 0 1,1 0 0,-1-1 0,1 1 0,-1 0-1,3 1-28,0 0 76,0-1 0,0 1-1,0-1 1,1 1 0,-1-2 0,1 1-1,0 0 1,-1-1 0,5 1-76,13 1 196,1 0 0,-1-2 0,0 0-1,7-2-195,-7 0-106,27 1-4140,-33 0-989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3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10682,'0'0'2594,"0"0"-203,0 0-566,0 0-532,0 0-234,-6 21-103,-18 70-305,23-86-584,-1 0 0,1 1-1,1-1 1,-1 0 0,1 1 0,0-1-1,0 1 1,1-1 0,0 1-67,-1-5 39,0 1 0,1-1 0,-1 1 0,1 0 0,0-1 1,-1 1-1,1-1 0,0 1 0,0-1 0,0 0 0,0 1 0,0-1 0,0 0 1,0 0-1,1 0 0,-1 0 0,0 0 0,2 1-39,2 0 87,0 0 0,1-1-1,0 0 1,-1 0 0,1 0 0,0-1 0,-1 1-1,1-1 1,0-1 0,-1 1 0,4-1-87,20-1-45,-28 3 2,1-1-1,-1 0 1,1 0-1,0 0 1,-1 0-1,1 0 0,-1 0 1,1-1-1,0 1 1,-1 0-1,1-1 1,-1 0-1,1 1 0,-1-1 1,1 0-1,-1 1 1,0-1-1,1 0 1,-1 0-1,0 0 0,0 0 1,1-1 43,-1-1-333,0 0 1,0 0-1,0 1 0,-1-1 1,1 0-1,-1 0 0,0 0 1,0 0-1,0 0 1,0 0-1,0 0 333,0-7-1086,0-17-4610,0 0-5067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4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31 159 11618,'-31'-158'4906,"31"158"-3642,0 0-112,0 0-1152,0 0-4025,12 0-6169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4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2697,'0'0'7380,"0"0"-3614,0 0-1311,0 0-732,0 0-679,0 0-435,-1 14 221,-1 369 3049,2-382-4209,-25-1-4338,6 0-1218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5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5537,'0'0'5537,"0"0"-2957,0 0-1361,0 0-426,0 0 191,0 0-98,12 18-225,-7-10-566,8 12 265,0 0 1,-2 2-1,0-1 0,-1 1 0,-2 1 1,4 13-361,-12-36 22,0 1 1,1 0 0,-1 0-1,0-1 1,0 1 0,1 0-1,-1 0 1,0-1 0,1 1-1,-1 0 1,1-1-1,-1 1 1,1-1 0,-1 1-1,1 0 1,-1-1 0,1 1-1,-1-1 1,1 1 0,0-1-1,-1 0 1,1 1 0,0-1-1,0 0 1,-1 1-1,1-1 1,0 0 0,0 0-23,26-5 793,27-26 314,-52 29-1090,26-16 150,-12 8-125,0-1-1,0 0 0,-1-1 0,-1-1 0,0 0 1,8-10-42,-22 22 25,5-1-5173,-3 2 2476,5 0-7176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71 9114,'0'0'3761,"0"0"-1717,0 0-534,0 0-657,0 0-359,0 0 89,-5 21-169,-16 69-84,21-89-314,-1 0 1,1 1-1,-1-1 0,1 0 1,0 1-1,0-1 1,0 0-1,0 1 0,0-1 1,0 1-1,0-1 1,0 0-1,0 1 0,1-1 1,-1 0-1,1 1 1,-1-1-1,1 0 0,-1 0 1,1 1-1,0-1 1,-1 0-1,1 0 0,0 0 1,0 0-1,0 0 0,0 0 1,0 0-1,0 0 1,0 0-1,0-1 0,1 1 1,-1 0-17,2 0 70,1 0-1,-1-1 1,0 1 0,1-1 0,-1 0-1,1 0 1,-1 0 0,1 0 0,2-1-70,2 0 278,-1 1-212,-1 0 1,1-1-1,-1 0 0,0 0 1,0-1-1,1 1 1,-1-2-1,0 1 0,0 0 1,-1-1-1,1 0 1,0-1-1,-1 1 0,0-1 1,0 0-1,0 0 0,0-1 1,-1 1-1,0-1 1,0 0-1,0 0 0,0-1 1,-1 1-1,0-1 1,0 0-1,0 0 0,-1 0 1,0 0-1,0 0 1,-1 0-1,1 0 0,-1-1 1,-1-2-67,0 7 53,-1-1 0,0 1 1,0-1-1,0 1 0,0-1 0,-1 1 0,1 0 1,-1-1-1,1 1 0,-1 0 0,0 0 0,0 0 1,0 0-1,0 1 0,0-1 0,0 0 1,-1 1-1,1-1 0,0 1 0,-1 0 0,1 0 1,-1 0-1,1 0 0,-1 0 0,0 1 1,1-1-1,-2 1-53,-79-15 163,81 14-163,-24 1-136,-19-1-452,25-6-2609,17 0-2205,3 0-3959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8:45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9522,'0'0'5050,"0"0"-3181,0 0-844,0 0 21,11 24-238,75 186 536,-44-100-915,-7-149 384,-26 31-801,1 1-1,0 0 1,0 1 0,0 0-1,1 0 1,0 1 0,0 0-1,0 1 1,1 1 0,0 0-1,-1 0 1,1 1 0,0 1-1,0 0 1,0 0 0,5 2-12,-14-2 1,-1 1 0,1 1 0,-1-1 0,0 0 0,1 1 0,-1-1 1,1 1-1,-1-1 0,0 1 0,1 0 0,-1 0 0,0 0 0,0 1 0,0-1 1,0 0-1,0 1 0,0 0 0,0-1 0,0 1 0,-1 0 0,1 0 0,-1 0 1,1 0-1,-1 0 0,0 0 0,0 0 0,1 2-1,1 3 48,-1 1 1,0-1-1,-1 1 0,1 0 0,-1 0 0,-1-1 1,1 1-1,-2 2-48,1-8 24,-1 0 0,1-1 1,-1 1-1,0 0 0,1-1 0,-1 1 0,0-1 1,0 1-1,0-1 0,-1 0 0,1 1 1,0-1-1,0 0 0,-1 0 0,1 0 1,0 0-1,-1 0 0,1 0 0,-1 0 1,0 0-1,1-1 0,-1 1 0,0 0 1,1-1-1,-1 0 0,0 1 0,0-1 0,1 0 1,-1 0-1,0 0 0,0 0-24,-69 3 125,59-3-106,-32 0-161,-14 0-1386,20 0-3409,14 0-2610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06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0 2833,'0'0'1928,"0"0"-685,0 0 588,0 0 28,0 0-303,-7 6-185,-33 19 753,20-14-1452,1 0 0,1 2 0,0 0 0,-16 16-672,26-19 1,4-7 11,0 0 0,1 1 0,-1-1 0,1 1 0,0 0 0,0 0 0,1 0 1,-1 1-1,1-1 0,0 1 0,0-1 0,0 1 0,1 0 0,-1-1 1,1 1-1,0 1-12,3-4 38,0 0 1,0-1-1,0 1 1,0-1-1,1 1 1,-1-1-1,0 0 1,1 0-1,-1 0 1,1 0-1,-1 0 1,1 0-1,-1-1 1,1 1-1,-1-1 1,2 1-39,4 0 79,22 8-5,-10-5-38,0 2-1,-1 0 1,0 2-1,0 0 1,10 6-36,-24-11 6,-1 0 1,1 0-1,-1 1 1,1-1-1,-1 1 0,0 0 1,-1 0-1,1 0 1,-1 1-1,0-1 0,0 1 1,0 0-1,-1 0 1,1 0-1,-1 0 1,0 0-1,-1 1 0,1-1 1,-1 1-1,0-1 1,-1 1-1,1 3-6,0 6 27,0-5 99,-1 1 0,0-1 1,0 0-1,-1 0 0,-1 4-126,2-12 21,0 0-1,-1 0 1,1 0-1,-1-1 1,1 1-1,-1 0 1,0 0-1,0 0 1,0-1-1,0 1 1,0 0 0,-1-1-1,1 1 1,0-1-1,-1 1 1,1-1-1,-1 0 1,1 0-1,-1 1 1,0-1-1,1 0 1,-1-1-1,0 1 1,0 0-1,0 0 1,0-1 0,1 1-1,-1-1 1,-1 1-21,-34 5-204,0 2 0,0 2 0,-2 2 204,-56 25-3943,49-17-1006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18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11843,'0'0'4042,"0"0"-1223,0 0-921,0 0-997,0 19-299,5 416 3911,-3-233-5298,-1-34-5903,-1-198-1111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18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11602,'0'0'2010,"0"0"-391,32-18 46,109-56-581,-126 66-864,0 1 1,0 1-1,1 1 0,0 0 1,0 1-1,0 1 0,0 0 1,1 1-1,-1 1 0,1 0 1,-1 1-1,1 1 0,-1 1 1,7 2-221,-19-4 33,-1 1 1,0 0-1,1 0 1,-1 0-1,0 1 1,0-1 0,0 1-1,0-1 1,0 1-1,-1 0 1,1 0 0,0 1-1,-1-1 1,0 0-1,1 1 1,-1-1 0,0 1-1,0 0 1,0 0-1,-1 0 1,1 0 0,-1 0-1,0 0 1,1 0-1,-2 0 1,1 1 0,0-1-1,0 0 1,-1 3-34,1 2 117,0 0 0,-1 0 0,0 0 1,-1 0-1,1-1 0,-1 1 0,-1 0 0,0 0 0,0-1 1,0 1-1,-1-1 0,-2 5-117,-5 4 165,0-1-1,-1 1 1,-1-2-1,-1 1 1,1-2 0,-2 0-1,0 0 1,-6 3-165,-19 12 180,0-1 1,-32 15-181,61-35-122,-2-1 0,1 0 0,0-1 0,-1 0 0,0-1 0,0 0 0,0-1 0,-1-1 0,1 0 0,-1 0 0,-2-1 122,34-23-3463,12 0-1784,4-2-2927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19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10658,'0'0'4058,"0"0"-1761,0 0 14,0 0-893,0 0-787,0 0-321,-21 26 272,-1 1-377,7-11-57,1 1 0,0 0 0,2 1-1,0 1 1,1 0 0,1 1 0,1 0 0,-3 9-148,3-3 169,1-1-1,1 1 1,2 1 0,0-1-1,2 1 1,1 0-1,1 0 1,1 0 0,2 1-169,-1-20 23,1 1 0,0-1 0,1 0 0,0 0 0,1 0 0,-1 0 1,1 0-1,1-1 0,0 0 0,0 0 0,0 0 0,1 0 0,0-1 0,0 0 0,0 0 1,1 0-1,0-1 0,0 0 0,3 1-23,2 1-223,1 0 1,-1 0-1,1-2 1,0 1-1,0-2 1,1 0-1,-1 0 1,1-1-1,0-1 1,0 0-1,8-1 223,6-1-2352,-5 0-2663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13395,'0'0'4414,"0"0"-2236,0 0-854,0 0-94,29 18-233,95 62-163,-106-66-598,0 0-1,-1 1 1,-1 1-1,-1 1 1,0 0 0,7 12-236,12 13 345,27 24-104,-36-42-180,-1 2 0,-2 1 0,1 3-61,-21-28-69,-1 0 1,1 0-1,-1 0 1,0 0-1,0 0 1,0 0-1,0 1 1,0-1-1,0 0 1,0 1-1,-1-1 1,1 1-1,-1-1 1,0 1-1,0-1 1,0 1-1,0-1 0,0 0 1,0 1-1,-1-1 1,1 1-1,-1-1 1,0 1-1,0-1 69,0 1-186,-1-1-1,0 0 0,0 0 1,0 1-1,0-1 0,0 0 0,0-1 1,-1 1-1,1 0 0,0-1 1,-1 1-1,0-1 0,1 0 1,-1 0-1,0 0 0,1 0 1,-1 0-1,0-1 0,-2 1 187,-35 3-5072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11843,'0'0'2580,"-7"22"91,-20 56 197,-3-1 0,-19 30-2868,-99 141 2555,73-127-2381,72-115-2076,5-7 492,11-16-867,5-5-1932,7-3-2446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2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11466,'0'0'4305,"0"0"-2992,0 0 279,0 0-560,0 0-400,0 0-320,161 0-184,-124 0-56,-1 0-72,0 0-96,0 0-1176,-8 0-2545,-14 0-2888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2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11322,'0'0'2305,"0"0"-409,0 0 369,0 0-649,0 0-408,0 0-431,0 0-297,117 0-480,-89-3 0,5-2-352,-10 0-1425,-4 0-3608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2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10546,'0'0'5112,"0"0"-2771,0 0-985,0 0-85,0 0-71,0 21-256,-2 3-694,1-2 26,0 0-1,2 0 1,0 0 0,1-1 0,4 14-276,-6-31 16,1 0 1,0-1 0,0 1 0,1-1-1,-1 1 1,1-1 0,0 0 0,0 1-1,0-1 1,0 0 0,0 0 0,1 0-1,-1 0 1,1-1 0,0 1 0,0-1-1,0 0 1,0 0 0,0 0 0,1 0-1,-1 0 1,1-1-17,5 2-158,1 0-1,0-1 1,0-1 0,0 1-1,1-2 1,-1 1-1,5-2 159,-15 0-177,1 1-1,-1-1 1,0 1-1,0-1 1,0 0-1,0 1 1,0-1-1,0 0 1,-1 1-1,1-1 1,0 0-1,0 1 1,0-1-1,-1 0 1,1 1-1,0-1 1,-1 1-1,1-1 1,0 1-1,-1-1 1,1 1-1,-1-1 1,1 1-1,-1-1 1,1 1-1,-1-1 1,1 1-1,-1 0 1,1-1-1,-1 1 178,-12-3-4907,2 1-2342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3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3225,'0'0'5205,"0"0"-1848,0 0-913,0 0-401,0 0-415,0 0-615,7-3-385,2 0-541,1 0 0,-1 1 1,1 0-1,0 0 0,0 1 1,0 0-1,0 1 0,-1 0 1,1 1-1,0 0 0,0 1 1,0 0-1,-1 0 0,8 3-87,-11-3 12,0 1-1,0 0 1,0 0 0,-1 0-1,1 1 1,-1 0-1,0 0 1,0 0-1,0 1 1,-1 0-1,1-1 1,-1 2-1,0-1 1,-1 0-1,1 1 1,-1 0-1,0-1 1,0 1-1,-1 0 1,0 1-1,0-1 1,-1 0-1,1 1 1,-1 0-12,1 4 44,-1 0 1,1 1-1,-2-1 1,0 1 0,0-1-1,-1 1 1,-1-1-1,0 1 1,-1 1-45,1-4 75,-1-1 1,-1 0-1,0 0 0,0 0 1,0-1-1,-1 0 0,0 1 1,-1-1-1,1-1 1,-1 1-1,-1-1 0,-1 1-75,2-1 22,-1 0-1,0 0 0,0-1 0,-1 0 0,0 0 0,0-1 1,0 0-1,0 0 0,-1-1 0,1 0 0,-1-1 0,0 1 1,0-2-1,0 1 0,-7-1-21,16-28-1639,0 24 1185,1 1 0,-1-1 0,1 0 0,0 0 0,-1 0 1,2 0-1,-1 0 0,0 1 0,0-1 0,1 1 0,-1-1 0,1 1 0,0-1 1,0 1-1,1-1 454,16-17-7249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4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7602,'0'0'2481,"0"0"-735,0 0-252,0 0-289,0 0-348,0 0 151,-23 13 48,-71 42-66,86-49-850,1-1 0,1 1 1,-1 1-1,1-1 1,0 1-1,0 0 1,1 0-1,0 1 0,0-1 1,1 1-1,0 0 1,0 1-1,1-1 1,0 1-1,-2 6-140,-4 12 411,4-15-233,1-1-1,0 1 0,1 0 0,0 0 0,0 6-177,3-16 60,-1 1-1,1-1 1,0 1 0,0-1 0,0 1-1,0 0 1,1-1 0,-1 1-1,1-1 1,-1 1 0,1-1-1,0 0 1,0 1 0,0-1-1,0 0 1,0 1 0,1-1-1,-1 0 1,1 0 0,-1 0-1,1 0 1,0 0 0,0-1-1,0 1 1,0-1 0,0 1-1,0-1 1,1 1-60,14 4 125,1 0 0,-1-1 0,1-1 0,1-1 0,-1-1 0,0 0-1,0-1 1,1-1 0,16-3-125,9 3 147,-43 0-192,1 0 1,0 0-1,0 1 1,0-1-1,-1 0 1,1 0-1,0-1 1,0 1-1,0 0 1,-1-1-1,1 1 1,0-1-1,-1 1 1,1-1-1,0 0 1,-1 0-1,1 1 1,-1-1-1,1 0 1,-1-1-1,1 1 1,-1 0-1,0 0 1,0-1-1,1 1 1,-1 0-1,0-1 1,0 1-1,0-1 1,-1 0-1,1 1 1,0-1-1,-1 0 1,1 1-1,-1-1 1,1 0-1,-1 0 1,0 1-1,0-1 1,1 0-1,-1 0 1,-1 0-1,1 1 45,3-7-5184,3 5-988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4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11859,'0'0'2487,"0"0"-207,0 0-350,-2 22-706,-1 1-960,0-3-30,0 0 1,2 0 0,0 0-1,1 1 1,1-1-1,2 1-234,-3-18 38,1-1 0,0 1-1,0-1 1,0 1 0,1-1-1,-1 1 1,1-1 0,-1 0 0,1 1-1,0-1 1,0 0 0,0 0-1,0 0 1,0-1 0,0 1-1,0 0 1,1-1 0,-1 1 0,1-1-1,-1 0 1,1 0 0,-1 0-1,1 0 1,0 0 0,0-1-1,-1 1 1,1-1 0,2 0-38,8 2 91,1-1 0,-1-1 0,1 0 0,-1-1 0,5-1-91,-16 2-40,0-1 0,0 1 0,-1 0 0,1-1 0,0 0 0,0 1 0,-1-1 0,1 0 0,0 0 0,-1 0 0,1 0 0,-1 0 0,1 0 0,-1 0 0,0 0 0,1-1 0,-1 1 0,0 0 0,0-1 0,0 1 0,0-1 0,0 0 0,0 1 0,0-1-1,-1 0 1,1 1 0,0-1 0,-1 0 0,0 0 0,1 0 40,0-7-1038,0 0-1,-1 0 1,0 0-1,0 0 1,-2-7 1038,2 12-746,-5-29-5323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4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14 190 11779,'-14'-170'4272,"14"165"-2199,0 3-81,0-3-1744,3 2-248,31 3-1888,-7-2-2065,1-1-6737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5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11242,'0'0'2626,"0"0"-341,0 0-541,0 0-565,26 20-197,82 69-48,-97-78-760,0 1-1,-1 1 1,0 0-1,-1 0 1,-1 0-1,0 1 0,-1 1 1,-1-1-1,0 1 1,0 0-1,-2 1 0,0-1 1,-1 1-1,0 4-173,1-6 121,5 38 199,-2 0 1,-2 0-1,-2 1 0,-3-1 1,-5 36-321,4-78-29,0 0 0,-1 1 1,-1-1-1,0 0 1,0-1-1,-1 1 0,0 0 1,0-1-1,-1 0 1,0 0-1,-1 0 0,-1 0 29,3-4-758,0-1-1,0 1 1,-1-1-1,0 0 1,0 0-1,0 0 0,-5 2 759,-7 2-9855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8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10906,'0'0'5457,"0"0"-2816,0 0-152,0 0-1137,0 0-424,0 0-232,89 0-232,-52 0-200,2-2-80,5-1-64,-2-2-120,-3 3 0,-8 2-536,-9 0-352,-6 0-664,-7 0-2297,-9 5-2400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8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11570,'0'0'4521,"0"0"-2920,0 0 567,0 0-655,0 0-585,0 0-496,0 0-288,164-5-56,-125-3-88,3-2-336,14 0-784,-9 0-1865,-5 3-2624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9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32 153 13243,'0'0'3571,"0"0"-1048,0 0-1034,0 0-880,0 0-342,0 0 260,-1 9 64,-9 151 1050,10-160-1626,0 1 0,0-1 0,0 0 0,0 0 0,0 0 0,0 0-1,0 0 1,0 1 0,0-1 0,0 0 0,0 0 0,-1 0 0,1 0 0,0 0 0,0 1-1,0-1 1,0 0 0,0 0 0,0 0 0,0 0 0,0 0 0,0 0 0,0 1-1,-1-1 1,1 0 0,0 0 0,0 0 0,0 0 0,0 0 0,0 0 0,0 0 0,-1 0-1,1 0 1,0 0 0,0 0 0,0 0 0,0 1 0,0-1 0,-1 0 0,1 0 0,0 0-1,0 0 1,0 0 0,0-1 0,-1 1 0,1 0 0,0 0 0,0 0 0,0 0 0,0 0-1,0 0 1,-1 0 0,1 0 0,0 0 0,0 0 0,0 0 0,0 0 0,0 0 0,0-1-1,0 1 1,-1 0 0,1 0-15,-7-11 824,4-11-740,1 0-1,1 0 1,1-16-84,0 4-119,1 39 85,0 1-1,1-1 0,-1 0 0,1 0 1,0 0-1,1 0 0,-1 0 0,1 0 35,8 20-2,10 32-14,-3 1 1,-3 1-1,-2 1 0,-3 0 0,-2 0 1,-1 45 15,-8-108 12,0 0 0,0 0 1,0 1-1,-1-1 0,1 0 1,-1 1-1,0-1 1,1 1-1,-1 0 0,0-1-12,-8-10 15,-4-17-8,1-1-1,1 0 0,1-1 0,2 0 1,2-1-1,0 1 0,3-2 0,0 1 1,2 0-1,2-17-6,1 37-9,1 1-1,0 0 1,0-1-1,1 1 1,1 0 0,0 1-1,1-1 1,0 1 0,0 0-1,2 0 1,-1 0 0,1 1-1,1 0 1,0 1-1,0-1 1,5-3 9,-3 3-13,0 0-1,1 1 0,0 1 1,1-1-1,0 2 1,0-1-1,1 2 0,-1 0 1,1 0-1,1 1 1,-1 1-1,1 0 0,0 1 1,5-1 13,-16 4-3,1 0 0,-1 0 0,1 0 0,-1 0 0,1 0 0,-1 1 0,1-1 1,-1 1-1,0 0 0,1 0 0,-1 1 0,0-1 0,0 0 0,0 1 0,0 0 0,0 0 0,0 0 0,0 0 0,0 0 0,1 2 3,-1 1 6,1 0-1,0 0 0,-1 0 1,0 0-1,0 0 0,-1 1 0,1-1 1,-1 1-1,0 0 0,-1 0 0,1 5-5,0-2 27,0 0 0,-1 1-1,-1-1 1,0 1 0,0-1 0,-1 1-1,0-1 1,0 1 0,-1-1-1,0 0 1,-1 0 0,0 0 0,-1 0-1,1 0 1,-6 6-27,1-4 66,-1-2 0,0 1-1,0-1 1,-1 0 0,-1-1 0,1 0 0,-1-1-1,-1 0 1,1-1 0,-1 0 0,-9 3-66,3-2-86,-1-1 1,0-1-1,0 0 1,0-1-1,0-2 1,-1 0-1,-12 0 86,49 2-6948,5-3-1350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9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7666,'0'0'7167,"0"0"-4128,0 0-1474,0 0-179,0 0-191,-5 22-207,5-20-971,-9 38 694,1 0 0,3 1 0,-1 33-711,6-72 7,0 0-1,1 0 1,-1 0 0,0 0 0,1 0-1,0-1 1,-1 1 0,1 0-1,0 0 1,0-1 0,0 1 0,0-1-1,0 1 1,0-1 0,1 1-1,-1-1 1,1 1 0,-1-1 0,0 0-1,1 0 1,0 0 0,-1 0-1,1 0 1,0 0 0,0 0 0,-1-1-1,1 1 1,0-1 0,0 1-1,0-1 1,0 1 0,0-1-1,-1 0 1,1 0 0,0 0 0,0 0-1,2-1-6,-1 1-87,1 0 0,0 0-1,-1-1 1,1 1 0,0-1-1,-1 0 1,1 0-1,0 0 1,-1-1 0,0 1-1,1-1 1,-1 0 0,0 0-1,0 0 1,0 0 0,0 0-1,0-1 1,0 1-1,-1-1 1,2-2 87,26-60-4705,-21 33-1484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2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16628,'0'0'2488,"0"0"-543,0 0-1433,0 0-512,0 0-3801,0 0-664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31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47 8426,'0'0'2179,"0"0"-223,0 0 11,0 0-437,-3 25 84,-10 80-73,11-95-1382,2 0-1,-1 0 0,1 0 0,1 0 1,0-1-1,0 1 0,1 0 0,0 0 1,1-1-1,0 1 0,0-1 0,1 1 1,0-1-1,1-1 0,0 1 0,0-1 1,1 1-1,0-2 0,1 1 0,-1-1 1,1 0-1,1 0 0,-1-1 0,1 0 1,1 0-1,-1-1 0,1 0 0,-1 0 1,2-1-1,-1 0 0,0-1 0,1 0 1,-1 0-1,1-1 0,0 0 0,0-1 1,0 0-1,0-1 0,0 0 0,0 0 0,4-2-158,-10 1 22,-1 0-1,1 0 1,0 0-1,-1-1 1,1 1-1,-1-1 0,1 0 1,-1 0-1,0 0 1,0 0-1,0-1 0,0 1 1,0-1-1,-1 0 1,1 0-1,-1 0 0,1 0 1,-1 0-1,0-1 1,-1 1-1,1-1 0,0 1 1,-1-1-1,0 0 1,0 1-1,0-1 0,0 0 1,-1 0-22,4-16 181,0 0 1,-2-1 0,-1 1-1,0-16-181,-1 22 90,-1-1 0,0 1-1,-1-1 1,0 1 0,-1 0-1,-1 0 1,-1 0 0,1 0 0,-5-6-90,6 14-27,0 0 1,-1 0-1,0 0 1,0 1-1,0-1 1,-1 1-1,1 0 1,-1 0 0,-1 1-1,1 0 1,0 0-1,-1 0 1,0 0-1,0 1 1,0 0-1,0 0 1,-1 1 0,1-1-1,-1 2 1,0-1-1,-2 0 27,-11-1-647,0 2 0,1 0 0,-1 1 0,0 1 0,0 0 0,0 2 0,-17 4 647,-25 7-5362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32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12635,'0'0'5585,"0"0"-3145,0 0-455,0 0-937,0 0-720,0 0-224,0 0 472,0 63 32,0-33-103,0 0-489,0-2 216,0-1-224,0-4-16,-3 2-272,-2 0-497,-6 7-663,-3-4-3185,3-5-13035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33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43 8770,'0'0'4606,"0"0"-1306,0 0-675,0 0-856,0 0-820,11-7-506,0 1-415,0 1 0,1 0 0,-1 1 0,1 0 0,0 1 0,0 1 0,0-1 0,4 2-28,-13 0 2,0 0 0,1 1 0,-1 0 0,0-1 1,1 2-1,-1-1 0,0 0 0,0 0 0,1 1 0,-1 0 0,0 0 1,0 0-1,0 0 0,0 0 0,0 1 0,0-1 0,0 1 1,0 0-1,0 0 0,-1 0 0,1 0 0,-1 0 0,1 0 0,-1 1 1,0-1-1,0 1 0,0 0 0,0-1 0,-1 1 0,1 0 0,-1 0 1,0 0-1,0 1 0,0-1 0,0 0 0,0 0 0,0 0 1,-1 2-3,1 5 2,0 1 1,-1-1 0,0 0 0,-1 0 0,0 1 0,-1-1 0,0 0 0,0 0 0,-1 0 0,0-1 0,-1 1-1,0-1 1,-1 0 0,0 1-3,-11 15 12,-1 0 1,-2-2-1,0 0 0,-5 2-12,8-7 1,-1 0 2,-26 31 26,41-45-23,-1-1 0,1 1 0,0 0 0,0 0 0,0 0 0,0 0-1,1 0 1,0 0 0,0 0 0,0 0 0,0 1 0,0 3-6,2-7 37,-1 0 1,1 0-1,-1 0 0,1 0 1,0-1-1,-1 1 1,1 0-1,0 0 0,0-1 1,0 1-1,-1 0 0,1-1 1,0 1-1,0-1 0,0 1 1,0-1-1,0 0 1,0 1-1,0-1 0,0 0 1,0 0-1,0 1 0,0-1 1,0 0-1,0 0 1,1 0-38,33 3 493,-34-3-474,73-2 177,32 2-83,-98 1-609,1 0 0,-1 0 0,0 1 0,0 0 0,1 1 1,-1 0-1,0 0 0,-1 0 0,1 1 0,4 3 496,9 10-6768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3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81 4305,'0'0'5776,"0"0"-2234,0 0-924,0 0-866,0 0-777,0 0-424,18-11 92,62-34 26,-73 42-602,0-1-1,1 1 1,-1 0-1,1 0 1,-1 1-1,1 0 1,0 1-1,0-1 1,0 2-1,0-1 1,0 1-1,2 0-66,-7 0 16,-1 1 0,1-1 0,-1 1 1,1-1-1,-1 1 0,0 0 0,1 0 0,-1 0 0,0 0 0,0 0 0,1 1 0,-1-1 0,0 1 0,0-1 0,-1 1 0,1 0 0,0-1 1,0 1-1,-1 0 0,1 0 0,-1 1 0,0-1 0,0 0 0,1 0 0,-2 1 0,1-1 0,0 0 0,0 1 0,-1-1 0,1 1 0,-1 1-16,1 4 11,-1 0 1,0-1-1,0 1 0,-1 0 0,0 0 0,0-1 0,-1 1 0,0-1 0,0 1 0,-1-1 0,0 0 0,0 0 0,-1 0 0,0 0 0,0-1 0,0 1 0,-1-1 1,0 0-1,0 0 0,-1-1 0,1 0 0,-1 0 0,0 0 0,-1 0 0,1-1 0,-1 0 0,-5 1-11,84-3 3,-63-2-5,0 0 0,0 1-1,1 0 1,-1 1 0,0 0 0,-1 0 0,1 1 0,0 0 0,-1 1-1,1 0 1,-1 0 0,0 0 0,0 1 0,-1 1 0,7 5 2,-8-6-3,-1 1 1,0 0-1,0 0 1,-1 0-1,0 0 1,0 1 0,0-1-1,-1 1 1,0 0-1,0 0 1,0 1-1,-1-1 1,0 0-1,-1 1 1,0-1-1,0 1 1,0 0 0,-1-1-1,-1 4 3,0-6 34,0-1 0,0 1 0,0 0 0,-1-1 0,0 1 0,0-1-1,0 0 1,-1 0 0,1 0 0,-1 0 0,0 0 0,0 0 0,0-1 0,-1 1 0,1-1 0,-1 0 0,0 0 0,0 0-1,0-1 1,0 1 0,0-1 0,-1 0 0,1 0 0,-1-1 0,-2 1-34,-10 5 192,-1-2 0,0 0 0,0-1-1,0-1 1,-1-1 0,-2 0-192,-6 0 169,-15 1 329,-41-3-498,73-1-33,0 1 0,0-2-1,0 1 1,1-1-1,-1-1 1,1 0 0,-1 0-1,1-1 1,0 0 0,-7-4 33,5-2-662,2 3-1306,3 3-2154,0 2-1070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42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48 10066,'0'0'2207,"0"0"28,0 0 499,0 0-332,0 0-435,-1-10-706,0-7-1084,-1-3 1205,-3 49-733,-10 218 64,14-140-5020,2-107 747,6 0-3356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43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1 11747,'0'0'2671,"0"0"-1191,0 0-148,0 0 127,-12 31-148,1 0-978,-9 21 365,-1 0 1,-3-2 0,-2 0-699,-48 74 1667,-5-3 1,-84 98-1668,135-185 13,12-17-108,1 1 1,1 0 0,1 1-1,0 1 1,2 0 0,-2 6 94,12-24-536,30-4-4676,-2-4-1272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4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25 10986,'0'0'1958,"0"0"-571,0 0 121,-16 24-109,-51 75-236,64-93-1024,0-1-1,-1 0 0,2 0 1,-1 1-1,1 0 0,0-1 1,0 1-1,0 0 0,1 0 1,0 0-1,0 0 0,0 0 1,1 1-1,0-1 0,1 3-138,-1 9 450,1-17-416,-1 1 0,0-1 0,0 1 0,1-1 0,-1 0 0,1 1 0,-1-1 0,1 1 0,0-1 0,-1 0 0,1 1-1,0-1 1,0 0 0,0 0 0,0 0 0,0 0 0,0 0 0,0 0 0,0 0 0,1 0 0,-1 0 0,0 0 0,1-1 0,-1 1 0,0 0 0,1-1 0,-1 1 0,1-1 0,-1 0 0,1 1 0,-1-1 0,1 0 0,-1 0-34,61 2 440,-45-2-378,0 0-23,0-1 1,1 0 0,-1-1-1,0-1 1,0 0 0,0-2-1,11-4-39,-23 7 63,0 0-1,0 0 0,0-1 0,0 1 0,-1-1 1,1 0-1,-1-1 0,0 1 0,0-1 1,0 0-1,0 0 0,-1 0 0,0 0 0,1-1 1,-2 1-1,1-1 0,0 0 0,-1 0 0,0 0 1,0 0-1,-1 0 0,1-1 0,-1 1 0,0 0 1,-1-1-1,1-2-62,-1 1 10,1 1 0,-1-1-1,-1 1 1,0 0 0,0 0 0,0-1 0,0 1-1,-1 0 1,0 0 0,0 0 0,-1 0 0,0 1 0,0-1-1,0 1 1,-1-1 0,1 1 0,-1 0 0,-1 0 0,1 1-1,0-1 1,-1 1 0,0 0 0,0 0 0,-1 1 0,1 0-1,-1 0 1,1 0 0,-1 0 0,0 1 0,0 0-1,0 0 1,0 0 0,-1 1 0,1 0 0,0 1 0,0-1-1,-1 1 1,-3 0-10,4 0-402,-1 0 0,1 0 0,0 1 0,0 0 0,-1 0 0,1 1 0,0-1 0,0 1 0,0 0 0,0 1 0,-1 0 402,-21 16-6640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44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44 105 496,'0'0'7340,"0"0"-3967,0 0-1075,0 0-234,-7 22-255,-23 69-425,28-87-1227,1 1-1,0-1 1,0 1-1,0-1 1,1 1 0,-1 0-1,1-1 1,0 1-1,1 0 1,-1-1-1,1 1 1,0 0 0,0-1-1,0 1 1,1 0-157,-1-2 63,1 0 0,0 0 0,0-1 1,0 1-1,0-1 0,0 1 0,0-1 1,1 0-1,-1 0 0,1 0 0,-1 0 0,1 0 1,0 0-1,0-1 0,0 0 0,2 2-63,8 0 66,0 1 1,1-2-1,0 0 0,0 0 0,-1-2 0,1 1 0,12-2-66,-21 0 39,6 0-15,0 0-1,0-1 0,0 0 1,0-1-1,0 0 1,-1-1-1,0 0 0,0-1 1,0 0-1,0 0 0,-1-1 1,0-1-1,0 1 1,0-1-1,3-5-23,-6 7 36,-1 0 0,0-1 1,0 0-1,-1 0 0,1 0 0,-1 0 1,-1 0-1,1-1 0,-1 0 0,0 0 0,-1 0 1,0 0-1,0 0 0,0 0 0,-1 0 1,0-1-1,0 1 0,-1-1 0,0 1 1,0-1-1,-1 1 0,0 0 0,0-1 0,-1 1-36,0 1-8,0 1-1,-1-1 0,0 1 0,1 0 0,-2 0 0,1 0 0,-1 0 0,0 0 0,0 1 1,0 0-1,0 0 0,-1 0 0,1 0 0,-1 0 0,0 1 0,-1 0 0,1 0 0,0 1 1,-1-1-1,1 1 0,-1 1 0,0-1 0,0 1 0,0-1 9,-7 0-439,1 0 0,0 0 0,-1 1 0,1 1 0,-1 0 0,0 1 0,1 0 0,0 1 0,-1 0 0,-10 4 439,-34 19-5253,6 3-3704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45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65 4177,'0'0'1775,"0"0"189,0 0-173,0 0-522,0 0-376,0 0-346,0 30 639,0 2-704,1-1 0,2 0 1,1 0-1,5 19-482,-6-32 284,-1-1-1,-1 1 1,0 0-1,-1-1 1,-3 17-284,1 21 887,-23-220 1937,20 62-2631,4-19-193,2 65 50,-12 80-203,4 37 221,2 0-1,3 1 1,5 49-68,-1-2 185,-2 73 619,0-181-789,0 1 25,0 0-10,0 0 37,0-1-34,0 0 13,0 0-82,10-22-1587,5-4-2861,2-4-4016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5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8058,'0'0'1423,"0"0"-427,0 0 390,0 0-246,0 0-285,26 0 104,377 0 1788,319 15-1536,392 57-934,310-52-257,-1383-20-20,1210-63 60,-243 6-60,-733 53-15,203-12 460,-440 14 222,0-1 0,0-2 0,0-2 0,-1-2 0,18-6-667,-42 8 281,-13 2-221,-25 1-780,-57 4-5739,40 0-2182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59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64 395 4905,'0'0'5021,"0"0"-1871,0 0-595,0 0-260,0 0-814,0 0-502,0-12-103,0-371 3145,-3 456-4173,-10 57 152,4-58 124,1 60-124,6-49-10,-4-1 0,-13 70 10,15-119-417,4-18-6902,0-14 6616,1-1-4901,1-3-4884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5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8226,'0'0'2618,"0"0"-935,0 0-250,0 0-448,0 0-405,0 0 420,17 2 325,66 5-124,1-4 0,-1-4 0,70-10-1201,27-8-358,24 7 358,-190 12-796,-1 0 0,0-1 0,0-1-1,0 0 1,0-1 0,10-3 796,-5-2-4884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5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4729,'0'0'2543,"0"0"-317,0 0-191,0 0-612,0 0-421,-19 2 1077,10 15-1919,1 0 1,0 1 0,2 1-1,0-1 1,1 1 0,0 0-1,2 0 1,0 0-1,1 9-160,-4 142 337,5-89 405,-4 1 0,-10 43-742,4-59 118,-72 459 1766,69-385-532,3 128-1352,8-240-6211,1-16 399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5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 8730,'0'0'1656,"0"0"-472,0 0 553,0 0-49,0 0-592,145-37-191,-84 17-409,0 0-312,-5 5-184,-11 5-32,-6 7-840,-12 3-713,-7 0-1303,-12 3-3602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5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12123,'0'0'2064,"0"0"-1408,0 0 792,0 0-951,251-70-497,-148 53-833,-14 4-4896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9274,'0'0'2240,"0"0"-834,0 0-312,0 0-434,0 0-276,0 0 176,-2 23 235,1-1-572,-7 134 1097,9 48 81,-26 804 1172,18-940-2479,3 0-1,4 0 1,2 0 0,4 1-94,2-32 334,-8-35-499,1-1-1,-1 0 1,0 0-1,1 0 1,-1 1 0,1-1-1,-1 0 1,1 0-1,-1 0 1,1 0 0,0 0-1,0 0 1,-1 0-1,1 0 1,0-1 0,0 1-1,0 0 1,0 0-1,0-1 1,0 1 0,0 0-1,0-1 1,1 1-1,-1-1 1,0 0 0,0 1 165,3-1-4296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6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9426,'0'0'1168,"0"0"-248,0 0 89,0 0-625,186-40-136,-141 35-192,11 0-56,-15 0-608,-10 0-3953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6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11562,'0'0'1521,"0"0"-961,0 0 40,186-55-464,-77 20-136,-17 7-1176,-23 6-8730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7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36 7642,'0'0'2071,"0"0"89,0 0 785,0 0-237,0 0-795,0 0-518,-4-9-503,-8-16-448,12 25-439,0 0 0,0 0 0,0 0 0,0 0 0,0 0 1,-1-1-1,1 1 0,0 0 0,0 0 0,0 0 0,0 0 0,0 0 0,0 0 0,0 0 0,-1 0 0,1-1 1,0 1-1,0 0 0,0 0 0,0 0 0,0 0 0,-1 0 0,1 0 0,0 0 0,0 0 0,0 0 0,0 0 1,0 0-1,-1 0 0,1 0 0,0 0 0,0 0 0,0 0 0,0 0 0,0 0 0,-1 0 0,1 0 0,0 0 1,0 0-1,0 1 0,0-1 0,0 0 0,0 0 0,-1 0 0,1 0 0,0 0 0,0 0 0,0 0 0,0 0 0,0 1 1,0-1-1,0 0 0,0 0 0,0 0 0,-1 0 0,1 0 0,0 1 0,0-1 0,0 0 0,0 0 0,0 0 1,0 0-1,0 1-5,-4 53 354,3-12-277,-28 392 810,-9 318-444,39-664-562,1-13-443,-4 0 0,-2 0 0,-5 0 562,4-57-2647,0-7-1920,-3 0-3264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7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3897,'0'0'7866,"0"0"-6786,0 0-48,0 0 592,175-45-840,-111 30-311,3 2-1,-3 3-472,11-2-288,-14 2-1433,-11 0-2104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10122,'0'0'4105,"0"0"-3417,0 0 88,0 0 937,0 0-881,-39 153-304,34-108-376,2-5-8,0-8-136,3-9-8,0-13-136,0-10-1704,0 0-1289,0-10-3504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8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10762,'0'0'1577,"0"0"-1273,0 0 152,0 0-456,0 0-920,0 0-4410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9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17 4017,'0'0'1425,"0"0"106,0 0 86,0 0-300,0 0-220,0 0-136,-11-16 1975,8 19-2779,0 0 0,0 1 1,1 0-1,-1 0 1,1 0-1,0 0 1,0 0-1,0 0 0,1 0 1,-1 1-1,1-1 1,0 0-1,0 2-157,-2 6 291,-6 21-161,2-1-1,1 1 1,1 0-1,1 33-129,5 138 599,2-119-58,0 68-25,2 80 1953,-10 4-2469,-3-165 974,-16 69-974,12-83 109,3 1 0,2 0 0,2 22-109,6-88-408,1 0 1,0 1-1,0-1 0,0 0 0,1 1 1,0 0-1,1-1 0,-1 1 0,1 0 408,11-23-3401,-3 1-2996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9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7842,'0'0'2072,"0"0"-1584,0 0 720,0 0-271,170-53-409,-112 33-376,-5 5-104,-3-2-48,-5 7-320,-14 5-832,-15 2-3393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39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9538,'0'0'1336,"0"0"-1056,0 0 833,170-58-729,-118 40-384,4 8-56,-17-2-1025,-14 9-4528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0:40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9458,'0'0'2046,"0"0"-1115,0 0-231,0 23 335,0 0-772,1 24 460,-3 0-1,-3 13-722,-16 205 4644,11 118-4644,8-202 148,1-152-216,0 0 1,-2 0-1,-5 19 68,3-37-953,1-14-608,-2-16-1792,1-12-3061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5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0 10666,'0'0'2298,"0"0"-723,0 0-85,-5 22 158,-11 50 266,-3-1 0,-17 38-1914,-18 9 1101,-5-3 0,-5-2 0,-31 35-1101,-93 166 1366,184-306-1422,0 2-648,24-24-305,91-72-5315,-55 43-1715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56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58 153 11482,'0'0'1639,"0"0"-589,0 0 609,-10 26-437,-29 81-170,37-101-907,0 0 0,1 0 0,0 0 0,0 0 0,0 1-1,0-1 1,1 0 0,0 0 0,1 2-145,-1-6 63,1 0 0,-1 0-1,1 0 1,-1 0-1,1-1 1,0 1 0,-1 0-1,1 0 1,0-1 0,0 1-1,1 0 1,-1-1-1,0 1 1,0-1 0,1 0-1,-1 1 1,1-1 0,0 1-63,4 1 109,0-1 0,1 0 0,-1 0 0,0-1 0,1 1 1,-1-1-1,1-1 0,-1 1 0,1-1 0,0 0 0,3-1-109,2 1 11,9-1 62,0 0-1,0-2 0,0 0 0,0-1 0,18-7-72,-26 7 34,-1 0-1,1-2 1,-1 1-1,-1-1 1,1-1-1,-1 0 1,0-1-1,0 0 1,-1 0-1,1-2-33,-8 7 83,0-1 0,0 1 0,-1-1 0,1 0 0,-1 1 0,0-1 0,0-1 0,0 1 0,0 0 0,-1 0 0,1-1 0,-1 1 0,0-1 0,-1 1 0,1-1 0,-1 1 0,0-1 0,0 1 0,0-1 0,-1 1 0,1-1 0,-2-3-83,0 0 91,-1 1 0,1 0 1,-1 0-1,-1 0 0,1 1 0,-1-1 1,0 1-1,-1-1 0,0 2 0,0-1 0,0 0 1,0 1-1,-1 0-91,-5-5 2,-71-54 606,76 59-781,-1 1 0,0 0 0,0 1 0,0-1 0,0 1 0,0 1 0,-1-1 0,1 1 0,-1 1 0,0-1 0,-6 1 174,-4 3-2862,9 6-2351,3 7-5413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57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45 104 9818,'0'0'1470,"0"0"34,-7 30 806,-19 96-251,24-113-1676,0 0 0,0 1 1,1-1-1,1 0 0,0 0 0,2 12-383,-2-23 62,1 1 1,-1-1-1,1 1 0,0-1 1,0 1-1,0-1 0,0 1 0,0-1 1,1 0-1,-1 0 0,1 0 1,-1 0-1,1 0 0,0 0 0,0 0 1,0 0-1,0-1 0,0 1 1,0-1-1,1 1 0,-1-1 0,0 0 1,1 0-1,-1 0 0,1 0 1,-1 0-1,3 0-62,10 1 94,-1 0 1,1 0-1,0-2 1,-1 0 0,1 0-1,0-2 1,-1 0-1,1 0 1,-1-1-1,0-1 1,0-1-1,2 0-94,3-2 50,-2-1 0,1-1 0,-1 0 0,-1-1 0,0 0 0,0-2 0,-1 0 0,0 0 0,0-3-50,-10 10 49,0-1 0,-1 0-1,1 1 1,-1-2 0,-1 1 0,1 0 0,-1-1-1,0 0 1,-1 0 0,1 0 0,-1 0-1,-1 0 1,1 0 0,-1 0 0,0 0-1,-1-1 1,0 1 0,0 0 0,-1-1-1,0 1 1,0 0 0,0 0 0,-1-1-1,0 1 1,-1 1 0,1-1 0,-1 0-1,-1 1 1,1-1 0,-1 1 0,0 0 0,-1 0-1,1 0 1,-1 1 0,0 0 0,-1 0-1,1 0 1,-1 0 0,0 1 0,0 0-1,0 0 1,-1 1 0,1 0 0,-1 0-1,0 0 1,0 1 0,0 0 0,-3 0-49,-6-2-343,0 1 0,-1 1 1,1 1-1,0 0 0,-1 1 0,1 1 1,-14 2 342,-64 17-5519,10 4-4613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18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12427,'0'0'3878,"0"0"-1675,0 0-483,0 0-741,0 0-283,0 0 153,2 29-28,13 221 850,-6-179-1612,2 35-501,-15-37-7053,-1-56-1277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24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4 226 10178,'0'0'2495,"0"0"-696,0 0-222,0 0-477,0 0-492,0-6-169,-2-17-44,2 17 165,0 6 197,0 0-23,0 0-174,0 0-175,0 0-186,0 36-228,-1-12 40,1-11-4,-1 0 0,2 1 0,0-1 0,1 0 0,1 5-7,-2-17 3,0 0 0,0-1 0,0 1 0,0-1 1,0 1-1,0-1 0,0 1 0,1-1 0,-1 0 0,0 0 0,0 1 0,0-1 0,1 0 0,-1 0 0,0 0 0,0 0 0,0-1 0,1 1 0,-1 0 0,1-1-3,28-4 5,7-11-3,0-2 0,-1-1 0,19-14-2,-12 7-48,243-144-3699,-203 119-810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09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98 2785,'0'0'1563,"0"0"-617,0 0-201,0 0-5,0 0-300,0 0-168,0 0 264,0 0 320,0 0-77,0 0-120,0 0 16,0 0-197,0 0-183,0 0-68,0 0-3,0 0 24,-42 0 911,39 0-1163,0 0 0,0 0 0,1-1 0,-1 1 0,0-1 0,0 1 0,0-1 0,0 0 1,0 0-1,0 0 0,1-1 0,-1 1 0,1-1 0,-1 1 0,1-1 0,-1 0 0,1 0 0,0 0 0,0 0 0,0-1 0,0 1 0,0 0 1,0-1-1,0 0 4,0-1-396,0 0 1,1 0 0,-1 0 0,1-1 0,0 1-1,0 0 1,0-1 0,1 1 0,-1 0 0,1-4 395,0-5-4948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47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5633,'0'0'3828,"0"0"-898,0 0-158,0 0-111,0 0-602,0 0-952,9-7-520,0 0-478,2 0 0,-1 1 0,1 0 1,-1 1-1,2 0 0,-1 1 0,0 0 1,1 1-1,0 0 0,0 1 0,0 0 1,11 1-110,4-1 102,-4 1-80,-1 0 0,1 1 0,1 2-22,-20-2-2,0 0-1,0 1 0,0-1 0,0 1 0,-1 0 0,1 1 0,0-1 1,0 0-1,-1 1 0,1 0 0,-1 0 0,1 0 0,-1 0 0,0 1 1,0-1-1,0 1 0,0 0 0,0 0 0,0 0 3,-2-1-3,1 1 0,-1-1-1,0 0 1,0 0 0,0 0 0,-1 1-1,1-1 1,-1 0 0,1 0-1,-1 1 1,0-1 0,0 1 0,0-1-1,0 0 1,0 1 0,0-1-1,-1 0 1,1 1 0,-1-1 0,1 0-1,-1 1 4,-1 2-2,-1-1 1,1 1-1,-1-1 0,0 0 0,0 1 0,-1-1 1,1-1-1,-1 1 0,-3 3 2,-10 6 24,0-1 1,-1 0-1,0-2 0,-9 5-24,25-14 6,-20 9 4,15-8-27,1 1 1,0 0 0,0 0 0,0 1 0,0 0 0,-3 3 16,9-7-49,29 0-126,-10 0 171,0 0 1,0 2 0,0 0-1,-1 1 1,1 1 0,-1 1-1,16 5 4,-30-8 0,0-1-1,0 1 1,0 0-1,-1 0 1,1 1-1,-1-1 1,1 1-1,-1-1 1,0 1-1,1 0 1,-2 1-1,1-1 1,0 0-1,-1 1 1,1-1 0,-1 1-1,0 0 1,0 0-1,0 0 1,-1 0-1,0 0 1,1 0-1,-1 0 1,-1 0-1,1 1 1,-1-1-1,1 0 1,-1 1-1,-1-1 1,1 0-1,0 1 1,-1-1-1,0 0 1,0 0-1,0 0 1,-1 0-1,-1 3 2,1-1 16,-1-1 1,0 0 0,0 0 0,-1 0 0,1 0 0,-1-1 0,0 1 0,0-1 0,-1 0 0,1 0 0,-1-1 0,0 1 0,0-1 0,0 0 0,-5 1-18,-11 7 110,0-2 1,-1-1 0,-8 2-111,15-5-15,0 0 1,0-1-1,-1-1 1,0 0-1,0-1 1,0-1-1,0 0 1,0-1-1,0-1 1,-7-2 14,22 2-169,0 1 1,0-1 0,-1 0 0,1 0-1,0 0 1,0 0 0,0 0 0,0 0 0,0 0-1,0 0 1,0-1 0,0 1 0,1 0-1,-1 0 1,0-1 0,1 1 0,-1-1-1,1 1 1,-1-1 0,1 1 0,0 0 0,0-1-1,0 1 1,0-1 0,0 1 0,0-1-1,0 1 1,0-1 0,0 1 0,1-1-1,-1 1 1,0-1 0,1 1 0,0 0 0,-1-1-1,1 1 1,0 0 0,-1-1 0,1 1-1,0 0 1,1-1 168,17-13-5472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48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1 10306,'0'0'4680,"0"0"-2086,0 0-1634,-8 23 87,-178 417 4118,148-360-3560,-18 23-1605,39-75 137,-1-2 0,-1 0 0,-1-2 0,-2 0 0,-8 7-137,-65 52-368,95-83-8,2-1-16,116-73-8013,-65 42 338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48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54 11082,'0'0'2353,"0"0"-597,-5 22 358,3-13-1866,-6 28 898,2 1 0,1 0 0,0 25-1146,5-60 55,1 0-1,-1 0 1,1 0-1,-1 0 1,1 0-1,0 0 0,0 0 1,0 0-1,0 0 1,1 0-1,-1-1 1,1 1-1,0 0 1,-1-1-1,1 1 1,0-1-1,1 0 1,-1 0-1,0 0 1,1 0-1,-1 0 1,1 0-1,-1-1 1,1 1-1,0-1 1,0 0-1,0 0 0,0 0 1,0 0-1,0 0 1,0-1-1,0 1 1,0-1-1,1 0-54,15 2 105,0 0-1,0-2 1,0-1-1,0 0 0,2-1-104,-18 1 7,2 1 10,1-1 0,0 0 0,-1 0 0,1-1 0,-1 1 0,1-1 0,-1-1 0,0 1 0,0-1 0,0 0 0,0 0 0,0 0 0,-1 0 0,1-1 0,-1 0 0,0 0 0,0 0 0,-1-1 0,1 1 0,-1-1 0,0 0 0,2-4-17,-1 1 53,-1 0 0,0 0 0,-1 0 1,0-1-1,0 1 0,-1-1 0,0 1 0,0-1 1,-1 1-1,0-1 0,-1 1 0,0-1 1,0 1-1,0-1 0,-2 0-53,1 2 55,-1 1 1,0-1-1,0 1 1,0-1-1,-1 1 0,0 0 1,0 1-1,-1-1 1,0 1-1,0 0 1,0 0-1,0 0 0,-1 0 1,0 1-1,0 0 1,0 1-1,0-1-55,-2 0-127,-1 0 0,1 0-1,-1 1 1,1 0 0,-1 0 0,-3 0 127,6 2-516,0 0 1,0 1-1,0-1 1,0 1-1,0 0 1,0 1-1,0-1 1,0 1-1,-1 1 516,-16 8-8040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49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4 131 11803,'0'0'2189,"0"0"-206,0 0 263,7 25-597,26 77-680,-31-98-920,0 1 0,0-1 1,1 0-1,-1 0 0,1-1 0,0 1 0,0-1 0,1 1 1,-1-1-1,1 0 0,0 0 0,0 0 0,0-1 0,0 1 1,0-1-1,0 0 0,1 0 0,-1-1 0,0 1 0,1-1 1,0 0-1,-1 0 0,1-1 0,0 1 0,-1-1 0,1 0 1,0 0-1,0-1-49,6 2 107,14 1-11,-1-2 0,1 0 0,-1-1 0,0-1 0,1-2-1,19-5-95,-38 8 57,1-1 0,-1 0 0,0 0 0,0-1 0,0 1 0,-1-1-1,1-1 1,-1 1 0,1-1 0,-1 0 0,0 0 0,-1 0 0,1-1 0,-1 1-1,0-1 1,0-1 0,0 1 0,0 0 0,-1-1 0,0 0 0,0 1-1,-1-1 1,0 0 0,0-1 0,0 1 0,-1 0 0,0 0 0,0-3-57,0 3 20,0 0 0,-1 0 1,1-1-1,-2 1 1,1 0-1,-1 0 0,0 0 1,0-1-1,0 1 1,-1 0-1,0 0 1,0 1-1,-1-1 0,0 0 1,0 1-1,0-1 1,0 1-1,-1 0 0,0 0 1,0 1-1,-1-1 1,1 1-1,-1 0 0,0 0 1,0 0-1,0 0 1,0 1-1,-1 0 1,1 0-1,-1 1 0,0 0 1,0 0-1,0 0 1,0 0-1,0 1 0,-6 0-20,-16-4-574,-1 2 0,1 1 0,-1 2-1,1 0 1,-1 2 0,1 1-1,-1 2 1,-4 1 574,-52 13-7156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25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3745,'0'0'571,"0"0"-202,0 0 152,0 0-269,28 0-99,183-14 2079,-102 9-600,39 6-1632,41-1-40,37-5 506,0 10-1,4 10-465,-65-8 39,-120-8 87,1 2 0,0 3 0,-1 1 0,1 2 1,20 8-127,-25-6 15,0-2-1,1-2 1,0-1 0,0-2 0,13-2-15,52 3 12,189 0-51,-171-6 8,-1 7-1,27 7 32,-29-2 19,0-5 1,42-7-20,-2 1 10,-142 0 511,-20-6-1901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51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10442,'0'0'3488,"0"0"-1633,0 0 237,0 0-321,0 0-699,0 0-353,15-4-185,38-6-235,0 1 1,1 3 0,9 2-300,-58 4-10,0 0 0,0 0 0,0 0 1,0 1-1,-1-1 0,1 1 0,0 1 1,3 0 9,-7-1-3,0 0 0,0-1 1,0 1-1,0 0 0,0 0 1,0 0-1,-1 0 0,1 0 1,0 0-1,0 0 0,-1 0 1,1 0-1,-1 0 0,1 1 1,-1-1-1,0 0 0,1 0 1,-1 0-1,0 1 1,0-1-1,0 0 0,0 0 1,0 1-1,0-1 0,0 0 1,0 0-1,0 1 0,0-1 1,-1 0-1,1 0 0,-1 0 1,1 0-1,-1 1 0,1-1 1,-1 0-1,0 0 0,1 0 4,-4 5 10,0 0 1,0-1-1,0 1 1,-1-1 0,0 0-1,0 0 1,0-1 0,0 0-1,-1 1 1,0-2 0,0 1-1,0-1 1,0 0 0,0 0-1,-6 1-11,1 1 17,0 1 0,1-1 1,0 2-1,0-1 0,-2 3-17,11-8-7,1-1-20,25 0-167,12-1 185,-14 0 1,-1 1 0,1 0 0,0 2 0,0 1 1,0 1-1,11 3 8,-29-5-5,-1-1 1,1 1 0,0 0-1,-1 0 1,1 1-1,-1 0 1,0-1 0,0 1-1,0 1 1,0-1-1,0 1 1,-1-1 0,1 1-1,-1 0 1,0 0-1,-1 0 1,1 1 0,0-1-1,-1 1 1,0-1-1,0 1 1,-1 0 0,1 0-1,-1 0 1,0 0-1,-1 0 1,1 0 0,-1 0-1,0 0 1,0 0-1,-1 5 5,1-6 7,0-1-1,-1 1 0,0-1 1,0 1-1,0-1 0,0 0 1,0 1-1,0-1 0,-1 0 1,0 0-1,0 0 0,0 0 0,0 0 1,0 0-1,0 0 0,-3 2-6,-1 0 43,-1 0 0,1-1-1,-1 1 1,1-1-1,-1 0 1,-1-1 0,-6 3-43,-9 1 199,0 0 1,-1-2 0,1 0 0,-21 0-200,-84-1 832,92-4-3859,31 0 512,29 0-2706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51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0 12899,'0'0'2324,"0"0"-989,-4 23 618,3-17-1776,-3 19 379,-2 0 0,0-1 0,-2 0 0,0 0-1,-2-1 1,-6 10-556,-74 114 4302,-63 74-4302,37-55 838,107-153-800,-65 95 340,-26 23-378,126-151-1289,-4 6 825,99-70-4288,-69 48-1919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52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82 11122,'0'0'1923,"0"0"-313,0 0 483,-17 22-484,-50 72-610,65-91-946,-1 1-1,1-1 0,0 1 1,1 0-1,-1-1 1,1 1-1,-1 0 0,1 0 1,0 0-1,1 0 1,-1 0-1,1 0 1,-1 0-1,1 0 0,0 0 1,1 0-1,0 2-52,-1-3 36,2 0 1,-1-1-1,0 1 0,0-1 0,1 1 0,-1-1 0,1 0 0,0 0 1,0 1-1,0-1 0,0 0 0,0-1 0,0 1 0,0 0 1,1-1-1,-1 1 0,1-1 0,1 1-36,7 2 67,0 0-1,1 0 1,-1-1-1,1-1 0,0 0 1,-1-1-1,1 0 1,8-1-67,-9 0 22,-1 0 0,1 0 1,-1-1-1,1 0 0,0-1 0,-1-1 1,0 1-1,0-2 0,6-2-22,-12 4 36,1-1 0,-1 0 0,0 0 0,0 0 0,0-1 1,0 1-1,-1-1 0,0 0 0,1 0 0,-1-1 0,-1 1 0,1 0 0,-1-1 0,1 0 0,-1 0 0,0 1 0,-1-1 0,1 0 0,-1 0 0,0-4-36,1 0 172,0-1 0,-1 1 0,0-1 0,0 0 0,-1 0 0,-1 0 0,1 1 0,-2-1 0,1-1-172,-1 6 65,1 0 0,-1 0 0,0 0 0,0 0 0,-1 0 0,0 0 0,1 1 0,-1-1 0,-1 1 0,1 0 1,-1 0-1,0 0 0,0 0 0,0 0 0,0 1 0,-4-2-65,-3-3 16,-1 2 0,0 0 0,-1 0-1,1 1 1,-1 1 0,-8-2-16,17 4-214,0 1-1,0 0 1,0 0-1,0 1 1,0-1-1,0 1 1,0 0-1,0 0 1,0 0-1,-1 1 1,1-1-1,0 1 1,0 0-1,0 0 1,1 0-1,-1 1 1,0-1-1,0 1 1,1 0-1,-1 0 1,1 1-1,-1-1 1,1 1 214,-13 19-5211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19:52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74 8834,'0'0'2410,"0"0"-478,0 0 461,0 0-448,-6 23-723,-18 78-681,23-97-491,0 0-1,0 1 0,1-1 0,-1 1 1,1-1-1,0 1 0,0-1 0,1 1 1,-1-1-1,1 1 0,0-1 0,0 0 1,1 1-1,0 0-49,-1-2 53,1-1-1,0 1 1,-1-1 0,1 0-1,0 0 1,0 1-1,0-1 1,0-1 0,0 1-1,1 0 1,-1-1 0,1 1-1,-1-1 1,1 1 0,-1-1-1,3 0-52,7 2 155,-1 0-1,1-2 1,0 1-1,0-2 1,0 0-1,0 0 0,0-1 1,2 0-155,-3 0 42,5-1 29,0-1-1,0-1 0,0 0 0,0-1 0,-1 0 0,0-2 0,0 1 0,0-2 1,-1 0-1,1-2-70,-7 5 105,0 0 1,0 0 0,-1-1 0,0 0-1,0-1 1,-1 1 0,1-1 0,-1-1-1,-1 1 1,0-1 0,0 0 0,0 0-1,-1 0 1,0-1 0,-1 0-1,1 1 1,-2-1 0,1-3-106,-2 9 48,-1 0 0,0 0 0,0 0 0,0 0 1,0 0-1,0 0 0,-1 0 0,1 0 0,-1 0 0,0 0 0,0 0 1,0 1-1,0-1 0,0 0 0,-1 1 0,1-1 0,-1 0 0,0 1 0,1 0 1,-3-2-49,0 0 23,0 1 0,-1 0 0,1 0 1,-1 0-1,1 0 0,-1 1 1,0 0-1,0 0 0,0 0 0,-1 1 1,-1-1-24,-14-2-144,0 2 0,0 0 0,0 1 1,0 1-1,-19 2 144,11 1-937,0 2 0,0 1-1,1 1 1,-28 11 937,-20 11-5608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9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1616,'0'0'2600,"0"0"-1556,0 0-692,0 0-155,33 4-119,11 1-71,20 1 4,58 0-11,117 6 2404,47 0-2955,-212-8 1431,72 12-880,33 2 459,-80-11-288,-1 5 1,0 4-1,7 6-171,-8-6 77,1-4-1,1-5 0,0-5 0,8-3-76,-47 1 178,2-3-159,0-3 1,12-4-20,-6 0 696,42 1-696,193 14 646,-78 0-648,130-3 573,-354-2 138,-1 0-262,0 0-384,0 0-1109,0 0-1713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24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12291,'0'0'4206,"0"0"-1386,0 0-507,0 0-797,0 0-760,-1 4-439,-6 24 73,2 0 1,0 0 0,2 1-1,2-1 1,1 13-391,-3 19 522,-1 385 2089,5-259-2031,-18-50-307,1-140-1714,14-1 1084,1 1 0,-1-1 0,1 0 0,0 0 1,0 1-1,1-1 0,-1 0 0,1 0 0,0 0 0,0 0 0,1 0 1,0-3 356,0-14-2605,-1-15-4350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2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5 176 9178,'0'0'3702,"0"0"-1567,0 0-260,0 0-580,0 0-368,0 0-235,0 0-628,-1 1-1,1-1 1,0 0-1,-1 1 1,1-1-1,0 1 1,-1-1-1,1 1 1,0-1-1,0 1 1,-1-1-1,1 1 1,0-1-1,0 1 1,0-1-1,0 1 1,0-1-1,0 1 1,0-1-1,0 1 1,0-1-1,0 1 1,0 0-1,0-1 1,0 1-1,0-1 1,0 1-1,1-1 1,-1 1-64,11 2 314,0 0 1,0 0-1,0-1 1,0-1-1,1 0 0,-1 0 1,0-1-1,1-1 0,7-1-314,19 1 334,95-6 102,0-7 0,-1-5 0,14-9-436,-35 8 142,-25 6-25,172-37 122,-257 51-325,0-1 0,0 0 1,0 1-1,-1-1 0,1 0 0,0 0 1,0 1-1,-1-1 0,1 0 0,0 0 0,-1 0 1,1 0-1,-1 0 0,1 0 0,-1 0 1,0 0-1,1 0 0,-1 0 0,0 0 0,0 0 1,0 0-1,0-1 0,0 1 0,0 0 1,0 0-1,0 0 0,0 0 0,0 0 0,0 0 86,0-10-2948,0 3-2772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25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11002,'0'0'2970,"0"0"-1003,0 0-316,0 0-513,0 0-242,0 0-52,20 5-35,20 3-70,0-1 0,0-2 0,39 0-739,-19-9 485,1-2 1,-1-2-1,-1-3 0,54-18-485,-105 27-37,6-1-3560,-1 4-3464,-7 3 1947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28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 10458,'0'0'3906,"0"0"-1362,0 0-321,0 0-526,0 0-400,0 0-401,-4 0-257,1 0-604,1 0 0,-1 0 0,1 0 1,-1 1-1,1-1 0,0 1 0,-1 0 0,1 0 1,0 0-1,0 0 0,0 0 0,0 0 0,0 1 1,0-1-1,0 0 0,0 1 0,0 0 1,0 0-36,-36 41 326,17-17-75,-274 314 275,295-340-602,0 0-1,0 0 1,-1 0-1,1 0 1,0 0-1,0 0 0,0 1 1,0-1-1,0 0 1,0 0-1,0 0 0,0 0 1,-1 0-1,1 0 1,0 0-1,0 0 0,0 0 1,0 0-1,0 0 1,0 0-1,0 0 1,0 0-1,-1 0 0,1 0 1,0 0-1,0 0 1,0 0-1,0 0 0,0 0 1,0 0-1,0-1 1,0 1-1,-1 0 1,1 0-1,0 0 0,0 0 1,0 0-1,0 0 1,0 0-1,0 0 0,0 0 1,0 0-1,0 0 1,0-1-1,0 1 0,0 0 1,0 0-1,-1 0 1,1 0-1,0 0 1,0 0-1,0 0 0,0-1 1,0 1-1,0 0 1,0 0-1,0 0 0,0 0 1,0 0-1,0 0 1,0 0-1,1 0 1,-1-1-1,0 1 0,0 0 1,0 0-1,0 0 1,0 0-1,0 0 0,0 0 77,0-13-3222,0 10 1683,0-14-6582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2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11562,'0'0'2484,"0"0"-592,0 0-261,0 0-563,0 0-111,0 0 309,11 16-3,17 27-2,-1 1 0,14 36-1261,-35-67 126,4 14-28,2-1 1,0-1-1,2 0 0,1 0 0,1-2 0,14 17-98,-30-39-35,1-1 1,-1 1-1,0-1 0,1 1 0,-1-1 1,1 1-1,-1-1 0,1 0 1,-1 1-1,1-1 0,-1 1 0,1-1 1,-1 0-1,1 1 0,-1-1 0,1 0 1,0 0-1,-1 1 0,1-1 1,-1 0-1,1 0 0,0 0 0,-1 0 1,1 0-1,0 0 0,-1 0 0,1 0 1,0 0-1,-1 0 0,1 0 0,-1-1 1,1 1-1,0 0 0,-1 0 1,1 0-1,-1-1 0,1 1 0,-1 0 1,1-1-1,0 1 0,-1-1 35,11-23-3126,-2-5-3921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29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9738,'0'0'3805,"0"0"-1690,0 0-624,0 0-192,-11 27 57,-5 6-931,6-14-190,1 1-1,1 0 1,1 1 0,1-1-1,1 1 1,1 1-1,0 1-234,-12 109 1223,15-113-1097,1 1 0,0-1 0,2 0 0,0 0 0,4 17-126,-2-26-9,-1 0 1,2 0 0,-1 0 0,1-1-1,1 0 1,0 0 0,0 0-1,1-1 1,-1 1 0,2-2-1,-1 1 1,1-1 0,6 4 8,-10-8-268,1 0 0,-1 0 1,1 0-1,0-1 0,0 0 0,0 0 1,0 0-1,0-1 0,0 1 1,1-1-1,-1-1 0,4 1 268,-6-1-469,1 0 0,0 0 0,0-1 0,-1 0 0,1 1 1,0-1-1,-1-1 0,1 1 0,-1-1 0,1 1 0,-1-1 0,0 0 0,1 0 0,-1 0 0,0-1 0,-1 1 0,1-1 1,2-2 468,18-20-8362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29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9762,'0'0'3005,"0"0"-286,0 0-339,25-8-519,82-24-528,-100 30-1208,1 0-1,0 1 1,-1 0-1,1 0 1,0 0-1,-1 1 0,1 1 1,0-1-1,5 2-124,-10-1 24,1 0 0,-1 0 0,-1 0 0,1 0 0,0 0 1,0 1-1,0-1 0,-1 1 0,1 0 0,-1 0 0,1 0 0,-1 0 0,0 0 0,1 1 0,-1-1 0,1 2-24,0 3 69,0 1 0,0 0 0,0 0 1,-1 0-1,0 0 0,0 0 0,-1 0 0,0 0 0,-1 0 0,0 0 0,0 1 1,-1-1-1,0 5-69,0-6 49,-1 0 0,1 0 0,-1 0 0,-1 0-1,1 0 1,-1-1 0,0 1 0,-1-1 0,0 1 0,0-1 0,0-1 0,0 1 0,-1 0 0,0-1 0,0 0 0,-1 0 0,1-1 0,-1 1 0,-1 0-49,-2 1 11,0-1 1,-1 1-1,1-2 0,-1 1 1,0-1-1,0-1 1,-1 1-1,1-2 0,-1 0 1,1 0-1,-1-1 1,-6 0-12,14 0-30,-1-1 0,1-1 0,-1 1 0,1-1 0,0 1 0,-1-1 0,1 0 0,0 0 0,-1 0 0,1-1 0,0 1 0,-3-2 30,5 2-59,0 0 1,0-1-1,0 1 0,-1 0 1,1-1-1,0 1 0,0 0 1,1-1-1,-1 1 1,0-1-1,0 1 0,1-1 1,-1 0-1,1 1 0,-1-1 1,1 0-1,0 1 0,0-1 1,0 0-1,0 1 0,0-1 1,0 0-1,0 0 0,0 1 1,1-1-1,-1 0 0,1 1 1,0-2 58,0 0-331,1-1-1,-1 0 1,1 1 0,0 0-1,0-1 1,1 1 0,-1 0 0,1 0-1,0 0 1,-1 0 0,1 1 0,0-1-1,1 1 1,-1 0 0,1-1 331,29-19-4957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29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0 10746,'0'0'3032,"0"0"-604,0 0-441,0 0-953,0 0-609,0 0-233,-19 8 70,3-2-153,6-3-14,-1 1 0,1 1 0,0-1 0,0 2 0,0-1 0,1 1-1,0 1 1,0 0 0,0 0 0,1 1 0,0 0-95,-9 11 456,0 1-1,2 0 1,-12 21-456,23-34 67,-1 1-1,1 0 0,1 0 1,0 0-1,0 1 1,0-1-1,1 1 1,1-1-1,-1 1 1,1 0-1,1 0 1,-1 0-1,2 0-66,-1-7 2,1 0 0,-1 0 0,1 0 0,0 0 0,0 0 0,0 0 0,0 0 0,0 0 0,0 0 0,0 0 0,1 0 1,-1-1-1,1 1 0,-1 0 0,1-1 0,0 1 0,0-1 0,0 0 0,-1 0 0,1 0 0,0 0 0,1 0 0,-1 0 0,0 0 0,0 0 0,0-1 0,0 1 0,0-1 0,3 0-2,10 2 30,0 0 0,0-1 0,0-1 1,4 0-31,-2-1 55,8 1-123,0-2-1,0-1 1,0-1 0,-1-1 0,1-1-1,17-8 69,79-37-5827,-83 31 166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30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11602,'0'0'3249,"0"0"-1112,0 0-81,0 0-376,103 153-559,-78-75-201,-8 9-336,-9 4-48,-2-4-368,-4-9-112,-2-8-56,0-10-416,0 5-696,-8-12-2705,-9-13-1616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37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10762,'0'0'4901,"0"0"-1623,0 0-498,0 0-884,0 0-906,-5 7-548,1 3-330,0 0 0,1 0 0,0 0 0,0 0 0,1 0 0,0 1 0,1-1 0,0 10-112,2 100 938,0-55-626,2 123 373,-1 5-335,-9 35-350,6-220-52,1-4-47,1 0-1,-2 0 0,1 0 1,0 0-1,-1 0 0,0 0 1,0 0-1,0 0 0,0 0 1,0 0-1,-1-1 0,0 1 1,0 0-1,-2 1 100,4-5-39,0 0 0,-1 0 0,1 0 0,-1 0 0,1 0 1,-1 0-1,1-1 0,0 1 0,-1 0 0,1 0 0,0 0 0,-1-1 0,1 1 0,0 0 0,-1-1 0,1 1 0,0 0 1,-1-1-1,1 1 0,0 0 0,0-1 0,-1 1 0,1-1 0,0 1 0,0 0 0,0-1 0,0 1 0,0-1 0,-1 1 1,1-1-1,0 1 0,0 0 0,0-1 0,0 1 0,0-1 0,0 1 0,0-1 0,1 1 0,-1 0 0,0-1 0,0 1 1,0-1-1,0 1 0,1-1 39,-2-104-6876,1 46-1517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38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12803,'0'0'4673,"0"0"-3241,0 0 496,159-20-655,-73 8-257,9-3-336,-1-1-8,-5 1-360,-8 3-120,-14 2-184,-14 5-8,-14 2-40,-14 3-224,-6 0-456,-10 0-736,-6 0-2569,-3 3-2288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38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10762,'0'0'2945,"0"0"1208,0 0-2185,0 0-359,0 0-497,192-30-456,-136 12-312,0 3-176,-6 0-160,-6 8-8,-5 2-184,0 2-496,17 3-776,-12 0-2497,1 0-2345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38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 12459,'0'0'2859,"0"0"-1187,0 0-113,-19 28 2,-1 2-1124,2-5-88,0 1 0,2 1-1,2 0 1,0 1 0,2 1 0,0 1-349,3-1 224,1-1 0,2 1 0,0 0 0,2 1 0,1-1 0,2 1 0,1-1 0,1 1 0,3 10-224,-3-32-35,0 0-1,1 0 1,0-1-1,0 1 1,0-1 0,1 1-1,1-1 1,-1 0 0,1 0-1,0-1 1,1 1-1,0-1 1,0 0 0,0 0-1,1-1 1,-1 1-1,1-1 1,1 0 0,-1-1-1,1 1 1,-1-1 0,1-1-1,0 1 1,1-1-1,-1-1 1,1 1 0,-1-1-1,1 0 1,0-1-1,-1 0 1,1 0 0,7-1 35,6 1-1456,-1-2 0,0 0 0,1-1 0,12-3 1456,16-11-5961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39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30 12323,'0'0'2888,"0"0"-755,0 0-616,32-5-543,105-17-159,-129 21-714,0 0 0,-1 1 0,1 0 0,0 0 0,0 0 0,0 1 0,0 0 0,-1 1 0,1 0 0,0 0 0,-1 1 0,1 0-101,-3 0 75,0-1 0,0 1 0,0 0 0,-1 1 0,1-1 0,-1 1 0,0 0 0,0 0 0,0 0 0,-1 1 0,0-1 0,1 1 0,0 2-75,0 3 67,0 0 1,0 0-1,-1 1 0,0-1 1,-1 1-1,0-1 1,-1 1-1,0 0 1,0-1-1,-1 1 1,-1 0-1,0 0 1,0-1-1,-2 5-67,1-8 12,-1-1 0,1 1-1,-1-1 1,0 0 0,0 0 0,-1 0-1,0 0 1,0-1 0,0 0 0,-1 0-1,0 0 1,0 0 0,0-1 0,0 1-1,-1-1 1,0-1 0,0 1 0,0-1 0,0 0-1,0 0 1,-1-1 0,0 1-12,-14 4 35,0-1 0,0 0 0,-1-2 0,0 0 0,0-1 1,-5-1-36,20-2-18,-51 0-525,36-9 46,22 9 477,-1-1 0,1 0-1,0 1 1,-1-1 0,1 1 0,0-1 0,0 0 0,-1 1 0,1-1-1,0 0 1,0 1 0,0-1 0,0 0 0,0 0 0,0 1 0,0-1 0,0 0-1,0 1 1,0-1 0,0 0 0,1 1 0,-1-1 0,0 0 0,0 1-1,1-1 1,-1 0 0,0 1 0,1-1 0,-1 1 0,1-1 20,4-5-821,0 0 0,0 1 1,1-1-1,0 1 0,0 0 1,1 1-1,-1 0 0,1 0 0,0 0 1,7-2 820,38-17-9797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39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 11226,'0'0'2216,"0"0"-728,0 0-189,0 0-223,-28 16 28,-92 59 97,110-69-1072,1 1 0,0 0 0,1 0 0,0 1 0,0 0 0,0 1 1,1-1-1,0 1 0,1 1 0,0-1 0,0 1 0,1 0 1,1 1-1,-1-1 0,2 1 0,0 0 0,0 0 0,0 0 1,2 0-1,-1 0-129,2-7 30,-1-1 1,1 0 0,0 1-1,0-1 1,1 1-1,-1-1 1,1 0 0,-1 0-1,1 1 1,0-1-1,0 0 1,1 0 0,-1 0-1,1 0 1,-1 0-1,1 0 1,0 0 0,0-1-1,0 1 1,0 0-1,1-1 1,-1 0 0,1 0-1,-1 0 1,1 0-1,0 0 1,0 0 0,0-1-1,0 1 1,0-1-1,0 0 1,0 0 0,0 0-1,1 0 1,1 0-31,16 3 22,0-1 0,0-1 1,0-1-1,0-1 0,10-1-22,2 0-27,-18 2-535,0-1-1,0-1 1,0 0 0,0-1 0,0-1 0,0 0 0,0-1 0,9-4 562,16-11-5712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3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8266,'0'0'4273,"0"0"-2289,64 128 1033,-42-51-1017,-5 11-103,-12 4-577,-5-1-472,0-9-400,-14-9-256,-8-13-192,-6-8-16,-16 1-800,2-10-1272,3-11-4234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43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8282,'0'0'7025,"0"0"-4084,0 0-1137,0 0-655,6 26-236,16 102 1672,0 62-2585,-5 220 1029,-17-410-1077,0 0 1,0 0-1,0 0 0,0 0 0,0 0 1,1 0-1,-1-1 0,0 1 0,0 0 1,0 0-1,0 0 0,0 0 0,0 0 1,1 0-1,-1 0 0,0 0 0,0 0 1,0 0-1,0 0 0,0 0 0,1 0 1,-1 0-1,0 0 0,0 0 0,0 0 1,0 0-1,0 0 0,1 0 0,-1 0 1,0 0-1,0 1 0,0-1 0,0 0 1,0 0-1,0 0 0,1 0 0,-1 0 0,0 0 1,0 0 47,6-18-1146,-1-19-2050,-2-9-3061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44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90 14211,'0'0'2321,"0"0"-369,0 0 216,209-67-1223,-134 57-417,-2 2-176,-12 3-216,-8 5-136,-11 0-72,-12 0-368,-5 15-865,-11 3-2831,-14-1-2450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44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11947,'0'0'2632,"0"0"257,0 0-113,0 0-1327,0 0-577,167-18-496,-125 11-240,-6 2-136,14 0-376,-11 0-1224,-5 0-4578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44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0 56,'0'0'13435,"0"0"-9472,0 0-3028,-23 28 408,-3 0-942,4-4-95,0 1 0,2 1-1,1 0 1,1 2 0,2 0-1,0 2-305,2-1 208,1 0 0,2 0 0,1 1 1,2 1-1,0-1 0,3 1 0,0 1 0,2-1 0,1 1 0,2 1-208,-1-28 5,1 0 1,1 0-1,-1 0 1,1 0-1,-1-1 1,1 1-1,1 0 0,-1 0 1,1-1-1,0 1 1,0-1-1,0 1 1,0-1-1,1 0 1,0 0-1,0 0 1,0 0-1,2 2-5,0-3-35,0 1 0,0-1 1,1 0-1,-1 0 0,1 0 0,-1-1 0,1 0 1,0 0-1,0 0 0,0-1 0,0 0 0,0 0 0,0-1 1,0 1-1,4-2 35,4 2-511,-1-2 0,1 0 1,-1 0-1,0-2 1,1 1-1,-1-2 0,0 0 1,8-3 510,35-20-4816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45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48 10666,'0'0'6266,"0"0"-4682,0 0-176,0 0 369,0 0-641,0 0-472,128 155-160,-89-115-112,-3-5-160,-6-2-152,-2-6-80,-5-4 0,-7-5-8,-2-6-224,0-2-304,-3-10-696,-2 0-1281,-4 0-2488</inkml:trace>
  <inkml:trace contextRef="#ctx0" brushRef="#br0" timeOffset="1">460 0 8242,'0'0'8674,"0"0"-7434,0 0-720,0 0 704,0 0-256,-189 156-311,125-104 183,2-2-312,7-7-264,13-8-160,11-10-104,18-7 0,10-8-568,3-5-1081,19-5-623,15 0-1777,-4-3-3528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45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11562,'0'0'2361,"0"0"-1425,0 0 721,86 165-257,-72-78-360,-14 6-24,0-5-368,-8-8-167,-20-8-305,-22 6-176,5-18-889,1-12-3776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55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14067,'0'0'3646,"0"0"-1719,0 0-733,0 0-519,2 28 209,38 394 2789,-29-325-3159,-5 0 0,-4 0 1,-5 24-515,1-105 30,0-1 1,-1 1 0,0-1-1,-2 3-30,3-12-68,0 0-1,0 0 0,0-1 1,-1 1-1,0-1 0,0 1 1,0-1-1,-1 0 0,0 0 0,0-1 1,0 1-1,0-1 69,3-3-64,1-1 1,0 1-1,-1-1 0,1 1 0,-1 0 1,1-1-1,-1 0 0,1 1 0,-1-1 0,0 1 1,1-1-1,-1 0 0,1 1 0,-1-1 1,0 0-1,1 0 0,-1 0 0,0 1 1,1-1-1,-1 0 0,0 0 0,1 0 1,-1 0-1,0 0 0,1 0 0,-1 0 0,0 0 1,0-1-1,1 1 0,-1 0 0,1 0 1,-1 0-1,0-1 0,1 1 0,-1 0 1,0-1-1,1 1 0,-1-1 0,1 1 1,-1 0-1,1-1 0,-1 1 0,1-1 0,-1 0 1,1 1-1,0-1 0,-1 1 0,1-1 1,0 1-1,-1-1 0,1 0 0,0 1 1,0-1-1,0 0 0,0 1 0,-1-1 64,-2-45-4748,3 41 3596,0-35-5930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5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10490,'0'0'4138,"0"0"-1390,0 0-855,0 0-410,0 0-189,29-9-330,190-53 410,-167 48-1159,-11 2-304,1 1 0,1 2-1,0 2 1,0 2 0,9 1 89,-52 4-127,1 0-1,-1 0 1,1 0-1,-1 0 0,0 0 1,1 0-1,-1 0 1,1 0-1,-1 0 1,1 0-1,-1 0 1,1 1-1,-1-1 1,1 0-1,-1 0 1,0 0-1,1 1 0,-1-1 1,1 0-1,-1 0 1,0 1-1,1-1 1,-1 0-1,0 1 1,1-1-1,-1 1 1,0-1-1,0 0 1,1 1-1,-1-1 0,0 1 1,0-1-1,0 0 1,0 1-1,1-1 1,-1 1-1,0-1 1,0 1-1,0-1 1,0 1-1,0-1 1,0 1-1,0-1 0,0 1 1,0-1-1,-1 1 1,1-1-1,0 0 1,0 1 127,0 4-1160,0 10-3173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56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10882,'0'0'2521,"0"0"183,0 0 49,0 0-745,0 0-711,0 0-401,186 5-120,-119-18-272,-3 1-240,-3-3-208,-8 2-8,-8 3-32,-4 0-32,-7 0-256,-4 3-408,9 7-624,-5 0-1737,-9 0-3120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56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8674,'0'0'2479,"0"0"-757,0 0-503,0 0-621,0 0-184,0 0 433,-9 12 353,-3 5-649,0 1 0,1 0-1,0 1 1,2 0 0,0 1 0,2 0-1,-1 3-550,-2 19 892,3 1-1,1-1 0,2 1 0,2 0 0,3 40-891,-1-77 42,0 0 0,1 0 0,0 0-1,0 0 1,0 0 0,1-1 0,0 1 0,0-1 0,1 1-1,-1-1 1,1 1 0,0-1 0,0 0 0,1-1 0,0 1-1,0 0-41,7 5-2,0 0-1,1-1 0,0 0 1,0-1-1,7 3 3,39 28-1023,-47-29 187,0 0-1,-1 0 0,0 1 1,0 3 836,25 25-5529,-12-20-315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57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9450,'0'0'3589,"0"0"-1097,0 0-469,0 0-1012,0 0-693,0 0-116,4-7-63,16-23 104,-20 29-208,1 1 1,0-1 0,0 0-1,-1 1 1,1-1-1,0 1 1,0 0-1,0-1 1,0 1-1,0 0 1,0-1 0,0 1-1,0 0 1,0 0-1,0 0 1,0 0-1,0 0 1,0 0-1,0 0 1,0 0 0,0 0-1,0 0 1,0 1-1,0-1 1,-1 0-1,1 1 1,0-1-1,0 1 1,0-1 0,0 1-36,27 19 1143,-21-15-833,14 10-106,-1 1-1,-1 0 0,0 1 0,-1 2 0,0 0 1,-2 0-1,-1 2 0,0 0-203,-3-5 158,1 0 0,0-1 0,1-1 0,1 0 0,0 0 0,16 9-158,-11-7-73,0 1-1,0 1 1,9 13 73,-28-31-227,0 0 1,0 1-1,-1-1 0,1 0 1,0 0-1,0 0 0,-1 1 0,1-1 1,0 0-1,0 0 0,-1 0 1,1 0-1,0 0 0,0 0 0,0-1 1,-1 1-1,1 0 0,0 0 1,0 0-1,-1-1 0,1 1 0,0-1 1,-1 1-1,1 0 0,0-1 1,-1 1-1,1-1 0,0 1 0,-1-1 1,1 1-1,-1-1 0,1 0 1,-1 1-1,0-1 0,1 0 0,-1 1 1,1-1-1,-1 0 227,8-11-6636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58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0 616,'0'0'1656,"0"0"-1592,0 0-64,0 0-1896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5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472 130 7138,'81'-106'3920,"-65"85"-1696,-26 19 2450,-18 14-4415,-22 29 814,1 2 1,-10 15-1074,-26 23 684,21-25-307,20-19-248,2 1 1,2 2-1,1 1 1,-20 31-130,59-72-47,0 0 1,0 0 0,0 0 0,1 0-1,-1 0 1,0 0 0,0 0 0,0 0 0,0 0-1,0 0 1,0 0 0,0 0 0,0 0-1,0 1 1,0-1 0,0 0 0,1 0-1,-1 0 1,0 0 0,0 0 0,0 0-1,0 0 1,0 0 0,0 0 0,0 0-1,0 0 1,0 0 0,0 0 0,0 0 0,0 1-1,0-1 1,0 0 0,0 0 0,0 0-1,0 0 1,0 0 0,0 0 0,0 0-1,0 0 1,0 0 0,0 0 0,0 1-1,0-1 1,0 0 0,0 0 0,0 0-1,0 0 1,0 0 0,0 0 0,0 0 0,0 0-1,0 0 1,0 0 0,0 0 0,0 0-1,0 1 1,-1-1 0,1 0 0,0 0-1,0 0 47,12-5-2111,13-10-3340,0-3-5697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1:59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 8858,'0'0'4193,"0"0"-2641,0 0 1225,64 158-1057,-50-73-344,-14 8-479,0-3-89,-12-8-88,-18-7-128,-4-12-336,1-13-200,-3-7-56,-3-8-72,-3-5-616,-25 10-1080,9-10-3290,2-3-3695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00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12755,'0'0'3563,"0"0"-1509,0 0-206,0 0-521,0 0-519,0 0-293,8 0-233,97-2 968,-8 0-1377,62 7 127,-127 1-1256,-18 2-1702,-7 5-4632,-6-6-152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0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4785,'0'0'2625,"0"0"-25,0 0-591,0 0-529,0 0 152,0 0 145,0 0-89,192 15-488,-131-15-528,-2 0-264,-12-2-264,-11-1-103,-11 3-41,-5 0-129,-3 0-791,-6 0-1784,-3 3-3714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18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10730,'0'0'3025,"0"0"-15,0 0-215,0 0-789,0 0-806,0-18 553,1 54-999,3-1 1,4 19-755,6 64 878,-13 407 891,-1-38-538,0-455-1217,0-15-37,0 0-1,1 0 1,4 14 23,-36-130-11489,22 61 1434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19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0 141 10386,'0'0'2775,"0"0"-615,0 0-416,0 0-556,0 0-174,0 0-203,17-12-110,1-2-506,-10 7-115,1 1 0,-1 0 0,1 0 0,0 1 1,1 0-1,-1 0 0,1 1 0,0 1 0,0 0 0,6-2-80,46-11 355,1 1 0,0 4 1,1 2-1,53 1-355,-97 8 8,0 0 0,0 2 0,0 0 0,0 1 0,0 1 1,-1 1-1,10 4-8,-19-4 3,0-1 0,-1 1 0,0 0 0,0 1 1,0 0-1,0 1 0,-1-1 0,0 2 0,-1-1 0,1 1 0,-1 0 1,-1 1-1,0-1 0,5 10-3,-4-4 59,-1 0 0,-1 0 0,0 1-1,-1-1 1,-1 1 0,0 0 0,-1 0 0,0 0 0,-2 0 0,1 0 0,-2 0 0,0 0-1,-1 0 1,-1 0 0,0 0 0,0 0 0,-2-1 0,0 1 0,-1-1 0,0-1-1,-1 1 1,0-1 0,-1 0 0,-1-1 0,0 0 0,-1 0 0,-10 10-59,4-9 55,-1 0 1,-1 0-1,0-2 1,-1 0-1,0-2 1,0 0 0,-1-1-1,0 0 1,-1-2-1,-16 3-55,-11 0-669,0-1-1,0-3 0,0-2 1,-11-2 669,57-1-2017,3 0-2681,3 0-3941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19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 9538,'0'0'4149,"0"0"-1126,0 0-446,0 0-937,0 0-776,0 0-396,-7 0-43,3 1-380,1-1 0,0 0 0,0 1 0,0 0 0,0 0 0,0 0 0,0 0 0,0 0 0,0 0 0,0 1 0,0 0 0,0-1 0,1 1 1,-1 0-1,0 1-45,-4 5 141,0 0 0,0 0 1,0 1-1,1-1 0,0 3-141,-21 34 229,1 1 0,3 1 0,2 1 0,2 1 0,2 1 0,2 0 0,3 1 0,2 0 0,2 1-1,2 0 1,1 53-229,5-75 64,1 1 0,2 0 0,1-1-1,4 17-63,-3-31 12,0 0 0,0-1-1,1 0 1,1 0 0,1-1-1,0 1 1,1-2 0,0 1-1,5 3-11,-6-6 39,1-1 0,0 0 0,1-1-1,4 3-38,-11-9-154,1-1-1,-1 1 1,1-1-1,0 0 1,0 0-1,0 0 1,1-1-1,-1 1 1,0-1-1,0 0 1,1-1-1,-1 1 1,1-1-1,1 1 155,-5-4-7448,-1-2-3199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20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4369,'0'0'4037,"0"0"-1370,0 0-549,0 0-319,0 0-403,0 0-357,0 0-943,0 0-1,0 0 1,0-1-1,0 1 1,0 0 0,0 0-1,1-1 1,-1 1 0,0 0-1,0 0 1,0-1-1,0 1 1,0 0 0,0 0-1,0 0 1,1-1-1,-1 1 1,0 0 0,0 0-1,0 0 1,0 0-1,1-1 1,-1 1 0,0 0-1,0 0 1,0 0 0,1 0-1,-1 0 1,0 0-1,0 0 1,1-1 0,-1 1-1,0 0 1,0 0-1,1 0 1,-1 0 0,0 0-1,0 0 1,1 0-1,-1 0 1,0 0 0,0 1-1,1-1 1,-1 0 0,0 0-1,0 0 1,0 0-1,1 0 1,-1 0 0,0 0-1,0 0 1,1 1-96,16 14 288,-1 2-1,0 0 1,-1 1 0,0 2-288,27 30 198,-6-4-47,-1 2 0,-2 0 0,18 41-151,-16-30 356,2 0 0,19 20-356,-27-39 125,-2 1 1,-1 2 0,4 14-126,1 0 180,-25-43-428,-10-34-1038,-2-10-3732,5 23 2352,-2-10-7839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21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842 1 10026,'0'0'3590,"0"0"-1901,0 0-1036,0 0-390,0 0 68,0 0 362,-11 7 321,-5 5-472,1 1 0,0 0 0,1 1-1,0 0 1,-10 16-542,-148 226 651,54-76-452,79-127-162,-3-1 0,-2-1 0,-11 7-37,-152 133 1018,158-146-180,43-41-172,8-8-993,13-11-2144,4 5-2698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22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27 4441,'0'0'3194,"0"0"333,0 0-822,0 0-254,0 0-424,0 0-316,7-4-252,27-19 699,-81 67 233,17-14-2278,-2-1 1,-2-2-1,-6 2-113,-27 11-59,-29 12 59,26-16-101,70-36 94,-1 0 0,1 1 0,0-1 0,-1 0 1,1 0-1,0 0 0,0 0 0,-1 0 0,1 0 0,0 0 0,0 1 0,0-1 0,-1 0 0,1 0 0,0 0 0,0 0 0,0 1 0,-1-1 0,1 0 0,0 0 0,0 1 0,0-1 1,0 0-1,0 0 0,-1 1 0,1-1 0,0 0 0,0 0 0,0 1 0,0-1 0,0 0 0,0 1 0,0-1 0,0 0 0,0 0 0,0 1 0,0-1 0,0 0 0,0 0 0,0 1 1,1-1-1,-1 0 0,0 0 0,0 1 0,0-1 7,14 8-40,21 2 120,-14-6-51,12 1-26,0 1 0,-1 2 1,0 1-1,0 1 0,-1 2 0,0 2-3,22 7-61,-40-16-409,-1-1 1,1 2-1,-1 0 0,9 6 470,-16-9-830,-1 0 1,0 1-1,0-1 1,0 1-1,-1 0 1,1 0-1,-1 0 1,3 5 829,3 6-5044,-1-4-2547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23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38 4793,'0'0'1771,"0"0"-155,0 0 106,0 0-372,0 0-553,0 0 15,-11-2 129,-35-3 828,1 2 0,-32 2-1769,17 1 2347,-44-7-2347,129 7 296,1-1 0,0-2-1,7-2-295,30-2 82,62 4 274,-124 3-328,-1 0 61,-27 0 1512,-53 0-1317,-13 0-453,32 0-6063,63 0-1755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23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59 10578,'0'0'3600,"0"0"-1253,0 0-568,0 0-663,0 0-436,26-10-122,85-26-89,-104 33-416,1 1-1,0 0 0,0 0 1,0 1-1,0 0 0,0 0 1,0 1-1,0 0 0,1 0 1,-1 1-1,0 0 0,0 1 1,0-1-1,0 2 1,-1-1-1,1 1 0,0 0 1,-1 1-1,0-1 0,0 2 1,0-1-1,0 1 0,0 1-52,0 1 10,-1 0 0,0 1 0,0-1 0,-1 1 0,0 1 0,0-1 0,-1 1 0,0 0 0,-1 0 0,0 0 0,0 0 0,-1 1 0,0-1 0,-1 1 0,0-1 0,0 1 0,-1 0-10,1 2 82,-1 0-1,0 0 1,-1 0 0,0-1-1,-1 1 1,-1 0 0,0-1 0,0 0-1,-1 1 1,-3 6-82,3-12 126,-1 1-1,1 0 1,-1-1-1,0 0 0,-1 0 1,1 0-1,-1-1 1,0 0-1,0 0 1,-1 0-1,0-1 1,0 0-1,0-1 1,0 1-1,0-1 0,-4 1-125,-13 2 26,1-1-1,-1 0 1,0-2-1,0-1 1,0-1-1,0-1 1,0-1-1,-1-1-25,-44 0-1927,78-7-1199,18 0-1037,8-3-1756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2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10 6361,'0'0'3824,"0"0"-1113,0 0-416,0 0-406,0 0-597,0 0-452,-13-2-378,-42-4-86,52 5-350,0 1-1,1 0 1,-1-1 0,0 1 0,0 1 0,0-1 0,0 0 0,0 1 0,0-1 0,0 1-1,1 0 1,-1 0 0,0 0 0,1 0 0,-1 1 0,0-1 0,1 1 0,0-1 0,-1 1-1,1 0 1,0 0 0,0 0 0,0 0 0,0 0 0,0 1 0,0-1 0,1 0 0,-1 1-1,1-1 1,0 1 0,0 0 0,0-1 0,0 2-26,-3 9 104,2 0 0,0 0 1,0 0-1,1 0 0,1 1 0,0 7-104,0 3 372,-1 1-60,0 109 559,2-132-865,-1 0 0,0-1 1,1 1-1,0 0 1,-1 0-1,1 0 1,0-1-1,0 1 0,0-1 1,0 1-1,0 0 1,1-1-1,-1 0 1,0 1-1,1-1 0,-1 0 1,1 0-1,-1 0 1,1 0-1,0 0 1,-1 0-1,1 0 1,0 0-1,0-1 0,-1 1 1,1-1-1,0 1 1,0-1-7,60 9 433,-52-8-325,2 0-29,28 2 199,0-1-1,22-3-277,-51 0-64,0 0 1,-1-1 0,1 0 0,0 0-1,0-1 1,-1-1 0,0 1-1,0-2 1,0 1 0,0-2-1,7-4 64,2-12-3667,-13 15-1669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24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5089,'0'0'4186,"0"0"-1102,0 0-895,0 0-466,0 0-381,0 0-291,22 12-209,69 45-149,-81-50-576,-1 1 0,1 1 0,-1 0 0,0 0 0,-1 0 0,0 1 0,-1 0 0,0 1 0,4 7-117,1 7 219,-1 1 1,-2 0-1,2 8-219,-8-25 37,8 29 200,-2 1-1,-1 1 1,-3-1-1,1 23-236,-2 163 1085,-4-157-792,-1-35-108,0-1 0,-2 1 1,-2-1-1,-1 0 1,-9 25-186,11-42 54,0-1 0,-2-1 0,0 1 0,0-1 0,-2 0 0,1 0 0,-1-1 0,-1 0 0,0-1 1,-1 0-1,0 0 0,-1-1 0,0 0 0,-2 0-54,-90 61-5983,72-51 430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44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1144,'0'0'4393,"0"0"-2500,0 0-522,25-17 3718,-22 21-4997,-1 0 0,0 0 0,0 1 0,0-1 0,-1 1 1,1 0-1,-1-1 0,0 1 0,-1 0 0,1 0-92,-1-5 0,35 268 771,-35-168 429,-2-41-30,2-58-1134,0-1 11,0 0-5,0 0-10,0 0 56,-5-20-4526,4 7-2360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45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1640,'0'0'4497,"0"0"-2228,0 0-692,0 0-350,0 0-454,0 0-135,59 5 1903,-21-6-2369,-22 0-147,0 0 1,0 2 0,0 0 0,14 3-26,-28-3 14,-1 0 0,-1 0 0,1 0-1,0 0 1,0 0 0,0 1 0,-1-1 0,1 0 0,0 0 0,-1 1 0,1-1 0,-1 1 0,0-1 0,1 0 0,-1 1 0,0-1 0,0 1 0,0-1 0,0 1 0,0-1 0,0 0 0,-1 2-14,2 0 20,-1 0 0,-1 0 1,1-1-1,0 1 0,-1 0 1,1 0-1,-1 0 0,0 0 1,0-1-1,0 1 0,-1 2-20,-4 1 154,0-1-1,-1 0 1,1 0-1,-1-1 1,0 1-1,0-1 1,-1-1-1,1 0 0,-3 1-153,8-3 120,-1 0-1,0 0 1,1 0 0,-1 0-1,0-1 1,0 1-1,1-1 1,-1 0-1,0 0 1,0 0-1,0 0 1,0 0-1,0-1 1,1 1-1,-1-1 1,0 0 0,0 1-1,1-1 1,-1-1-1,1 1 1,-1 0-1,1-1 1,-1 1-1,1-1 1,0 0-1,-2-1-119,-14-20 324,14 17-227,0 0-1,-1 0 1,1 1 0,-1 0-1,0 0 1,0 0 0,-1 0-1,0 1 1,-4-3-97,25 9 75,-1-1 1,1 0-1,-1-1 0,15-3-75,15 2 12,36 1 4,-79 0-22,-1 0-10,0 0-34,0 0-4,0 0 31,-1 1 23,0 0-1,0-1 1,0 1-1,0 0 1,0-1-1,0 1 1,0 0-1,0-1 1,0 1-1,0-1 1,0 1-1,0-1 1,0 0-1,0 1 1,-1-1-1,1 0 1,0 0-1,0 0 1,0 0 0,0 0-1,-1 0 1,1 0 0,-34 1 36,33-1-23,-19-1 28,9 1-33,1-1-1,0 1 1,0 1 0,-1 0-1,1 1 1,0 0-1,-10 3-7,20-4 38,1-1-6,0 0 1,0 0-45,0 0-47,36-2-3296,-19-6-1418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56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11146,'0'0'3632,"0"0"-1709,0 0-467,0 0-565,4-1-276,154-70 3434,-158 70-4049,15-5 4,-1 1 0,1 0-1,0 1 1,1 1 0,-1 0 0,1 1 0,-1 1 0,1 0 0,-1 1-1,14 2-3,-25-1 0,1 1-1,-1 0 0,1 1 0,-1-1 0,0 1 0,0 0 1,0 0-1,0 0 0,0 0 0,-1 1 0,1 0 0,-1-1 0,0 1 1,0 0-1,0 1 0,1 2 1,37 75 231,-39-79-203,190 465 2190,-187-450-3624,-6-18 1330,1 0-1,0 0 0,-1 0 1,1 1-1,0-1 0,-1 0 1,1 0-1,0 0 1,-1 0-1,1 0 0,0 0 1,-1 0-1,1 0 0,0 0 1,-1 0-1,1 0 0,-1 0 1,1 0-1,0 0 0,-1-1 1,1 1-1,0 0 0,-1 0 1,1 0-1,0 0 1,0-1-1,-1 1 0,1 0 1,0 0-1,-1-1 0,1 1 1,0 0-1,0 0 0,0-1 1,-1 1-1,1 0 0,0-1 1,0 1-1,0 0 1,0-1-1,0 1 0,-1 0 1,1-1 76,-11-13-5117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57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638 0 10458,'0'0'4058,"0"0"-1556,0 0-647,0 0-765,0 0-563,0 0-266,-5 6-22,-39 51 962,-27 32 1459,-58 57-2660,-259 219 1237,434-386-2792,5-3-3931,-4 0-5335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58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 10354,'0'0'4150,"0"0"-1328,0 0-514,0 0-768,0 0-641,0 0-263,0 0-83,-21 16 849,4 3-1210,-1 0 0,-1-2-1,0 0 1,-1-1 0,-1-1 0,-23 13-192,-24 9 355,-49 19-355,116-56 7,0 0 0,-1 1 0,1-1 0,0 1 1,0 0-1,0-1 0,0 1 0,0 0 1,0 0-1,0 0 0,0-1 0,0 1 0,0 0 1,1 0-1,-1 0 0,0 0 0,1 1 1,-1-1-1,0 0 0,1 0 0,0 0 0,-1 0 1,1 1-8,0-1 7,0 0 0,0-1 0,0 1 0,0 0 0,0 0 1,1-1-1,-1 1 0,0 0 0,1-1 0,-1 1 0,0 0 1,1-1-1,-1 1 0,1 0 0,-1-1 0,1 1 0,-1-1 1,1 1-1,0-1 0,-1 1 0,1-1 0,-1 0 0,1 1 1,0-1-1,0 0 0,-1 1 0,1-1 0,0 0 0,-1 0 1,1 0-1,0 1-7,50 9 504,0-2 1,21 0-505,-22-3 221,-1 2 0,35 9-221,-45-8 768,-30-6-691,0-1-1,0 1 1,-1 1 0,1-1-1,0 2 1,5 2-77,-11-5-376,0 0 1,0-1-1,0 1 1,0-1-1,0 1 1,1-1-1,-1 0 1,0 0-1,0 0 0,0-1 1,0 1-1,0-1 1,0 0-1,1 0 1,-2 0-1,1 0 1,0 0-1,0-1 1,0 1-1,0-1 0,-1 0 1,1 0-1,-1 0 1,1 0-1,-1 0 376,25-20-12871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2:5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58 8546,'0'0'3003,"0"0"-488,0 0-121,0 0-749,0 0-669,0 0-220,-15 7 23,-50 24-2,61-28-663,0 0-1,0 0 0,0 1 1,1-1-1,-1 1 0,1 0 1,0 0-1,0 0 0,0 0 1,0 0-1,1 1 0,0-1 1,0 1-1,0 0 0,-1 3-113,0 5 294,0 0 0,1 0 0,0 0 0,0 8-294,1-5 154,0 0 0,1 0 0,1 0 0,0 1 0,2 4-154,-1-14 24,0 1-1,1-1 1,-1 0-1,1 0 1,1 0 0,-1 0-1,1 0 1,0-1-1,1 1 1,0-1-1,0-1 1,1 2-24,3 2 28,1 0 1,0-1-1,0 0 0,1-1 0,0 0 1,0 0-1,1-1 0,0-1 0,0 0 1,0-1-1,0 0 0,11 2-28,4-2 58,0 0 0,0-2 0,1 0-1,-1-2 1,17-3-58,-33 2 41,0 0 0,0-1-1,-1-1 1,1 0 0,0 0-1,-1-1 1,0 0-1,0-1 1,0 0 0,3-3-41,-8 5 76,0 0 1,-1 0-1,1-1 1,-1 0-1,0 0 0,0 0 1,0-1-1,0 1 1,-1-1-1,0 0 0,0 0 1,0 0-1,0 0 1,-1-1-1,0 1 1,0-1-1,-1 1 0,1-1 1,-1 0-1,0-2-76,-1-8 172,0 0-1,-1 0 1,0 0 0,-2 0-1,0 1 1,-1-1-1,0 0 1,-1 1 0,-1 0-1,-7-13-171,2 5 77,-2 2 0,0-1 0,-1 2 0,-2 0 0,0 1 0,-14-13-77,26 28-64,-1 0-1,-1 0 1,1 1 0,0-1-1,-1 1 1,0 1 0,1-1-1,-1 1 1,0 0-1,0 0 1,-1 1 0,1 0-1,0 0 1,0 0 0,-1 1-1,1 0 1,0 0 0,-2 1 64,-12 1-579,1 0 0,0 2 0,1 0 0,-1 2 0,-2 1 579,-53 22-3633,7 1-4331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11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10642,'0'0'3193,"0"0"-342,0 0-574,0 0-853,0 0-525,-5 9 481,3 24-897,1-1-1,1 1 0,2-1 1,1 1-1,2 2-482,4 54 509,-2 87 234,-3-56 99,16 90-842,-20-206-1,6 27 118,-6-30-118,0 0 1,0 0 0,0 0-1,0 0 1,1 0 0,-1 0-1,0-1 1,1 1 0,-1 0-1,1 0 1,-1 0-1,1 0 1,-1-1 0,1 1-1,-1 0 1,1 0 0,0-1-1,-1 1 1,1-1 0,0 1-1,0 0 1,0-1-1,-1 1 1,2-1 0,-2-21-1455,0-48-3136,0 32-1695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12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10122,'0'0'3953,"0"0"-2113,0 0 401,0 0-1081,0 0-464,175-50-368,-117 40 144,-5 0-175,0 2-41,-8 3-184,-6 0 8,-6 3-80,-8 2 0,-3 0-296,-8 2-1313,-8 16-1527,-6 2-2914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12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9482,'0'0'1880,"0"0"161,0 0 711,0 0-823,0 0-393,0 0-424,0 0-471,145 13-345,-92-26-208,-3-2-88,3 0 0,-6 3-440,12 2-1217,-15 5-2696,-5 0-3440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13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7242,'0'0'1944,"0"0"310,0 0 192,0 0-813,0 0-555,0 0-306,-8 6-193,2 1-403,0 0 1,0 0 0,0 1-1,1 0 1,0 0 0,1 1-1,0-1 1,0 1 0,1 0-1,0 0 1,0 0 0,1 1-1,1-1 1,-1 0 0,1 3-177,-7 50 980,3-1 1,3 1 0,3 23-981,0-72 39,1-1 0,1 0 0,0 0 0,1 0 0,0-1 0,0 1 0,1-1 0,1 0 0,0 0 0,1-1 0,0 1 0,0-2 0,1 1 0,0-1 0,1 0 0,0-1 0,0 1 0,1-2 0,0 0 0,0 0 0,1-1 0,0 0 0,0 0 1,0-2-1,1 1 0,8 1-39,-14-5-279,-1 0 1,0 0 0,1 0-1,-1-1 1,1 0 0,-1 0-1,1 0 1,-1-1 0,1 0-1,-1 0 1,1-1 278,0 1-825,0-1 0,0-1 0,-1 1 0,1-1 0,-1 0 0,0-1 0,0 1 0,0-1 0,2-2 825,19-19-7995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14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1 10962,'0'0'2748,"0"0"-900,0 0 412,-9 22-426,0 1-1389,-5 14 348,-2 0 0,-1-1 1,-3-1-794,-11 18 370,-3-1 1,-2-2-1,-2-2 1,-2-1-1,-2-2 1,-8 2-371,31-34-1019,18-13 854,1 0-1,-1-1 0,1 1 1,0 0-1,-1 0 0,1 0 1,-1 0-1,1 0 1,-1-1-1,1 1 0,0 0 1,-1 0-1,1-1 0,0 1 1,-1 0-1,1 0 1,0-1-1,-1 1 0,1 0 1,0-1-1,0 1 1,-1-1-1,1 1 0,0 0 1,0-1-1,0 1 0,-1-1 1,1 1-1,0 0 1,0-1-1,0 1 0,0-1 1,0 1-1,0-1 0,0 1 1,0-1-1,0 1 1,0 0-1,0-1 0,0 1 1,0-1-1,0 1 1,1-1 165,-1-16-6574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14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10066,'0'0'2786,"0"0"-527,0 0-261,0 0-735,24 8-367,76 30-22,-93-34-734,1 1 0,-1 0 1,0 0-1,0 0 1,0 1-1,-1 0 0,1 0 1,-2 1-1,1 0 0,-1 0 1,0 0-1,0 1 1,3 7-141,9 13 274,-5-11-327,8 12 244,1 0 1,2-1-1,2 0-191,-18-20-322,0-2-1,1 1 1,0-1 0,0 0-1,0 0 1,1-1-1,-1 0 1,1-1-1,1 0 1,-1 0 0,0-1-1,1 0 1,0-1 322,27 3-5502,-5-4-3958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14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8466,'0'0'3257,"0"0"-545,0 0-111,122 153-777,-86-86-424,-2 6-183,-9 5-617,-3-1-232,-8-4-272,-6-6 0,-5-4-64,-3-13-32,0-5 0,0-10-200,-8-5-576,-15 0-1393,7-10-1744,-1-7-3072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18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11146,'0'0'3121,"0"0"-776,0 0-361,0 0-872,0 0-776,0 0 0,0 0-224,137 0-32,-107 0-80,-5 0 0,0 0-8,-5 5-968,-3 7-1296,-12 1-2545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1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12915,'0'0'2568,"0"0"-351,0 0-633,0 0-1096,142-33-368,-87 21-120,21-1-624,-18 3-3369,-8 0-5009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19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12739,'0'0'2488,"0"0"-145,0 0-69,0 0-1206,0 0-170,13 31 184,-1-6-836,4 8 49,-2 1 1,-1 1-1,-2 0 0,-1 0 1,0 14-296,12 109 934,-15-96-756,1 0 0,4-1-1,2 0 1,22 54-178,-19-87-442,-10-26-773,-4-18-560,-3-8-2341,0-3-2801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19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0 211 5417,'0'0'3573,"0"0"-1365,0 0-140,0 0-539,25-23-242,79-72 260,-95 87-1238,0-1-1,0 2 0,1-1 1,0 2-1,0-1 1,1 1-1,0 1 1,0 0-1,1 0 0,-1 1 1,12-2-309,-3 1 356,-13 2-328,1 1 0,0 0 0,0 0 1,0 1-1,0 0 0,0 0 0,1 1 0,-1 0 0,0 1 0,0 0 1,0 0-1,0 1 0,0 0 0,0 0 0,0 1 0,-1 0 1,1 0-1,-1 0 0,0 1 0,0 1 0,0-1 0,0 1 1,-1 0-1,0 0 0,0 1 0,3 3-28,0 2 57,0 0 0,-1 1 0,0 0 0,-1 0 0,0 1 0,-1-1 0,0 1 1,-1 1-1,-1-1 0,0 1 0,0 2-57,-2-9 70,-1 1 1,0-1 0,-1 1 0,1 0 0,-2-1-1,1 1 1,-1-1 0,0 1 0,0 0-1,-1-1 1,0 0 0,0 1 0,-1-1-1,0 0 1,0 0 0,-1-1 0,0 1 0,0-1-1,0 1 1,-1-1 0,-3 2-71,-8 8 27,-2-2 0,1 0 0,-2-1 0,0 0 0,-1-2 1,0 0-1,0-2 0,-1 0 0,0-1 0,-1-1 0,0-1 0,0-1 0,0-1 0,-1-1 1,-3-1-28,22-2-624,-5 2 189,7 4-8705,2-6-1427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20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0 568,'0'0'8811,"0"0"-4659,0 0-1790,0 0-571,0 0-888,0 0-343,-14 14-41,3-3-375,0-2 30,1 1 1,1 0-1,0 0 1,0 1-1,1 1 1,0-1-1,1 1 1,-5 13-175,-1 8 486,3 0 0,0 1 0,2 0 0,2 1 0,1 0-1,2 0 1,1 0 0,3 31-486,0-55 34,0 1 0,1-1 0,0 0 0,1 1 0,1-1 0,-1-1 0,2 1 0,-1 0 0,2-1 0,-1 0 0,1 0 0,1 0 0,0-1 0,0 0 0,1-1 0,4 5-34,1-1-75,0 0 0,1-2 0,0 1 0,0-2 0,1 1 0,1-2 0,0 0 0,0-1 0,0-1 0,12 3 75,-16-6-703,0-1 1,1 0-1,-1-1 1,1-1 0,-1 1-1,2-2 703,6 1-2766,9 0-3425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20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8586,'0'0'3983,"0"0"-1145,0 0-433,0 0-789,0 0-376,25 16-223,82 54-12,-92-58-808,0 1 0,-1 0 0,0 1 0,-2 0 0,1 1 0,-2 1 0,0 0-1,-1 0 1,8 17-197,10 15 213,-3-5-180,-1 1 0,-3 1 1,-1 1-1,-3 1 0,6 28-33,-11-52-453,-12-23 355,1 0-1,-1 1 1,0-1-1,0 1 1,0-1-1,1 0 1,-1 1-1,0-1 0,1 0 1,-1 1-1,0-1 1,1 0-1,-1 0 1,0 1-1,1-1 1,-1 0-1,1 0 0,-1 0 1,0 1-1,1-1 1,-1 0-1,1 0 1,-1 0-1,0 0 1,1 0-1,-1 0 1,1 0-1,-1 0 0,1 0 1,-1 0-1,1 0 1,-1 0-1,0 0 1,1-1-1,-1 1 1,1 0-1,-1 0 0,0 0 1,1 0-1,-1-1 1,0 1-1,1 0 1,-1 0-1,0-1 1,1 1-1,-1 0 0,0-1 1,1 1-1,-1 0 1,0-1-1,0 1 1,1-1-1,-1 1 1,0 0-1,0-1 99,6-14-6221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21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1 11698,'0'0'2969,"0"0"-756,0 0-422,0 0-206,0 0-132,-6 21-362,-1 5-802,2-3 41,-2 1 1,-1-1-1,-1 0 1,-8 13-331,5-11 245,-108 211 1031,90-185-1113,-2-1 0,-2-1-1,-19 19-162,41-55 4,2 0 119,11-12-142,0 0-1,1-1 0,-1 1 1,0-1-1,0 1 0,1-1 0,-1 1 1,0-1-1,0 0 0,1 0 1,-1 0-1,0 0 0,1 0 0,-1 0 1,0 0-1,1 0 0,0 0 20,15-1-902,0-1 0,1-1 1,-1 0-1,0-1 0,-1-1 0,1 0 0,2-2 902,22-8-6976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21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12563,'0'0'2623,"0"0"-519,0 0-767,0 0-808,0 0-310,0 0 370,0 7 257,0 1-662,0 0 0,-1-1 0,0 1 0,-1-1 0,1 1 0,-1-1 0,-1 0 0,1 0 0,-1 0 0,0 0 0,-1 0 0,-3 4-184,-20 27 247,-2-2 1,-23 21-248,-14 17 100,65-73-95,-1 1-1,1-1 1,0 1 0,0-1 0,0 1-1,0 0 1,0-1 0,0 1-1,0 0 1,1 0 0,-1 0-1,1 0 1,-1 0 0,1 0 0,0 0-1,0-1 1,-1 1 0,1 0-1,1 1-4,-1-2 28,1 1 0,-1-1 0,1 0 0,-1 0 0,1 0 0,0 0 0,-1 0 0,1 0 0,0 0-1,0-1 1,0 1 0,0 0 0,0 0 0,0-1 0,0 1 0,0 0 0,0-1 0,0 1 0,0-1 0,0 1 0,0-1-1,1 0 1,-1 0 0,0 1 0,0-1 0,0 0 0,1 0 0,0 0-28,112 3 670,-83-4-461,-1 2 0,1 0-1,-1 3 1,0 0 0,19 6-209,-37-7-1464,0 0 0,0 0 0,0-1 0,11 0 1464,-1-2-5835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22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16 10186,'0'0'2571,"0"0"-481,0 0-281,0 0-468,0 0-75,0 0-49,-12 19-268,-40 64-109,47-73-711,0-1-1,1 1 1,1 0 0,-1 0 0,2 0-1,-1 0 1,1 0 0,1 0 0,0 1 0,0-1-1,1 1 1,1-1 0,0 7-129,0 18 198,-1-29-180,0-1-1,1 1 1,-1 0 0,1 0-1,0-1 1,1 1-1,-1-1 1,1 1 0,0-1-1,1 0 1,-1 1-1,1-1 1,0 0-1,0-1 1,0 1 0,1 0-1,0-1 1,0 0-1,0 0 1,0 0 0,1 0-1,-1-1 1,1 0-1,0 0 1,0 0 0,0-1-1,1 1 1,-1-1-1,2 0-17,13 4 67,-1-1 0,1-1-1,1-1 1,-1-1-1,0-1 1,0 0-1,15-2-66,-31 1 48,0-1-1,0 1 0,0-1 0,0 0 0,0 0 1,0 0-1,0 0 0,-1 0 0,1-1 1,0 0-1,-1 0 0,1 0 0,-1 0 0,0-1 1,1 1-1,-1-1 0,-1 0 0,3-2-47,-1 0 101,0-1 0,0 0 1,0 0-1,-1-1 0,0 1 0,-1-1 0,1 1 0,-1-1 0,-1 0 0,1-3-101,2-18 331,-1 0 1,-2 0-1,-1-1 0,-3-25-331,2 48 10,1-1 5,-1 0 0,0-1 0,0 1 0,-1 0 0,1 0 0,-2 1 1,1-1-1,-1 0 0,0 1 0,0-1 0,-1 1 0,0 0 0,0 0 0,0 1 1,-1-1-1,0 1 0,0 0 0,0 0 0,-1 0 0,1 1 0,-6-4-15,-1 2-225,0 1 0,0 0 0,0 0 0,-1 1-1,1 1 1,-1 0 0,0 0 0,0 2 0,0-1 0,0 2 0,-6 0 225,17 0-177,-1 0 0,1 0 0,-1 0 1,1 0-1,0 1 0,-1-1 0,1 1 1,0-1-1,-1 1 0,1 0 0,0 0 1,0 0-1,0 0 0,0 1 0,0-1 0,0 1 1,0-1-1,0 1 0,-1 1 177,-12 28-6814,11-5-3574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2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8346,'0'0'4141,"0"0"-1559,0 0-229,0 0-747,0 0-791,0 0-218,12 3 293,-3-1-758,-1 0 0,1 1 1,0 0-1,-1 1 0,1 0 1,-1 0-1,0 1 0,0 0 1,-1 0-1,0 1 0,0 0 0,0 0 1,0 1-1,-1 0 0,4 5-132,8 14 132,-1 1-1,-1 0 1,-1 1-1,-2 1 1,0 0-1,-2 0 1,-2 2 0,5 21-132,-6-11 43,-1 1 0,-2 0 0,-2 1 0,-2-1 0,-2 1 0,-3 10-43,1-29 127,-2-1 0,-1 0-1,0 0 1,-4 4-127,-16 66-55,26-88-412,0-5 390,0 1-1,0-1 0,0 0 1,0 0-1,0 1 1,0-1-1,-1 0 0,1 0 1,0 1-1,0-1 0,0 0 1,0 0-1,0 0 0,0 1 1,0-1-1,0 0 1,-1 0-1,1 0 0,0 1 1,0-1-1,0 0 0,0 0 1,-1 0-1,1 0 1,0 1-1,0-1 0,0 0 1,-1 0-1,1 0 0,0 0 1,0 0-1,-1 0 0,1 0 1,0 0-1,0 0 1,-1 0-1,1 0 0,0 0 1,0 0-1,0 0 0,-1 0 1,1 0-1,0 0 1,0 0-1,-1 0 0,1 0 1,0 0-1,0 0 0,-1 0 1,1 0-1,0 0 78,-5 0-4864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27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4233,'0'0'1882,"0"0"342,0 0 373,0 0-510,0 0-426,5 0-152,209 0 4169,-141 0-7674,-1 0-3876,-71 0-1538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27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8850,'0'0'1480,"0"0"889,0 0-17,0 0-607,0 0-65,0 0-352,0 0-496,103 25-311,-72-25-337,-1 0-136,1 0-48,-6 0-256,9 0-1705,-7 5-2424,-4-5-3777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28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7522,'0'0'2720,"0"0"-721,0 0-306,0 0-750,0 0-282,0 0 239,-10 0 283,10 0-1184,-4 0 211,-1 1 1,1-1 0,0 0 0,-1 1 0,1 0 0,0 0 0,0 1 0,0-1 0,0 1 0,0 0 0,0 0 0,0 0 0,0 0 0,1 1 0,-1-1 0,1 1 0,0 0 0,0 0-1,0 0 1,0 1 0,0-1 0,1 1 0,-1-1 0,1 2-211,-4 7 222,1 0 1,0 1-1,1-1 0,1 1 0,0 0 0,0 0 1,2 1-1,-1 12-222,1 18 190,2 0 0,2 2-190,-2-37 43,1 1 0,0-1 0,0 0 0,1 0 0,0 0 0,1 0 1,0-1-1,0 0 0,1 1 0,0-1 0,1-1 0,-1 1 0,2-1 0,-1 0 0,1 0 0,0-1 0,0 0 0,1 0 1,-1-1-1,1 0 0,0 0 0,1-1 0,3 1-43,10 5 84,0-1 0,1-1-1,0-1 1,0-1 0,1-1 0,-1-1 0,1-1 0,17 0-84,-23-2 40,-6 0-12,0-1 1,0 0-1,-1 0 0,1-2 1,0 1-1,-1-1 1,2-1-29,-10 2 24,0 0 1,0-1 0,-1 1 0,1-1 0,0 1-1,-1-1 1,1 0 0,-1 0 0,0 0-1,1 0 1,-1 0 0,0-1 0,0 1 0,0-1-1,-1 1 1,1-1 0,-1 0 0,1 0-1,-1 1 1,0-1 0,0 0 0,0 0 0,-1 0-1,1 0 1,-1 0 0,1 0 0,-1-1-1,0 1 1,0 0-25,0-13 24,0 0 0,0 0-1,-1 0 1,-1 0 0,-1 1 0,-1-1-1,0 1 1,0-1 0,-2 1 0,0 1-1,-1-1 1,0 1 0,-1 0 0,0 1-1,-1-1 1,-1 2 0,0-1-1,-1 2 1,0-1 0,-4-1-24,-14-15-130,10 10-373,0 1 1,-19-13 502,31 25-127,-1 1 0,0-1 0,0 1 0,0 0 0,0 1 0,0 0 0,-1 1 0,0-1 0,1 2 0,-6-2 127,-108 0-5382,64 3-2866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46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0 128 6857,'0'0'3811,"0"0"-1310,0 0-279,0 0-336,0 0-475,5-30 2450,1 22-3825,2 0 0,-1 1 0,1 0 0,0 0 0,0 1 0,1 0 0,0 1 0,0-1 0,0 2 0,1-1 0,-1 2 0,1-1-1,6 0-35,7-2-13,1 2 0,0 0 0,0 2-1,0 1 1,8 0 13,-29 2 1,0-1-1,0 1 1,0 0-1,0 0 1,0 0-1,0 0 1,0 0-1,0 1 1,0-1-1,0 1 1,-1 0 0,1 0-1,0 0 1,-1 0-1,0 0 1,0 1-1,1-1 1,-1 1-1,-1-1 1,1 1-1,0 0 1,-1 0-1,1 0 1,-1 0-1,0 0 1,0 1-1,6 14 112,0 1 1,-2 0-1,3 20-112,-4-22 129,12 62 92,-10-37-43,3 1-1,2-2 1,1 1 0,2-2 0,2 1-1,3 0-177,-19-40-103,0-1 0,1 1 0,-1-1 0,0 0 0,0 1-1,1-1 1,-1 1 0,0-1 0,0 1 0,0-1 0,0 1 0,1-1 0,-1 1-1,0-1 1,0 1 0,0-1 0,0 1 0,0-1 0,0 1 0,0-1-1,-1 1 1,1-1 0,0 1 0,0-1 0,0 1 0,0-1 0,-1 0 0,1 1-1,0-1 1,0 1 0,-1-1 0,1 1 0,0-1 0,-1 0 0,1 1-1,0-1 1,-1 0 0,1 1 0,-1-1 0,1 0 0,0 0 0,-1 1 0,1-1-1,-1 0 1,1 0 0,-1 0 0,1 0 0,-1 1 0,1-1 0,-1 0-1,1 0 1,-1 0 0,1 0 0,-1 0 0,1 0 0,-1 0 0,1-1 0,-1 1-1,1 0 1,-1 0 0,1 0 0,-1 0 0,1-1 103,-19 2-4913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47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0 10266,'0'0'3813,"0"0"-1809,0 0-503,0 0-585,0 0 120,-16 26 74,-2 5-768,-17 26 1197,-33 43-1539,-206 248 3046,272-346-3270,1 0-1,-1-1 0,1 1 0,-1 0 0,0-1 1,0 0-1,0 1 0,0-1 0,0 0 0,0 0 0,0 0 1,0 0-1,0-1 0,-1 1 0,1 0 0,0-1 1,0 0-1,-2 1 225,3-1-204,-18 3-5052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4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0 9882,'0'0'3870,"0"0"-2055,0 0-845,0 0-501,0 0-79,0 0 337,-2 5 177,-12 12-450,-1 0 1,0-1 0,-1-1 0,0 0-1,-2-1 1,1-1 0,-10 4-455,-37 31 156,52-38-145,-1 1 1,1 0-1,1 1 0,1 1 0,-2 1-11,8-8 27,0 0 1,1 0-1,0 0 0,0 0 1,1 0-1,0 1 0,0-1 0,0 1 1,1-1-1,-1 1 0,2 0 1,-1-1-1,1 4-27,2-8 34,-1 0 1,1-1 0,0 1-1,0-1 1,0 1-1,0-1 1,0 0 0,0 0-1,0 0 1,0 0-1,0 0 1,1 0 0,-1 0-1,0-1 1,1 1-1,-1-1 1,2 0-35,2 2 156,97 24 1088,-26-6-2999,13 7 1755,-60-10-2727,-14 0-3280,-7-7-2132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48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50 9194,'0'0'2961,"0"0"-1132,0 0-423,0 0-44,0 0-366,0 0-437,22 0-281,43-1 45,50 8-323,-82-4 270,11 0 204,-41-2 811,-22-2 1250,-36-4-2039,1-2 1,-3-4-497,-42-6 219,67 14-201,20 2 3,-1 0 0,1-1 0,-1 0 1,1-1-1,-10-4-21,22 7-87,0 0 0,0 0 0,0 0-1,0 0 1,0 0 0,0 0 0,1 0 0,-1-1 0,0 1 0,0 0 0,0 0 0,0 0-1,0 0 1,0 0 0,0 0 0,0 0 0,0 0 0,0 0 0,0-1 0,0 1-1,0 0 1,0 0 0,0 0 0,0 0 0,0 0 0,0 0 0,-1 0 0,1 0-1,0 0 1,0 0 0,0 0 0,0-1 0,0 1 0,0 0 87,9 1-2666,3 6-2823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48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86 7330,'0'0'3128,"0"0"-478,0 0-313,0 0-481,0 0-668,0 0-349,-21 0-125,-68 4-110,86-4-566,0 1 0,1 0 0,-1-1 1,0 1-1,0 0 0,1 1 0,-1-1 0,1 0 1,-1 1-1,1 0 0,-1-1 0,1 1 1,0 0-1,0 0 0,0 0 0,0 1 0,0-1 1,1 0-1,-1 1 0,1-1 0,-1 1 1,1-1-1,0 1 0,0 0 0,0 0 0,0 1-38,-3 5 123,-6 17 83,2 0-1,0 0 1,2 1-1,1 0 1,1 0-1,1 0 1,1 1-1,2-1 1,2 19-206,-2-43 11,1 1 0,-1 0 1,1 0-1,1 0 0,-1 0 0,0 0 1,1-1-1,0 1 0,0-1 1,0 1-1,0-1 0,0 0 1,1 1-1,0-1 0,-1-1 0,1 1 1,0 0-1,1-1 0,-1 1 1,0-1-1,1 0 0,-1 0 0,1 0 1,-1-1-1,1 1 0,0-1 1,0 0-1,0 0 0,0 0 1,0-1-1,3 1-11,9 1 50,1 0 1,0-2-1,0 1 0,0-2 1,-1-1-1,1 0 1,4-1-51,-7-1 17,0 1 0,1-2 1,-1 0-1,-1 0 0,1-2 1,-1 1-1,0-2 1,-1 0-1,0 0 0,0-1 1,0-1-1,-1 0 1,-1 0-1,3-4-17,-5 4 19,-1 1 1,0-1-1,0 0 1,-1-1-1,-1 1 0,0-1 1,0 0-1,-1-1 1,0 1-1,-1-1 1,-1 1-1,0-1 0,0 0 1,-1 0-1,-1 0 1,0 0-1,-1-11-19,-1 15 62,0-1-1,-1 1 1,0 0-1,0 0 1,-1 0-1,0 0 1,0 1 0,-1 0-1,0-1 1,0 2-1,0-1 1,-1 1-1,0-1 1,-1 2 0,1-1-1,-1 1 1,0 0-1,-1 0 1,1 1 0,-1 0-1,0 0 1,0 1-62,-11-6-37,0 1 1,0 1-1,-1 1 1,0 1-1,0 1 1,0 0-1,-1 2 1,-18-1 36,37 3-64,1 1 0,-1-1-1,1 0 1,0 0 0,-1 1 0,1-1 0,-1 1 0,1-1-1,0 1 1,-1 0 0,1-1 0,0 1 0,0 0 0,0 0-1,-1 0 1,1 0 0,0 0 0,0 0 0,0 0 0,1 0-1,-1 1 1,0-1 0,0 0 0,1 0 0,-1 1 0,0-1-1,1 1 1,-1 0 64,-8 45-3331,9-40 2508,-2 29-5558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49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 8514,'0'0'2903,"0"0"-910,0 0-860,0 0-69,0 0 327,0 0 11,1 14-167,-1-3-1082,0 1 1,0-1-1,-1 0 1,-1 0-1,0 0 1,0 0-1,-1-1 1,-1 1-1,1-1 1,-2 1-1,-1 2-153,-3 2 130,0-1 0,0-1 0,-2 0 0,1 0 0,-2-1 0,1 0 0,-10 6-130,-13 8 498,-2-1 1,-9 3-499,19-12 146,24-15-128,1-1 0,0 1 0,0 0 0,-1 0 0,1-1 0,0 1 0,0 0 0,0 0 0,0 0 0,0 0 0,0 0 0,0 0 0,1 1 0,-1-1 0,0 0 0,0 0 0,1 0 0,-1 1 0,1-1 0,-1 0 0,1 1 0,0 0-18,0-1 27,0 0-1,1 0 0,-1 0 1,0 0-1,1 0 0,-1 0 0,1 0 1,0 0-1,-1 0 0,1 0 1,0 0-1,0 0 0,-1-1 1,1 1-1,0 0 0,0-1 0,0 1 1,0 0-1,0-1 0,0 1 1,1-1-27,5 4 156,1-1 0,0-1 0,-1 0 0,1 0 0,0 0 0,7 0-156,89-3 730,-76 0-767,-1 0-1,0 2 1,15 2 37,-17 13-2220,-7-3-1851,-2-7-2578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0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6 173 8314,'0'0'2696,"0"0"-255,0 0 77,0 0-909,-1-21-768,0-8-484,-2-30-173,3-4 2767,0 62-2581,0 7-173,1 94 1623,12 71-1820,-7-121 71,3 0 0,2 0 0,2-1 1,8 17-72,-11-30-774,-10-34 453,0-1 0,0 0 0,0 1 0,0-1 0,0 0 0,0 1 0,-1-1 0,1 0 0,0 1 0,-1-1 0,1 0 0,-1 1-1,1-1 1,-1 0 0,1 0 0,-1 0 0,0 1 0,0-1 0,0 0 0,0 0 0,0 0 0,0 0 0,0 0 321,-13 7-6023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0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6665,'0'0'2609,"0"0"-753,0 0 401,0 0-1097,0 0-656,0 0 248,0 0 433,142 0-465,-101 0-152,7 0-416,-1 0-56,-2 0-96,7 0-264,-13 0-2105,-11 0-6841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3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4545,'0'0'2722,"0"0"-659,0 0-200,0 0-291,0 0-161,0 0 255,0-2 5145,0 8-5464,3 62-398,10 50-949,-1-11 274,1 2 113,5-1 1,9 18-388,-20-90-169,-6-30-688,-5-25-722,-11-34-5392,9 26-1153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6993,'0'0'2905,"0"0"-963,0 0-486,0 0-500,0 0-179,0 0-127,14 1 136,37-1 312,0-1 1,0-3-1,34-7-1098,-64 7-172,0 1-1,0 0 1,0 1 0,5 2 172,-26 14-5173,0-8 813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4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3625,'0'0'5701,"0"0"-3188,0 0-736,0 0-102,0 0 94,0 0-109,29 2-288,0 1-1047,7 1 226,0-1 0,0-2 0,0-2 0,21-3-551,-30-1-130,25-2 374,-17 15-9032,-24-4-230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5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6465,'0'0'2593,"0"0"352,0 0-15,0 0-514,0 0-622,0 0-635,-11 27 114,-3 24-866,2 1-1,3 1 1,2-1-1,2 1 1,3 0-1,2 7-406,0-51 30,1 0 0,1 0 0,-1 0 0,2-1 0,-1 1 0,1-1-1,0 1 1,1-1 0,0 0 0,0 0 0,1-1 0,0 1 0,0-1-1,1 0 1,0 0 0,0-1 0,0 0 0,1 0 0,0 0 0,7 3-30,-5-2-97,1-1 0,0-1 0,1 0 1,-1-1-1,1 1 0,0-2 1,7 2 96,-8-3-547,0 0 0,1-1 0,-1 0 0,1-1 1,-1 0-1,1 0 0,-1-1 0,5-2 547,8-5-5701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5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10018,'0'0'3445,"0"0"-1677,0 0-394,0 0-6,0 0-236,27 25-234,88 83 71,-99-89-742,0 0-1,0 1 1,-2 0 0,-1 1-1,3 7-226,-12-19 10,1 1 0,0-1-1,1-1 1,-1 1 0,2-1 0,-1 0 0,1 0-1,0-1 1,1 0 0,0 0 0,0-1 0,0 0-1,1 0 1,7 3-10,2-3 150,-7-6-1667,-6-3-5299,-5-6-1306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6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0 7282,'0'0'3240,"0"0"-1111,0 0 279,0 0-583,-144 165-681,96-104-216,-5-4 152,6-4-200,8-11-271,8-9-361,12-13-112,11-8-136,5-9 0,3-1-120,0-2-384,3 0-449,13 0-1623,7-2-3417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6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7770,'0'0'2568,"0"0"-357,0 0 118,0 0-473,19 29-295,60 99-246,-71-111-1068,0 0 1,-1 0-1,-1 1 1,-1 0-1,0 0 1,-1 1-1,-1-1 1,-1 1 0,-1-1-1,0 1 1,-2 0-1,0 8-247,0 16 436,1-9-33,1-17-272,0 1 1,-2-1 0,0 0-1,-1 0 1,0 0 0,-2 0-1,0 0 1,-3 8-132,6-25-84,1 1 1,0-1-1,0 0 0,-1 1 1,1-1-1,0 0 1,0 1-1,0-1 0,0 1 1,0-1-1,-1 1 0,1-1 1,0 0-1,0 1 0,0-1 1,0 1-1,0-1 1,0 1-1,0-1 0,0 0 1,0 1-1,1-1 0,-1 1 1,0-1-1,0 1 1,0-1-1,0 0 0,1 1 1,-1-1-1,0 0 0,0 1 1,1-1-1,-1 0 1,0 1-1,1-1 0,-1 0 1,0 1-1,1-1 84,15 1-5533,-9-1 4605,20 0-8216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6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10354,'0'0'3265,"0"0"-312,0 0-769,0 0-1272,0 0-352,0 0-304,0 0 72,139 3-256,-83 2 16,-4-3-88,-4 1-40,-12-1-688,-11 3-1376,-11-2-889,-8-1-3320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7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11226,'0'0'2369,"0"0"-593,0 0 65,0 0-945,0 0-104,0 0-488,186 3-176,-127-3-128,13-3-48,-16-4-2256,-9-1-7266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7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3225,'0'0'8413,"0"0"-5417,0 0-1753,0 0 510,7 29-79,3 4-1250,13 52 1538,2 32-1962,-9 9 921,-5 1 0,-7-1 0,-5 32-921,0-52-36,4-102-810,4-12 68,6-13-1636,0-10-4010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8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8010,'0'0'2634,"0"0"281,0 0-611,31-16-806,103-50-359,-125 61-1013,0 2 0,0-1 0,0 1 0,0 1 0,0 0 0,1 0 0,-1 0 1,1 2-1,0-1 0,-1 1 0,5 1-126,8-1 213,-15 0-170,0 0 0,0 1 0,0 0-1,0 0 1,0 0 0,0 1 0,-1 0-1,1 0 1,-1 1 0,1 0 0,-1 0 0,0 0-1,0 1 1,0 0 0,0 0 0,-1 1-1,0-1 1,3 4-43,-2 0 50,0-1 0,-1 1 0,0 0 0,-1 0 0,1 0 0,-2 1 0,1 0 0,-1 0 0,0 0-1,-1 0 1,0 0 0,-1 0 0,1 8-50,0-1 149,-1 0 0,-1 0-1,0 0 1,-1 0 0,-1 0-1,-1 0 1,-2 11-149,1-18 94,1 0 0,-1 1 0,0-1 1,-1-1-1,0 1 0,0-1 0,-1 0 1,0 0-1,-1 0 0,1-1 0,-2 0 0,-6 6-94,3-5 94,-1 1 0,0-1 0,0-1 0,-1 0 0,0-1 0,0 0 0,-1-1 0,1 0 0,-1-1-1,0-1 1,-12 2-94,-54 0-2896,78-6-538,1-5-3076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8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9194,'0'0'2633,"0"0"-386,0 0 223,0 0-462,-8 23-114,1-2-1469,-9 26 789,1 1 1,0 14-1215,6-17 579,2-1 1,2 1-1,2 1 0,3 40-579,0-78 18,1 0 0,0 0 0,1 1 0,0-1 0,0-1 0,1 1 0,-1 0 0,2 0-1,-1-1 1,1 0 0,0 0 0,1 0 0,0 0 0,0-1 0,0 1 0,1-1 0,-1-1-1,2 1 1,-1-1 0,5 3-18,0-1-162,0-1 0,1 0 0,0 0 0,0-1 0,0-1 0,0 0 1,1-1-1,-1 0 0,1-1 0,0 0 0,0-1 0,9-1 162,18 0-3056,-1 0-3541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8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11058,'0'0'2182,"0"0"-148,0 0-111,0 0-1139,0 0-550,0 0 154,24 9 340,78 32 199,-92-35-800,0 0 0,-1 0 0,1 1-1,-2 1 1,1-1 0,-1 2 0,0-1 0,-1 1 0,0 0 0,0 0 0,-1 1 0,-1 0 0,1 0 0,-1 0 0,1 7-127,9 13 139,37 91 317,-35-78-994,1-1 0,6 7 538,-23-48-298,0 0 1,-1 0 0,1 0-1,0 0 1,0 0 0,0-1-1,0 1 1,0 0-1,0 0 1,0-1 0,0 1-1,0-1 1,0 1 0,0-1-1,1 1 1,-1-1 0,0 1-1,0-1 1,0 0 0,1 0-1,-1 0 1,0 0 0,0 0-1,1 0 1,-1 0 0,0 0-1,1-1 298,9 1-7523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3:59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1 8674,'0'0'2488,"0"0"-661,0 0-132,0 0-477,0 0-194,0 0-21,-11 20 100,-38 60 464,-3-2 0,-11 7-1567,-3-9 727,40-49-621,1 1 0,2 1 0,1 1 0,-16 29-106,38-59-2,-23 37-1399,-2-23-4194,9-11-130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08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6 8482,'0'0'3574,"0"0"-1876,0 0-38,0 0-470,0 0-513,5-5 5172,-10 7-5846,0-1 1,0 1-1,0 1 0,0-1 0,0 1 0,1 0 1,-1 0-1,1 0 0,0 0 0,0 1 0,-1 0-3,-10 8 20,-43 33 236,-37 37-256,83-71 28,-1-2-16,10-7-6,-1 1-1,1-1 1,-1 0-1,1 1 0,0 0 1,0-1-1,0 1 1,1 1-1,-1-1 1,1 0-1,-2 2-5,4-4 21,0-1 55,0 0 11,0 0-27,0 0-1,0 0-29,0 0 17,0 0 26,0 0 21,0 0-21,0 0-19,0 0-8,52 13-78,-23-7 116,0 1 0,-1 2 0,7 3-84,-24-8 5,1 1 0,-1 1 0,0 0 0,0 1-1,-1 0 1,1 0 0,-2 1 0,1 0 0,-1 1-5,-7-7-25,0-1 0,1 1 0,-1-1 0,0 0 0,1 0 0,-1 0 0,1 0 0,-1 0-1,1-1 1,-1 1 0,1-1 0,0 1 0,-1-1 0,1 0 0,1 0 25,36-3-3429,-20-5-2741,-1-6-6820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09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86 162 7314,'0'0'1901,"0"0"350,0 0-61,0 0-735,0 0-301,0 0-111,2-13-166,7-117 3931,-9 112-3709,2 35-981,2 29-204,1-18 90,0 0 0,-2 0 0,-2 1 0,0 18-4,4 63 25,3-62-18,2-1 0,11 26-7,-9-30-9,-22-37-6673,-17 0 3570,-32 5 2089,53-10 928,-16 2 68,-28 7 162,55-8 3765,21 3-3304,54-1 535,50-6-1131,-83-1-7729,45-10 7729,-66 8-5831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09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5761,'0'0'2579,"0"0"-99,0 0-61,24 12-803,-2-3-1217,-10-4-163,1 1 0,-1 0 0,0 1 0,0 0 0,0 0 0,-1 1 0,0 1-1,-1 0 1,0 1 0,0-1 0,4 8-236,-2 1 367,0 1-1,-2 0 1,0 0 0,-1 1-1,-1 0 1,-1 1 0,0-1-1,-2 2 1,0-1 0,0 18-367,0 11 435,-2 1 1,-2 4-436,-2 49-2979,-1-7-3986,2-94-4238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16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3065,'0'0'5019,"0"0"-1949,0 0-380,0 0-439,0 0-460,9 4 3591,14 4-5014,37-5-310,39-4-58,-21-1-253,-77 2-139,-1 0-478,-30 10-7761,10-2 2333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17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2785,'0'0'6521,"0"0"-3660,0 0-964,0 0-192,0 0-753,0 0-444,7 3-43,10 4-56,0-1-1,0 0 0,0-1 1,1-2-1,0 1 0,17 0-408,119 0 1387,-129-4-1296,-24 0 64,-1 0 85,0 0-24,0 0-116,0 0-48,0 0-168,2 10-6116,-2-5 1069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25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10490,'0'0'2515,"0"0"67,0 0-317,0 0-828,0 0-412,0 0-149,0 0-814,0 0 1,1 0-1,-1 0 1,1 0-1,-1 1 1,0-1-1,1 0 1,-1 0-1,0 1 1,1-1-1,-1 0 1,0 1-1,0-1 1,1 0-1,-1 1 1,0-1-1,0 1 1,1-1-1,-1 0 1,0 1-1,0-1 1,0 1-1,0-1 1,0 0-1,0 1 1,0-1-1,0 1 1,0-1-1,0 1 1,0-1-1,0 0 1,0 1-1,0-1 1,0 1 0,0-1-1,0 1 1,0-1-1,-1 1-62,1 41 421,-2 0 0,-2 0 0,-2 0 0,-4 11-421,1-4 116,3 0 0,1 0 0,3 1 0,2 15-116,0-64-129,0-1-131,0 0-195,-14 0-4574,8 0-448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26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11386,'0'0'2484,"0"0"-163,0 0-560,31 0-620,241 0 1136,-227-2-1353,-1-2 1,22-6-925,-5 1 783,-55 9-743,-5 0-46,-1 0-8,0 0-15,0 0-138,0 0-318,-9 5-5470,4 2 179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2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4 5761,'0'0'1970,"0"0"48,0 0 166,0 0-483,0 0-342,0 0 7,-15 12-36,-43 43-467,55-52-818,1 0 0,0 1-1,0-1 1,0 0 0,0 1 0,0-1-1,1 1 1,-1-1 0,1 1 0,0 0 0,0 0-1,1-1 1,-1 1 0,1 0 0,0 0 0,0 0-1,0 0 1,0 0 0,0-1 0,2 4-45,-1 12 244,-1-16-205,0-1 0,0 1 0,1-1-1,-1 1 1,1-1 0,-1 1 0,1-1 0,0 1-1,0-1 1,0 0 0,0 1 0,0-1 0,1 0 0,-1 0-1,1 0 1,-1 0 0,1 0 0,0 0 0,0 0-1,0 0-38,3 1 83,-1 0-1,1 0 1,0-1-1,0 1 1,0-1-1,0 0 1,0-1-1,0 1 1,4 0-83,12 1 208,0-1 0,0 0 0,0-2 0,14-1-208,-32 1 48,0 0 0,1-1-1,-1 0 1,0 0 0,0 0-1,0 0 1,0 0 0,0 0-1,0-1 1,0 0-1,-1 1 1,1-1 0,0 0-1,-1 0 1,0-1 0,1 1-1,-1 0 1,0-1 0,0 1-1,0-1 1,0 0 0,-1 0-1,1 0 1,-1 1-1,0-1 1,0-1 0,0 1-1,0 0 1,0 0 0,-1 0-1,1 0 1,-1-1 0,0-2-48,1-2 123,0-1 0,-1 1 0,-1-1 0,1 1 0,-1-1 0,-1 1 0,0-1 0,0 1 0,0 0 0,-1 0 0,0 0 0,-3-5-123,4 9-1,-1 0 0,1 0 0,-1 0 0,1 0 0,-1 1 1,0-1-1,0 1 0,-1 0 0,1 0 0,-1 0 0,1 0 0,-1 1 0,-2-1 1,0 1-255,-1 0 0,0 0 0,1 1 0,-1 0 0,0 0 0,1 1 0,-1 0 0,-4 0 255,-12 0-2370,1 0-2489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27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66 4441,'0'0'2599,"0"0"-101,0 0 809,0 0-1157,0 0-464,0 0-219,-6-3-338,4 1-1072,0 1-1,-1-1 0,1 1 0,0 0 1,-1 0-1,1 0 0,-1 0 0,1 0 0,-1 1 1,1-1-1,-1 1 0,1-1 0,-1 1 1,1 0-1,-1 0 0,0 0 0,1 1 1,-1-1-1,1 1 0,-1-1 0,1 1 0,-1 0 1,1 0-1,-1 0 0,1 0 0,0 0 1,0 0-1,-1 1 0,1-1 0,0 1 0,-1 1-56,-7 8 102,0 1 0,1 1 0,1 0-1,0 0 1,1 0 0,0 1-1,1 0 1,1 0 0,0 1-1,1-1 1,0 1 0,1 0-1,1 0 1,0 0 0,1 1 0,1 8-102,1-20 9,1 0 1,-1-1 0,0 1-1,1 0 1,0-1 0,0 1-1,0-1 1,0 1 0,1-1 0,-1 0-1,1 0 1,0 0 0,0 0-1,0-1 1,0 1 0,1-1-1,-1 0 1,0 0 0,1 0 0,0 0-1,-1 0 1,1-1 0,0 0-1,3 1-9,15 5 109,-1-2-1,1 0 0,20 1-108,0 0 84,1-3 0,4-1-84,-37-2 10,1 0-1,-1 0 1,0-1-1,0-1 1,0 0 0,-1 0-1,1 0 1,0-2-1,-1 1 1,0-1-1,8-4-9,-13 4 54,1 0 0,-1 0 0,1 0 0,-1-1 0,0 0 0,-1 0-1,1 0 1,-1 0 0,0 0 0,0-1 0,-1 1 0,0-1 0,0 0-1,0 1 1,0-1 0,-1 0 0,0 0 0,-1 0 0,1 0 0,-1 0-1,0-7-53,-1 3 70,1 0 0,-2 0-1,1 0 1,-1 0-1,-1 1 1,0-1-1,0 1 1,-1-1-1,0 1 1,-1 0 0,0 0-1,-5-7-69,1 4-137,-1 1-1,0 0 1,0 1-1,-1 0 1,0 1-1,-1 0 1,0 0-1,-11-5 138,10 8-1018,0 0-1,0 0 0,-1 2 0,0 0 1,-10-2 1018,-19 0-7961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30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6 261 7818,'0'0'3691,"0"0"-1940,0 0-425,0 0-306,0 0-384,0 0-121,11-2 5332,-8-2-5876,-2-16 87,1 0 0,1 0 0,1 1 0,1-1-58,0-1 112,-1 1 1,-1-1 0,-1 0 0,-1-1-113,-1-28 1050,0 50-889,-1 58 934,-21 62-1081,13-87 13,3 1 0,0 0 0,3 0-1,0 9-26,9 141 102,-1-116-6525,-7-78 510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30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1568,'0'0'4911,"0"0"-2255,0 0-439,0 0-502,0 0-699,0 0-327,25 2-39,187 7 1646,57-23 318,-183 8-2106,71 3-489,-152-2-4755,-2 0-73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32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67 5569,'0'0'2198,"0"0"-326,0 0 22,0 0-644,0 0-451,0 0 121,-5-6 5727,3 0-6411,4 3-233,0 0 0,0 1 0,0-1 1,0 1-1,1 0 0,-1-1 0,1 1 1,-1 0-1,1 1 0,0-1 1,0 0-1,-1 1 0,1 0 0,1-1 1,-1 1-1,2 0-3,54-14 34,-47 13-25,31-2 95,-41 4-97,0 0-1,-1 0 1,1 0-1,0 0 1,-1 1 0,1-1-1,0 1 1,-1-1-1,1 1 1,-1-1-1,1 1 1,-1 0-1,1 0 1,-1 0 0,0 0-1,1 0 1,-1 0-1,0 0 1,0 1-1,0-1 1,1 2-7,28 36 510,-26-34-419,0 0 0,1 0 0,-2 0 0,1 0 0,-1 1 0,0-1 0,0 1 0,0 0 0,-1 0 1,0 0-1,0 0 0,0 1 0,-1-1 0,0 0 0,0 1 0,-1 5-91,0 2 41,-1 0-1,-1 0 1,0 0-1,0-1 1,-2 1-1,0 0 1,0-1-1,-1 0 1,-1 0-1,0 0 1,-1-1-1,0 0 1,-7 7-41,8-9 33,-32 51 485,-30 34-518,54-77 103,-1-1 0,0 0 0,-2-1-1,0-1 1,0-1 0,-2 0 0,-5 2-103,54-45 1062,-19 17-569,0 0-1,1 1 0,1 0 0,8-5-492,-13 12-5,62-34-289,-64 36 269,0-1 0,0 1 0,0 1-1,0-1 1,1 1 0,-1 0 0,0 0 0,1 1-1,-1 0 1,1 0 0,1 1 25,-4 1-6,0 0 1,-1 0-1,1 1 1,-1 0-1,1-1 1,-1 1-1,0 0 1,0 1-1,0-1 1,0 1-1,-1-1 0,0 1 1,1 0 5,12 16-1,-2-7-1,0 0-1,1 0 1,1-2 0,6 5 2,-15-12 0,0-1 0,1 1 0,0-1 0,-1 0 0,1 0 0,0-1 0,1 0 0,-1 0 0,0-1-1,1 0 1,-1 0 0,3-1 0,-2 0 6,-1 0 0,0 0-1,0-1 1,0 0 0,0-1 0,0 1-1,0-2 1,0 1 0,0-1-1,-1 1 1,1-2 0,2-1-6,-6 3-118,0-1 0,1 1 0,-1-1 0,0 0 0,-1 0 0,1-1 0,-1 1 0,1 0 0,-1-1 1,0 0-1,0 1 0,0-1 0,-1 0 0,0 0 0,1 0 0,-1 0 0,0 0 0,-1 0 0,1 0 0,-1 0 0,0-1 0,0-1 118,0 5-177,0-1-1,0 1 0,0 0 0,0-1 1,0 1-1,0 0 0,-1-1 0,1 1 1,0 0-1,-1-1 0,1 1 0,-1 0 1,1 0-1,-1-1 0,0 1 0,1 0 0,-1 0 1,0 0-1,0 0 0,0 0 0,0 0 1,0 0-1,0 0 0,0 0 178,-19-11-6144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33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43 3289,'0'0'2105,"0"0"321,0 0 43,0 0-587,0 0-399,0 0-136,6-7-257,-1 1-824,-4 4-185,1-1 1,-1 1-1,1 0 0,0 0 0,0-1 0,0 1 1,0 0-1,0 1 0,1-1 0,-1 0 1,1 1-1,-1-1 0,1 1 0,1-1-81,-1 7 3080,-7 23-2443,0-15-424,0 1-1,-2-1 0,0 0 1,0-1-1,-1 0 0,0 0 1,-1 0-1,-1-1 1,0 0-1,0 0 0,-8 5-212,-10 8 259,-1-3-1,-1 0 1,-1-1-1,-2-2-258,32-17 1,0-1-1,-1 0 1,1 0 0,0 1-1,-1-1 1,1 0-1,0 0 1,-1 1-1,1-1 1,0 0 0,0 1-1,0-1 1,-1 0-1,1 1 1,0-1-1,0 0 1,0 1 0,0-1-1,-1 0 1,1 1-1,0-1 1,0 1 0,0-1-1,0 0 1,0 1-1,0-1 1,0 1-1,0-1 1,0 0 0,0 1-1,0-1 1,1 1-1,-1-1 1,0 0-1,0 1 1,0-1 0,0 0-1,1 1 1,-1-1-1,0 0 1,0 1-1,1-1 1,-1 0 0,0 0-1,0 1 1,1-1-1,-1 0 1,0 0-1,1 1 1,-1-1 0,0 0-1,1 0 1,-1 0-1,1 0 0,17 11 8,14-2 13,-1 0-1,1-3 1,1 0 0,6-1-21,81 15 4,-118-19 2,0-1 1,0 1 0,0 0 0,0 0 0,-1-1 0,1 1-1,0 1 1,0-1 0,-1 0 0,1 0 0,-1 1 0,1-1-1,-1 0 1,0 1 0,1 0 0,-1-1 0,0 1 0,0 0 0,0 0-1,0-1 1,0 1 0,-1 0 0,1 0 0,-1 0 0,1 0-1,-1 0 1,1 0 0,-1 0 0,0 0 0,0 0-7,4 17-2517,6-1-4231,-5-13-145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35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9434,'0'0'2530,"0"0"-1255,0 0 69,0 0-84,0 0-25,0 0-58,27 1-252,83 5-341,-106-5-555,0-1-1,0 1 0,0 0 1,0 0-1,0 0 1,0 0-1,0 1 1,0 0-1,-1-1 0,1 2 1,0-1-1,-1 0 1,0 1-1,1-1 0,-1 1 1,0 0-1,-1 0 1,1 0-1,0 0 0,-1 1 1,0-1-1,0 1 1,0-1-1,0 1 1,1 3-29,-1 1 57,0-1 1,0 1-1,-1 0 1,0 0-1,0 0 1,-1 0-1,0-1 1,-1 1-1,1 0 1,-2 4-58,0-6 104,0 0 0,0 0 1,-1 0-1,0 0 0,0-1 1,0 0-1,-1 1 0,0-1 0,0-1 1,0 1-1,0 0 0,-1-1 1,0 0-1,0 0 0,0-1 0,0 1 1,-3 0-105,-12 8 157,0-1 0,-1-1 0,0-1 1,-5 0-158,21-7 1,-68 21 184,67-22-215,0 1 0,0-1 0,0-1-1,0 1 1,-1-1 0,1 0-1,0 0 1,0-1 0,0 0-1,0 0 1,-1 0 30,7 0-75,-1 1 1,1-1-1,-1 1 0,1-1 0,-1 0 1,1 1-1,0-1 0,-1 1 1,1-1-1,0 0 0,-1 1 0,1-1 1,0 0-1,0 0 0,0 1 1,0-1-1,0 0 0,0 1 0,0-1 1,0 0-1,0 0 0,0 1 0,0-1 1,0 0-1,0 1 0,1-1 1,-1 0-1,0 1 0,1-1 0,-1 0 1,0 0 74,11-21-2450,14-4-3113,8-1-6133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3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8650,'0'0'2771,"0"0"-822,0 0-240,0 0-146,0 0-193,0 0-213,-16 7-291,-51 27-275,64-31-493,-1 1 1,0-1-1,1 0 0,0 1 1,0 0-1,0 0 1,0 0-1,1 0 1,-1 0-1,1 1 0,0-1 1,0 1-1,1-1 1,-1 1-1,1 0 1,0 0-1,0-1 0,1 1 1,0 0-1,0 1-98,-4 18 380,-5 8-120,3 1-1,0 0 0,2 0 1,1 29-260,3-60 5,0 1 1,1-1 0,0 0-1,-1 1 1,1-1-1,0 0 1,0 1-1,0-1 1,1 0 0,-1 0-1,1 0 1,-1 0-1,1 0 1,-1 0-1,1 0 1,0-1 0,0 1-1,0 0 1,0-1-1,0 0 1,0 1 0,0-1-1,1 0 1,-1 0-1,0 0 1,1-1-1,-1 1 1,1 0 0,-1-1-1,3 1-5,15 2 33,0 0-1,0-1 0,17 0-32,-5 0-20,-18-1-37,48 3-3326,-59-4 2436,0 0 0,-1-1-1,1 1 1,0-1 0,0 1 0,0-1-1,0 0 1,0 0 0,-1 0 0,3-2 947,4-6-9320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34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5 6937,'0'0'3715,"0"0"-1488,0 0-503,0 0-312,0 0-373,0 0-256,5-2 193,-5 2-900,0 0 0,0 0 1,0 0-1,0 0 0,0 0 1,0 0-1,0 0 1,0 0-1,0 0 0,0 0 1,0-1-1,0 1 1,0 0-1,0 0 0,0 0 1,0 0-1,0 0 0,0 0 1,0 0-1,0 0 1,0 0-1,0 0 0,0 0 1,0 0-1,0 0 0,0 0 1,0 0-1,0-1 1,0 1-1,0 0 0,0 0 1,0 0-1,0 0 1,0 0-1,0 0 0,0 0 1,0 0-1,0 0 0,0 0 1,0 0-1,0 0 1,0 0-1,0 0 0,0 0 1,0-1-1,0 1-76,-15 2 128,0-1 0,1 2 1,-1 0-1,1 1 0,0 0 0,0 1 0,0 1 0,-1 1-128,-112 59-83,110-57 132,6-3-40,-27 16 26,36-21-23,1 0-1,-1 0 1,1 0-1,-1 0 1,1 0-1,0 1 1,0-1-1,-1 0 1,1 1-1,0-1 1,0 1-1,0-1 1,0 1-1,1-1 1,-1 1-1,0 0 1,1-1-1,-1 1 1,1 0-12,1-1 24,-1 0 1,1 0-1,0 0 1,0 0-1,0 0 1,0 0-1,0 0 1,0 0-1,0-1 0,0 1 1,0 0-1,0-1 1,0 1-1,1-1 1,-1 1-1,0-1 1,0 1-1,1-1 1,-1 0-1,0 0 1,2 0-25,34 7 294,-34-6-255,71 3 166,-54-4-193,0 1 0,0 1 0,5 1-12,-21-1-222,0 0 0,-1-1 0,1 2 0,0-1 0,-1 0 0,1 1 0,-1-1 0,0 1 0,0 0 0,0 0 0,0 1 0,1 1 222,13 13-3583,-3-6-1835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4:35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25 7642,'0'0'3759,"0"0"-2040,0 0-423,0 0-306,0 0-129,0 0 137,-27-3-8,13 2-857,-84-9 2287,-29 4-2420,16 6-542,129-1-1459,-1-3-1877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1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14899,'0'0'2746,"0"0"-448,0 0-398,0 0-1145,0 0-561,8 22 59,25 79 833,-4 2 0,0 22-1086,-17-41-139,-5 0 0,-2 54 139,-5-137-871,0-6 344,0-1 0,-1 1 1,1 0-1,-1-1 0,0 1 1,-1 0-1,1 0 0,-3-5 527,0-3-1570,-7-27-3855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17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7378,'0'0'3624,"0"0"-991,0 0 29,0 0-756,0 0-539,0 0-274,17-2-207,65-11-395,152-20 330,-171 27-3344,27 3 2523,-86 3-4130,-4 3 2404,-1-2 572,-3 10-4332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17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9034,'0'0'2168,"0"0"-375,0 0 1327,0 0-1199,0 0-617,0 0-472,169 8-368,-132-13-288,-4-6-160,14-9-16,-11 5-1512,-2 0-3577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17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0 10186,'0'0'2717,"0"0"-981,0 0-37,0 0-10,-17 32-113,-7 10-1118,1-2 121,2 2-1,2 0 1,-8 25-579,18-43 206,1 0 1,0 0 0,2 0 0,1 1-1,0 0 1,2 0 0,1 0-1,2 16-206,0-38 1,0 1 0,1 0 0,0-1-1,0 1 1,0-1 0,0 1-1,0-1 1,1 1 0,-1-1 0,1 0-1,0 0 1,0 0 0,0 0 0,1 0-1,-1 0 1,1 0 0,2 1-1,1 1 6,0-1-1,1 0 1,-1 0 0,1-1-1,-1 0 1,1 0 0,0-1 0,0 0-1,1 0-5,18 4-475,1-2 0,0-1 0,0-2 0,18 0 475,37-4-3123,-27-6-1798,-3-9-4296</inkml:trace>
  <inkml:trace contextRef="#ctx0" brushRef="#br0" timeOffset="1">428 201 11498,'0'0'2185,"0"0"-1121,0 0 1057,0 0-641,176 110-376,-137-68-360,-3 1-304,-8-6-136,-3-4-200,0-5-55,-6-8-41,1-3 40,-4-4-48,1-8-129,3-5-679,-6 0-1808,-1-3-4090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18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1 11859,'0'0'2096,"0"0"-1328,0 0 1177,0 0-561,-111 155 16,63-88-192,-2-7-215,6-7-465,8-15-328,13-11-144,12-12-56,11-10 0,0-5-776,28-7-809,14-16-2864,2-2-6049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18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4017,'0'0'7746,"0"0"-6442,0 0 1248,0 0-447,169 178-593,-132-103-408,-15 5-127,-11-2-249,-8-6-264,-3-9-272,0-13-80,0-7-104,-6-11-16,1-9 8,-1-6-456,6-4-832,0-8-2465,0-5-1664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18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11723,'0'0'2400,"0"0"-976,0 0 33,0 0-1017,0 0-304,145 0-120,-98-7 24,-2 2-40,-7-3-1200,-10 3-1553,-14 0-6945</inkml:trace>
  <inkml:trace contextRef="#ctx0" brushRef="#br0" timeOffset="1">20 211 6185,'0'0'6274,"0"0"-4682,0 0 945,0 0-1081,0 0-256,0 0-616,148 7-440,-90-7-120,1 0-24,13-10-944,-13 0-2025,-12-2-5032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19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15155,'0'0'1857,"0"0"-1481,0 0 760,0 0 88,27 202-176,-15-114 145,-4 5-297,-5-6-424,2-4-232,1-13-192,-1-12-48,4-16-72,-1-14-424,-2-16-968,2-12-1065,-5-22-1736,0-13-6641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1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7 349 1744,'0'0'7997,"-1"-23"-5289,-1 2-2284,1 11-245,-1-1 0,1 0 1,1 0-1,0 0 0,1 0 0,0 0 1,0 0-1,1 1 0,1-1 0,0 0 1,0 1-1,1 0 0,1-1-179,1 1 172,1 0 0,0 0 0,1 1 0,0 0 0,0 0 0,1 1 0,1 0 0,-1 1 0,1 0 0,0 1 0,0 0 0,1 0 0,0 1 0,0 0-1,0 1 1,5-1-172,12-3 354,0 1-1,1 2 0,0 0 0,0 2 0,0 1 1,7 2-354,-28 0 45,-1 0 1,1 0 0,0 1-1,0 0 1,-1 1 0,1 0 0,-1 0-1,1 0 1,-1 1 0,0 0-1,0 1 1,0-1 0,3 3-46,-5-2 11,-1 0 0,1 0 0,-1 1 0,0-1 0,-1 1 0,1 0 0,-1 0 0,0 0 0,0 0 0,0 1 0,-1-1 0,0 1 0,0 0 0,0 0 0,-1-1 0,0 1 0,1 6-11,-1 1 87,1 0 0,-2 0 1,0 1-1,-1-1 0,0 0 0,-1 0 0,0 0 1,-1 0-1,0 0 0,-1-1 0,-1 1 0,0-1 0,-1 0 1,0 0-1,-1-1 0,0 0 0,-1 0 0,0-1 0,0 1 1,-1-2-1,-1 1 0,1-2 0,-2 1 0,1-1 1,-1-1-1,0 0 0,-1 0 0,1-1 0,-1 0 0,-12 3-87,9-5-7,0 0 0,0-1 0,0 0 0,-1-2 0,1 1 0,0-2 0,-6 0 7,20 0-52,0 0 0,1-1 0,-1 1 0,0 0 0,0 0 0,1 0 0,-1-1 0,0 1 0,1 0 0,-1-1 0,0 1 0,1-1 0,-1 1 0,0-1-1,1 1 1,-1-1 0,1 1 0,-1-1 0,1 1 0,-1-1 0,1 0 0,0 1 0,-1-1 0,1 0 0,0 1 0,-1-1 0,1 0 0,0 0 0,0 1 0,0-1 0,-1 0 0,1 0 0,0 1 0,0-1 0,0 0 0,0 0 0,1 1 0,-1-1 0,0 0 52,0-3-659,0 1 1,1-1-1,0 1 1,-1 0 0,1-1-1,0 1 1,1 0-1,-1-1 1,2-1 658,21-25-10521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2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7562,'0'0'2634,"0"0"71,-12 29 513,-3 4-2451,4-8-275,0 0 0,2 0 1,1 1-1,1 0 0,1 0 0,0 7-492,1-5 440,1 1 0,2-1 0,1 1 1,1-1-1,2 1 0,1-1 0,1 5-440,-2-23 39,1 0-1,0 0 0,0 0 0,1 0 1,0 0-1,1-1 0,0 1 1,0-1-1,1-1 0,1 1 1,-1-1-1,1 0 0,0 0 1,1-1-1,0 0 0,0 0 0,1-1 1,0 0-1,0-1 0,6 3-38,0 0-120,1-2-1,0 0 0,0-1 0,0 0 1,1-2-1,-1 1 0,2-2 121,-7-1-1387,0 0-1,0-1 1,1-1-1,-1 0 1,0 0-1,10-3 1388,17-11-10931</inkml:trace>
  <inkml:trace contextRef="#ctx0" brushRef="#br0" timeOffset="1">456 78 11859,'0'0'1944,"0"0"-176,0 0 569,0 0-1065,176 125-232,-132-70-280,-8 0-279,-8-2-241,-6-3-160,-8-10-64,-3-5-8,1-10-8,-4-10-120,0-7-464,6-8-1233,-3-5-2128,0-15-5873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20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0 9418,'0'0'2927,"0"0"-103,0 0-357,0 0-1342,0 0-430,-17 29 417,1 0-783,-12 18 571,-1 0 0,-35 41-900,17-34 1472,-53 46-1472,-1 1 195,100-101-300,1 0 1,0 1-1,-1-1 1,1 0-1,0 0 1,-1 1-1,1-1 0,0 0 1,-1 0-1,1 1 1,0-1-1,0 0 1,0 1-1,-1-1 1,1 0-1,0 1 1,0-1-1,0 0 0,0 1 1,-1-1-1,1 1 1,0-1-1,0 0 1,0 1-1,0-1 1,0 1-1,0-1 1,0 0-1,0 1 0,0-1 1,0 0-1,0 1 1,1-1-1,-1 1 105,13 1-5783,5-2-2554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20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8650,'0'0'2507,"0"0"-836,0 0-745,0 0-610,0 0-167,0 0 60,-12 26 208,-41 82 232,45-94-349,-1-1 0,0 1 0,-1-1 0,0-1 0,-1 0 0,-1 0 0,-6 4-300,9-9 142,1 0-1,0 1 1,1 1 0,0-1 0,0 1 0,1 0 0,-5 9-142,10-17 8,1 0 1,-1 0 0,1-1-1,-1 1 1,1 0 0,-1 0-1,1 0 1,0 0 0,-1 0-1,1 0 1,0-1 0,0 1-1,0 0 1,0 0 0,0 0-1,0 0 1,0 0 0,0 0-1,0 0 1,0 0 0,0 0-1,1 0 1,-1 0 0,0-1-1,1 1 1,-1 0 0,1 0-1,-1 0 1,1 0 0,-1-1-1,1 1 1,-1 0 0,1-1-1,0 1 1,0 0 0,-1-1-1,1 1 1,0-1 0,0 1-1,-1-1 1,1 1 0,0-1-1,0 0 1,0 1 0,0-1-1,0 0 1,0 0 0,0 0-1,0 1 1,-1-1 0,2 0-9,8 1 232,0 0 0,1-1 0,-1 0 0,10-1-232,-1 0 310,134 8 665,-2 1-5157,-122-8 1101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21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8282,'0'0'2326,"0"0"-902,0 0-449,0 0-556,0 0-270,26-2-89,82-2-33,-105 4-22,0-1 1,-1 1-1,1 0 0,-1 1 1,1-1-1,-1 0 1,1 1-1,0 0 1,-1-1-1,0 1 1,1 0-1,-1 0 1,1 0-1,-1 1 0,0-1 1,2 1-6,-3-1 8,0 1 0,0-1-1,0 0 1,-1 0 0,1 1 0,0-1 0,0 0-1,-1 1 1,1-1 0,-1 1 0,1-1 0,-1 1 0,0-1-1,1 1 1,-1-1 0,0 1 0,0-1 0,0 1-1,0 0-7,-1 3 33,0-1-1,0 1 1,0-1-1,0 0 0,-1 0 1,1 1-1,-1-1 1,0 0-1,0 0 0,-1 0 1,-2 3-33,-16 14 296,8-7 10,-1 1 0,2 0-1,0 0 1,1 1-306,8-12 198,0 1 1,1-1 0,0 1-1,0-1 1,0 1-1,0 0 1,1 0-1,0 0 1,0 0-1,0 0 1,1 0-1,-1 0 1,1 0-1,0 0 1,1 0 0,-1 0-1,2 4-198,-1-8 53,-1 0-1,1 1 1,0-1-1,0 0 1,0 0-1,1 0 1,-1 0 0,0 0-1,0 0 1,1 0-1,-1 0 1,0 0-1,1-1 1,-1 1 0,1-1-1,-1 1 1,1-1-1,-1 1 1,1-1-1,-1 0 1,1 0 0,0 0-53,44 5 556,-36-4-457,43 3-711,0-3-1,0-2 1,0-2 612,-22-5-3198,-8-5-2029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2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8938,'0'0'1952,"0"0"329,0 0-721,142 128-336,-92-58-39,-3 10-97,-8 5-408,-14 3 8,-13 0-408,-12-6-144,0-4-64,-17-11-72,-28 9-200,6-19-1512,3-14-3801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29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4825,'0'0'5361,"0"0"-4673,0 0 993,0 0-817,0 0-544,145 13-216,-114-13-48,-3 0-48,-6 0-8,-5 0-72,-4 2-520,-7 1-2249,-3-1-5537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30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12163,'0'0'1552,"0"0"-176,0 0 233,0 0-1001,0 0-296,0 0-128,0 0-120,195 3-64,-139-3-1208,-6-8-3273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30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1512,'0'0'8377,"0"0"-5171,0 0-1773,0 0-508,0 0-433,0 0 163,0 12 239,0-9-850,0 6 160,0 0 1,0 0-1,-1 0 1,0 0-1,-1 0 0,0 0 1,0 0-1,-1-1 1,0 1-1,-1-1 1,0 2-205,-13 16 567,10-18-511,1 1 0,0 0 1,0 0-1,1 0 0,1 1 0,-1 0 0,2-1 1,-1 2-1,1-1 0,1 0 0,0 1 0,-1 8-56,4-18 15,-1 0-1,0 0 0,1-1 0,0 1 0,-1 0 1,1 0-1,-1-1 0,1 1 0,0-1 0,-1 1 1,1 0-1,0-1 0,0 1 0,0-1 0,-1 1 1,1-1-1,0 0 0,0 1 0,0-1 0,0 0 1,0 0-1,0 0 0,-1 1 0,1-1 0,0 0 1,0 0-1,0 0-14,32 3 250,-27-3-167,136 5 644,-79-5-6116,-50 0 3061,-7 0-3121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31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10138,'0'0'1870,"0"0"-690,0 0 594,0 0-537,0 0-478,0 0 370,4 27 67,1 5-813,1 5 199,-2 0 0,-1 0-1,-2 14-581,-1-7 439,-2 1-1,-2-1 1,-2 0-1,-2-1 1,-11 36-439,16-68-18,3-7-4656,0-13-1235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31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9010,'0'0'3674,"0"0"-1770,0 0-167,0 0-540,0 0-322,31 3 29,234 22 948,-91-18-716,-101-7-3463,-29 0-1553,-49 1-1245,-12 6-1607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31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224 103 8466,'0'0'1860,"0"0"34,0 0-283,0 0-481,0 0 28,-28 5 83,-90 21-218,114-25-953,0 0 0,0 1 0,0-1 0,0 1 0,0 0 0,1 0 0,-1 0 0,0 0 0,1 0 0,0 1 0,-1 0 0,1 0 0,0 0 0,0 0 0,1 0-1,-1 1 1,1-1 0,-1 1 0,1-1 0,0 1 0,0 0 0,1 0 0,-1 0 0,1 0 0,0 0 0,0 0 0,0 0 0,1 1 0,-1-1 0,1 0 0,0 0 0,1 1 0,-1 3-70,1-6 11,-1 1-1,0-1 0,1 0 1,0 0-1,-1 1 0,1-1 1,0 0-1,0 0 0,0 0 0,0 0 1,0 0-1,1 0 0,-1 0 1,1-1-1,-1 1 0,1 0 1,0-1-1,-1 1 0,1-1 0,0 1 1,0-1-1,0 0 0,0 0 1,0 0-1,1 0 0,-1 0 1,0-1-1,0 1 0,0-1 0,1 1 1,-1-1-1,2 0-10,13 3 44,0-2 0,0 0 0,0 0 0,5-2-44,-2 0 32,-5 1-18,0 0-1,1-2 1,-1 1 0,0-2-1,0 0 1,-1-1 0,1-1 0,-1 0-1,0-1 1,2-1-14,-11 4 91,0 0 0,1 0 0,-1-1 0,-1 1 0,1-1 0,0 0 0,-1-1 0,0 1 0,0-1 0,0 0-1,-1 0 1,1 0 0,-1 0 0,-1-1 0,1 1 0,-1-1 0,0 1 0,0-1 0,0 0 0,-1 0 0,0 0 0,0 0 0,0 0 0,-1-1 0,0 1 0,0-1-91,-1 2 27,0 0 1,0 0 0,-1 0-1,1 0 1,-1 0-1,0 0 1,0 0 0,-1 1-1,1-1 1,-1 1 0,0 0-1,0 0 1,-1 0-1,1 0 1,-1 0 0,0 1-1,0 0 1,0 0 0,0 0-1,-1 0 1,1 0-1,-1 1 1,1 0 0,-6-2-28,-2-1-83,-2 0 1,1 1 0,0 1-1,-1 0 1,1 0-1,-1 2 1,0-1 0,-12 2 82,22 0-116,-1 1 0,1-1 1,-1 1-1,1 0 0,0 0 1,0 1-1,-1 0 0,1-1 1,0 1-1,0 0 0,1 1 1,-1-1-1,0 1 0,-1 1 116,-41 48-4073,40-45 3036,-21 31-5231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32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84 139 5329,'0'0'1850,"0"0"546,0 0 122,0 0-544,0 0-488,0 0-458,-5-1-453,2 1-508,1 0 0,0 0 0,-1 0 0,1 0 1,-1 1-1,1-1 0,-1 1 0,1 0 1,0-1-1,-1 1 0,1 0 0,0 0 0,0 1 1,0-1-1,0 0 0,0 1 0,0-1 0,0 1 1,0-1-1,0 1 0,1 0 0,-1 0 0,1 0 1,-1 0-1,1 0 0,0 0 0,0 1 0,0-1 1,0 0-1,0 0 0,0 2-67,-2 4 159,0 0 0,0 0 0,0 1 1,1-1-1,1 1 0,-1-1 0,1 1 0,1-1 0,0 7-159,0-14 8,1 1 1,-1 0-1,1-1 0,0 1 0,-1-1 1,1 1-1,0-1 0,0 1 0,0-1 0,0 0 1,1 1-1,-1-1 0,0 0 0,0 0 1,1 0-1,-1 0 0,1 0 0,-1 0 1,1-1-1,-1 1 0,1 0 0,0-1 1,-1 1-1,1-1 0,0 1 0,-1-1 1,1 0-1,0 0 0,-1 0 0,2 0-8,62 2 153,-51-2-111,1-1-35,0 0 0,0-2-1,-1 0 1,1 0 0,-1-1 0,0-1 0,0-1 0,0 0 0,0 0 0,-1-1 0,8-7-7,-5 4 179,-1-1-1,0-1 0,-1 0 1,0-1-1,-1-1 0,0 0 1,-1 0-1,-1-2 0,1-1-178,-10 15 91,0-1-1,-1 1 0,1-1 1,-1 0-1,1 0 1,-1 1-1,0-1 0,0 0 1,0 0-1,-1 0 0,1 0 1,-1 0-1,1 0 1,-1 0-1,0-1 0,0 1 1,0 0-1,-1 0 1,1 0-1,-1 0 0,0 0-90,0 0 6,-1 1 0,0-1-1,1 1 1,-1 0-1,0 0 1,0 0-1,0 0 1,-1 0 0,1 0-1,0 1 1,-1-1-1,1 1 1,-1-1-1,0 1 1,1 0 0,-1 0-1,0 0 1,-1 0-6,-15-3-523,-2 1 0,1 0 0,0 1 0,-1 2 0,-14 0 523,19 1-552,-64 0-4697,5 5-4943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36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20 3081,'0'0'8017,"0"0"-4872,0 0-1505,0 0-271,0 0-597,28-4-293,91-11-87,-115 14-361,-1 1 1,1 0 0,-1 0-1,1 1 1,0-1-1,-1 1 1,1-1 0,-1 1-1,0 0 1,1 1-1,-1-1 1,0 1 0,1-1-1,-1 1 1,0 0-1,0 0 1,-1 0 0,1 1-1,0-1 1,-1 0-1,1 1 1,-1 0 0,0 0-1,0 0 1,0 0-1,0 0 1,0 0 0,-1 1-32,3 4 124,-1 1 1,-1 0-1,0 1 1,0-1 0,0 0-1,-1 1 1,-1-1-1,0 1-124,1-1 87,-1 1-1,0-1 1,0 0-1,-1 0 1,0 0-1,-1 0 1,0 0-1,0 0 1,-1 0-1,0 0 1,-1-1-1,0 0 1,0 1-1,-1-2 1,0 1-1,0 0 0,-1-1 1,0 0-1,0 0 1,0-1-1,-1 0 1,0 0-1,-1 0 1,1-1-1,-8 4-86,4-2 65,0 0 0,-1-1 0,0-1 0,0 0 0,-1 0 0,1-1 0,-1-1 0,0 0 0,0-1 0,0 0 0,0-1 0,-13 0-65,25-1-25,0 0-1,0 0 0,0 0 1,-1 0-1,1 0 1,0 0-1,0-1 0,0 1 1,0 0-1,0-1 0,-1 1 1,1-1-1,0 1 0,0-1 1,0 1-1,0-1 0,0 0 1,0 1-1,1-1 0,-1 0 1,0 0-1,0 0 1,0 0-1,1 0 0,-1 0 1,1 0-1,-1 0 0,0 0 1,1 0-1,0 0 0,-1 0 1,1 0-1,0 0 0,-1 0 1,1-1-1,0 1 0,0 0 1,0 0-1,0 0 0,0-1 1,0 1-1,1-1 26,-1-1-392,1-1 1,-1 0-1,1 1 0,0-1 0,1 1 0,-1 0 1,0-1-1,1 1 0,0 0 0,0 0 0,0 0 1,0 0-1,1-1 392,22-19-6498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37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7618,'0'0'1596,"0"0"206,0 0 601,0 0-488,-24 21-300,-78 70-52,96-85-1332,0 0 0,0 1 0,0 0 0,1 0 0,0 1 0,0-1 0,1 1 0,0 0 0,1 0 0,-1 1-1,2-1 1,-3 7-231,3 0 264,0 1 0,1-1 0,1 1 0,0-1 0,2 7-264,-1 17 266,-1-34-249,0 0 1,1 0-1,-1 0 0,1 0 1,0-1-1,0 1 0,1 0 0,-1-1 1,1 1-1,0-1 0,0 1 1,1-1-1,-1 0 0,1 0 1,0 0-1,0 0 0,0 0 1,1-1-1,-1 0 0,1 1 1,0-1-1,0 0 0,0-1 1,0 1-1,0-1 0,1 0 1,-1 0-1,1 0 0,1 0-17,6 1-50,1 0-1,-1 0 0,1-1 1,0-1-1,0 0 0,0 0 1,0-2-1,0 1 1,0-2-1,9-1 51,18-14-2388,-17 1-3309,-13 5-1473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39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9 5601,'0'0'1783,"0"0"138,0 0 477,0 0-219,0 0-72,0 0-108,5-3-484,10-3-913,-13 8-173,-23 20-41,-1-1-443,13-12 52,-221 218 1316,229-227-1310,1 0-1,0 0 1,0 0 0,0 1 0,-1-1 0,1 0 0,0 0 0,0 0-1,0 1 1,0-1 0,0 0 0,0 0 0,-1 1 0,1-1-1,0 0 1,0 0 0,0 1 0,0-1 0,0 0 0,0 0-1,0 1 1,0-1 0,0 0 0,0 0 0,0 1 0,0-1 0,0 0-1,0 0 1,1 1 0,-1-1 0,0 0 0,0 0 0,0 1-1,0-1 1,0 0 0,0 0 0,1 0 0,-1 1 0,0-1 0,0 0-1,0 0 1,0 0 0,1 0 0,-1 0 0,0 1 0,0-1-1,1 0 1,-1 0 0,0 0 0,0 0 0,1 0 0,-1 0-3,23 8 86,26 0-26,-48-8-75,51 4 226,39 9-211,-22 6-2355,-58-14 704,-1-1 0,0 1 1,0 1-1,0 0 1,0 1 1650,8 6-11419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39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454 28 4401,'0'0'5497,"0"0"-3152,0 0-49,0 0 41,0 0-1073,-147 0-784,116 0-312,-8-5-120,-5 0-40,-1 0 0,6 0 40,3 0-48,6 3-272,4 2-1664,10 0-2881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52 392,'0'0'6723,"0"0"-3161,0 0-1058,0 0-367,0 0-813,0 0-789,4-8-368,-2 5-165,0 0 1,0 0 0,0 1-1,0-1 1,1 0-1,-1 1 1,1-1 0,-1 1-1,1 0 1,0 0-1,0 0 1,0 0 0,0 0-1,0 1 1,1-1 0,-1 1-1,0 0 1,1 0-1,-1 0 1,1 1 0,-1-1-1,1 1 1,-1 0-1,1 0 1,2 0-3,-1-1 4,0 1 0,-1 0 0,1 0-1,0 0 1,0 0 0,0 1 0,-1 0 0,1 0-1,2 0-3,-6 0 0,1 0-1,-1 0 1,1 0-1,-1 1 0,1-1 1,-1 0-1,0 0 1,0 1-1,0-1 0,1 1 1,-1-1-1,0 1 1,-1 0-1,1-1 0,0 1 1,0 0-1,-1-1 1,1 1-1,-1 0 0,0 0 1,1 0-1,-1-1 1,0 1-1,0 2 1,2 26 152,-1-1-1,-1 1 1,-2 0-1,-1-1 1,-1 1 0,-2-1-1,0 0 1,-2 0-1,-3 2-151,3-8 148,-2 0-1,0-1 1,-2 0-1,0-1 0,-2 0 1,0-1-1,-1 0 1,-1-1-1,-1-1 1,-1 0-1,-4 1-147,-18 7 140,38-25-83,0 0 1,0 0 0,0 0-1,0 0 1,0-1 0,0 1 0,0-1-1,0 1 1,0-1 0,0 0-1,-1 0 1,1 1 0,0-2-1,0 1 1,0 0 0,0 0-1,0-1 1,0 1 0,-1-1-1,1 0 1,0 0-58,0 0 19,1-1 0,0 0 1,0 0-1,0 1 0,0-1 0,0 0 1,0 0-1,0 0 0,0 0 0,1 0 1,-1 0-1,1 0 0,0 0 0,0 0 1,0 0-1,0-1 0,0 1 0,0 0 1,0 0-1,0 0 0,1-1-19,0-1 2,-1 0-1,1 0 1,0 1-1,0-1 0,0 0 1,0 1-1,1-1 1,-1 1-1,1-1 1,0 1-1,1-1-1,1 0 7,1 0 0,-1 1 0,1-1 1,0 1-1,0 1 0,0-1 0,0 0 0,0 1 0,1 0 0,-1 1 0,1-1 0,-1 1 1,1 0-1,0 0 0,-1 1 0,1 0 0,2 0-7,14 1-15,1 1 0,-1 1 1,22 7 14,-24-6-9,1 0 1,0-1 0,14 0 8,97-3-1845,-46 0-2765,-26 0-1563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1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 6433,'0'0'3090,"0"0"-568,0 0-201,0 0-390,0 0-572,0 0-339,-20 13 486,15-10-1429,-143 110 1657,126-94-1579,0 1 1,1 1 0,1 1 0,1 1 0,-3 7-156,21-29 11,1-1 1,-1 0-1,1 1 1,-1-1-1,1 1 1,-1-1 0,1 1-1,0 0 1,-1-1-1,1 1 1,0-1-1,0 1 1,-1 0-1,1-1 1,0 1 0,0 0-1,0-1 1,0 1-1,0 0 1,0-1-1,0 1 1,0 0 0,0-1-1,0 1 1,0 0-1,0-1 1,0 1-1,0-1 1,1 1 0,-1 0-1,0-1 1,0 1-1,1-1 1,-1 1-1,1 0 1,-1-1 0,0 1-1,1-1 1,-1 1-1,1-1 1,-1 0-1,1 1 1,-1-1 0,1 1-1,0-1 1,-1 0-1,1 1 1,-1-1-1,1 0 1,0 0 0,-1 0-1,1 1-11,37 2 224,-30-3-143,38 1 55,136 4 84,-64-10-3867,-81-1-491,-6-4-2501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1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71 6433,'0'0'4344,"0"0"-2577,0 0-340,0 0-529,28-11-544,90-36-47,-112 44-247,1 1 0,-1 0-1,1 0 1,-1 1 0,1 0 0,0 0-1,0 0 1,0 1 0,0 0 0,0 1-60,8-1 123,-13 0-116,-1 0 0,1 0-1,-1 1 1,1-1-1,0 0 1,-1 1-1,1-1 1,-1 1-1,0-1 1,1 1-1,-1 0 1,1 0 0,-1 0-1,0-1 1,0 1-1,0 0 1,1 0-1,-1 1 1,0-1-1,0 0 1,0 0-1,0 0 1,-1 1 0,1-1-1,0 1 1,-1-1-1,1 0 1,0 1-1,-1-1 1,0 1-1,1-1 1,-1 1-1,0 0 1,0-1 0,0 1-1,0 0-6,0 2 45,0 0 0,0 0 1,0-1-1,-1 1 0,1 0 0,-1 0 0,0-1 1,0 1-1,0 0 0,-1-1 0,1 1 0,-1-1 1,0 0-1,0 1 0,-2 0-45,-6 6 150,0 0 1,-1-1-1,0-1 1,-1 0-1,-9 5-150,3-2 60,32-12-18,0 1 0,0 1 0,0 0-1,0 1 1,0 0 0,12 5-42,-14-2-13,-1 2 1,1 0-1,-1 0 0,0 1 1,-1 0-1,0 1 0,0 0 1,-1 1-1,3 2 13,-8-7 43,-1-1-1,1 1 1,-1-1 0,1 1-1,-1 0 1,-1 0-1,1 1 1,-1-1 0,0 1-1,0-1 1,0 1 0,-1-1-1,0 1 1,0 0 0,0 0-1,-1 0 1,0 0 0,0-1-1,0 1 1,-1 0-1,0 0 1,0 0-43,-1-3 124,1-1-1,-1 1 1,0-1-1,0 1 1,0-1-1,0 0 1,0 0 0,0 0-1,0 0 1,-1-1-1,1 1 1,-1 0-1,1-1 1,-1 0 0,1 1-1,-1-1 1,0 0-1,0-1 1,0 1-1,0 0 1,-1-1-124,-68 9 1386,68-9-1335,-103 3 619,-61-8-670,140-3-301,15 3-1823,1 3-5886,12 2-1788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2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10906,'0'0'2993,"0"0"-220,0 0-433,0 0-1233,0 0-782,0 0-235,10 21 218,-3-4-173,4 6 130,-1 1-1,-1 0 1,-1 0-1,-1 1 0,0 8-264,4 52 667,-5 1 0,-3 71-667,-3-155-247,0-2-62,0-51-4585,0 17-318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2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11082,'0'0'2393,"0"0"-649,0 0-287,176-40-761,-124 35-464,-7 0-112,-6 5-96,-11 0-24,-12 0-392,-7 0-1217,-6 7-1359,-3-2-3810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3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3105,'0'0'5561,"0"0"-2721,0 0 97,0 0-1089,0 0-271,0 0 343,0 0-415,101 26-625,-60-37-440,-2 4-272,-5-1-104,-1 3-64,1 3-304,10-1-1537,-8 3-3448,-2-2-6249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7394,'0'0'5626,"0"0"-3255,0 0-464,0 0-504,0 0-370,-19 26-96,-110 177 1324,68-104-1479,53-99-8371,7 0 426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3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4865,'0'0'2849,"0"0"-277,0 0-219,0 0-874,0 0-610,0 0-169,-6 6 195,-9 18-302,2 1-1,0 1 1,2 0-1,1 0 1,1 1 0,1 1-1,2-1 1,0 1-1,2 5-592,2-24 66,2-1-1,-1 1 0,1-1 1,1 1-1,-1-1 1,1 1-1,1-1 0,0 1 1,0-1-1,1 1-65,-1-5 12,0 0 0,0 0 0,1 0 0,0-1 0,0 1 0,0 0 1,0-1-1,0 0 0,1 0 0,-1 0 0,1 0 0,0-1 0,0 1 0,0-1 0,0 0 0,0 0 0,1-1 0,-1 1 0,1-1-12,22 7-195,0-1-1,0-1 1,1-1-1,-1-2 0,1-1 1,0-1-1,0-1 1,13-2 195,-7-7-2949,-13-4-2557,-4-7-6073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4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8914,'0'0'3154,"0"0"-365,0 0-294,0 0-1135,0 0-747,0 0 120,25 17 19,-13-8-652,28 19 379,-1 2 0,-1 1 0,27 32-479,-15 5 246,-41-53-384,1 0-1,1-1 1,0 0-1,13 12 139,-6-15-1881,-5-14-3842,-7-10-1815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4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0 12291,'0'0'1552,"0"0"-648,0 0 1465,0 0-929,-125 155-208,81-105 32,-1-2-215,6-8-441,11-7-392,9-16-128,8-4-80,8-6-8,-3-2-312,3-2-416,1 2-257,-4-5-1223,1 0-2009,5 0-5169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4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9778,'0'0'2458,"0"0"-550,0 0 79,21 33-397,67 112-396,-81-132-1029,0 0 0,-2 1 0,1 0 1,-2 0-1,0 0 0,0 1 0,-2 0 0,0-1 1,0 1-1,-1 0 0,-1 0 0,-1 0 0,0 1-165,0 24 415,2-25-349,-2 0 1,1 0 0,-2 0-1,0 0 1,0 0 0,-2-1-1,0 1 1,0-1 0,-2 0-1,1 0 1,-2 0 0,0-1-1,0 0 1,-1-1 0,-1 1-1,-1-1-66,30-20-6509,6-8-691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5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3697,'0'0'8370,"0"0"-6530,0 0 368,0 0-927,0 0-961,172 5-192,-133 2-128,-8 1-376,-6-6-1425,-8 1-2472,-9-3-5897</inkml:trace>
  <inkml:trace contextRef="#ctx0" brushRef="#br0" timeOffset="1">26 238 12123,'0'0'2072,"0"0"377,0 0 391,0 0-1744,0 0-760,150-10-232,-100 8-104,17-1-40,-14 1-1232,-6 2-3361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5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16756,'0'0'1920,"0"0"-1208,0 0-176,0 0 392,19 173 169,-11-91-305,-5 8-200,-3 1-280,0-6-176,0-10-136,3-18-64,0-14-736,11-31-976,-3-12-3106,3 0-3471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5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0 366 11963,'0'0'1096,"0"0"37,11-26 436,39-85-584,-46 104-867,1 0 0,0 0 0,1 1 0,-1 0 0,1 0 0,0 0 1,1 1-1,-1-1 0,1 1 0,0 1 0,0 0 0,1 0 0,-1 0 0,1 1 0,0 0 0,0 0 0,0 1 0,0 0 0,0 1 0,2-1-118,-1 0 105,4-1 69,0 0 1,1 1-1,-1 0 0,0 1 0,0 1 0,1 0 1,-1 0-1,0 2 0,6 0-174,-14 0 12,-1-1-1,1 0 0,0 1 1,-1 0-1,1 0 1,-1 1-1,0-1 1,1 1-1,-1 0 1,-1 0-1,1 0 1,0 1-1,-1-1 0,1 1 1,-1 0-1,0 0 1,-1 0-1,1 0 1,-1 0-1,1 1 1,-1-1-1,-1 1 0,1 0 1,0-1-1,-1 1 1,0 1-12,1 2 26,0 1 0,-1-1 1,0 1-1,0-1 0,-1 1 1,0-1-1,0 1 0,-1-1 1,0 0-1,-1 1 0,0-1 0,0 0 1,-1 0-1,0 0 0,0 0 1,-1 0-1,0-1 0,-4 6-26,2-5 88,0 0 0,-1-1 0,-1 0 0,1 0 0,-1-1 0,0 0 0,0-1 0,-1 1 0,0-1 0,0-1 0,0 0 0,0 0 1,0-1-1,-1 0 0,-9 1-88,-7 0 74,1-1 0,-1-1 0,-23-2-74,48 0-36,1 0-1,0 1 1,-1-1 0,1 0-1,0 0 1,-1 0 0,1 0-1,0 0 1,-1 0-1,1 0 1,0 0 0,-1 0-1,1 0 1,0-1-1,-1 1 1,1 0 0,0 0-1,0 0 1,-1 0 0,1 0-1,0-1 1,-1 1-1,1 0 1,0 0 0,0 0-1,-1-1 1,1 1-1,0 0 1,0 0 0,0-1-1,-1 1 1,1 0 0,0-1-1,0 1 1,0 0-1,0-1 1,0 1 0,0 0-1,-1-1 1,1 1-1,0 0 1,0-1 0,0 1-1,0 0 1,0-1 0,0 1-1,0 0 1,1-1-1,-1 1 1,0 0 0,0-1-1,0 1 1,0 0-1,0 0 1,0-1 0,1 1-1,-1 0 1,0-1 0,0 1-1,0 0 1,1 0-1,-1-1 1,0 1 0,0 0-1,1 0 1,-1 0-1,0-1 1,0 1 0,1 0 36,19-18-4730,11 0-3170</inkml:trace>
  <inkml:trace contextRef="#ctx0" brushRef="#br0" timeOffset="1">991 1 11803,'0'0'2144,"0"0"-1104,0 0 1153,0 0-681,-81 182-168,54-107 65,1 1-281,10-11-264,10-13-480,6-12-216,9-10-88,24-10 32,9-10-112,5-7-232,20-3-1096,-14-10-2337,-12-10-6161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6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9026,'0'0'2689,"0"0"-1129,0 0 1096,0 0-751,167 188-273,-122-118-624,-6-5-335,-6-5-385,-5-10-192,-6-10-32,-5-12-64,0-11 0,-3-9-160,0-8-713,-3-5-1575,-3-15-2785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6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0 7938,'0'0'4265,"0"0"-3137,0 0 632,0 0 105,-120 146-489,65-84-232,-7 1 40,1-8-511,11-12-441,8-8-144,14-10-88,17-3-825,8-7-2215,3-5-2745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7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 6177,'0'0'2006,"0"0"576,0 0-380,0 0-449,-19 21-108,-58 64 1283,-10 4-2928,69-73 261,9-9-210,1 0-1,0 1 1,0-1 0,1 2-1,0-1 1,0 1-1,1 0 1,0 0 0,1 1-51,4-8 16,1-1 0,0 0 0,0 0 1,-1 0-1,1 1 0,0-1 1,0 0-1,0 0 0,0 1 0,1-1 1,-1 0-1,0 0 0,0 0 1,1 1-1,-1-1 0,1 0 0,-1 0 1,1 0-1,0 0 0,-1 0 0,1 0 1,0 0-1,-1 0 0,1 0 1,0 0-1,0 0 0,0 0 0,0-1 1,0 1-1,0 0 0,0-1 1,0 1-1,0-1 0,1 1 0,-1-1 1,0 1-1,0-1 0,0 0 0,1 0 1,-1 0-1,0 1 0,0-1 1,1 0-1,-1-1-16,14 4 392,-1-2-1,0 0 1,15-1-392,-12 0 217,66 12-211,-62-8-1695,0 0 1,0-2-1,8 0 1689,10-2-4727,-2 0-2739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7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11690,'0'0'926,"0"0"-286,0 0-192,0 0-242,24 2-110,73 10 64,-95-11-153,0-1 0,0 1 1,0-1-1,0 1 0,0 0 0,0 0 1,0 0-1,0 0 0,0 0 0,0 1 1,-1-1-1,1 0 0,0 1 1,-1-1-1,1 1 0,-1 0 0,0-1 1,1 1-1,-1 0 0,0 0 0,0 0 1,0 0-1,-1 0 0,1 0 1,0 0-1,0 2-7,-1 1 75,1 1-1,-1-1 1,0 1 0,0-1 0,0 1-1,-1-1 1,-1 4-75,2-6 85,-1 2-3,0-1 1,0 0-1,-1 1 0,0-1 0,1 0 0,-1 0 1,-1 0-1,1 0 0,-1 0 0,1-1 1,-1 1-1,0-1 0,0 0 0,0 0 0,-1 0 1,1 0-1,-1 0 0,-3 1-82,-8 5 304,-1-1 1,0-1-1,0-1 0,-6 2-304,-23 9 435,45-17-439,-1 1 0,1-1 0,0 0 0,0 1 0,0-1 0,-1 0 0,1 1 0,0-1 0,0 0 0,0 1 0,0-1 0,0 1 0,0-1 0,0 0 0,0 1 0,0-1 1,0 0-1,0 1 0,0-1 0,0 1 0,0-1 0,0 0 0,0 1 0,1-1 0,-1 0 0,0 1 0,0-1 0,0 0 0,1 1 0,-1-1 0,0 0 0,0 1 0,1-1 0,-1 0 1,0 0-1,0 1 0,1-1 0,-1 0 0,0 0 0,1 0 0,-1 1 0,0-1 0,1 0 0,-1 0 0,1 0 0,-1 0 0,0 0 0,1 0 0,-1 0 0,1 0 4,19 12-48,-20-12 51,14 7-6,0 1 0,-1 1 0,0 0 1,0 0-1,-1 1 0,0 1 0,5 6 3,-12-11 10,1 1 0,-1 0 0,0 0 0,0 0 0,-1 1-1,0 0 1,0 0 0,-1 0 0,0 0 0,0 0 0,-1 1 0,0-1 0,0 1 0,-1 3-10,0-7 117,0 0 0,-1 0 0,0 1 1,0-1-1,0 0 0,0 1 0,-1-1 1,0 0-1,0 0 0,0 0 1,-1 0-1,0 0 0,0 0 0,0 0 1,0 0-1,-1-1 0,0 1 1,0-1-1,0 0 0,0 0 0,-1 0 1,0 0-1,1-1 0,-1 1 1,-1-1-1,1 0 0,0 0 0,-1 0 1,0-1-1,1 0 0,-1 0 1,0 0-1,0 0 0,0-1 0,-6 1-117,-4 2 240,-1-1 0,0 0 0,-1-2 0,1 0 0,-5-1-240,17 1-96,1-1 0,-1 0 1,0 0-1,0 0 0,0-1 0,0 1 0,1-1 0,-1 0 1,0 0-1,0 0 0,1-1 0,-1 1 0,1-1 0,-1 0 1,1 0-1,0 0 0,0 0 0,0 0 0,0-1 0,0 0 1,0 1-1,1-1 0,0 0 0,-1-1 96,0-4-3171,3 2-1902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47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10082,'0'0'1416,"0"0"753,0 0-49,98 175-415,-62-90-49,-11 15-280,-14 3-303,-11 0-689,0-8-192,-28-10-192,-27 13-424,5-28-1721,-3-15-4960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55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4257,'0'0'7706,"0"0"-6706,0 0-112,0 0-328,164 0-344,-100 0-152,-5-5 88,-9 0-24,-17-3-40,-13 3-40,-15 3 8,-5 2-56,0 0-1240,0 0-1009,-5 0-2864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55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8282,'0'0'1776,"0"0"1361,0 0-665,0 0-687,0 0-425,0 0-312,0 0-424,67 3-344,-28-3-232,2 0-48,15 0-1712,-9 0-2953,-8 0-4641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56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12107,'0'0'2244,"0"0"122,0 0-835,0 0-942,0 0-353,0 0-90,30-5 147,95-15 271,-121 19-541,1 0-1,-1 1 1,1-1-1,-1 1 1,1 0-1,-1 0 1,1 0-1,-1 1 1,1 0-1,-1 0 1,0 0-1,1 0 1,-1 1-1,0-1 1,0 1-1,0 0 1,0 0-1,0 1 1,0-1-1,-1 1 1,1 0-1,-1 0 1,0 0-1,0 0 1,0 1-1,0-1 1,0 1-1,-1 0 1,0 0-1,1 0 1,-1 0-1,1 3-22,2 10 80,-1-1 0,0 1 0,-1 0-1,-1 0 1,-1 0 0,0 0 0,-1 3-80,0-6 147,3 277 645,-1-290-1453,1-1 0,-1 1 0,0-1 0,1 1-1,-1-1 1,0 0 0,1 0 0,-1 0 0,1 0 0,-1 0 0,0 0-1,3-1 662,7-6-7150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56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13355,'0'0'2712,"0"0"-71,0 0-1121,0 0-1040,0 0-224,0 0 1,0 0-81,175 0-88,-119 0-80,19 0-8,-11 0-1201,-14 0-4392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57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10098,'0'0'4921,"0"0"-3216,0 0 951,0 0-1120,176 0-807,-101-5-385,0 0 16,-11 0-168,-11 2-184,-17 3 40,-14 0-48,-8 0-80,0 0-1016,-3 0-1833,0 0-3824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57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92 6369,'0'0'5427,"0"0"-3711,0 0-761,0 0-233,-11 22-158,-34 74 267,43-90-638,-1 0 0,1 0 0,0 0 0,1 1 1,-1-1-1,1 0 0,0 1 0,1-1 0,-1 1 1,2-1-1,-1 0 0,0 1 0,1-1 0,0 1 1,1 1-194,-1-7 41,-1 0-6,1 1 0,0 0 1,0-1-1,0 1 0,0-1 0,0 1 1,0-1-1,0 0 0,0 1 1,1-1-1,-1 0 0,0 0 0,1 0 1,-1 0-1,1 0 0,-1 0 0,1 0 1,0-1-1,-1 1 0,1-1 0,0 1 1,0-1-1,-1 1 0,1-1 1,0 0-1,0 0 0,1 0-35,59 0 269,-46-1-178,-8 1-17,-1 0 1,1-1-1,-1 0 0,1-1 1,-1 0-1,0 0 0,0 0 0,0-1 1,0 0-1,0 0 0,-1-1 0,1 0 1,-1 0-1,0 0 0,0-1 1,0 0-1,-1 0 0,0 0 0,0-1 1,0 0-1,-1 0 0,0 0 1,0-1-1,0 1 0,-1-1 0,0 0 1,0 0-1,-1 0 0,0 0 0,0 0 1,0-1-1,-1 1 0,0-6-74,-1 0 265,0 0-1,0 0 1,-2 0-1,0 0 1,0 0 0,-2-4-265,2 12-1,1-1 1,-1 1 0,-1-1 0,1 1 0,-1 0 0,0 0 0,0 0 0,0 0 0,-1 1 0,1 0 0,-1-1 0,0 1 0,-1 0 0,1 1 0,-3-3 0,5 6-108,1-1 0,-1 0-1,0 1 1,1-1-1,-1 1 1,0-1 0,0 1-1,1 0 1,-1-1 0,0 1-1,0 0 1,1 0-1,-1 1 1,0-1 0,0 0-1,0 1 1,1-1 0,-1 1-1,0-1 1,1 1-1,-2 0 109,-31 21-3789,9-2-1568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5:57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73 5569,'0'0'3701,"0"0"-1643,0 0 14,0 0-669,-15 23-409,-42 72-29,54-91-884,1 0 0,0 0 0,0 0 0,1 1-1,-1-1 1,1 0 0,0 0 0,0 1 0,0-1-1,1 1 1,0-1 0,0 1 0,0-1 0,0 1-1,0-1 1,1 1-81,0-3 35,0 1-1,0-1 0,0 1 0,0-1 0,1 0 1,-1 0-1,1 1 0,0-1 0,-1 0 1,1-1-1,0 1 0,0 0 0,0 0 1,0-1-1,0 1 0,1-1 0,-1 0 1,0 0-1,2 1-34,8 2 80,1-1 0,-1 0 0,1-1 0,0 0-1,0-1 1,-1 0 0,14-1-80,-25 0 8,15-1 77,0 0-1,-1-1 0,1 0 1,0-1-1,-1-1 0,1-1 0,-1 0 1,-1-1-1,1 0 0,-1-1 0,0-1 1,0 0-1,-1-1 0,0 0 1,-1-1-1,0-1 0,0 0 0,-1-1 1,-1 0-1,0 0 0,2-5-84,-8 10 195,-1 0 0,1 0-1,-2 0 1,1-1 0,-1 1-1,0-1 1,-1 0 0,1 1 0,-1-1-1,-1 0 1,0 0 0,0 0-1,-1 1 1,1-1 0,-2 0 0,0-2-196,1 8 5,0 0-1,-1 1 0,1-1 0,-1 0 0,0 1 0,1-1 0,-1 1 0,0 0 0,0-1 0,0 1 0,0 0 0,0 0 0,0 0 0,0 1 0,0-1 0,0 0 0,-1 1 0,1 0 0,0-1 0,-2 1-3,-55-3-539,56 3 481,-125 1-3541,67 5-1149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1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22 103 2601,'0'0'981,"0"0"-202,0 0 444,0 0 137,0 0-204,0 0-213,-22 0-1185,25 2-25,8-8 64,78-58-2247,-39 29-518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19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13411,'0'0'3439,"0"0"-2122,0 0-429,2 24 479,24 163 1051,-4 1-735,-15-109-1610,16 72-73,-22-149-487,1-16-1084,-1-38-3079,-1 32 1341,0-17-5021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1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4625,'0'0'8866,"0"0"-6482,0 0 257,0 0-905,0 0-1096,0 0-127,192-35 47,-130 27-328,-4 6-112,-8 2-112,-5 0-16,-12 0-488,-5 0-601,-11 2-1759,-9 13-1185,-8 0-1664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19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9482,'0'0'2489,"0"0"-193,0 0 113,0 0-993,0 0-440,0 0-312,161 6-264,-116-6-232,-6 0-104,3-6-64,19 1-672,-11-5-2120,-3 3-5034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0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12275,'0'0'2000,"0"0"-1296,0 0 1681,0 0-1113,-100 150-128,75-87-40,0 4 57,8-2-353,6-7-256,8-8-360,3-7-120,0-11-72,19-7 0,12-10-120,11-7-512,33-8-1016,-11-8-2521,-3-12-3681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0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18 12083,'0'0'1840,"0"0"48,0 0 265,0 0-777,125 135-544,-94-87-312,-6-1-280,-3 1-87,-2-13-89,-4-3-64,4-14-80,-3-6-473,-3-9-599,2-3-1032,-5 0-753,-2-10-4841</inkml:trace>
  <inkml:trace contextRef="#ctx0" brushRef="#br0" timeOffset="1">466 0 12363,'0'0'1868,"0"0"-805,0 0-155,0 0-352,-17 21 203,-3 3-429,-14 19 817,-2-2 1,-12 8-1148,-29 20 2438,-27 15-2438,24-19 185,74-61-288,2-2 14,1 1 0,-1-1-1,1 1 1,0 0-1,-1 0 1,1 0-1,1 1 1,-1-1-1,0 1 1,1 0-1,0-1 1,0 1-1,0 0 1,-1 4 89,27-10-3578,11-9-1035,3-8-4557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1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9210,'0'0'2468,"0"0"-610,0 0 35,0 0-420,21 26-447,65 89-131,-79-103-781,-1 0 0,-1 0 0,1 1 0,-2 0 0,0-1 0,-1 1 0,0 1 0,0-1 0,-2 0 0,0 1 0,0-1 0,-1 1 0,-1-1 0,-1 4-114,1 23 287,1-22-276,-2-1 0,0 1 0,-1-1 0,0 0 0,-2 0 0,0 0 0,-1 0 0,-1-1 0,0 0 0,-1 0 0,-1-1 0,0 0 0,-1 0 0,-1-1-1,0-1 1,-1 0 0,-5 5-11,37-19-6620,7-8-1363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1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11466,'0'0'2153,"0"0"-1041,0 0 633,0 0-1121,0 0-376,0 0 88,150 15 88,-100-15-144,-6 0-144,-7 0-128,-9 0-8,-9 0-240,-8 0-864,-5 0-921,-4 0-3136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1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10066,'0'0'1584,"0"0"321,0 0 343,0 0-911,0 0-393,0 0-208,0 0-296,150 10-320,-97-10-48,-3-5-72,9-13-1216,-12 8-1873,-11-2-5577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7362,'0'0'7337,"0"0"-6561,0 0-80,0 0 945,0 0-313,9 196-472,-6-111 385,-3-5-321,0 3-352,0-6-352,0-12-120,0-15-96,0-15-256,0-22-1160,0-10-3281,8-3-3137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2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8 12043,'0'0'1684,"0"0"186,30-2 90,101-4-914,-124 6-1009,-1 1 0,0 0 1,0 0-1,0 0 0,0 0 0,0 1 1,-1 0-1,1 0 0,0 1 1,-1-1-1,1 1 0,-1 1 1,0-1-1,0 1 0,0-1 1,-1 2-1,0-1 0,1 0 0,-1 1 1,0 0-1,-1 0 0,1 0 1,-1 0-1,0 0 0,-1 1 1,1-1-1,-1 1 0,0 0 1,0 0-1,-1 0 0,0 0-37,1 3 80,0 1-1,-1-1 1,-1 0 0,0 1 0,0-1-1,0 1 1,-1-1 0,-1 0-1,1 0 1,-2 1 0,1-1-1,-1-1 1,-1 1 0,1 0-1,-2-1 1,1 0 0,-5 7-80,-5 0 178,0 0 0,-1-1 0,0 0 0,-1-2 1,-1 0-1,0 0 0,-1-2 0,-12 6-178,3-3 80,1-2-1,-2-1 1,1-1-1,-1-1 1,-23 3-80,40-10-933,19-1-1610,9-3-2363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2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9178,'0'0'2208,"0"0"-559,0 0 1215,-39 167-1015,27-94-545,1 2-336,3-2-144,5-11-455,3-7-185,3-15-176,28-12-8,10-11-48,9-4-473,28-10-991,-14-3-2649,-8 0-8986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2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11378,'0'0'2201,"0"0"-278,0 0 28,0 0-725,0 0-516,0 0-299,19 3-72,-15-2-313,3-1 33,1 2-1,-1-1 1,0 1 0,0 0-1,0 0 1,0 1-1,-1-1 1,1 2-1,-1-1 1,1 1-1,-1 0 1,0 0 0,-1 1-1,1 0 1,-1 0-1,0 0 1,0 0-1,0 1 1,1 2-59,22 42 445,-1 2 0,-3 1 0,4 17-445,14 33 61,-40-100-162,-1 0 0,1 0 1,-1 0-1,1 0 0,0 0 0,0 0 0,0 0 0,0-1 0,1 1 0,-1-1 0,1 0 1,0 1-1,-1-1 0,1-1 0,1 2 101,-2-3-216,-1 1-1,1-1 1,0 0-1,-1 1 1,1-1 0,-1 0-1,1 0 1,-1 0 0,1 0-1,0 0 1,-1-1 0,1 1-1,-1 0 1,1-1 0,-1 1-1,1-1 1,-1 0 0,1 1-1,-1-1 1,1 0 0,-1 0-1,0 0 1,0 0 0,1 0-1,-1 0 1,0 0-1,0-1 1,0 1 0,0 0-1,0-1 1,-1 1 0,2-1 216,15-25-6852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3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0 8466,'0'0'2267,"0"0"-236,0 0-39,0 0-441,-22 25 70,-136 165 1237,60-75-1385,57-70-1333,2 2 0,2 1 1,-5 12-141,42-60-62,0 0 1,0 1 0,-1-1-1,1 0 1,0 0 0,-1 0-1,1 1 1,0-1 0,0 0 0,0 1-1,-1-1 1,1 0 0,0 0-1,0 1 1,0-1 0,0 0-1,0 1 1,-1-1 0,1 0 0,0 1-1,0-1 1,0 1 0,0-1-1,0 0 1,0 1 0,0-1-1,0 0 1,0 1 0,0-1 0,1 0-1,-1 1 1,0-1 0,0 0-1,0 1 1,0-1 0,0 0-1,1 1 1,-1-1 0,0 0 0,0 0-1,1 1 1,-1-1 0,0 0-1,0 0 1,1 1 0,-1-1-1,0 0 1,0 0 0,1 0 0,-1 0-1,0 1 1,1-1 0,-1 0-1,0 0 1,1 0 0,-1 0-1,0 0 1,1 0 61,23-3-5936,-21 3 5260,30-11-11308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3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12019,'0'0'1803,"0"0"-740,0 0 299,0 0-545,-28 25-119,-88 81 327,47-36 666,63-63-1460,1 0 0,1 0 0,-1 1 0,1-1 0,1 1-1,-1 1-230,4-8 24,-1 0-1,1 0 0,-1 1 0,1-1 0,-1 0 1,1 0-1,0 1 0,-1-1 0,1 0 0,0 1 1,0-1-1,0 1 0,0-1 0,0 0 0,0 1 1,1-1-1,-1 0 0,0 1 0,1-1 0,-1 0 1,1 0-1,-1 1 0,1-1 0,0 0 0,0 0 1,-1 0-1,1 0 0,0 0 0,0 0 0,0 0 1,0 0-1,0 0 0,0 0 0,0 0 0,0-1 1,1 1-1,-1 0 0,0-1 0,0 1 0,1-1 1,-1 1-1,0-1 0,1 0-23,8 3 88,0-1 1,1 0-1,-1-1 1,0 0-1,6-1-88,-5 1 83,141 1 771,-80-2-2277,1 2-5295,-51 0-203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3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0 7578,'0'0'3968,"0"0"-2687,0 0 215,0 0-888,0 0 24,0 0 529,-192 16 23,139-11-296,3 2-240,6-7-160,5 5-272,11-5-160,8 3-56,6-3-304,14 0-888,0 0-1513,20 0-4288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4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38 11690,'0'0'1295,"0"0"-93,0 0 580,0 0-841,0 0-210,27-6 233,87-21-280,-112 26-674,0 0-1,1 0 0,-1 1 1,1-1-1,-1 1 0,1-1 1,-1 1-1,1 0 0,-1 0 1,1 0-1,0 1 0,-1-1 1,1 0-1,-1 1 0,1 0 1,-1 0-1,0-1 0,1 1 1,-1 1-1,0-1 0,0 0 1,1 0-1,-1 1 0,0-1 1,0 1-1,-1 0 0,1 0 1,0 0-1,0 0 0,-1 0 0,0 0 1,1 0-1,-1 0 0,0 0 1,0 1-1,0-1 0,0 0 1,0 1-1,-1-1 0,1 1 1,-1-1-1,1 1 0,-1 1-9,1 4 2,-1-1 0,0 1 0,-1 0-1,1-1 1,-1 1 0,-1-1 0,1 1-1,-1-1 1,-1 0 0,1 0 0,-4 6-2,-2-3 30,-1 1 1,0-2-1,-1 1 1,0-1-1,0-1 1,-1 0 0,0 0-1,-1-1 1,1 0-1,-1-1 1,-1-1-1,1 0 1,-13 3-31,31-9-9,0 0 0,0 1 0,0-1 1,1 1-1,-1 0 0,0 1 0,0 0 0,0 0 0,0 0 1,0 0-1,0 1 0,-1 0 0,1 0 0,0 1 0,-1 0 0,0 0 1,0 0-1,0 0 0,0 1 0,0 0 0,0 0 0,-1 0 1,0 1-1,0-1 0,0 1 0,-1 0 0,1 0 0,-1 0 1,0 1-1,-1-1 0,1 1 0,-1 0 0,0-1 0,-1 1 0,1 0 1,-1 0-1,0 0 0,0 4 9,-1-6 44,0 1 0,0-1 0,0 0 0,0 0 0,0 1 0,-1-1 0,0 0 0,0 0 0,0 0 0,-1 0 0,1 0 0,-1 0 0,0 0 0,0 0 0,0 0 0,-1-1 0,1 1 0,-1-1 0,0 0 0,0 0 0,0 0 0,0 0 0,0 0 0,-1-1 0,1 1 0,-1-1 0,0 0 0,0 0 0,0 0 0,0-1 0,0 0 0,0 1 0,0-1 0,0-1 0,0 1 0,-1 0-44,-30 4 260,0-1 0,0-1 0,-1-2 0,-3-1-260,21 0-5,16 0-35,0-1-1,1 1 1,-1 0 0,0 0-1,0-1 1,1 1-1,-1-1 1,0 1 0,1-1-1,-1 0 1,0 1-1,1-1 1,-1 0 0,1 0-1,-1 0 1,1-1 0,0 1-1,-2-1 41,3 1-156,-1 0 1,1 0-1,0 1 0,-1-1 1,1 0-1,0 0 0,-1 0 1,1 0-1,0 0 0,0 0 1,0 0-1,0 0 0,0 0 0,0 0 1,0 0-1,0 0 0,0 0 1,0 0-1,0 0 0,1 0 1,-1 0-1,0 1 0,1-1 0,-1 0 1,1 0-1,-1 0 0,1 0 1,-1 1-1,1-1 0,0 0 1,-1 0-1,1 1 0,0-1 1,0 1-1,-1-1 0,2 0 156,18-14-6624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4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7538,'0'0'3044,"0"0"-486,0 0-16,0 0-1135,0 0-599,0 0 20,12 19 57,-9-15-844,8 12 99,-1 1-1,0 0 1,-1 1-1,-1-1 1,-1 1 0,0 1-1,-2 0 1,0 0 0,-1 0-1,1 15-139,-3-7 149,-1 0-1,-2 0 1,0 0-1,-2-1 1,-1 1-1,-1-1 0,-2 0 1,0 0-1,-2 0 1,0-1-1,-2-1 1,-6 11-149,9-22-431,6-10 46,0-1 0,0 1 0,0 0 0,0 1 0,1-1 0,0 0 0,-1 0 0,1 1 0,1-1 0,-1 1 0,0-1 0,1 1 385,0-3-4671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5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10906,'0'0'2585,"0"0"-1393,0 0 1425,0 0-1385,0 0-784,0 0-256,153 0-16,-111 0-176,-9 0-216,-5 0-1584,-14 0-1281,-6 0-5161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5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13827,'0'0'2208,"0"0"281,0 0-585,0 0-1191,0 0-449,0 0-184,155 0-64,-116 0-16,-5 0-120,10 0-1361,-5 0-3064,-5 0-5905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40 261 11827,'0'0'2088,"0"0"-38,0 0 332,0 0-901,0 0-747,-4-26-245,-20-168 1953,16 154-779,8 40-1542,0 12-254,-2 250 686,1-100-2200,1-56-3891,0-105 1285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26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69 4337,'0'0'3177,"0"0"441,0 0-895,0 0-884,0 0-524,0 0-187,12-1-316,311-33-134,-290 31-1291,-1-1 1,1-2-1,6-2 613,-39 8 0,0 0 0,1 0 0,-1 0 0,0 0-1,0 0 1,0 0 0,1 0 0,-1 0 0,0 0 0,0 0-1,1 0 1,-1 0 0,0 0 0,0 0 0,0 0 0,1-1 0,-1 1-1,0 0 1,0 0 0,0 0 0,1 0 0,-1 0 0,0 0 0,0-1-1,0 1 1,0 0 0,0 0 0,1 0 0,-1 0 0,0-1-1,0 1 1,0 0 0,0 0 0,0 0 0,0-1 0,0 1 0,0 0-1,0 0 1,0 0 0,1-1 0,-1 1 0,0 0 0,0 0 0,0 0-1,0-1 1,-1 1 0,1 0 0,0 0 0,0-1 0,0 1-1,0 0 1,0 0 0,0 0 0,0-1 0,-11-3 56,-41 5 75,1 1 0,0 3 1,-3 3-132,-96 12-436,50-16-5659,52-4-1964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06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6385,'0'0'4171,"0"0"-2267,0 0-586,0 0-87,0 0 35,12-12 61,37-38 39,-45 48-1265,-1 0 1,1-1-1,0 1 0,0 0 1,0 1-1,0-1 1,0 1-1,0 0 0,1 0 1,-1 0-1,0 0 0,1 1 1,-1 0-1,0 0 0,1 0 1,-1 0-1,0 1 0,1-1 1,-1 1-1,0 0 0,0 1 1,1-1-1,-1 1 1,0 0-1,-1 0 0,1 0 1,0 0-1,0 1 0,1 1-101,36 31 205,-1 1 0,-2 2 0,-2 2 0,-2 1 0,16 25-205,-7-10 70,-29-37-36,-1 0-1,0 1 1,-2 1 0,0 0-1,-1 0 1,0 4-34,-10-24-69,0 0 1,0 0-1,1 0 1,-1 0-1,1 1 1,-1-1 0,1 0-1,0 0 1,-1 0-1,1 0 1,0 0-1,0 0 1,0-1-1,-1 1 1,1 0 0,0 0-1,0 0 1,0-1-1,0 1 1,0-1-1,1 1 69,-1-1-138,-1 0 1,1 0-1,0-1 0,0 1 0,-1 0 0,1-1 0,0 1 1,-1 0-1,1-1 0,0 1 0,-1-1 0,1 1 0,-1-1 0,1 1 1,-1-1-1,1 0 0,-1 1 0,1-1 0,-1 0 0,0 1 1,1-1-1,-1 0 0,0 1 0,0-1 0,1 0 0,-1 0 0,0 1 1,0-1-1,0 0 0,0 0 0,0 0 138,6-23-5754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06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466 1 11082,'0'0'2017,"0"0"-913,0 0-21,0 0 164,-18 21 42,-110 141 885,56-74 452,-34 29-2626,-32 35 1006,135-147-1022,3-5-118,0 0-296,1 0 105,1 0 0,-1 0 0,0 0 0,1-1 0,-1 1 0,1 0 0,-1-1 0,0 1 0,1-1 1,-1 0-1,0 1 0,0-1 0,0 0 0,1 0 0,-1 0 0,0 0 0,0 0 0,0 0 325,6-6-2194,20-12-6210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07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11242,'0'0'3089,"0"0"-1265,0 0-127,0 0-849,0 0-416,0 0 192,0 0 424,81 13-191,-34-13-337,9-3-264,-3-7-192,-3 5-64,-8 0-64,-9 5-720,-10 0-1121,-10 0-2448,-4 0-4441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07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11690,'0'0'3209,"0"0"-1072,0 0 263,0 0-856,0 0-1047,0 0-313,0 0-112,158-25-56,-110 18-16,-1-3-392,25 0-1441,-13 2-3344,-4-2-4881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08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11178,'0'0'2344,"0"0"-684,0 0 354,27-9-593,87-27-545,-106 33-790,0 1-1,0 0 1,1 0-1,-1 1 0,1 0 1,-1 1-1,1 0 0,6 0-85,6 1 75,-19 0-71,-1-1-1,1 1 1,0-1-1,0 1 1,0 0 0,0-1-1,-1 1 1,1 0 0,0 0-1,-1 0 1,1 0-1,0 1 1,-1-1 0,0 0-1,1 1 1,-1-1-1,0 1 1,0-1 0,0 1-1,0 0 1,0-1-1,0 1 1,0 0 0,0 0-1,-1 0 1,1 0 0,-1-1-1,1 1 1,-1 0-1,0 0 1,0 0 0,0 0-1,0 0 1,0 0-4,1 2 39,-1 0 0,0 1 0,0-1 0,0 0 0,-1 0 0,1 0 0,-1 0 0,0 0 0,0 0 0,0 0 0,-1 0 0,0 0 0,1-1 0,-1 1 0,0-1 0,-2 3-39,-1-1 98,0 0 0,-1 0 0,1-1 0,-1 1 0,0-1 0,0 0 0,-1-1 0,1 0 0,-1 0 0,0 0 0,0-1 0,-6 2-98,12-4 200,3-2-177,0 1 0,0-1-1,1 0 1,-1 1 0,0 0-1,1-1 1,-1 1 0,1 0 0,-1 0-1,1 1 1,-1-1 0,1 0-1,0 1 1,-1 0 0,3-1-23,2 0 21,4-2-35,0 1 1,0 0 0,0 0 0,1 2 0,-1-1 0,0 1 0,1 1 0,-1 0 0,0 1 0,0 0 0,0 0 0,9 4 13,-15-4-6,0 0 1,0 0-1,-1 0 1,1 1-1,-1 0 1,1 0-1,-1 0 1,0 0 0,0 1-1,-1-1 1,1 1-1,-1 0 1,1 0-1,-1 0 1,-1 1-1,1-1 1,-1 1 0,1 0-1,-1-1 1,0 1-1,-1 0 1,1 0-1,-1 0 1,0 0-1,-1 1 1,1-1 0,-1 0-1,0 3 6,1-3 18,-1-1 1,0 1-1,0-1 0,0 0 0,-1 1 1,1-1-1,-1 0 0,0 0 0,0 1 1,-1-1-1,1 0 0,-1 0 0,0 0 1,0-1-1,0 1 0,-1 0 0,1-1 1,-1 1-1,0-1 0,0 0 0,0 0 1,0 0-1,-1 0 0,1-1 0,-1 1 1,0-1-1,1 0 0,-1 0 0,0 0 1,0-1-1,0 1 0,-1-1 0,1 0 1,0 0-1,-4 0-18,-21 3 514,0-2 1,0-1-1,0-1 1,-18-3-515,-33 0-4859,78 3-18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30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6329,'0'0'3577,"0"0"-1467,0 0-203,28-11 95,89-31-294,-110 40-1602,1 0-1,-1 0 1,0 0 0,0 1 0,1 0-1,-1 0 1,0 1 0,1 0-1,-1 0 1,1 1 0,-1 0-1,0 0 1,0 1 0,1 0-1,-1 0 1,0 0 0,0 1 0,-1 0-1,1 1 1,-1-1 0,1 1-1,-1 1 1,-1-1 0,1 1-1,0 0 1,-1 0 0,0 1-106,10 14 260,-1 0 0,-1 2-1,-1-1 1,-1 1 0,-1 1 0,-1 0 0,0 2-260,17 40 388,-21-53-369,-4-7-29,1-1-1,-1 1 1,1-1-1,1 1 0,-1-1 1,1 0-1,-1 0 1,1 0-1,0 0 0,0 0 1,1-1-1,-1 1 1,2-1 9,-4-3-105,0-1-1,0 1 0,0-1 0,0 1 0,0-1 0,0 0 0,0 0 0,0 1 0,0-1 0,0 0 0,0 0 1,0 0-1,-1 0 0,1 0 0,0 0 0,-1 0 0,1 0 0,-1 0 0,1 0 0,-1-1 0,1 1 0,-1 0 1,0-1 106,1 0-399,13-33-4669,0 0-4397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31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1 12139,'0'0'2431,"0"0"-596,0 0 152,0 0-447,-14 24-413,13-22-1100,-25 46 818,-3-2 1,-1-2-1,-27 30-845,-156 148 606,211-221-825,-1 2-193,2-2-4233,1-1-2745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31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16 6129,'0'0'959,"0"0"-427,0 0 268,0 0 259,0 0 215,0 0 301,-1-10 979,0 5-1037,-1 5 2834,-37 50-4056,23-27-158,-1 0 1,-1-2 0,0 0-1,-2-1 1,-1-1 0,0 0-1,-2-2 1,-12 7-138,16-14 24,13-7-21,1-1-1,-1 1 0,1 1 1,0-1-1,0 1 0,0-1 0,0 1 1,0 1-3,5-5-1,0 1-1,-1-1 1,1 1 0,0-1 0,0 1 0,-1 0 0,1-1 0,0 1 0,0 0-1,0-1 1,0 1 0,0-1 0,0 1 0,0 0 0,0-1 0,0 1-1,0 0 1,0-1 0,0 1 0,0-1 0,0 1 0,0 0 0,1-1 0,-1 1-1,0-1 1,1 1 0,-1 0 0,0-1 0,1 1 0,-1-1 0,0 1-1,1-1 1,-1 0 0,1 1 0,-1-1 0,1 1 0,-1-1 0,1 0-1,0 1 1,-1-1 0,1 0 0,-1 0 0,1 0 0,0 1 0,-1-1 0,1 0-1,0 0 2,28 9 46,-29-9-46,30 4-96,-1-1 1,0-1-1,1-2 1,21-3 95,14 1-2404,-2 5-3352,-33 3-1258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36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2529,'0'0'768,"0"0"-456,0 0 280,0 0-200,0 0-392,0 0 0,0 0 0,80 0-8,-77 0 8,0 0 0,0 0 0,-1 0-48,1-5-1816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3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80 2617,'92'-14'348,"-73"11"-248,-19 3 272,0 0 1161,-6 0 4772,-19 0-2254,4 3 3435,53-3-5975,-6-5-1500,0-1 0,-1-2 0,8-3-11,-14 3-16,1 1 1,0 2 0,0 0-1,1 1 1,0 0 0,12 1 15,-32 47-98,-2-37 99,0 0 0,0 0 0,0-1 0,-1 1-1,0 0 1,-1 0 0,0-1 0,0 1-1,0-1 1,-2 2-1,-43 64 14,32-50-13,-15 25 4,20-30 0,0 1-1,-1-2 1,-1 1-1,0-2 1,-1 0-1,-9 7-4,17-18 212,16-13-183,23-17-62,-17 17 24,0 2-1,0 0 0,0 1 1,8-2 9,-17 6-21,0 1 0,1-1 1,0 1-1,-1 0 0,1 1 0,0-1 1,-1 2-1,1-1 0,0 1 0,-1 0 0,4 1 22,-9 0-7,1-1 0,-1 0 0,0 0 0,0 1 0,0-1 0,-1 1 0,1 0 0,0 0 0,-1-1 0,1 1 0,-1 0 0,1 0 1,-1 1-1,0-1 0,0 0 0,1 1 6,16 44-29,-12-30 20,-3-5-2,0 0-1,0 0 0,-1 0 1,-1 1-1,0-1 0,-1 0 1,-1 9 11,1 0 1,-1-17-1,1 0 0,-1 0 0,0 0 0,0 1-1,0-2 1,0 1 0,-1 0 0,0 0 0,0 0-1,0-1 1,0 1 0,0-1 0,-1 1 0,1-1-1,-1 0 1,0 0 0,0 0 0,0-1 0,-1 1 0,1-1-1,0 0 1,-1 1 0,0-1 0,1-1 0,-1 1-1,-4 1 1,-5 1 8,0 1 0,0-2 0,0 0-1,-1 0 1,1-1 0,-1-1 0,-9 0-8,-24-1-223,-76-1-738,43-6-6626,54 2-881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41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12171,'0'0'1568,"0"0"-1152,0 0 888,76 198-488,-57-118-295,-5 3-145,-6-11 144,-5-12-112,-3-9-272,0-16-24,0-18-112,0-17-1072,-3-10-633,-8-20-5328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4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489 1 7882,'0'0'4139,"0"0"-1604,0 0-321,0 0-963,0 0-821,0 0-206,-30 30 125,-185 182 453,159-160-476,29-30-19,1 2 0,1 1 1,1 1-1,1 1 0,2 1 0,-11 20-307,31-47 7,0 0 0,0 0 0,0 0-1,1 0 1,-1 0 0,0 0 0,1 0-1,-1 0 1,1 0 0,-1 1 0,1-1-1,0 0 1,-1 1 0,1-1 0,0 0-1,0 0 1,0 1 0,0-1 0,0 0-1,0 1 1,0-1 0,1 0 0,-1 0-1,0 1-6,3-1 8,-1 0 0,1 0 0,-1-1-1,1 1 1,-1-1 0,1 1-1,-1-1 1,1 0 0,0 0 0,-1 0-1,1 0 1,0-1-8,-3 1 0,30-2 32,0-2 0,-1-1 0,0-2 0,0 0 0,20-9-32,39-10 12,298-62-3190,-297 65-1479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48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12875,'0'0'2088,"0"0"-199,3 140 807,3-75-1472,-4-5-663,4-2-289,-3-8-40,2-5-152,-5-7 16,0-6-88,0-2 48,0-7-56,0-8-144,0-3-536,0-12-881,0-5-247,6-17-889,2-13-5721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48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7706,'0'0'4857,"0"0"-3905,0 0 1024,0 0-647,162-65-953,-109 63-224,0 2-88,2 0-56,1 0-8,8 0-648,-14 0-1545,-19 7-3920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49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8586,'0'0'4177,"0"0"-2857,0 0 1281,0 0-1057,0 0-528,0 0-312,150 10-432,-99-15-184,1 0-88,29-13-600,-11 3-2376,-9 3-5618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4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11626,'0'0'3976,"0"0"-2492,0 0-341,0 0-361,0 0-83,-11 28 73,-32 93 104,34-92-577,0 1 1,2 0-1,1 0 0,1 0 0,2 0 1,1 1-1,2 22-299,0-50-4,0 1 0,1-1 1,-1 0-1,1 1 0,0-1 0,0 0 1,0 0-1,0 0 0,1 0 0,-1 0 0,1 0 1,0 0-1,0 0 0,0 0 0,0-1 1,0 1-1,3 1 4,0 1 1,1 0 1,1-1 0,-1 0-1,0 0 1,1 0 0,0-1-1,0 0 1,3 1-2,2 0-363,0-1 0,0 0 0,0 0 0,0-2 0,2 1 363,-6-1-793,0-1 0,0 0 0,-1-1-1,1 1 1,0-2 0,-1 1 0,3-1 793,21-15-5489</inkml:trace>
  <inkml:trace contextRef="#ctx0" brushRef="#br0" timeOffset="1">306 41 11482,'0'0'2817,"0"0"-1705,0 0 1073,0 0-977,142 67-480,-106-24-32,1 2-144,-10 0-255,-2-5-129,-5-7-112,-6-6-40,-3-9-16,-3-8-48,-2-10-1025,-1 0-1191,-2-10-1753,0-8-5985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49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0 10802,'0'0'1953,"0"0"-433,0 0-128,0 0-575,0 0 391,-106 138-192,56-75-24,-3-1-16,3-2-447,3-5-313,14-10-136,10-12-72,18-15-8,5-13-889,36-5-751,11-18-2409,3-10-3056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50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9962,'0'0'2113,"0"0"-1065,0 0 1760,98 128-1159,-68-60-481,-5 2-160,-13 0-136,-7 0-183,-5-7-201,0-13-248,-11-5-128,-6-8-104,-2-9-8,2-6-32,6-9-536,11-8-785,0-5-1447,19 0-1673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5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11226,'0'0'1681,"0"0"-729,0 0 688,0 0-1088,0 0-400,144 0-152,-88 0-376,-14 0-1720,-14 0-4658</inkml:trace>
  <inkml:trace contextRef="#ctx0" brushRef="#br0" timeOffset="1">45 229 12171,'0'0'1760,"0"0"-520,0 0 1169,0 0-1393,0 0-488,0 0-400,0 0-128,145 0-1040,-98 0-1849,-8 0-5328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5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1 306 4185,'0'0'6505,"0"0"-3231,0 0-805,0 0-619,0 0-869,0 0-598,3-7-255,9-15-267,-8 15 355,0 0-1,0 0 1,0-1-1,-1 1 0,0-1 1,-1 0-1,1 0 1,-1 0-1,-1 0 1,0 0-1,0-3-215,-1-148 2826,0 159-2797,0 0-38,0 0-66,0 24 471,-1-51-363,1 20-291,4 27 119,24 150 142,-29-236 365,-5 29-367,3 13 8,-2 0-1,-1 0 1,-2-4-9,6 109-146,4-45 145,2 0-1,1 0 1,8 25 1,-3-18-1,-3 0 0,-1 7 1,8 114-62,-12-156 146,-1-3-1721,-1-2-4733,0-3 1135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6:52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6009,'0'0'2756,"0"0"-1436,0 0-192,0 0-236,24 1-412,8 1-378,8 1 55,0-1 0,36-5-157,13-8 61,-54 5 488,1 1 0,23 2-549,-159 0 2815,46 0-2824,1 3 0,0 2 0,-36 7 9,75-8-51,-17 5 178,30-6-153,0 0 0,0 1 0,1-1 0,-1 0 0,0 1-1,0-1 1,1 1 0,-1-1 0,0 1 0,0-1 0,1 1 0,-1 0-1,1-1 1,-1 1 0,1 0 0,-1-1 0,1 1 0,-1 0 0,1 0-1,-1 0 1,1-1 0,0 1 0,0 0 0,-1 0 0,1 0 0,0 0-1,0-1 1,0 1 0,0 0 26,8 0-940,58-1-2402,-32 0-1761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43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4185,'0'0'1040,"0"0"-704,0 0-184,0 0-56,0 0-96,0 0-48,0 0 40,0 0 16,0 0 104,0 0-112,0 0 0,0-3-480,0 1-1144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4017,'0'0'1376,"0"0"-976,0 0 168,0 0-72,0 0-207,0 0-145,0 0-144,100-75 0,-81 43-48,-5 7-1057,-8 2-5016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7:03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1008,'0'0'2017,"0"0"-2017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51.5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 9746,'0'0'0,"0"0"-1008,0 0 688,0 0 320,0 0 8,0 0-8,72 40-1729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59.10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160 16 4537,'0'0'1500,"0"0"-85,0 0-600,0 0-484,-6-12 2589,-25 10-610,22 1-2165,0 0 1,0 1-1,0 0 1,0 1-1,0 0 0,-6 1-145,12-1 152,1-1-1,-1 1 1,0 0-1,1 0 1,-1 1-1,1-1 1,-1 0-1,1 1 1,0 0-1,-1-1 1,1 1-1,0 0 1,0 0-1,0 0 1,1 0-1,-1 1 1,0-1-1,1 0 0,-1 1 1,1-1-1,-1 3-151,0 3 264,0 0-1,1 0 1,0 0 0,0 1-1,1-1 1,1 7-264,-1-1-116,0-12 121,0 1 1,1-1 0,-1 0-1,1 1 1,0-1-1,0 0 1,0 0 0,0 1-1,0-1 1,0 0-1,0 0 1,1 0 0,-1 0-1,1-1 1,0 1-1,-1 0 1,1-1-1,2 2-5,41 27 255,-21-15-63,-18-11-169,0-1 1,-1 0 0,2 0-1,-1 0 1,0-1-1,0 0 1,1 0 0,-1 0-1,1-1 1,0 0 0,4 0-24,17 0 108,-20 0-73,-1 0 0,1-1 1,0 0-1,0-1 0,0 0 0,-1 0 1,7-2-36,-12 3 10,0-1 0,0 0 1,0 0-1,0-1 0,0 1 1,0 0-1,-1-1 0,1 1 1,0-1-1,-1 1 0,1-1 1,-1 0-1,0 0 0,0 1 1,1-1-1,-1 0 1,0 0-1,-1 0 0,1-1 1,0 1-1,-1 0 0,1 0 1,-1 0-1,1 0 0,-1-1 1,0 1-1,0 0 0,0 0 1,0-1-1,-1 1-10,2-15 30,-1 9 4,1 1 0,-2-1-1,1 0 1,-1 1 0,0-1-1,0 1 1,-2-3-34,2 8-17,0-1 0,0 1 1,0 0-1,-1-1 0,1 1 0,-1 0 0,1 0 1,-1 0-1,0 1 0,0-1 0,0 0 0,0 0 1,0 1-1,0 0 0,0-1 0,-1 1 0,1 0 1,0 0-1,-1 0 0,1 0 0,-1 1 0,1-1 1,-1 0-1,-1 1 17,-63-1-4509,34 5-1766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03.76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3026 132 4601,'0'0'3622,"0"0"-1076,0 0-419,0 0-44,0 0-205,0 0-567,0 0-492,0 0-251,0 0-81,0 0-123,-31-3 1000,-35-2-1247,1 3 0,-22 3-117,4 0 106,36 0-100,23 1 4,1-2 0,-1-1 0,0-1 0,1 0-1,-1-2 1,-15-5-10,10 1 3,0 0-1,0 3 0,0 0 0,-1 2 1,1 1-1,-15 1-2,-34 1 44,0 3 1,-36 8-45,74-7 42,0-3 1,1 0-1,-13-4-42,-28 1 66,-64 6 5,-12 7-71,65-7 50,-82-7-50,84 0 25,-1 4 0,0 3-25,-196 38-77,191-39 85,53-4-6,79 2-62,0-2-1,0-2 0,-1-1 1,29-8 60,-28 5-122,-1 2 1,1 1 0,35 1 121,54-6-260,-113 8 251,98-15-63,1 6 1,7 4 71,-90 4 6,-1-1 0,1-1 0,-1-2 0,11-3-6,72-13 16,111 8-35,-72 7 78,-21 0-89,127 12 30,25 24 40,-185-20-22,-8-2 35,23-3-53,-110-4 7,-1 0 55,0 0 185,0 0-60,0 0 38,0 0-68,0 0-36,-40 0-39,-54-1-97,0 0-27,0 4-1,-29 6 43,60-4-3,1-2 0,-29-5 3,12 1 0,45 0 2,1-2 0,-25-6-2,24 3-2,1 2 0,-27 0 2,-42 3 4,-30 0 32,-90 12-36,88-2-10,-127-10 10,97-1-2,21 6-126,-23 9 128,-132 4-46,208-14 8,63-4 38,1 2 0,0 1 0,-1 1 1,1 1-1,-10 3 0,5 10-2256,10-3-3466,2-8-2920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16.31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166 156 3817,'0'0'1405,"0"0"-286,0 0 260,0 0-178,0 0-185,0 0-508,0 0 21,0 0 121,0 0 31,0 0-45,0 0-79,0 0-104,0 0-100,0 0-66,0 0-134,41 0 188,-23-1-296,0-1 0,-1-1 0,0 0 0,10-4-45,-10 3-1,0 0 0,0 1 0,0 1 0,10 0 1,-7 1 151,-1-1 0,1 0 0,12-5-151,-12 3 16,-1 0 0,1 2 0,13-1-16,47 7 1913,47 8-1913,41 3 702,-24 0-128,-72-6-361,144 9 1007,123 7-593,-262-21 60,59-4-687,-43-1-9,329 3 650,-422-2-637,0 0 53,0 0-26,0 0 5,0 0-59,0 0 3,0 0-20,-44-8 46,-27-3-26,-1 3-1,0 3 1,0 4 0,-43 4 20,-15 0-17,-118-2-4,-350-5-90,389-9 125,-86-1 10,-16-2 1,263 17-29,17 0 6,1-1 1,-1-1 0,0-2 0,-9-3-3,32 3 19,12-1 31,27-5 101,43-1 68,254-18-235,-222 21 32,87 6-16,-100 1 4,644-7 70,-416-8-106,22 0 96,-159 3-62,-103 11 84,-81-3 1067,0 2-4172,0-2-2402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7:07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11931,'0'0'0,"0"0"-801,0 0-415,0 0-6201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15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13171,'0'0'2915,"0"0"-14,0 0-510,0 0-868,0 0-630,0 0-446,6 16-237,8 23 35,-3 0-1,-1 0 1,-2 1 0,1 22-245,15 185 760,-20-207-694,35 898 1565,-40-879-1751,-3-1-1,-3 0 0,-1 0 1,-8 18 120,16-76-35,0 0 0,0 0 1,0 0-1,-1 0 1,1 0-1,0-1 1,0 1-1,0 0 1,0 0-1,0 0 1,0 0-1,0 0 1,0 0-1,-1 0 1,1 0-1,0 0 1,0 0-1,0 0 1,0 0-1,0 0 0,-1-1 1,1 1-1,0 0 1,0 0-1,0 0 1,0 0-1,0 0 1,0 0-1,-1 1 1,1-1-1,0 0 1,0 0-1,0 0 1,0 0-1,0 0 1,0 0-1,-1 0 1,1 0-1,0 0 0,0 0 1,0 0-1,0 0 1,0 0-1,0 1 1,0-1-1,0 0 1,-1 0-1,1 0 1,0 0-1,0 0 1,0 0-1,0 0 1,0 1-1,0-1 1,0 0-1,0 0 1,0 0-1,0 0 0,0 0 1,0 0-1,0 1 1,0-1-1,0 0 1,0 0-1,0 0 35,-8-18-980,-3-29-1846,5-1-3293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15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0 237 8226,'0'0'4210,"0"0"-1868,29-3 1,149-27 3006,68-25-5349,-111 21 759,232-52 809,-298 75-1848,1 2 1,0 3-1,0 4 0,26 3 280,-65 3-855,4-1-5643,-28-3-377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16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0 208 10114,'0'0'1937,"0"0"87,0 0 2049,0 0-2057,156-22-567,-75-6-457,13-2-432,6 0-56,-5 0-272,-6 5-160,-11 5-72,-17 5-120,6 10-696,-19 2-1713,-10 3-3920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16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11747,'0'0'2731,"0"0"-660,0 0-216,0 0-712,0 0-384,0 0-157,-24 34 168,4-8-589,5-7-71,1 0-1,1 0 1,0 1-1,2 1 1,0 0-1,2 1 1,0 0-1,1 0 1,1 0-1,1 1 1,0 7-110,-9 98 1056,5 0 0,7 94-1056,3-206 31,1-1 0,1 0-1,0 0 1,1 0 0,1 0-1,0 0 1,1-1 0,0 0 0,1 0-1,1 0 1,0-1 0,1 1 0,1-2-1,8 11-30,-9-14-111,1 0-1,0-1 0,0 0 0,0-1 0,1 0 1,0 0-1,1-1 0,-1 0 0,1-1 1,0 0-1,1-1 0,-1 0 0,1-1 0,0 0 1,0-1-1,0 0 0,0-1 0,6 0 112,-3-1-500,61-2-6509,-41-8-1538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16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13659,'0'0'2966,"0"0"-940,0 0-546,23 14 62,-8-5-1286,12 6 92,0 1 0,-2 1-1,0 2 1,-1 0 0,15 17-348,13 24 461,-3 2 0,-3 2-1,33 63-460,29 39 187,-98-150-242,-6-9-38,0 0 0,0-1-1,1 1 1,-1-1 0,1 0 0,1-1 0,-1 1-1,1-1 1,0 0 0,0-1 0,1 1 0,-1-1-1,3 1 94,-8-5-122,-1 0 0,1 1 0,0-1 0,-1 0 0,1 0 0,0 0 0,-1 0-1,1 0 1,0 0 0,-1 0 0,1 0 0,0 0 0,0 0 0,-1 0 0,1 0 0,0-1-1,-1 1 1,1 0 0,0 0 0,-1-1 0,1 1 0,-1-1 0,1 1 0,0 0-1,-1-1 1,1 1 0,-1-1 0,1 1 0,-1-1 0,0 1 0,1-1 0,-1 0-1,1 1 1,-1-1 0,0 0 122,4-16-5437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17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590 1 10042,'0'0'2249,"0"0"-97,-80 145 745,30-62-825,-12 12-624,-7 2-183,-4-1-217,4-11-376,8-15-416,8-15-168,17-18-80,10-12-16,15-12-272,11-13-624,9 0-1521,16 0-3800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17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16067,'0'0'1775,"0"0"-533,0 0-255,0 0-231,35 34 12,-13-13-650,5 4 8,0 1 0,-1 1 0,-2 1 0,-1 2 0,-1 0 0,-2 1 0,-1 1 1,-1 1-1,0 6-126,6 30 301,-4 1 1,-3 0 0,-3 1 0,-3 1-1,-3 0 1,-3 0 0,-4 50-302,-3-89 176,-2 0 0,-1-1 0,-2 1 0,0-1 0,-3-1 0,0 0 0,-2 0 0,-2-1 0,0 0 0,-2-2 0,-10 14-176,13-26-677,12-25-1309,16-32-4989,8 4-5042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17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12819,'0'0'2512,"0"0"-1247,0 0 343,170-15-352,-100 8-744,2 2-288,-2 2-216,-12 3 64,-5 0-72,-14 0-568,-5 0-1248,-12 3-1249,-11 7-4552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18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13499,'0'0'1464,"0"0"-912,0 0 48,0 0 793,0 0-937,164 5-304,-108-10-72,-6-7-80,0 2 0,14-11-352,-14 6-1993,-5 3-5560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21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30 5313,'0'0'3215,"0"0"-285,0 0-206,0 0-325,0 0-577,0 0-422,-10 2-369,-32 7-188,38-7-701,0-1 1,0 1 0,0 0-1,1 1 1,-1-1-1,1 0 1,-1 1 0,1 0-1,0 0 1,0 0 0,0 0-1,1 0 1,-1 1 0,1-1-1,0 1 1,-1 0-1,1 1-142,-6 8 350,-3 3-180,1 0 1,1 1 0,0 0 0,2 1 0,0 0 0,1 0 0,0 0 0,2 1 0,-2 9-171,0 24 356,2 0 1,2 47-357,2-89 43,1 0 0,1 1 1,-1-1-1,2 0 0,-1 1 0,1-1 1,1-1-1,0 1 0,0 0 1,1-1-1,0 0 0,1 0 0,0 0 1,3 2-44,-4-4 31,1-1 0,0 0 0,0 0 0,0 0 0,1-1 0,0 0 0,0 0 1,0-1-1,1 0 0,0 0 0,0 0 0,0-1 0,0-1 0,0 1 0,0-1 1,1 0-1,6 0-31,12-1 67,-1-1 1,0-1-1,1-1 0,-1-1 1,0-1-1,22-7-67,-36 8 14,-1-1 1,1 0-1,-1-1 0,0 0 0,0 0 0,0-1 1,-1-1-1,0 0 0,0 0 0,-1-1 0,0 0 1,0-1-1,-1 0 0,0 0 0,6-10-14,-10 12 10,0-1 0,-1 0 1,1 0-1,-2-1 0,1 1 0,-1 0 0,-1-1 0,0 1 0,0-4-10,1-81 46,-3 56-40,1 20-13,-1-1 0,-1 1 1,-1 0-1,0 0 0,-1 0 0,-1 0 1,0 1-1,-2-1 0,0 2 1,0-1-1,-2 1 0,1 0 0,-2 0 1,0 1-1,-1 1 0,-1 0 0,1 0 1,-2 1-1,0 1 0,-1 0 1,1 0-1,-2 2 0,-7-5 7,15 11-240,0 0 0,0 1 0,0-1 0,0 1 0,0 1 0,-1-1 0,1 1 0,0 1 0,-1-1 0,1 1 0,-1 0 0,1 1 0,0 0 0,-1 0 0,-5 2 240,0 1-1474,0 0 0,1 1 0,-1 1 0,1-1 0,-1 2 1474,-29 18-12279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2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9938,'0'0'4062,"0"0"-1210,0 0-744,0 0-714,28-6-485,88-12-283,-110 18-585,0-1 0,0 1 0,-1 1 0,1-1 0,0 1 0,-1 0 0,1 0 0,-1 1 0,1 0 0,-1 0 1,0 0-1,0 0 0,1 1 0,-2 0 0,1 0 0,0 0 0,-1 1 0,2 0-41,7 6 112,8 5 28,-2 2 1,1 0 0,-2 1-1,0 0 1,-2 2 0,0 0 0,-1 1-1,-1 1 1,-1 0 0,0 0 0,-2 1-1,-1 1 1,-1 0 0,5 21-141,0 17 85,-2-1-1,-3 1 1,-2 1 0,-4 0-1,-2 31-84,-1-92-246,0-8-437,0-4 138,-2-45-6565,-5 13-4286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2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0 12363,'0'0'4729,"0"0"-2549,0 0-1158,0 0-389,0 0 225,0 0 90,-6 30-132,1 0-602,4-15-121,-2 1 1,0-1 0,0 0-1,-2 0 1,0-1 0,0 1 0,-1-1-1,-1 0 1,-1 0 0,0-1-1,-5 6-93,-46 54 465,-3-3-1,-4-3 1,-10 5-465,-96 99 281,154-153-492,19-20-1099,27-26-1459,2 4-2111,2-1-3504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23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 6769,'0'0'7525,"0"0"-3591,0 0-1183,0 0-1057,0 0-858,0 0-431,2 5-43,0 3-270,-1 0 0,0 1 0,0-1 0,0 0 0,-1 0 0,-1 1 0,1-1 0,-1 0 0,-1 0 0,0 0 0,0 0 0,0 0 0,-1 0 0,0 0 0,-1-1 0,1 0 0,-2 1 0,1-1-92,-17 27 179,-2 0 0,-2-2 0,-6 6-179,16-20 53,-126 152 267,141-170-308,0 0 0,0 0-1,0 1 1,-1-1 0,1 0 0,0 0 0,0 0 0,0 1 0,0-1 0,0 0 0,0 0 0,0 0-1,0 1 1,0-1 0,0 0 0,0 0 0,0 0 0,0 1 0,0-1 0,0 0 0,0 0 0,0 1-1,0-1 1,1 0 0,-1 0 0,0 0 0,0 0 0,0 1 0,0-1 0,0 0 0,0 0 0,1 0-1,-1 0 1,0 1 0,0-1 0,0 0 0,0 0 0,1 0 0,-1 0 0,0 0 0,0 0 0,0 0-1,1 0 1,-1 1 0,0-1 0,0 0 0,0 0 0,1 0 0,-1 0 0,0 0 0,0 0-12,22 3 326,32-3 10,-46 0-245,444-15 1212,-410 12-3125,-38 2 1247,-1-1 0,1 1-1,0-1 1,-1 1-1,1-1 1,-1 0 0,1-1-1,-1 1 1,0 0-1,0-1 1,0 0-1,0 0 1,0-1 575,24-24-10953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24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10298,'0'0'2651,"0"0"-186,0 0-414,-11 28-549,-34 94-357,40-106-893,1 1-1,1-1 1,0 1-1,1 0 1,1 0 0,1 1-1,0-1 1,1 0-1,2 4-251,-1 8 356,-1-18-270,1 0 0,0 0 0,0 0 0,1-1 0,1 1 0,0-1 0,0 0 0,1 0 0,0-1 0,0 1 0,1-1 0,1 0 0,0 0 0,0-1 0,0 0 0,1 0 0,0-1 0,1 0 0,-1-1 0,2 1 0,-1-2 0,0 1 0,1-1 0,8 2-86,6 3 84,0-2-1,1 0 1,0-2-1,0-1 0,0-1 1,1-1-1,0-1 1,-1-1-1,1-1 1,4-2-84,-24 1 11,0 1 0,0-1 0,0-1 0,0 1 0,-1-1 0,1 0 1,0-1-1,-1 1 0,0-1 0,1 0 0,-1 0 0,0-1 0,0 1 0,-1-1 0,1 0 0,-1-1 0,2-1-11,0-2 54,0-1-1,0 1 0,-1-1 0,0 0 0,-1-1 0,0 1 1,0-1-1,-1 0 0,0 0 0,-1-2-53,1-3 132,0-1 0,-1 0-1,-1 1 1,0-1 0,-2 0 0,0 0 0,0 0 0,-1 1-1,-1-1 1,-1 1 0,0-1 0,-1 1 0,-5-10-132,2 11 55,0 0 0,-1 0 1,0 1-1,-1 0 0,-1 0 1,0 1-1,0 1 1,-1 0-1,-1 0 0,-3-1-55,7 6-77,0 1 1,0 0-1,0 0 0,-1 1 0,1 0 0,-1 1 1,0 0-1,0 1 0,0 0 0,-1 0 0,1 1 1,0 1-1,-1 0 0,1 0 0,0 1 0,-1 0 0,-4 2 77,-23 7-1026,1 1 0,0 2 0,1 2 0,-22 13 1026,-37 22-5828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26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10922,'0'0'4801,"0"0"-2247,0 0-1172,0 0-462,29 15 224,-9-5-924,23 12 220,-2 1 0,0 2 0,-2 1 1,1 5-441,33 28 1890,48 54-1890,-97-89 99,-1 2 1,-1 1-1,-1 1 0,-2 0 0,0 2 1,6 16-100,-22-38-92,0-1 0,-1 2 0,0-1 1,0 0-1,-1 0 0,0 1 1,0-1-1,-1 1 0,0 3 92,-1-11-105,1 0 0,-1-1 1,0 1-1,1-1 0,-1 1 0,0-1 0,0 0 0,1 1 1,-1-1-1,0 0 0,0 0 0,0 1 0,0-1 0,1 0 1,-1 0-1,0 0 0,0 0 0,0 0 0,0 0 0,1 0 1,-1 0-1,0 0 0,0-1 0,0 1 0,0 0 0,1 0 1,-1-1-1,0 1 105,-26-7-2694,2-13-3126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2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577 0 15547,'0'0'4449,"0"0"-3593,0 0 1,0 0 167,-92 201-80,31-111-200,-9 2-64,-2-4-56,5-8-191,11-15-313,17-17 0,12-18-120,13-13-8,5-9-272,4-8-297,-18-3-455,4-17-960,-3-2-4930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2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 5049,'0'0'9254,"0"0"-4162,0 0-3129,0 0-1014,0 0-396,-25 17-111,0 0-340,-12 7 52,2 2-1,0 2 1,-8 11-154,38-35 17,-28 27 108,2 0 0,1 2 0,-6 12-125,29-36 20,1 0 1,0 0 0,0 1-1,1-1 1,0 1 0,1 0 0,0 0-1,0 1 1,1-1 0,1 1-1,0 0 1,0 0 0,1 0 0,0 0-1,1 0 1,1 1-21,-1-10 14,1-1 1,0 1-1,0 0 0,1-1 1,-1 0-1,0 1 1,0-1-1,1 0 0,-1 0 1,1 1-1,-1-1 1,1 0-1,-1 0 0,1-1 1,0 1-1,-1 0 1,1-1-1,0 1 0,0 0 1,-1-1-1,1 0 1,0 0-1,0 1 0,0-1-14,51 6 609,-51-6-575,63 1 467,-30-1-283,0 2 0,13 2-218,-38-2-76,-1-1 0,0 1 0,0 1 0,0 0 0,0 0 0,0 0 0,0 1 0,-1 1 0,0 0 0,0 0 0,0 0 76,6 14-2195,-11-3-2494,-3-3-1981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27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599 16 12547,'0'0'4385,"0"0"-3121,0 0 352,0 0-512,0 0-503,0 0-233,0 0-248,-195 12 184,126-9-96,2-3-56,5 0-88,10 0-56,10 0-8,11-3-40,-2-4-808,8-3-1593,2 0-2944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28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8890,'0'0'3651,"0"0"-1259,-20 26-404,3-6-1594,6-10-245,2 2 0,-1-1 0,2 1 0,-1 0 0,2 1 0,-1 0 0,2 0 0,0 1 0,1 0 0,0 0 0,1 0 0,0 0 0,-1 14-149,2 1 251,1 0 0,2 0-1,1 0 1,1 0 0,1 0 0,2 0 0,7 25-251,-9-44 54,0-1 0,1 1 0,0-1 0,1 0 0,-1 0 0,2 0 0,-1-1 0,1 0 0,0 0 1,1 0-1,0-1 0,0 0 0,1 0 0,0-1 0,0 0 0,0 0 0,1-1 0,0 0 1,0-1-1,0 1 0,0-2 0,1 0 0,-1 0 0,7 1-54,1-1 48,0 0 0,0-1 0,1-1 0,-1-1 0,0-1 0,0 0 0,0-1-1,0-1 1,0 0 0,0-1 0,0-1 0,-1-1 0,0 0 0,4-3-48,-12 4 16,1 1 0,-1-1 0,0-1-1,0 0 1,0 0 0,-1 0 0,0-1 0,0 0 0,-1 0-1,0-1 1,0 0 0,-1 0 0,0 0 0,0-1 0,-1 0-1,0 1 1,-1-2 0,0 1 0,0 0 0,-1-1 0,0 1-1,0-1 1,-1 1 0,-1-1 0,0-8-16,-1 6 55,-1 0 1,0 0-1,-1 0 1,-1 0-1,0 0 0,0 1 1,-1-1-1,-1 1 0,0 1 1,0-1-1,-1 1 1,0 0-1,-1 0 0,0 1 1,-4-3-56,-18-18 192,-2 1 0,-1 2 0,-29-19-192,-15-3 176,70 45-202,0 1 1,0 0-1,0 0 1,-1 0 0,0 1-1,1 0 1,-1 1-1,0 0 1,-7-1 25,15 2-21,-1 0 1,1 0 0,0 0 0,-1 0-1,1 0 1,0 0 0,-1 0-1,1 0 1,-1 0 0,1 0 0,0 0-1,-1 0 1,1 1 0,0-1-1,-1 0 1,1 0 0,0 0 0,-1 0-1,1 1 1,0-1 0,0 0 0,-1 0-1,1 0 1,0 1 0,0-1-1,-1 0 1,1 1 0,0-1 0,0 0-1,0 0 1,0 1 0,-1-1-1,1 0 1,0 1 0,0-1 0,0 0-1,0 1 1,0-1 20,4 18-835,1-9 200,0 0 1,1 0-1,-1-1 1,2 0-1,-1 0 1,1-1-1,0 0 1,0 0-1,1 0 1,5 2 634,46 34-5654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31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733 0 11122,'0'0'3642,"0"0"-1096,0 0-491,0 0-765,0 0-558,0 0-237,-13 12 153,-98 77 421,-4-5 0,-62 32-1069,-115 83 115,268-175-71,24-23-43,-1-1 0,1 1 0,0 0 0,0 0 0,1-1 0,-1 1 0,0 0 0,0 0 0,0-1 0,0 1 0,1 0 0,-1 0 0,0-1 0,1 1 0,-1 0 0,1-1 0,-1 1 0,0-1 0,1 1 0,-1 0 0,1-1 0,0 1 0,-1-1 0,1 1 0,-1-1 0,1 0 0,0 1 0,-1-1 0,1 1 0,0-1 0,0 0 0,-1 0 0,1 1 0,0-1 0,0 0 0,-1 0 0,1 0 0,0 0 0,0 0 0,0 0-1,65 19 255,2-2 0,0-4 0,0-2 0,2-4 0,-1-2 1,49-5-256,-116 0-215,1 1-286,0 1 1,1-1-1,-1 0 0,0 0 1,1-1-1,-1 1 0,1-1 1,-1 0-1,1 0 0,0 0 501,-2 0-884,22 1-3973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31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172 337 2713,'0'0'6469,"0"0"-3256,0 0-625,0-28-147,0-187 1946,0 200-3828,1 0-1,0-1 1,1 1-1,1 0 1,1-3-559,0 84 401,3 113-138,15 54-263,-15-173-146,-3 0 0,-3 1 146,-1-60-35,-1 0 1,1-1-1,0 1 1,-1-1-1,1 1 1,-1-1-1,1 1 1,-1-1-1,1 1 1,-1-1-1,1 1 0,-1-1 1,0 1-1,1-1 1,-1 0-1,1 1 1,-1-1-1,0 0 1,1 0-1,-1 0 0,0 1 1,0-1-1,1 0 1,-1 0-1,0 0 1,1 0-1,-1 0 1,0 0 34,-28 1-503,21-1 355,-166 5-358,234 4-1063,263-7 1663,-177-3-8060,-105 1-2204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40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12107,'0'0'2863,"0"0"-963,0 0-631,28-4-255,96-15-43,-113 18-870,-1 1-1,1 0 1,-1 0 0,1 1-1,-1 0 1,1 1-1,-1 0 1,0 1-1,0 0 1,0 0 0,0 1-1,-1 0 1,1 1-1,-1 0 1,0 1 0,-1 0-1,1 0 1,1 3-101,13 13 173,0 0 0,-2 2-1,-1 1 1,-1 0 0,-1 3-173,-1-4 157,24 32 9,-2 1 0,-3 3 1,-3 0-1,-1 5-166,-32-64 30,8 21-468,-9-22 373,1 0-1,0 0 1,0-1 0,0 1-1,0 0 1,-1 0-1,1 0 1,0 0-1,0-1 1,-1 1 0,1 0-1,0 0 1,0 0-1,-1 0 1,1 0-1,0 0 1,0 0-1,-1-1 1,1 1 0,0 0-1,-1 0 1,1 0-1,0 0 1,0 0-1,-1 0 1,1 0 0,0 1-1,0-1 1,-1 0-1,1 0 1,0 0-1,-1 0 1,1 0-1,0 0 1,0 0 0,0 1-1,-1-1 1,1 0-1,0 0 1,0 0-1,-1 0 1,1 1 0,0-1-1,0 0 1,0 0-1,0 1 1,0-1-1,-1 0 1,1 0-1,0 1 1,0-1 0,0 0-1,0 0 1,0 1-1,0-1 1,0 0-1,0 1 1,0-1 0,0 0-1,0 0 1,0 1-1,0-1 1,0 0-1,0 0 66,-20-18-4430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40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402 1 11306,'0'0'2658,"0"0"-1023,0 0-633,0 0-526,0 0 81,-2 24 328,1-4-641,0-2 42,0 1 0,-2-1 0,0 1 0,-1-1 0,0 0 1,-2 0-1,-6 15-286,-1-6 403,-1-1-1,-1-1 1,-1 0 0,-1-1 0,-2 0 0,-6 5-403,-35 33 268,-35 25-268,79-72-25,13-12-129,0-1 0,0 1 0,0-1 0,0 0 0,0 0 0,0 0 0,-1 0 0,1-1 0,-1 1 154,-22 1-6895,10-3-1913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41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11138,'0'0'3452,"0"0"-1684,0 0-528,0 0-539,0 0-407,0 0 18,-8 14 299,-25 45 55,3-8 780,-14 37-1446,37-72 85,0 0 1,2 0 0,0 1 0,1-1 0,0 1 0,1 0-1,1 0 1,1 6-86,1-16 14,-1-1-11,1-1 0,0 1 1,1 0-1,-1 0 0,1 0 0,0 0 0,0-1 0,3 7-3,-3-10 21,1 0 0,0 1 0,0-1-1,0 0 1,0 0 0,0 0-1,0 0 1,0-1 0,1 1-1,-1-1 1,1 1 0,-1-1 0,1 0-1,0 0 1,-1 0 0,1 0-1,0 0 1,0 0 0,-1-1 0,2 1-21,22 2 324,-1 0 1,1-1 0,-1-1 0,24-3-325,-25 0-53,1 2 0,0 0-1,0 2 1,-1 1 0,11 2 53,-2 9-1791,-15 2-4120,-9-6-2178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41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774 15 10842,'0'0'2889,"0"0"-1689,0 0 745,0 0-737,-183 0-592,127 0-152,-8 0-64,-3 0-56,-2 0-272,2 0-72,3 0-216,-17-7-1288,17 2-1689,6 2-4448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41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10642,'0'0'4545,"0"0"-2984,0 0-369,0 0 728,31 170-383,-20-108-369,-5-2-344,2-7-392,0-13-216,1-5-160,2-10 32,6-2-88,2-6-48,6 1-528,20 9-776,-4-4-2625,-4-3-3665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42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 8970,'0'0'2626,"0"0"-703,0 0-883,0 0-348,0 0 607,0 0 7,-8 24-170,-30 78-149,33-90-832,0 0 0,-2 0 0,1 0 0,-2-1 0,0 1 0,0-2 0,0 1 0,-2-1 0,-8 7-155,-4 5 192,-21 20 448,-43 31-640,2-2 231,83-70-227,0 0-1,0 1 1,0-1 0,1 1 0,-1 0 0,0-1 0,1 1-1,-1-1 1,1 1 0,-1 0 0,1-1 0,0 1 0,0 0-1,0 0 1,0-1 0,0 1 0,0 0 0,0-1 0,0 1-1,1 0 1,-1 0 0,1-1 0,-1 1 0,1-1 0,0 1-1,-1 0 1,1-1 0,0 0 0,0 1 0,0-1 0,0 1-1,1-1 1,-1 0 0,0 0 0,0 0 0,1 0 0,-1 0-1,1 0 1,0 1-4,31 4 432,0-1-1,0-2 0,1-1 1,11-1-432,69 4 245,-82-1-299,88 6-1085,-107-10-109,0-1-1,0 0 0,0-1 0,12-4 1249,6-5-5262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43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10442,'0'0'2186,"0"0"-916,0 0 109,26-6-150,86-19-379,-99 22-724,0 2 1,0-1 0,-1 1 0,1 1 0,0 0-1,0 1 1,0 0 0,-1 1 0,1 1-1,10 3-126,-17-4 64,0 0 0,0 1 0,-1 0-1,1 0 1,0 0 0,-1 1 0,0-1-1,0 1 1,0 1 0,0-1 0,-1 1-1,0-1 1,0 1 0,0 1 0,0-1-1,-1 0 1,0 1 0,2 5-64,-2-4 83,-1 1 0,0 0-1,0-1 1,-1 1 0,0 0 0,-1 0 0,1 0 0,-1 0 0,-1-1 0,0 1-1,0 0 1,-1 4-83,-2 5 228,-1 0-1,-1 0 0,0-1 1,-1 0-1,-2 1-227,-6 10 209,-2 0-1,-1-1 1,-2-1-1,-12 12-208,-43 59 29,72-92-20,0 0 1,1 1-1,0-1 1,0 1-1,0 0 1,1 0-1,-1 0 0,1 0 1,0 0-1,1 0 1,-1 0-1,1 0 1,0 3-10,0-7 4,1 0 1,-1-1 0,1 1 0,-1 0 0,1-1-1,0 1 1,-1 0 0,1-1 0,0 1 0,0-1 0,-1 1-1,1-1 1,0 1 0,0-1 0,0 0 0,-1 1 0,1-1-1,0 0 1,0 0 0,0 0 0,0 0 0,0 0-1,0 0-4,30 5 67,-24-4-43,75 8-236,40 6 57,-43 3-8400,-65-13 237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51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11122,'0'0'2281,"0"0"-55,0 0 297,0 0-760,28-17-587,91-48-357,-114 63-768,0-1 1,1 1-1,-1 1 0,0-1 1,1 1-1,-1-1 0,0 2 1,1-1-1,0 0 0,-1 1 0,1 0 1,-1 1-1,1-1 0,-1 1 1,1 0-1,-1 0 0,4 2-51,-1 1 104,0 0 0,0 1 0,0 0-1,0 0 1,-1 0 0,0 1 0,5 6-104,-6-7 72,25 26 31,-2 1 0,-1 2 1,-1 1-1,-2 1 0,-2 0 0,-1 2 0,-2 1 1,13 35-104,-15-21-1137,-18-52-247,-1-4-1086,-8-14-3092,-6-3-3947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51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1 14859,'0'0'4209,"0"0"-3113,0 0-312,0 0 409,-70 135-105,23-62-368,-6-1-200,0-2-24,6-7-320,2-13-104,12-13-72,5-9-64,3-10-608,-17-13-904,3-5-1241,0 0-7561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51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 11362,'0'0'3920,"0"0"-1357,0 0-886,0 0-848,0 0-568,0 0-215,-3 6 10,-12 18 163,-1-1 0,-1-1 0,0 0 0,-21 18-219,19-20 64,0 1 0,1 0 0,1 2 0,2 0 0,0 0 0,0 3-64,14-23 3,-1 1-1,1-1 1,0 0-1,0 0 1,0 0-1,0 1 1,0-1-1,1 1 1,0-1-1,-1 0 1,1 1-1,0-1 1,1 2-3,-1-4 6,1 1 1,-1-1 0,1 0-1,0 0 1,-1 1 0,1-1-1,0 0 1,0 0 0,0 0 0,-1 0-1,1 0 1,1 0 0,-1 0-1,0 0 1,0 0 0,0 0-1,0-1 1,1 1 0,-1 0-1,0-1 1,0 1 0,1-1 0,-1 0-1,1 1 1,-1-1 0,0 0-1,1 0 1,-1 0 0,1 0-1,0 0-6,241 21 637,-234-20-1013,0 0-1,0 1 1,0 0 0,0 1 0,0 0 0,3 2 376,26 18-6479,-16-1-2948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52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752 23 10906,'0'0'2873,"0"0"-1737,0 0 1417,0 0-1161,0 0-776,0 0-392,-164 2-136,113-4-80,-10-8 32,-3 2-40,-8 3-216,-1 5-1248,-32 0-1201,21 5-1752,6 8-4296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52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7402,'0'0'2048,"0"0"-398,0 0-115,0 0-352,30-18-261,97-52-24,-121 67-822,0 0-1,0-1 1,0 2-1,0-1 1,1 1-1,-1 0 1,1 0-1,0 1 1,-1 0-1,1 0 1,0 1-1,0 0 1,-1 0 0,1 0-1,1 1-75,-4 0 15,-1 0 1,0 0-1,1 1 0,-1-1 1,0 1-1,0 0 0,0 0 1,-1 0-1,1 0 0,0 1 1,-1-1-1,1 1 1,-1-1-1,0 1 0,0 0 1,0 0-1,0 0 0,-1 0 1,1 0-1,0 2-15,4 13 4,-2 0 1,0 1-1,0 0 0,-2 0 1,-1 0-1,0 0 0,-1 0 1,-1 1-5,1-1 108,-1-2-32,0 0 1,-2-1-1,0 1 0,0-1 0,-2 1 0,0-1 1,-1 0-1,0-1 0,-1 1 0,-1-1 1,-1-1-1,0 0 0,0 0 0,-3 1-76,-26 30 354,-1-3-1,-2-1 0,-23 16-353,36-32-21,27-24 142,1-1 115,205 2 725,140-2-635,-122-15-8964,-147 8 1610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53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0 10578,'0'0'4783,"0"0"-2416,0 0-1562,0 0-183,-10 23 19,-29 55 93,-2-1-1,-4-2 1,-7 2-734,14-31 390,25-31-268,0 0 0,1 2 1,1-1-1,0 1 0,-1 6-122,11-22 16,0 0 0,1 1 0,-1-1-1,1 1 1,-1-1 0,1 1 0,-1-1 0,1 1-1,0-1 1,0 1 0,0-1 0,0 1 0,0 0-1,0-1 1,0 1 0,0-1 0,1 1 0,-1-1-1,1 1 1,-1-1 0,1 1 0,0-1 0,-1 1-1,1-1 1,0 0 0,0 1 0,0-1 0,0 0-1,0 0 1,0 0 0,0 0 0,0 0 0,1 0-1,-1 0 1,0 0 0,1 0 0,-1-1 0,0 1-1,1 0 1,-1-1 0,1 1 0,-1-1 0,2 1-16,9 2 157,1 0-1,0-1 1,-1 0 0,1-1 0,4 0-157,0 0 102,38 4 131,19 2-2104,71-2 1871,-111-9-2910,0-11-2895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53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49 10578,'0'0'2135,"0"0"-537,0 0-630,26-8-298,87-23 202,-103 28-695,0 1 0,1 0 0,-1 1 0,0 0 0,1 0 1,-1 1-1,1 1 0,-1 0 0,2 0-177,-9 0 28,-1 0 1,1 0-1,0 0 1,0 0 0,-1 0-1,1 0 1,-1 1-1,1-1 1,-1 1-1,0 0 1,0 0-1,0 0 1,0 0-1,0 0 1,0 0-1,0 0 1,-1 1 0,1-1-1,-1 0 1,1 1-1,-1 0 1,0-1-1,0 1 1,0 0-1,0-1 1,-1 1-1,1 3-28,0 2 71,0 0 0,0 0-1,-1 0 1,0 0 0,0-1-1,-1 1 1,0 0 0,-1 0-1,1 0 1,-1 0 0,-1-1-1,0 1 1,0-1 0,0 0-1,-1 0 1,-1 1-71,-8 11 179,-1 0 0,-1-2 0,-1 0 0,-14 13-179,0-1-3,29-28-2,1-1 0,0 0 0,0 0 0,0 1 0,-1-1 0,1 0 0,0 0 0,0 1 0,0-1 0,0 0 1,0 1-1,-1-1 0,1 0 0,0 1 0,0-1 0,0 0 0,0 0 0,0 1 0,0-1 0,0 0 0,0 1 1,0-1-1,0 0 0,0 1 0,1-1 0,-1 0 0,0 1 0,0-1 0,0 0 0,0 1 0,0-1 1,1 0-1,-1 0 0,0 1 0,0-1 0,0 0 0,1 0 0,-1 0 0,0 1 0,0-1 0,1 0 0,-1 0 1,0 0-1,0 1 0,1-1 0,-1 0 0,0 0 0,1 0 0,-1 0 0,0 0 0,1 0 0,-1 0 0,0 0 1,1 0-1,-1 0 0,0 0 0,1 0 0,-1 0 0,0 0 5,33 5-64,-15-3 43,-5 2 11,-1 0 0,1 1 0,-1 1 0,1 0 0,-2 0 0,1 1 0,-1 1 0,0 0 0,0 0 0,-1 1 0,5 6 10,-8-8 21,0 1 0,-1 0 0,1 0 1,-2 0-1,1 1 0,-1 0 0,-1 0 0,0 0 1,0 1-1,-1-1 0,0 1 0,0 0 0,-1 0 1,-1 0-1,1 7-21,-1-10 94,-1 0 0,1-1 0,-1 1 0,-1-1 0,1 1 0,-1 0 0,0-1 0,-1 1 0,1-1 0,-1 0 0,-1 1 0,1-1 0,-1 0 0,0 0 0,-1-1 0,1 1 0,-1-1 0,0 1 0,0-1 0,-1-1 0,1 1 0,-1 0 0,0-1 0,-1 0 0,1 0 0,-1-1 0,0 0 0,1 1 0,-1-2 0,-5 2-94,-9 3-16,-1-1-1,0-1 0,1-1 0,-2 0 1,1-2-1,0-1 0,0 0 0,-1-2 1,-15-2 16,-34 1-995,-79 2-4705,85 0 497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01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12003,'0'0'2048,"0"0"-398,0 0 475,0 0-711,0 0-624,28-8-392,3-2-192,0 2-1,27-3-205,-52 11 61,0 0-1,0 0 1,-1 0 0,1 1-1,0 0 1,-1 0 0,1 1-1,-1-1 1,1 1 0,-1 1-1,0-1 1,0 0-1,0 1 1,0 0 0,0 1-1,-1-1 1,1 1 0,-1-1-1,0 1 1,3 5-61,7 4 205,39 39 77,-2 3 1,-2 2-1,-3 2 1,-3 1-1,13 28-282,-49-67-957,-6-16-9052,-1-5 9982,0 0-9600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01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8466,'0'0'5505,"0"0"-3305,0 0-757,-19 25-42,4-4-1062,-105 154 1796,46-63-868,-5-2-1,-6-3-1266,79-104-2801,6-12-1473,0 7 3852,2-15-6589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0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14323,'0'0'3626,"0"0"-2336,0 0-406,0 0-116,0 0-86,0 0-58,26 16-76,89 49-45,-92-54-344,1 0 0,1-1 0,-1-2 0,2-1 0,8 2-159,-14-5 32,-1 1 0,0 1 1,0 1-1,17 9-32,-35-15 4,0-1 0,1 1 0,-1-1 0,0 1-1,1 0 1,-1 0 0,0 0 0,0 0 0,0 0 0,0 0 0,0 0 0,0 0 0,0 0 0,0 0 0,-1 0 0,1 1 0,0-1-1,-1 0 1,1 1 0,-1-1 0,1 0 0,-1 1 0,0-1 0,1 1 0,-1-1 0,0 1 0,0-1 0,0 0 0,0 1 0,0-1 0,0 1-1,-1-1 1,1 1 0,0-1 0,-1 0 0,1 1 0,-1-1 0,0 0 0,1 1 0,-1-1 0,0 0 0,0 0 0,0 1-4,-4 5 52,-1 0 1,0 0-1,0 0 1,0-1-1,-1 0 1,-1 0-53,-363 310 376,370-315-1123,14-14-2299,8-12-2788,6-5-6074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02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154 104 11162,'0'0'1987,"0"0"-617,31-13 338,4-3-1165,-9 3-195,1 1 1,1 1 0,-1 2-1,1 1 1,1 1-1,3 0-348,-7 4 279,-1 0-1,1 1 0,24 2-278,-47 0 5,0 0 0,0 0 0,1 1 0,-1-1 0,0 1 0,0-1 0,0 1 0,0 0 0,0-1 0,0 1 0,0 0 0,0 1 0,0-1 0,0 0 0,0 0 1,-1 1-1,1-1 0,0 1 0,-1 0 0,0-1 0,1 1 0,0 1-5,-1 0 4,1 1 0,-1-1 0,1 1 1,-1 0-1,0-1 0,-1 1 0,1 0 1,-1 0-1,1 0 0,-1-1 0,0 1 1,-1 2-5,0 4 31,0 0 0,-1 0 0,-1-1-1,1 1 1,-1-1 0,-1 0 0,0 1 0,0-2 0,-6 9-31,-7 5 102,-2-1-1,0 0 1,-2-2-1,0 0 1,-1-2-1,-1 0 1,0-2-1,-18 9-101,91-24-337,-25-4 272,-4 1 25,0 0 0,0 1 1,0 1-1,0 1 0,0 1 0,16 3 40,-32-3 4,0 0-1,0 1 1,0-1-1,-1 1 1,1 0-1,-1 1 0,1-1 1,-1 1-1,0 0 1,1 0-1,-2 0 1,1 0-1,0 1 1,-1 0-1,1-1 1,-1 1-1,0 1 1,0-1-1,-1 0 0,1 1 1,-1-1-1,0 1 1,0 0-1,-1 0 1,1-1-1,-1 1 1,0 0-1,0 1 1,-1-1-1,0 2-3,2 3 98,-1 0 1,0 1-1,-1-1 1,0 0-1,-1 0 0,0 0 1,0 0-1,-1 0 0,0 0 1,-1 0-1,0 0 1,-1-1-1,0 1 0,0-1 1,-1 0-1,0 0 0,-1-1 1,0 0-1,0 0 1,-1 0-1,0 0 0,0-1 1,-1 0-1,0-1 0,0 0 1,0 0-1,-1-1 1,0 0-1,0 0 0,-8 2-98,-3 1 61,0 0 0,0-2-1,-1 0 1,0-1 0,0-1-1,-11 0-59,-38 1-168,-24-2 167,-35 1-2944,77 1-2853,13-2-5013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04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1 6729,'0'0'2621,"0"0"-635,0 0-595,0 0-624,0 0 175,0 0 223,-14 22 82,3-3-951,-1 3 31,0-2 0,-2 1 0,-1-2 0,0 0-1,-1-1 1,-7 5-327,-71 63 440,-5-3-1,-37 19-439,133-99-585,-2 0-238,1-2-2985,3-1-2750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27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10786,'0'0'1506,"0"0"-629,0 0 532,0 0-84,0 0-336,-5 8 2738,-16 27-2960,5 6-405,1 1 0,3 1 0,-8 43-362,17-73 147,-10 61 629,-2 65-776,13-114 65,-1 29 47,3-33 39,-2 0-1,0 0 1,-2 7-151,2-14 99,1 1 0,0-1 0,1 1 0,1-1 0,0 1 0,1-1 0,1 1 0,0-1 0,1 0 0,1 0 0,3 7-99,-1 0 95,-1 1 0,0-1-1,1 19-94,9 234 1369,-15 169-1369,-4-189 520,-8 139-65,13-274-328,4-1 0,22 111-127,-19-161 141,-1 49-141,-5-54 55,3-1 1,4 13-56,0-4 121,-4 0-1,-3 0 1,-6 65-121,1-18 36,5 835 145,-6 994-238,-7-1431 110,-2 231-110,12-366-519,19-469-4317,-7 12 717,2-5-3590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28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0 261 6705,'0'0'1309,"0"0"-753,0 0 65,0 0 170,0 0 219,0 0 58,15 2 27,82 9 310,0-4 0,1-4 1,37-7-1406,14 2 646,190 6 635,51-1-652,24-17-629,502-30 780,222-38 328,-46 0-1062,250 64 222,-758-4-72,2-1-163,935 40 46,-671-2 6,86 2-26,383-9-61,-793-10-3,1381 10 22,-1140-27 254,-453 8-92,-72 11 2513,-242-18-9592,0 8-4627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3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12755,'0'0'2192,"0"0"-1344,0 0 1633,-37 165-769,21-100-800,4 0-111,4-7 55,3-11-128,2-7-392,0-7-216,3-6-112,0-9 0,0-3-8,0 3-720,11-1-1008,3-4-3738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34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15 121 9450,'0'0'1238,"0"0"-131,0 0 548,0 0-539,0 0-283,0 0 454,12-12 1023,-8 0-1626,-1-1 0,0 0 1,-1 1-1,0-1 0,-1 0 0,0-1 0,-1-5-684,14 517-436,-16-497-9,0 0 1,0 0-1,0 0 0,0 0 0,1-1 1,-1 1-1,0-1 0,0 1 0,0-1 1,0 0-1,0 0 0,0 0 1,0 0-1,0 0 0,0 0 0,-2-1 445,-3 1-2517,-7 2-3365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34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6953,'0'0'1385,"0"0"-689,0 0 1168,0 0 9,0 0-505,0 0-280,0 0 48,164 23-311,-117-23-625,34 0-200,-11-15-2001,-4 2-6024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36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66 145 672,'0'0'2506,"0"0"-1098,0 0-517,0 0-359,0 0-196,0 0 264,-5-4 774,2 1-1019,0-1-1,0 0 0,1 0 1,-1 0-1,1 0 1,0 0-1,0 0 1,1-1-1,-1 1 1,1-1-1,0 1 1,0-1-1,0-4-354,-6-21 1621,6 26-1029,0 0 0,0 0-1,-1 0 1,1 0-1,-1 0 1,0 1-1,0-1 1,0 1 0,-1-1-1,1 1 1,-1 0-1,0-1-591,3 10 182,-2 116-139,5 160 415,-3-274-514,0 0 0,1 0 0,0-1 0,1 1 0,0 0 0,0-1 1,1 1-1,0-1 0,0 1 0,0-1 0,1 0 0,0-1 0,1 1 56,-2-3-962,1 0 1,-1 0-1,1-1 1,0 0-1,0 0 1,0 0-1,0 0 1,3 1 961,8 2-11534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3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53 4297,'0'0'4617,"0"0"-2319,0 0-554,0 0-170,0 0-262,0 0-400,10-8-169,31-25-240,-38 31-485,0 1 0,-1-1 0,1 1 0,0 0 0,0 0 0,0 0 0,1 0 0,-1 0 0,0 1 0,0-1 0,0 1 0,0 0 0,1 0 0,-1 0-1,0 1 1,0-1 0,2 1-18,9 0 2,-12 0-2,-1-1 0,1 0 0,-1 1 0,1-1 0,-1 1 0,1 0 0,-1-1 0,0 1 0,1 0 0,-1 0 0,0 0 0,1 0 0,-1 0-1,0 0 1,0 0 0,0 1 0,0-1 0,0 0 0,0 1 0,0-1 0,-1 0 0,1 1 0,0-1 0,-1 1 0,1-1 0,-1 1 0,0-1 0,1 1 0,-1 0 0,0-1 0,0 1 0,0 0 0,3 61 255,-3-51-105,-1-1-95,1 0 0,-2 0 0,0 0 0,0 0 1,-1-1-1,0 1 0,-1-1 0,0 0 0,-1 0 0,0 0 1,-2 3-56,-13 17 318,0-1 0,-23 23-318,-19 26 1227,59-75-1217,0 1 26,0 0-1,1 0 1,-1 0 0,1 0 0,0 1-1,0-1 1,0 0 0,0 1 0,0 3-36,25-7 640,161-1-469,-61 0-5097,-64 0-567,-3 0-4748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37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7938,'0'0'2472,"0"0"-777,0 0-158,0 0-162,0 0 36,0 0 165,2-6 86,6-19-210,-7 18-340,-1 7-292,0 0-242,0 0-169,0 0-127,0 10 16,-3 84 251,1-47-193,1 1 0,6 41-356,11-24-901,-11-52-696,-1 1 0,0 0 0,-2 0 0,1 1 1597,-2 13-5826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38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77 11282,'0'0'2737,"0"0"-393,0 0-195,0 0-803,0 0-518,0 0-244,21-13-247,64-37-186,-83 49-150,0-1 1,1 1-1,-1-1 0,1 1 1,-1 0-1,1 0 0,-1 0 1,1 0-1,0 0 0,0 1 0,-1-1 1,1 1-1,0-1 0,0 1 1,0 0-1,-1 1 0,2-1-1,6 1-39,-9 0 36,-1 1 0,1 0 1,0-1-1,-1 1 0,1 0 1,-1 0-1,0-1 0,0 1 1,1 0-1,-1 0 0,0 0 1,0-1-1,-1 1 0,1 0 1,0 1 2,-1 1 2,1 0 5,0-1 0,-1 1 0,0-1 0,0 1 0,0-1 0,0 1 0,-1-1 0,1 0 0,-1 1 0,0-1 0,0 0-1,0 0 1,0-1 0,0 1 0,-1 0 0,0-1 0,1 1 0,-1-1 0,0 0 0,0 0-7,-1 1-4,0 0 1,1 1-1,0-1 1,-1 1 0,1 0-1,0-1 1,1 1-1,-1 1 1,1-1-1,-1 2 4,4-5-12,1 0 0,0 0 0,0 0 0,-1 0 0,1 0 0,0 0 0,0 0 0,0-1 0,0 1 0,0-1 0,1 1 0,-1-1 0,0 0 0,0 0 0,1 0 12,4 1-14,3 2 8,0 0 0,-1 0 0,1 1 1,-1 1-1,0 0 0,0 0 0,0 0 0,-1 1 1,0 0-1,0 1 0,0 0 0,0 1 6,-5-5 17,1 0 1,-1 1-1,0-1 0,0 1 0,0 0 0,-1 0 0,1 0 0,-1 1 0,0-1 0,0 0 0,0 1 0,-1 0 0,0-1 1,1 1-1,-2 0 0,1-1 0,0 1 0,-1 0 0,0 0 0,0 0 0,-1-1 0,1 1 0,-1 0 0,0 0 1,0-1-1,-1 1 0,1 0-17,-2 0 80,-1 0 0,1 0 0,-1-1 0,0 1 1,0-1-1,0 1 0,-1-1 0,1 0 0,-1-1 1,0 1-1,0-1 0,-4 2-80,-7 3 135,-1 0 1,1-1-1,-12 3-135,13-5-29,0-1 0,-1-1 0,1 0 0,-1-1 0,0-1 0,1 0 0,-1-1 0,0-1 0,-13-2 29,24 1-301,0 1 1,1-1-1,-1 0 1,1-1 0,-1 1-1,1-1 1,0 0-1,0 0 1,0 0 0,0-1-1,1 1 1,-2-3 300,-12-9-3216,-5-2-2529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39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22 5193,'0'0'1827,"0"0"-2,0 0-156,0 0-434,0 0-144,0 0-84,-5 0-43,-20 0 890,24 0-1127,1 0-151,0 0-49,0 0-177,0 0-167,11-22 266,-49 59-76,37-37-337,1 0 17,0 0 28,1 0-5,0-1 0,1 0 0,-2 0 0,1 0 0,0 1 0,0-1 0,0 0 0,0 0 0,-1 0-1,1-1 1,0 1 0,-1 0 0,1 0 0,-1 0 0,1 0 0,-1-1 0,1 0-76,3-5 696,-6 23-2169,-2 3-3648,1 2-4699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21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40 40,'0'0'4190,"0"0"-2515,0 0-668,0 0 389,0 0 47,-5 0-46,-6 0-681,0-1 899,-1 1 1,0 1 0,1 0 0,-1 1-1,1 0-1615,-19 10-266,3 3 929,21-12-578,-1 1-1,0-1 1,1 1-1,0 0 1,0 0 0,0 1-1,0 0 1,1 0-1,0 0 1,0 1 0,0-1-1,1 1 1,0 0-1,0 1 1,0-1 0,0 2-85,-1 2 66,0 1 0,1-1 1,1 1-1,-1 0 0,2 0 1,-1 1-1,2-1 0,0 0 1,0 1-1,1-1 0,0 0 1,1 1-1,0-1 0,1 0 1,0 0-1,0 1 0,2-1 1,-1-1-1,5 10-66,-3-13 9,0 0 1,0-1-1,0 1 1,1-1 0,0 0-1,0-1 1,0 1-1,1-1 1,-1-1-1,1 1 1,1-1-1,-1 0 1,0-1-1,1 0 1,0 0-1,0 0 1,0-1-1,0-1 1,0 1-1,0-1 1,1 0-1,-1-1 1,0 0-1,0 0 1,1-1-1,-1 0 1,0-1-1,0 0 1,7-2-10,3-3 16,-1-1-1,-1-1 1,1-1 0,-1 0-1,-1-1 1,0-1 0,-1 0 0,0-1-1,0-1-15,-10 9 67,-1-1 0,0 1 0,0-1-1,0 0 1,0 1 0,-1-1 0,0 0-1,0 0 1,-1-1 0,0 1-1,0 0 1,0 0 0,-1-1 0,0 1-1,0 0 1,0-1 0,-2-3-67,0-12 140,-1 1 0,-1-1 0,-2 1 0,-3-10-140,4 18 62,0 0 0,-1 0 0,-1 1 0,0-1-1,-1 1 1,0 1 0,-1 0 0,0 0-1,-7-6-61,14 16-88,1 0-1,0 0 0,0 1 1,-1-1-1,1 0 0,-1 1 0,1-1 1,0 1-1,-1-1 0,1 1 0,-1 0 1,1-1-1,-1 1 0,1 0 0,-1 0 1,0 0-1,1 0 0,-1 1 1,1-1-1,-1 0 0,1 1 0,0-1 1,-1 1 88,-31 14-2133,31-14 1976,-37 28-6367,-3 5-7107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23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9706,'0'0'2763,"0"0"-617,0 0-840,0 0-718,0 0-300,0 0 105,-4 0 446,-2 0-308,0 1 1,0-1-1,0 1 0,0 1 0,0-1 0,0 1 1,1 0-1,-4 1-531,2 1 58,0-1 0,1 1 1,-1 1-1,1-1 0,0 1 0,0 0 0,0 1 0,0-1 1,1 1-1,-4 6-58,5-6 39,-1 0 0,2 0 0,-1 1 0,1-1 0,0 1 0,0 0 0,0 0 0,1 0 0,0 0 0,1 1 0,0-1 0,0 0 0,0 1 0,1-1 1,0 1-1,1-1 0,0 1 0,0-1 0,0 0 0,1 0 0,0 1 0,0-1 0,1 0 0,0-1 0,0 1 0,1 0 0,-1-1 0,1 0 0,5 5-39,-2 1 26,9 10 15,0 0 0,1-1 1,12 11-42,-24-27 13,0 0 0,0 0 0,0-1 1,1 0-1,-1 0 0,1-1 0,0 1 1,0-1-1,0-1 0,1 1 0,-1-1 1,1 0-1,-1 0 0,1-1 0,0 0 1,5 0-14,-9-1 17,0-1 0,0 0 0,0 0 0,0 0 0,0-1 0,0 1 0,0-1 1,-1 1-1,1-1 0,-1 0 0,1 0 0,-1 0 0,0 0 0,0 0 1,0-1-1,0 1 0,0-1 0,0 1 0,-1-1 0,1-1-17,33-64 147,-32 61-143,0-1-58,3-5 203,0 1 1,-1-1-1,-1 0 0,0-1 0,1-10-149,-4 20 44,-1 0 0,0 1-1,0-1 1,0 0-1,0 0 1,-1 0 0,1 0-1,-1 1 1,0-1-1,0 0 1,-1 1 0,1-1-1,-1 1 1,0-1-1,0 1 1,0 0-1,0 0 1,0 0 0,-1 0-1,1 0 1,-1 0-1,0 1 1,0-1-44,-23-20 24,-2 2-1,0 1 1,-1 1-1,-9-4-23,26 18-279,0-1 1,0 2-1,0-1 1,-1 2-1,1-1 0,-3 2 279,7 0-541,1 2 0,-1-1 0,1 1 0,-1 0 0,0 1 0,1 0 0,-1 0 0,1 0 0,-1 1 0,-5 2 541,-15 12-7288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27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4001,'0'0'952,"0"0"-344,0 0-272,0 0-336,0 0-1488,0 0-1249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2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38 5129,'-17'10'1224,"20"-10"-159,19 0 415,6 0-80,6 0-216,2 0-407,6 0-137,5 0 320,3-3-136,3-4-328,0-1-320,-6-2-168,-8 3-8,-8 2-400,-12 2-856,-5 1-2817,-8-1-2480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28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1216,'0'0'5888,"0"0"-3330,0 0-880,0 0 109,0 0-406,0 0-498,5-4-221,2-1-634,0 1-1,0 1 1,0-1 0,1 1 0,0 0 0,-1 1-1,1 0 1,0 0 0,0 1 0,0 0 0,0 0 0,0 1-1,0 0 1,5 0-28,29 0-1472,-61 8 1454,4 0-1361,4-6-2891,9-2 1704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31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37 2937,'0'0'2379,"0"0"-768,25-4 255,-9 1-1578,178-20 2227,-153 19-2623,-1 1 1794,-77 10-629,-84 10-816,-35-4-241,-31-8 3045,419 7-2198,-53-12-522,-103 0-5739,-61 0-1532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32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35 9034,'0'0'1764,"0"0"-123,0 0 56,7 28-416,-6-23-1213,16 69 1221,-3 1 1,-3 3-1290,3 44 1119,-16-146-1417,0 1 1,-2-1-1,-1 1 1,-1 0 0,-6-13 297,4 10-119,1 0 1,0-1 0,2 1-1,0-21 119,7-64 1018,-2 110-686,-1 37-243,-3-20-54,0 0 1,-2 0-1,0 0 0,0-1 0,-2 0 0,0-1 0,0 1 1,-2-2-1,1 1 0,-9 7-35,-35 57 119,53-78-111,0 1-1,0-1 1,-1 0-1,1 1 1,0-1-1,0 1 1,0-1-1,0 0 1,0 1-1,-1-1 1,1 1-1,0-1 1,0 0-1,0 1 1,0-1-1,0 1 1,0-1 0,0 1-1,0-1 1,0 0-1,1 1 1,-1-1-1,0 1 1,0-1-1,0 0 1,0 1-1,1-1 1,-1 1-1,0-1 1,0 0-1,1 1 1,-1-1-1,0 0 1,0 0-1,1 1 1,-1-1 0,0 0-1,1 0 1,-1 1-1,1-1 1,-1 0-1,0 0 1,1 0-1,-1 1-7,30 3 740,34-11 450,-26 2-994,17-4-911,-20-2-3322,-15 4-1222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3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1 7330,'0'0'5199,"0"0"-3384,0 0-234,-11 28 403,-73 183 1055,16-59-966,28-66-586,-15 55-1487,49-125 233,1 0-1848,9-21-1842,21-32-3485,-2 10-1912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32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3 129 10242,'0'0'1891,"0"0"50,0 0 111,1 26-692,-1-26-1360,2 29 379,1 0 0,3 15-379,-5-42 25,0 1 1,-1-1 0,1 0-1,0 0 1,0 0-1,0 0 1,1 0-1,-1 0 1,0 0-1,1 0 1,-1 0 0,1-1-1,-1 1 1,1-1-1,0 1 1,0-1-1,0 1 1,0-1-1,0 0 1,0 0-1,0 0 1,0 0 0,0-1-1,1 1 1,-1 0-1,0-1 1,2 1-26,4-1 72,0 1 1,0-1-1,0 0 0,1-1 1,-1 0-1,2-1-72,-3 1 67,1 0-44,0-1 0,-1-1-1,1 1 1,-1-1 0,0 0 0,1-1 0,-1 0 0,-1 0 0,1 0 0,-1-1-1,0 0 1,0 0 0,0-1 0,0 0 0,-1 0 0,0 0 0,-1 0-23,0 1 62,0-1 0,-1 1-1,0-1 1,0 0 0,0 1 0,-1-1 0,0 0 0,0-1 0,0 1 0,-1 0 0,0 0 0,0-1 0,0 1 0,-1-1 0,0 1 0,-1 0 0,1-1 0,-1 1 0,0 0 0,-1-1 0,-1-2-62,0 3 86,-1 1 0,1-1 0,-1 1 1,0 0-1,-1 0 0,1 1 1,-1-1-1,0 1 0,0 0 0,-1 0 1,1 1-1,-1-1 0,0 1 1,0 1-1,0-1 0,0 1 0,0 0 1,0 0-1,-1 1 0,-5-1-86,2 0-129,0 0 0,0 1 1,0 1-1,0 0 0,0 0 0,-7 2 129,12-2-340,0 1 1,1 0-1,-1 0 0,0 1 1,1-1-1,-1 1 0,1 0 1,-1 0-1,1 1 0,0-1 1,0 1-1,-1 1 340,-14 16-5542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33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9634,'0'0'1582,"0"0"222,0 0 417,0 0-606,0 0-677,0 0-240,25 19-134,-25-19-564,35 26 359,37 21-359,-69-46 14,0 1 0,0-1-1,1 1 1,-1-1 0,0 0 0,0-1 0,1 1 0,-1 0 0,1-1 0,-1 0-1,0 0 1,1 0 0,-1 0 0,1 0 0,-1-1 0,0 1 0,1-1-1,-1 0 1,0 0 0,1 0 0,-1-1 0,0 1-14,4-3 29,-1 0 0,0-1-1,0 1 1,-1-1 0,1-1 0,-1 1-1,2-2-28,-4 2 29,1 1 37,0-1 0,-1 1 0,0-1 0,0-1 0,-1 1 1,1 0-1,-1 0 0,0-1 0,0 0 0,-1 1 0,0-1 1,0 0-67,0 4 23,-1-1 1,1 0-1,-1 1 1,0-1-1,0 1 1,0-1-1,0 1 1,-1-1-1,1 1 1,-1-1-1,1 1 1,-1-1-1,0 1 1,0-1-1,0 1 1,0 0-1,0 0 1,-1 0-1,1-1 0,-1 1 1,0 0-1,1 1 1,-1-1-1,0 0 1,0 0-1,0 1 1,-1-1-24,-13-5-217,1 2 0,-1 0 0,0 1-1,0 1 1,-1 0 0,1 1 0,-1 1 0,1 0 0,-14 2 217,8-1-1184,-29-1-3405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34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7938,'0'0'2472,"0"0"-1063,0 0-97,142-15-520,-98 10-416,-2 3-248,-6-1-80,-2-2 56,-7 0 248,-7 3-56,-6-3-248,-9 0-48,-5 2-1432,0-2-6090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34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8634,'0'0'2751,"0"0"-476,0 0 64,0 0-516,0 0-1036,0 0-445,15 0-25,-6 1-267,6-1 18,1 2-1,-1 0 1,0 0-1,11 4-67,-20-4 4,0 0 0,-1 0 0,1 1 0,-1-1 0,0 1 0,1 0 0,-1 1-1,-1-1 1,1 1 0,0 0 0,-1 0 0,0 1 0,0-1 0,0 1 0,-1 0 0,2 1-4,1 5 58,-1 0 1,0 1-1,0-1 1,-1 1-1,-1 0 1,0 1-1,0-1 1,0 11-59,0 16 190,-2 0 0,-2 7-190,0-9 68,1-1 0,5 25-68,-5-53-1831,0-18-960,0-7-1756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3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0 171 7770,'0'0'4505,"0"0"-3089,0 0-160,0 0-448,0 0-520,187-90-216,-126 57-72,-11 8-1336,-17 3-5993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35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10882,'0'0'2113,"0"0"-1177,0 0 1424,-39 136-303,20-74-513,-3 6-343,-3-3-25,0 0-480,0-10-376,5-7-160,6-13-112,3-10-48,8-13-128,0-7-696,3-5-1041,0-12-967,0-8-4666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35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45 8386,'0'0'2291,"0"0"-468,-2 25 53,-8 79-273,10-102-1543,-1 1 0,1-1-1,0 1 1,-1 0-1,1-1 1,0 1 0,1 0-1,-1-1 1,0 1-1,1 0 1,0-1-1,-1 1 1,1-1 0,0 1-1,0-1 1,0 1-1,1-1 1,-1 0 0,1 0-1,-1 1 1,1-1-1,0 0 1,0 0 0,-1-1-1,1 1 1,1 0-1,-1-1 1,0 1 0,0-1-1,1 1 1,-1-1-1,0 0 1,1 0-1,-1 0 1,1-1 0,0 1-1,-1-1 1,1 1-1,0-1 1,-1 0 0,1 0-1,0 0 1,-1 0-1,2 0-59,5-1 32,-1 0 0,1 0-1,0-1 1,-1 0 0,1-1-1,-1 0 1,0 0-1,0-1 1,0 0 0,0 0-1,3-3-31,-5 1 14,0 1 0,0-1 0,-1 0-1,0-1 1,0 1 0,-1-1 0,0 0-1,0 0 1,0 0 0,-1-1-1,0 1 1,0-2-14,-2 6 16,0 0 0,0 0 0,0 0 0,-1-1 0,1 1 0,-1 0 0,1-1 0,-1 1 0,0 0 0,-1-1-1,1 1 1,0 0 0,-1-1 0,0 1 0,0 0 0,0 0 0,0 0 0,0 0 0,-1 0 0,1 0 0,-1 0 0,0 0 0,0 0 0,0 1-1,0-1 1,0 1 0,-1-1 0,1 1 0,-2-1-16,-3-1-24,-1-1 0,1 1-1,-1 0 1,0 1 0,-1 0 0,1 0-1,-1 1 1,1 0 0,-1 1-1,0 0 25,-57-3-4827,32 4-3814</inkml:trace>
  <inkml:trace contextRef="#ctx0" brushRef="#br0" timeOffset="1">84 316 9858,'0'0'1352,"0"0"-201,0 0 188,0 0-328,28 6-420,4 0-460,1 0 1,24 0-132,-50-7 35,1 0 0,-1 0 0,0-1 0,0 1 0,0-2 0,0 1 0,0-1 0,0 0 0,0 0 0,-1-1 0,0 0 0,0 0 0,0 0 0,0-1 0,-1 0 0,1 0 0,-1-1 0,0 1 0,-1-1 0,0 0 0,0 0 0,0-1 0,0 0-35,-1 3 100,-1-1-1,1 0 0,-1 0 1,0 0-1,0 0 1,-1 0-1,1 0 1,-1 0-1,0-1 0,0 1 1,-1 0-1,0-1 1,0 1-1,0-1-99,-1 3 35,1 1 0,-1 0 1,1-1-1,-1 1 0,0 0 0,0 0 0,0 0 0,0-1 1,0 1-1,0 0 0,-1 1 0,1-1 0,-1 0 0,1 0 1,-1 1-1,0-1 0,1 0 0,-1 1 0,0 0 0,0-1 0,0 1 1,0 0-1,-1 0 0,1 0 0,0 1 0,0-1 0,-1 0 1,1 1-1,0-1 0,-1 1 0,1 0-35,-13-2-140,9 2-316,-1-1 1,1 0-1,-1 0 1,1 0-1,0-1 1,0 0-1,0 0 1,0-1-1,0 0 1,0 0-1,0 0 0,-4-4 456,-8-10-5787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36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6241,'0'0'2945,"0"0"-1089,0 0 89,0 0-345,0 0-184,153-8-383,-100 8 199,5-2-72,6-1-320,6-2-192,2-5-279,-8 3-281,-5-1-88,-12 3-1121,-13 3-2623,-18-1-3906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36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99 219 7906,'0'0'3822,"0"0"-1908,0 0-601,0 0-367,0 0-78,1-21 144,12-177 2897,-9 259-3748,3 0 0,2 0 0,3-1 0,6 13-161,-11-51-88,-3-13-211,-1 1 0,0 0 0,0 1 0,-1-1 0,0 0 0,-1 9 299,-1-18-184,-1 0 0,0 0-1,1 1 1,-1-1 0,0 0-1,0 0 1,0 0 0,0 0 0,0 0-1,0-1 1,0 1 0,0 0-1,0 0 1,-1-1 0,1 1-1,0 0 1,0-1 0,-1 0-1,1 1 1,0-1 0,-1 0-1,1 1 1,0-1 0,-1 0 184,-43 9-3492,34-8 1999,-17 5-1306,-20 3 444,19-7 6127,137-1-1462,275-4-1191,-335 3-6496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45.8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1 136 3473,'0'0'2003,"0"0"137,0 0 147,0 0-78,0 0-423,0 0-1584,0 0 1,0 0 0,0 0-1,0 0 1,0 0 0,0 0-1,0 0 1,0 0 0,0 0-1,0-1 1,0 1 0,1 0-1,-1 0 1,0 0 0,0 0 0,0 0-1,0 0 1,0 0 0,0 0-1,0 0 1,0 0 0,0 0-1,0 0 1,0 0 0,0 0-1,0 0 1,0 0 0,0-1-1,0 1 1,0 0 0,0 0-1,0 0 1,0 0 0,0 0-1,0 0 1,0 0 0,0 0-1,0 0 1,0 0 0,0 0 0,0-1-1,0 1 1,0 0 0,0 0-1,0 0-202,67 2 315,-41 0-88,0-1 0,1-2 1,-1 0-1,0-2 0,6-2-227,218-34 42,-172 26-64,0 5 0,5 2 22,50-8 66,-66 5-125,0 3 1,4 4 58,43-3 119,13-5-119,87-5 41,469 15-50,-652 1-11,-1 2 0,1 1 0,1 2 20,73 7 60,19-2-44,-60-4 182,31-2-198,-85-3 700,-24 5-4078,-1-4-3106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48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31 6105,'0'0'2174,"0"0"-399,0 0-143,0 0-603,0 0-320,0 0 1,-2-4 350,-1 2-644,1-1 0,-1 1 0,0-1 0,0 1 0,0 0 0,0 1-1,0-1 1,0 0 0,0 1 0,-1 0 0,1 0 0,-1 0 0,1 0 0,0 0 0,-1 0 0,0 1 0,-1 0-416,-28 6-27,30-5 66,0 0 0,0 1 0,0 0-1,0-1 1,0 1 0,0 0 0,1 1 0,-1-1 0,1 0-1,0 1 1,0-1 0,0 1 0,0 0 0,0 0 0,0 0 0,1 0-1,-1 0 1,1 0 0,0 0 0,0 1-39,-1 6 117,0 0 1,1 0-1,0 1 1,1-1-1,1 10-117,0 7-57,-2 3 88,0-16-5,1 0 1,1-1-1,0 1 0,2 11-26,-2-20 3,1-1-1,-1 1 1,1-1 0,0 0 0,0 1 0,0-1-1,1 0 1,-1 0 0,1 0 0,0-1-1,0 1 1,0-1 0,1 0 0,-1 0-1,1 0 1,0 1-3,6 2 6,-1-1-1,1 0 1,0 0-1,0-1 1,0 0-1,0 0 1,1-1-1,0-1 1,-1 0-1,2 0-5,9 0 52,0-1-1,0 0 1,1-2-1,16-3-51,-35 4 16,0-1 0,0 1 0,-1-1 0,1 0 0,0 0 0,-1 0 0,1-1-1,-1 1 1,1-1 0,-1 1 0,1-1 0,-1 0 0,0 0 0,0 0 0,0 0-1,0 0 1,0 0 0,-1-1 0,1 1 0,-1-1 0,1 1 0,-1-1 0,0 1-1,0-1 1,0 0 0,0 0 0,0 1 0,-1-1 0,1 0 0,-1-2-16,2-12 233,-1 0 0,-1 0 1,0 0-1,-3-16-233,2 14 48,0 14-41,0-1 0,-1 1 0,1-1 0,-1 1 0,0 0 0,0 0 0,-1 0 0,0 0 1,0 0-1,0 0 0,0 1 0,-1 0 0,1-1 0,-1 1 0,0 1 0,0-1 0,-4-2-7,2 1-59,-1 1-1,1-1 1,-1 1 0,0 1 0,0-1 0,0 1-1,-1 1 1,1-1 0,-1 1 0,1 0 0,-1 1-1,-7-1 60,14 2-9,-15-1-1203,0 1 1,0 1 0,-1 1 0,-3 0 1211,-22 11-7532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51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267 196 9738,'0'0'2526,"0"0"-524,0 0-579,0 0-403,0 0-27,0 0-186,11 3-167,33 13-25,-43-16-598,-1 0 0,1 0 0,-1 1-1,1-1 1,-1 0 0,1 0 0,-1 0 0,1 1-1,-1-1 1,0 0 0,1 1 0,-1-1 0,0 0-1,1 1 1,-1-1 0,0 1 0,1-1 0,-1 0 0,0 1-1,1-1 1,-1 1 0,0-1 0,0 1 0,0-1-1,0 1 1,0-1 0,1 1 0,-1-1 0,0 1-1,0-1 1,0 1 0,0-1 0,0 1 0,0-1-1,-1 1 1,1-1 0,0 1 0,0-1 0,0 1-1,0-1 1,-1 1 0,1-1 0,0 1 0,0-1-1,-1 1-16,-17 15 506,14-14-399,-14 10 51,0-1 0,-1-1 0,-1-1 0,0 0 0,0-1 0,-1-2 0,0 0 0,0-1 0,0-1 0,-1-1 0,1-1 0,-17-1-158,37 0 26,0-1 0,0 0 0,0 0 0,0 0 1,0 0-1,0-1 0,0 1 0,0 0 0,0 0 0,0-1 0,0 1 0,0 0 1,0-1-1,0 1 0,0-1 0,0 1 0,1-1 0,-1 1 0,0-1 0,0 0 0,1 1 1,-1-1-1,0 0 0,1 0 0,-1 0 0,1 1 0,-1-1 0,1 0 0,-1 0 1,1 0-1,-1 0 0,1 0 0,0 0 0,0 0 0,-1 0 0,1 0 0,0 0 1,0 0-1,0 0 0,0 0 0,0 0 0,0 0 0,1 0 0,-1 0 0,0 0 1,0 0-1,1 0 0,-1 0 0,1 0 0,-1 0-26,1-1 1,0-1 1,0 0-1,0 0 0,1 1 1,-1-1-1,1 0 0,0 1 0,-1 0 1,1-1-1,0 1 0,0 0 1,1 0-1,-1 0 0,0 0 1,1 0-1,-1 1 0,2-2-1,6 0-1,1 0-1,-1 1 1,0 0 0,1 0-1,0 1 1,-1 0 0,1 1-1,-1 1 1,1-1 0,7 3 1,-15-3-1,0 0 0,0 1 0,1-1 1,-1 1-1,0 0 0,0 0 0,0 1 1,0-1-1,0 0 0,0 1 0,-1 0 1,1 0-1,0 0 0,-1 0 0,1 0 0,-1 0 1,0 1-1,0-1 0,0 1 0,0 0 1,0-1-1,0 1 0,-1 0 0,1 0 1,-1 0-1,0 0 0,0 0 0,0 0 1,0 1-1,-1-1 0,1 0 0,-1 0 1,0 1-1,0-1 0,0 0 1,-1 3 15,-1-1 0,1 0 0,-1 0 0,-1 0 0,1 0-1,0 0 1,-1-1 0,0 1 0,0-1 0,-1 0 0,1 0 0,-1 0-1,0 0 1,0 0 0,0-1 0,0 0 0,-1 0 0,0 0 0,1 0 0,-1-1-1,0 1 1,0-1 0,0-1 0,0 1 0,-1-1 0,1 0 0,0 0-15,3-1 8,1 0 0,0-1 0,0 1 0,0 0 1,0-1-1,0 1 0,0-1 0,0 1 0,0-1 1,1 1-1,-1-1 0,0 0 0,0 1 0,0-1 1,0 0-1,1 0 0,-1 0 0,0 0 0,1 0 0,-1 1 1,1-1-1,-1 0 0,1 0 0,0 0 0,-1-1 1,1 1-1,0 0 0,-1 0 0,1 0 0,0 0 1,0 0-1,0 0 0,0 0 0,0 0 0,0-1-8,0-51 1,1 38 5,-1 10-14,0 0 0,1 1 1,-1-1-1,1 0 0,0 0 0,0 0 1,0 0-1,1 1 0,0-1 0,0 0 0,0 1 1,0 0-1,1-1 0,0 1 0,0 0 1,0 1-1,0-1 0,1 0 0,-1 1 0,1 0 1,0 0-1,0 0 0,0 0 0,0 0 1,0 1-1,1 0 0,-1 0 0,1 0 0,0 0 1,0 1-1,-1 0 0,1 0 0,0 0 1,0 1-1,0-1 0,0 1 0,0 0 0,0 1 1,0-1-1,0 1 0,-1 0 0,5 1 8,-7-1-1,1 0-1,-1 1 0,1-1 1,-1 0-1,1 1 0,-1-1 0,0 1 1,0 0-1,0 0 0,0 0 1,0 0-1,0 0 0,-1 0 1,1 1-1,-1-1 0,1 0 1,-1 1-1,0-1 0,0 1 1,0 0-1,0-1 0,-1 1 1,1 0-1,-1-1 0,1 1 1,-1 0-1,0 0 0,0-1 1,0 1-1,-1 0 0,1 2 2,-1 0 23,1 0-1,-1 0 1,0 0 0,0-1 0,0 1-1,-1 0 1,1 0 0,-1-1-1,0 1 1,-1-1 0,1 0-1,-1 1 1,0-1 0,0 0-1,0-1 1,-1 1 0,-1 1-23,2-2 26,-1-1 0,1 0 0,-1 0 1,1-1-1,-1 1 0,0-1 0,1 1 0,-1-1 1,0 0-1,0-1 0,0 1 0,0-1 1,0 1-1,0-1 0,0 0 0,-2-1-26,3 1 18,1-1 1,0 0-1,-1 1 0,1-1 0,0 0 0,-1 0 0,1 0 0,0-1 0,0 1 1,0 0-1,0-1 0,0 0 0,0 1 0,0-1 0,1 0 0,-1 0 0,1 0 1,-1 0-1,1 0 0,0 0 0,0 0 0,0-1 0,0 1 0,0 0 0,0-1 1,0 0-19,-3-11 24,1-1 1,1 0-1,0 0 1,1 0-1,0 0 1,1 0-1,1-8-24,-1 19-9,1 0 0,-1 0 0,1 0 0,-1 0 0,1 0 0,0 0 0,0 0 0,1 0 0,-1 1 0,1-1 0,0 0 0,0 1 0,0 0 0,0-1 0,1 1 0,-1 0 0,1 0 0,0 0 0,0 1 0,0-1 0,0 1 0,1-1 0,-1 1 0,0 0 0,1 0 0,0 1 0,-1-1 0,1 1 0,3-1 9,-2 1-9,-1 0 1,1 0-1,0 1 0,0-1 1,-1 1-1,1 1 0,0-1 1,-1 1-1,1-1 0,0 1 1,-1 0-1,1 1 0,-1-1 0,1 1 1,-1 0-1,0 0 0,0 1 1,0-1-1,0 1 0,0 0 1,-1 0-1,1 0 0,2 3 9,-3-1 4,1 0 1,-1 0-1,-1 0 0,1 0 0,-1 1 0,1-1 0,-2 1 0,1 0 0,0 0 1,-1-1-1,0 1 0,-1 0 0,0 0 0,1 0 0,-2 0 0,1 0 1,-1 0-1,0 0 0,0 0-4,0 0 32,-1-1 0,0 1 0,0-1 0,-1 0 0,0 0 0,1 0 0,-1 0 0,-1 0 0,1-1 0,-1 0 0,0 1 0,0-1 0,0 0 0,-1-1 0,1 1 0,-1-1 0,0 0 0,0 0 0,0-1 0,0 1 0,0-1 0,-1 0 0,1 0 0,-1-1 0,1 0 0,-1 0 0,0 0 0,1-1 0,-1 1 0,0-1 0,-4-1-32,7 0 8,0 0 1,1-1-1,-1 1 1,0 0-1,1-1 1,-1 0-1,1 1 0,0-1 1,-1 0-1,1 0 1,0-1-1,0 1 0,0 0 1,1-1-1,-1 1 1,0-1-1,1 0 0,0 1 1,-1-1-1,1 0 1,0 0-1,1 0 1,-1 0-1,0 0 0,1 1 1,0-2-9,-3-12 3,1 0 0,0-1 1,2 0-1,0 1-3,0 7-19,0 0-1,0 0 0,1 1 1,0-1-1,1 0 1,0 1-1,0 0 1,1-1-1,3-4 20,-4 9-13,0 0 1,0 1-1,1-1 0,-1 1 0,1 0 1,0 0-1,0 0 0,1 0 0,-1 0 1,0 1-1,1-1 0,0 1 0,-1 0 1,1 0-1,0 0 0,0 1 1,0-1-1,0 1 0,0 0 0,3 0 13,0 0-12,0-1 0,0 2 0,0-1-1,0 1 1,0 0 0,0 0-1,0 1 1,0 0 0,-1 0 0,3 1 12,-6-1-7,0 0 1,0 0-1,0 1 1,-1-1-1,1 1 1,0-1-1,-1 1 1,1 0-1,-1 0 1,0 0-1,0 0 1,0 0-1,0 0 1,0 1-1,0-1 1,0 1-1,-1-1 1,1 1-1,-1 0 1,0 0-1,0-1 1,0 1-1,0 0 1,0 2 6,0 2 9,0-1 0,-1 1 0,0-1 0,0 1 0,0-1 0,-1 1 0,0-1 0,0 1 1,0-1-1,-1 0 0,0 1 0,0-1 0,-1 0 0,0 0 0,0-1 0,0 1 0,-1 0 0,0-1 1,-3 4-10,1-2 23,1-2 0,-1 1 0,0-1 0,-1 0 0,1 0 0,-1 0 0,0-1 0,0 0 1,0 0-1,-1-1 0,1 0 0,-1-1 0,0 1 0,0-1 0,0-1 0,-1 1-23,6-2 6,1 0-1,-1 0 1,1 0-1,-1 0 0,1 0 1,0 0-1,-1-1 0,1 1 1,-1-1-1,1 1 1,-1-1-1,1 0 0,0 0 1,0 0-1,-1-1 1,1 1-1,0 0 0,0-1 1,0 1-1,0-1 1,1 0-1,-1 0 0,0 0 1,1 0-1,-1 0 0,1 0 1,0 0-1,0 0 1,0 0-1,0-1 0,0 1 1,0 0-1,0-1 1,1 1-1,-1-1 0,1 0-5,-3-13-13,1 1 0,1-1 0,1 1 0,0-1 0,2-7 13,-2 11-10,1 3 1,0 0-1,0 0 0,1 0 1,0 0-1,0 0 1,1 1-1,0-1 0,1 1 1,0 0-1,0 0 1,1 0-1,5-7 10,-7 11-15,1-1 0,0 1 0,0 0 0,1 0 1,-1 1-1,1-1 0,0 1 0,-1 0 0,2 0 0,-1 0 0,0 1 0,0 0 0,1 0 0,-1 0 0,1 1 0,0 0 0,-1 0 0,1 0 1,0 1-1,2-1 15,-6 1-10,1 0 0,0 1-1,-1-1 1,1 0 0,-1 1 0,1-1 0,-1 1 0,1 0 0,-1 0 0,1 0 0,-1 0 0,0 0 0,1 0 0,-1 1 0,0-1 0,0 1 0,0 0-1,0-1 1,0 1 0,-1 0 0,2 1 10,-1 1-4,0 0 0,1 0 0,-1 1 0,-1-1 0,1 0 0,-1 1 0,0-1 0,0 1 0,0-1 0,0 1 0,-1 4 4,1 2 16,-2 0 0,1 0 0,-2 0 0,1 0 0,-1 0 0,-1-1 0,0 1 0,0-1 0,-1 0 0,-4 7-16,-2-1 35,0-1 1,-1 1 0,-1-2 0,0 0-1,-2 1-35,7-8 18,0 0 0,0-1 0,-1 1 0,0-2 0,0 1 0,-1-1-1,0 0 1,0-1 0,0 0 0,-3 1-18,11-5 4,0 1 0,0-1 0,0 0 0,0 1 0,0-1-1,0 0 1,0 0 0,0 0 0,0 0 0,0 0 0,0 0 0,0 0 0,0 0 0,0 0 0,0 0 0,0-1-1,0 1 1,0 0 0,0-1 0,0 1 0,0-1 0,0 1 0,0-1 0,1 1 0,-1-1 0,0 0-1,0 1 1,1-1 0,-1 0 0,0 0 0,1 0 0,-1 1 0,0-1 0,1 0 0,-1 0 0,1 0 0,0 0-1,-1 0 1,1 0 0,0 0 0,-1 0 0,1-1-4,-1-5-17,1-1 0,-1 0 0,1 0 0,1 0 0,0-6 17,1-8-47,-2 6 38,0-1 0,2 1 0,0-1 0,1 1 0,1 0 0,0 0 0,1 0-1,1 0 1,0 1 0,6-10 9,-12 24-8,1 0 0,-1 0 0,1 0 0,-1 0 0,0 0 0,1 0 0,0 0 0,-1 0 0,1 1 0,-1-1 0,1 0 0,0 0 0,0 1 0,-1-1 0,1 0 0,0 1 0,0-1 0,0 1 0,0-1 0,0 1 0,0 0-1,0-1 1,0 1 0,0 0 0,0 0 0,0-1 0,0 1 0,0 0 0,0 0 0,0 0 0,0 0 0,0 0 0,0 1 0,0-1 0,0 0 0,0 0 0,0 1 0,0-1 0,-1 0 0,1 1 0,0-1 0,0 1 0,0 0 8,1 1-9,1 0 0,-2 0 0,1 0 1,0 1-1,0-1 0,-1 0 0,1 1 1,-1 0-1,0-1 0,0 1 0,0 0 1,0 0-1,0-1 0,0 3 9,0 2 10,0 0 0,0 0 0,0 0 0,-1 1 0,0-1 0,0 0 0,-1 0 0,0 0 0,0 0 0,-1 1 0,0-2 0,0 1 0,-2 2-10,2-5 10,0 0-1,-1 0 1,0 0-1,1-1 1,-1 1-1,-1-1 0,1 0 1,-1 0-1,1 0 1,-1 0-1,0-1 1,0 1-1,0-1 0,0 0 1,0 0-1,0-1 1,-1 1-1,1-1 0,-1 0 1,1 0-1,-3 0-9,4 0 8,0-1 0,0 1-1,-1 0 1,1-1 0,0 0 0,0 0-1,-1 0 1,1 0 0,0 0-1,0-1 1,-1 0 0,1 1-1,0-1 1,0 0 0,0 0-1,0-1 1,0 1 0,0-1 0,0 1-1,1-1 1,-1 0 0,0 0-1,1 0 1,0-1 0,-3-1-8,3 0-9,0 0 0,1 0 0,-1 0 0,1-1 0,-1 1 0,1 0 0,0-1 0,1 1 0,-1 0 0,1-1 0,0 1 1,0-1-1,0 1 0,1-1 0,0 1 0,0 0 0,0-1 0,0 1 0,1-1 9,0 0-10,-1 1 0,1 0 1,1 0-1,-1 0 0,0 0 0,1 0 1,0 1-1,0-1 0,0 1 0,0-1 0,1 1 1,-1 0-1,1 1 0,0-1 0,0 1 1,0-1-1,0 1 0,0 0 0,1 1 1,0-1 9,2-1-11,1 1 0,0 0 1,0 0-1,0 0 1,0 1-1,0 1 0,0-1 1,0 1-1,0 1 1,0-1-1,2 2 11,-8-2-6,0 1 0,1 0 1,-1 0-1,0 0 0,0 0 1,1 0-1,-1 0 0,0 1 0,0-1 1,0 1-1,-1-1 0,1 1 0,0 0 1,0 0-1,-1 0 0,0 0 0,1 0 1,-1 0-1,0 0 0,0 0 1,0 1-1,0-1 0,0 0 0,0 1 1,-1-1-1,1 0 0,-1 1 0,0-1 1,0 3 5,1 1 12,-1 0 0,0 1 0,0-1 0,-1 0 1,0 0-1,0 0 0,0 0 0,-1 1 1,0-2-1,0 1 0,-3 5-12,-1 0 23,-2-1 0,1 0 0,-1 0 0,-1 0 0,0-1 0,0-1 0,-1 1 0,0-2 0,0 1 0,-1-1 0,0-1 0,0 0 0,-1 0 0,1-1 0,-6 1-23,16-6 1,0 1 1,0-1-1,-1 0 0,1 0 0,0 0 0,0 0 0,-1 0 1,1 0-1,0 0 0,0 0 0,-1 0 0,1-1 0,0 1 0,0 0 1,0-1-1,-1 1 0,1-1 0,0 1 0,0-1 0,0 0 0,0 0 1,0 1-1,0-1 0,0 0 0,0 0 0,0 0 0,1 0 0,-1 0 1,0 0-1,1 0 0,-1 0 0,0 0 0,1 0 0,-1 0 1,1-1-1,0 1 0,-1 0 0,1 0 0,0-1 0,0 1 0,0 0 1,0 0-1,0-1-1,-1-8-22,1 0 1,0 0 0,1 0-1,0 0 1,1-2 21,-1 4-29,1 0 14,0-1 0,0 1 0,1-1 0,0 1 0,1 0 0,0 0 0,0 0 0,1 1 0,0-1 0,0 1 0,1 0 1,-1 1-1,2-1 0,-1 1 0,1 0 0,0 1 0,4-3 15,-4 3-8,-1 1 1,1 0-1,0 0 1,0 1-1,0 0 0,1 0 1,-1 0-1,1 1 1,-1 1-1,1-1 0,0 1 1,-1 0-1,1 1 1,0 0-1,0 0 1,0 1-1,0 0 0,-1 0 1,1 1-1,1 0 8,-5 0 1,-1-1 0,1 1 0,-1 0-1,1 1 1,-1-1 0,0 1 0,0-1-1,0 1 1,0 0 0,-1 0 0,1 0-1,-1 0 1,1 1 0,-1-1 0,0 1-1,-1-1 1,1 1 0,-1 0 0,1-1-1,-1 1 1,0 0 0,0 0 0,-1 0 0,1 0-1,-1 0 1,0 2-1,1 4 55,-1 0 1,-1-1-1,0 1 1,0 0-1,0-1 0,-1 1 1,-1-1-1,0 0 0,0 0 1,-4 9-56,-1-5 108,0 0-1,-1 0 1,0 0 0,-1-1 0,-1-1 0,1 0 0,-2 0 0,-7 5-108,12-10 24,-1-1 0,0 1-1,0-1 1,0-1 0,-1 1 0,1-1 0,-1-1 0,0 0 0,0 0 0,-1 0 0,1-1-1,0-1 1,-1 0 0,-6 0-24,13-1 4,0-1-1,0 0 1,-1 1-1,1-1 1,0-1-1,0 1 1,1 0-1,-1-1 1,0 1-1,0-1 1,1 0-1,-1 0 1,1 0-1,-1 0 1,1-1 0,0 1-1,0 0 1,0-1-1,0 0 1,1 1-1,-1-1 1,1 0-1,-1 0 1,1 0-1,0 0 1,0 0-1,0 0 1,1 0-1,-1-3-3,-2-6-144,1-1-1,1 1 0,0-1 0,0 0 1,2 1-1,-1-1 0,2-2 145,-1 10-97,0 1-1,1 0 1,-1 0-1,1 0 0,0 0 1,0 1-1,0-1 1,1 0-1,-1 1 1,1-1-1,0 1 0,0 0 1,0 0-1,0 0 1,1 1-1,-1-1 0,1 1 1,-1 0-1,1-1 1,0 2-1,0-1 0,2 0 98,4-4-293,53-24-2832,0 6-3415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25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8466,'0'0'3673,"0"0"-1118,0 0-288,0 0-644,0 0-591,6 10 78,27 51 859,-2 1 0,10 34-1969,-39-91-145,22 53 430,-14-34-3348,-11-24 161,-6 0-2486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25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0 13643,'0'0'2107,"0"0"-788,0 0 435,-12 27-277,3-5-1213,-23 52 1237,-19 30-1501,-25 25 2725,-36 42-2725,34-56 211,-47 96-211,119-201-718,11-19-2142,12-13-1855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26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24 11522,'0'0'1359,"0"0"-481,0 0 306,0 0-176,-7 26-179,-17 81 137,24-105-910,-1 0-1,1 1 1,-1-1 0,1 0-1,0 0 1,0 0-1,0 0 1,0 0-1,0 1 1,1-1-1,-1 0 1,1 0-1,-1 0 1,1 0-1,0 0 1,0 0-1,-1 0 1,1 0-1,1 0 1,-1-1-1,0 1 1,0 0-1,1-1 1,-1 1-1,1-1 1,-1 1-1,1-1 1,0 0-1,0 1 1,-1-1-1,1 0 1,0 0-1,2 0-55,3 1 77,0 0 0,0-1-1,0 0 1,0 0 0,0-1-1,1 1 1,6-2-77,-4 1 123,-6 0-88,0 0 1,1 0 0,-1-1 0,0 1 0,0-1-1,1 0 1,-1 0 0,0 0 0,0-1-1,0 1 1,0-1 0,0 0 0,-1 0 0,1 0-1,-1-1 1,1 1 0,-1-1 0,0 0-1,0 0 1,0 0 0,0 0 0,0-1-36,1-2 174,-1 0 0,0 0 1,-1-1-1,0 1 0,0 0 0,0-1 1,0 0-1,-1 1 0,0-1 0,-1 0 1,0 0-1,0 1 0,-1-8-174,0 10 41,0 0-1,-1 0 1,1-1-1,-1 1 1,0 1-1,0-1 1,-1 0-1,1 0 1,-1 1-1,0-1 1,0 1-1,0 0 1,0 0-1,-1 0 1,1 0-1,-1 1 0,1 0 1,-1-1-1,0 1 1,0 0-1,0 1 1,0-1-1,-5 0-40,1-1-354,1 0-1,-1 1 0,0 1 0,0-1 0,0 1 0,-5 0 355,9 1-644,0 0-1,0 0 0,0 1 0,0-1 0,0 1 0,0 0 1,0 0-1,0 0 0,0 0 0,0 1 0,-3 1 645,-13 15-7461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26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7346,'0'0'1161,"0"0"319,0 0 601,0 0-609,0 0-556,0 0-45,24 12 246,74 35 13,-95-46-1056,0 1-1,0-1 0,0 1 0,1-1 0,-1 0 0,1-1 0,-1 1 1,1 0-1,-1-1 0,1 0 0,-1 0 0,1 0 0,-1 0 0,1-1 1,-1 1-1,1-1 0,-1 0 0,0 0 0,1 0 0,-1 0 0,0-1 1,0 1-1,1-1 0,-1 0 0,-1 0 0,1 0 0,0 0 0,0-1 1,-1 1-1,1-1 0,-1 1 0,0-1 0,0 0 0,1-1-73,1-4 189,0 0-1,0 0 1,-1 0-1,0 0 0,0-1 1,-1 1-1,0-1 1,-1 0-1,0 1 1,0-1-1,-1-1-188,0 6-8,0 0 1,0 0-1,-1 0 0,1 1 0,-1-1 1,0 0-1,-1 0 0,1 1 0,0-1 1,-1 1-1,0-1 0,0 1 0,0 0 1,0 0-1,-1 0 0,1 0 0,-1 0 0,1 0 1,-1 1-1,0-1 0,0 1 0,0 0 1,-4-2 7,-5-2-1164,-1 0 0,1 1 0,-1 0 0,0 1 0,-1 0 1,-1 1 1163,-16-3-6099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5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2336,'0'0'3155,"0"0"569,0 0-698,0 0-619,0 0-594,0 0-794,7-6-594,-4 3-398,26-21 91,-27 23-124,0 0 0,0 0 0,0 0 0,-1 0 0,1 0 1,0 1-1,0-1 0,0 1 0,0-1 0,0 1 0,0 0 0,0 0 0,0 0 1,0 0-1,0 0 0,0 0 0,1 0 0,-1 1 0,0-1 0,-1 1 1,1-1 4,0 2 0,-1-1 0,1 1 0,-1 0 0,0-1 0,0 1 0,0 0-1,0 0 1,0 0 0,0 0 0,-1 0 0,1 0 0,0 0-1,-1 0 1,0 0 0,1 0 0,-1 0 0,0 0 0,0 0-1,0 0 1,-1 1 1,-1 49 95,2-47-66,-1 2-11,0-1 0,1 0 1,-2 0-1,1 0 1,-1 0-1,0 0 1,0 0-1,-1 0 1,0-1-1,0 1 1,0-1-1,0 0 1,-1 0-1,-3 4-18,6-10 5,0 1 0,1-1 0,-1 1 0,1-1 0,-1 0 0,1 1 0,-1-1 0,1 0 0,0 1 0,-1-1-1,1 0 1,0 0 0,0 1 0,-1-1 0,1 0 0,0 0 0,0 1 0,0-1 0,0 0 0,0 0 0,0 1 0,0-1 0,0 0 0,0 0 0,0 0-1,1 1-4,-2-31-42,1 29 48,-1-15-67,0 13 2,1-1 1,-1 1-1,1-1 0,0 1 0,0 0 0,0-1 1,1 1-1,-1-1 0,1 1 0,0 0 1,0 0-1,1-1 0,-1 1 0,1 0 0,0 0 59,-1 3-31,-1 1 0,0 0 0,1 0 0,-1-1 0,1 1 0,-1 0 0,0 0 0,1 0 0,-1-1 0,1 1 0,-1 0 0,1 0 0,-1 0 0,0 0-1,1 0 1,-1 0 0,1 0 0,-1 0 0,1 0 0,-1 0 0,1 0 0,-1 0 0,0 0 0,1 0 0,-1 1 0,1-1 0,-1 0 0,0 0 0,1 0 0,-1 1 0,1-1-1,-1 0 1,0 0 0,1 1 0,-1-1 0,0 0 0,1 1 0,-1-1 0,0 0 0,0 1 0,1-1 0,-1 1 0,0-1 0,0 0 0,0 1 0,0-1 0,0 1 0,1-1-1,-1 1 1,0-1 0,0 1 0,0-1 0,0 0 0,0 1 0,0-1 0,0 1 31,4 26 87,-4-27-108,1 6-94,-1 0 0,0-1 0,0 1 0,-1 0 0,1-1-1,-1 1 1,-1 2 115,1-5-307,0-1-1,0 0 0,0 0 1,0 1-1,0-1 0,0 0 0,-1 0 1,1 0-1,-1 0 0,0 0 0,0 0 308,-15 10-5073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0:5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1480,'0'0'4823,"0"0"-2602,0 0-939,0 0-399,0 0-440,0 0 35,11 13 431,-3-4-684,-1 0 1,0 0 0,-1 1-1,0 0 1,0 1-226,-6-10 38,0 1 1,1-1-1,-1 1 1,0-1-1,0 1 1,0-1-1,-1 1 0,1-1 1,0 1-1,0-1 1,-1 0-1,1 1 1,-1-1-1,1 1 1,-1-1-1,0 0 0,0 1 1,1-1-1,-1 0 1,0 0-1,0 0 1,0 0-1,0 1 1,0-1-1,-1-1 0,1 1 1,0 0-1,0 0 1,-1 0-1,1-1 1,0 1-1,-2 0-38,-49 20 467,46-19-436,-1 0-18,1 0-1,0 0 1,-1-1 0,0 0-1,1 0 1,-1 0-1,-4-1-12,9 0-7,1 0 0,0 0 0,0-1 0,-1 1 0,1 0 0,0-1 0,0 1 1,0-1-1,0 1 0,-1-1 0,1 0 0,0 1 0,0-1 0,0 0 0,0 0 0,1 1 0,-1-1 0,0 0 0,0 0 0,0 0 0,1 0 0,-1 0 0,0-1 0,1 1 0,-1 0 0,1 0 0,-1 0 0,1 0 0,0-1 0,0 1 0,-1 0 0,1 0 0,0-1 0,0 1 0,0 0 0,0 0 0,0-1 1,1 1-1,-1 0 0,0-1 7,1-1 9,0 0 1,1 0-1,-1 0 1,1 0-1,-1 0 1,1 0-1,0 0 1,0 0-1,1 1 1,-1-1-1,0 1 1,1 0 0,-1-1-1,1 1 1,0 0-1,0 1 1,0-1-1,0 0 1,0 1-1,0 0 1,0-1-1,0 1 1,1 1-1,-1-1 1,2 0-10,9-3 132,0 1 0,0 0-1,1 1 1,0 0 0,5 1-132,-19 1-3,0 0 0,0 0 0,1 0 0,-1 0 0,0 0-1,0 0 1,0 0 0,1 0 0,-1 0 0,0 0 0,0 1 0,0-1 0,0 0 0,0 1-1,0-1 1,1 1 0,-1-1 0,0 1 0,0 0 0,-1 0 0,1-1 0,0 1 0,0 0 0,0 0 3,-1 0 5,0 0 0,0 1 0,0-1 0,0 0 0,0 0 0,0 0 0,0 0 0,0 0 1,-1 0-1,1 0 0,-1 0 0,1 0 0,0 0 0,-1 0 0,0-1 0,1 1 0,-1 0 1,1 0-1,-1 0 0,0-1 0,0 1-5,-7 8 104,-1-1 0,0 0 0,0-1 1,-6 3-105,4-1 49,-1-2 0,0 0 1,-1 0-1,0-1 0,0-1 1,0 0-1,0 0 0,-1-2 1,0 0-1,0 0 0,0-1 1,-7 0-50,19-2 1,1 0 0,0-1 1,0 1-1,-1 0 0,1 0 1,0 0-1,0-1 0,-1 1 1,1-1-1,0 1 0,0-1 1,0 1-1,0-1 0,0 1 1,0-1-1,0 0 0,0 0 1,0 0-1,0 0 0,0 0 1,0 1-1,0-2 0,1 1 1,-1 0-1,0 0 0,1 0 1,-1 0-1,1 0 0,-1 0 1,1-1-1,0 1 0,-1 0 1,1 0-1,0-1 0,0 1 1,0 0-1,0-1-1,0-1-3,0 0 0,0 0 0,1 0 0,-1 1-1,1-1 1,0 0 0,0 1 0,0-1 0,0 0 0,0 1 0,0-1 0,1 1 0,-1 0-1,1-1 1,-1 1 0,1 0 0,0 0 0,1-1 3,3-1-2,0 0-1,0 0 1,0 0-1,0 1 1,1 0 0,-1 1-1,1-1 1,0 1-1,-1 0 1,1 1-1,2 0 3,10-2-42,0 2 0,0 0 0,12 1 42,-29 0-32,0 0 0,0 0 0,0 0 1,0 0-1,0 1 0,0-1 1,0 1-1,0-1 0,0 1 0,0 0 1,0-1-1,0 1 0,-1 0 0,1 0 1,0 0-1,-1 1 0,1-1 1,-1 0-1,1 0 0,-1 1 0,1-1 1,-1 1-1,0 0 0,0-1 0,0 1 1,1 1 31,-1 1-242,0 0 1,0 0-1,0 1 0,-1-1 1,1 0-1,-1 1 1,0-1-1,0 0 1,-1 1-1,1-1 1,-2 4 241,-5 13-4408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1:03.36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16 2497,'0'0'534,"0"0"248,0 0 1058,0 0 343,0 0-418,0 0-170,0 0-279,0 0-456,0 0-328,0 0-260,0 0-120,0 0-70,0 0 204,0 0 289,0 0 264,0 0-67,0 0-233,0 0-262,0 0-186,0 0-48,0 0 31,0 0-29,0 0 35,0 0 304,0 0 249,0 0 30,0 0-278,0 0-263,19-13-8644,-16 11 2803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1:03.69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0 1 5961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1:04.52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20 111 5961,'-16'-59'2161,"13"47"-773,3 12 290,0 0-382,0 0-644,0 0-277,0 0-54,0 0 137,0 0 135,0 0-22,388-3 2723,4-1-3063,-184 4 1089,623-7 359,-251-1-232,-246 0-239,-334 2-3633,0 5 73,0-2-5765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7:09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766 0 5721,'0'0'7426,"0"0"-7426,0 0-6001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7:10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8042,'0'0'3192,"0"0"-2623,0 0-569,0 0-4073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38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12699,'0'0'3889,"0"0"-2308,0 0-666,0 0 560,0 0 9,11 26-426,35 87-206,-37-87-639,-2 1-1,0 0 1,-2 0 0,-1 0-1,-1 1 1,-2-1-1,0 1 1,-3 14-213,2 7 38,-10-12-47,10-37-111,0 1 0,0 0 0,-1-1 0,1 1 0,0 0 0,0 0 0,0-1 1,-1 1-1,1 0 0,0-1 0,-1 1 0,1-1 0,0 1 0,-1 0 0,1-1 0,-1 1 0,1-1 0,-1 1 0,1-1 0,-1 1 0,0-1 0,1 0 0,-1 1 0,0-1 0,1 0 0,-1 1 1,0-1-1,1 0 0,-1 0 0,0 0 0,1 1 0,-1-1 0,0 0 0,0 0 0,1 0 0,-1 0 0,0 0 0,1 0 0,-1-1 0,0 1 0,1 0 0,-1 0 0,0 0 0,0-1 0,1 1 1,-1 0-1,1-1 0,-1 1 120,-2-6-5099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38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 0 10538,'0'0'4315,"0"0"-1798,0 0-919,0 0-758,-1 26 196,-4 58 353,-3-1 0,-13 48-1389,-4-23 444,-4-2-1,-5 0 0,-5-2 1,-4-2-1,-5-2 0,-4-3 1,-29 39-444,77-131-22,0 0 0,0-1-1,0 1 1,-1-1 0,1 0 0,-1 0 0,0 0 0,0-1 0,-1 0 0,-2 2 22,7-5-122,-1 1 0,1 0 0,0 0 0,-1-1 0,1 1 0,0-1 0,-1 1-1,1-1 1,-1 0 0,1 0 0,-1 1 0,1-1 0,-1 0 0,1 0 0,-1 0 0,1-1 0,-1 1 0,1 0 0,-1-1 0,1 1 0,0 0 0,-1-1 0,1 0 0,0 1 0,-1-1-1,1 0 1,0 0 0,0 1 0,-1-1 0,1 0 0,0 0 0,0 0 0,0-1 0,0 1 0,0 0 0,1 0 0,-1-1 0,0 1 0,0 0 0,1-1 0,-1 1 0,1 0 0,-1-1 122,-5-20-5806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39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32 11242,'0'0'1965,"0"0"-209,-3 28 106,-2 10-1264,0 8 473,2 0 1,2 21-1072,1-62 64,-1 0 1,2 0-1,-1 0 1,0 0-1,1 1 1,0-1-1,0 0 1,1 0-1,0 0 1,-1-1-1,1 1 1,1 0-1,-1-1 1,1 1 0,0-1-1,0 0 1,0 0-1,1 0 1,-1 0-1,1 0 1,0-1-1,0 0 1,0 0-1,0 0 1,1 0-1,-1-1 1,1 1-1,0-1 1,-1 0 0,1-1-1,0 1 1,0-1-1,0 0 1,1 0-1,-1 0 1,0-1-65,20 3 148,-1-2 0,1 0 1,-1-2-1,1-1 0,13-2-148,-30 3 19,0 0 1,-1-1-1,1 0 0,0 0 0,-1-1 0,1 0 0,-1 0 0,0-1 0,0 0 0,0 0 1,0-1-1,-1 0 0,0 0 0,0 0 0,0-1 0,-1 1 0,0-2 0,5-5-19,-7 6 78,0 1 0,-1-1-1,0 0 1,0 0 0,0 0-1,-1-1 1,0 1 0,0 0-1,0-1 1,-1 1 0,0 0-1,0-1 1,-1 1 0,1 0-1,-1-1 1,-1 1 0,-1-6-78,0 4 87,0 0 0,-1 0 1,1 0-1,-2 0 0,1 1 1,-1-1-1,0 1 0,0 0 1,-1 1-1,0-1 0,-1 1 1,-3-3-88,-6-4 108,-1 2 1,0 0 0,0 0-1,-1 2 1,0 0 0,-16-4-109,27 10-269,-1 1 1,1-1 0,0 2-1,-1-1 1,0 1 0,1 0-1,-1 1 1,0-1 0,1 2-1,-1-1 1,0 1 0,1 0-1,-1 1 1,1-1 0,-1 2-1,1-1 1,0 1 0,-6 3 268,-21 14-5114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39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9314,'0'0'1926,"1"22"677,1-5-2126,-2 1-76,2 0 0,0 0-1,1 0 1,1-1 0,0 1 0,2-1 0,0 0-1,2 2-400,-1-4 263,1-1 0,0-1 0,1 1 0,0-1 0,2-1 0,-1 1 0,1-2 0,1 0 0,7 5-263,-9-8 115,0-2 0,0 1 0,0-2 0,1 1 0,0-1 0,0-1 0,1 0 0,-1 0-1,1-2 1,0 1 0,-1-1 0,1-1 0,1 0-115,7 0 108,0-1 1,0-1-1,0 0 0,0-2 0,0 0 0,-1-2 0,3 0-108,-12 2 32,-1-1-1,0 1 1,0-1-1,-1-1 1,1 1-1,-1-2 1,0 1-1,0-1 1,-1 0-1,0-1 1,0 1-1,0-1 1,-1-1-1,0 1 1,3-7-32,-5 8 70,-1-1-1,-1 1 1,1-1 0,-1 0-1,-1 0 1,1 0 0,-1 0-1,0 0 1,-1 0 0,1 0-1,-1 0 1,-1 0 0,0 0-1,0 0 1,0 0 0,0 0-1,-1 0 1,-1 0 0,1 1-1,-1-1 1,0 1 0,0 0-1,-1 0 1,0 0 0,0 0-1,-4-4-69,1 1-52,0 0 0,-1 0 0,0 1 0,0 0-1,-1 1 1,0 0 0,0 0 0,-1 1 0,0 0-1,0 1 1,0 0 0,-1 0 0,0 1-1,0 1 1,0 0 0,-10-2 52,0 3-940,0 1 1,0 1-1,0 1 0,1 1 1,-21 4 939,-29 16-6780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49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3 10922,'0'0'2528,"0"0"-63,0 0 180,0 0-811,0 0-833,0 0-610,0-2-209,0 9-185,19 642 1635,-21-643-1719,-5-11-168,-12-19-731,15 17 582,-60-86-6332,38 48-447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49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34 8482,'0'0'1237,"0"0"-63,0 0 513,0 0-276,0 0-120,0 0-5,-9-7-134,3 2-926,-20-14 320,25 18-517,-1 1 1,1 0 0,0-1-1,0 1 1,0 0-1,0 0 1,0 0 0,0 0-1,0 0 1,0 0-1,-1 0 1,1 0 0,0 0-1,0 0 1,0 1-1,0-1 1,0 1 0,0-1-1,0 0 1,0 1-1,0 0 1,0-1 0,0 1-1,0 0 1,0-1-1,1 1 1,-1 0-1,0 0 1,0 0 0,1 0-1,-1-1 1,0 2-30,-358 470 2654,358-471-2654,1-1 1,-1 1-1,1-1 1,-1 1 0,1-1-1,-1 0 1,1 1-1,0 0 1,-1-1-1,1 1 1,0-1 0,-1 1-1,1-1 1,0 1-1,0 0 1,0-1-1,-1 1 1,1-1-1,0 1 1,0 0 0,0-1-1,0 1 1,0 0-1,0-1 1,0 1-1,0 0 1,1-1 0,-1 1-1,0-1 1,0 1-1,0 0 1,1-1-1,-1 1 1,0-1 0,1 1-1,-1-1 1,0 1-1,1-1 1,-1 1-1,1-1 1,-1 1 0,1-1-1,-1 1 1,1-1-1,-1 0 1,1 1-1,-1-1 1,1 0-1,0 0 1,-1 1 0,1-1-1,-1 0 1,1 0-1,0 0 1,-1 0-1,43 4 104,-33-4-59,33-1 107,1-2 0,-1-2 0,0-1 0,0-3 0,13-5-152,89-17-478,-142 31 271,0-1 0,1 0-1,-1 1 1,0-1 0,0-1-1,0 1 1,0 0 0,-1-1-1,1 1 1,1-2 207,13-15-6451,-8 4-4491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49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0 11707,'0'0'2807,"0"0"-1196,0 0-164,0 32 172,0-8-1291,1 33 506,-4 0-1,-1 0 0,-5 6-833,-15 72 826,-5-1 0,-7-2 0,-6-1-1,-5-3 1,-13 15-826,60-142-8,-35 67 56,32-63-222,-1 1 0,1-1 0,-1 0 0,0-1 1,0 1-1,-1-1 0,1 1 0,-1-2 0,0 1 0,-5 3 174,-8-5-4138,16-2-1786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50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5 128 11386,'0'0'1710,"0"0"-351,-1 30 586,-2 101-182,3-124-1648,0 0 0,1 0 0,-1 0 0,1-1 0,1 1 0,-1 0 0,1-1 0,1 1 1,-1-1-1,1 1 0,0-1 0,0 0 0,1 0 0,0-1 0,0 1 0,0-1 0,0 0 0,1 0 1,0 0-1,0-1 0,1 1 0,-1-1 0,1-1 0,0 1 0,0-1 0,0 0 0,0 0 1,5 1-116,-2-1 43,1-1 0,-1 0 0,1-1 0,0 0 0,0 0 0,0-1 0,-1 0 0,1-1 0,0 0 0,0 0 1,0-1-1,-1-1 0,1 1 0,-1-2 0,0 1 0,0-1 0,4-3-43,0 0 19,-1-1 0,0 0 0,-1 0 1,0-2-1,0 1 0,-1-1 0,0-1 0,7-10-19,-12 14 18,-1 1-1,0-1 0,-1 0 1,0 0-1,0 0 1,0 0-1,-1-1 1,0 1-1,0-1 0,-1 1 1,0-1-1,0 0 1,-1 1-1,0-1 1,0 0-1,-1 0 0,0-1-17,-1 4 56,0-1-1,1 1 0,-2 0 0,1 0 0,-1 0 1,0 0-1,0 0 0,0 1 0,0-1 0,-1 1 0,0 0 1,0 0-1,0 0 0,-4-2-55,-14-11 288,0 2 1,-16-8-289,9 5 36,21 13-244,-6-4 181,0 0-1,0 1 0,-1 1 0,-2-1 28,10 6-970,0 0 0,1 0-1,-1 1 1,0 0 0,0 0 0,0 0-1,-2 1 971,-8 0-6952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50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9634,'0'0'2698,"3"22"-419,-2-10-1961,1 2 164,0 1-1,0 0 0,2-1 1,4 14-482,-6-23 106,0 0 0,0 1 0,1-1 0,-1 0 0,1-1 0,0 1 1,1 0-1,-1-1 0,1 0 0,0 0 0,0 0 0,0 0 1,1-1-1,-1 1 0,1-1 0,0-1 0,0 1 0,0 0-106,7 1 54,0-1-1,0 0 0,0 0 0,0-1 0,1-1 1,-1 0-1,0-1 0,1 0 0,-1-1 0,0 0 1,1-1-1,-1 0 0,0-1 0,0-1 0,0 0 1,-1 0-1,2-2-53,6-2 13,1-2 0,-1-1 0,-1 0 0,0-1 0,0-1 0,-2 0 0,1-2 0,-2 0 0,6-7-13,-16 17 114,-1-1 1,0 1-1,0-1 1,-1 0-1,1 0 0,-1 0 1,-1 0-1,1-1 1,-1 1-1,0-1 0,0 1 1,-1-1-1,0 0 1,0-5-115,-1 7 92,0 1 1,-1-1-1,1 1 1,-1-1-1,0 1 1,0 0 0,-1-1-1,1 1 1,-1 0-1,0 0 1,0 0-1,0 0 1,-1 0-1,0 0 1,1 1 0,-1-1-1,0 1 1,-1 0-1,1 0 1,0 0-1,-1 0 1,-2-1-93,-7-4 20,-1 0 0,-1 1-1,0 0 1,1 2 0,-2-1 0,1 2 0,-1 0-1,1 1 1,-8 0-20,-3 0-898,-1 1 0,1 1 0,-1 2-1,0 0 1,-7 3 898,-25 11-5693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8:5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97 6025,'0'0'6054,"0"0"-2824,0 0-959,0 0-395,0 0-742,31-11-573,6-5-415,-1 2 38,0 0 0,0 3 0,1 0 0,13 0-184,-36 8 120,1 1 1,0 0 0,-1 1-1,1 1 1,0 0-1,0 1 1,0 0 0,-1 2-1,1 0-120,-5-1 72,-1 1 0,0 1 1,0 0-1,0 0 0,0 1 0,-1 0 0,0 1 0,0 0 0,0 0 0,-1 0 1,0 1-1,0 0 0,5 8-72,-1-1 83,-1 0 0,0 1 0,-1 0 1,-1 1-1,-1-1 0,0 2 0,-1-1 0,0 1 1,-2 0-1,0 0 0,-1 0 0,0 1 0,-1 9-83,-1-2 95,-2 0-1,0 0 0,-2 0 0,0 0 1,-2-1-1,-1 1 0,-1-1 0,-1 0 1,-3 5-95,-70 172 106,72-232-2486,1-9-1304,-3-4-4750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00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0 236 16123,'0'0'4273,"0"0"-3552,0 0 175,0 0-536,0 0-264,198-98-96,-103 45-296,-17 11-1937,-14-1-6689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0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1 11666,'0'0'4683,"0"0"-2729,0 0-1172,1 24 505,-1-12-1105,3 33 541,-3 0 1,-1-1 0,-3 1-1,-1-1 1,-5 13-724,-25 62 1132,-5-2 1,-12 14-1133,1-18-593,-4-3 0,-15 13 593,64-115-2154,13-20-389,10-12-2736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00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86 12323,'0'0'2119,"0"0"-181,-3 27 29,-10 87-463,12-109-1404,0 1 0,1 0 0,0-1 0,0 1 0,1-1 0,0 1 1,-1 0-1,2-1 0,-1 1 0,1-1 0,0 0 0,0 0 0,0 1 0,2 0-100,-2-2 58,1-1-1,-1 0 0,1 0 1,0 0-1,0 0 1,0-1-1,0 1 1,0-1-1,1 0 0,-1 0 1,1 0-1,0 0 1,-1-1-1,1 1 1,2 0-58,6 0 78,0 0 0,1-1 0,-1 0 0,0-1 1,1 0-1,-1-1 0,1 0 0,-1-1 0,0 0 1,5-2-79,-4 0 29,1-1 1,-1 0 0,0-1 0,0 0-1,-1-1 1,0-1 0,0 0-1,0 0 1,-1-1 0,8-9-30,-14 14 45,-1-1 0,0 0 1,0 0-1,0 0 0,-1-1 0,0 0 0,0 1 1,0-1-1,0 0 0,-1 0 0,1-5-45,-2 7 54,-1 0 0,1-1-1,-1 1 1,0 0 0,0-1 0,-1 1-1,1 0 1,-1-1 0,0 1 0,0 0-1,0 0 1,-1 0 0,1 0-1,-1 0 1,0 0 0,0 0 0,-1 1-1,0-3-53,-4-2 71,-1 0 0,1 1 1,-1 0-1,0 0 0,-1 0 0,1 1 0,-1 0 0,-1 1 0,1 0 0,-1 1 0,-9-4-71,-1 1-73,0 0-1,-1 2 1,1 0 0,-1 2-1,-14-1 74,30 3-170,0 1 0,0 0 0,0 0 0,0 1 0,0-1 0,0 1 0,0 0 0,0 0 0,1 1 0,-1-1 0,-2 2 170,-25 22-4359,9 3-2721</inkml:trace>
  <inkml:trace contextRef="#ctx0" brushRef="#br0" timeOffset="1">1 632 10962,'0'0'2029,"0"0"63,0 0-133,0 0-438,29 21-370,-1-2-849,0-1 1,0-1 0,19 8-303,-41-24 27,0 1 0,0-1 1,0 0-1,0 0 1,1-1-1,-1 1 0,0-1 1,0-1-1,0 1 0,1-1 1,-1 0-1,0-1 1,0 1-1,0-1 0,-1-1 1,1 1-1,0-1 0,-1 0 1,0 0-1,1 0 1,-1-1-1,0 0 0,1-2-27,10-4 74,-2 1 71,0 0 0,0-1 1,-1-1-1,0 0 0,-1 0 0,2-4-145,-11 11 107,0 0 0,0-1-1,0 1 1,0-1 0,-1 1-1,1-1 1,-1 0 0,0 0-1,-1 0 1,1 0-1,-1 0 1,0 0 0,0 0-1,-1 0 1,0-1 0,0 1-1,0 0 1,0 0 0,-1-1-1,0 1 1,-1-4-107,1 5 33,0 1-1,0-1 1,-1 1 0,0-1 0,1 1-1,-1 0 1,0 0 0,-1-1 0,1 1-1,-1 1 1,1-1 0,-1 0-1,0 1 1,0-1 0,0 1 0,0 0-1,-1-1-32,-3 0-41,0 0 0,0 0 0,0 0 0,0 1 0,0 0 0,-1 0 0,1 1 0,-6-1 41,-6 1-428,0 0 0,0 2 0,0 0 0,0 1 1,1 1-1,-10 2 428,-50 23-4656,7 9-3799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0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0 350 7298,'0'0'4893,"0"0"-1781,0 0-495,0 0-243,0 0-541,0 0-670,0-8-468,7-162 1316,8-1-2011,2 285-174,-5-2-53,-2-35-705,-4 1 1,-3 1-1,-3-1 1,-4 2 931,-2-58-5388,-4-8-3419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05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9778,'0'0'4489,"0"0"-2985,0 0-335,0 0-305,0 0-632,150 0-144,-75-8 0,6 1-88,0-1 0,-1 1 0,10-3-280,-24 0-2225,-13 0-9033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29:07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44 4825,'0'0'1748,"0"0"50,0 0 60,0 0-272,0 0-101,0 0-119,-7-7 27,-22-22-268,28 29-1085,0-1 0,0 0 0,-1 0 0,1 0 1,0 1-1,0-1 0,0 1 0,-1-1 0,1 1 0,0-1 1,-1 1-1,1 0 0,0 0 0,-1-1 0,1 1 0,-1 0 1,1 0-1,0 0 0,-1 1 0,1-1 0,0 0 1,-1 0-1,1 1 0,0-1 0,-1 1 0,1-1 0,0 1 1,0 0-1,0-1 0,-1 1 0,1 0 0,0 0 0,0 0 1,0 0-1,0 0 0,0 0 0,0 0-40,-28 42 822,27-39-658,-11 22 118,1 0 1,1 1-1,1 1 0,2 0 0,1 0 0,1 1 1,1-1-1,2 1 0,0 0 0,2 1 1,2 13-283,7 50 231,3 0 1,22 84-232,-3-18 173,10 99 419,-12 2 0,-6 195-592,-22-396 70,5 199 175,-1-200-70,3 1 0,3-1-1,7 22-174,40 121 596,-17-65 255,12 86-851,-31-100 124,-6 1 0,-5 1 0,-5 0 0,-6 7-124,-2-95 51,-2 1 0,-2-1 0,-1 0 0,-1 0 0,-2-1 0,-2 0 0,-12 22-51,-3 2 98,-3-3 0,-3 0 0,-38 48-98,72-104 0,-7 10 11,0-1 0,0-1 1,-1 1-1,0-1 0,-1 0 0,-1 0-11,8-7 6,1 1 0,-1-1-1,0 0 1,0 0 0,0 0-1,0 0 1,0 0 0,0-1-1,0 1 1,0-1 0,0 1-1,0-1 1,0 0 0,-1 1-1,1-1 1,0 0-1,0-1 1,0 1 0,0 0-1,0-1 1,0 1 0,0-1-1,-1 1 1,1-1 0,1 0-1,-1 0 1,0 0 0,0 0-1,0 0 1,0-1 0,1 1-1,-1 0 1,0-1-1,1 1 1,0-1 0,-1 0-6,-9-9-45,1-1 1,0 0-1,1-1 0,0 0 1,1-1-1,0 0 1,-3-8 44,9 17-44,1 1 1,-1-1-1,1 0 1,0 0 0,0 0-1,0 0 1,1 0-1,0 0 1,0 1 0,0-1-1,0 0 1,1 0-1,0 0 1,0 0 0,0 0-1,1 0 1,-1 1 0,1-1-1,0 1 1,1-1-1,-1 1 1,1 0 0,0 0-1,0 0 1,0 0-1,0 0 44,6-6-62,1 1-1,0 0 1,0 0-1,1 1 1,-1 1-1,2 0 1,-1 0-1,1 1 1,0 0-1,5 0 63,-11 4-11,0 0 0,1 0 0,-1 1-1,1 0 1,-1 0 0,1 0-1,-1 1 1,1 0 0,0 1 0,-1-1-1,1 1 1,-1 0 0,1 1 0,-1 0-1,0 0 1,1 0 0,-1 1 0,0 0-1,-1 0 1,1 0 0,4 3 11,2 5 8,0-1 0,-1 2 0,0-1 0,0 2 0,-1-1 0,-1 1 0,0 1 0,-1 0-1,-1 0 1,0 0 0,-1 1 0,0 0 0,3 14-8,6 31 20,-3 0-1,-2 1 1,-3 4-20,7 37 6,2-8 138,0-7 226,-4 1 0,-1 56-370,-9 45 322,13 299 184,0-78-123,-18 9-383,0 49 152,7-354-123,4 1 1,6-2-1,28 111-29,-38-204 1,2 0 1,1 0-1,0 0 0,1 0 0,1-1 1,1-1-1,1 0 0,1 1-1,-5-9-23,2 0 0,-1-1-1,1 0 1,0 0 0,1-1 0,0 0-1,1-1 1,-1 0 0,1 0 0,1-1 0,-1-1-1,1 0 1,9 3 23,42 9-324,1-3-1,1-2 1,0-4-1,11-1 325,-75-6 2,1-1-1,-1 1 0,0 0 0,1-1 0,-1 1 1,0 0-1,0 0 0,1 0 0,-1 0 0,0 0 1,0 1-1,0-1 0,0 0 0,0 0 0,-1 1 1,1-1-1,0 0 0,-1 1 0,1-1 0,0 1 1,-1-1-1,0 1 0,1-1 0,-1 1 0,0-1 1,0 1-1,0-1 0,0 1 0,0-1 0,0 1 1,0 0-1,-1-1 0,1 1 0,0-1 0,-1 1 1,0-1-1,1 0 0,-1 1 0,0-1 0,1 0 1,-1 1-1,0-1 0,0 0 0,0 0 0,0 1 0,0-1 1,0 0-1,-1 0 0,0 0-1,-10 5-529,-1-1 0,1 0 0,-1-1 0,0 0 0,0-1 0,-1-1 0,1 0 0,-3-1 529,-7 3-2300,-17 3-6729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1:08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5 10242,'0'0'1095,"0"0"-500,0 0 77,4 24 99,9 80-54,-13-100-612,1 0 0,0 0 0,-1-1 0,0 1-1,0 0 1,0 0 0,0-1 0,-1 1 0,1 0-1,-1 0 1,0-1 0,0 1 0,-1-1-1,1 1 1,-1-1 0,1 1 0,-1-1 0,0 0-1,0 0 1,-1 0 0,1 0 0,-1 0 0,1 0-1,-1-1 1,0 1 0,0-1 0,0 0 0,0 0-1,-1 0 1,1 0 0,0 0 0,-1-1 0,1 0-1,-1 1 1,0-2 0,1 1 0,-1 0 0,0 0-1,0-1 1,0 0-105,-1 0 88,1 1 0,0-1 0,-1 0 0,1-1 0,0 1 0,-1-1 0,1 0 0,0 0-1,0 0 1,0 0 0,0-1 0,0 0 0,0 0 0,0 0 0,1 0 0,-1-1 0,1 1 0,-1-1 0,1 0 0,0 0 0,0 0-1,0 0 1,0-1 0,1 1 0,-1-1 0,1 1 0,0-1 0,0 0 0,1 0 0,-2-4-88,2 3 54,1-1-1,-1 0 1,1 1 0,1-1 0,-1 1 0,1-1-1,0 1 1,0-1 0,1 1 0,-1-1-1,1 1 1,0 0 0,1 0 0,-1 0 0,1 0-1,0 0 1,1 1 0,-1-1 0,1 1 0,-1 0-1,1 0 1,1 0 0,-1 1 0,0-1 0,1 1-1,0 0 1,0 0 0,-1 1 0,2-1-1,-1 1 1,0 0 0,0 1 0,1-1 0,-1 1-1,1 0 1,-1 0 0,1 1 0,0 0 0,2 0-54,-6 0 0,-1 0 0,0 0 0,1 0 1,-1 0-1,1 0 0,-1 0 1,0 0-1,1 0 0,-1 1 0,0-1 1,0 1-1,1-1 0,-1 1 0,0-1 1,0 1-1,0 0 0,0-1 1,1 1-1,-1 0 0,0 0 0,0 0 1,-1 0-1,1 0 0,0 0 1,0 0-1,0 0 0,0 1 0,-1 1 7,1-1-1,-1 0 1,1 1-1,-1-1 1,0 1 0,0-1-1,0 0 1,0 1-1,-1-1 1,1 1-1,0-1 1,-1 1 0,0-1-1,0 2-6,-2 3 36,0 1 1,-1-1-1,0 1 1,0-1-1,0-1 0,-1 1 1,0 0-1,0-1 0,-2 1-36,0-1 29,-1 0-1,0 0 0,0-1 0,0 0 0,-4 1-28,9-5 12,0 1 0,0-1 0,0 0 0,0 0 1,0 0-1,0 0 0,-1-1 0,1 0 0,0 1 0,0-1 0,0 0 0,-1 0 0,1-1 0,0 1 0,0-1 0,0 1 0,-2-2-12,3 1 8,0-1 0,0 0 0,1 1 0,-1-1 1,1 0-1,0 0 0,0 1 0,-1-1 0,1 0 1,0 0-1,1-1 0,-1 1 0,0 0 0,0 0 1,1 0-1,0 0 0,-1-1 0,1 1 0,0 0 0,0 0 1,0-3-9,3-48 37,-1 50-31,-1 0 0,1 0 0,0 0 0,0 0-1,0 0 1,0 1 0,0-1 0,1 1 0,-1-1 0,1 1 0,0 0-1,-1 0 1,1 0 0,0 1 0,0-1 0,0 1 0,1-1 0,-1 1-1,0 0 1,1 0-6,-2 0-2,-1 0-1,1 1 1,-1-1-1,1 0 0,0 1 1,-1-1-1,1 1 1,0 0-1,-1 0 0,1-1 1,0 1-1,-1 0 1,1 0-1,0 1 0,0-1 1,-1 0-1,1 0 1,0 1-1,-1-1 1,1 1-1,0 0 0,-1-1 1,1 1-1,-1 0 1,1 0-1,-1 0 0,0 0 1,1 0-1,-1 0 1,0 0-1,0 1 0,0-1 1,0 0-1,0 1 1,0-1-1,0 1 0,1 1 3,-2 1 4,1 1 0,-1-1 0,1 1-1,-2 0 1,1-1 0,0 1-1,-1-1 1,0 1 0,0-1-1,0 1 1,0-1 0,-1 1-1,0-1 1,0 0 0,0 0-1,0 0 1,-1 0 0,-1 2-4,2-4 9,0 0 0,1 0 1,-1 0-1,0 0 0,0 0 1,-1 0-1,1 0 0,0-1 1,0 1-1,-1-1 0,1 0 0,-1 1 1,1-1-1,-1-1 0,0 1 1,1 0-1,-1 0 0,0-1 1,0 0-1,1 1 0,-1-1 0,0 0 1,0-1-1,0 1 0,1 0 1,-1-1-1,0 1 0,1-1 1,-1 0-1,0 0 0,1 0 1,-2-1-10,1 0 11,0-1 1,1 0 0,-1 1 0,0-1 0,1-1-1,0 1 1,0 0 0,0 0 0,0-1 0,0 1-1,1-1 1,-1 0 0,1 1 0,0-1 0,0 0 0,1 0-1,-1 1 1,1-1 0,0 0 0,0 0 0,0-1-12,-1 1 8,1 1 1,0-1 0,0 0 0,0 1-1,0-1 1,1 0 0,-1 1-1,1-1 1,0 1 0,0-1 0,1 1-1,-1-1 1,0 1 0,1 0 0,0-1-1,0 1 1,0 0 0,0 0-1,1 0 1,-1 1 0,1-1 0,1 0-9,0 1-6,0 0 0,0 0 0,0 0 1,1 1-1,-1 0 0,1 0 0,-1 0 1,1 0-1,-1 1 0,1 0 0,-1 0 0,1 0 1,-1 0-1,5 2 6,-7-2-3,1 1 0,-1 0-1,0 0 1,0-1 0,0 1 0,0 1 0,0-1-1,0 0 1,0 0 0,0 1 0,-1-1 0,1 1-1,0-1 1,-1 1 0,0 0 0,1 0 0,-1 0-1,0 0 1,0 0 0,0 0 0,0 0 0,0 0-1,0 0 1,0 0 0,-1 1 0,1-1 0,-1 0-1,0 0 1,0 2 3,1 0 12,-1 1-1,1-1 1,-1 1-1,-1 0 1,1-1-1,-1 1 1,1-1-1,-1 1 1,-1-1-1,1 0 1,-1 1-1,1-1 1,-1 0-1,0 0 1,-1 0-1,1 0 1,-1-1-1,0 1 1,1-1-1,-2 1 1,1-1-1,0 0 1,-1 0-1,1 0 1,-1-1-1,0 1 0,0-1 1,0 0-1,0 0 1,0 0-1,0-1 1,-1 1-1,1-1 1,-1 0-1,1 0 1,-1-1-1,1 1 1,-1-1-1,-3 0-11,6-1 8,0 1 0,0-1 0,1 1 0,-1-1 0,0 0 0,0 0 0,1 1 0,-1-1 0,0 0 0,1-1 0,-1 1 0,1 0 0,-1 0 0,1-1 0,0 1 0,0-1 0,-1 1 0,1-1 0,0 1 0,0-1 0,1 0 0,-1 1 0,0-1 0,0 0 0,1 0 0,-1 0 0,1 1 0,0-1 0,-1 0 0,1 0 0,0 0 0,0 0 0,0 0 0,1 0 0,-1 0-8,0-4 22,0 0-1,0 0 0,0 0 0,1 1 0,0-1 0,0 0 0,1 0 0,-1 1 0,1-1 0,1 1 0,1-5-21,0 6-8,0 0-1,0 0 1,0 0-1,0 1 0,1 0 1,-1 0-1,1 0 1,-1 1-1,1-1 0,0 1 1,0 0-1,1 0 1,-1 1-1,3-1 9,-5 1-4,-1 0-1,0 1 0,1-1 1,-1 1-1,1 0 1,-1-1-1,1 1 0,-1 0 1,1 0-1,-1 0 1,1 1-1,-1-1 0,1 1 1,-1-1-1,1 1 1,-1 0-1,0 0 0,0 0 1,1 0-1,-1 0 1,0 1-1,0-1 1,0 1-1,0-1 0,0 1 1,0 0-1,-1 0 1,1 0-1,-1 0 0,1 0 1,0 1 4,0 3 5,0-1 1,-1 1 0,0 0-1,0-1 1,0 1 0,0 0-1,-1 0 1,0 0 0,-1 0-1,1-1 1,-1 1 0,0 0-1,0 0 1,-1-1 0,0 1-1,0-1 1,0 1 0,-1-1 0,1 0-1,-1 0 1,-3 4-6,4-6 31,-1 1 1,0 0-1,1-1 1,-2 0-1,1 0 1,0 0-1,-1 0 1,1 0-1,-1-1 1,0 1-1,1-1 0,-1 0 1,0 0-1,-1 0 1,1-1-1,0 0 1,0 1-1,-1-2 1,1 1-1,-1 0 1,1-1-1,-1 0 1,1 0-1,-1 0 1,1 0-1,0-1 0,-1 0 1,-3-1-32,6 1 6,0 0 1,0 0-1,0 0 1,0 0-1,0 0 1,0 0-1,1-1 1,-1 1-1,0-1 1,1 1-1,-1-1 1,1 0-1,-1 1 1,1-1-1,0 0 1,0 0-1,0 0 1,0 0-1,0 0 0,0 0 1,0-1-1,1 1 1,-1 0-1,1 0 1,0-1-1,0 1 1,-1 0-1,1 0 1,1-1-1,-1 1-6,0-2-80,0 1-1,0-1 1,1 0 0,0 1-1,0-1 1,0 1 0,0-1-1,0 1 1,0 0 0,1-1-1,0 1 1,0 0 0,0 0-1,0 0 1,0 0-1,0 1 1,1-1 0,0 0 80,37-20-2407,4 5-2945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1:08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74 760,'0'0'4937,"0"0"-767,0 0-1113,0 0-211,0 0-443,0 0-652,-13-35 3324,10 36-5066,0 0 0,1 0 0,0 0 0,-1 0 0,1 1 0,-1-1 0,1 1 0,0-1 0,0 1 0,0 0 0,0 0 0,0 0 0,1 0 0,-1 0 0,0 0 0,1 1 0,0-1 0,-1 0 0,1 1 0,0-1 0,0 1 0,0 0 1,0 1-10,-19 64 106,18-59-56,0 0-1,0 1 1,1-1-1,1 1 1,-1-1-1,2 1 1,-1-1-1,1 0 1,0 1-1,1-1 1,1 3-50,-1-7 5,0-1 0,0 1-1,0-1 1,1 0 0,0 0 0,-1 0-1,1 0 1,1 0 0,-1 0 0,0-1-1,1 0 1,0 0 0,0 0 0,0 0 0,0 0-1,0-1 1,1 0 0,-1 0 0,1 0-1,-1 0 1,1-1 0,3 1-5,16 3 34,0-2 0,0 0 0,0-2 1,1-1-1,-1 0 0,0-2 0,0-1 0,7-2-34,-27 4 16,1 0 0,-1 0-1,1-1 1,-1 1-1,0-1 1,1 0 0,-1-1-1,0 1 1,0-1 0,-1 0-1,1 0 1,0 0 0,-1 0-1,0 0 1,0-1-1,0 0 1,0 1 0,0-1-1,-1 0 1,0 0 0,0-1-1,0 1 1,0 0-1,0-3-15,2-9 58,0 0 0,-2-1 0,0 1 0,0-1 0,-2 0 0,0-5-58,-1 17 22,0 1-1,-1-1 1,1 1 0,-1 0-1,0-1 1,0 1 0,0 0-1,-1 0 1,1 1 0,-1-1-1,0 0 1,0 1 0,-1 0-1,1-1 1,-1 1 0,1 1-1,-3-3-20,-70-45 25,72 47-110,-1 0 0,-1 0 0,1 0-1,0 0 1,-1 1 0,1 0 0,-1 0 0,0 1 0,0-1 0,0 1 0,0 0-1,1 1 1,-1-1 0,0 1 0,0 1 0,0-1 0,0 1 0,0 0 0,0 0 0,0 1-1,0-1 1,1 1 0,-1 1 0,1-1 0,-1 1 0,1 0 0,0 0 0,0 1 84,-38 36-2973,4 5-3650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1:15.26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5 241 784,'0'0'2266,"0"0"60,0 0 173,0 0-188,0 0-405,0 0-607,0 0-243,0 0-282,0 0-205,0 0-112,0 0-3,0 0-30,0 0-164,0 0-101,0 0-98,0 0-37,0 0 28,0 0 1,0 0 22,0 0 33,0 0-65,0 0 21,0 0 9,0 0 57,0 0 64,0 0 116,0 0 39,0 0-69,0 0-144,7 2-8,41 5 476,-1-1 0,1-3 0,0-2 0,4-2-604,-2 0-134,-49 1 131,-1 0-7,0 0-81,0 0-102,-10 0-492,-35 0 204,1 1 0,0 3-1,-1 1 1,-33 10 481,48-9 244,21-6 249,19-4-279,-5 2-179,0 0 1,0 0 0,0 0 0,0-1-1,0 1 1,-1-1 0,1 0-1,-1-1 1,2 0-36,-6 3 5,1 0-1,-1 1 0,1-1 0,0 0 1,-1 1-1,0-1 0,1 0 1,-1 1-1,1-1 0,-1 0 1,0 0-1,0 0 0,1 1 1,-1-1-1,0 0 0,0 0 0,0 0 1,0 1-1,0-1 0,0 0 1,0 0-1,0 0 0,0 0 1,-1 0-5,1 0-32,-1-1 0,0 1 0,0-1 0,-1 1 1,1-1-1,0 1 0,0 0 0,-1 0 0,1 0 0,-1 0 1,1 0-1,-1 0 0,1 0 0,-1 0 0,0 0 1,-1 0 31,-18-11-172,19 6 1789,37 0 934,-21 5-3201,189-8 1477,75 11-827,-75 0 14,565-14 37,-616 9-45,138-7 0,-5-4-25,-117 8 87,39-11-68,-205 16 5,243-29 426,47 8-431,-239 18 90,-1-2 0,30-9-90,-23 4 27,44-3-27,-34 7 82,35-1-96,1285 8 1333,-1389 0-1055,0 0-172,14-2-1367,-7-1-2519,-6 0-2149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1:24.52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414 66 2513,'0'0'398,"0"0"-190,0 0 72,0 0 398,0 0 179,0 1-655,0-1-1,0 1 1,1-1-1,-1 1 0,0-1 1,0 1-1,0-1 0,0 1 1,0 0-1,0-1 1,0 1-1,-1-1 0,1 1 1,0-1-1,0 1 0,0-1 1,0 1-1,-1-1 1,1 1-1,0-1 0,-1 1 1,1-1-1,0 1 0,-1-1 1,1 1-1,0-1 1,-1 0-1,1 1 0,-1-1-201,-82 0 501,-101 0 163,62 0 4042,121 0-3649,1 0-352,18 0 139,370 5 709,-388-5-1586,-25 5 57,-232 42-2110,247-42 978,20 1 736,22 3 331,41-3 403,0-3-1,41-5-361,-14 1 129,-76-4-745,-20 4-969,-16 5 745,-31 6 229,-1-2 0,0-2-1,0-1 1,0-3 0,-1-1 0,-15-3 611,-5 1 104,52 2 39,-1-2 0,1 1 0,1-2-1,-1 1 1,0-2 0,-4-1-143,18 4 28,-1 0 0,0 0 0,0 0 0,0 0 0,0 0 0,0 0 0,1 0 0,-1-1 0,0 1 0,0 0 0,0 0 0,0 0 0,0 0 0,1 0 0,-1 0 0,0-1 0,0 1 0,0 0 0,0 0 0,0 0 0,0 0 0,0-1 0,0 1 0,0 0 0,0 0 0,0 0 0,0 0 0,0-1 0,0 1 0,0 0 0,0 0 0,0 0 0,0 0 0,0-1 0,0 1 0,0 0 0,0 0 0,0 0 0,0 0 0,0-1 0,0 1 0,0 0 0,0 0 0,-1 0 0,1 0 0,0 0 0,0-1 0,0 1 0,0 0 0,0 0 0,0 0 1,-1 0-1,1 0 0,0 0 0,0 0 0,0 0 0,0-1 0,-1 1 0,1 0 0,0 0 0,0 0 0,0 0 0,0 0 0,-1 0 0,1 0 0,0 0 0,0 0 0,0 0 0,0 0-28,13-4 113,69-2 1031,0 3 1,6 4-1145,-19 1 323,0-3 0,0-3 0,28-7-323,-126 13 153,0-1 0,0-1 1,-15-2-154,-12 0-185,-14 1-301,1 1 355,0-2 0,0-3-1,1-4 1,-22-6 131,77 8 533,21 2-10,22-1-212,176 6 436,29-1-499,-234 1-247,11 0 16,-1 0 0,1-1 0,-1-1 0,1 0 0,-1 0-1,0-1 1,1 0 0,-1-1 0,-1-1-17,-9 5 4,-1 0 1,1 0-1,-1-1 0,1 1 1,-1 0-1,1-1 0,-1 1 0,1 0 1,-1-1-1,1 1 0,-1 0 1,0-1-1,1 1 0,-1-1 0,0 1 1,0-1-1,1 1 0,-1-1 1,0 1-1,0-1 0,1 1 0,-1-1 1,0 1-1,0-1 0,0 1 0,0-1 1,0 1-1,0-1 0,0 1 1,0-1-1,0 1 0,0-1-4,-14-11 10,-27-1-94,40 12 84,-62-11-41,0 3 0,-1 3 1,0 2-1,-17 3 41,81 1-5,0 0-1,-1 0 1,1 1-1,0-1 1,0 0-1,-1 0 1,1 0 0,0 1-1,0-1 1,0 0-1,0 1 1,-1-1-1,1 0 1,0 0-1,0 1 1,0-1 0,0 0-1,0 1 1,0-1-1,0 0 1,0 0-1,0 1 1,-1-1-1,1 0 1,1 1-1,-1-1 1,0 0 0,0 1-1,0-1 1,0 0-1,0 1 1,0-1-1,0 0 1,0 0-1,0 1 1,1-1 0,-1 0-1,0 0 1,0 1-1,0-1 1,1 0-1,-1 0 1,0 1-1,0-1 1,0 0 0,1 0-1,-1 0 6,11 4 70,0-1 0,0 0-1,0-1 1,0 0 0,0-1-1,1 0 1,7-1-70,21 2 194,146 7-156,-107-8-2492,-47-1-2237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1:27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60 11626,'0'0'1498,"0"0"-563,0 0 265,25-4 107,80-11-251,-102 14-992,0 1-1,0-1 0,0 1 0,-1 0 0,1 0 0,0 0 0,0 0 1,0 0-1,0 1 0,0-1 0,0 1 0,0 0 0,0 0 0,0 0 0,-1 0 1,1 0-1,0 1 0,-1-1 0,1 1 0,-1 0 0,0 0 0,1 0 1,-1 0-1,0 0 0,0 0 0,0 0 0,0 1 0,-1-1 0,1 1 1,-1-1-1,0 1 0,1 0 0,-1 0 0,0 1-63,2 7 227,-1 0 0,0 1 0,-1-1 1,-1 1-1,1-1 0,-2 1 0,0 4-227,0-3 278,1-8-223,-1 0 0,0 0 0,0-1 0,0 1 0,0 0 0,-1-1 0,0 1 0,0-1 0,0 0 0,0 0 0,-1 0 1,0 0-1,0 0 0,0 0 0,0 0 0,0-1 0,-1 0 0,0 0 0,1 0 0,-1 0 0,0 0 0,0-1 0,-1 0 1,0 1-56,-5 1 68,0 0 1,0 0-1,-1 0 1,1-2-1,-1 1 1,0-1-1,0-1 1,0 0-1,0-1 1,-3 0-69,9 0 44,0-1 1,0 0-1,0 0 0,1-1 1,-1 1-1,0-1 1,0 0-1,1-1 1,0 1-1,-1-1 0,1 1 1,0-1-1,0-1 1,0 1-1,1-1 1,-1 1-1,1-1 0,0 0 1,0 0-1,0 0 1,0-1-1,1 1 1,0-1-1,-2-2-44,1-2 45,-1 1 0,1-1 0,1 0 0,-1 0 0,2 0 0,-1 0 1,1 0-1,0 0 0,1 0 0,0 0 0,1 0 0,0-1 0,1-4-45,-1 10 5,1 1 0,-1 0 0,1 0 1,-1 0-1,1 0 0,0 0 0,0 0 0,1 0 0,-1 1 0,1-1 1,-1 1-1,1 0 0,0 0 0,-1 0 0,1 0 0,0 0 0,1 0 1,-1 1-1,0-1 0,0 1 0,1 0 0,-1 0 0,0 0 0,1 1 0,-1-1 1,1 1-1,-1 0 0,3 0-5,-1-1 2,-1 1-1,1 0 1,0 0 0,-1 1-1,1-1 1,0 1 0,-1 0-1,1 0 1,-1 1 0,0-1-1,1 1 1,-1 0-1,0 0 1,0 0 0,0 1-1,0 0 1,0-1 0,-1 1-1,1 1 1,-1-1 0,2 2-2,-3-1 3,1 0 1,0 0 0,-1 0-1,0 0 1,0 1 0,0-1-1,-1 1 1,0-1 0,0 1-1,0 0 1,0-1 0,0 1-1,-1 0 1,0 0 0,0-1-1,-1 1 1,1 0 0,-1 0-1,0-1 1,0 1 0,0-1-1,-1 1 1,0-1 0,-1 3-4,0-2 6,0 0 1,0-1 0,-1 1-1,1-1 1,-1 0 0,0 0-1,0 0 1,-1-1 0,1 1-1,-1-1 1,0 0 0,0-1-1,0 1 1,0-1 0,0 0-1,0 0 1,-1 0 0,1-1-1,0 0 1,-4 1-7,3-1 13,0-1 1,0 1-1,1-1 0,-1 0 0,0 0 1,0-1-1,0 1 0,0-1 0,-1-1-13,5 1 2,0 0 0,0 1 0,0-1 0,0 0 0,1-1 0,-1 1 0,0 0 0,0 0 0,1-1 0,-1 1-1,1-1 1,0 0 0,-1 1 0,1-1 0,0 0 0,0 0 0,0 1 0,0-1 0,0 0 0,0 0 0,1 0 0,-1 0 0,1 0 0,-1-1 0,1 1 0,0 0-2,-2-6-2,1 0 0,1 0 0,0 1 1,0-1-1,0 0 0,1 0 1,0 0-1,0 0 0,1 1 1,0-1-1,1 0 0,-1 1 1,2 0-1,-1 0 0,3-4 2,-2 5-5,0 1 1,0 0-1,0 0 0,1 1 0,0-1 0,0 1 0,0 0 0,0 0 0,1 1 0,-1 0 0,1 0 0,0 0 0,0 0 0,0 1 1,0 0-1,1 1 0,-1-1 0,0 1 0,2 0 5,-1 0-7,-1 0 0,1 0 0,-1 1 0,1 0 0,-1 0 0,1 1 0,-1-1 0,0 2 0,1-1 0,-1 0 0,3 2 7,-6-1-1,0-1-1,-1 1 1,1 0-1,-1 0 1,1 0-1,-1 0 1,1 0-1,-1 1 1,0-1-1,0 1 1,0-1-1,-1 1 1,1 0-1,-1-1 1,1 1-1,-1 0 1,0 0 0,0 0-1,0 0 1,0 0-1,-1 1 1,1-1-1,-1 3 2,1 3 12,-1 0-1,0 1 1,0-1 0,-1 1-1,0-1 1,-1 0-1,0 0 1,0 0 0,-1 0-1,0 0 1,-1 0-1,0-1 1,-5 8-12,7-10 19,-2-1 0,1-1 0,-1 1 0,1-1 0,-1 1 0,0-1 0,-1 0 0,1 0 0,-1-1 0,0 1 0,0-1 0,0 0 0,0-1 0,0 1 0,-1-1 0,1 0 0,-1 0 0,1-1 0,-1 1 0,0-1 0,0 0 0,1-1 0,-2 0-19,6 0 6,-1 0 0,1 0-1,-1 0 1,1 0 0,-1-1 0,1 1-1,-1-1 1,1 1 0,-1-1 0,1 1-1,0-1 1,-1 0 0,1 0 0,0 0-1,-1 0 1,1 0 0,0 0 0,0 0-1,0 0 1,0 0 0,0 0-1,0 0 1,0-1-6,-1-2 9,0 0 0,1 0 0,-1 0 0,1 0 1,-1 0-1,1 0 0,1 0 0,-1-1 0,1 1-9,-1-11-7,0 1 0,1-1 1,1 1-1,3-14 7,-3 24-7,0 0 0,1 0 0,-1 1 0,1-1 0,0 0 0,0 1 0,1-1 0,-1 1 0,1 0 0,-1-1 0,1 1 0,0 0 0,0 1 0,0-1 0,1 1 0,-1-1 1,1 1-1,-1 0 0,1 0 0,0 0 0,0 1 0,0-1 0,0 1 0,0 0 0,0 0 0,1 1 7,-1-1-6,-1 0 0,1 0-1,0 1 1,-1-1 0,1 1 0,-1 0 0,1 0 0,0 1 0,-1-1 0,1 1-1,-1-1 1,1 1 0,-1 1 0,1-1 0,-1 0 0,1 1 0,-1-1 0,0 1-1,0 0 1,0 0 0,0 0 0,0 1 0,-1-1 0,1 1 0,-1-1 0,1 1-1,-1 0 1,0 0 0,1 1 6,-1 2 3,1-1 0,-1 1 0,-1 0 0,1-1-1,-1 1 1,0 0 0,0 0 0,-1 0 0,1 0 0,-1 0 0,-1 0-1,1 0 1,-1 0 0,0 0 0,0 0 0,-1-1 0,0 1 0,0 0-1,0-1 1,-1 1 0,0-1 0,0 0 0,0 0 0,0 0 0,-1 0-1,-3 3-2,2-2 13,-1 0-1,-1-1 1,1 1-1,-1-1 1,0 0-1,0-1 1,0 0-1,0 0 1,-1 0-1,0-1 1,0 0-1,0-1 1,0 0-1,0 0 1,0-1-1,-1 0 0,1 0 1,-8-1-13,14 0 3,-1 0 1,1-1-1,0 1 0,-1-1 1,1 1-1,0-1 0,0 0 1,0 0-1,-1 0 1,1-1-1,0 1 0,0 0 1,1-1-1,-1 1 0,0-1 1,0 0-1,1 1 0,-1-1 1,1 0-1,0 0 1,-1 0-1,1 0 0,0 0 1,0-1-1,0 1 0,0 0 1,1 0-1,-1-1 0,1 1 1,-1-2-4,-2-10 22,1-1 0,1 1-1,0 0 1,1-12-22,1 15 3,-1 1-13,1 0 1,0 0 0,0 0 0,1 1 0,1-1-1,0 1 1,0-1 0,1 1 0,0 0 0,0 0-1,1 0 1,0 1 0,1 0 0,0 0 0,5-5 9,-6 7-8,1 1 0,-1 0 0,1 0 0,0 0 0,0 1 0,0 0 0,1 0 0,-1 1 0,1 0 1,0 0-1,0 0 0,0 1 0,1 0 0,-1 0 0,0 1 0,1 0 0,-1 1 0,1-1 0,-1 1 1,0 1-1,4-1 8,-9 1-7,0-1 1,1 1 0,-1-1 0,0 1 0,1 0 0,-1-1-1,0 1 1,0 0 0,1 1 0,-1-1 0,0 0-1,0 1 1,-1-1 0,1 1 0,0-1 0,0 1 0,-1 0-1,1 0 1,-1 0 0,1 0 0,-1 0 0,0 0 6,1 2-4,0 1 0,-1-1 0,0 1 1,0-1-1,0 1 0,0 0 1,-1-1-1,1 1 0,-1 0 1,0 0-1,-1 1 4,0 4 8,0 1 0,-1-1 1,0 0-1,-1 0 0,0-1 0,-1 1 0,0 0 1,0-1-1,-1 0 0,-4 5-8,-3 1 34,-1 1-1,0-2 1,-1 0-1,-1 0 1,-15 10-34,22-19 10,0 1-1,0-1 1,-1 0 0,1-1-1,-1 0 1,0-1-1,0 1 1,-1-2 0,1 1-1,-1-1 1,1-1 0,-1 0-1,-1 0-9,9-1 8,0 0-1,1-1 0,-1 1 1,0 0-1,0-1 0,0 1 1,0-1-1,0 1 0,0-1 1,1 0-1,-1 0 1,0 0-1,1 0 0,-1 0 1,1 0-1,-1-1 0,1 1 1,-1 0-1,1-1 0,0 1 1,0-1-1,-1 0-7,-1-3 5,1 0-1,0 1 1,0-1-1,0 0 1,0 0 0,1 0-1,0 0 1,0 0-1,0-2-4,0-3-1,0 0 0,1-1 0,0 1 0,1 0 0,0-1 0,0 1 0,1 0 0,0 0 0,2-3 1,0 6-11,1-1 0,-1 1-1,2 0 1,-1 1 0,1-1 0,0 1 0,0 0 0,0 0 0,1 1 0,0 0 0,0 0 0,1 1 0,-1-1 0,1 2-1,0-1 1,0 1 0,0 0 0,0 1 0,1 0 0,-1 0 0,1 1 0,-1 0 0,1 0 0,-1 1 0,1 1 0,8 0 11,-15 0-6,0 0 1,1 0 0,-1 0 0,0 0 0,0 0 0,0 0-1,0 1 1,0-1 0,0 1 0,-1-1 0,1 1-1,0 0 1,-1 0 0,1 0 0,-1 0 0,0 0 0,1 0-1,-1 0 1,0 0 0,0 0 0,-1 0 0,1 1-1,0-1 1,-1 0 0,1 1 0,-1-1 0,0 1 0,0 1 5,1 3 1,-1 0 1,0 0 0,0 0 0,-1 0 0,1 0 0,-2 0 0,1 0 0,-1 0 0,-2 4-2,0-1 20,-2-1 1,1 0 0,-1 0 0,-1-1 0,1 0 0,-2 0 0,1 0 0,-1-1-1,0 0 1,0 0 0,-1-1 0,0 0 0,0-1 0,-1 0 0,1 0 0,-1-1-1,0-1 1,0 1 0,0-1 0,-11 1-21,19-4 7,1 0-1,-1 0 1,0 0-1,1 0 1,-1-1-1,0 1 1,1 0-1,-1-1 1,0 1-1,1-1 1,-1 0-1,1 1 1,-1-1-1,1 0 1,-1 0-1,1 0 1,0 0-1,-1 0 1,1 0-1,0-1 1,0 1-1,-1-1-6,0-2 2,0 1 0,0-1 0,1 1 0,-1-1 0,1 0 1,0 0-1,0 0 0,0 0 0,0 1 0,1-2-2,-2-9-9,2 0 0,0 0 1,1 1-1,0-1 0,3-8 9,-3 16-8,1 0-1,-1 1 1,2-1 0,-1 1-1,1-1 1,-1 1-1,1 0 1,1 0 0,-1 0-1,1 1 1,0-1 0,0 1-1,0 0 1,1 0 0,-1 0-1,1 1 1,0-1-1,0 1 1,0 0 0,0 1-1,1-1 1,-1 1 0,1 0-1,0 0 1,0 1 0,-1 0-1,1 0 1,0 0-1,0 1 1,0 0 0,0 0-1,0 0 1,2 1 8,-5 0-4,0 1 0,0-1 0,0 1-1,-1 0 1,1 0 0,0 0 0,-1 0 0,1 1 0,-1-1-1,0 1 1,0-1 0,0 1 0,0 0 0,0 0 0,-1 0-1,1 0 1,-1 0 0,0 0 0,0 0 0,0 1 0,0-1 0,0 0-1,-1 0 1,1 1 0,-1-1 0,0 1 0,0 1 4,0 4 2,0-1 0,0 0 0,0 1 0,-1-1 0,0 0-1,-1 1 1,0-1 0,0 0 0,-1 0 0,0-1 0,-1 2-2,1-3 14,-1-1 1,0 0-1,0 0 0,0 0 0,0-1 0,-1 1 0,1-1 0,-1 0 1,-2 1-15,5-3 9,-1-1 0,0 1 0,0-1 1,1 1-1,-1-1 0,0 0 0,0 0 0,0 0 1,0 0-1,-1-1 0,1 1 0,0-1 1,0 0-1,0 0 0,0 0 0,0 0 1,-1-1-1,1 1 0,-1-1-9,3 0 4,-1 0 0,0 0-1,1 1 1,0-1 0,-1 0-1,1 0 1,0 0 0,-1-1 0,1 1-1,0 0 1,0 0 0,0-1 0,0 1-1,0-1 1,0 1 0,0-1 0,1 1-1,-1-1 1,1 1 0,-1-1 0,1 0-1,-1 1 1,1-1 0,0-1-4,-3-46-11,4 38 11,-1 3-8,0-1 0,1 1-1,0 0 1,0 0 0,1-1 0,0 1 0,1 0 0,0 1 0,0-1 0,1 0 0,-1 1 0,2 0-1,2-4 9,-5 8-10,1-1 0,0 1 0,0 0 0,0 0 0,1 1 0,-1-1 0,1 1 0,-1-1 0,1 1 0,0 0 0,0 0 0,0 1-1,0-1 1,0 1 0,0 0 0,0 0 0,1 0 0,-1 1 0,0-1 0,1 1 0,-1 0 0,0 0 0,1 1 0,-1-1-1,0 1 1,0 0 0,1 0 10,-1 1-3,-1-1 1,0 1-1,0 0 0,0-1 0,0 1 0,0 1 0,0-1 0,0 0 1,-1 1-1,1-1 0,-1 1 0,0 0 0,0 0 0,0 0 1,0 0-1,0 0 0,-1 0 0,1 0 0,-1 1 0,0-1 0,0 0 1,0 1-1,0-1 0,-1 1 0,0-1 0,1 2 3,0 3 2,-1-1 0,1 1 1,-1-1-1,-1 1 0,1-1 0,-1 1 0,0-1 1,-1 0-1,0 0 0,0 1 0,-1-1 0,-2 4-2,1-5 18,-1 1-1,0-1 0,0 0 1,-1-1-1,0 1 1,0-1-1,0 0 0,0 0 1,-1-1-1,0 0 1,0 0-1,0-1 0,-1 0-17,3 0 21,-1-1-1,1 1 1,-1-2-1,0 1 1,0-1-1,1 1 1,-1-2-1,0 1 1,0-1 0,0 0-1,0 0 1,0 0-1,0-1 1,0 0-1,0 0 1,0-1-1,-4-1-20,7 1 13,0 0 0,0-1 0,0 1 0,0-1 0,1 1 0,-1-1 0,1 0 0,0 0 0,0 0-1,0-1 1,0 1 0,0 0 0,1-1 0,-1 1 0,1-1 0,0 1 0,0-1 0,1 0 0,-1 0 0,1 1 0,-1-1 0,1 0 0,0 0 0,1 1-1,-1-1 1,1-1-13,-1 1 15,0 0 0,1 0 0,-1-1 0,1 1 0,0 0 0,0 0 0,1 0 0,-1 0 0,1 0 0,0 1 0,0-1 0,0 0 0,0 1 0,1-1 0,-1 1 0,1 0 0,0 0-1,0 0 1,0 0 0,1 1 0,-1-1 0,1 1 0,0-1-15,-1 2 4,0-1 0,-1 1-1,1 0 1,0 0 0,0 1-1,0-1 1,0 1 0,0-1 0,0 1-1,0 0 1,0 0 0,0 0-1,0 0 1,0 1 0,0-1 0,0 1-1,0 0 1,-1 0 0,1 0-1,0 0 1,0 0 0,1 2-4,-2-1 0,0 0 0,0 0 0,0 1 0,-1-1 0,1 1 0,-1-1 0,1 1 0,-1-1 0,0 1 0,0 0 0,0 0 0,-1 0 0,1-1 0,-1 1 0,1 0 0,-1 0 0,0 0 0,0 0 0,0 0 0,-1 0 0,1 0 0,-1 1 0,0-1 17,1-1-1,-1 1 1,0 0 0,0 0 0,0-1 0,0 1 0,-1 0 0,1-1 0,-1 1 0,1-1 0,-1 0 0,0 1 0,0-1 0,0 0 0,0 0 0,0 0-1,-1-1 1,1 1 0,-1 0 0,1-1 0,-1 0 0,1 1 0,-1-1 0,0 0 0,1 0 0,-1-1 0,0 1 0,0-1 0,0 1 0,0-1 0,-2 0-18,-3 1-322,0-1 0,0 0-1,0 0 1,0-1-1,0 0 1,0-1 0,1 1-1,-1-1 1,1-1-1,-1 0 1,-2-1 323,1-1-4040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01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35 8410,'0'0'3561,"0"0"-1257,0 0 390,0 0-346,0 0-746,-1-5-611,1 4-930,0-1-1,0 1 1,0 0-1,-1-1 1,1 1-1,-1 0 1,1 0-1,-1-1 1,1 1 0,-1 0-1,0 0 1,1 0-1,-1 0 1,0-1-1,0 1 1,0 0 0,0 1-1,0-1 1,0 0-1,0 0 1,0 0-1,-1 0-60,0 0 50,-1 1 0,1-1 0,0 0-1,0 1 1,-1 0 0,1-1-1,0 1 1,-1 0 0,1 0 0,0 1-1,-1-1 1,1 0 0,0 1 0,0-1-1,-1 1 1,1 0 0,-2 0-50,-5 4 26,-1 0-1,1 0 1,1 1 0,-1 0-1,1 0 1,0 1 0,0 0-1,0 2-25,-60 66 54,59-65-40,-11 15 24,0 0 0,2 1-1,1 1 1,-10 21-38,21-36 12,1 1 0,0 1 1,0-1-1,1 1 0,1-1 0,1 1 0,0 0 0,0 0 0,1 0 0,1 1 0,2 10-12,-2-19 20,1 0-1,1-1 1,-1 1-1,1 0 1,0-1-1,0 1 1,1-1-1,0 0 1,0 1-1,0-1 1,0-1-1,1 1 1,0 0-1,0-1 1,0 0-1,0 0 1,1 0-1,0-1 0,0 1 1,0-1-1,0 0 1,0 0-1,0-1 1,1 0-1,-1 0 1,1 0-1,2 0-19,13 3 90,-1 0 0,1-2-1,1 0 1,-1-2 0,0 0-1,21-2-89,-36 0-59,0 0 0,0-1-1,0 1 1,0-1-1,0 0 1,0 0 0,0-1-1,0 0 1,-1 0-1,4-3 60,29-24-4964,-24 13-600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0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11402,'0'0'2010,"0"0"-444,0 0 361,24 21 48,-3-4-1542,-6-5-174,0 0 0,-1 1-1,0 0 1,-1 1 0,-1 1 0,0 0-1,-1 0 1,-1 1 0,0 1 0,4 9-259,-1 8 451,0 1-1,-3 0 1,-1 0 0,-1 1 0,-2 1 0,-1 7-451,1 46 1290,-6 86-1290,-2-147 65,-1 0-1,-1 0 1,-2 0-1,-1-1 1,-1 0 0,-2 2-65,-21 49 324,-18 30-324,18-41-878,2 1-1,-1 13 879,20-39-2498,5-15-3435,3-11-5446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1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12483,'0'0'4387,"0"0"-1877,0 0-367,0 0-609,0 0-654,19-1-230,221-30 798,-127 14-2199,0 5 0,38 3 751,-165 29-4755,-16 0-605,-8 0-2121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1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10658,'0'0'2221,"0"0"-396,0 0 479,0 0-577,0 0-642,0 0-145,-9 10 33,3-3-810,-1 0-1,1 0 1,1 0 0,0 1 0,0 0 0,0 0 0,1 0 0,0 1 0,1 0 0,0-1 0,0 1 0,1 1-163,-17 77 1031,-7 29 724,6 1-1755,15-80 165,2 0 0,1 0 0,2 0 0,2 0 0,2 13-165,-2-39 24,1 1 0,0-1 0,0 1 0,1-1 0,1 0 0,0-1 0,0 1 0,1-1 0,0 0 0,1 0 0,0-1 0,1 0 0,0 0 0,0 0 0,0-1 0,1-1 0,1 1 0,-1-2 0,1 1 0,1-1 0,-1-1 0,1 0 0,0 0 0,0-1 0,0 0 0,0-1 0,1-1 0,0 1 0,-1-2 0,11 1-24,-4-2-66,0 0-1,0-1 0,0-1 0,-1 0 1,1-2-1,-1 0 0,1 0 0,-1-2 1,-1 0-1,1-1 0,-1-1 0,0-1 1,-1 0-1,0-1 0,0 0 0,-1-1 1,-1-1-1,0 0 0,2-3 67,-11 10-272,1 0-1,-1 0 0,0-1 1,0 0-1,0 0 1,-1 0-1,0 0 1,2-6 272,-4 9-358,0 1 1,-1-1 0,1 0 0,-1 1 0,0-1-1,0 0 1,0 0 0,0 1 0,0-1-1,0 0 1,-1 0 0,1 1 0,-1-1 0,-1-2 357,-9-11-5311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16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11987,'0'0'2496,"0"0"-231,0 0-25,0 0-832,0 0-623,0 0-169,0 0 232,67-22-128,-26 14-232,4-2-320,8-3-120,3 1-48,8-1-424,25-4-1232,-14 4-3377,-11 1-4521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16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12843,'0'0'2900,"0"0"-1005,0 0-145,-14 21-155,5-6-1322,-4 4 74,1 1 1,1 0-1,1 1 1,0-1-1,2 2 1,-5 19-348,-4 32 970,3 0 0,4 0 0,3 1-1,2 66-969,5-134 5,0 1 0,0-1 0,1 0 0,0 0 0,0 1 0,0-1 0,1 0 0,0 0-1,0-1 1,1 1 0,-1 0 0,1-1 0,1 1 0,-1-1 0,1 0 0,-1 0-1,2 0 1,-1-1 0,0 0 0,1 1 0,1 0-5,3 0-59,-1 0 0,1-1 0,-1 0 0,1 0 0,1 0 0,-1-2 0,0 1 0,1-1 0,-1 0 0,1-1 0,-1 0 0,1-1 0,4 0 59,10 0-727,1-1 0,-1-1-1,0-1 1,6-2 727,-15 1-1522,0-1 1,-1 0 0,1 0-1,6-5 1522,23-15-8367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16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13947,'0'0'4489,"0"0"-3585,0 0 368,0 0 393,0 0-505,159 143-192,-112-86-328,-8 1-128,-8-3-327,-3-8-121,-9-4-64,-2-8-8,-6-7-265,-2-8-255,-7-5-456,-2-10-656,0-5-2545,0 0-3705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17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 12259,'0'0'3582,"0"0"-1436,0 0-307,0 0-883,0 0-163,-15 31 182,0 2-678,-18 36 485,-2-2 1,-4 1-783,-101 130 1349,42-63-1215,91-124-1827,16-21-1444,-2 3 2300,14-17-4452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17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13483,'0'0'3567,"0"0"-1650,0 0-48,27 27-254,84 95-530,-100-108-926,-1 2 0,0-1 1,-1 1-1,-1 1 1,-1-1-1,0 1 0,-1 1 1,-1-1-1,0 1 1,-1 0-1,-1 0 0,-1 0 1,-1 0-1,0 5-159,-1-19 27,4 45 270,-3-1 0,-1 1 0,-4 10-297,1-32 42,-1-2 1,-1 1 0,-2 0-1,0-1 1,-2-1-1,-8 18-42,-1-9-46,14-25-169,-1-1 1,1 1-1,0 0 1,1 0 0,0 0-1,0 1 1,0-1-1,1 1 1,0 3 214,2-11-1223,10-8-5646,5-8-2009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17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12363,'0'0'3216,"0"0"-879,0 0-569,0 0-696,0 0-535,0 0 103,153 0-248,-106 0-80,-5 0-128,-9 0-176,-8 0-8,-2 0-144,-10 0-688,-10 0-1577,-3 5-1848,0 3-2824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18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6889,'0'0'4954,"0"0"-3922,0 0 1424,0 0-511,0 0-489,0 0-768,0 0 88,142 20-168,-106-20-263,-2 0-249,-6-5-88,-3 3-8,-6-1-313,-5 3-951,-14 0-1416,0 10 159,0 5-1568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33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48 9482,'0'0'2575,"0"0"-606,0 0-174,0 0-279,26-9-528,82-25-508,-106 33-469,0 1-1,0-1 1,0 0 0,0 1-1,0-1 1,0 1-1,1 0 1,-1 0-1,0 0 1,0 0-1,0 0 1,0 0 0,0 1-1,0-1 1,0 1-1,0-1 1,0 1-1,0 0 1,0 0-1,0 0 1,0 0 0,0 0-1,-1 0 1,1 0-1,0 0 1,-1 1-1,1-1 1,-1 1-1,0-1 1,1 1 0,-1 0-1,0 0 1,0-1-1,0 1 1,0 0-1,1 2-10,0 4 63,-1 0 0,1 0 0,-1 0 0,0 0 0,-1 0 0,0 0 0,0 6-63,-1-4 122,1-1-37,-1 0-1,-1 0 1,0 0-1,0 0 1,-1 0-1,0-1 1,0 1-1,-1-1 1,0 0-1,0 1 1,-1-2-1,0 1 1,-1-1-1,1 0 1,-5 4-85,3-3 4,-1-1 0,1 1 0,-2-1 0,1-1 0,-1 0 0,0 0 0,0-1 0,-1 0 0,0 0 0,1-1 0,-2 0 0,1-1 0,-2 0-4,11-2-86,0-1-1,0 0 0,0 1 1,0-1-1,0 0 0,0 0 1,0 0-1,0 0 0,0 0 1,0 0-1,0 0 0,0 0 0,0-1 1,0 1-1,0 0 0,0 0 1,0-1-1,0 1 0,0-1 1,0 1-1,0-1 0,0 1 0,0-1 1,1 0-1,-1 1 0,0-1 87,-5-25-4194,5-1-1216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33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2665,'0'0'9434,"0"0"-8154,0 0-8,0 0-616,0 0-336,0 0-64,0 0-48,-84 145-8,79-107-144,2-6 25,3-4-33,0-10-48,17-8 56,11-8-56,5-2 0,14-5-1305,-8-15-1623,-3-3-6738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34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6953,'0'0'993,"0"0"-689,0 0-120,0 0-184,0 0-904,0 0-785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34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82 92 9082</inkml:trace>
  <inkml:trace contextRef="#ctx0" brushRef="#br0" timeOffset="1">82 92 9082,'124'-78'2470,"-124"78"-2349,1 0 1,-1 0-1,0 0 1,1 0-1,-1-1 1,1 1-1,-1 0 1,1 0-1,-1-1 1,0 1-1,1 0 1,-1 0-1,1-1 1,-1 1-1,0-1 1,1 1-1,-1 0 1,0-1-1,0 1 0,1-1 1,-1 1-1,0 0 1,0-1-1,0 1 1,0-1-1,1 1 1,-1-1-1,0 1 1,0-1-1,0 0-121,-14-1 1683,-25 11-358,28-2-1145,1 1-1,1 0 1,-1 1 0,2 0 0,-1 1 0,1 0-1,0 0 1,1 0 0,1 1 0,-1 0-1,2 0 1,0 1 0,-3 8-180,1 0 136,1 0-1,1 0 1,1 1-1,0-1 1,2 1 0,0 0-1,2 0 1,0 0-136,0-19 2,1 1 0,-1-1 1,1 1-1,-1-1 0,1 1 0,0-1 1,0 1-1,0-1 0,0 0 0,1 0 1,-1 0-1,0 1 0,1-1 0,0 0 1,-1-1-1,1 1 0,0 0 0,0 0 1,0-1-1,0 1 0,0-1 0,1 0 1,-1 0-1,0 0 0,1 0 0,-1 0 1,0 0-1,1 0 0,-1-1 0,3 1-2,2 0-100,0 0-1,0 0 0,0-1 0,0 0 0,0 0 0,0-1 0,0 1 0,0-2 0,0 1 0,-1-1 0,5-1 101,1-4-879,0 0-1,-1 0 1,1-1-1,-2 0 0,1-1 1,5-6 879,11-14-5176</inkml:trace>
  <inkml:trace contextRef="#ctx0" brushRef="#br0" timeOffset="2">1 239 8426,'0'0'4657,"0"0"-2481,0 0 257,0 0-961,0 0-752,0 0-504,150-30-216,-72 8-728,-17 4-1920,-8 1-3634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34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11859,'0'0'2688,"0"0"-1232,0 0 473,0 0-729,0 0-744,144 55 104,-110-7-72,-6 4 73,-1 1-201,-2-3-144,-5-8-168,-1-6-40,-5-9-8,0-14-632,-5-13-1153,-1 0-2120,-5-18-2928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35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0 14507,'0'0'2537,"0"0"-513,0 0-192,-128 143-607,78-83-785,0 0-184,0-2-200,5-5 8,3-3-64,6 7-944,8-14-1513,6-8-3776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59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11947,'0'0'2704,"0"0"-1400,0 0 889,156-37-841,-97 27-496,-1 0-440,-2 5-368,-6 2 32,-6 3-80,-8 0-48,-8 0-752,-17 0-1464,-8 5-2169,-3 3-3145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59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13259,'0'0'2387,"0"0"-1268,0 0-88,-7 22 36,-16 55 564,3 0 1,-2 42-1632,12-45 817,3 1 0,3-1 0,7 75-817,-3-141 11,1-1-1,0 1 0,1 0 1,-1 0-1,1-1 0,1 1 1,-1-1-1,1 0 0,1 0 1,-1 0-1,1 0 0,1-1 0,-1 1 1,1-1-1,0 0 0,0 0 1,1-1-1,0 1 0,0-1 1,0-1-1,0 1 0,1-1 1,0 0-1,0-1 0,0 1 1,0-1-1,1-1 0,-1 1 1,1-1-1,-1-1 0,1 1 1,0-1-1,-1-1 0,1 1 1,7-2-11,3 1-81,0 0 0,0-2 0,0 0 0,-1-1-1,1-1 1,0-1 0,-1 0 0,0-2 0,-1 1 0,3-3 81,-8 3-378,0 0-1,-1-1 0,0 0 1,0-1-1,-1 0 1,0 0-1,0-2 379,-2 3-707,-1 0-1,-1-1 1,1 0 0,-1 0 0,-1-1-1,0 1 1,0-1 0,0 0 0,0-4 707,2-23-5471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59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14011,'0'0'3865,"0"0"-2673,0 0 320,0 0-431,0 0-497,0 0-352,200-40-144,-130 23-88,24-6-568,-21 5-2217,-9-2-6465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00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12779,'0'0'2664,"0"0"-1736,0 0 2097,-86 196-1288,66-114-513,7 3-352,13-2-296,0-8-360,19-10-120,14-12-8,4-11-88,2-9-72,0-11-560,5-12-88,15-10-1225,-9-5-2984,-9-20-7537</inkml:trace>
  <inkml:trace contextRef="#ctx0" brushRef="#br0" timeOffset="1">477 133 13355,'0'0'2160,"0"0"-263,0 0 591,0 0-879,178 155-465,-139-100-488,-6-5-336,-5-2-224,-3-5-56,-3-6-40,-5-7-112,-3-7-792,-11-8-1297,-3-10-3112,0-5-5025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00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0 11602,'0'0'6226,"0"0"-5586,0 0 560,0 0 409,-106 178-289,50-100-304,0-1-280,1-4-24,7-13-400,10-10-48,12-15-176,13-10-160,4-12 72,9-8-376,0-5-424,11 0-352,17-13-1161,8-9-4472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01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12483,'0'0'1829,"0"0"-82,24 26 502,2 1-1592,-4-5-153,-1 1 0,-1 0 0,0 1 1,-2 1-1,-2 1 0,9 18-504,-12-18 430,-2 1-1,-1 0 1,-1 1-1,-2 0 1,-1 1 0,0 0-1,-2 3-429,2 54 1509,-3 64-1509,-3-138 21,-1 2-16,0 0 0,-1 0 0,0 0 1,-2 5-6,-2 9-422,28-47-7947,3-8-4811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01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12827,'0'0'2096,"0"0"-1392,0 0 545,0 0-289,0 0-728,150 5-80,-105-5-152,-12 0-688,-11 0-1449,-16 0-3328</inkml:trace>
  <inkml:trace contextRef="#ctx0" brushRef="#br0" timeOffset="1">1 268 14507,'0'0'2953,"0"0"-1641,0 0 280,150-40-1336,-80 20-256,16 3-1344,-19 7-1681,-14 5-5832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28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10298,'0'0'3877,"0"0"-968,0 0-162,0 0-787,0 0-723,0 0-667,0 11-247,0 489 2048,0-495-2364,0 1 0,0-1 0,1 1 0,-1 0 0,1-1 0,0 1 1,1-1-1,-1 0 0,1 1 0,0-1 0,1 0 0,1 2-7,-3-5-12,1 0 0,0 0 0,0 0 0,0-1 0,0 1 0,0-1 0,0 1 0,1-1 0,-1 0 0,0 0 1,1 0-1,-1 0 0,1 0 0,-1 0 0,1-1 0,-1 1 0,1-1 0,-1 0 0,1 0 0,0 0 0,-1 0 0,1 0 1,-1-1-1,1 1 0,-1-1 0,1 1 0,-1-1 0,1 0 12,4-1-99,-1 0 0,0-1 0,1 1-1,-1-1 1,0-1 0,-1 1 0,1-1 0,-1 0 0,1 0 0,-1 0 0,0-1 0,-1 0 0,1 0-1,-1 0 1,0-1 0,0 1 0,0-2 99,1-2-610,1-1-1,-2 0 1,1-1-1,-2 1 1,1-1-1,-1 1 1,-1-1-1,0 0 1,0 0-1,-1-2 611,-1-30-5954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28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13259,'0'0'3016,"0"0"-1087,0 0 111,0 0-1472,0 0-319,0 0-249,173-53-569,-120 53-2207,-9 0-3201</inkml:trace>
  <inkml:trace contextRef="#ctx0" brushRef="#br0" timeOffset="1">445 266 12187,'0'0'2128,"0"0"-1104,0 0 425,0 0-961,145-30-488,-81 25-736,-17 2-1225,-10 1-2776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28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11322,'0'0'3809,"0"0"-1896,0 0 407,0 0-599,0 0-1017,203-28-496,-130 16-208,-7 2-344,7 5-1225,-20 0-2440,-12 2-5137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29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15 9498,'0'0'4264,"0"0"-1867,-20 22-8,-60 75-495,75-92-1792,1 1 0,0-1 0,0 1 1,1 0-1,0 0 0,0 1 0,0-1 1,1 1-1,0-1 0,0 1 0,0 0 1,1-1-1,0 1 0,1 0 0,0 0 1,0 0-1,0 0 0,1 0 0,0 0 1,0-1-1,2 6-102,-2-9 32,1 0 1,0 0-1,0 0 0,0-1 1,1 1-1,-1-1 1,1 1-1,-1-1 1,1 0-1,0 0 0,0 0 1,0 0-1,0-1 1,0 1-1,0-1 0,0 0 1,0 1-1,1-2 1,-1 1-1,0 0 1,1-1-1,-1 1 0,1-1 1,-1 0-1,3 0-32,10 0 82,0 0 0,1 0 0,-1-2 0,0 0 0,1-1-82,-6 0 16,-1 0 0,0-1 1,1 0-1,-1 0 0,-1-2 0,1 1 0,-1-1 0,0 0 1,0-1-1,-1 0 0,1 0 0,-2-1 0,1 0 1,0-2-17,-3 4 12,0 0 0,-1 0 0,0 0 0,0 0 0,-1-1 0,0 0 0,0 1 0,0-1 0,-1 0 0,0-1 0,0 1 0,-1 0 1,0 0-1,0-1 0,-1 1 0,0 0 0,0-1 0,-1 1 0,0 0 0,0-1 0,-2-4-12,2 8-1,-1 0-1,0 0 1,-1 0-1,1 0 1,-1 1-1,1-1 1,-1 1-1,0-1 1,-1 1-1,1 0 1,0 0-1,-1 1 1,0-1-1,1 1 1,-1-1-1,0 1 1,0 0-1,-1 1 1,1-1-1,0 1 1,0 0-1,-1 0 1,1 0-1,-5 0 2,-53-4-1624,6 7-3701,19 2-2873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2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8042,'0'0'4529,"0"0"-1826,0 0-432,0 0-425,0 0-585,0 0-630,19-13-316,-15 10-309,16-11 126,1 1-1,0 0 1,0 1 0,2 2-1,-1 0 1,1 1 0,0 2-1,1 0 1,2 1-132,-12 4 14,-7 1-15,1 0-1,0 0 0,0 1 0,0 0 1,0 0-1,0 1 0,4 0 2,-11 0-5,1 0 0,0-1 0,-1 1 0,1 0 0,-1 0 1,1 0-1,-1 0 0,1 0 0,-1 0 0,0 0 0,1 0 0,-1 1 0,0-1 0,0 0 0,0 1 0,0-1 0,0 1 0,0-1 0,0 1 1,-1 0-1,1-1 0,-1 1 0,1 0 0,-1-1 0,0 1 0,1 0 0,-1 0 0,0-1 0,0 1 0,0 0 0,0 0 0,0 0 0,-1-1 0,0 3 6,0 2 3,-1 0 0,0 1 0,0-1 0,-1 0 0,0 0 0,0 0 0,0-1 0,-1 1 0,0-1 0,0 0 1,0 0-1,-1 0 0,1 0 0,-1-1 0,-1 0 0,-4 4-4,-18 12 71,-1 0 0,-22 9-71,36-20-5,33-17 5,1 1 0,0 0 1,0 2-1,0 0 0,1 1 0,0 1 0,-1 1 0,1 1 0,0 1 0,0 0 1,14 3-1,-29-2 2,-1 1 0,0-1 0,0 1 0,0 0 0,0 0 1,-1 0-1,1 0 0,0 1 0,-1-1 0,0 1 0,1 0 0,-1 0 1,0 1-1,-1-1 0,1 0 0,-1 1 0,1 0 0,-1-1 1,0 1-1,0 0 0,-1 0 0,1 0 0,-1 1 0,0-1 1,0 0-1,0 0 0,-1 1 0,1-1 0,-1 0 0,0 1 1,0-1-1,-1 0 0,1 1 0,-1-1 0,0 0 0,0 1 0,-1-1 1,1 0-1,-1 0 0,0 0 0,0 0 0,0-1 0,0 1 1,-1 0-1,1-1 0,-1 0 0,0 1 0,0-1 0,-1 0 1,-1 1-3,-4 2 82,-1 0 0,1 0 0,-1-1 0,0-1 0,-1 1 0,1-2 1,-1 1-1,0-2 0,1 1 0,-5-1-82,-20 2-55,0-2 0,-22-1 55,-44 2-4200,67 2-1364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7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8314,'0'0'5985,"0"0"-3913,0 0-623,0 0 39,0 0-440,0 0-215,112-33-257,-85 28-240,1 2-208,0 1-128,-3 2 0,0 0-408,0 0-913,-8 0-3240,-6 7-3472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7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11018,'0'0'1625,"0"0"-809,0 0 1176,0 0-423,0 0-473,0 0-808,147 10-88,-102-10-200,16 0-672,-11-5-1705,-8 0-4448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2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8858,'0'0'2167,"0"0"-765,0 0-61,0 0-67,0 0-234,6 0-96,75-4-270,-1-3-1,18-7-673,3 0 816,18 4-816,433-8 1769,-329 15-1562,-222 3-656,-18 0-2136,-59 0-3669,32 0 138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25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4 6937,'0'0'3432,"0"0"-1926,0 0-242,0 0 1,0 0-315,0 0-366,4-2-213,3 2-206,0-1-1,0 1 1,0-1 0,0 2-1,0-1 1,0 1 0,0 0 0,0 1-1,0 0 1,0 0 0,-1 0-1,1 1 1,-1 0 0,1 0 0,-1 1-1,0-1 1,1 3-165,46 19 418,5-5 265,0-4 1,16 1-684,-20-4 207,0 1-1,47 20-206,-93-30 2,1 0-1,-1 0 1,1 1-1,-1 0 0,-1 0 1,1 1-1,-1 0 1,0 1-1,3 2-1,-7-4 2,1-1 0,-1 1 0,1 0 0,-1 0 0,-1 0 0,1 0-1,-1 1 1,0-1 0,0 1 0,0 0 0,-1-1 0,0 1 0,0 0 0,-1 0 0,1 5-2,-1-2 9,-1 0 0,0 0 0,0 0 1,-1-1-1,0 1 0,0 0 0,-1 0 1,0-1-1,-1 0 0,0 0 0,0 0 1,0 0-1,-1 0 0,-1-1 0,1 0 1,-5 4-10,-120 147 242,-7-6 0,-24 10-242,113-120 171,-3-2 0,-1-3 0,-2-2 0,-13 4-171,133-43 345,96-11-303,2 7 1,80 9-43,-75 1 97,-115 0 165,-1 3 1,21 5-263,-22-2 613,2-2 0,20-2-613,-7-6 117,-36 0-117,-1 2 1,0 0 0,1 3 0,21 3-1,-105-11-8942,12-10-5547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40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4937,'0'0'1664,"0"0"-145,0 0-178,0 0-350,0 0-162,0 0-45,0 0-180,0 0-42,0 0-129,0 0-38,0 0-87,0 0-12,0 0-4,0 0 32,0 0 7,29-16 1203,61-26-386,-6 3-503,-80 38-641,0 0 0,0 0-1,0 1 1,0 0 0,1 0-1,-1 0 1,0 0 0,0 0-1,0 1 1,0 0 0,0 0-1,0 0 1,0 0 0,0 1-1,0-1 1,0 1-1,0 0 1,-1 0 0,1 1-1,-1-1 1,0 1 0,0-1-1,0 1 1,1 1-4,11 11 29,-1 0 0,0 1 0,-1 1 0,2 4-29,-9-13 18,164 247 739,-160-240-617,-3-5-60,0-1 0,0 1-1,1-1 1,5 5-80,-20-17-3992,-2-9-757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4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5 3017,'0'0'2001,"0"0"-116,0 0-61,0 0-261,0 0-340,0 0-188,-6-5 7521,0 7-9222,-7 7 686,0 1 1,1 1 0,0 0 0,1 1 0,0 0-1,-5 9-20,-15 16 42,-179 208 1129,198-237-767,-7 9 375,18-15-651,1-1-33,2-1-424,0 1-1,0 0 1,0-1 0,0 1-1,0-1 1,0 0 0,0 1 0,0-1-1,0 0 1,0 0 0,0-1-1,0 1 1,0 0 0,0-1 0,0 1 329,3-1-1086,28-5-5084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4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18 8978,'0'0'2827,"0"0"-1097,0 0-466,0 0-528,0 0-316,0 0-140,5 2-22,-4-2-218,1 0 1,-1 0-1,0 1 1,0-1 0,1 1-1,-1 0 1,0-1-1,0 1 1,0 0-1,0-1 1,0 1-1,0 0 1,0 0-1,0 0 1,0 0-1,0 0 1,0 0 0,0 1-41,-1-1 41,0 0 0,0-1 1,0 1-1,0 0 1,-1 0-1,1 0 1,0 0-1,0 0 1,0 0-1,-1 0 1,1-1-1,-1 1 0,1 0 1,0 0-1,-1-1 1,0 1-1,1 0 1,-1 0-1,1-1 1,-1 1-1,0 0 1,1-1-1,-1 1 0,0-1 1,0 1-1,1-1 1,-1 0-1,0 1 1,0-1-1,0 0 1,0 1-1,0-1 0,1 0 1,-2 0-42,-7 5 102,-1-1 0,0-1 0,0 0 0,0 0 0,0-1 1,0 0-1,-1-1 0,1 0 0,-3 0-102,12-1 14,1-1 1,0 1-1,-1 0 1,1-1-1,0 1 1,-1 0-1,1-1 1,0 1-1,-1 0 1,1-1-1,0 1 1,0-1-1,0 1 1,-1-1-1,1 1 1,0 0-1,0-1 1,0 1-1,0-1 1,0 1-1,0-1 1,0 1-1,0-1 1,0 1-1,0-1 1,0 1-1,0-1 1,0 1-1,0-1 1,0 1-1,0-1 1,0 1-1,1 0 1,-1-1-1,0 1 1,0-1-1,1 1 1,-1-1-1,0 1-14,10-20 70,-6 15-27,1 1 1,0 0 0,0 1 0,0-1-1,0 1 1,0 0 0,1 0 0,0 0-1,-1 1 1,1 0 0,0 0 0,0 0 0,0 1-1,0 0 1,1 0 0,2 1-44,-8 0 3,0 1 0,0-1 1,0 1-1,-1-1 0,1 1 1,0 0-1,0-1 0,0 1 1,-1 0-1,1 0 0,0 0 1,-1-1-1,1 1 0,-1 0 1,1 0-1,-1 0 0,1 0 1,-1 0-1,1 0 0,-1 0 1,0 0-1,0 0 0,0 0 1,1 0-1,-1 0 0,0 1 1,0-1-1,-1 0 0,1 0 1,0 0-1,0 0 0,0 0 1,-1 1-4,-8 39 582,6-37-512,0 0 0,0 0 0,-1 0 0,1-1 0,-1 1 0,0-1 0,0 0 0,0 0 1,-1 0-1,1-1 0,-1 1 0,-3 0-70,6-2 18,0 0 0,1 0 1,-1 0-1,0-1 0,0 1 1,0-1-1,0 1 0,0-1 1,1 0-1,-1 0 0,0 0 1,0 0-1,0 0 0,0 0 1,0-1-1,0 1 0,0 0 1,1-1-1,-1 0 0,0 1 1,0-1-1,1 0 1,-1 0-1,0 0 0,1 0 1,-1 0-1,1 0 0,-1 0 1,1-1-1,-1 1 0,1-1 1,0 1-1,0-1 0,-1 0-18,1 0-71,-1 0-1,1 0 0,0 0 1,0 0-1,0 0 0,0-1 1,0 1-1,0 0 0,1 0 1,-1-1-1,1 1 0,-1 0 0,1-1 1,0 1-1,0-1 0,0 1 1,0 0-1,1-1 0,-1 1 1,1-1-1,-1 1 0,1 0 1,0-1 71,1 1-539,0-1-1,1 1 1,-1-1 0,1 1 0,0 0 0,0 0 0,0 0 0,0 1 0,0-1-1,0 1 1,0-1 0,0 1 0,0 0 0,1 0 0,0 0 539,29-9-6538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42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13715,'0'0'2709,"0"0"-1363,0 0-623,6 23 346,66 334 3047,-49-226-3596,-8-52-617,-3 2 0,-3-1-1,-4 14 98,-5-93-441,0-5-260,-1-94-8099,-6 60 3478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42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7802,'0'0'1585,"0"0"-126,0 0 112,25-14-222,83-44 44,-100 54-1223,1 1-1,-1-1 0,1 1 0,0 1 1,0 0-1,0 0 0,0 1 1,0 0-1,0 0 0,1 1 0,-1 0 1,0 1-1,0 0 0,0 1 1,0-1-1,3 3-169,-7-2 44,0 0 1,0 0-1,0 1 0,0 0 1,0 0-1,-1 1 1,1-1-1,-1 1 1,0 0-1,0 0 0,-1 0 1,1 0-1,-1 1 1,0 0-1,0-1 0,0 1 1,-1 0-1,0 0 1,1 1-1,-2-1 0,1 0 1,0 4-45,1 4 190,0 0 1,-1 0 0,-1 0-1,0 0 1,0 1 0,-2-1-1,1 0 1,-2 0-1,0 4-190,-1-10 77,1 1-1,-1-1 0,0 0 1,-1 0-1,0 0 0,0-1 0,-1 1 1,1-1-1,-1 0 0,-1 0 1,1-1-1,-1 1 0,0-1 0,0-1 1,-1 1-1,1-1 0,-1 0 1,-2 1-77,-22 11 103,0-2-1,0-1 1,-18 4-103,47-16 0,-27 9-1476,0-2-1,-30 6 1477,56-14-2545,3 0-1699,0 0-2335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43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10122,'0'0'3129,"0"0"-1569,0 0-832,0 0 8,0 0 737,-48 180-369,34-107-520,9 2 256,5-10-360,0-8-304,17-6-72,8-11-88,3-8-16,5-7-40,0-7-472,17-11-1224,-5-7-2425,-6 0-5209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43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10402,'0'0'2337,"0"0"-529,0 0 289,0 0-585,0 0-376,156 98-64,-109-40-303,-8 7-185,-8 0-232,-6-3-224,-6-4-128,-2-8-56,-6-7 8,-2-13-776,-7-18-1641,1-9-2144,-3-3-5673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4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395 0 11058,'0'0'1889,"0"0"343,0 0-1432,0 0 289,0 0 295,-117 186-424,76-121 112,-4-3-343,1-7-305,2-5-304,8-7-56,4-8-64,10-7-64,6-8-600,6-8-817,8-12-1071,11 0-2017,11 0-3137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44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10282,'0'0'4241,"0"0"-3385,0 0-104,0 0 241,0 0-329,0 0-408,145-2-256,-100-3-584,-12 0-1689,-13 2-3568</inkml:trace>
  <inkml:trace contextRef="#ctx0" brushRef="#br0" timeOffset="1">70 228 11018,'0'0'1857,"0"0"-889,0 0 1152,0 0-319,0 0-1129,175-30-672,-105 8-1760,-9-4-5170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44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11618,'0'0'2225,"0"0"-857,0 0 393,0 0-193,0 0-800,142 50-264,-125-15 40,-12 5 72,-5 3 9,-5-1-41,-29-4-56,-7-3-376,-1-10-40,3-5-112,8-12-824,20-8-1281,6-8-2712,5-14-6337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4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0 4521,'0'0'6533,"0"0"-3937,0 0-696,0 0-505,0 0-583,0 0-82,-19 28 131,-56 90 70,71-112-860,0 1 0,1 0 0,0 0 0,0 0-1,0 1 1,1-1 0,0 1 0,1-1 0,-1 1 0,2 0 0,-1 0 0,1-1 0,0 1 0,1 0-1,-1 0 1,2-1 0,-1 1 0,2 4-71,-3-12 0,1 3 4,0 0 0,0 0 0,0 0 0,0 0 0,0 0 0,1-1 0,0 1 0,-1 0 0,1-1 0,0 1-1,0-1 1,0 0 0,1 0 0,-1 0 0,0 0 0,1 0 0,-1 0 0,1 0 0,2 0-4,3 2 16,-1-2 0,0 1 0,1-1 0,-1 0 1,1 0-1,-1-1 0,1 0 0,4-1-16,5 1-441,1-2 0,-1 0-1,0-1 1,0 0 0,1-2 0,-2 0 0,5-2 441,25-15-5656,-7 1-6391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3:45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13515,'0'0'2480,"0"0"-1007,0 0 87,111 190 256,-88-87-631,-12 7-81,-11-3-264,0-12-352,0-12-384,-22-13-104,-26 3-560,4-18-1024,-1-15-4738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11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9466,'0'0'1748,"0"0"293,0 0-38,0 27 71,-5 188 1829,9-188-3577,-4-26-323,0 0 1,0 0-1,0 0 1,0 0-1,1 0 1,-1-1-1,0 1 1,1 0-1,-1 0 1,1 0-1,-1-1 1,1 1-1,-1 0 1,1-1-1,-1 1 1,1 0 0,0-1-1,-1 1 1,1-1-1,0 1 1,-1-1-1,1 1 1,0-1-1,0 1 1,0-1-1,0 0 1,-1 1-1,1-1-3,8-11-274,-7 6 96,26-74-6845,-17 39-2128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11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159 186 12939,'-158'-173'2664,"158"168"-1855,0 0 263,0 3-1072,0 2-1377,11 0-1615,-3 0-3594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12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14 7178,'0'0'2779,"0"0"-295,0 0-270,0 0-161,0 0-332,0 0-383,0-14 6,-1 29-1248,-15 107 215,9-84-128,2 1 1,0 32-184,5-71-3,0 1 0,0-1 0,1 1 0,-1-1 1,0 0-1,0 1 0,0-1 0,1 1 0,-1-1 1,0 0-1,0 1 0,1-1 0,-1 0 0,0 1 1,1-1-1,-1 0 0,0 0 0,1 1 0,-1-1 1,0 0-1,1 0 0,-1 0 0,1 1 0,-1-1 0,0 0 1,1 0-1,-1 0 0,1 0 0,-1 0 0,0 0 1,1 0-1,-1 0 0,1 0 0,-1 0 0,1 0 1,-1 0-1,0 0 0,1 0 0,-1-1 0,1 1 3,13-3-374,-7-2-54,0 1 1,-1-1-1,0-1 0,0 1 1,-1-1-1,1 0 1,-1 0-1,-1-1 0,1 0 1,-1 0-1,0 0 0,-1 0 1,2-2 427,-4 6-413,17-34-5211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12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12883,'25'-165'4153,"-25"162"-2825,0 3-632,0 0-696,8 5-2504,6 10-1681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0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66 6265,'0'0'3956,"0"0"-1424,0 0-168,0 0-367,0 0-687,0 0-647,-7 0 313,481-19 2756,-3 0-2748,-367 19-1026,305-2-553,37-20 595,-625 19-10474,123 3 2727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03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3897,'0'0'5165,"0"0"-2657,0 0-841,0 0-162,0 0-588,0 0-534,-27 12 189,21-9-406,1 0-1,-1 0 1,0-1-1,0 0 0,0-1 1,-1 1-1,1-1 1,0 0-1,0 0 1,-1-1-1,-2 0-165,-34 5 693,46-1 44,17 4 905,24 4 936,5-3-2447,1 2 1,-1 3-1,-1 1 1,0 3-1,-2 1 1,0 3-1,12 8-131,-21-8 1,0 2 0,-2 1-1,-1 1 1,-1 2 0,-1 2 0,-1 0 0,-2 3-1,-2 0 1,0 1 0,-2 4-1,-7-13 15,0 0-1,2 0 1,1-2 0,18 15-15,-13-11-10,-21-22 9,-1 0 0,0 0 0,0 1 0,0-1 0,-1 1 0,0 0 0,0 0 0,0 0 0,-1 0 0,0 1 0,0-1 0,0 1 0,-1 2 1,1 3-5,-2 0 1,1 0 0,-2 0-1,1 0 1,-2-1 0,1 1-1,-3 5 5,-7 21-11,-1-1-1,-2 0 0,-2-1 1,-4 6 11,17-36 0,-21 43 0,-204 411 10,207-419-2,-1-2 0,-2-1 0,-1 0 0,-2-2 0,-2-1 0,-26 24-8,16-29 46,38-29-5,1-1-96,0 0-38,15 0-26,171-8 74,43-12 45,-32 2 1,-52 8 5,32-2 143,167-33-149,-343 45-153,25-6 1352,-19 3-952,-14 2-3420,-16 1-2318,-7 0-6657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1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5281,'0'0'2518,"0"0"-819,0 0-295,0 0-318,0 0-298,0 0 151,0 0 176,0 0-110,0 0-162,5-10 779,14-3-1587,1 1 0,1 0 0,0 2 1,1 0-1,0 2 0,0 0 0,0 1 0,20-2-35,-40 8 0,1 1-1,-1-1 1,0 1 0,0 0-1,0 0 1,0 0-1,1 0 1,-1 1 0,0-1-1,0 0 1,0 1-1,0-1 1,0 1-1,0 0 1,0 0 0,0 0-1,0 0 1,0 0-1,0 0 1,-1 1-1,2-1 1,0 3 18,0 1 0,1-1-1,-1 0 1,-1 1 0,1 0-1,-1-1 1,1 4-18,13 22 147,15 25 189,-3 0 0,-2 2 0,-3 1 0,3 19-336,-16-49 97,-3-9-53,0 0 0,1-1 0,1 0-1,1-1 1,5 7-44,-15-23 15,0-1 0,1 0 1,-1 1-1,0-1 0,1 0 0,-1 0 0,0 1 0,1-1 1,-1 0-1,0 0 0,1 0 0,-1 1 0,1-1 1,-1 0-1,0 0 0,1 0 0,-1 0 0,1 0 0,-1 0 1,1 0-1,-1 0 0,0 0 0,1 0 0,-1 0 1,1 0-1,-1 0 0,1 0 0,-1 0 0,0-1 0,1 1 1,-1 0-1,1 0 0,-1 0 0,0-1 0,1 1 1,-1 0-1,0 0 0,1-1 0,-1 1 0,0 0 0,0-1 1,1 1-1,-1 0 0,0-1-15,15-18-54,-12 14 84,10-9-209,13-14 219,-19 10-3798,-9 16 271,-9 0-3307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2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0 4201,'0'0'5509,"0"0"-2959,0 0-1412,0 0 20,0 0 231,-10 27 84,1-1-1103,-10 28 814,-2-1 0,-13 18-1184,-29 41 2044,-6-2 0,-78 96-2044,131-191-87,13-24-1507,4 5 766,-1 1-1,1-1 1,0 0-1,0 1 0,1-1 1,-1 0-1,1 1 1,0 0-1,0-1 829,17-19-9921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2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11827,'0'0'2509,"0"0"-144,0 0-174,0 0-1052,0 0-803,0 0-48,0 26 65,3 180 953,0 197-30,-3-341-4544,0-96-1469,0-3-2502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3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7946,'0'0'2218,"0"0"-75,32-15-227,109-43-292,-128 52-1462,0 1-1,0 1 0,1 0 1,-1 1-1,1 0 1,0 1-1,0 1 0,0 0 1,0 1-1,0 0 0,0 1 1,-1 1-1,11 2-161,-19-3 35,-1 1 1,1-1-1,0 1 0,-1 0 0,0 0 1,1 0-1,-1 0 0,0 1 0,0 0 0,0 0 1,0 0-1,-1 0 0,1 0 0,-1 1 1,0 0-1,0-1 0,1 4-35,0 0 145,0 0-1,0 1 1,-1-1 0,0 1-1,-1 0 1,0 0 0,0 0-1,0 0 1,-1 0 0,0 3-145,0 0 167,-1 0 0,0 0 0,-1 0 0,0-1 0,0 1 0,-1 0 0,-1-1-1,0 1 1,0-1 0,-1 0 0,0 0 0,-1 0 0,0-1 0,0 1 0,-1-1 0,-2 2-167,-9 6 159,0-1 0,-1-1 1,-1 0-1,0-1 0,-1-1 0,-4 1-159,15-9-46,-1 0-1,0 0 1,0 0-1,0-2 1,0 1 0,-1-1-1,1-1 1,-1 0-1,0 0 1,1-1 0,-1 0-1,0-1 1,0 0 0,-5-2 46,15 2-108,0-1 1,0 0 0,1 1-1,-1-1 1,0 0 0,0 0 0,1 1-1,-1-1 1,0 0 0,1 0 0,-1 0-1,1 0 1,-1 0 0,1 0 0,0 0-1,-1 0 1,1 0 0,0 0-1,0 0 1,-1 0 0,1 0 0,0 0-1,0 0 1,0 0 0,0 0 0,1 0-1,-1-1 108,4-31-5705,13 6-2484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3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8890,'0'0'4620,"0"0"-2724,-11 22-136,-21 41 1305,-9 29-3065,29-63 526,1 1 1,2 0-1,1 0 0,2 0 0,-1 16-526,5-33 55,1 0 0,1 0 1,1 1-1,-1-1 0,2 0 0,0 0 0,1 0 0,0 0 0,3 8-54,-4-17-34,0 1 1,0-1 0,1 0 0,-1 0 0,1 0 0,0 0-1,0-1 1,0 1 0,1-1 0,-1 1 0,1-1 0,0-1-1,0 1 1,0 0 0,0-1 0,0 0 0,1 0 0,-1 0 0,0 0-1,1-1 1,0 0 0,-1 0 0,1 0 0,0 0 0,0-1-1,-1 0 1,1 0 0,4 0 32,1-1-701,1 0-1,-1-1 0,0 1 1,0-2-1,0 0 0,-1 0 1,1 0-1,-1-1 1,0-1-1,8-4 702,36-25-9289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3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9538,'0'0'2927,"0"0"-686,0 0-418,31 13-15,5 0-1289,-11-4-227,-1 0 0,-1 2-1,0 0 1,0 2 0,-1 1 0,-1 0 0,1 2-292,9 10 155,-1 1-1,-1 1 0,-2 1 1,0 2-1,-3 0 1,0 2-1,-2 1 0,-2 1 1,5 11-155,-23-38-743,-2-7-5769,-7-5 2024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4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0 11723,'0'0'2744,"0"0"-1568,0 0 1049,-67 148-601,25-83-256,1-2-399,-1-8-217,6-8-456,2-7-208,6-10-8,6-7-80,8-11 0,11-4-824,9-8-1353,25 0-2640,8-20-2936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4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4929,'0'0'6593,"0"0"-3832,0 0-368,0 0-673,0 0-544,0 0-440,0 0-488,159-7-112,-125 7-80,-1 0-112,-2 0-56,-6 0-1296,-9 0-2913,-13 7-3440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4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10218,'0'0'2241,"0"0"-929,0 0 1264,0 0-1215,0 0-777,176 2-488,-98-2-96,-14 0-1488,-9 0-3473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5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11586,'0'0'1677,"0"0"-548,0 0 213,0 0-190,29 12-336,94 43-290,-118-52-463,1 0 0,-1 1 0,0 0 0,1 0 0,-2 0 0,1 0 0,0 1 0,-1 0-1,0 0 1,0 0 0,-1 0 0,1 1 0,-1 0 0,0-1 0,-1 1 0,1 0 0,0 4-63,0 3 249,-1 1 1,0-1-1,-1 1 0,-1 0 1,0-1-1,-1 5-249,1-14 58,0 2 5,-1-1 0,0 1-1,0 0 1,0-1-1,-1 1 1,0-1-1,0 1 1,-1-1-1,1 0 1,-1 0-1,0 0 1,0 0-1,-1-1 1,0 1-1,1-1 1,-1 0 0,-1 0-1,1 0 1,-1-1-1,1 1 1,-1-1-1,0 0 1,0-1-1,0 1 1,-1-1-1,-5 2-62,-7 2-16,0 0-1,-1-2 0,0 0 0,0-1 0,0-1 1,0 0-1,-9-2 17,27 0-58,0 0 0,0 0 0,0 0 0,1 0 0,-1 0 0,0 0 0,0 0 0,1-1 0,-1 1 1,0 0-1,1 0 0,-1-1 0,0 1 0,0 0 0,1-1 0,-1 1 0,1-1 0,-1 1 0,0-1 0,1 1 0,-1-1 0,1 1 0,-1-1 1,1 0-1,0 1 0,-1-1 0,1 0 0,-1 1 0,1-1 0,0 0 0,0 0 0,-1 1 0,1-1 0,0 0 58,0-1-367,0 0 0,0 0 0,0 0-1,0 0 1,0 0 0,1 0 0,-1 0-1,1 0 1,-1 0 0,1 0 0,0 0-1,0 0 1,0 1 0,0-2 367,18-17-6792</inkml:trace>
  <inkml:trace contextRef="#ctx0" brushRef="#br0" timeOffset="1">347 23 1856,'0'0'8534,"0"0"-5057,0 0-2069,0 0-769,0 0-99,0 0 386,-22 29-99,-71 95-21,86-115-703,0 0 0,1 1 0,0-1-1,1 1 1,0 1 0,1-1 0,0 1 0,0 0-1,1 0 1,1 0 0,0 0 0,0 1-1,1-1 1,0 0 0,1 1 0,1-1-1,1 8-102,-2-17 16,0 1-1,1 0 0,0-1 0,0 1 0,0 0 0,0-1 0,0 1 0,0-1 0,1 0 0,-1 1 0,1-1 0,-1 0 0,1 0 1,0 0-1,0 0 0,0 0 0,0-1 0,0 1 0,1 0 0,-1-1 0,0 0 0,1 1 0,-1-1 0,1 0 0,-1 0 0,1-1 1,0 1-1,-1 0 0,2-1-15,11 3 27,1-1 0,-1 0 0,1-2 1,12 0-28,-14 0-64,-3 0-263,1-1 0,0 0 0,-1-1 1,1 0-1,-1-1 0,0 0 0,4-2 327,43-23-5455,-17 3-3972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35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11586,'0'0'1801,"0"0"1352,97 173-985,-77-93-352,-15-2-383,-5-3-753,0-10-232,-11-8-448,-11-4 0,-20 17-312,3-15-2033,0-7-5328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09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 7298,'0'0'4199,"0"0"-1589,0 0-720,0 0-261,0 0-448,0 2 1677,-6 20-2582,5-19-233,-13 39 375,2 1 0,1 0 0,3 1 0,1-1 0,2 2 0,3 3-418,2-47 10,-1-1-1,1 1 1,1 0 0,-1 0-1,0 0 1,0 0 0,0 0-1,0-1 1,1 1 0,-1 0-1,0 0 1,1 0 0,-1-1-1,0 1 1,1 0 0,-1 0-1,1-1 1,0 1 0,-1 0-1,1-1 1,-1 1 0,1-1-1,0 1 1,0-1 0,-1 1-1,1-1 1,0 1 0,0-1-10,27 1 218,-22-2-192,0 0 0,-1-1 1,1 0-1,-1 0 0,0-1 1,1 1-1,-1-1 0,0 0 0,0-1-26,-3 3-32,0-1 0,0 0-1,-1 0 1,1 0 0,0 0-1,-1 0 1,0 0 0,1 0-1,-1 0 1,0-1 0,0 1-1,0-1 1,0 1 0,0-1-1,-1-1 33,2-24-4343,-3 16 1483,1-5-4123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10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46 4889,'0'0'2978,"0"0"-377,0 0-370,0 0-740,0 0-424,0 0-7,-14-10 4822,14 8-5861,0 1 0,0 0-1,0-1 1,0 1 0,1 0-1,-1-1 1,0 1-1,1 0 1,-1 0 0,0-1-1,1 1 1,0 0 0,-1 0-1,1 0 1,0-1-1,-1 1 1,1 0 0,0 0-1,0 0 1,0 0 0,0 1-1,0-1 1,0 0 0,0 0-1,0 1 1,1-1-1,-1 0 1,0 1 0,0-1-1,0 1 1,1 0 0,0-1-21,-10 18 321,6-16-262,1 1 1,0-1-1,0 0 0,0 0 1,-1 0-1,1 0 0,0 0 1,-1 0-1,1-1 0,-1 1 1,1 0-1,-1-1 0,1 1 1,-1-1-1,0 0 0,1 1 1,-1-1-1,1 0 0,-1 0 1,-1 0-60,2 0-29,1-1 0,-1 1 0,0 0 0,1-1 0,-1 1 0,1 0 0,-1-1 0,0 1 0,1-1 0,-1 1 0,1-1 0,0 1 0,-1-1 0,1 0 0,-1 1 0,1-1 0,0 1 0,-1-1 0,1 0 0,0 1 1,0-1-1,0 0 29,-3-16-4315,3 13-5427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13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10066,'0'0'3129,"0"0"-841,0 0-767,0 0-913,0 0-432,0 0 280,0 0-80,-23 157 40,23-109-216,0-5-128,0-6-72,6-9 8,8-11-8,5-14-64,9-3-112,14-30-1008,-9-10-1489,-8-3-5649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1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10802,'0'0'3025,"0"0"-2289,0 0 120,0 0-856,0 0-1704,0 0-7162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0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 9978,'0'0'3163,"0"0"-43,0 0-312,0 0-1067,0 0-973,0 0-147,-1 32 285,-4 205 609,5-134-1116,4 0 1,11 49-400,-12-70-1185,-3-61-848,4-22-5297,3-7-820</inkml:trace>
  <inkml:trace contextRef="#ctx0" brushRef="#br0" timeOffset="1">0 459 10746,'0'0'1561,"0"0"-697,148 0 416,-76 0-800,31-5-480,-17 0-704,-11-3-7258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1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10 169 9674,'0'0'3045,"0"0"-807,0 0-753,0 0-555,0 0-157,0 0 66,18-23 84,58-69-111,-72 87-749,-1 1-1,1 0 1,0 0-1,0 0 1,1 0-1,-1 1 1,1 0 0,0 0-1,0 0 1,0 0-1,0 1 1,0 0-1,0 0 1,1 0 0,-1 1-1,1-1 1,-1 1-1,1 1 1,0-1-1,-1 1 1,1 0 0,-1 0-1,1 1 1,0-1-1,1 2-62,-2-2-8,-2 1 3,1 0-1,0 1 1,-1-1-1,1 1 1,-1 0 0,0 0-1,1 0 1,-1 0-1,0 0 1,0 1-1,-1-1 1,1 1-1,0 0 1,-1 0-1,0 0 1,1 0-1,-1 1 1,0-1-1,-1 0 1,1 1-1,-1-1 1,1 1-1,-1 0 1,0 1 5,4 12-23,0-1 0,-1 1-1,-1 0 1,1 17 23,-2-7-8,-1 1-1,-2 0 0,0 0 0,-6 27 9,4-39 8,-1 1 0,-1-2 0,0 1 0,-1 0 0,-1-1 0,0-1 0,-1 1-1,-1-1 1,-1 1-8,-4 5 73,-1 0-1,-1-2 0,-1 1 0,0-2 0,-1 0 0,-1-1 0,-1-1 0,0-1 1,-1-1-1,-1-1 0,-11 5-72,33-17 58,-1 1 0,1-1-1,-1 1 1,0-1 0,1 0 0,-1 0 0,1 1-1,-1-1 1,0 0 0,0 0 0,1 0 0,-1 0-1,0 1 1,1-1 0,-1 0 0,0 0 0,1-1-1,-1 1 1,0 0 0,0 0 0,1 0 0,-1 0 0,0-1-1,1 1 1,-1 0 0,1 0 0,-1-1 0,0 1-1,1-1 1,-1 1 0,1 0 0,-1-1 0,1 1-58,-2-24 1956,2 12-2166,1 9 233,-1 0 1,1-1-1,0 1 0,0 0 0,0 0 1,1 1-1,-1-1 0,1 0 0,-1 0 1,1 1-1,0-1 0,0 1 1,0-1-1,1 1 0,-1 0 0,0 0 1,1 0-1,-1 0 0,1 0 1,0 1-1,0-1 0,0 1 0,0 0 1,0-1-1,0 1 0,2 0-23,7-3-16,-1 1 0,1 0 0,0 0 0,0 2 0,0-1 0,7 1 16,-11 2-14,0 0-1,0 1 0,0 0 0,0 0 0,-1 1 0,1 0 0,-1 0 1,0 1-1,1 0 0,-2 0 0,1 1 0,0-1 0,-1 1 0,0 1 1,0-1-1,3 6 15,-3-5 5,-1 0 1,1 0-1,1-1 0,-1 0 1,1 0-1,0-1 1,0 1-1,0-2 1,0 1-1,1-1 1,-1 0-1,1 0 0,0-1 1,0 0-1,0 0 1,7-1-6,-9-1-42,1 0 1,-1-1-1,0 0 1,0-1-1,1 1 1,-1-1-1,0 0 1,-1-1-1,1 1 1,0-1-1,-1 0 1,5-3 41,34-17-1857,-7 15-1165,-11 8-1825,-20 0 2960,16 0-6375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2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5417,'0'0'6072,"0"0"-3413,0 0-1386,0 0-156,0 0 7,0 0 243,-8 7-110,2-2-1039,-1-1 1,1 1 0,-1-1 0,-1-1 0,1 1 0,0-1-1,-1 0 1,0-1 0,1 0 0,-1 0 0,0 0-1,0-1 1,0-1 0,-5 1-219,13-2 35,0 1 0,0-1 0,0 0 1,0 1-1,0-1 0,0 0 0,0 1 0,0-1 0,0 0 1,0 1-1,1-1 0,-1 0 0,0 1 0,0-1 0,1 1 1,-1-1-1,0 0 0,1 1 0,-1-1 0,1 1 0,-1-1 0,1 1-35,2-2 0,-1 1-1,1-1 0,0 1 0,0 0 0,1 0 0,-1 0 0,0 1 0,0-1 0,0 1 1,1-1-1,-1 1 0,0 0 0,0 1 0,0-1 0,1 0 0,-1 1 0,0 0 0,0 0 0,0 0 1,0 0-1,0 0 0,0 0 0,0 1 0,0 0 0,0-1 0,-1 1 0,1 0 0,-1 0 0,1 1 1,-1-1-1,0 0 0,0 1 0,0-1 0,0 1 0,-1 0 0,1 0 0,0 0 0,-1 0 0,0 0 1,0 0-1,0 0 0,0 0 0,0 3 1,-1-4 22,-1-1 1,1 0-1,-1 1 1,1-1-1,-1 1 1,0-1-1,1 0 1,-1 1-1,0-1 1,0 0-1,0 0 1,0 0 0,0 0-1,0 0 1,0 0-1,0 0 1,-1 0-1,1 0 1,0 0-1,-1-1 1,1 1-1,0 0 1,-1-1-1,1 1 1,-1-1-1,1 0 1,-1 1-1,1-1 1,-1 0-1,1 0 1,-1 0-23,-57 3 704,51-3-577,-20-3 285,20 1-428,20 0-968,50 1-4997,-31 1-1196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7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36 10066,'0'0'3098,"0"0"-519,0 0-347,0 0-842,0 0-749,29-5-285,-14 2-295,45-8 316,1 3 1,51-1-378,-108 9 9,1 0 0,-1 0 1,0 0-1,1 1 0,-1 0 1,0-1-1,0 1 0,1 1 1,-1-1-1,0 1 0,0-1 1,0 1-1,1 1-9,-4-2-1,0 1 1,1 0-1,-1-1 0,0 1 1,0 0-1,0 0 0,0-1 1,0 1-1,0 0 1,-1 0-1,1 0 0,-1 0 1,1 0-1,-1 0 0,0 0 1,1 0-1,-1 0 1,0 0-1,-1 0 0,1 0 1,0 0-1,0 0 0,-1 0 1,0 0-1,1 0 0,-1 0 1,0 0-1,0 0 1,0 1 0,-3 4 22,0 1 1,0-1 0,-1 0-1,0-1 1,0 1 0,-1-1-1,1 0 1,-1 0 0,-1-1 0,1 1-1,-1-2 1,0 1 0,-4 2-23,-23 12 199,0-1 0,-12 3-199,34-16 32,-96 40 183,106-44-169,6-1 4,20 0-10,0-1-35,0 1 0,0 2 1,0 0-1,0 1 0,-1 1 0,6 3-5,-23-6-4,-1 1 0,1 0-1,-1 1 1,0-1-1,0 1 1,0 0-1,0 0 1,0 1-1,-1-1 1,1 1-1,-1 0 1,0 0-1,0 1 1,-1-1-1,1 1 1,-1 0 0,0 0-1,0 0 1,0 0-1,-1 0 1,0 1-1,0-1 1,0 1-1,-1 0 1,0-1-1,0 1 1,0 0-1,-1 3 5,0-5 10,1 0-1,-2 0 1,1 0-1,0 0 1,-1-1-1,0 1 1,1 0-1,-2 0 1,1 0-1,0-1 1,-1 1-1,1-1 1,-1 1-1,0-1 1,-1 0-1,1 0 1,0 1-1,-1-2 1,-1 2-10,-2 2 97,0-1 1,-1 0-1,0 0 1,0-1 0,0 0-1,-1 0 1,0-1 0,1 0-1,-4 1-97,-13 3 312,0-1 0,-1-2 0,0 0 1,0-1-1,-24-2-312,40 0-31,-33-2 182,42 1-169,-1 0 1,0 0-1,1 0 0,-1 0 0,0 0 0,1 0 1,-1 0-1,0 0 0,1 0 0,-1 0 0,0 0 1,1 0-1,-1 0 0,1-1 0,-1 1 0,0 0 1,1-1-1,-1 1 0,1 0 0,-1-1 0,1 1 0,-1-1 1,1 1-1,-1-1 0,1 1 0,-1-1 0,1 1 1,-1-1-1,1 1 0,0-1 0,0 0 0,-1 1 1,1-1-1,0 1 0,0-1 0,-1 0 0,1 1 1,0-1-1,0 0 0,0 1 0,0-1 0,0 0 1,0 1-1,0-2 18,1 1-254,0 0 0,0-1 0,0 1 1,1 0-1,-1 0 0,0-1 0,0 1 0,1 0 0,-1 0 1,0 1-1,1-1 0,-1 0 0,1 0 0,-1 1 0,1-1 1,0 1-1,-1-1 0,1 1 0,0-1 0,-1 1 0,3 0 254,1-1-1401,28-7-8477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7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15491,'0'0'4225,"0"0"-2680,0 0-121,0 0-664,0 0-360,212-20 56,-134 12 8,-9 3 16,-5 3-424,-11 2-56,-3 0 0,-5 0-416,-3 0-768,-9 20-936,-8 0-2529,-14 0-1897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7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53 12339,'0'0'2527,"0"0"-367,0 0-135,0 0-548,0 0-403,0 0-351,-17 24-238,17-24-485,-17 22 90,2 2-1,1-1 0,-2 8-89,15-30 5,1 0-1,-1 0 0,1 1 1,-1-1-1,1 0 0,0 0 1,-1 0-1,1 1 1,0-1-1,0 0 0,0 0 1,0 1-1,0-1 0,0 0 1,1 0-1,-1 0 0,0 1 1,1-1-1,-1 0 0,0 0 1,1 0-1,0 0 1,-1 0-1,1 0 0,0 1 1,-1-2-1,1 1 0,0 0 1,0 0-1,0 0 0,0 0 1,0 0-1,0-1 1,0 1-1,0 0 0,0-1 1,0 1-1,0-1-4,5 3 20,0-1-1,1-1 1,-1 1 0,0-1-1,0 0 1,4 0-20,-2 0 22,17 2 34,1-1 0,0 0 0,0-2 0,8-2-56,-24 1 12,0 0 0,0-1 0,-1 0 0,1-1 0,0 0 0,-1 0 1,0-1-1,0 0 0,0-1 0,0 0 0,-1 0 0,4-4-12,-9 8 40,-1-1-1,1 0 0,-1 0 1,0 0-1,0 0 1,0-1-1,0 1 1,0-1-1,0 1 1,0-1-1,-1 0 1,1 1-1,-1-1 1,0 0-1,0 0 0,0 0 1,0 0-1,-1 0 1,1 0-1,-1 0 1,0-1-1,1 1 1,-1 0-1,-1 0 1,1 0-1,0 0 0,-1 0 1,0 0-1,0 0 1,0-1-40,-2-2 46,1 1 0,-2 0 1,1 0-1,-1 0 0,1 1 0,-1-1 0,0 1 1,-1 0-1,1 0 0,-1 0 0,0 0 1,0 1-1,0 0 0,-5-2-46,-2-1-184,0 1 0,-1 0 0,1 0 0,-1 2-1,0-1 1,0 2 0,0 0 0,-1 0 0,1 1 0,-1 1 0,1 0-1,0 1 1,-9 2 184,19-3-406,1 1-1,0 0 0,0 0 1,-1 0-1,1 0 1,0 0-1,0 1 0,0-1 1,0 0-1,1 1 1,-1 0-1,0-1 0,1 1 1,-1 0-1,1 0 0,-1 0 1,1 0-1,0 0 1,-1 1 406,-5 17-8464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8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121 116 96,'0'0'10757,"0"0"-6725,0 0-1645,-20 26-604,-62 84-480,80-106-1233,-1-1 1,1 1-1,0 0 1,1 0 0,-1 0-1,0 0 1,1 0-1,0 0 1,0 0-1,0 0 1,1 1-1,-1-1 1,1 0 0,0 3-71,1-4 32,-1-1 1,1 1 0,0 0 0,0-1-1,0 1 1,0-1 0,0 1 0,0-1 0,1 0-1,-1 1 1,1-1 0,0 0 0,-1 0-1,1 0 1,0 0 0,2 1-33,4 2 50,0 0 1,1 0-1,0-1 0,-1 0 1,1-1-1,0 1 0,1-2 1,8 2-51,10 2 40,1-1 1,-1-2-1,1-1 1,-1-1-1,1-2 1,24-3-41,-37 2 9,0 0 1,0-2-1,-1 1 0,1-2 0,-1 0 1,0-1-1,0-1 0,0 0 1,-1-1-1,0 0 0,-1-1 1,10-8-10,-17 11 15,0 0 1,-1-1 0,1 1 0,-2-1 0,1 0-1,0 0 1,-1 0 0,-1-1 0,1 0 0,-1 1-1,-1-1 1,2-6-16,-3 9 25,0 0-1,0 0 0,0 0 0,-1 1 0,0-1 1,0 0-1,0 0 0,-1 0 0,1 0 1,-1 1-1,0-1 0,-1 0 0,1 1 0,-1-1 1,0 1-1,0-1 0,0 1 0,-1 0 1,0 0-1,1 0 0,-2 0 0,-1-2-24,-10-7 32,-1 1 0,-1 0 0,0 1 0,-1 0 0,0 2 0,0 0 0,-19-6-32,31 13-139,5 2 69,0 0 1,0-1-1,0 1 1,0 0-1,0 0 1,0-1-1,1 1 0,-1-1 1,0 1-1,0-1 1,0 1-1,0-1 1,0 0-1,1 1 1,-1-1-1,0 0 0,0 0 1,1 0-1,-1 1 1,1-1-1,-1 0 1,1 0 69,3-3-3169,13 0-3308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23 5737,'0'0'968,"0"0"194,0 0 337,0 0 252,0 0 211,0 0 552,-1-5 213,-2-12-52,1 28-394,0 42-1428,1 74-191,2 146-292,-1-269-640,4 35 678,3-22-1742,4-11-3568,-6-6-6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9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10522,'0'0'4097,"0"0"-2881,0 0 257,0 0-481,0 0-520,206 0-408,-137 0-64,15 0-120,-17 0-2064,-15 0-3874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9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11747,'0'0'1785,"0"0"-191,26-10 134,7-3-1271,-16 5-281,0 1 0,1 1 0,0 1 0,0 0 0,0 1 0,0 1 0,1 1 0,1 1-176,-2-1 236,-4 1-94,-1 0 1,1 1 0,-1 0 0,1 1-1,9 2-142,-21-3 7,1 1 1,0 0-1,-1-1 0,1 1 0,0 0 0,-1 0 0,1 1 0,-1-1 0,0 1 1,1-1-1,-1 1 0,0 0 0,0-1 0,0 1 0,0 0 0,0 0 0,0 1 1,-1-1-1,1 0 0,-1 1 0,0-1 0,1 0 0,-1 1 0,0 0 0,0-1 1,-1 1-1,1 0 0,-1-1 0,1 3-7,0 0 31,-1 1 0,1-1-1,-1 1 1,-1-1 0,1 1 0,-1-1 0,0 1 0,0-1-1,0 0 1,-1 1 0,1-1 0,-2 0 0,1 0 0,0 0-1,-1 0 1,0-1 0,0 1 0,0-1 0,-3 3-31,-5 4 102,-1 0 0,-1-1 0,0 0 0,0-1 0,-1-1 0,-2 1-102,-92 47 516,107-56-331,16 0 370,27-1-447,-23 0-101,1 1 0,-1 0-1,0 1 1,0 1 0,13 3-7,-27-3-5,0-1 1,0 1-1,-1 0 1,1 0-1,0 0 1,-1 0-1,1 1 1,-1 0-1,0 0 1,0 0-1,0 1 1,0-1-1,-1 1 1,1 0-1,-1 0 1,0 0-1,0 0 1,0 0-1,-1 1 1,0 0-1,1-1 1,-2 1-1,2 3 5,-1-3 3,0 0 0,0 1-1,-1-1 1,0 1-1,0-1 1,0 1 0,-1 0-1,1 0 1,-1-1-1,-1 1 1,1 0-1,-1-1 1,0 1 0,0 0-1,-1-1 1,0 1-1,0-1 1,0 0 0,0 0-1,-1 0 1,0 0-1,0 0 1,0 0-1,-1-1 1,0 1 0,0-1-1,0 0 1,0 0-1,0-1 1,-3 2-3,-4 2 105,-1 0 0,0-2 0,0 1 0,-1-1 0,1-1 0,-1 0 0,0-1 0,0-1 0,0 0 0,-1 0 0,1-1 0,-10-1-105,22 0 5,-10 0 47,0 0 0,0 0 0,-1-1 0,1-1 0,0 0 0,-7-2-52,16 3-7,-1 0 0,0-1-1,0 1 1,1-1 0,-1 1-1,1-1 1,-1 0 0,1 0 0,0 0-1,-1 0 1,1 0 0,0 0-1,1-1 1,-1 1 0,0-1-1,1 1 1,-1-1 0,1 0 0,0 0-1,0 1 1,0-1 0,0 0-1,0 0 1,1 0 0,-1 0-1,1 0 1,0-1 7,0 2-76,0-1 0,0 1-1,0-1 1,1 1 0,-1-1 0,1 1-1,0-1 1,0 1 0,0-1 0,0 1-1,0 0 1,0 0 0,0-1 0,1 1-1,-1 0 1,1 0 0,0 0 0,-1 1-1,1-1 1,0 0 0,0 1 0,0-1 0,1 0 76,58-30-4183,-53 28 3176,50-19-6433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40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81 11931,'0'0'2652,"0"0"-501,0 0 63,0 0-631,0 0-664,0 0-336,-13-7-69,-41-22-247,53 29-263,1 0 0,-1-1 0,1 1-1,-1 0 1,0-1 0,1 1 0,-1-1 0,1 1-1,-1-1 1,1 1 0,-1-1 0,1 1 0,-1-1-1,1 1 1,0-1 0,-1 0 0,1 1 0,0-1-1,-1 0 1,1 1 0,0-1 0,0 0 0,0 1-1,0-1 1,-1 0 0,1 1 0,0-1 0,0 0-1,0 0 1,1 0-4,15-13 97,25 2 63,-39 12-151,2 0 7,0-1 1,0 1-1,-1 0 1,1 0-1,0 1 1,-1-1-1,1 1 1,0-1 0,2 2-17,-5-1 3,0 0 0,0-1 1,-1 1-1,1 0 0,0 0 1,0 0-1,-1 0 1,1 0-1,0 0 0,-1 0 1,1 0-1,-1 1 0,1-1 1,-1 0-1,0 0 1,1 0-1,-1 0 0,0 1 1,0-1-1,0 0 0,0 0 1,0 1-1,0-1 0,0 0 1,-1 0-1,1 0 1,0 1-1,-1-1 0,1 0 1,-1 1-4,0 0 23,0 0 0,0 0 0,0 0 0,0 0 0,-1 0 0,1-1 0,-1 1 0,1 0 1,-1-1-1,1 1 0,-1-1 0,0 0 0,0 0 0,0 1 0,0-1 0,0 0 0,0-1 0,0 1 0,0 0 1,0 0-1,0-1 0,-1 1 0,1-1 0,-1 0-23,-56 6 323,58-6-316,1 0-1,0-1 1,-1 1-1,1 0 1,0-1-1,0 1 1,-1-1 0,1 1-1,0 0 1,0-1-1,0 1 1,-1-1-1,1 1 1,0-1-1,0 1 1,0 0-1,0-1 1,0 1 0,0-1-1,0 1 1,0-1-1,0 1 1,0-1-1,0 1 1,0 0-1,0-1 1,0 1-1,1-1 1,-1 1 0,0 0-1,0-1 1,0 1-1,1-1 1,-1 1-1,0 0 1,1-1-1,-1 1 1,0 0-1,0-1 1,1 1 0,-1 0-1,1 0 1,-1-1-1,1 1-6,2-3-1,2 1 0,-1 0 0,0 0 0,0 0 0,1 1 0,-1-1 0,1 1 0,-1 0 0,1 0 0,0 0 0,-1 1 0,2 0 1,59 1-41,-64-1 41,0 0 0,0 0 0,0 1 0,0-1 0,1 0 0,-1 1 1,0-1-1,0 1 0,0-1 0,0 1 0,0-1 0,0 1 0,0 0 0,-1-1 0,1 1 0,0 0 1,0 0-1,0 0 0,-1 0 0,1 0 0,-1-1 0,1 1 0,0 0 0,-1 1 0,0-1 0,1 0 0,-1 0 1,0 0-1,1 0 0,-1 0 0,0 0 0,0 0 0,0 0 0,0 1 0,0-1 0,0 0 0,0 0 0,0 1 23,-1 0 0,1 0 0,0 0 0,-1 0 0,0 0-1,1 0 1,-1 0 0,0 0 0,0-1 0,0 1 0,0 0-1,0-1 1,0 1 0,-1 0 0,1-1 0,0 0 0,-1 1-1,1-1 1,-1 0 0,0 1-23,-8 2 109,1-1 1,-1 0-1,0-1 1,0 0-1,0 0 1,0-1-1,0 0 1,0-1-1,0 0 1,0-1-1,-10-1-109,19 1-48,-1 1 0,1-1-1,-1 1 1,1-1 0,0 1-1,-1-1 1,1 0 0,0 0-1,0 0 1,0 0 0,0 0 0,-1 0-1,1 0 1,1 0 0,-1 0-1,0-1 1,0 1 0,0 0-1,1-1 1,-1 1 0,0 0-1,1-1 1,-1 1 0,1-1-1,0 1 1,-1-1 0,1 1 0,0-1-1,0 1 1,0-1 0,0 0 48,6 0-7683,2 2-3988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45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 11546,'0'0'2426,"0"0"196,0 0 192,0 0-807,0 0-498,0 0-408,4-9-434,10-14-557,-14 23-108,0 0 0,0 0 0,1 0-1,-1 0 1,0-1 0,0 1 0,1 0 0,-1 0-1,0 0 1,0 0 0,1 0 0,-1 0-1,0 0 1,0 0 0,1 0 0,-1 0 0,0 0-1,0 0 1,1 0 0,-1 0 0,0 0-1,1 0 1,-1 0 0,0 0 0,0 0-1,1 1 1,-1-1 0,0 0 0,0 0 0,0 0-1,1 0 1,-1 0 0,0 1 0,0-1-1,0 0 1,1 0 0,-1 0 0,0 1 0,0-1-1,0 0 1,0 0 0,0 1 0,1-1-1,-1 0 1,0 1-2,16 62 181,-15-59-168,11 74-460,-3 0 1,-4 1-1,-3 35 447,-2-112-341,0 1 1,-1-1 0,1 0-1,-1 0 1,1 0-1,-1 0 1,1 0-1,-1 0 1,0 0 0,0 0-1,0 0 1,0 0-1,-1 0 1,1 0 0,0-1-1,-1 1 1,1-1-1,-1 1 1,0-1 0,1 1-1,-1-1 1,0 0-1,0 0 1,0 1 340,-18 8-6796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46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11482,'0'0'3049,"0"0"-1401,0 0 513,0 0-1017,197-3-424,-130 1-456,-3-1-168,-3 3-96,-2 0-8,-3 0-872,8 0-1376,-14 0-2273,-11 5-5961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46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9962,'0'0'2218,"0"0"-576,0 0 183,0 0-484,10 21-493,-1-1-646,2-1-1,0 0 1,8 10-202,-16-26 47,0 1 0,0-1-1,1 0 1,-1 0 0,1-1-1,0 1 1,0-1-1,0 0 1,0 0 0,0 0-1,1 0 1,-1-1 0,1 1-1,-1-1 1,5 0-47,6 1 149,-1-1 1,1-1 0,0 0-1,0-1-149,11 0 196,-16 1-137,1-1 0,-1 1 0,0-2 0,0 1 0,0-2 1,0 1-1,-1-1 0,1-1 0,-1 0 0,9-4-59,-14 5 114,1 0 0,-1 0 0,0 0 0,0 0 1,0-1-1,0 1 0,-1-1 0,1 0 0,-1-1 0,0 1 0,-1 0 0,1-1 0,-1 0 1,1 1-1,-1-1 0,-1 0 0,1 0 0,-1 0 0,0 0 0,0-1 0,0-3-114,0 3 96,-1 1 0,0 0 1,0 0-1,0 0 0,0 0 0,-1-1 0,0 1 0,0 0 0,-1 0 0,1 0 1,-1 1-1,0-1 0,0 0 0,-1 1 0,1-1 0,-1 1 0,-2-3-96,-2 0 44,0 1 1,0 0-1,0 0 0,0 1 0,-1 0 0,0 0 0,0 1 0,0 0 0,-6-2-44,-9-4 30,-1 2-1,0 0 0,-10-1-29,26 7-185,-1 0 1,-1 1-1,1 0 0,0 0 0,0 1 0,0 0 0,-1 1 1,1 0-1,0 0 0,-8 3 185,13-2-465,1-1-1,0 1 1,0 0 0,0 0 0,0 0-1,1 0 1,-1 0 0,1 1-1,-1-1 1,1 1 0,0-1 0,0 1-1,0 0 1,0 0 0,0 0 0,1 0-1,-1 2 466,-8 24-8682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46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78 5633,'0'0'6029,"0"0"-3236,-6 22-323,-18 69-574,22-86-1821,1-1 0,0 0 0,1 0 0,-1 0 0,1 0-1,0 1 1,0-1 0,0 0 0,0 0 0,1 1 0,0-1 0,0 0-1,0 0 1,0 0 0,1 0 0,-1 0 0,1 0 0,0-1-1,0 1 1,1 0 0,-1-1 0,1 0 0,0 1 0,0-1 0,0 0-1,0 0 1,0-1 0,0 1 0,1-1 0,0 0 0,-1 0-1,1 0 1,2 1-75,9 3 117,1-1-1,-1-1 0,1-1 1,0 0-1,0-1 1,0 0-1,7-1-116,-23-1 0,39 2 106,-1-2 0,0-1-1,7-3-105,-36 3 17,0 0-1,0 0 1,1-1-1,-1-1 1,0 0 0,-1 0-1,1 0 1,0-1-1,-1-1 1,0 1-1,0-1 1,0-1-1,-1 1 1,0-1 0,6-7-17,-10 10 53,-1 0 1,1-1-1,-1 0 1,0 0 0,0 0-1,0 1 1,0-2 0,-1 1-1,1 0 1,-1 0 0,0 0-1,-1-1 1,1 1 0,-1 0-1,0-1 1,0 1 0,0 0-1,0-1 1,-1 1 0,0 0-1,0-1 1,0 1 0,0 0-1,-1 0 1,0 0 0,1 0-1,-2 0 1,1 0 0,-2-3-54,-4-4-3,0 1 1,-1-1-1,0 1 1,-1 1-1,0-1 1,0 2-1,-1-1 1,0 2-1,-1-1 3,-2 0-463,0 1 0,-1 1-1,0 0 1,0 0 0,0 2-1,-1 0 1,0 1 0,0 0-1,0 1 1,-5 1 463,-28 0-5641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47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9234,'0'0'4473,"0"0"-2425,0 0 241,0 0-1057,0 0-600,0 0-456,169-5-32,-110 3-128,-1-1 40,-2-2-56,-9-2-696,-13 2-3033,-18-3-5561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47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8450,'0'0'5041,"0"0"-4225,150-5 136,-69-2-568,5 2-384,11 5-232,-22 0-1488,-19 2-4281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46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51 107 9618,'0'0'3025,"0"0"-534,0 0-112,0 0-615,0 0-629,0 0-461,0 0-631,-1-1-1,0 1 1,1-1 0,-1 1 0,1 0-1,-1-1 1,0 1 0,1-1-1,-1 1 1,0 0 0,0 0 0,1 0-1,-1-1 1,0 1 0,0 0 0,1 0-1,-1 0 1,0 0 0,0 0-1,0 0 1,1 0 0,-1 1 0,0-1-43,-7 25 269,1 0 0,1 0 0,2 1 0,0 0 0,2 0 0,1 0 1,1 7-270,0-29 27,-1 3 2,1 0-1,0 1 1,0-1 0,1 0 0,0 1 0,0-1 0,1 0-1,-1 0 1,2 2-29,0-5 11,-1 0 0,1 0-1,-1 0 1,1-1 0,0 1-1,1-1 1,-1 1 0,1-1 0,-1 0-1,1-1 1,0 1 0,0 0-1,0-1 1,4 1-11,13 6 71,1-1 0,0 0 0,0-2 0,0-1 0,1-1 0,0-1 0,0-1 0,0 0 0,0-2 0,1-1-71,-15 1 18,0-1 0,0 0 0,0-1 0,0 0 0,0 0 1,-1-1-1,1 0 0,-1 0 0,0-1 0,0 0 0,0-1 0,-1 1 1,1-2-1,-1 1 0,0-1 0,0 0 0,-1 0 0,0-1 0,0 0 0,-1 0 1,0 0-1,0-1 0,0 1 0,-1-1 0,0-1 0,0 1-18,-1-1 52,1 0 0,-1 0 0,-1 0 0,1 0-1,-2 0 1,1-1 0,-1 1 0,-1 0 0,0-1-1,0 1 1,0-1 0,-1 1 0,-1 0 0,0-1-1,0 1 1,-1 0 0,0 0 0,0 0 0,-1 1 0,0-1-1,-1 1 1,0 0 0,0 0 0,-5-5-52,-2-1 45,0 2 0,-1-1 0,-1 2-1,0 0 1,0 0 0,-1 1 0,0 1 0,-3-1-45,8 6-46,0-1 0,-1 1 0,1 1 0,-1 0 0,0 1-1,0 0 1,0 0 0,0 1 0,-1 1 0,1-1 0,0 2 0,0 0 0,-6 1 46,12-1-142,0 1 1,1-1-1,-1 1 0,1-1 1,-1 2-1,1-1 1,0 0-1,0 1 1,0-1-1,0 1 1,0 1-1,1-1 1,-1 0-1,1 1 0,0-1 1,0 1-1,-2 3 142,1 0-1151,1-1 0,-1 0 0,1 1 0,1 0 0,-1 0 0,1-1 0,0 3 1151,-1 19-11861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47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86 1096,'0'0'9381,"0"0"-5832,0 0-1457,0 0-394,0 0-929,0 0-553,0-1-163,1 0-1,-1 0 1,0 0-1,0 0 1,0 0-1,0 0 0,0 0 1,0 1-1,-1-1 1,1 0-1,0 0 1,0 0-1,-1 0 0,1 0 1,0 1-1,-1-1 1,1 0-1,-1 0 1,1 0-53,-1 1 30,0 0 0,1 1 0,-1-1 0,0 0 0,1 0 1,-1 0-1,1 0 0,-1 0 0,0 0 0,1 0 0,-1 0 1,0 0-1,1 0 0,-1-1 0,1 1 0,-1 0 0,0 0 1,1-1-1,-1 1 0,1 0 0,-1 0 0,1-1 0,-1 1 0,1-1 1,-1 1-1,1-1 0,-1 1 0,1-1 0,0 1 0,-1-1 1,1 1-1,0-1 0,-1 1 0,1-1 0,0 1 0,0-1 1,-1 0-1,1 1 0,0-1 0,0 1 0,0-1 0,0 0 1,0 1-1,0-1 0,0 0 0,0 1 0,0-1 0,0 1 1,0-1-1,0 0 0,1 1-30,0-2 0,-1 0 1,1 0-1,0 0 0,1 0 0,-1 0 1,0 1-1,1-1 0,-1 0 1,1 1-1,-1-1 0,1 1 1,0 0-1,-1-1 0,1 1 1,1-1-1,6-2 110,-1 1 1,1-1-1,0 2 1,0-1-1,0 1 1,0 0-1,1 1 1,-1 0-1,9 0-110,-25 21 277,2-17-233,1 0 1,0-1 0,-1 0 0,1 1 0,-1-2 0,0 1 0,0 0 0,1-1 0,-1 0-1,0 0 1,0-1 0,0 1 0,0-1 0,0 0 0,0 0 0,0-1 0,0 1 0,-1-1-45,6 0 5,-1 1 0,1 0 1,0-1-1,-1 1 1,1 0-1,0-1 0,0 1 1,-1-1-1,1 1 1,0 0-1,0-1 0,0 1 1,-1-1-1,1 1 1,0-1-1,0 1 0,0-1 1,0 1-1,0-1 1,0 1-1,0-1 0,0 1 1,0-1-1,0 1 1,0-1-1,0 1 0,0 0 1,1-1-1,-1 1 1,0-1-1,0 1 0,0-1 1,1 1-1,-1 0 1,0-1-1,0 1 0,1-1 1,-1 1-1,0 0 1,1-1-1,-1 1 0,1 0 1,-1 0-1,0-1 1,1 1-1,-1 0 0,1 0 1,-1-1-1,1 1 0,-1 0 1,1 0-1,-1 0 1,1 0-1,-1 0 0,1 0 1,-1 0-1,0 0 1,1 0-1,-1 0 0,1 0 1,-1 0-1,1 0 1,-1 0-1,1 0-5,5 0 22,31 1-73,-37-1 50,0 0 1,1 0-1,-1 0 0,1 0 1,-1 0-1,1 0 0,-1 0 1,1 0-1,-1 0 0,1 0 1,-1 1-1,0-1 0,1 0 1,-1 0-1,1 0 0,-1 1 1,0-1-1,1 0 1,-1 0-1,0 1 0,1-1 1,-1 0-1,0 1 0,1-1 1,-1 1-1,0-1 0,0 0 1,0 1-1,1-1 0,-1 1 1,0-1-1,0 0 0,0 1 1,0-1-1,0 1 0,0-1 1,0 1-1,0-1 1,0 1-1,0-1 0,0 1 1,0-1-1,0 0 0,0 1 1,0-1-1,0 1 0,0-1 1,0 1-1,-1-1 0,1 0 1,0 1-1,0-1 0,-1 1 1,1-1-1,0 0 1,-1 1-1,1-1 0,0 0 1,-1 1-1,1-1 0,0 0 1,-1 0-1,1 1 0,-1-1 1,-4 4 65,1 0-1,-1 0 1,-1 0-1,1-1 1,0 0-1,-1 0 1,0 0-1,0-1 1,0 0-1,0 0 1,-4 1-65,-5 0 118,1 0 1,-1-1-1,0-1 0,-9 0-118,23-1-16,1 0-1,-1-1 0,1 1 0,0 0 1,-1 0-1,1-1 0,-1 1 1,1 0-1,-1-1 0,1 1 0,0-1 1,-1 1-1,1 0 0,0-1 1,-1 1-1,1-1 0,0 1 0,0-1 1,-1 1-1,1-1 0,0 1 0,0-1 1,0 1-1,0-1 0,0 0 1,0 1-1,0-1 0,0 1 0,0-1 1,0 1-1,0-1 0,0 1 1,0-1-1,0 1 0,0-1 0,1 1 1,-1-1-1,0 1 0,0-1 1,1 1-1,-1-1 0,0 1 0,1-1 1,-1 1-1,0-1 0,1 1 0,-1 0 1,1-1-1,-1 1 0,1 0 1,-1-1-1,0 1 0,1 0 0,0 0 17,36-18-2712,-6 7-2293,5 1-5419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47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1 317 3777,'0'0'6413,"0"0"-3564,0 0-911,0 0-186,0 0-330,0 0-432,7-25-96,21-80 79,-26 96-745,1-2-1,-1 1 0,-1 0 1,0 0-1,-1 0 0,1-1 1,-2 1-1,0 0 0,0 0 1,-1-1-1,0 1 0,-1 0 1,0 1-1,0-1 0,-4-6-227,0-3 545,7 97-224,15 84 681,8 9-1002,-4-99-1371,1-26-4577,-12-31-120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4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13771,'0'0'2560,"0"0"-447,0 0-33,164 0-743,-100-7-553,-3-3-272,-5 0-32,-6 2-240,-14 3-168,-5 3-72,-9 2-592,-3 0-888,-5 0-2865,-5 2-4001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4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173 122 10818,'0'0'1599,"0"0"-676,0 0 308,0 0 33,0 0-279,-24 5-116,-74 19 67,95-23-869,0 1 0,1-1-1,-1 0 1,1 0 0,0 1-1,-1 0 1,1-1-1,0 1 1,0 0 0,0 0-1,0 0 1,0 0 0,0 1-1,1-1 1,-1 0 0,1 1-1,-1-1 1,1 1-1,0 0 1,0-1 0,0 1-1,1 0 1,-1-1 0,1 1-1,-1 0 1,1 0 0,0 0-1,0 0 1,0-1-1,0 1 1,1 0 0,0 1-67,-1 6 226,0-8-188,-1 1-1,1-1 0,0 1 0,0-1 0,1 1 0,-1-1 0,0 0 0,1 1 0,-1-1 0,1 0 0,0 1 0,0-1 0,0 0 0,0 0 0,0 0 0,1 0 0,-1 0 0,1 0 0,-1 0 0,1 0 0,-1 0 0,1-1-37,3 2 55,-1-2 0,1 1 1,-1 0-1,1-1 0,0 0 1,-1 0-1,1 0 0,0-1 1,0 0-1,0 0 0,2 0-55,21 1 249,0-2-1,0 0 1,0-2-1,21-6-248,-40 8 39,1-2 0,-1 1 0,0-2 0,0 1 0,0-1 0,0 0 0,-1-1 0,0 0 0,1-1-1,-2 1 1,1-1 0,-1-1 0,0 0 0,0 0 0,4-6-39,-9 10 34,1 0 0,-1 0 0,0 0 1,-1 0-1,1-1 0,0 1 0,-1-1 0,0 1 0,0-1 0,0 0 0,0 0 0,0 1 1,-1-1-1,0 0 0,1 0 0,-2 0 0,1 1 0,0-1 0,-1 0 0,1 0 0,-1 0-34,-1 0 24,-1-1 0,1 0-1,-1 1 1,1-1-1,-1 1 1,0 0 0,-1 0-1,1 0 1,-1 0 0,0 1-1,0 0 1,0-1-1,-5-1-23,-7-5 6,0 1-1,-1 1 1,0 1-1,-1 0 1,1 1-1,-1 1 1,-18-2-6,7 3-116,1 2 1,-1 1 0,-1 2 115,10-1-262,18-1 111,0 1 0,0 0 0,0 0 0,-1 0 0,1 0 0,0 0 0,0 1 0,0-1 0,0 1 0,-1-1 0,1 1 0,0 0 1,0 0-1,0 0 0,0 0 0,1 0 0,-1 0 0,0 1 0,0-1 0,1 0 0,-1 1 0,0-1 0,1 1 0,0 0 0,-1 0 0,1-1 1,0 1-1,0 0 0,0 0 0,0 0 0,0 0 0,1 0 0,-1 1 0,1-1 0,-1 1 151,0 17-5281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49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39 8650,'0'0'2312,"0"0"-498,0 0 121,0 0-189,0 0-493,-11 26-504,-36 87-388,45-107-327,0-1 1,0 1-1,1-1 0,0 1 0,0-1 1,0 1-1,0 0 0,1 0 0,0-1 1,0 1-1,1 0 0,0-1 0,0 1 1,0 0-1,0-1 0,2 2-34,-1-3 64,0 0 0,0 0-1,1-1 1,-1 1 0,1-1 0,0 1-1,0-1 1,0 0 0,1 0 0,-1 0 0,1-1-1,-1 1 1,1-1 0,0 0 0,0 0-1,1 0-63,13 4 241,-1-1-1,1-1 0,-1-1 0,1 0 1,0-2-1,0 0 0,16-1-240,-21 0 34,-1-1 0,1 0 0,0-1 0,-1-1 0,0 0 0,0 0 0,0-1 0,0-1 0,0 0 0,-1 0 0,0-1 0,0-1 0,0 0 0,-1 0 0,6-7-34,-9 8 77,0-1 0,-1 0 0,0 0 0,0-1 0,0 1 0,-1-1 0,-1-1 0,1 1-1,-1-1 1,-1 1 0,1-1 0,-2 0 0,1 0 0,-1-1 0,0 1 0,-1 0 0,0-1 0,-1 1 0,0-1 0,0 1 0,-1-2-77,0 7 2,0 0 0,0 0-1,0 0 1,0 0 0,-1 1 0,1-1 0,-1 1 0,0-1-1,0 1 1,0 0 0,-1-1 0,1 1 0,-1 0 0,1 1 0,-1-1-1,0 0 1,0 1 0,-1 0 0,1-1 0,0 1 0,-1 0-1,1 1 1,-1-1 0,0 1 0,1 0 0,-1-1 0,0 2 0,-2-2-2,-14-1-648,-1 0 1,0 1 0,1 0 0,-1 2-1,0 1 648,1-1-1459,-22 0-4098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50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7762,'0'0'3127,"0"0"-456,0 0-209,0 0-441,0 0-591,0 0-592,0-6-168,0 6-658,0 1 0,0-1-1,0 0 1,0 0 0,0 0-1,1 0 1,-1 0 0,0 0-1,0 0 1,0 0 0,0 0-1,0 0 1,0 0 0,0-1-1,0 1 1,0 0 0,0 0-1,0 0 1,0 0 0,0 0-1,0 0 1,0 0 0,0 0-1,1 0 1,-1 0 0,0 0 0,0 0-1,0 0 1,0 0 0,0 0-1,0 0 1,0 0 0,0 0-1,0 0 1,0 0-12,21 55 735,-2 2 1,-3 0-1,-2 1 1,-2 7-736,4 58 371,-5 2 1,-7-1-1,-4 12-371,0-121-26,0-15-229,0 0-131,0-53-8394,0 28 927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4:50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9826,'0'0'1847,"0"0"-820,0 0 45,0 0-186,0 0-219,0 0 173,17 0 315,194 2 2567,199-24-3722,-347 17 69,-35 3-30,0 0-1,0-2 1,-1-2 0,1 0-39,-69 6-9257,16 5 3145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48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1 2961,'0'0'840,"0"0"72,0 0-232,0 0-352,-126 170-120,85-112 232,-4 2-192,-5 5-72,-28 30-160,8-15-16,1-5-1064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49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1 6433,'0'0'897,"0"0"-817,-200 165 136,125-105 632,13-10 40,10-7-208,10-11-144,14-9-360,20-13-176,8-10-712,16 0-1184,48-28-625,-8 1 137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0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12483,'0'0'3913,"0"0"-2257,0 0 288,0 0-95,0 0-761,0 0-424,145 0-352,-81-5-176,2 2-136,1 1 0,-11 2-568,-23 0-1208,-16 10-2825,-17 5-3793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0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11739,'0'0'2424,"0"0"-568,0 0 89,0 0-745,0 0-576,0 0-352,201-5-272,-109-5-1936,-9-5-2961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52 15523,'0'0'2394,"0"0"-1279,0 0-155,32-8-245,105-25-364,-125 30-336,0 0 0,0 1 0,1 1 0,-1 0-1,1 1 1,-1 0 0,2 1-15,-12-1-2,0 1 0,0-1-1,0 1 1,0-1 0,0 1-1,0 0 1,0 0 0,0 0-1,0 0 1,0 0 0,0 0-1,0 1 1,-1-1 0,1 1-1,-1-1 1,1 1 0,-1-1-1,1 1 1,-1 0 0,0 0-1,0 0 1,0 0 0,0-1-1,0 2 1,0-1 0,-1 0 0,1 0-1,-1 0 1,1 0 0,-1 1 2,0 0 3,0 0 0,0 0 0,0 0 0,0 0 0,-1 0 1,0 0-1,1 0 0,-1 0 0,0 0 0,0 0 0,-1-1 1,1 1-1,-1 0 0,1-1 0,-1 1 0,0-1 0,0 0 1,0 1-1,0-1 0,0 0 0,0 0 0,-1 0 1,1-1-1,-1 1 0,1 0 0,-2-1-3,-11 8 38,-1-1-1,0 0 1,0-1 0,-2-1-38,7-2-1,-9 2 5,16-5-3,-1 0 0,1 1 0,0-1 1,0 1-1,-1 0 0,1 0 0,1 0 0,-5 3-1,8-5 0,0 0 0,0 0 0,0 1-1,0-1 1,0 0 0,0 0 0,1 0 0,-1 1 0,0-1 0,0 0-1,0 0 1,0 1 0,0-1 0,0 0 0,0 0 0,1 0 0,-1 1 0,0-1-1,0 0 1,0 0 0,1 0 0,-1 0 0,0 0 0,0 1 0,0-1 0,1 0-1,-1 0 1,0 0 0,0 0 0,1 0 0,-1 0 0,0 0 0,0 0 0,1 0-1,-1 0 1,0 0 0,0 0 0,1 0 0,-1 0 0,0 0 0,0 0 0,1 0 0,21 3 7,0 2 0,1 0 0,-2 2 0,1 0 0,16 9-7,-33-13 4,1-1 0,-1 2-1,0-1 1,0 0 0,-1 1 0,1 0 0,-1 0 0,0 1 0,0-1 0,0 1 0,2 3-4,-4-5 15,-1 1 1,1-1-1,-1 1 1,0-1-1,1 1 1,-2 0-1,1-1 1,0 1 0,-1 0-1,0 0 1,0-1-1,0 1 1,0 0-1,0 0 1,-1-1-1,0 1 1,0 0-1,0 0 1,-1 1-16,0 0 80,-1 0-1,0 0 1,0 0 0,-1-1-1,1 0 1,-1 1 0,0-1-1,0-1 1,-1 1 0,1-1-1,-1 1 1,1-1 0,-1 0-1,0-1 1,0 1 0,-6 1-80,-12 5 233,-1 0 1,0-2 0,-2 0-234,-4-1 71,0-2 0,0 0 0,0-2 0,0-1 0,-19-3-71,48 2-31,1 0-1,-1 1 1,0-1 0,0 0-1,-1 0 1,1 0-1,0-1 1,0 1-1,1 0 1,-1 0 0,0 0-1,0-1 1,0 1-1,0 0 1,0-1 0,0 1-1,0-1 1,0 1-1,0-1 1,1 0 0,-1 1-1,0-1 1,0 0-1,1 1 1,-1-1 0,0 0-1,1 0 1,-1 0-1,1 1 1,-1-1 0,1 0-1,0 0 1,-1 0-1,1 0 1,0 0 0,-1 0-1,1 0 1,0 0-1,0 0 1,0 0 0,0 0 31,0-1-210,1 1 0,-1 0 0,1-1 1,0 1-1,-1 0 0,1 0 1,0 0-1,0 0 0,-1-1 1,1 1-1,0 0 0,0 0 1,0 1-1,0-1 0,1 0 0,-1 0 1,0 0-1,0 1 0,1-1 210,22-10-6538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11058,'0'0'4017,"0"0"-2224,0 0 63,0 0 80,0 0-143,151 8-889,-68-8-144,4 0-336,-7 0-24,-13 0-160,-17-3-152,-14 3-88,-13 0-96,-4 0-272,3 0-744,-2 8-984,-3-6-4530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1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36 12859,'0'0'2615,"0"0"-925,0 0 41,-12 21-446,-38 72-501,48-90-749,1 0 0,-1 0 0,1 0 0,0 0 0,0 1 0,0-1 0,1 0 0,-1 0 0,1 1 0,0-1 0,0 1 0,0-1-1,0 0 1,1 1 0,-1-1 0,1 1-35,0-2 22,0 1-1,0-1 1,0 0 0,1 0-1,-1 0 1,1 0-1,-1 0 1,1 0 0,0 0-1,-1-1 1,1 1-1,0 0 1,0-1-1,0 0 1,0 1 0,2 0-22,6 1 58,-1 1 0,1-1 1,0-1-1,0 1 0,0-2 0,0 1 1,8-1-59,13 1 86,1-1 1,-1-1 0,0-2 0,23-4-87,-43 4 17,-1 0 0,0 0 0,0-1 1,0 0-1,0-1 0,0 0 0,-1-1 1,0 0-1,0 0 0,0-1 0,-1 0 1,1 0-1,-1-1 0,-1 0 0,0-1 1,1-1-18,-6 7 62,0 0 0,0-1 1,0 0-1,0 1 0,-1-1 1,1 0-1,-1 0 0,0 0 1,0 0-1,0 0 1,0 0-1,0 0 0,-1 0 1,1 0-1,-1-1 0,0 1 1,0 0-1,0 0 1,0 0-1,-1-1 0,0 1 1,0-1-63,0 0 42,-1 0 0,0 0 1,-1 1-1,1-1 0,-1 1 1,0-1-1,1 1 0,-2 0 0,1 0 1,0 0-1,0 0 0,-1 1 1,0-1-1,-2 0-42,-9-5-15,0 1 0,-1 0 0,0 2 1,0 0-1,0 0 0,0 2 0,-15-2 15,26 4-287,-51-2 46,31 7-1554,24-3 1542,0-1-1,0 0 1,0 1-1,1-1 0,-1 1 1,0-1-1,0 0 1,1 1-1,-1 0 0,0-1 1,1 1-1,-1-1 1,1 1-1,-1 0 0,1 0 1,-1-1-1,1 1 1,-1 0-1,1 0 0,0-1 1,-1 2 253,0 15-7486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2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108 151 7114,'0'0'5093,"0"0"-2514,-18 25-193,-52 85-555,67-106-1729,1 1 0,-1-1 0,1 1 0,0-1 1,0 1-1,1 0 0,0 0 0,0 0 0,0 0 0,0 0 0,1 0 1,0 0-1,0 0 0,0 0 0,0 2-102,1-5 31,0 1 1,0-1-1,0 1 0,0-1 1,0 0-1,1 1 0,-1-1 1,1 0-1,-1 0 0,1 0 1,0 0-1,0 0 0,0-1 1,0 1-1,0-1 0,0 1 1,0-1-1,1 0 0,-1 1 1,2-1-32,9 3 34,0 0 1,1-1 0,-1-1-1,1 0 1,0-1 0,0 0-1,-1-1 1,3-1-35,-6 1 60,12 0-49,0-1 0,-1-1 0,1-2 0,-1 0-1,1-1 1,-1-1 0,-1 0 0,1-2 0,-1-1 0,0 0-1,-1-2 1,0 0 0,-1-1 0,0-1 0,-1 0 0,6-8-11,-19 17 83,1-1 1,-2 0-1,1 1 1,0-2-1,-1 1 1,0 0-1,0-1 1,-1 1-1,1-1 1,-1 0-1,0 0 1,-1 0-1,1 0-83,-2 2 55,1 1 0,-1-1-1,0 1 1,0 0 0,0-1 0,0 1-1,0 0 1,-1-1 0,0 1 0,0 0-1,0-1 1,0 1 0,0 0-1,0 0 1,-1 0 0,1 0 0,-1 0-1,0 0 1,0 0 0,0 1 0,-1-1-1,1 1 1,0 0 0,-1-1-55,-13-8 82,-1-1 1,-1 2 0,1 1-1,-4-1-82,-28-16-66,48 26 10,0-1 0,0 1 1,0-1-1,0 1 0,0-1 1,0 0-1,0 0 0,0 1 1,0-1-1,0 0 0,1 0 1,-1 0-1,0 0 0,1 0 1,-1 0-1,0 0 0,1 0 0,-1 0 1,1 0-1,0 0 0,-1-1 1,1 1-1,0 0 0,0 0 1,-1 0-1,1-1 56,1 1-285,-1-1 0,1 1 0,-1 0-1,1 0 1,-1 0 0,1 0 0,0 0 0,-1 0 0,1 0 0,0 0-1,0 1 1,0-1 0,0 0 0,0 0 0,0 1 0,0-1 0,0 0 0,0 1-1,0-1 286,27-11-10260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2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14995,'0'0'4129,"0"0"-3273,0 0-288,0 0 889,0 0-401,0 186-280,0-109-40,0 3-304,-3-4-224,-2-11-200,-1-13-16,3-14-144,3-16-512,0-19-632,0-3-1081,9-3-2352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2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14963,'0'0'3785,"0"0"-3273,0 0-136,0 0-88,187-7-216,-115-1-72,-2 1 0,16 2-120,-19 0-2240,-11 0-3770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3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1 11923,'0'0'1923,"0"0"-760,0 0 296,-31 14 105,-99 54-332,118-60-1064,1-1-1,1 1 1,-1 1-1,2 0 1,-1 0-1,1 1 1,1 1-1,-1-1 0,2 1 1,0 0-1,0 1 1,1 0-1,0 0 1,1 0-1,0 1 1,1 0-1,1-1-167,0-4 49,1-1 1,0 1-1,1 0 0,-1-1 0,1 1 0,1 0 0,0 0 0,0 0 0,0 0 0,1-1 0,0 1 0,1 0 0,-1 0 0,3 4-49,-1-8 10,-1 0-1,0 0 0,1 0 0,0 0 1,0-1-1,0 1 0,0-1 0,1 0 1,-1 0-1,1 0 0,0 0 1,0-1-1,0 0 0,0 0 0,0 0 1,0 0-1,1 0 0,-1-1 1,1 0-1,-1 0 0,1 0 0,-1 0 1,1-1-1,3 0-9,12 2 25,-1-1 0,1-1-1,0-1 1,-1 0 0,1-2 0,3-1-25,-19 3 4,1 0 1,0 0 0,-1-1-1,0 0 1,1 0 0,-1 0-1,0 0 1,0-1 0,0 1-1,-1-1 1,1 0 0,0 0-1,0-1-4,-3 1 5,1 1-1,-1-1 0,1 0 0,-1 1 1,0-1-1,1 0 0,-2 0 0,1 1 1,0-1-1,0 0 0,-1 0 0,0 0 0,1 0 1,-1 0-1,0 0 0,-1 0 0,1 0 1,0 0-1,-1 0 0,0 0 0,0 0 1,0 0-5,0-1 2,-1 0 1,0 1 0,-1-1-1,1 1 1,0 0 0,-1 0-1,0 0 1,0 0 0,0 0-1,0 0 1,0 1 0,0-1-1,-1 1 1,1 0 0,-1 0-1,0 0 1,0 1 0,1-1-1,-1 1 1,0 0 0,0 0-1,-1 0-2,-11-2-46,0-1 0,-1 2-1,1 0 1,-17 1 46,29 1-132,0 0-1,-1 0 1,1 0 0,-1 1-1,1-1 1,-1 1 0,1 0-1,0 0 1,-1 1 0,1-1 0,0 1-1,0 0 1,0 0 0,0 1-1,0 0 133,1 0-668,-1 0-1,1 0 1,1 0-1,-1 1 1,1 0-1,-1-1 1,1 1-1,0 0 1,0 0-1,0 2 669,-5 17-7453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4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12339,'0'0'2752,"0"0"-1752,0 0 1097,150 0-449,-49 0-600,4-2-263,1-6-153,-20 1-456,-16 2-48,-23 2-128,-16 3-240,-12 0-1024,-13 0-2617,-3 0-520,-3 10-3457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4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117 144 12227,'0'0'2369,"0"0"-930,0 0 224,-20 25-357,-59 78-367,76-100-874,1 0 1,0 0-1,1 0 1,-1 0-1,0 1 1,1-1-1,0 0 1,0 1-1,0-1 1,0 1-1,0 1-65,1-3 28,0-1-1,0 0 1,0 0 0,0 0-1,1 0 1,-1 1 0,0-1 0,0 0-1,1 0 1,-1 0 0,1 0-1,-1 0 1,1 0 0,0 0-1,-1 0 1,1 0 0,0 0-1,-1 0 1,1-1 0,0 1 0,1 1-28,2 0 75,0 0 1,0-1-1,0 1 0,0 0 1,1-1-1,-1 0 1,0 0-1,1-1 1,-1 1-1,5-1-75,-3 1 67,34 3 280,1-2 0,-1-1 0,40-6-347,-66 4 41,0-1 0,0 0-1,0-1 1,-1-1 0,0 0 0,1-1-1,-1 0 1,-1-1 0,1-1 0,-1 0 0,0 0-1,-1-1 1,6-5-41,-13 8 52,0 0 0,0 0 0,0 0 0,-1 0-1,1-1 1,-1 1 0,-1-1 0,1 0 0,-1 0 0,0 0 0,0 0 0,0 0 0,-1 0-1,0 0 1,-1-1 0,1 1 0,-1 0 0,0-1 0,-1 1 0,1 0 0,-1-1-1,0 1 1,-1 0 0,0 0 0,0 0 0,0 0 0,-1 0 0,0 1 0,0-1-1,0 1 1,0-1 0,-1 1 0,0 0 0,0 0 0,-1 1 0,1 0 0,-1-1 0,0 1-1,0 1 1,0-1 0,-5-2-52,-4-1-68,-1 0 0,0 1 0,1 1 0,-2 0 0,1 1 0,-1 0 0,1 2 0,-6-1 68,11 2-540,1 0-1,-1 0 0,0 1 0,1 0 1,-1 1-1,0 0 0,1 1 0,-1 0 1,1 0-1,0 1 0,-1 0 0,1 1 1,-7 4 540,-11 12-6140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4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17 298 10906,'0'0'1907,"0"0"68,-4 21 153,-8 70-400,11-89-1676,1 1-1,0-1 1,0 1 0,0-1 0,1 1-1,-1-1 1,1 1 0,-1-1-1,1 1 1,0-1 0,0 0-1,0 1 1,0-1 0,0 0 0,0 0-1,1 1 1,-1-1 0,1 0-1,0-1 1,-1 1 0,1 0 0,0 0-1,0-1 1,0 1 0,0-1-1,0 0 1,1 1 0,-1-1-1,1 0-51,5 2 59,1 0-1,-1-1 0,1-1 0,-1 1 1,1-1-1,0-1 0,-1 1-58,3-1 93,19 2-27,0-1-1,0-1 1,-1-2-1,1-1 1,0-1-1,-1-2 0,24-7-65,-43 9 28,-1 1 0,0-1 0,0 0 0,-1-1 0,1 0 0,-1-1 0,0 1 0,0-1 0,-1-1 0,0 0 0,5-5-28,-8 6 67,1 0-1,-2 0 1,1-1-1,-1 1 1,0-1-1,-1 1 1,1-1-1,-1 0 1,0 0-1,-1 0 1,0 0-1,0 0 1,-1 0-1,1-1 1,-2 1-1,1 0 1,-1-3-67,-1 3 30,1 1-1,-1-1 1,-1 1 0,1 0 0,-1 0 0,0 0 0,-1 0 0,1 0-1,-1 1 1,0-1 0,-1 1 0,1 0 0,-1 0 0,0 1-1,0 0 1,0 0 0,-1 0 0,-2-2-30,-21-12 0,-1 2-1,0 0 1,-7-1 0,6 3-80,28 13-10,-1-1-1,1 1 1,0-1-1,0 0 1,-1 0 0,1 0-1,1 0 1,-1-1 0,0 1-1,0-1 1,1 0-1,-1 0 91,2 1-435,0-1 0,0 1 0,0-1 0,0 1-1,1-1 1,-1 1 0,0-1 0,1 0-1,0 1 1,0-1 0,0-2 435,0-15-6683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13707,'0'0'4417,"0"0"-3993,0 0 600,0 0 761,8 158-465,-8-93-568,0-3-176,0-6-248,0-9-248,6-12-80,-1-7 0,1-13-344,-3-8-760,2-7-833,-5 0-2415,0-17-7891</inkml:trace>
  <inkml:trace contextRef="#ctx0" brushRef="#br0" timeOffset="1">1 353 14931,'0'0'4121,"0"0"-3337,0 0-328,0 0-192,172-55-264,-83 40-616,-14 5-1608,-13-3-3649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5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 10066,'0'0'3613,"0"0"-2059,0 0-565,0 0-330,27-4-338,6-2-263,0 2-1,15 0-57,-44 4 1,-1 0-1,1 1 1,0-1 0,-1 1-1,1 0 1,0-1 0,-1 2-1,1-1 1,-1 0 0,1 1 0,-1-1-1,0 1 1,0 0 0,1 0-1,-1 1 1,-1-1 0,1 0-1,0 1 1,-1 0 0,1 0-1,-1-1 1,0 1 0,0 1-1,0-1 1,0 0 0,0 0-1,-1 1 1,0-1 0,1 1-1,-1 2 0,0-2 19,0 1 0,0 0 0,0-1 0,-1 1-1,1-1 1,-1 1 0,-1 0 0,1-1-1,-1 1 1,1 0 0,-1-1 0,0 1 0,-1-1-1,1 1 1,-1-1 0,0 0 0,0 0-1,-1 0 1,1 0 0,-1 0 0,0 0-19,-6 4 104,0-1 0,0-1 1,-1 0-1,0 0 0,0-1 1,0 0-1,-1-1 1,0 0-1,0-1 0,-3 1-104,-22 8 242,72 1 572,-30-11-764,-1-1 1,1 1-1,-1 1 1,0-1-1,0 1 1,0 0-1,0 0 1,-1 0-1,1 1 0,-1 0 1,0 0-1,0 0 1,0 0-1,-1 0 1,1 1-1,-1 0 1,0-1-1,-1 1 1,1 0-1,-1 1 0,0-1 1,0 0-1,0 1 1,-1-1-1,0 1 1,0-1-1,0 1 1,-1 0-1,0-1 1,0 4-51,-1-5 77,0-1 0,-1 1 0,1-1 0,-1 0 1,0 0-1,0 1 0,0-1 0,0-1 1,0 1-1,-1 0 0,1 0 0,-1-1 0,0 0 1,0 1-1,0-1 0,0 0 0,0 0 0,0-1 1,0 1-1,-1-1 0,1 1 0,-1-1 1,1 0-1,-3 0-77,-15 5 212,0-1-1,-1-1 1,-10 1-212,25-4-46,-5 1-107,0-1-1,0 0 1,0 0-1,0-1 1,-1-1-1,-10-1 154,22-3-6989,1 2-1718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6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15875,'0'0'4193,"0"0"-3689,0 0 769,201-18-505,-107 6-256,-5-3-192,-5 2 320,-15 1-312,-13 4-168,-11 3-160,-9 5-304,-11 0-816,-8 0-2761,-9 8-3128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6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101 126 14619,'0'0'2711,"0"0"-1369,0 0-50,0 0-417,0 0-448,-19 22-163,-54 67 56,73-88-312,-1 0-1,0-1 1,1 1 0,-1 0 0,0-1-1,1 1 1,-1 0 0,1-1 0,-1 1-1,1 0 1,-1 0 0,1 0 0,0 0-1,-1-1 1,1 1 0,0 0 0,0 0-1,0 0 1,0 0 0,0 0 0,0 0-1,0 0 1,0 0 0,0 0 0,0-1-1,0 1 1,0 0 0,1 0-1,-1 0 1,0 0 0,1 0 0,-1-1-1,0 1 1,1 0 0,-1 0 0,1 0-1,0-1 1,-1 1 0,1 0 0,-1-1-1,1 1 1,0-1 0,0 1-8,34 5 160,-29-6-122,20 2 40,0-1 0,1-1 0,-1-2-1,26-4-77,-43 5 38,-1-1-1,1 0 1,-1-1-1,1 0 1,-1 0-1,0 0 1,0-1-1,0-1 0,-1 1 1,1-1-1,-1 0 1,0-1-1,-1 0 1,1 0-1,-1 0 1,5-7-38,-8 9 53,-1 0-1,1 0 1,-1 0 0,0 0 0,0 0 0,-1 0 0,1-1 0,-1 1 0,0-1 0,0 1-1,-1-1 1,1 1 0,-1-1 0,0 1 0,0-1 0,0 0 0,-1 1 0,1-1 0,-1 1 0,0-1-1,-1 1 1,1 0 0,-2-2-53,0 0 13,0 1 1,0 0-1,0 0 0,-1 0 0,0 0 0,0 0 0,0 1 0,-1 0 1,0 0-1,1 0 0,-1 0 0,-1 1 0,1 0 0,0 0 1,-1 0-1,0 1 0,0 0-13,-6-2-89,0 0 0,0 1 0,0 1 0,0 0 0,0 0 0,-1 1 0,-8 1 89,15 0-326,0 1 0,0 0-1,0 0 1,0 0 0,0 1 0,0 0-1,-3 1 327,6-1-559,-1-1 0,1 1 0,0 0 0,0 0-1,0 1 1,0-1 0,0 0 0,1 1 0,-1 0 0,1 0-1,-1 0 1,0 1 559,-10 22-10402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0 208 12523,'0'0'1888,"0"0"-533,0 0 387,0 0-419,0 0-619,0 0-356,17 22-83,-17-22-265,16 20 66,0 0-1,1-1 0,11 8-65,-23-23 13,0-1-1,1 0 0,-1 0 0,0-1 0,1 0 0,0 0 1,0 0-1,-1 0 0,1-1 0,0 0 0,0 0 0,0-1 1,0 0-1,0 0 0,1 0 0,-1-1 0,0 1 0,0-2-12,20 1 39,-7 0 12,-1-1 1,1 0-1,0-1 1,-1-1-1,1-1 1,-1-1 0,8-3-52,-20 7 83,-1 0 1,1-1 0,-1 1-1,0-1 1,0 0 0,0-1 0,0 1-1,0-1 1,-1 0 0,1 0-1,-1 0 1,0-1 0,0 1 0,-1-1-1,1 0 1,-1 0 0,0-1 0,-1 1-1,1 0 1,-1-1 0,0 0-1,0 1 1,-1-1 0,0 0 0,0-3-84,-1 5 52,0 0-1,0 1 1,-1-1 0,0 0 0,0 0 0,0 0 0,0 1 0,-1-1 0,1 0 0,-1 1 0,0-1 0,0 1 0,0 0 0,0 0 0,-1 0 0,0 0 0,1 0 0,-1 0-1,0 1 1,0-1 0,0 1 0,-3-2-52,-10-6 8,-1 0 0,-1 1 0,0 1-1,-3-1-7,-12-5-149,32 14 76,0 0 0,0-1 0,0 1 0,0-1 0,0 1 0,0-1 0,0 1 0,0-1 1,0 0-1,0 0 0,0 1 0,0-1 0,0 0 0,1 0 0,-1 0 0,0 0 0,1 0 0,-1 0 0,1 0 1,-1 0-1,1 0 0,-1 0 0,1-1 73,0 1-259,1 0 0,-1 0 0,1 0 0,-1 0 0,1-1-1,-1 1 1,1 0 0,0 0 0,0 0 0,0 1 0,-1-1 0,1 0 0,0 0 0,0 0 0,0 1 0,0-1 0,0 0 0,1 1 0,-1-1 0,0 1 0,0-1 0,1 1 259,34-15-9134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7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12067,'0'0'3128,"0"0"-1519,0 0 23,0 0-136,0 0-592,0 0-696,167 0-87,-117 0-105,-3 0-16,-8 0-112,-6 0-1601,-10 0-2960,-15 0-5265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7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11306,'0'0'1897,"0"0"-169,0 0 561,0 0-1009,172 5-936,-105-5-344,-6-2-168,-11 2-616,-13 0-1729,-18 0-2448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28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0 304 10162,'0'0'3045,"0"0"-845,0 0-254,0 0-774,0 0-549,0 0-27,12-21 166,-6 9-619,9-14 252,-1-1 0,-2 0 0,-1 0 1,0-1-1,-1-6-395,5-62 1832,-15 95-1824,0 1 0,0 0-1,0 0 1,0 0 0,0-1 0,0 1 0,0 0-1,0 0 1,0 0 0,0 0 0,1-1-1,-1 1 1,0 0 0,0 0 0,0 0-1,0 0 1,0-1 0,0 1 0,0 0-1,0 0 1,1 0 0,-1 0 0,0 0-1,0-1 1,0 1 0,0 0 0,1 0-1,-1 0 1,0 0 0,0 0 0,0 0-1,0 0 1,1 0 0,-1 0 0,0 0-1,0 0 1,0 0 0,1 0 0,-1 0 0,0 0-1,0 0 1,0 0 0,1 0 0,-1 0-1,0 0 1,0 0 0,0 0 0,0 0-1,1 0 1,-1 0 0,0 0 0,0 0-1,0 1 1,0-1 0,1 0 0,-1 0-1,0 0-7,9 12 8,0 12 8,-1 0 0,-2 1 1,0 0-1,-1 1 0,-1 13-16,7 132 733,-10-70-349,-3-56-283,3 1 0,2-1 0,2 0 0,2 0 0,9 30-101,-38-133-7522,11 33-1092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28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38 10786,'0'0'1831,"0"0"-668,0 0 496,0 0-246,0 0-451,0 0-228,-9 4-17,1 1-473,6-3-144,-1 0-1,1-1 1,-1 1-1,0 0 1,0-1-1,0 0 1,0 0-1,0 0 1,0 0 0,0 0-1,0-1 1,0 1-1,-1-1-99,4 0 582,1-1-539,0 0 0,0 0 0,0 0 0,0 0 0,0 0 0,0 0 0,1 0 0,-1 0 0,0 1-1,1-1 1,-1 0 0,1 1 0,-1-1 0,0 1 0,1 0 0,-1-1 0,1 1 0,-1 0 0,1 0 0,-1 0 0,1 0 0,0 0-43,39-2 76,-38 2-60,0 0 0,1 0 0,-1 0-1,1 0 1,-1 1 0,0-1 0,1 1 0,-1 0-1,0 0 1,0 0 0,1 0 0,1 2-16,-4-2 15,0 0 1,0 0-1,0 1 1,0-1-1,-1 1 1,1-1-1,0 1 1,0-1-1,-1 1 1,1-1-1,-1 1 1,0 0-1,1-1 1,-1 1-1,0-1 1,0 1-1,0 0 1,0-1-1,0 1 1,0 0-1,-1-1 1,1 1-1,0 0 1,-1-1-1,1 1 1,-1-1-1,0 1-15,-1 2 66,0 0 1,0-1-1,0 1 0,-1-1 1,0 0-1,1 0 0,-1 0 0,0 0 1,-1 0-1,1-1 0,0 1 0,-1-1 1,1 0-1,-1 0 0,0 0 0,0 0 1,1-1-1,-2 0-66,3 1 19,0-1-1,-1 0 1,1 0 0,-1 0 0,1-1-1,-1 1 1,0 0 0,1-1 0,-1 0-1,0 0 1,1 0 0,-1 0 0,0 0-1,1 0 1,-1 0 0,1-1 0,-1 0-1,0 1 1,1-1 0,-1 0 0,1 0-1,0-1 1,-1 1 0,1 0 0,0-1-1,0 1 1,0-1 0,-1 0-19,-1-6-31,0 0 0,0 0 0,1 0-1,0-1 1,1 1 0,0-1 0,0 1 0,1-1 0,0 1 0,1-1 0,0 0 0,0-3 31,1 11-173,-1-1 0,1 1 0,0 0 0,-1 0 0,1 0 0,0 0 0,0 0 0,0 0 0,0 0 0,0 0 0,0 0 0,0 0 0,0 0 0,0 0 0,0 1 0,0-1 0,1 0 0,-1 1 0,0-1 0,0 1 0,1 0 0,-1-1 0,0 1 0,1 0 0,-1 0 0,0 0 0,1 0 0,0 0 173,3-1-1150,25-6-4820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29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10666,'0'0'2613,"0"0"-621,0 0-41,28-8-556,91-28-442,-106 32-818,-1 1 1,1 0 0,0 1-1,0 1 1,0 0 0,0 0-1,0 1 1,0 1 0,0 0-1,0 1 1,1 1-136,-10-3 11,-1 1 0,1 0 1,-1 0-1,1 1 0,-1-1 1,1 1-1,-1 0 0,1-1 0,-1 1 1,0 1-1,0-1 0,0 0 1,-1 1-1,1 0 0,0-1 0,-1 1 1,0 0-1,1 0 0,-1 1 1,-1-1-1,1 0 0,0 1 0,-1-1 1,0 1-1,1-1 0,-1 1 1,-1 0-1,1 3-11,0-2 36,-1 0-1,0 0 1,0 0 0,0 0-1,-1 0 1,1 0 0,-1 0-1,-1 0 1,1 0 0,-1 0-1,1 0 1,-1-1 0,-1 1 0,1-1-1,-1 0 1,0 1 0,0-1-1,0 0 1,0-1 0,-1 1-1,0 0-35,-13 10 87,0-1 0,-2-1-1,1 0 1,-1-1-1,-1-2 1,0 0-1,0-1 1,-1 0-1,0-2 1,-14 2-87,75-16 55,-19 4-65,0 0 0,1 1 0,5 1 10,-12 1-13,0 1 0,-1 0 0,1 1-1,-1 1 1,1 0 0,-1 1 0,5 2 13,-15-4-1,-1 1 0,1-1 0,-1 1 1,0 0-1,0 0 0,0 0 0,0 0 1,0 1-1,0-1 0,0 1 1,-1 0-1,1 0 0,-1-1 0,0 2 1,0-1-1,0 0 0,-1 0 0,1 1 1,-1-1-1,1 1 0,-1-1 0,0 1 1,0-1-1,-1 1 0,1 0 0,-1 0 1,0-1-1,0 1 0,0 0 1,-1 3 0,1-4 31,-1 1 0,0-1 0,0 0 0,-1 0 0,1 0 0,0 0 0,-1 0 0,0 0 0,0-1 1,0 1-1,0 0 0,0-1 0,0 1 0,-1-1 0,1 0 0,-1 0 0,1 0 0,-1 0 0,0 0 1,0-1-1,0 1 0,0-1 0,0 0 0,0 0 0,-4 1-31,-12 4 277,0-1 1,0-1-1,-17 2-277,36-6 6,-34 5 37,-1-2-1,1-1 1,0-2 0,0-1 0,-8-2-43,30-3-922,11 0-2889,1 3-634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29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9946,'0'0'2737,"0"0"2,0 0 594,35 3-1268,14 1-1482,43 4 1534,24-4-2117,334-3 931,-449-1-1199,0 0 1,-1 1-1,1-1 1,0 0 0,0 1-1,0-1 1,0 0 0,-1 1-1,1-1 1,0 1 0,0 0-1,-1-1 1,1 1-1,0 0 1,-1-1 0,1 1-1,-1 0 1,1 0 0,-1-1-1,1 1 1,-1 0 0,0 0-1,1 0 1,-1 0-1,0-1 1,1 1 0,-1 0-1,0 0 1,0 0 0,0 0 267,0-1-55,3 17-8990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29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189 127 9794,'0'0'2526,"0"0"-452,0 0-286,0 0-380,0 0-311,-12 26-246,-36 81-47,46-104-760,1 0 1,0-1 0,0 1 0,1 0 0,-1 0 0,0 0-1,1 0 1,0 0 0,0-1 0,0 1 0,0 0-1,0 0 1,0 0 0,1 0 0,0 0-45,-1-1 24,1-1 0,0 1 0,0 0 0,0-1 0,0 1 0,0-1 1,0 0-1,0 1 0,0-1 0,0 0 0,1 1 0,-1-1 0,1 0 0,-1 0 0,1 0 0,-1 0 0,2 0-24,4 1 62,1 1-1,-1-1 0,1-1 0,-1 0 0,1 0 1,0 0-1,-1-1 0,3 0-61,0 0 113,10 2-35,0-2 1,0 0-1,1-2 0,-1 0 0,9-3-78,-25 5 28,0-1-1,0 0 0,0 0 0,0 0 1,0-1-1,0 0 0,0 1 0,-1-1 1,1 0-1,-1-1 0,1 1 0,-1-1 1,0 1-1,0-1 0,0 0 0,0 0 1,-1-1-1,1 1 0,-1 0 0,0-1 1,0 0-1,0 1 0,0-1 0,-1 0 1,0 0-1,1 0 0,-1 0 0,-1 0 1,2-4-28,-2 2 61,0 0 0,0 0 1,-1 0-1,1 0 0,-1 0 0,-1 0 1,1 0-1,-1 0 0,0 0 1,0 0-1,-1 1 0,0-1 1,0 1-1,-3-5-61,-1 1 52,-1 0 0,0 0 1,0 1-1,0 0 0,-1 0 1,0 1-1,-10-6-52,-4 0 13,0 1-1,0 0 1,-1 2 0,0 1 0,-1 1-1,0 1 1,-3 0-13,8 4-231,0 1 0,0 0 0,0 2 0,-16 1 231,35-1-70,0 0 1,0 0-1,0 0 0,0 0 0,0 1 1,0-1-1,0 0 0,0 0 0,0 1 1,0-1-1,0 0 0,0 1 0,1-1 1,-1 1-1,0 0 0,0-1 1,0 1-1,0 0 0,1-1 0,-1 1 1,0 0-1,1 0 0,-1-1 0,1 1 1,-1 0-1,1 0 0,-1 0 0,1 0 1,0 0-1,-1 0 0,1 0 70,-1 2-673,1 1 0,0-1 0,0 0-1,0 1 1,0-1 0,1 0 0,-1 0 0,1 1-1,0-1 1,0 1 673,10 21-8854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0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1 1 8954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30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 8954,'-4'157'1366,"4"-151"-1189,0-1 0,-1 1 0,0-1 0,0 1 0,-1-1 0,1 0 0,-1 0 0,0 1 1,-1-1-1,1-1 0,-1 1 0,0 0 0,0-1 0,-1 2-177,-10 13 829,4-1-310,1 0-1,0 0 1,2 0-1,0 1 1,1 0 0,0 1-1,2-1 1,0 1-1,2 0 1,0 0-1,1 0 1,1 3-519,0-20 64,1 1 1,0-1-1,-1 0 1,2 0 0,-1 1-1,0-1 1,0 0-1,1 0 1,0 0-1,0 0 1,0-1-1,0 1 1,0 0-1,0-1 1,1 0-1,-1 1 1,1-1-1,-1 0 1,1 0-1,0 0 1,0-1-1,0 1 1,0-1-1,0 0 1,0 1-1,1-2 1,-1 1 0,0 0-1,0 0 1,4-1-65,14 3 254,1-1 1,-1-1-1,1 0 1,13-3-255,-8 1 155,-9 0-110,1 0 0,-1-1 0,1-1 1,-1-1-1,0-1 0,0 0 0,0-1 0,11-7-45,-23 11 40,1-2-1,-1 1 1,1-1-1,-1 0 0,0 0 1,0-1-1,-1 0 1,1 0-1,-1 0 1,0-1-1,-1 1 0,1-1 1,-1 0-1,0-1 1,-1 1-1,0-1 0,0 1 1,0-1-1,0 0 1,-1 0-1,-1 0 0,1-1 1,-1-2-40,0 0 41,-1 1 0,0 0-1,0-1 1,-1 1 0,-1 0 0,0 0 0,0-1 0,0 1-1,-1 1 1,-1-1 0,1 0 0,-2 1 0,1 0 0,-1 0-1,0 0 1,-1 0 0,1 1 0,-2 0 0,1 0 0,-1 1-1,-2-3-40,-19-12-126,-1 0 0,0 2 0,-2 1 0,0 2 0,-4-1 126,-26-14-1015,88 25-6751,13 4-1723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5:57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2905,'0'0'360,"0"0"-360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02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9034,'0'0'9154,"0"0"-6650,0 0-1407,0 0-489,0 0 168,0 0 16,30 180-352,-13-122-160,-3-11-272,0-7 104,-3-10-104,0-10-16,-3-7-240,3-8-624,3-5-1096,0-10-2737,-3-10-10251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03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41 12523,'0'0'2119,"0"0"-1043,0 0-184,26-7-441,86-21-282,-104 26-163,-1 1 0,1 0-1,0 0 1,0 0 0,-1 1 0,7 1-6,-12-1 13,0 1 1,0-1-1,1 0 1,-1 1 0,0 0-1,0-1 1,0 1 0,0 0-1,0 0 1,0 0-1,0 1 1,-1-1 0,1 0-1,0 1 1,1 1-14,-2-1 51,1 1 0,-1-1 0,0 1 0,-1 0 0,1-1 0,0 1 0,-1 0 0,1 0 0,-1-1 0,0 1 0,0 0 0,0 0 0,0 0 0,0 0 0,-1-1 0,1 1 0,-1 0 0,0 0 0,0-1 0,0 1 0,0 0 0,0-1 0,-1 1 0,1-1 0,-1 0 0,0 2-51,-13 17 258,0-1 0,-2 0 0,0-2 0,-1 1 0,-1-2 0,-3 2-258,-48 47 608,63-58-504,-25 30 360,31-37-393,-1 1 0,1 0 0,0 0-1,0 0 1,0 0 0,0 1 0,0-1 0,0 0 0,0 0 0,1 1-1,-1-1 1,1 0 0,0 1 0,0-1 0,0 0 0,0 1 0,0-1-71,1-1 57,0 0 0,0 0 0,0-1 0,1 1 1,-1 0-1,0-1 0,0 0 0,0 1 1,1-1-1,-1 0 0,0 1 0,1-1 1,-1 0-1,0 0 0,1 0 0,-1 0 1,0 0-1,0 0 0,1-1-57,2 1 185,76 4 425,115 3-571,-67-5-9379,-104-2 884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03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14443,'0'0'4425,"0"0"-3193,0 0 449,0 0-633,148-7-464,-62-3 136,9 0-160,-3 2-208,-9 3-248,-8 0-104,-11 0-32,-8 0-448,-14 3-440,-12 2-800,-13 0-1161,-9 5-2328,-8 7-4201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03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77 11723,'0'0'2585,"0"0"-714,-26 10-42,-82 37-662,103-45-1103,1 0-1,-1 1 1,1-1 0,0 1 0,0 0-1,0 1 1,0-1 0,0 1 0,1 0-1,-1-1 1,1 2-64,2-4 40,0 1 0,0 0-1,0-1 1,1 1 0,-1 0-1,0 0 1,1 0 0,-1 0 0,1 0-1,-1 0 1,1 0 0,0 0-1,0 0 1,0 0 0,0 0 0,0-1-1,1 1 1,-1 2-40,2-1 36,-1 0 1,0 0 0,1-1-1,-1 1 1,1 0-1,0-1 1,0 1-1,0-1 1,0 0-1,1 0 1,-1 1-1,1-1 1,-1-1-1,1 1 1,0 0-1,-1-1 1,1 1 0,0-1-1,0 0 1,0 0-1,0 0 1,0 0-1,2 0-36,25 3 96,1 0 0,0-2 0,-1-1 0,1-1 0,0-2 0,0-1 0,-1-2 0,0-1 0,18-6-96,-43 11 67,0-1-1,-1 0 0,1 0 0,0-1 0,-1 1 0,0-1 0,1 0 0,-1 0 1,0 0-1,-1-1 0,1 0 0,-1 1 0,1-1 0,-1 0 0,0-1 0,-1 1 0,1-1 1,-1 1-1,2-4-66,-3 4 68,0 0 0,0 0-1,-1 0 1,1 1 0,-1-1 0,0 0 0,0 0 0,0 0 0,0 0 0,-1 0 0,0 0 0,0 1 0,0-1-1,0 0 1,0 0 0,-1 1 0,0-1 0,0 1 0,0 0 0,0-1 0,0 1 0,0 0 0,-1 0-1,0 0 1,-1-1-68,-5-4 20,0 0 0,0 1 0,0 0 0,-1 1 0,0 0 0,-1 0 0,1 1 0,-1 1 0,-7-3-20,10 5-351,1 0-1,-1 0 1,0 0-1,-1 1 1,1 0 0,0 1-1,0 0 1,0 0 0,0 1-1,-1 0 1,1 0-1,0 1 1,0 0 0,-1 1 351,-14 8-5267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0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29 145 11827,'0'0'1400,"0"0"-317,0 0 524,-6 25-374,-2 4-813,1 1 1,0 13-421,7-41 25,0-1 1,0 1-1,0 0 1,0 0 0,0-1-1,0 1 1,0 0 0,0-1-1,1 1 1,-1 0 0,1-1-1,0 1 1,-1 0 0,1-1-1,0 1 1,0-1-1,0 1 1,0-1 0,0 1-1,0-1 1,0 0 0,0 0-1,1 0 1,-1 1 0,1-1-1,-1 0 1,2 0-26,1 1 49,1 0 0,-1-1 0,1 0-1,0 0 1,-1 0 0,1 0 0,0-1 0,0 0-49,5 1 99,23 2 88,1-1-1,-1-1 1,1-2-1,-1-2 1,14-3-187,-24 2 73,0-1 1,0 0 0,-1-2-1,0-1 1,0-1 0,0-1-1,-1-1 1,1-2-74,-18 12 50,-1-1-1,0 0 1,0 0 0,0 0-1,0-1 1,0 1 0,0-1-1,0 0 1,-1 0-1,0 0 1,1 0 0,-1 0-1,0 0 1,-1 0 0,1-1-1,0 1 1,-1-1 0,0 1-1,0-1 1,0 0-1,0 0 1,-1 1 0,1-1-1,-1 0 1,0 0 0,0 1-1,0-1 1,-1 0 0,1 0-1,-1 0 1,0 1-1,0-1 1,0 1 0,-1-1-1,1 1 1,-1-1 0,0 1-1,0 0 1,0-1 0,0 1-1,-1 0 1,1 1-1,-1-1 1,0 0 0,1 1-1,-1-1 1,0 1 0,-1 0-1,1 0 1,-4-1-50,-48-19 98,47 20-323,0-1 1,0 1-1,1-1 0,-1-1 1,1 1-1,0-1 0,0-1 0,0 1 1,-4-5 224,2-6-3213,8 0-2600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04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14387,'0'0'3777,"0"0"-3105,0 0 96,0 0-328,147-8-208,-83 1-176,-2 4-40,-12 1-16,-11 2-136,-14 0-744,-11 0-1272,-9 0-1761,-5 0-6697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0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12339,'0'0'2696,"0"0"-1376,0 0 225,0 0-801,183-25-728,-124 12-16,-3 5-1384,-20 6-2505,-14-1-4673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06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5945,'0'0'955,"0"0"-311,0 0 172,0 0-350,0 0-149,0 0 279,3-3 437,4-5-842,6-8 4661,-2 8-7037,2-2-4596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07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51 8738,'0'0'2464,"0"0"-929,0 0-165,0 0-650,0 0-240,0 0 336,20-6 169,-9 2-888,14-5 376,0 1 0,1 1 0,0 1 0,1 2 0,24-2-473,-48 6 7,1 0 0,-1 0 0,0 0 0,0 0 0,0 0 0,1 1 0,-1-1 0,0 1 1,0 0-1,0 0 0,0 0 0,2 1-7,-3 0-7,-1 0 0,0-1-1,0 1 1,0 0 0,0 0 0,0 0 0,0 0 0,-1 0 0,1 0 0,-1 0-1,1 0 1,-1 0 0,0 0 0,1 0 0,-1 0 0,0 0 0,0 0-1,-1 0 1,1 0 0,-1 1 7,0 4 10,0 0-1,0 0 1,-1-1-1,0 1 1,-1-1-1,0 1 1,1-1-1,-2 0 1,1 0-1,-1 0 1,0-1-1,0 1 1,-1-1-1,0 0 1,1 0-1,-7 4-9,-14 12 56,-1-2 0,0 0 0,-5 0-56,9-5 24,-9 3 18,-16 14 0,70-29 101,39-12-229,-49 7-20,0 0 0,0 1 0,-1 0 0,1 1 1,0 1-1,0 0 0,0 0 0,0 1 0,10 3 106,-21-3-15,0 1 0,1-1-1,-1 1 1,0 0 0,0 0 0,0 0-1,-1 0 1,1 0 0,0 1 0,-1-1-1,0 0 1,1 1 0,-1-1 0,0 1-1,0 0 1,0-1 0,-1 1 0,1 0 0,-1-1-1,1 1 1,-1 0 0,0 0 0,0-1-1,0 4 16,0 1 5,0 0 0,0 1 1,-1-1-1,1 0 0,-2 0 0,1 0 0,-1 0 0,0 0 0,-1 2-5,0-5 85,0 1-1,0-1 1,0 0 0,0 0-1,-1-1 1,0 1-1,0-1 1,0 0 0,0 0-1,0 0 1,-1 0 0,1-1-1,-1 1 1,1-1-1,-1-1 1,0 1 0,0-1-1,0 1 1,0-1 0,-3 0-85,-12 1 278,0 0 1,1-1 0,-1-1-1,-13-2-278,13-3-70,16 0-5213,4 5-1685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07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12819,'0'0'2118,"0"0"-527,0 0 761,0 0-540,30 0-759,415-7 1382,-332 2-2120,23-2-313,-46 6-2945,-97 9-3761,-10 1-160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0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12347,'0'0'2844,"0"0"-538,0 0-362,0 0-847,32-6-587,103-18-272,-109 20-213,1 1-1,0 1 1,0 2 0,4 0-25,7 1-8,-37-1 6,-1 0 1,1 0 0,0 0 0,-1 0 0,1 0 0,-1 0 0,1 1 0,-1-1 0,1 0-1,-1 0 1,1 0 0,-1 1 0,1-1 0,-1 0 0,1 0 0,-1 1 0,1-1 0,-1 0-1,1 1 1,-1-1 0,0 1 0,1-1 0,-1 1 0,0-1 0,1 1 0,-1-1 0,0 1-1,0-1 1,1 1 0,-1-1 0,0 1 0,0-1 1,-1 24 79,-1-18-57,0 0-1,0 0 1,-1-1-1,1 1 0,-1 0 1,-3 3-22,-16 16 125,-1-1 0,-2-2 0,0 0 0,-1-2 0,-16 10-125,-63 51 958,103-80-930,1 0 0,-1 0 0,0 1 0,1-1 1,-1 1-1,1-1 0,-1 1 0,1-1 1,0 1-1,0 0 0,0-1 0,0 1 0,0 0 1,0 0-1,0 0 0,1 0 0,-1 0 1,1 0-1,-1 0 0,1 0 0,0 0 0,-1 0 1,1 0-1,0 0 0,1 1 0,-1-1 1,0 0-1,1 0 0,-1 0 0,1 0 0,-1 0 1,1 0-1,0 0 0,0-1 0,0 1 1,0 0-1,0 0 0,0-1 0,1 1 0,-1 0 1,1-1-1,-1 1 0,1-1 0,-1 0 1,1 0-1,0 1 0,-1-1 0,1 0 0,0 0 1,0-1-1,0 1 0,0 0 0,0-1 0,0 1 1,0-1-1,2 1-28,40 8 185,1-1 0,-1-3 0,12 0-185,4 0 88,64-5-5776,-101 0-2024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1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14483,'0'0'2761,"0"0"-801,0 0-304,0 0-991,179 0-401,-135 0-184,1 0 8,-4 0-88,-4 0-104,-15 2-921,-11 3-3095,-11-2-3202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1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11322,'0'0'4057,"0"0"-1568,0 0 191,0 0-1063,0 0-865,0 0-520,145-5-232,-70 5-128,-16 0-1416,-12 0-4306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1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168 310 3777,'0'0'8255,"0"0"-5121,0-25-1023,1-3-1538,1 0-22,-2-1 1,-1 0-1,-1 0 1,-1 0-1,-2-3-551,-25-49 3985,34 142-3154,5-15-847,3 12-20,-2 1 0,-2 0 0,-2 40 36,-6-98-24,-1 1 1,1-1-1,-1 1 1,1-1-1,-1 1 1,1-1-1,-1 0 1,0 1-1,0-1 0,0 0 1,0 1-1,0-1 1,0 0-1,0 0 1,0 0-1,-1 0 1,1 0-1,0 0 1,0-1-1,-1 1 1,1 0-1,-1-1 1,1 1-1,-1 0 1,0-1 23,-48 14-75,33-10 30,-2 2 38,10-3 26,-1 0 0,1-1 0,0 0 1,-1 0-1,-7-1-19,16-1 85,1 0 51,12 0-26,52 0-126,1-3 0,4-3 16,-41 2-1686,0-2 1,0-1 0,18-7 1685,1-3-7600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19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13083,'0'0'2728,"0"0"-991,0 0 983,0 0-1087,0 0-665,-8 153-568,0-123-280,2-7-120,6-8-24,0-13-944,0-2-1769,0 0-3632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19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54 10786,'0'0'2151,"0"0"-740,0 0-326,0 0-625,26-7-322,82-20-116,-69 21-46,-39 6 55,0 0 0,0 0 0,1 1 0,-1-1 0,0 0 0,0 0 0,1 0 0,-1 0 0,0 0 0,0 0 0,1 0 0,-1 0 0,0 0 0,0 0 0,1 0 0,-1 0 0,0 0 0,0-1 0,1 1 0,-1 0 0,0 0 0,0 0 0,0 0 0,1 0 0,-1 0 0,0-1 0,0 1 0,0 0 0,1 0 0,-1 0 0,0 0 0,0-1 0,0 1 0,0 0 0,0 0 0,1-1 0,-1 1 0,0 0 0,0 0 0,0 0 0,0-1 0,0 1 0,0 0 0,0 0 0,0-1 0,0 1 0,0 0 0,0 0 0,0-1 0,0 1 0,0 0 0,0 0 0,0-1 0,0 1-31,0-1 101,-2 0-91,0 0 0,0 1 1,0-1-1,0 0 0,0 1 1,0-1-1,0 1 0,0-1 0,-1 1 1,1 0-1,0 0 0,0 0 1,0 0-1,0 0 0,-1 1-10,0-1 17,-7 0 39,1 0 1,-1 1 0,0 0 0,1 1 0,-1 0 0,1 0 0,-1 1 0,1 1 0,0-1 0,-3 3-57,6-3 34,1 1 1,0-1-1,0 1 1,0 0-1,1 0 1,-1 0-1,1 1 1,0 0-1,0 0 1,1 0 0,-1 0-1,1 0 1,0 1-1,1 0 1,-1-1-1,1 1 1,0 1-35,1-5 15,0 1 1,0-1-1,0 0 1,1 1-1,-1-1 0,1 0 1,-1 1-1,1-1 1,0 0-1,0 1 1,0-1-1,1 1 1,-1-1-1,0 0 1,1 1-1,-1-1 0,1 0 1,0 1-1,0-1 1,0 0-1,0 0 1,0 0-1,1 0 1,-1 0-1,0 0 1,1 0-1,0 0 0,0 0-15,4 2 31,0 0 0,1-1 0,0 1 0,0-1-1,0-1 1,0 1 0,0-1 0,2 0-31,29 10 10,-27-8-11,-1 1 0,1 0 0,-1 1 0,0 0 0,0 1 0,-1 0 0,0 0-1,3 5 2,-7-8 0,-1 0 0,0 1 0,-1 0 0,1 0-1,-1 0 1,0 0 0,0 0 0,0 1 0,-1-1 0,0 1-1,0 0 1,0 0 0,-1 0 0,0 0 0,0 0-1,0 0 1,-1 1 0,0-3 74,0 1-1,-1 0 1,1 0-1,-1 0 1,0 0-1,0-1 1,-1 1-1,1 0 1,-1-1-1,0 1 0,0-1 1,-1 0-1,1 1 1,-1-1-1,0 0 1,0-1-1,0 1 1,-1 0-1,1-1 1,-1 0-1,0 0 1,0 0-1,0 0 1,0-1-1,0 0 1,-1 1-1,1-1 1,-1-1-1,1 1 1,-1-1-1,-3 1-73,-16 2 402,1-1 0,-1-1-1,1 0 1,-1-2 0,1-1-1,-20-4-401,-42 1-3034,68 4-1030,5 0-2684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45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12067,'0'0'2396,"0"0"81,0 0 91,0 0-735,0 0-764,3-3-527,-2 3-535,0 0 1,0-1 0,0 1 0,0 0 0,0-1 0,0 1-1,0 0 1,0 0 0,0 0 0,0 0 0,0 0-1,0 0 1,0 0 0,0 0 0,-1 0 0,1 1 0,0-1-1,0 0 1,0 0 0,0 1 0,0-1 0,0 1 0,0-1-1,0 1 1,-1-1 0,1 1 0,0 0 0,0-1-1,-1 1 1,1 0 0,0 0-8,22 32 118,-16-22-49,14 26 157,-1 1-1,-1 0 1,-3 2 0,2 10-226,45 166 563,-13-41-279,-48-167-257,1 1-28,0 1 0,0-1 1,1 0-1,1 0 0,2 6 1,-6-14 10,-1 0-1,1 0 1,0 0-1,-1 0 1,1 0-1,0 0 1,0-1-1,0 1 1,0 0-1,0 0 1,0 0-1,0-1 1,0 1-1,0-1 1,0 1-1,0 0 1,0-1-1,0 0 0,0 1 1,0-1-1,1 0 1,-1 0-1,0 1 1,0-1-1,0 0 1,1 0-1,-1 0 1,0-1-1,0 1 1,0 0-1,1 0 1,-1-1-1,0 1 1,0 0-1,0-1 1,0 1-1,0-1 1,0 0-1,0 1 1,0-1-1,0 0 1,0 1-1,0-1 1,0 0-1,0 0 1,-1 0-1,1 0 0,0 0-9,9-11 99,-2 1 0,1-1 0,-1-1-1,-1 1 1,0-1 0,-1-1 0,0 1-1,-1-1 1,1-8-99,10-37 488,4-42-488,-15 74 53,3-15 17,5-19 109,-4 1 0,-2-1 0,-1-20-179,-6 80-89,0 1-334,20 7-5820,-7 1 483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46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13555,'0'0'2043,"0"0"-881,-5 26 833,2-14-1732,-13 59 2369,-18 48-2632,-42 144 2552,44-140-1955,28-171 209,3-42-704,-1 11-35,6-41-67,-1 96-7,0-1 0,1 1 1,2 0-1,0 0 0,1 1 1,11-23 6,-15 40-3,0 1 1,0-1 0,0 1 0,1-1 0,0 1 0,0 0 0,0 1 0,0-1 0,1 1 0,0 0 0,0-1 2,-3 4-7,0 0 0,1-1 0,-1 1 0,1 0 1,-1 0-1,1 0 0,-1 0 0,1 1 0,0-1 1,-1 1-1,1-1 0,0 1 0,-1 0 0,1 0 1,0 0-1,0 1 0,-1-1 0,1 1 0,0-1 0,-1 1 1,1 0-1,-1 0 0,1 0 0,-1 0 0,1 0 1,-1 1-1,2 1 7,6 5 0,0 0 0,0 1 0,-1 1 0,0-1 0,-1 1 0,0 1 0,-1-1-1,0 1 1,1 4 0,9 16 71,-2 0-1,10 31-70,-9-10 106,7 41-106,-11-43 25,-12-49-70,0-1 0,0 0 0,0 1 0,0-1 0,0 1 0,0-1 0,0 1 0,0-1 0,0 1 0,1-1 0,-1 1 0,0-1 0,0 0 0,0 1 0,1-1 0,-1 1 0,0-1 0,0 0 0,1 1 0,-1-1 0,0 0 0,1 1 0,-1-1 0,0 0 0,1 1 0,-1-1 0,1 0 0,-1 0 0,0 0 0,1 1 0,-1-1 45,7-12-2127,1-21-3735,-8 10-470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46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11162,'0'0'4945,"0"0"-2784,0 0 207,0 0-919,0 0-833,0 0-424,142-35-104,-76 18-80,4-4-8,19-11-1240,-17 4-2737,-13 1-4473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47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13827,'0'0'2382,"0"0"-1141,0 0 504,14 29-360,86 176 446,-74-151-1208,-13-28-442,0 0 0,-2 1 0,3 12-181,-22-60 51,0 1 1,-1-1-1,-6-6-51,5 9 42,1 0-1,0-1 1,2 0 0,0-1-1,1 0 1,-3-18-42,7 29-1,1-1-1,1 1 1,-1 0-1,2-1 1,-1 1 0,1-1-1,1 1 1,0 0-1,0 0 1,0 0-1,3-5 2,-1 7-1,0 1 0,0-1 0,0 1-1,1 0 1,-1 1 0,2-1 0,-1 1-1,0 0 1,1 0 0,0 0 0,0 1-1,1 0 1,-1 0 0,4-1 1,2-1-9,1 0 0,0 1 0,0 1 0,0 0 1,0 0-1,1 2 0,-1-1 0,1 2 0,0 0 0,0 0 0,7 2 9,-19-1-3,1 0-1,0 1 1,0-1-1,-1 1 0,1 0 1,0-1-1,-1 1 0,1 1 1,-1-1-1,1 0 1,-1 0-1,0 1 0,1 0 1,-1-1-1,0 1 0,0 0 1,0 0-1,0 0 1,-1 0-1,1 0 0,0 1 1,-1-1-1,0 0 1,1 1-1,-1-1 0,0 1 1,0-1-1,-1 1 0,1 0 1,0 0-1,-1-1 1,1 1-1,-1 0 0,0 1 4,0 4 1,0 0 1,0 0-1,-1-1 0,0 1 0,0 0 0,-1-1 0,0 1 0,0-1 1,0 1-1,-1-1 0,-1 0 0,0 2-1,-13 16 80,-1 0-1,-1-2 1,-8 8-80,13-16 142,-1 1-1,2 1 1,0 0 0,1 1 0,1 0-1,1 1 1,-7 17-142,15-32 28,1-1 1,0 1-1,0 0 1,0-1-1,0 1 0,1 0 1,-1 0-1,1-1 1,0 1-1,0 0 0,1 0 1,-1-1-1,2 5-28,-2-7 24,1 1 1,0 0-1,0-1 1,0 1-1,0 0 0,1-1 1,-1 1-1,0-1 1,1 0-1,-1 1 0,1-1 1,-1 0-1,1 0 0,-1 0 1,1 0-1,0 0 1,0 0-1,-1-1 0,1 1 1,0-1-1,0 1 0,0-1 1,0 1-1,0-1 1,0 0-1,0 0-24,47 5 193,1-3-1,0-1 1,0-3 0,33-6-193,-72 6-670,0-1 0,0 0 0,0 0 0,0-1 0,-1-1 1,1 0-1,-1 0 0,2-2 670,8-4-2391,21-11-4178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47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11803,'0'0'3872,"0"0"-2159,0 0 63,0 0-408,-150 178-143,111-98-305,11 0-72,11-2-232,17-10-272,0-13-192,25-10-104,14-10 0,8-13-48,6-9 0,9-13-608,27-5-920,-14-25-3529,-11-3-5730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47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16067,'0'0'2913,"0"0"-1641,0 0-31,0 0-41,0 0-280,184 128-280,-146-76-72,-4-2-96,-6-4-280,-6-9-120,-3-7-16,-2-7-56,-3-13-376,0-10-736,-3-20-704,-3-10-4049</inkml:trace>
  <inkml:trace contextRef="#ctx0" brushRef="#br0" timeOffset="1">360 0 13171,'0'0'4705,"0"0"-2561,0 0-167,0 0-1369,0 0-448,0 0 744,-92 145 56,42-87-160,0-3-399,2-7-161,10-11-184,10-7-40,11-10-16,9-7-400,5-8-521,3-5-383,22-15-624,6-8-4058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48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15075,'0'0'2481,"0"0"-1785,0 0 1048,0 0-279,97 186-257,-77-101-232,-6 3 56,-14-3-216,0-8-335,0-9-241,-9-13-232,-2-10 96,-3-10-104,0-10-304,3-7-545,8-18-527,3 0-720,0-28-2449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48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1 600,'0'0'13179,"0"0"-10242,0 0-1817,0 0 304,0 0-720,0 0-528,192 13-72,-142-11-104,-11 1-720,-14-1-3457,-17 3-5761</inkml:trace>
  <inkml:trace contextRef="#ctx0" brushRef="#br0" timeOffset="1">34 274 13291,'0'0'3849,"0"0"-3057,0 0 1304,0 0-591,0 0-1105,181 0-240,-125 0-160,-9 0 0,-8 0-264,-6 2-633,-8 8-1679,-11 0-3321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3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11498,'0'0'4633,"0"0"-2099,0 0-783,0 0-416,0 0-465,0 0-138,20 5 139,40 8-346,2-2 1,-1-4-1,10-1-525,-68-6-76,110 3 118,-64-3-4183,-48 0-1083,-1 0-2455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4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11987,'0'0'3948,"0"0"-1324,0 0-729,0 0-843,0 0-596,0 0 44,-8 31 204,-1 3-474,-12 44 899,-5 40-1129,14-58 350,2 1 0,3 0 0,3 1 0,2-1 0,6 44-350,-3-99 6,-1-1 0,2 0 0,-1 1 0,0-1 0,1 0 0,0 0-1,0 0 1,1 0 0,0-1 0,-1 1 0,1 0 0,1-1 0,-1 0 0,1 0 0,-1 0 0,1 0 0,1-1 0,-1 1 0,0-1 0,1 0 0,-1-1 0,1 1-1,0-1 1,0 0 0,3 2-6,5-1 6,0 1 0,1-1-1,-1-1 1,0-1-1,1 1 1,-1-2-1,1 0 1,-1-1 0,11-2-6,-17 3-96,-1-2 0,0 1 1,1-1-1,-1 0 1,0 0-1,0-1 0,0 0 1,0 0-1,-1 0 1,1-1-1,-1 0 0,0 0 1,0 0-1,0-1 1,0 1-1,-1-1 0,0 0 1,2-3 95,-1 0-511,-1 1-1,0 0 1,0-1 0,-1 0 0,0 0-1,1-3 512,-1 1-1380,-1 1 0,-1-1-1,1 0 1,-1 0-1,-1-5 1381,0-21-8918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4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13003,'0'0'4761,"0"0"-3329,0 0 80,0 0-559,0 0-417,0 0-72,169-15-208,-102 3-152,-3-1-96,25-4-8,-16 2-1416,-4-3-5114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4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13883,'0'0'3630,"0"0"-1955,0 0-339,-9 33-46,-3 7-952,-6 19 308,4 0 0,-5 37-646,10-28 1377,-1 35-1377,9-82 131,1 1-1,1-1 0,1 0 0,0 1 0,2-1 0,0 0 0,2 0-130,-2-9 22,1-1 0,0 1 0,1-1 1,0-1-1,1 1 0,1-1 0,-1 0 0,1-1 0,1 0 0,0 0 0,0-1 0,1 0 0,0-1 1,0 0-1,2 1-22,3 0-175,-1 0 1,1-1 0,1 0-1,-1-2 1,1 0-1,0 0 1,1-2 0,-1 0-1,1-1 1,14 1 174,23-3-2805,-6 0-3787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5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11899,'0'0'3562,"0"0"-1338,0 0-241,0 0-651,34-1-610,1-1-550,1 2-1,-1 2 1,3 1-172,-30-1 50,0 1 0,0-1 1,0 1-1,-1 1 0,1-1 1,-1 1-1,0 1 0,0-1 1,0 1-1,0 0 0,-1 1 1,0 0-1,0 0 0,0 0 1,-1 0-1,0 1 0,0 0 1,-1 0-1,2 4-50,4 5 104,5 6 33,-2 2 0,0 0 1,-2 0-1,0 1 0,6 24-137,3 28 281,3 27-281,11 48 61,-33-150-65,-1 0 0,1 0-1,-1 0 1,1 0-1,-1 0 1,1-1 0,0 1-1,0 0 1,0 0 0,0-1-1,0 1 1,1 0 0,-1-1-1,0 1 1,2 0 4,-3-2-28,1 0 1,-1 0-1,1 0 1,-1 0-1,1 0 1,-1 0-1,1 0 0,-1 0 1,1 0-1,0 0 1,-1 0-1,1-1 1,-1 1-1,1 0 0,-1 0 1,1 0-1,-1-1 1,0 1-1,1 0 1,-1-1-1,1 1 0,-1 0 1,0-1-1,1 1 1,-1-1-1,0 1 1,1 0-1,-1-1 0,0 1 1,1-1-1,-1 1 1,0-1-1,0 1 28,4-9-1109,0 1 0,-1 0 0,0-1 0,0 1 0,0-7 1109,6-29-8235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5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0 14403,'0'0'2774,"0"0"-1503,-3 23 17,-4 21-630,-2-1 0,-2 0 0,-3 0 0,0-1 0,-16 28-658,5-22 337,-2-1 0,-2-2-1,-2-1 1,-1-1-1,-3-1 1,-1-2 0,-33 26-337,68-65-366,7-7-467,68-59-6554,-23 28-936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00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8250,'0'0'2592,"0"0"-871,0 0 383,0 0 65,189-13-89,-138 13-1008,-7 0-528,-8 0-328,-5 0-136,-9 0-80,-2 0-80,-12 0-1240,-8 0-1704,0 0-2858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01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 8858,'0'0'2223,"0"0"-264,0 0-224,-4 21-659,-56 399 2457,19-112-2007,-21 108 138,53-363-1500,3 1-1,2 0 1,3 44-164,50-93 515,220 6 590,-89-11-3144,-75-1-1503,-4 1-5720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6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0 216 16347,'0'0'3033,"0"0"-1953,0 0 465,0 0-761,0 0-472,0 0-96,159 0-96,-106 0-112,-6 0-8,1 0-64,21 0-616,-10 0-1553,-12-8-3352</inkml:trace>
  <inkml:trace contextRef="#ctx0" brushRef="#br0" timeOffset="1">780 30 12779,'0'0'2128,"0"0"-1464,0 0 297,0 0-689,153-20-272,-95 18-224,-13-1-1241,-14-2-3784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6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12163,'0'0'2952,"0"0"-710,-24 27-399,-81 93-405,90-102-1135,1 0 1,1 1 0,0 1-1,2 0 1,0 1 0,2 0-1,-6 18-303,10-23 166,1 1 0,0 0 0,2 0 0,0 1 0,1-1 0,0 0 0,2 1 0,0-1 0,1 2-166,-1-13 19,0 0-1,0 0 1,1 0-1,0 0 1,0-1-1,1 1 1,-1-1-1,1 0 1,0 0-1,0 0 1,1 0 0,0 0-1,0 0 1,0-1-1,0 0 1,1 0-1,-1 0 1,1-1-1,0 1 1,0-1-1,0 0 1,1 0-1,-1-1 1,1 0-1,0 0 1,-1 0-1,5 0-18,18 4-12,-1-1-1,1-2 1,0-1-1,-1-1 0,12-1 13,-28 0-18,12-1-268,0 0 1,0-1-1,0-2 1,0 0-1,-1-1 1,1-2-1,-1 0 1,-1-1-1,1-2 1,-1 0 285,-15 7-364,0-1-1,0 0 1,-1 0 0,1-1 0,-1 0 0,0 1 0,0-2-1,-1 1 1,1-1 0,-1 1 0,0-1 0,-1 0 0,0-1-1,0 1 1,0-1 0,0 1 0,-1-2 364,6-27-5500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6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1 384 13339,'0'0'4257,"0"0"-2881,0 0 552,0 0-551,0 0-905,0 0-344,0 0 8,114 2-80,-45-7-48,40-22-8,-17 2-1416,-14-3-5066</inkml:trace>
  <inkml:trace contextRef="#ctx0" brushRef="#br0" timeOffset="1">1203 1 11562,'0'0'3009,"0"0"-1032,0 0 495,-136 172-784,77-99-591,1 0-489,2-3-224,6-13-192,11-7-184,6-14-8,5-14 0,-6-22-952,9 0-2113,6-7-6497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7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15 5401,'0'0'5347,"0"0"-2537,0 0-674,0 0-513,0 0-480,0 0-77,-11-4-144,6 2-849,2 1-39,1 0 0,-1-1 0,0 1 0,0 0 0,0 1 0,0-1 0,0 0 0,0 1 0,0-1 1,0 1-1,0 0 0,0 0 0,0 1 0,0-1 0,-1 0 0,1 1 0,1 0 0,-1 0 0,0 0 0,0 0 0,0 0 0,0 0 0,1 1 0,-1 0 0,0-1 0,1 1 0,0 0 1,-1 0-1,0 2-34,-39 37 645,2 1 0,3 2 0,1 2 1,-18 31-646,41-56 137,1 0 1,1 0 0,0 1 0,2 1 0,0 0-1,2 0 1,0 1 0,2-1 0,1 1-1,0 1 1,2-1 0,1 9-138,1-28 6,1 0 0,-1 0 0,1 0 0,1 0 0,-1 0 0,1 0 0,0-1-1,0 1 1,0-1 0,0 1 0,1-1 0,0 0 0,0 0 0,0 0 0,0 0 0,1 0 0,0-1 0,-1 0 0,1 0 0,0 0 0,1 0 0,-1 0 0,0-1 0,1 0 0,-1 0 0,1 0 0,0 0 0,0-1-1,0 0 1,1 0-6,20 5 1,0-2 0,1-1 0,-1-1 0,1-1-1,4-1 0,-28 0-6,17 0-374,-1 0 0,0-2 1,0 0-1,0-1 0,0-1 1,14-5 379,-21 5-1480,0-2-1,0 1 1,0-1 0,-1-1 0,0 0 0,6-6 1480,10-12-10271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7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11739,'0'0'5281,"0"0"-4153,0 0 144,0 0 465,111 173-473,-69-108-512,-3-3-168,-6-9-248,-8-11-248,-3-11-8,-8-11-80,-5-10-80,-4-8-552,-5-2-944,0-7-2129,-5-13-7842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8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0 16123,'0'0'4337,"0"0"-3769,0 0-167,0 0 431,-122 141-56,58-69 112,-6 6-8,3-6-112,12-9-391,13-13-249,14-15-120,14-10-8,6-10 0,8-7-553,0-6-527,27-2-448,12 0-2937,3-12-7402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8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14091,'0'0'2305,"0"0"-649,86 135 944,-53-57-919,-10 12-585,-12 5-496,-8-7-192,-3-6-120,0-14-168,-14-10-120,-11-13 0,-9-8-168,-16-2-736,8-7-1120,9-13-4362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8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11466,'0'0'1993,"0"0"639,92 183-615,-62-81-849,-10 13-296,-12 1 113,-8-6-169,0-15-352,0-15-336,-11-15-32,-6-15-96,-27-7-1016,5-11-3241,-3-12-3705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6:5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8042,'0'0'1745,"0"0"114,0 0 211,24-6-337,-7 2-1453,7-3 297,0 1 0,1 1 0,0 1 1,0 1-1,0 2 0,24 1-577,-48 0 6,0 0 0,0 0 0,0 1 0,1-1 0,-1 1 0,0-1 0,0 1 0,0-1 0,0 1 0,0 0 0,0-1 1,0 1-1,0 0 0,0 0 0,-1 0 0,1 0 0,0-1 0,0 1 0,-1 0 0,1 1 0,-1-1 0,1 0 0,0 0-6,6 36 40,-7-26-14,0-1 0,-1 1-1,0-1 1,-1 1 0,-3 9-26,0-7 44,-1-1 0,-1 0 1,0 0-1,-1 0 0,0-1 0,-3 3-44,4-6 22,1 0 0,0 0 0,0 0-1,1 0 1,0 1 0,0 0 0,1 0 0,0 1 0,1-1 0,0 1 0,0 0 0,1-1 0,-1 7-22,4-15 20,0 0-1,0 0 1,-1 0 0,1 1 0,0-1 0,0 0 0,0 0 0,0 0 0,0-1 0,0 1 0,0 0-1,0 0 1,1-1 0,-1 1 0,0 0 0,0-1 0,1 1 0,-1-1 0,0 0 0,1 1 0,-1-1 0,0 0-1,1 0 1,-1 0 0,0 0 0,1 0 0,-1 0 0,1 0-20,4 1 69,45 5-445,-1-3-1,50-2 377,-58-1-1844,7 0-3512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01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5 9298,'0'0'2669,"0"0"-716,0 0-220,0 0-385,24 0-665,192 0 2577,-194-2-2599,-17 1-511,0 0 0,0 1-1,0 0 1,0 0 0,0 0-1,1 0 1,1 1-150,-5 3 24,-1-1 0,1 0 0,-1 0 0,0 0 0,-1 1 0,1-1 0,-1 0 1,1 1-1,-1-1 0,0 1 0,0-1 0,0 1-24,0 1 72,23 299 2227,-7-114-1570,27 152-343,-19-184-294,-20-112 106,-2 1 0,-2 10-198,0-25 248,-1-30-243,0 1 0,0-1 0,0 1 0,0-1 0,-1 0 0,1 1 0,-1-1 0,1 0 0,-1 0 0,0 0 0,1 0 0,-1-1 0,0 1-1,-1 0 1,1-1 0,0 1 0,0-1 0,0 0 0,-1 0 0,0 1-5,-52 20 96,26-19-97,0 0-1,0-2 1,0-1-1,0-1 0,0-2 1,-25-5 1,26 3-370,-40-7-1157,28 1-2824,31 6-2364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0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8146,'0'0'5545,"0"0"-3153,0 0-543,0 0-1073,0 0 208,0 0-40,0 0-359,167 22-193,-106-17-176,-2-5-120,-12 3-96,-8-1-640,-17 1-2113,-14-1-3232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02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10786,'0'0'3273,"0"0"-864,0 0-425,0 0-1152,0 0 32,0 0 161,0 0-249,134 73-456,-67-73-208,-6 0-48,-3 0-64,1-3-752,-15 1-2377,-16 2-4801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08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15523,'0'0'3889,"0"0"-2753,0 0 705,0 0-985,147-45-504,-91 42-224,2 3-32,-2 0-80,-6 0-16,-8 0 0,-14 0-448,-28 0-1472,0 0-3770,-12 8-6504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08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 15579,'0'0'3782,"0"0"-2167,0 0-106,-16 31-364,-2 3-862,1-3-46,1 1 0,2 0 0,1 1 1,1 1-1,-1 10-237,4-5 282,2-1 1,2 1 0,1 0 0,2 1-1,2 30-282,0-60 22,1 0 0,1 0 0,0 0-1,0-1 1,1 1 0,0-1-1,0 1 1,1-1 0,0 0 0,1 0-1,0-1 1,1 1 0,-1-1 0,1-1-1,1 1 1,0-1 0,0 0 0,0 0-1,1-1 1,0 0 0,3 2-22,5 1 13,1 0 0,-1-1-1,2-1 1,-1 0 0,1-2 0,0 0 0,0-1 0,0 0 0,1-2 0,18 1-13,-2-1-215,0-2-1,0-1 1,6-2 215,-31 2-186,0-1 0,0 0-1,0 0 1,-1-1 0,1 0 0,-1-1-1,0 0 1,0 0 0,0-1-1,-1 0 1,0 0 0,1-1-1,1-3 187,-7 6-194,-1 0 0,1 0 0,-1 0 0,0 0 0,0 0-1,-1-1 1,1 1 0,0-1 0,-1 1 0,0-1-1,0 1 1,0-1 0,-1 0 0,1 0 0,-1 1-1,0-1 1,0-3 194,-8-40-6165,-13 9-3502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0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0 574 16051,'0'0'4369,"0"0"-2544,0 0-233,0 0-832,142-40-528,-58 22-160,5 3-72,0 0-328,30-10-712,-24 5-3233,-14 0-8202</inkml:trace>
  <inkml:trace contextRef="#ctx0" brushRef="#br0" timeOffset="1">1269 1 15835,'0'0'2801,"0"0"-1681,0 0 1121,0 0-1049,-89 167-296,70-92-176,5 8-24,8-3-119,6-7-313,3-11-64,31-14-200,7-15 0,9-13-80,6-15-713,22-5-527,-11-18-1224,-12-9-5026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09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36 824,'0'0'16036,"0"0"-13244,0 0-943,153-35-193,-72 42-632,0 36-416,-9 17-336,-13 20 232,-15 8-336,-13-1-95,-9-2-73,-8-15-145,-3-12-415,-2-23-384,-1-30-424,-3-5-1513,-2-12-2896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09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1 15371,'0'0'2721,"0"0"-1641,0 0 833,-120 137-497,56-59-528,-8 10 96,-1-1-128,9-7-263,11-10-417,17-17-104,14-15-72,11-13-296,8-13-353,3-7-311,3-5-272,22-10-2945,3-12-4905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0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11322,'0'0'3073,"0"0"-680,0 0-545,0 0-582,28-10-546,88-30-384,-111 38-329,-1 1 0,1-1 0,0 1 1,-1 0-1,1 0 0,0 1 0,0-1 0,-1 1 1,1 0-1,0 1 0,0-1 0,0 1 0,-1 0 1,1 0-1,0 0-7,-4 0 10,0-1 1,1 1 0,-1 0 0,0 0-1,0 0 1,0 0 0,0 0 0,0 0-1,0 1 1,0-1 0,0 0-1,-1 0 1,1 1 0,0-1 0,-1 0-1,1 1 1,-1-1 0,1 1 0,-1-1-1,0 1 1,0-1 0,1 1-1,-1-1 1,0 1 0,0-1 0,0 1-1,-1-1 1,1 1-11,-2 6 58,0 1 0,0-1 0,-1 0 0,0 0 0,-1 0 0,1-1 0,-1 1 0,-1-1-1,0 0 1,0 0 0,-3 3-58,-16 15 145,-32 36 72,53-57-169,0 0 0,0 1-1,0-1 1,1 1 0,-1-1 0,1 1 0,0 0-1,1 0 1,-1 0 0,1 0 0,0 0-1,0 0 1,0 2-48,2-6 32,-1 0 0,0-1 0,1 1-1,-1 0 1,1-1 0,0 1 0,-1-1-1,1 1 1,-1-1 0,1 1 0,0-1-1,-1 1 1,1-1 0,0 0 0,0 1-1,-1-1 1,1 0 0,0 0 0,0 0-1,0 1 1,-1-1 0,1 0 0,0 0 0,0 0-1,0 0 1,-1 0 0,1 0 0,0-1-32,34 1 433,-26 0-315,24-1-161,0-1 0,-1-1 0,16-5 43,-25 3-2209,0-1 1,-1-1 0,2-2 2208,8-5-8439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10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11947,'0'0'3756,"0"0"-1806,0 0-307,25 19 57,-3-3-1312,-3-2-122,-1 0 0,0 0 1,-1 2-1,-1 0 0,0 1 1,-1 1-1,-1 0 0,3 7-266,-3 1 166,0-1 0,-2 2-1,-1 0 1,-1 1 0,-1-1-1,-2 2 1,0-1 0,-2 1-1,-2 0 1,0 0 0,-2 0-1,-1 1 1,-1-1-1,-2 0 1,-1 0 0,-1 0-1,-2-1 1,0 0 0,-3 3-166,-17 30 292,-13 18-292,0 0-1235,42-76-598,6-8 441,18-14-3806,6-6-4352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10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11867,'0'0'2436,"0"0"-588,0 0-98,25 0-850,213 0-205,-176 1 101,-60 1 520,-8 1-942,-13 4-167,-56 10-230,-1-3 0,-78 4 23,126-17-3830,22-1 948,2 0-6500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1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13395,'0'0'3945,"0"0"-2785,0 0 952,153-40-1111,-86 32-393,2 1-368,6 2-136,-5 2-104,-9-4-136,-8-1-640,-17 1-1449,-19 2-3256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11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12395,'0'0'1933,"0"0"-102,-15 31 718,-48 103-714,59-122-1623,0 0 1,0 0-1,1 0 1,1 1-1,0-1 0,0 1 1,2 0-1,-1-1 0,2 1 1,0 5-213,0 5 289,0-10-227,0 0 1,1-1-1,0 1 1,1 0 0,1-1-1,0 0 1,0 0-1,1 0 1,1 0 0,0-1-1,0 0 1,1 0-1,1-1 1,0 1 0,0-2-1,1 1 1,0-1-1,1-1 1,-1 0 0,2 0-1,-1-1 1,1 0-1,0 0 1,1-2 0,0 1-1,0-1 1,0-1-1,0 0 1,0-1 0,1 0-1,0-1 1,-1-1-1,7 1-62,1-1-57,-1-1-1,0-1 0,1-1 0,-1 0 0,0-1 0,0-1 1,0-1-1,0-1 0,12-6 58,-22 8-240,0 0 1,-1-1 0,0-1-1,0 1 1,0-1-1,-1-1 1,0 1-1,0-1 1,0-2 239,-1 2-582,0-1-1,-1 0 1,0 0 0,-1 0 0,0-1-1,0 1 1,-1-1 0,0 0 0,-1 0 0,1-4 582,1-33-5946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11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0 458 13115,'0'0'3168,"0"0"-559,0 0-529,0 0-919,0 0-857,0 0-136,0 0 136,165-7-248,-79-11-56,39-12-368,-25 5-1945,-11-2-4216</inkml:trace>
  <inkml:trace contextRef="#ctx0" brushRef="#br0" timeOffset="1">1022 0 12187,'0'0'3216,"0"0"-1319,0 0 679,-92 145-943,67-72-409,8 2-456,9-2-168,8-8-136,0-15-336,25-13-48,17-14-80,11-16-72,11-7-720,22-2-568,-14-18-1345,-13-3-3472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1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8330,'0'0'8154,"0"0"-5826,0 0-784,0 0 185,147 55-465,-85-7-368,-7 5-56,-7 2-39,-9-3-329,-12-4-416,-2-8-56,-5-10-32,-9-10-448,0-8-697,-8-12-495,0-2-2337,-3-23-6457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12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429 231 16003,'0'0'2305,"0"0"-713,0 0 25,0 0-921,0 0-64,-184 140-40,126-75-64,2-2-168,9-10-256,8-8-96,11-13-8,11-9-464,17-11-440,0-7-2057,6-5-4032</inkml:trace>
  <inkml:trace contextRef="#ctx0" brushRef="#br0" timeOffset="1">688 1 14443,'0'0'4169,"0"0"-2409,0 0 89,0 0-833,156 145-296,-153-55-224,-3 10-160,-25 5-248,-9-7 56,1-13-144,5-12 0,8-18-80,4-15-304,-4-15-408,-19-15-496,6-10-1217,-3 0-5048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1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11426,'0'0'2626,"0"0"-321,0 0 139,0 0-958,0 0-790,-1 30-126,-14 209 474,8-158-141,4 0 0,7 68-903,-2-128-13,1 0 1,1 0-1,0 0 1,2-1 0,1 0-1,0 0 1,1-1-1,1 0 1,1 0 0,1-1-1,1 0 1,0-1-1,1 0 1,1-1 0,0-1-1,1 0 1,1-1-1,0-1 1,1 0 0,0-1-1,1-1 1,1-1-1,0 0 1,0-1 0,0-1-1,1-1 1,17 3 12,23 1-1338,2-3 1,-1-3-1,5-2 1338,46-2-5668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13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10762,'0'0'2932,"0"0"156,0 0-434,0 0-1244,0 0-271,21 23-138,-3-3-784,6 5 4,-1 1 0,-1 1 1,-2 1-1,0 1 0,1 7-221,-1 1 65,-2 0 0,-1 0 0,-3 2 0,-1 0 0,-1 0-1,-2 1 1,-2 1 0,-2-1 0,-2 1 0,-1 0 0,-3 39-65,-3-61-134,-1 0 1,-1-1 0,0 1 0,-2-1-1,0 0 1,0-1 0,-2 1-1,0-2 1,-1 1 0,-1-1 0,-1-1-1,0 0 1,0 0 0,-2-2 0,-5 5 133,18-41-4504,1-6-3190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14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10474,'0'0'2578,"0"0"-292,23-2-186,-1 0-1688,20-3 374,0 2 0,0 2 0,16 3-786,-55-2 64,-1 0 1,1 0-1,-1 1 0,0-1 0,1 1 0,-1-1 0,0 1 1,1 0-1,-1 0 0,0 0 0,0 0 0,0 1 0,0-1 1,0 0-1,0 1 0,0 0 0,0-1 0,0 1 0,-1 0 1,1 0-1,-1 0 0,1 0 0,-1 0 0,0 0-64,0 1 66,0 0-1,0 0 1,-1 0 0,0 0-1,1 0 1,-1 0 0,0 0-1,-1 0 1,1 0 0,0 0-1,-1 0 1,1 0-1,-1 0 1,0 0 0,0-1-1,0 1 1,-1 0 0,1-1-1,-1 1 1,0 1-66,-16 22 152,-1-1 0,-13 14-152,11-15 30,1 2 0,-14 24-30,29-41 4,0-1 1,1 1-1,0 1 1,1-1-1,-1 0 1,2 1-1,-1 0 1,1 0-1,1-1 1,0 1-1,0 4-4,2-13 2,-1 0-1,0-1 1,1 1-1,-1 0 1,0 0-1,1-1 1,-1 1-1,1 0 1,-1-1-1,1 1 0,-1-1 1,1 1-1,0-1 1,-1 1-1,1-1 1,-1 1-1,1-1 1,0 0-1,0 1 1,-1-1-1,1 0 1,0 1-1,0-1 0,-1 0 1,1 0-1,0 0 1,0 0-1,0 0-1,28 4 144,-26-4-113,274 1 696,-242 7-2383,-15 0-5473,-18-7 6167,4 2-8571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20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35 3489,'0'0'2080,"0"0"-270,0 0-115,0 0-32,0 0-252,0 0-277,0 0-34,0 0-267,0 0-275,0 0-218,0 0-111,0 0 35,1 0 87,1 0 0,0 0 0,-1 0 0,1 0 0,0 0 0,-1-1 0,1 1 0,0 0 0,-1-1 1,1 1-1,-1-1 0,1 0 0,0 0 0,0 0-351,8-14 146,-2 2 571,-7 13-710,-1 0 1,0 0 0,0 1-1,1-1 1,-1 0-1,0 0 1,1 0-1,-1 1 1,0-1-1,0 0 1,1 0-1,-1 1 1,0-1-1,0 0 1,0 1-1,1-1 1,-1 0-1,0 1 1,0-1-1,0 0 1,0 1-1,0-1 1,0 0 0,0 1-1,0-1 1,0 0-1,0 1 1,0-1-1,0 0 1,0 1-1,0-1 1,0 1-1,0-1 1,0 0-1,0 1 1,0-1-1,0 0 1,-1 1-1,1-1 1,0 0-8,-1 9 1,0 1 1,-1-2 0,0 1-1,-1 0 1,1 0-1,-2-1 1,1 1 0,-1-1-1,0 0 1,-2 1-2,1 1 40,-1 1 1,2-1-1,-1 1 1,2 0 0,-3 9-41,7-19 5,-1 0 0,1-1 1,0 1-1,0 0 1,0 0-1,0-1 1,-1 1-1,1 0 1,0-1-1,0 1 1,0-1-1,0 1 1,0-1-1,0 0 0,1 0 1,-1 1-1,0-1 1,0 0-1,0 0 1,0 0-1,0 0 1,0 0-1,0 0 1,0 0-1,1 0 0,-1-1 1,1 1-6,38-2 15,299-52-341,-147 30-1944,-65 6-2574,-30 3-2716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22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11 1480,'0'0'5999,"0"0"-3545,0 0-835,0 0-152,0 0-427,0 0-173,1-1-606,-1 1 0,1-1 0,0 1 0,0-1 1,0 1-1,0-1 0,0 1 0,-1 0 0,1-1 0,0 1 1,0 0-1,0 0 0,0 0 0,0 0 0,0 0 0,0 0 0,1 0-261,-2 21 219,0 0-1,-1 0 0,-1 0 0,-1 0 0,-1 0 0,-1-1 0,-5 15-218,6-25 136,2-6-62,0 1 0,1 0 0,-1 0 0,1 0 0,0 0 0,0 0 0,1 2-74,0-6 104,0-1-7,14-2 110,21-9-182,-1-1 0,-1-1 1,3-4-26,36-14 25,200-65-294,-200 76-4231,41-5 4500,-43 14-5804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4-28T01:37:30.46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813 216,'0'1,"0"0,1 0,-1 0,0 0,1 1,-1-1,1-1,0 1,-1 0,1 0,0 0,-1 0,1 0,0 0,0-1,0 1,0 0,0-1,0 1,0-1,0 1,0-1,0 1,0-1,0 0,0 0,0 1,0-1,36 6,-34-5,121 6,121-8,-76-2,39-2,59-14,-262 18,38-3,0 1,0 2,23 3,-64-2,1 0,0 0,-1 1,1-1,-1 1,0 0,1 0,-1 0,1 0,-1 0,0 0,0 0,0 1,0-1,0 1,2 1,-3-2,-1 1,1-1,0 0,0 1,-1-1,1 1,-1-1,1 1,-1-1,0 1,1-1,-1 1,0-1,0 1,0-1,0 1,-1 0,1-1,0 1,-1 0,-1 5,-1-1,0 1,0 0,-1-1,0 0,0 0,0 0,-1 0,0-1,-5 5,-38 33,-2-3,-1-2,-2-2,-8 1,-32 15,-2-4,-14 2,13-12,-1-3,-1-5,-1-4,-2-4,0-5,-2-5,1-3,-78-6,158-1,-1 0,1 2,0 0,0 1,0 2,1 0,0 1,0 1,-18 12,-29 9,4-5,41-18,1 1,-1 2,1 0,1 1,0 1,1 1,-1 1,21-13,-1-1,0 1,1-1,-1 0,1 1,-1-1,1 1,-1 0,1-1,-1 1,1-1,-1 1,1 0,0-1,-1 1,1 0,0-1,-1 1,1 0,0-1,0 1,0 0,0 0,0-1,0 1,0 0,0 0,0-1,0 1,0 0,2 1,-1-1,0 0,0 0,1 0,-1 0,1 0,-1 0,1 0,-1 0,1 0,0-1,-1 1,1-1,1 1,24 5,0 0,0-2,1-1,26-1,-28-1,276 7,-1-14,0-13,181-39,-476 57,72-11,-1-3,30-12,-98 25,0-1,0 0,-1-1,0 0,1 0,-1-1,-1 0,6-4,-11 6,1 1,-1-1,0 1,0-1,0 0,0 0,-1 0,1 0,-1 0,0 0,0 0,0-1,0 1,0 0,-1-1,1 1,-1 0,0-1,0 1,-1-1,1 1,-1-3,-2-23,2-1,1 0,1 1,1-1,2 1,3-10,-6 35,0-4,1 0,-1 0,0 0,-1 0,0 0,0 0,-1 0,0 0,-1 0,1 0,-1 1,-1-1,0 0,0 1,0 0,-1-1,0 1,0 1,-1-1,0 1,0-1,0 2,-1-1,0 0,0 1,-1 0,1 1,-1-1,0 1,-4-1,-15-8,-1 0,0 2,-1 1,-1 2,1 0,-1 2,-19-1,-51-4,-60 4,131 6,-719 3,738-1,0 0,0 0,1 1,-1 1,1-1,0 1,0 1,0 0,0 0,0 0,1 1,0 0,0 0,0 1,1 0,0 0,0 1,-5 6,2 0,0 0,1 1,1 0,0 0,1 0,0 1,1 0,1 1,0-1,1 1,2-12,0 1,1-1,-1 1,1-1,0 1,0-1,0 1,1-1,0 1,0-1,0 0,0 1,1-1,-1 0,1 0,0 0,0 0,1 0,-1 0,1 0,0-1,0 0,0 1,0-1,1 0,-1 0,1-1,0 1,0-1,0 0,0 0,0 0,1 0,18 6,0-2,1 0,-1-2,1-1,0 0,1-2,-24-1,133 7,1-5,-1-7,117-19,3-16,132-43,-174 29,-2-9,115-53,-294 104,-1-1,0-2,-1 0,0-2,-2-1,1-2,-25 18,0 0,-1 0,1 0,-1-1,1 1,-1-1,0 1,0-1,0 0,0 0,0 0,-1 0,1 0,-1 0,0 0,0 0,0-1,0 1,-1 0,1-1,-1-1,-1 3,0 0,0 0,0-1,-1 1,1 0,-1 0,1 0,-1 1,0-1,1 0,-1 0,0 1,0 0,0-1,0 1,-1 0,1 0,0 0,0 0,-1 0,1 0,-1 1,1-1,0 1,-1 0,1 0,-1 0,0 0,-47-5,0 2,0 2,-37 5,-157 24,216-24,-813 146,69-11,735-133,-1 1,-1-2,0-2,0-1,-37-4,73 2,0 0,-1-1,1 1,-1-1,1 0,0 0,-1 0,1-1,0 1,0-1,0 0,0 0,2 1,0 0,0 1,1-1,-1 0,0 0,1 0,-1 1,1-1,-1 0,1 0,0 0,-1 0,1 0,0 0,0 0,0 0,-1 0,1 0,0 0,0 0,0 0,1 0,-1 0,0 0,0-1,3-4,0 1,0-1,0 1,0 0,1 0,0 0,0 0,1 0,-1 1,5-4,25-19,1 2,1 1,1 2,1 1,1 2,1 2,0 1,28-5,-59 18,-1 0,-1 0,1 1,1 0,-1 0,0 1,0 0,1 0,-1 1,0 0,1 0,-1 1,6 2,-13-3,0 0,0 0,-1 0,1 1,0-1,-1 0,1 0,0 1,-1-1,1 1,-1-1,1 1,0-1,-1 1,1-1,-1 1,1-1,-1 1,0 0,1-1,-1 1,0 0,1-1,-1 1,0 0,0 0,0-1,1 1,-1 0,0-1,0 1,-13 21,7-17,0 1,-1-2,1 1,-1 0,-6 2,-34 10,44-16,1 0,-1-1,1 1,-1-1,1 0,-1 1,1-1,-1 0,0-1,1 1,-1 0,1-1,-1 1,1-1,0 0,-1 0,0 0,3 1,0-1,0 1,-1 0,1-1,0 1,0 0,0-1,-1 1,1-1,0 1,0 0,0-1,0 1,0-1,0 1,0 0,0-1,0 1,0-1,0 1,0 0,0-1,0 1,0-1,0 1,0 0,0-1,1 1,-1 0,0-1,0 1,0 0,1-1,-1 1,0 0,1-1,-1 1,0 0,1 0,-1-1,0 1,1 0,-1 0,0-1,1 1,-1 0,1 0,22-14,-22 13,38-18,1 2,1 1,0 3,1 1,1 2,-1 1,1 3,1 2,-1 1,1 3,24 2,-14 3,1 1,-2 4,1 1,-2 3,1 2,-2 2,-1 3,0 1,3 5,-37-18,0 1,-1 0,0 1,-1 0,0 1,0 1,-11-11,-1 0,0 1,1-1,-1 1,0-1,0 1,-1-1,1 1,0 0,-1 0,0 0,0 0,0 0,0 0,0 1,0-1,-1 0,0 0,1 1,-1-1,0 0,-1 0,1 1,-1-1,1 0,-1 0,0 0,0 0,0 0,-1 0,1 0,-1 0,0 0,1 0,-1-1,-2 3,-4 3,-1-1,0-1,0 1,0-1,-1-1,1 1,-1-2,-1 1,1-1,0-1,-9 2,-18 3,-1-1,-29 2,56-8,0-1,0 1,1-2,-1 0,0 0,0-1,1 0,-1-1,-9-3,17 5,0-1,-1 1,1-1,0 0,0 0,0 0,0 0,0-1,1 1,-1-1,1 1,-1-1,1 0,0 0,0 0,0 0,1-1,-1 1,1 0,0-1,0 1,0-1,0 1,0-1,1 0,0 1,-1-1,2 0,-1 1,1-4,0 1,0 0,0 0,1 1,0-1,0 1,0-1,1 1,0 0,0 0,0 0,1 0,-1 0,5-3,6-5,0 0,1 1,1 0,0 1,30-18,1 2,1 3,1 1,2 3,17-4,88-22,23 2,221-37,-327 70,1 4,0 3,-1 3,33 5,-90-3,-1 1,0 1,0 0,0 1,4 2,-17-6,0 1,-1-1,1 1,0-1,-1 1,1 0,-1-1,1 1,-1 0,1 0,-1 0,0 0,1 0,-1 1,0-1,0 0,0 1,0-1,0 1,0-1,0 1,-1-1,1 1,0-1,-1 1,1 0,-1-1,0 1,0 0,1-1,-1 1,0 0,0 0,-1-1,1 1,0 0,-1-1,1 1,-1 0,1-1,-1 1,0-1,1 1,-1-1,0 1,0-1,0 1,0-1,-1 1,-7 9,0 0,-1-1,0 0,-1-1,1 0,-2-1,-2 2,-98 54,-45 13,-3-6,-3-8,-107 25,17-20,-3-12,-26-7,20-18,-18 3,249-27,0 1,0 2,1 1,-28 15,34-14,-2-1,1-1,-1-1,-1-2,1-1,-4 0,24-5,1-1,-1 0,1 0,-1-1,0 1,1-1,0-1,-1 1,1-1,-1 1,1-2,0 1,-4-3,6 4,1-1,0 1,0-1,0 0,1 1,-1-1,0 0,1 0,-1 0,1-1,-1 1,1 0,0 0,0-1,0 1,0-1,1 1,-1-1,1 1,-1-1,1 1,0-1,0 1,0-1,0 0,1 1,-1-1,1 1,-1-1,1 1,1-2,1-4,0 2,0-1,1 0,0 1,0-1,1 1,0 0,0 1,0-1,4-2,68-50,-17 21,1 2,2 3,35-12,26-4,56-10,-148 47,1 2,0 1,0 2,0 1,1 1,0 2,-1 2,1 1,0 1,9 4,-30-4,1-1,-1 0,1-1,-1-1,0 1,1-2,-1 0,0-1,4-1,26-10,0-1,3-4,35-12,-70 27,7-2,-1 0,2 1,-1 1,0 1,12-1,-27 4,0-1,1 1,-1 0,1 0,-1 0,0 1,0-1,1 1,-1 0,0 0,0 0,0 1,1-1,-1 0,-1 1,1 0,0 0,0 0,-1 0,1 0,-1 1,0-1,1 1,-1-1,0 1,-1 0,1 0,0 0,-1 0,0 0,0 0,0 0,1 3,1 8,-1 1,0-1,-1 1,0-1,-2 1,1-1,-2 1,0-1,-1 0,0 1,-1-1,-1-1,0 1,0-1,-2 1,0-2,0 1,-7 7,18-22,0-1,-1 1,1 0,0 0,0 0,1 1,-1 0,0-1,0 1,1 1,-1-1,1 1,-1 0,0 0,1 0,-1 0,1 1,-1-1,0 1,1 1,-1-1,0 0,0 1,0 0,0 0,0 0,0 1,2 1,-5-3,-1 0,1 0,0 0,-1 0,1 0,-1 1,1-1,-1 0,0 0,0 0,1 1,-1-1,0 0,0 0,0 1,0-1,0 0,-1 0,1 0,0 1,0-1,-1 0,1 0,-1 0,1 0,-1 0,0 1,1-1,-1 0,0-1,0 1,1 0,-1 0,-1 1,-35 29,37-31,-48 31,-1-2,-2-2,0-3,-2-2,-28 7,46-14,25-6,26-5,12-7,1-1,-1-1,0-1,0-2,-1-1,0-1,10-6,7 0,491-191,-507 195,-28 12,0 0,0 0,0 0,0 0,0 0,0 0,0 0,-1 0,1 0,0 1,0-1,0 0,0 0,0-1,0 1,0 0,-1 0,1 0,0 0,0 0,0 0,0 0,0 0,0 0,0 0,-1 0,1 0,0 0,0 0,0 0,0 0,0-1,0 1,0 0,0 0,0 0,0 0,0 0,0 0,0 0,0 0,-1-1,1 1,0 0,0 0,0 0,0 0,0 0,0 0,0 0,0-1,1 1,-59 12,-86 31,62-17,-1-3,0-4,-29 1,-501 68,580-83,0-2,-13 0,16-2,0 1,-22 6,44-5,-1 1,1 0,0 0,0 1,1 0,0 0,-1 1,2 0,-1 0,1 0,0 1,0 0,1 1,-4 5,6-9,-27 36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4-28T01:37:35.53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830 473,'-57'-3,"-1"-2,-38-10,-14-2,54 10,18 1,-1 2,0 1,0 2,0 1,-31 6,66-5,-1 0,1 0,-1 1,1 0,0 0,-1 0,1 0,0 1,0-1,1 1,-1 0,1 1,-1-1,1 0,0 1,0 0,0 0,1-1,-1 2,1-1,0 0,0 0,1 1,-1-1,1 1,0-1,0 1,1 0,-1 4,-1 17,1 0,2 1,0-1,2 1,1 0,1 14,-6-37,1 0,1 0,-1-1,0 1,1 0,0-1,0 1,0 0,0-1,1 0,-1 1,1-1,0 0,0 1,0-1,0 0,1-1,-1 1,1 0,0-1,-1 1,1-1,0 0,1 0,-1 0,0 0,0-1,1 1,-1-1,1 0,0 0,-1 0,4 0,24 3,1-1,0-1,-1-2,1-1,0-2,-1-1,1-1,11-5,64-19,78-34,-111 37,-45 16,29-10,27-15,-70 28,0-1,0 0,-1-1,0 0,-1-2,0 1,10-11,-18 14,0-1,0 0,-1 0,0 0,0 0,0-1,-2 1,1-1,-1 0,0 0,0 0,-1 0,-1 0,1 0,-2-1,0-4,-1-13,-1 1,-1-1,-2 1,0 1,-3-3,5 13,-2 1,1 0,-2 0,0 1,0-1,-2 2,1-1,-2 1,1 0,-2 1,1 0,-5-2,6 6,0 1,0 0,0 1,-1 0,0 1,0 0,0 0,0 1,-1 0,1 1,-1 0,1 1,-1 0,0 1,0 0,1 0,-11 3,4 0,0 1,0 0,1 1,0 1,0 1,0 0,1 1,0 1,0 0,1 1,0 1,1 0,1 1,-1 0,2 1,0 0,0 1,-1 4,-3 5,1 0,1 1,1 0,2 1,0 1,1 0,2 0,1 0,1 1,1 0,0 10,3-17,1 0,0 0,1-1,1 1,1-1,2 4,-4-17,1 0,0-1,0 1,0 0,1-1,0 1,0-1,0 0,1 0,-1 0,1 0,1-1,-1 0,0 0,1 0,0 0,0 0,0-1,1 0,-1 0,1-1,0 1,13 2,1 0,-1-1,1-1,0-1,0-1,-1-1,1 0,0-2,0 0,4-2,22-5,-1-2,0-1,36-17,-36 11,-1-2,-1-2,-1-2,17-13,-41 25,0-1,-1-1,-1-1,0-1,-1 0,0-1,-2 0,0-1,-1 0,9-20,-18 33,-1 0,1-1,-2 1,1-1,0 1,-1-1,0 1,-1-1,1 0,-1 0,0 1,0-1,-1 0,0 0,0 1,0-1,0 2,-1 1,0 0,1-1,-1 1,-1 0,1 0,0 0,-1 0,1 1,-1-1,0 1,0-1,0 1,0 0,0 0,0 1,-1-1,1 0,-1 1,1 0,-1 0,0 0,1 0,-4 1,-15-4,0 1,-1 1,1 1,0 1,0 1,0 1,0 1,0 1,0 1,0 1,1 1,0 1,1 0,0 2,0 0,1 1,0 1,1 1,0 1,-3 4,-23 24,3 1,2 2,1 2,-8 18,-32 54,-9 32,84-145,0-1,0 0,-1 1,0-2,0 1,0 0,-1 0,4-4,0 0,0-1,0 1,0 0,0-1,0 1,0-1,-1 0,1 1,0-1,0 0,-1 0,1 1,0-1,0 0,-1 0,1 0,0-1,0 1,-1 0,1 0,0-1,0 1,-1-1,1 1,0-1,0 1,0-1,0 0,0 0,0 1,0-1,0 0,0 0,0 0,-13-15,0 0,1 0,1-1,0-1,1 0,1 0,1-1,1 0,1-1,0 0,0-3,6 17,0 0,0 0,0-1,1 1,0 0,0 0,1 0,0 0,0 0,0 0,0 0,1 0,0 0,1 0,1-3,1 0,1 1,-1-1,2 1,-1 0,1 0,0 1,1 0,0 1,1-1,15-9,0 1,1 1,1 1,0 1,0 1,11-1,72-18,-99 29,-1-1,1 1,0 0,0 1,-1 0,1 1,0 0,0 0,-1 1,3 1,-10-2,1 0,0 0,0 0,0 0,-1 1,1 0,0-1,-1 1,0 0,1 0,-1 0,0 1,0-1,0 0,0 1,-1-1,1 1,-1 0,1-1,-1 2,0 1,1-1,-1 1,-1 0,1 0,-1-1,0 1,0 0,0 0,-1 0,0-1,0 1,0 1,-3 6,0 0,0 0,-1 0,-1-1,0 0,-1 0,0-1,0 1,-5 4,-9 4,-1 0,0-1,-1-2,-1 0,0-1,-1-2,-1 0,0-2,-1-1,0-1,0-1,-13 1,35-8,0 0,-1 0,1 0,0-1,-1 0,1 0,0-1,0 1,-1-1,1 0,0-1,0 1,0-1,0 0,0 0,1-1,-1 1,1-1,-1 0,1 0,0 0,0-1,0 0,1 0,-1 0,-2-4,3 3,0-1,0 0,1 0,0 0,0 0,0 0,1 0,0-1,0 1,1 0,-1 0,1-1,1 1,-1-1,1 1,0 0,1 0,-1 0,1 0,0 0,1 0,2-5,6-7,0-1,1 2,0 0,2 0,0 1,1 1,0 0,5-2,32-24,1 3,5 1,-50 31,60-37,38-17,-86 49,1 2,1 0,0 1,0 2,0 0,1 1,13-1,-31 6,1-1,-1 1,1 0,-1 0,0 1,1 0,-1 0,0 0,0 0,0 1,1 0,-2 0,1 0,0 1,0-1,-1 1,1 1,1 0,-4-1,1 1,0-1,-1 0,0 1,0-1,0 1,0 0,0 0,-1-1,0 1,0 0,0 0,0 1,0-1,-1 0,0 0,0 0,0 0,0 0,-1 0,0 1,0-1,0 2,-4 10,-1-1,0 0,0 0,-2 0,0-1,0 0,-1 0,-1-1,-1-1,-9 10,-16 14,-3-1,-36 24,-3-3,-4-3,-1-4,-3-4,-1-3,-2-4,-2-4,-42 7,123-38,-49 10,56-12,1-1,0 0,-1 0,1 1,0-1,-1-1,1 1,0 0,-1 0,1-1,0 0,-1 1,1-1,0 0,0 0,0 0,0 0,0-1,0 1,-1-1,2 0,0 0,1 0,-1 0,0 1,1-1,-1 0,1 0,0 0,-1 0,1 0,0 0,0 0,1 0,-1 0,0 0,1 0,-1 0,1 0,-1 0,1 0,0 0,0 1,0-1,0 0,0 0,0 1,1-1,-1 0,45-52,-46 54,46-45,2 3,1 2,2 2,39-21,29-10,83-34,-120 65,75-24,-133 54,1 1,-1 1,1 1,0 1,0 1,1 2,-1 0,23 3,-42-2,-1 1,1 0,-1 1,0-1,0 1,1 0,-1 0,0 0,-1 1,1 0,0 0,-1 0,1 0,-1 1,0 0,0 0,-2-1,1 0,-2 0,1 0,0 0,-1 1,1-1,-1 1,0-1,0 0,0 1,-1 0,1-1,-1 1,0-1,0 1,0 0,-1-1,1 1,-1-1,0 1,0-1,0 1,0-1,-1 2,-5 9,0-1,-1 1,0-1,-1-1,-1 1,0-2,0 1,-1-1,-1-1,0 0,0-1,-6 3,-3 2,-2 0,1-2,-2-1,0 0,0-2,-1-1,-2 0,19-6,1-1,-1 1,0-1,1-1,-1 0,0 0,0 0,7 0,-1 0,1 0,0-1,0 1,-1 0,1-1,0 1,0-1,0 1,0-1,0 1,-1-1,1 0,0 1,0-1,1 0,-1 0,0 0,0 0,0 0,1 0,-1 0,0 0,1 0,-1 0,1-1,-1 1,1 0,-1 0,1 0,0-1,0 1,0 0,0 0,0-1,0 1,0 0,0 0,0-1,0 1,1 0,-1 0,1-1,-1 1,1 0,0-1,2-6,0 0,1 1,0-1,1 1,-1 0,1 0,1 0,-1 1,1 0,4-3,74-59,-81 65,89-58,3 3,2 5,2 4,2 5,91-27,-165 61,13-4,-1 2,17-2,-45 12,-1 0,1 1,-1 0,1 0,0 1,0 1,-1 0,1 0,-1 1,1 1,4 1,-12-3,0 0,0 1,0-1,-1 0,1 1,0 0,-1 0,0 0,1 0,-1 0,0 0,0 1,0-1,0 1,0-1,-1 1,1 0,-1-1,0 1,1 0,-1 0,-1 0,1 0,0 0,-1 0,0 1,1-1,-1 0,0 0,-1 0,1 0,0 0,-2 2,0 5,0 0,-1 0,-1-1,0 1,0-1,-1 0,0 0,0-1,-1 0,-1 1,-10 12,-1-1,-2-1,0-1,-10 7,20-17,0-1,0 0,-1 0,0-1,0-1,-1 0,0 0,0-1,0 0,-7 0,17-4,1 1,-1-1,1 1,-1-1,0 0,1 0,-1 0,0 0,1 0,-1 0,0-1,1 1,-1 0,0-1,1 1,-1-1,1 0,-1 0,1 1,-1-1,1 0,0 0,-1 0,1 0,0-1,0 1,0 0,0 0,0-1,0 1,0-1,0 1,1-1,-2-1,2 0,0-1,-1 0,1 1,0-1,1 0,-1 1,1-1,0 0,0 1,0-1,0 1,0-1,1 1,0-1,-1 1,2 0,8-15,2 0,1 1,0 0,1 1,0 1,2 0,-1 1,9-4,-2 2,1 1,0 1,1 1,1 1,0 1,10-2,-31 11,1 1,0 0,0 0,0 0,0 0,0 1,0 0,2 0,-6 1,-1-1,0 0,0 0,0 0,0 1,0-1,0 0,0 1,0-1,0 1,0-1,0 1,0 0,0-1,-1 1,1 0,0 0,0 0,-1-1,1 1,0 0,-1 0,1 0,-1 0,1 0,-1 0,0 0,1 0,-1 0,0 0,0 1,0-1,1 0,-1 0,0 0,-1 0,1 0,0 0,0 0,0 0,-1 1,1-1,0 0,-1 0,0 0,-2 7,0 0,0 0,-1 0,-1-1,1 0,-1 0,0 0,0-1,-1 1,0-1,0-1,-7 6,-13 8,-2-1,-23 12,-15 10,62-37,0 0,0 0,0 0,1 1,-1-1,1 1,0 0,0 0,0 0,1 0,0 0,-1 1,1-1,1 1,-1 0,1-1,-1 1,1 0,1 0,-1 0,1 4,1 9,0 0,2-1,0 1,1-1,4 11,-3-14,-2-1,1 1,-1 1,-1-1,-1 0,0 1,-1-1,-1 4,-1-7,-2 0,1 0,-2 0,1-1,-1 0,-1 0,0 0,0 0,-1-1,0 0,-1-1,0 1,0-1,-1-1,-9 7,3-3,0-1,-1 0,0-1,-1 0,0-1,0-1,-1-1,0-1,-8 2,23-7,0 1,0 0,0-1,0 0,0 1,0-1,0 0,0-1,0 1,0-1,1 1,-1-1,0 0,0 0,0 0,1 0,-1 0,0-1,1 1,-1-1,1 0,0 0,-1 0,1 0,0 0,0 0,1 0,-1-1,0 1,1-1,-1 1,1-1,0 0,0 0,0 1,0-1,0 0,1 0,-1 0,1 0,0 0,0 0,0 0,0 0,0 0,1 0,0 1,-1-1,1 0,0 0,0 0,0 1,1-1,0-1,6-12,2 1,0-1,0 1,1 1,1 0,1 1,0 0,1 1,0 0,11-6,25-16,1 3,34-15,-67 36,81-35,-92 42,0 0,1 1,0 0,-1 1,1-1,0 1,0 1,0 0,0 0,0 0,6 2,-13-2,-1 0,1 0,0 0,0 0,-1 1,1-1,0 0,-1 0,1 0,0 1,-1-1,1 0,0 1,-1-1,1 0,-1 1,1-1,-1 1,1-1,-1 1,1-1,-1 1,1-1,-1 1,0 0,1-1,-1 1,0-1,1 1,-1 0,0-1,0 1,0 0,0 0,1-1,-1 1,0 0,0-1,0 1,-1 0,1 0,-19 27,1-11,-2-1,0-1,-1-1,0 0,-1-1,0-2,-4 1,-61 25,-20 3,105-40,-58 22,-2-4,0-2,-1-2,-1-4,-28 1,83-11,1 0,-1-1,1 0,-1 0,1-1,0 0,-3-1,10 3,0-1,-1 1,1 0,0-1,1 1,-1-1,0 1,0-1,0 0,0 1,0-1,0 0,1 0,-1 1,0-1,1 0,-1 0,1 0,-1 0,1 0,-1 0,1 0,-1 0,2-1,-1 1,0-1,1 1,-1-1,1 1,-1-1,1 1,0 0,0-1,-1 1,1 0,0-1,0 1,0 0,0 0,1 0,-1 0,0 0,0 0,1 0,0 0,12-8,0 1,1 1,0 0,0 1,0 0,1 1,0 1,0 1,0 0,0 1,0 1,6 0,-19 1,-1 0,1 0,-1 0,1 0,-1 0,0 0,1 1,-1 0,1-1,-1 1,0 0,0 0,1 0,-1 0,0 0,0 1,0-1,0 1,0-1,-1 1,2 1,-2-1,-1 0,0 0,0 0,0 0,1 0,-2 0,1 0,0 0,0 0,-1 0,1 0,-1 0,0 0,1-1,-1 1,0 0,0 0,0-1,0 1,0 0,-1-1,1 1,0-1,-1 0,1 1,-1-1,0 0,1 0,-1 0,-30 24,0-2,-2-1,0-2,-1-1,-29 10,-121 49,-4-8,-2-9,-103 16,290-76,-59 15,-1-2,-60 4,119-18,0 1,0-1,0 0,-1 0,1-1,0 1,0-1,0 0,-1-1,1 1,0-1,1 0,-2-1,5 2,0 1,0-1,0 0,0 0,0 0,0 0,0 0,0 0,1 0,-1-1,0 1,1 0,-1 0,1 0,0-1,-1 1,1 0,0-1,-1 1,1 0,0-2,1-1,-1 1,0 0,1 0,0 0,0-1,0 1,0 0,0 0,1 0,0-1,9-15,1 1,1 1,0 0,1 1,1 1,1 0,4-3,43-33,18-9,-60 45,-1 2,0-2,-1 0,0-1,-2-1,0-1,-1 0,0-1,2-6,-4 3,51-74,-57 85,2 0,-1 0,2 1,-1 1,1-1,10-5,-16 12,0 0,0 1,0 0,0 0,0 1,1-1,-1 1,1 0,-1 1,0-1,1 1,-1 0,1 1,-1-1,3 1,13 4,0 0,0 1,8 4,43 11,-37-16,0-1,1-3,-1 0,0-2,0-2,0-1,0-2,22-7,52-18,-2-5,1-6,17-5,-75 30,12-4,-1-3,-2-2,13-10,-69 34,-1 1,1 0,-1-1,1 0,-1 0,0 0,1 0,-1 0,0 0,0 0,-1-1,1 1,0-2,-1 4,-1 0,0-1,0 1,0 0,0-1,0 1,0 0,0-1,0 1,0-1,0 1,-1 0,1-1,0 1,0 0,0-1,0 1,0 0,-1-1,1 1,0 0,0 0,-1-1,1 1,0 0,0 0,-1-1,1 1,0 0,0 0,-1 0,1 0,0-1,-1 1,-26-3,-3 5,1 1,0 1,1 2,-1 1,-2 2,-149 55,108-36,-45 14,-487 187,592-224,-5 1,0 1,1 1,0 0,0 2,-8 5,22-14,0 1,0 0,0-1,0 1,0 0,0 0,0 0,0 0,1 0,-1 1,1-1,-1 1,1-1,0 1,0-1,0 1,1-1,-1 1,1 0,-1-1,1 1,0 0,0 0,0-1,0 1,0 0,1-1,-1 1,1 0,0-1,0 1,0 0,0-1,0 0,0 1,1-1,-1 0,1 1,6 7,1 0,0-1,0 0,1 0,0-1,1 0,0-1,0 0,0-1,1 0,0-1,0 0,1-1,8 2,20 4,1-1,0-3,40 1,-44-4,1-2,-1-2,1-2,-1-1,6-3,-25 3,0-1,0-1,0 0,-1-2,0 0,0-1,-1 0,0-2,-1 0,0-1,0-1,25-26,-2-3,12-18,-17 21,16-13,12-14,-54 56,0 0,1 0,0 1,1 0,0 1,0 0,0 0,1 1,1 0,-1 1,1 1,0 0,0 0,1 1,-1 1,1 0,0 0,0 2,-1-1,2 2,-1 0,11 1,35 3,-39-2,1-1,0 0,0-1,0-2,0 0,6-2,-7-3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43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0 12051,'0'0'1807,"0"0"-247,0 0 619,0 0-708,0 0-616,0 0-320,-2 1-238,-8 8-128,1 1-1,0 0 0,1 0 1,0 0-1,0 1 1,1 1-1,-4 8-168,-15 21 468,-99 162 183,77-119-611,-4-2 1,-11 7-41,59-84-169,1-1 1,-1 1-1,-1-1 0,1 1 0,-1-1 0,1-1 0,-1 1 0,0-1 0,-1 0 1,1 0-1,-1 0 169,0-1-1267,0 0 0,0 0 0,1-1 0,-1 0 0,0 0 0,-6 0 1267,-8 0-8506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43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1 696,'0'0'10906,"0"0"-7494,0 0-1785,0 0-73,27 18-326,89 65-393,-97-68-526,-1 1 1,0 1-1,-1 1 1,-1 0-1,-1 1 1,0 1-1,9 17-309,2 2 161,85 125-118,-111-163-76,11 11-436,1-11-3076,-7-4-617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44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4705,'0'0'4746,"0"0"-2300,0 0-817,0 0-601,0 0-519,0 0-111,24-8 110,77-27-45,-98 33-427,0 1 1,1 0 0,-1 1 0,1-1-1,-1 1 1,0-1 0,1 1 0,-1 0-1,1 0 1,-1 0 0,2 1-37,-3-1 36,-1 1 0,1-1 0,-1 1 1,0 0-1,1-1 0,-1 1 0,0 0 0,0 0 0,1-1 0,-1 1 1,0 0-1,0 0 0,0 0 0,0 1 0,0-1 0,0 0 0,0 1-36,1 3 128,0 0-1,0-1 1,-1 1-1,0 0 1,0 0-1,0 0 1,-1 0-1,0 0 0,0 0 1,0 2-128,1 7 263,0-7-241,-1 1 0,1-1 0,-1 1-1,0-1 1,-1 0 0,0 1 0,0-1 0,-1 0 0,1 1 0,-2-1-1,1 0 1,-1 0 0,0-1 0,0 1 0,-1 0 0,0-1 0,0 0-1,-2 2-21,0-1 96,0 1 0,1 0 0,-1 0-1,2 1 1,-1-1 0,1 1-1,0 0 1,1 0 0,0 0-1,1 1 1,0-1 0,-1 8-96,3-17 337,196-6 2118,-131 1-4462,-1-2-3454,-33 3-3215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46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6161,'0'0'2692,"0"0"-251,0 0-25,0 0-308,0 0-393,0 0-436,0-4-112,-1 3-5,1 11-484,-1 34-297,4 63-163,26 142 310,2 53-412,-30-258-269,-1-43-289,-2-4-407,-21-37-5188,9 10-94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4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7786,'0'0'1528,"0"0"243,21-22 303,73-69-657,-85 84-1236,0 1-1,0-1 0,0 1 1,1 1-1,0-1 0,0 2 1,0 0-1,0 0 0,1 0 1,0 2-1,-1-1 0,1 1 1,0 1-1,0 0 0,1 0 1,-1 1-1,0 1 0,0 0 1,8 2-181,-12-2 34,0 1 1,0 0 0,0 0 0,0 0-1,-1 1 1,1 0 0,-1 1 0,0 0 0,0-1-1,0 2 1,0-1 0,-1 1 0,1 0 0,-1 0-1,-1 0 1,1 1 0,-1 0 0,0 0 0,0 0-1,0 0 1,-1 1 0,0-1 0,-1 1 0,1 0-1,0 4-34,0-4 100,-1 1-1,0-1 1,0 1-1,-1 0 1,0-1-1,0 1 1,0 0-1,-1-1 1,-1 1-1,1 0 1,-1 0-1,-1-1 1,1 1-1,-1 0 1,0-1-1,-1 0 1,0 0-1,0 1 1,-1-2-1,1 1 1,-2 0-1,1-1 1,-4 4-100,-7 4 15,-1-1 1,-1-1-1,0 0 1,-1-1-1,0-1 1,-1-1-1,0 0 1,-1-2-1,1 0 1,-1-1-1,-1-1 1,1-1-1,-1-1 1,-16 1-16,33-4-1595,5 0-1690,4 0-2643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0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6953,'0'0'3969,"0"0"-1417,0 0-616,0 0-560,0 0-580,0 0-442,-1 5 66,-1 6-178,-2 0-1,1 0 1,-2 0 0,1-1 0,-2 1-1,1-1 1,-3 2-242,-20 43 534,13-14-450,2 1 0,2 0 0,2 1 0,2 0 0,1 1 0,3-1 0,1 1 0,4 26-84,-2-57 10,1 1 0,1-1-1,0 0 1,1 1 0,0-1 0,1-1 0,2 4-10,-5-12-28,1 1 1,0-1 0,0 0-1,0 0 1,1 0-1,0 0 1,-1 0-1,1 0 1,0-1-1,1 0 1,-1 1 0,1-1-1,-1 0 1,1-1-1,0 1 1,0-1-1,0 1 1,1-1-1,-1 0 1,0-1 0,1 1-1,2 0 28,7-1-945,-1 0 0,1 0 0,0-2 1,9 0 944,11-6-4353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0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11258,'0'0'2457,"0"0"-1465,0 0 608,0 0-87,142 108-201,-103-56-312,-3 3-336,-5 0-207,-6-4-193,-3-9-184,-8-7-8,0-7-72,-6-11 0,-2-9-56,-6-3-553,0-5-863,0-8-1368,0-9-2618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0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12587,'0'0'2432,"0"0"-1968,0 0 1193,0 0-377,-78 181-128,47-116 80,1 0-399,2-10-313,6-10-320,8-10-120,5-10-72,4-10 0,5-7-8,0-6-640,14-2-1433,16-10-1824,4-7-3528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1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11426,'0'0'2585,"0"0"-1193,0 0 657,0 0-1153,0 0-624,156 0-272,-122 0-24,2 0-1192,-8 0-1321,-9 0-4176</inkml:trace>
  <inkml:trace contextRef="#ctx0" brushRef="#br0" timeOffset="1">28 181 10658,'0'0'2545,"0"0"-641,0 0 289,0 0-889,0 0-200,0 0-496,0 0-608,220-5-144,-156-7-1848,-8 2-2833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1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9282,'0'0'2351,"0"0"-526,0 0-362,0 0-367,0 0-233,26 9-267,83 29-156,-104-36-401,-1 0 0,1 0-1,-1 1 1,0-1 0,0 1 0,0 0 0,0 0 0,0 0-1,-1 1 1,1-1 0,-1 1 0,0 0 0,0 0 0,0 0-1,-1 0 1,1 0 0,-1 1 0,1 2-39,-1 2 89,0-1 0,-1 1 0,1 0 0,-2 0 1,1-1-1,-1 1 0,-1 7-89,1-16 6,-1 4 60,1 0-1,-1-1 0,0 1 1,1 0-1,-2-1 0,1 1 0,0-1 1,-1 1-1,0-1 0,1 1 1,-1-1-1,-1 0 0,1 0 0,0 0 1,-1 0-1,0 0-65,-3 3 90,0-1-1,-1 0 1,0 0-1,0-1 1,0 0-1,0 0 1,-7 2-90,-1 0-65,-1-1 0,0 0 1,0-1-1,-1-1 1,1 0-1,-1-2 0,-8 1 65,24-2-87,1 0 0,-1 0 0,0 0 0,0 0 0,1 0 0,-1 0 0,0 0-1,1 0 1,-1-1 0,0 1 0,0 0 0,1 0 0,-1-1 0,0 1 0,1 0 0,-1-1-1,1 1 1,-1 0 0,0-1 0,1 1 0,-1-1 0,1 1 0,-1-1 0,1 0 0,-1 1-1,1-1 1,0 1 0,-1-1 0,1 0 0,0 1 0,-1-1 0,1 0 0,0 1-1,0-1 89,0-1-322,0 0 1,0 0-1,0 0 1,0 0 0,0 1-1,1-1 1,-1 0 0,1 0-1,-1 0 1,1 1 0,0-1-1,0 0 1,-1 1-1,2-1 321,19-21-6792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1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9722,'0'0'2213,"0"0"-426,0 0-10,0 0-688,0 0-456,0 0 189,-13 23 84,-42 76-143,52-93-677,0 1 0,1 0 0,-1-1 0,1 1 0,0 0 0,1 0 0,-1 0-1,2 0 1,-1 0 0,1 1 0,0-1 0,0 0 0,1 0 0,0 0 0,0 0 0,1 0 0,0 2-86,0-6 12,0 0 0,0 0 0,0 0 0,1 0 0,-1 0 0,1-1 1,0 1-1,0-1 0,0 0 0,0 0 0,0 0 0,0 0 0,1 0 1,-1-1-1,0 0 0,1 1 0,0-1 0,-1 0 0,1-1 0,-1 1 1,1-1-1,0 0 0,0 1 0,-1-2-12,14 3-166,0-2 1,0 0-1,-1-1 1,17-3 165,-21 1-840,1 0 0,-1-1 0,-1 0 1,1-1-1,-1 0 0,1-1 0,5-4 840,23-18-7057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2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7946,'0'0'2928,"0"0"-1439,0 0 903,106 135-351,-70-70-153,-5 13-232,-12 2-359,-13 0-497,-6 0-576,-3-4-152,-44 19-72,0-18-1384,-1-14-5074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5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90 4721,'0'0'1538,"0"0"139,0 0 98,0 0-334,0 0-313,0 0-261,-8-8 7401,8 8-8041,-3 0-156,1-1-1,-1 1 1,1-1 0,-1 1-1,0 0 1,1 0 0,-1 0-1,1 0 1,-1 1 0,1-1-1,-1 1 1,1-1 0,-1 1 0,1 0-1,-1 0 1,1 0 0,0 0-1,0 0 1,-1 1 0,1-1-1,0 1 1,0-1 0,0 1-1,0 0 1,1 0 0,-1 0-1,0 0 1,1 0 0,-1 1-71,-3 2-17,0 1 0,1 1 0,0-1 0,0 1 0,0 0 0,1 0 1,0 0-1,0 0 0,0 3 17,0 4 2,1 1 0,1-1 0,0 0 0,1 1 0,1-1 0,0 1 0,0-1 0,2 0 0,3 13-2,-4-20 4,0-1-1,0 0 1,1 1 0,0-1 0,0 0 0,0 0-1,1 0 1,0-1 0,0 1 0,0-1-1,1 0 1,0 0 0,0 0 0,0-1-1,1 0 1,-1 0 0,1 0 0,0-1 0,0 0-1,0 0 1,5 2-4,-5-4 16,0 0-1,-1 0 1,1 0-1,0-1 1,0 0 0,0 0-1,0 0 1,-1-1-1,1 1 1,0-2 0,0 1-1,-1-1 1,1 1-1,-1-1 1,1-1 0,-1 1-1,0-1 1,0 0-1,0 0 1,0-1 0,-1 1-1,1-1 1,-1 0-16,4-4 29,0 0 1,-1 0 0,1 0 0,-2-1-1,1 0 1,-1 0 0,-1-1-1,0 1 1,0-1 0,-1-1 0,3-8-30,-4 8 135,-1-1 1,-1 1 0,0 0-1,0-1 1,-1 1 0,-1-5-136,1 10 53,-1 0 0,1 0 1,-1-1-1,-1 1 1,1 0-1,-1 0 1,0 0-1,-1 0 0,1 1 1,-1-1-1,-3-4-53,-13-14-10,8 8 23,-2 0 0,0 1 0,-15-13-13,24 25-98,0-1-1,0 1 1,0 0 0,0 0 0,-1 1 0,1-1 0,-1 1 0,0 0 0,0 0 0,0 1 0,0-1 0,0 1-1,0 0 1,0 1 0,0-1 0,0 1 0,-4 0 98,-2 1-461,1 1-1,-1 0 1,1 1-1,0 0 1,0 1 0,0 0-1,0 0 1,1 1-1,-7 5 462,-39 26-4857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7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3577,'0'0'1400,"0"0"-752,0 0 0,0 0-256,0 0-23,0 0 311,0 0 376,-3 0 472,3 0-87,0 0-377,0 0-376,0 0-336,0 0-352,0 0-584,3 0-4649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43 2761,'0'0'9300,"0"0"-5246,0 0-1173,0 0-825,0 0-838,0 0-467,0-10-247,-3-19-222,3 25-186,4 16-57,1 4-48,-2-2 4,0 0 1,-1 0-1,0 1 0,-1-1 1,-1 0-1,0 6 5,0-11-32,26-8-8415,-10-1 1495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8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1 11803,'0'0'2573,"0"0"-11,0 0-1327,0 0-780,0 0-28,-17 27 148,-54 91 143,22-25 1386,-19 52-2104,45-90 199,-3-1 0,-2-1 1,-3-1-1,-11 13-199,42-65-31,0-1-1,0 1 1,-1 0 0,1 0 0,0-1 0,0 1-1,0 0 1,0 0 0,0-1 0,0 1-1,0 0 1,0 0 0,-1 0 0,1-1-1,0 1 1,0 0 0,0 0 0,0 0-1,-1-1 1,1 1 0,0 0 0,0 0-1,0 0 1,-1 0 0,1 0 0,0 0-1,0 0 1,-1-1 0,1 1 0,0 0-1,0 0 1,-1 0 0,1 0 0,0 0-1,0 0 1,-1 0 0,1 0 0,0 0-1,0 0 1,-1 0 0,1 1 0,0-1-1,0 0 1,-1 0 0,1 0 0,0 0-1,0 0 1,0 0 0,-1 0 0,1 1-1,0-1 1,0 0 0,0 0 0,-1 0-1,1 0 1,0 1 0,0-1 0,0 0 0,0 0-1,0 1 1,-1-1 0,1 0 0,0 0-1,0 0 1,0 1 31,-1-24-4617,2 20 2823,-1-19-8452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9938,'0'0'1347,"0"0"37,0 0-123,-8 25-465,-22 80-149,29-99-546,0-1 1,0 1 0,0 0 0,0-1 0,1 1 0,0 0 0,0-1-1,0 1 1,1 0-102,-1-5 72,1 1 0,-1 0 0,1-1 0,-1 1-1,1 0 1,0-1 0,0 1 0,-1-1 0,1 1-1,0-1 1,0 1 0,1-1 0,-1 0 0,0 0-1,0 1 1,1-1 0,-1 0 0,1 0-72,4 1 177,-1 0 1,0 0 0,0-1-1,1 0 1,-1 0 0,1-1-1,-1 1 1,1-1 0,0-1-1,-1 1 1,6-2-178,8 1 32,-12 1-4,0-1-1,-1 0 0,1 0 1,0-1-1,0 1 1,-1-2-1,1 1 1,-1-1-1,0 0 0,6-3-27,-9 4 104,0 0-1,-1 0 0,1 0 1,0-1-1,-1 1 0,0 0 1,1-1-1,-1 0 0,0 1 1,0-1-1,0 0 0,-1 0 1,1 0-1,-1 0 0,0-1 0,1 1 1,-1 0-1,-1 0 0,1-1 1,0 1-1,-1-1 0,0-1-103,0-1 139,-1-1 0,1 1 0,-2 0 0,1-1 0,-1 1 0,1 0-1,-2 0 1,1 0 0,-1 0 0,0 0 0,0 1 0,-3-4-139,4 5-12,-1 1 0,1 0 0,-1 0 0,0 0 0,0 0 0,0 1-1,0-1 1,0 1 0,0 0 0,-1-1 0,1 2 0,-1-1 0,0 0 0,1 1 0,-1 0 0,0-1 0,0 1 0,0 1 0,0-1 0,0 1 0,0-1 12,-6 1-949,0 0 0,0 1 0,0 0 1,0 0-1,0 1 0,-9 3 949,-7 3-6065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7:59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0 145 6849,'0'0'1449,"0"0"929,0 0-603,0 0-694,0 0-251,0 0-197,6 22-3,23 64 243,-28-85-831,-1 1-1,1 0 0,0 0 0,0-1 1,0 1-1,1-1 0,-1 1 1,0-1-1,0 0 0,1 1 1,-1-1-1,1 0 0,-1 0 1,1 0-1,-1 0 0,1 0 1,0 0-1,0 0 0,-1-1 1,1 1-1,0-1 0,0 1 0,0-1 1,0 0-1,-1 1 0,1-1 1,0 0-1,0 0 0,0-1 1,0 1-1,0 0 0,0 0 1,0-1-42,8 0 261,4 1 12,-1 0 1,1-1-1,-1-1 1,0 0-1,0-1 1,0-1-1,0 0 1,8-3-274,-17 5 84,0 0 0,1 0 0,-1-1 0,0 1 0,0-1 1,0 0-1,0 0 0,-1-1 0,1 1 0,-1-1 0,0 0 0,0 0 1,0 0-1,-1 0 0,1 0 0,-1 0 0,0-1 0,0 1 0,-1-1 0,1 0 1,-1 1-1,0-1 0,0 0 0,-1 0 0,1-2-84,-1-1 70,1-1 1,-1 1-1,-1-1 0,0 0 1,0 1-1,-1-1 0,1 1 1,-2 0-1,1-1 0,-3-3-70,3 8-18,-1 0 0,1 0 0,-1 1 0,1-1 0,-1 1 0,0 0 0,0-1 1,-1 1-1,1 1 0,-1-1 0,1 0 0,-1 1 0,0 0 0,0 0 0,0 0 0,0 0 0,0 1 0,0-1 0,-1 1 0,1 0 0,0 1 0,-2-1 18,-72-1-3907,42 2-1361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0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10626,'0'0'2447,"0"0"-697,0 0 235,0 0-473,0 0-779,0 0-419,20-2 734,-9-5-971,0 0 0,0-1 1,0-1-1,-1 1 0,-1-2 0,0 1 0,0-2 0,-1 1 1,4-7-78,14-14 79,-16 17 91,-1 2 254,-9 12-418,1 0 0,-1 0 0,0 1 0,0-1 0,1 0 0,-1 0 0,0 0 0,1 1 0,-1-1 0,0 0 0,0 0 0,0 1 0,1-1 0,-1 0 0,0 1 0,0-1 0,0 0-1,0 0 1,1 1 0,-1-1 0,0 0 0,0 1 0,0-1 0,0 0 0,0 1 0,0-1 0,0 1 0,0-1 0,0 0 0,0 1 0,0-1 0,0 0 0,0 1 0,0-1 0,0 0 0,-1 1 0,1-1 0,0 0 0,0 0 0,0 1-6,-2 117 174,-1-34 179,4 1-1,8 42-352,-7-117-104,-2-8-238,1 1-1,-1 0 1,1 0-1,-1 0 1,0-1-1,0 1 0,0 0 1,0 0-1,0 0 1,-1-1-1,1 1 1,-2 2 342,1-4-322,0 0 1,-1 0-1,1 0 1,-1 0-1,0 0 1,1-1-1,-1 1 0,0 0 1,1-1-1,-1 1 1,0-1-1,0 1 1,0-1-1,1 0 1,-1 0-1,0 0 1,0 0-1,0 0 0,1 0 1,-2-1 321,-12 1-7807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03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6673,'0'0'4465,"0"0"-2720,0 0 7,0 0-584,0 0-712,0 0-319,0 0-17,61-5 248,-25-3 32,3-2-80,3 3-200,-3-1-32,-3 1-88,-8 7-160,0 0-896,11-6-449,-6 1-1199,1-2-4426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06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6833,'0'0'2829,"0"0"-455,0 0-198,0 0-151,0 0-657,0 0-613,16-4-131,55-11-81,1 3 0,1 3-1,37 2-542,-109 7-7,0 0 0,0 0 0,0 0-1,0 0 1,0 1 0,0-1 0,0 0-1,-1 1 1,1-1 0,0 1 0,0-1-1,-1 1 1,1-1 0,0 1 0,0-1-1,-1 1 1,1 0 0,-1-1 0,1 1-1,-1 0 1,1 0 0,-1-1 0,1 1-1,-1 0 1,1 0 0,-1 0 0,0 0-1,0 0 1,1-1 0,-1 1 0,0 0-1,0 0 1,0 0 0,0 0 0,0 0-1,0 0 1,0 0 0,0 0 0,-1-1-1,1 1 1,0 0 0,0 0 0,-1 0-1,1 0 1,-1 0 0,0 0 7,0 4 1,-1 0 0,0 0-1,0 0 1,0 0 0,-1 0 0,1-1 0,-1 1 0,-1 0-1,-9 8-1,0 0 0,0-2 0,-1 0 0,-1 0 0,0-1 0,0-1 0,-1-1 0,-15 7 1,46-17-146,0 1 1,0 1 0,1 0-1,3 2 146,22-1-12,-39-1 2,1 0 0,-1 0 0,1 1 0,-1-1 0,0 0 0,1 1 0,-1-1 0,0 1-1,1 0 1,-1 0 0,0 0 0,0 0 0,0 0 0,0 1 0,0-1 0,0 0 0,0 1 0,0 0 0,0-1 0,-1 1 0,1 0-1,-1 0 1,1 0 0,0 1 10,-1-1-4,0 1 0,0 0-1,0 0 1,-1 0-1,1 0 1,0 0 0,-1 0-1,0 0 1,0 0 0,0 0-1,0 0 1,0 0-1,-1 0 1,1 0 0,-1 0-1,0 0 1,0 0 0,0 0-1,0 0 1,-1 0 4,-2 3 24,0 0 0,0 0 0,-1-1 0,0 1 0,0-1 0,0-1 0,0 1 0,-1-1 0,0 0 1,0 0-1,0 0 0,0-1 0,-1 0 0,1 0 0,-1-1 0,-2 1-24,-9 3 89,-1-1-1,1 0 1,-1-2-1,1 0 1,-14 0-89,26-3 19,1 0-1,-1 0 1,1 0-1,-1 0 1,0-1-1,1 0 1,-1 0-1,1-1 1,-1 0-19,4 2-130,1-1 0,0 0 0,0 0 0,0 0 1,-1 0-1,1 0 0,0 0 0,0 0 0,0 0 0,1 0 1,-1-1-1,0 1 0,0 0 0,1 0 0,-1-1 0,1 1 0,-1-1 1,1 1-1,-1 0 0,1-1 0,0 1 0,0-1 0,0 1 1,0-1-1,0 1 0,0-1 0,0 1 0,0 0 0,0-1 0,1 1 1,-1-1-1,1 1 0,-1 0 0,1-1 0,-1 1 0,2-2 130,7-12-4913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06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8570,'0'0'3711,"0"0"-2242,0 0 26,-9 24 402,2-3-1494,-13 38 2035,-26 51-2438,7-27 1419,-93 183 327,126-259-2492,3-11-1193,3-12-3031,0 14 4108,0-15-7952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07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20 11266,'0'0'1774,"0"0"-618,0 0 158,-9 22-112,-29 75-45,34-89-919,1 0 0,0 0-1,1 0 1,0 0 0,0 1-1,1-1 1,0 1 0,0-1-1,1 1 1,0-1 0,1 1-1,-1-1 1,3 8-238,-2-14 65,0 0 0,0 0 0,0 0 0,0 0 0,0-1 0,0 1 0,0 0-1,1-1 1,-1 1 0,0-1 0,1 1 0,0-1 0,-1 0 0,1 0 0,0 1 0,-1-1 0,1-1 0,0 1 0,0 0-1,0 0 1,0-1 0,0 1 0,0-1 0,0 1 0,0-1 0,0 0 0,2 0-65,65 1 901,-53-2-754,-3 0-94,0-1-1,-1 0 1,1 0 0,-1-1 0,0-1 0,0 0 0,9-5-53,-13 5 12,0 1 0,-1-2 1,1 1-1,-1-1 0,0 0 1,0 0-1,-1-1 0,1 0 1,-1 0-1,-1-1 0,5-6-12,-7 8 15,0 0 0,-1 0-1,0 0 1,0-1 0,-1 1-1,0-1 1,0 1 0,0-1-1,0 0 1,-1 1 0,0-1-1,0 0 1,0 0 0,-1 1-1,0-1 1,0 1 0,-1-1-1,1 1 1,-1-1 0,0 1-1,-1 0 1,1 0 0,-1 0-1,0 0 1,0 0 0,-1 1-1,1-1 1,-1 1 0,0 0-1,0 0 1,0 0 0,-1 1-1,0-1 1,-2 0-15,-3 0-67,0 0 0,-1 0 0,1 1 0,-1 1 0,0 0 0,0 0 1,0 1-1,0 1 0,0 0 0,0 0 0,0 1 0,0 0 0,0 1 0,0 1 67,4-2-790,-1 1 0,1 1 0,0-1 0,-1 1 0,1 0 0,1 1 0,-4 2 790,-9 7-7007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0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8330,'0'0'1942,"0"0"-73,0 0-127,0 0-520,-4 24-222,-8 73 221,12-95-1146,0 0 0,0 1-1,0-1 1,0 1-1,0-1 1,1 1-1,-1-1 1,1 1 0,0-1-1,0 0 1,0 1-1,0-1 1,0 0-1,0 0 1,0 0 0,1 0-1,-1 0 1,1 0-1,0 0 1,-1 0-1,1 0 1,0-1 0,0 1-1,0-1 1,0 1-1,0-1 1,0 0-1,1 0 1,-1 0-75,5 1 149,0 0-1,0 0 0,0 0 1,0-1-1,0-1 1,1 1-1,2-1-148,-7 0 66,9 1 52,0-1 0,0 0 0,0-1 1,0-1-1,0 0 0,0 0 0,-1-1 0,1-1 1,8-4-119,-15 6 61,-1 0 0,0 0 0,0-1 0,-1 0 1,1 1-1,0-1 0,-1-1 0,0 1 0,0 0 1,0-1-1,0 0 0,0 0 0,-1 1 0,0-2 1,0 1-1,0 0 0,0 0 0,0-1 1,-1 1-1,0-1 0,0 1 0,0-1 0,-1 1 1,1-1-1,-1 0 0,0-2-61,0 5 13,0-1 0,0 0 0,0 1 0,0-1 0,-1 0 0,1 1 0,-1-1 0,1 0 0,-1 1 0,0-1 0,0 1 1,0-1-1,0 1 0,-1 0 0,1-1 0,0 1 0,-1 0 0,-1-1-13,1 1-8,-1 1 1,1-1 0,-1 1-1,0 0 1,0 0-1,0 0 1,1 0 0,-1 0-1,0 0 1,0 1 0,-1-1-1,1 1 1,0 0-1,0 0 1,-2 0 7,-54 0-1856,21 0-3435,7 0-3469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10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6385,'0'0'1497,"0"0"-684,0 0 469,0 0-51,0 0-299,5 5 19,-2-2-696,1 1 1,-1 0 0,0 0-1,0 0 1,0 0-1,-1 0 1,1 0 0,-1 1-1,0-1 1,0 1 0,-1-1-1,1 1 1,-1 0-1,0 0 1,0 0 0,-1 0-1,1-1 1,-1 5-256,0 21 492,-1 0 0,-2-1 1,0 1-1,-2-1 0,-1 0 1,-4 6-493,6-17-64,0 0 1,1 0-1,1 0 0,1 0 1,0 1-1,2 5 64,-1-21-85,0-2-653,0-5-495,0-44-5805,0 18-123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11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7 1640,'0'0'5923,"0"0"-3197,0 0-911,0 0-536,0 0-586,0 0-295,-14-6 409,11 7-632,0 1 0,-1 0 1,1 0-1,0 0 0,0 1 1,0-1-1,1 1 0,-1-1 0,0 1 1,1 0-1,0 0-175,-12 11 749,-55 39 633,44-35-1279,1 1-1,0 1 0,2 1 1,-5 6-103,24-25 68,0 0 1,1 0-1,-1 0 1,0 0-1,-1-1 1,1 1-1,0-1 1,0 0-1,-2 1-68,-27 13 48,32-15-47,0 0 0,0 0 0,-1 0 1,1 1-1,0-1 0,0 0 0,-1 0 0,1 0 0,0 1 1,0-1-1,0 0 0,0 1 0,-1-1 0,1 0 1,0 0-1,0 1 0,0-1 0,0 0 0,0 1 1,0-1-1,0 0 0,0 0 0,0 1 0,0-1 1,0 0-1,0 1 0,0-1 0,0 0 0,0 1 1,0-1-1,0 0 0,0 1 0,0-1 0,0 0 1,0 0-1,1 1 0,-1-1 0,0 0 0,0 0 1,0 1-1,1-1 0,-1 0 0,0 0 0,0 1 1,0-1-1,1 0 0,-1 0 0,0 0 0,1 0 1,-1 1-1,0-1 0,0 0 0,1 0 0,-1 0 1,0 0-2,19 6 87,-15-5-90,32 11-99,1-1 0,1-2-1,25 3 103,12-6-6193,-54-6-926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15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7378,'0'0'2089,"0"0"-278,0 0 148,0 0-604,0 0-489,0 0-186,15-11 30,51-36-117,-62 44-544,1 0 1,0 0-1,0 0 0,0 0 1,0 1-1,0 0 0,1 0 1,-1 0-1,1 1 0,0 0 0,-1 0 1,1 0-1,0 1 0,-1-1 1,1 1-1,2 1-49,6-1-14,-12 1 10,1-1-1,-1 1 1,0 0 0,0 0 0,0 0-1,0 0 1,0 0 0,0 0 0,0 0-1,0 1 1,-1-1 0,1 1 0,0-1 0,-1 1-1,1 0 1,-1 0 0,0 0 0,1 0-1,-1 0 1,0 0 0,0 0 0,0 0-1,-1 0 1,1 0 0,0 0 0,-1 1-1,1-1 1,-1 0 0,0 0 0,0 2 4,1 4 11,1 0 1,-2 0 0,1 0 0,-1 0-1,-1 0 1,0 0 0,0 0 0,-1 6-12,0-10 11,-1 0 1,1-1 0,0 1 0,-1-1 0,0 1 0,0-1 0,0 0 0,0 0 0,0-1 0,-1 1 0,1-1 0,-1 1 0,0-1-1,0 0 1,-2 0-12,-5 4 106,72-35-127,-56 27 7,0 1 0,-1 0 0,1-1 0,0 2 0,-1-1 0,1 0 0,0 1 0,0 0 0,0 0 0,0 1 0,-1-1 0,1 1 0,3 1 14,-7-1-7,1 1 1,-1-1-1,1 1 1,-1-1-1,0 1 1,0 0-1,0 0 0,0 0 1,0 0-1,0 0 1,-1 0-1,1 0 1,-1 0-1,1 0 1,-1 0-1,0 0 0,1 0 1,-1 0-1,0 0 1,-1 1-1,1-1 1,0 0-1,-1 1 7,1 3 21,-1 0-1,1 1 1,-1-1-1,-1 0 1,1 0-1,-1 0 1,0-1-1,-1 3-20,-1-3 38,0-1 0,0 1 0,-1-1 0,1 0 0,-1 0 0,0 0 0,0-1 0,0 0 0,0 0 0,-1 0 0,1-1 0,-1 1 0,1-1 0,-1-1 0,0 1 0,0-1 0,-4 1-38,-17 1-1065,1 0 1,-1-2 0,-9 0 1064,33-2-2759,2-1-2442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16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 11266,'0'0'2028,"0"0"-712,0 0 820,-4 28-321,-1 6-1311,3-13-205,-1 0 1,-1 0 0,0-1-1,-2 1 1,-1-1-1,0-1 1,-2 1-300,-13 26 1300,-3 0 1,-11 12-1301,5-8 1169,-12 29-1169,41-68-2444,13-13-3304,-8 1 5175,15-6-7864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16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48 9914,'0'0'2043,"0"0"-432,0 0-164,0 0-260,-5 22 35,-13 67-147,17-87-1011,0 0 0,1 0 0,0 0 0,-1 0 0,1 0 0,0 1 0,0-1 0,0 0 0,0 0 0,0 0 0,1 0 0,-1 0 0,1 0 0,-1 0 0,1 0 0,0 0 0,0 0 0,-1 0 0,2 0 0,-1 0 0,0-1 0,0 1 0,0 0 0,1-1 0,-1 1 0,1-1 0,-1 1 0,1-1 0,0 0 0,0 0 0,-1 1 0,1-1 0,0-1 0,0 1 0,0 0 0,0 0 0,0-1 0,0 1-64,9 1 161,-1-1 0,0 0 0,1-1 0,-1 0-1,1 0 1,8-2-161,1 0 122,-9 2-96,0-1 0,1 0-1,-1-1 1,0 0 0,-1 0 0,1-1 0,0-1-1,-1 0 1,1-1 0,-1 0 0,-1 0-1,1-1 1,-1 0 0,0 0 0,3-4-26,-11 8 57,1 0 1,-1-1-1,0 1 1,0 0-1,-1-1 1,1 1-1,0-1 0,-1 1 1,1-1-1,-1 1 1,0-1-1,0 1 1,0-1-1,0 0 1,0 1-1,-1-1 1,1 1-1,-1-1 0,0 1 1,1-1-1,-1 1 1,0 0-1,-1-1 1,1 1-1,0 0 1,-1 0-1,1 0 1,-1 0-1,1 0 1,-1 0-1,0 0 0,0 1 1,0-1-1,0 0 1,0 1-1,-1-1-57,-10-8 2,-1 1 1,0 1-1,0 0 0,0 1 0,-1 0 1,0 1-1,-1 1 0,1 0 0,-1 1 0,0 1 1,0 1-1,-14-1-2,29 3-84,0 0-1,0 0 1,-1 0-1,1 0 1,0 0 0,0 0-1,-1 0 1,1 1-1,0-1 1,0 1 0,0-1-1,0 1 1,0-1-1,0 1 1,0-1 0,-1 1-1,2 0 1,-1 0-1,0-1 1,0 1 0,0 0-1,0 0 1,0 0-1,1 0 1,-1 0 0,0 0-1,1 0 1,-1 1 84,-4 36-7905,5-18-1198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17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1 0 8570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1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8570,'27'141'2682,"-26"-100"-497,-9-27-1126,-1-3-178,7-2-554,0-1 1,0 0 0,0 1-1,1-1 1,0 1-1,1-1 1,0 1 0,0-1-1,1 1 1,0-1 0,1 7-328,0-10 139,-1 0 0,0 0 0,1 0 0,0 0 0,1-1 0,-1 1 0,1 0 0,-1-1 0,1 0 0,1 1 0,-1-1 0,1 0 0,-1-1 0,1 1 0,0-1 0,0 0 0,1 0 0,-1 0 0,2 1-139,2 0 95,1-1 0,-1 0 1,1 0-1,-1-1 0,1 0 0,0 0 0,0-1 1,0 0-1,0 0 0,0-1 0,0-1 1,0 1-1,0-1 0,0-1 0,0 0 0,-1 0 1,1-1-1,-1 0 0,4-1-95,-6 1 32,0 0-1,0-1 1,-1 1-1,1-1 1,-1 0-1,0-1 1,0 1 0,0-1-1,0 0 1,-1 0-1,0 0 1,0-1-1,-1 1 1,1-1-1,-1 0 1,0 0-1,-1 0 1,1-1 0,-1 1-1,-1-1 1,1 1-1,-1-1 1,0 1-1,-1-1 1,1-7-32,-1 12 28,0-1 1,0 0-1,0 0 1,0 0-1,0 0 1,-1 1-1,0-1 1,1 0-1,-1 0 1,0 1-1,0-1 1,0 0-1,-1 1 0,1-1 1,0 1-1,-1 0 1,-1-2-29,0 2-12,0 0 1,0 0-1,0 0 0,0 1 1,0-1-1,-1 1 1,1 0-1,0 0 0,-1 0 1,1 1-1,0-1 0,-1 1 1,1 0-1,-2 0 12,-7-2-651,-1 1-1,1 1 1,-1 0-1,0 1 1,1 0-1,-1 1 0,1 0 1,0 1-1,-8 3 652,-25 13-7411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1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1 6065,'0'0'1466,"0"0"-118,0 0 391,0 0-184,0 0-38,0 0 83,0 0-188,-18 0 719,4 1-2002,1 1 0,0 0 0,-1 1 0,1 0 0,0 1 0,0 1 0,-10 5-129,-7 4 187,0 1 1,-18 14-188,43-26-1,0 1-1,-1-1 1,1 1-1,1 0 1,-1 1 0,1-1-1,-1 1 1,1 0 0,0 0-1,1 0 1,0 0-1,-1 1 1,1-1 0,1 1-1,-1 0 1,1 0-1,0 0 1,1 0 0,0 0-1,0 1 1,0-1 0,0 0-1,1 1 1,0-1-1,0 0 1,1 1 1,-1-5 1,1-1 0,-1 0 0,1 0 0,-1 0 0,1 1 0,-1-1 0,1 0 0,0 0 0,-1 0 0,1 0 0,0 0 0,0 0 0,0 0 0,0-1 0,0 1 0,0 0 0,0 0 0,0-1 0,0 1 0,0 0 0,0-1-1,1 1 1,-1-1 0,0 0 0,0 1 0,0-1 0,1 0 0,-1 0 0,0 0 0,1 0 0,-1 0 0,0 0 0,0 0-1,51 0 205,-49-1-186,12-1-4,-1-1 0,0-1 0,0 0 0,0-1 1,-1 0-1,0-1 0,0-1 0,0 0 0,-1-1 0,0 0 0,0-1 0,-1 0 1,0-1-1,-1 0 0,9-11-15,-14 11 133,-1 0 0,0 0 0,-1 0-1,0 0 1,0 0 0,-1-1 0,-1 1 0,0-1 0,0 0 0,-1 1 0,0-1 0,-1 0-133,1 10 44,0 1 128,0 0 1,0 0-22,0 0-30,0 0-79,0 12-81,-3 553 2841,3-564-2633,0-1 15,-1 0-169,0 1 250,-1-3-3581,-2-2-1576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3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7818,'0'0'2902,"0"0"-970,0 0-673,0 0 68,0 0 76,0 0-196,10 25-200,8 13-583,6 13 1783,13 43-2207,-33-83 177,-1 0-1,0 0 1,-1 1 0,0 0-1,0-1 1,-1 3-177,-1-14-26,0 0-1,0 1 0,0-1 1,0 0-1,0 0 1,0 1-1,0-1 0,0 0 1,0 1-1,0-1 0,1 0 1,-1 0-1,0 1 1,0-1-1,0 0 0,0 0 1,0 1-1,1-1 1,-1 0-1,0 0 0,0 0 1,1 1-1,-1-1 1,0 0-1,0 0 0,1 0 1,-1 0-1,0 0 1,0 1-1,1-1 0,-1 0 1,0 0-1,1 0 1,-1 0-1,0 0 27,8-3-5101,0-8-2683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3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0 11442,'0'0'2220,"0"0"-1041,0 0 246,-4 23 93,0-2-1166,-2 12 237,-1-1-1,-2 1 1,-7 15-589,-34 75 1786,-6-2 0,-6-3 0,-37 52-1786,75-133-816,66-100-3597,-12 26-1335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4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53 123 10578,'0'0'1806,"0"0"-283,0 0-27,0 0-529,0 0-280,0 0-24,-1 19 229,1-19-892,-2 16 348,2 0-1,0 1 1,2 13-348,-2-29 30,0 0 1,0 0 0,1 0-1,-1 0 1,1 0-1,-1 0 1,1 0-1,-1 0 1,1 0-1,0 0 1,-1 0 0,1 0-1,0-1 1,0 1-1,0 0 1,-1-1-1,1 1 1,0 0-1,0-1 1,0 1-1,0-1 1,0 1 0,0-1-1,0 0 1,0 1-1,0-1 1,1 0-1,0 0-30,32-1 628,-25 0-463,4 0-101,0-1-1,0-1 1,0 0-1,-1-1 1,0 0-1,1-1 1,-1 0-1,-1-1 1,1 0-1,-1-1 1,0 0-1,-1-1 0,0 0 1,0-1-1,6-7-63,-14 14 52,0-1 0,0 1 0,0-1 0,-1 0-1,1 0 1,-1 0 0,0 0 0,0 0 0,0 0-1,0 0 1,0 0 0,-1 0 0,1 0 0,-1 0-1,0-1 1,0 1 0,0 0 0,0 0 0,-1 0-1,1 0 1,-1-1 0,0 1 0,0 0 0,0 0-1,0 0 1,0 0 0,-1 1 0,0-1 0,1 0-1,-1 0 1,0 1 0,0-1 0,0 1 0,-1 0-1,1 0 1,0 0 0,-1 0 0,0 0 0,1 0-1,-1 1 1,0-1 0,0 1 0,0-1 0,-1 1-52,-7-4 6,0 1 0,-1 0 0,0 0 0,1 1 1,-1 1-1,-1 0 0,1 0 0,0 2 0,0-1 1,-2 2-7,7-1-315,-1 1 1,1 0-1,-1 1 1,1-1-1,0 2 0,-1-1 1,1 1-1,0 0 1,1 0-1,-1 1 1,0 0-1,1 0 1,0 1-1,0 0 1,0 0-1,-2 3 315,-19 25-5369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4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0 138 7378,'0'0'2563,"0"0"-452,0 0 181,0 0-442,0 21-351,5 71-429,-5-89-1009,1 1 0,0 0 1,0-1-1,0 1 1,1-1-1,-1 1 0,1-1 1,0 1-1,0-1 0,0 0 1,0 0-1,0 0 1,1 0-1,-1-1 0,1 1 1,0-1-1,0 1 0,0-1 1,0 0-1,0 0 0,1 0 1,-1-1-1,3 2-61,3 0 178,1 0-1,0 0 1,-1-1-1,1-1 1,1 1-1,8-1-177,-7-1 142,1 0 0,0 0-1,-1-1 1,1-1 0,-1 0-1,1-1 1,-1 0 0,0-1 0,0 0-1,10-6-141,-14 6 66,-1 0-1,0-1 0,0 0 0,0 0 0,0 0 1,-1-1-1,0 0 0,0-1 0,0 1 0,-1-1 1,0 0-1,-1-1 0,1 1 0,-1-1 1,-1 0-1,3-5-65,-3 4 61,0 0 1,-1 0-1,0-1 1,-1 1-1,1 0 1,-2-1-1,1 1 1,-2-1-1,1 1 1,-1-1-1,0 1 1,-2-2-62,3 7 0,-2 0 1,1 0-1,0 1 1,-1-1-1,1 1 1,-1-1-1,0 1 1,0 0-1,0 0 1,-1-1 0,1 1-1,-1 1 1,0-1-1,0 0 1,0 1-1,0 0 1,0-1-1,0 1 1,-1 0-1,1 1 1,-1-1-1,1 1 1,-1-1 0,0 1-1,0 0 1,1 0-1,-1 1 1,0-1-1,-4 1 0,-1 0-93,0 0 0,0 1 0,0 0 0,0 0 0,0 1 0,1 0 0,-1 1-1,0 0 1,1 0 0,-8 4 93,-9 7-1384,0 2 0,-16 11 1384,39-25-152,-67 50-5127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32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83 4785,'0'0'1734,"0"0"-101,0 0 395,0 0-313,0 0-527,-11-2 429,11 2 2694,280-14-3025,7 0-1283,-229 15-922,0-3 1,-1-2-1,47-11 919,-103 15-134,0 0 0,0 0 0,0 0 1,0 0-1,0 0 0,0 0 0,0 0 0,0-1 0,0 1 1,-1 0-1,1 0 0,0-1 0,0 1 0,0-1 1,0 1-1,-1-1 0,1 1 0,0-1 0,-1 1 1,1-1-1,0 0 0,-1 1 0,1-1 0,-1 0 1,1 0-1,-1 1 0,1-1 0,-1 0 0,1 0 1,-1 0-1,0 0 0,1 0 0,-1 1 0,0-1 1,0 0-1,0 0 0,0 0 0,0 0 0,0-1 134,0-7-4811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3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0 9314,'0'0'2633,"0"0"-898,0 0-55,0 0-313,0 0-614,0 0-478,0 1-239,0 0 0,1-1-1,-1 1 1,0 0 0,0 0-1,0 0 1,1-1 0,-1 1-1,0 0 1,1-1 0,-1 1-1,0 0 1,1-1 0,-1 1-1,1 0 1,-1-1 0,1 1 0,-1-1-1,1 1 1,0-1 0,-1 1-36,6 1 143,-1-1 0,0 0 0,1 0 0,-1 0 0,1 0 0,-1-1 0,1 0 0,-1 0 0,1 0 0,2-1-143,8 0 205,0 1-174,-1 0 0,1 1 0,-1 1 0,0 0 0,1 1 1,-1 1-1,0 0 0,-1 1 0,11 5-31,-20-7-18,0 0 0,0 1 0,0-1-1,0 1 1,0 0 0,-1 0 0,1 0-1,-1 1 1,0 0 0,0-1 0,-1 1 0,0 1-1,0-1 1,0 0 0,0 1 0,-1 0 0,0-1-1,0 1 1,-1 0 0,1 0 0,-1 0 0,0 0-1,-1 0 1,0 0 0,0 5 18,1-1-12,-1 1 0,-1-1 0,1 0 0,-2 0 0,1 0 1,-1-1-1,-1 1 0,0 0 0,0-1 0,-1 1 0,0-1 0,-1 0 0,-1 3 12,-5 9-2,1 1 0,1 0 1,1 1-1,0 1 2,2-3-1,-2 1 1,0-1-1,-2 0 1,-8 14 0,-12 7 5,-1-1 0,-2-2 0,-23 20-5,19-21 8,2 1 1,2 2-1,-11 20-8,38-53 16,-7 17-34,12-24 26,1 0 0,0-1 1,0 1-1,0 0 0,0-1 1,1 1-1,-1-1 0,0 1 0,0 0 1,0-1-1,0 1 0,1 0 1,-1-1-1,0 1 0,1-1 0,-1 1 1,0 0-1,1-1 0,-1 1 1,1-1-1,-1 0 0,1 1 0,-1-1 1,1 1-1,-1-1 0,1 1 1,-1-1-1,1 0 0,-1 0 0,1 1 1,0-1-1,-1 0 0,1 0 1,0 0-1,-1 1 0,1-1 0,0 0 1,-1 0-1,1 0 0,0 0-8,34 4 323,0-1 0,0-1 0,0-2 0,1-2 0,8-2-323,-38 3 36,117-13 585,-1-6-1,15-9-620,-2 1 909,106-8-909,-156 29-2883,8 3 2883,-92 6-3384,-1 4-2696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33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9218,'0'0'3799,"0"0"-1557,0 0-395,0 0-325,0 0-492,0 0-524,0 7-104,-1 37 446,0 1 622,4 43-1470,-3-85-20,0-1 1,0 1-1,1-1 1,-1 0-1,1 1 1,0-1-1,-1 0 1,1 1 0,0-1-1,0 0 1,1 0-1,-1 0 1,0 0-1,1 0 1,-1 0-1,1 0 1,0 0-1,-1-1 1,1 1 0,0-1-1,0 1 1,0-1-1,0 0 1,0 1-1,0-1 1,1 0-1,-1-1 1,0 1-1,1 0 1,-1-1 0,0 1-1,1-1 1,-1 0-1,1 1 1,-1-1-1,1 0 1,-1-1-1,0 1 1,1 0 0,-1-1-1,1 1 1,-1-1-1,0 0 1,0 0-1,1 0 1,-1 0-1,0 0 1,0 0-1,0-1 1,0 1 0,0-1-1,0 1 1,0-1 19,2-3-378,0-1 0,-1 1 0,1 0 0,-1-1 0,0 0 0,-1 0 0,1 0 1,-1 0-1,0-1 378,4-37-7170,-5 18-1952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33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37 163 8906</inkml:trace>
  <inkml:trace contextRef="#ctx0" brushRef="#br0" timeOffset="1">37 163 8906,'-36'-115'3177,"36"107"-1233,14 1-648,5-1-496,6 1-568,9 2-232,21 0-320,-7 0-944,-1 2-3617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34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1 336,'0'0'10698,"0"0"-8473,0 0-721,0 0 385,0 0-593,0 0-776,0 0-72,0 0-208,100 0-120,-72 0-120,0 0-208,-9 0-1128,-5 0-977,-6 0-623,-8 0-3602</inkml:trace>
  <inkml:trace contextRef="#ctx0" brushRef="#br0" timeOffset="1">1 1 10242,'8'107'2617,"-8"-107"-1465,0 3 16,8-1 369,12 1-49,2-1-632,0-2-168,3 0-496,3 0-184,3 0-8,16 0-952,-8 0-2145,-5-10-4080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34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6 9498,'0'0'3049,"0"0"-797,0 0-533,0 0-1004,0 0-458,0 0 1,-3 23 174,-2 3-225,1-9-22,1 0 1,0 1-1,1-1 1,2 1-1,-1 0 1,2-1 0,1 1-186,-2-16 43,0 0 0,1 0 1,0 0-1,-1-1 0,1 1 1,0 0-1,0 0 1,0-1-1,0 1 0,0-1 1,1 1-1,-1-1 0,0 0 1,1 1-1,-1-1 1,1 0-1,-1 0 0,1 0 1,-1 0-1,1 0 0,0 0 1,0-1-1,-1 1 1,1 0-1,0-1 0,0 0 1,0 1-1,0-1 0,1 0-43,10 2 135,0-1 0,0-1-1,1 0 1,1-1-135,6 0 45,-15 2-30,1-1 1,-1 0-1,0-1 0,0 1 0,1-1 1,-1 0-1,0-1 0,0 0 0,0 0 0,0 0 1,0 0-1,0-1 0,-1 0 0,1-1 0,-1 1 1,0-1-1,0 0 0,0 0 0,-1 0 0,1-1 1,-1 0-1,0 1 0,0-2 0,-1 1 1,0 0-1,0-1 0,0 1 0,0-1 0,-1 0 1,0 0-1,0 0 0,0 0 0,-1-1 0,0 1 1,0 0-1,-1 0 0,0-4-15,0 7 62,0 0 0,1-1 0,-2 1 0,1 0 0,0 0 0,-1 0 0,0 0 0,1 0 0,-1-1 0,0 1 0,-1 1 0,1-1 0,0 0 0,-1 0 0,-1-2-62,0 3-5,0-1 0,0 1-1,0 0 1,0 0-1,-1 0 1,1 1 0,0-1-1,-1 1 1,1 0-1,-1 0 1,0 0 0,1 0-1,-3 0 6,-51-6-1996,18 5-3460,37 1 4825,-24 1-8531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35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38 8906,'0'0'2959,"0"0"-832,0 0-65,0 0-471,0 0-440,0 0-271,24-5-245,-3 0-529,14-4 65,1 2 1,0 1-1,33 0-171,-68 6-5,0 0 1,0 0-1,0 1 0,0-1 1,0 0-1,0 0 0,0 1 0,0-1 1,0 1-1,0-1 0,-1 1 1,1-1-1,0 1 0,0-1 1,0 1-1,-1 0 0,1-1 0,0 1 1,-1 0-1,1 0 0,-1-1 1,1 1-1,-1 0 0,1 0 0,-1 0 1,1 0-1,-1 0 0,0 0 1,0 0-1,1 0 0,-1-1 0,0 1 1,0 0-1,0 0 0,0 0 1,0 0-1,0 0 0,0 0 0,0 0 1,-1 0-1,1 0 0,0 0 1,-1 0-1,1 0 0,0 0 1,-1 0 4,0 4 7,-1 0 0,1 0 1,-1 0-1,0-1 1,-1 1-1,1-1 0,-1 1 1,-2 3-8,-15 9 52,-1 0 0,-20 12-52,17-11 32,24-18-28,0 0 0,0 0 0,0 0 0,0 0 0,1 0-1,-1 0 1,0 0 0,0 0 0,0 0 0,0 0 0,0 0 0,0 0-1,0 0 1,0 1 0,0-1 0,0 0 0,0 0 0,0 0 0,0 0-1,1 0 1,-1 0 0,0 0-4,15-5-13,0 0 0,0 1 0,1 0 0,-1 1 0,1 1 1,0 0-1,0 1 0,0 1 0,0 1 0,7 1 13,-21-2-1,0 0 0,0 1 1,0-1-1,0 1 0,0-1 0,0 1 1,0 0-1,0 0 0,0 0 0,-1 0 1,1 0-1,0 0 0,0 0 0,-1 1 1,1-1-1,-1 1 0,0-1 0,1 1 1,-1-1-1,0 1 0,0 0 0,0 0 1,0 0-1,0-1 0,0 1 0,-1 0 1,1 0-1,-1 0 0,1 0 0,-1 0 1,0 0-1,1 0 0,-1 0 0,0 1 1,-1-1-1,1 0 0,0 0 0,0 0 1,-1 0-1,1 0 0,-1 0 0,0 0 1,0 0-1,0-1 0,0 1 0,0 0 1,0 0-1,0 0 1,-7 4 71,1-1 0,0 1 1,-1-2-1,0 1 0,0-1 1,-1 0-1,1-1 0,-4 1-71,-79 22 240,61-18-226,-17 4-155,-14 3-31,21-1-7961,31-9 166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36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10778,'0'0'2848,"0"0"-1017,0 0-423,0 0-469,0 0-314,0 0 103,27 2 495,86 10 75,-101-10-1091,0 1 0,0 0 0,0 1-1,-1 0 1,0 1 0,1 0 0,-2 1 0,1 0 0,-1 1-1,0 0 1,8 7-207,1 4 164,-1 1 0,0 0 0,-2 1 0,4 7-164,-2-2 23,-1 1 0,-1 0 0,-2 1 0,-1 1 0,2 5-23,-13-25-844,-4-10-2183,-5-9-2368,7 10 5382,-12-18-11047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37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1 1112,'0'0'9612,"0"0"-5077,0 0-3016,0 0-864,0 0-162,0 0 308,-19 26 236,-8 12-631,-78 101 1297,69-94-839,-13 16 203,-2-2 1,-40 35-1068,90-93 69,1-1-10,0 0-92,1-2-137,0 0 1,0 0 0,0 1-1,1-1 1,-1 0 0,0 1-1,1-1 1,-1 1 0,1-1-1,-1 1 1,1 0 0,0 0-1,-1 0 1,3-1 169,1-2-718,24-20-3907,3 0-3058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37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7498,'0'0'5579,"0"0"-2683,0 0-1285,0 0-664,0 0-533,0 0-203,0 4 108,-1 44 1566,-1-17-1323,2-1 0,2 1 0,0-1-562,-1-27 13,-1-1-1,1 0 0,-1 0 1,1 1-1,0-1 1,0 0-1,0 0 0,0 0 1,1 0-1,-1 0 1,1 0-1,-1-1 0,1 1 1,-1 0-1,1-1 1,0 1-1,0-1 0,0 1 1,0-1-1,0 0 1,0 0-1,0 0 0,0 0 1,0 0-1,1-1 1,-1 1-1,0-1 0,0 1 1,1-1-1,-1 0 1,0 0-1,1 0 0,-1 0 1,2 0-13,2-1 4,0 1 0,0-1 1,1 0-1,-2 0 0,1-1 1,0 0-1,0 0 0,0 0 0,-1 0 1,1-1-1,-1 0 0,0-1 1,0 1-5,1-2-225,0 0 1,-1 0-1,0 0 1,0-1 0,0 1-1,-1-1 1,1 0-1,-1-2 225,-2 4-536,0 1 0,-1-1 0,0 0 0,1 0 0,-1 0 0,-1 0 0,1 0 0,-1 0 0,1 0 0,-1-1 536,0-7-4373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38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4761,'0'0'4893,"0"0"-1950,0 0-1302,0 0-905,0 0-463,0 0-130,8-6 92,-7 6-239,8-7 280,0 0-1,1 1 1,0 0-1,0 0 1,1 1-1,-1 0 1,1 1-1,0 1 1,0 0-1,1 0 1,9-1-276,-20 5-6,0-1 1,0 1-1,-1-1 1,1 1-1,0-1 0,-1 1 1,1-1-1,0 1 1,-1 0-1,1 0 0,-1-1 1,1 1-1,-1 0 1,1 0-1,-1-1 0,0 1 1,1 0-1,-1 0 1,0 0-1,0 0 0,0 0 1,1-1-1,-1 1 1,0 0-1,0 0 0,0 0 1,0 0-1,-1 0 6,2 35 140,-2-30-112,1 2-16,-1 0 0,0 0 0,-1 0 1,0-1-1,0 1 0,-1-1 0,0 1 1,0-1-1,-1 0 0,0 0 1,0 0-1,-1-1 0,1 0 0,-1 1 1,-1-2-1,-3 5-12,9-10 0,-25 27 142,16-19-98,1 1 1,1-1-1,0 1 0,0 1 1,-2 4-45,15-14 123,1 0 0,-1 0 0,0-1 0,0 0-1,0-1 1,6-1-123,-9 3 68,0-1-83,-1 0-1,1 1 0,-1-1 1,1 1-1,-1 0 0,1 0 1,-1 0-1,1 0 0,-1 0 1,1 1-1,-1-1 0,1 1 1,-1 0-1,1-1 0,-1 1 1,0 0-1,1 0 0,-1 1 0,0-1 1,0 0-1,0 1 0,2 1 16,7 4 16,-5-4 7,0-1 0,0 0 0,1 0 0,-1-1 1,1 0-1,-1 0 0,1 0 0,-1-1 0,1 0 0,-1 0 0,1-1 1,1 0-24,15 1 326,-20-1-290,-1 1 1,1-1-1,-1 0 1,1 0-1,-1 0 1,0 0-1,1 0 1,-1-1-1,0 1 1,0-1-1,0 1 1,1-2-37,0 1-353,-1 0 1,1 0 0,-1 0-1,1 0 1,0 1-1,0-1 1,-1 1 0,1 0-1,0 0 1,1 0-1,-1 0 1,0 0-1,1 1 353,4 0-3964,-2 0-1222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41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12499,'0'0'4071,"0"0"-2261,0 0-746,0 0-448,0 0 119,1 31 207,9 203 531,22 155-420,-31-346-2194,-1-33-2598,0-27-1345,0-7-1949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41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92 5697,'0'0'2626,"0"0"-601,0 0-97,30-15-288,100-45-225,-122 57-1238,-1 0 0,1 0 0,0 1 0,0 0 0,0 1 0,0 0-1,0 0 1,0 0 0,8 1-177,-13 1 61,-1-1 0,1 1-1,0-1 1,0 1 0,0 0-1,-1 0 1,1 0 0,0 0-1,-1 1 1,1-1 0,-1 1 0,0-1-1,1 1 1,-1 0 0,0 0-1,0 0 1,0 0 0,0 1-61,2 4 108,-1 1 0,1-1 0,-2 1 1,1-1-1,-1 1 0,0 0 0,-1 0 1,1 0-1,-2 0 0,1 0 0,-1 0 1,0 0-1,-1 4-108,0-5 106,0 0 0,0 0 0,0 0 1,-1 0-1,0 0 0,0 0 0,0-1 0,-1 1 1,0-1-1,-1 0 0,1 0 0,-1 0 0,-4 5-106,0-2 132,-1 0 0,0-1 0,0 0 1,0 0-1,-1-1 0,0 0 0,-1 0 0,0-1-132,-7 3 39,-1 0 0,0-2 0,0 0 0,0-1 0,-1-1 0,0-1 0,0 0 0,0-2 0,-16 0-39,31-2 113,4 1-258,0-1 0,0 0 1,1 0-1,-1 1 0,0-1 0,0 0 1,0 0-1,0 0 0,0 0 1,0 0-1,0 0 0,0 0 1,1 0-1,-1 0 0,0-1 0,0 1 1,0 0-1,0 0 0,0-1 1,1 1-1,-1-1 0,0 1 1,0-1-1,1 1 0,-1-1 0,0 1 1,1-1-1,-1 1 0,0-1 1,1 0-1,-1 0 0,1 1 1,-1-1-1,1 0 0,-1 0 0,1 0 1,0 1-1,-1-1 0,1 0 1,0 0-1,0 0 0,0 0 0,0 0 1,0 0-1,0 1 0,0-1 145,0-15-4489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41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10458,'0'0'2391,"0"0"-636,0 0 33,-13 28-290,-1 2-1082,-6 9 293,3 0 1,1 1 0,-3 20-710,14-45 255,-4 11 134,1 1-1,1-1 1,2 2-1,0-1 1,2 0 0,1 1-1,2 24-388,0-50 3,1 1-1,0-1 0,0 1 1,0-1-1,0 0 0,0 0 0,0 1 1,0-1-1,1 0 0,-1 0 1,1 0-1,0-1 0,0 1 1,-1 0-1,1-1 0,0 1 0,1-1 1,-1 1-1,0-1 0,0 0 1,0 0-1,1 0 0,-1 0 1,2 0-3,64 15-19,-61-15 0,34 4-2183,1-2 0,28-3 2202,-32 0-4773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42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12323,'0'0'2527,"0"0"-364,0 0-552,0 0-436,27 11-210,3 1-680,-15-7-143,1 1-1,-1 1 0,-1 0 0,1 1 1,-1 1-1,-1 0 0,1 1 1,-2 0-1,8 8-141,15 19 629,-2 1 1,13 20-630,27 32-460,-74-90 363,1 0 1,0 0-1,0 0 1,0 0 0,0 0-1,-1 0 1,1 0 0,0 0-1,0 0 1,0 0-1,-1 0 1,1 0 0,0 0-1,0 0 1,0 0 0,0 0-1,-1 0 1,1 1-1,0-1 1,0 0 0,0 0-1,0 0 1,0 0 0,-1 0-1,1 1 1,0-1-1,0 0 1,0 0 0,0 0-1,0 0 1,0 1 0,0-1-1,0 0 1,0 0-1,0 0 1,0 1 0,0-1-1,0 0 1,0 0 0,0 0-1,0 0 1,0 1-1,0-1 1,0 0 0,0 0-1,0 0 1,0 1 0,0-1-1,0 0 1,0 0-1,0 0 1,0 0 0,0 1-1,1-1 1,-1 0 0,0 0-1,0 0 1,0 0-1,0 0 1,0 1 96,-12-1-4262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42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 11883,'0'0'2829,"0"0"-1271,0 0-786,0 0 157,-14 30 236,-86 182 1222,-8-11-47,76-144-2366,31-55-352,-3 8 496,9-6-4895,12-4-284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42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11242,'0'0'4793,"0"0"-2856,0 0-377,0 0-776,0 0-152,0 0-199,0 0-17,181 0-152,-140 0-208,-7 0 40,-4 0-96,-7 0-176,-9 0-528,-6 0-1153,-8 0-2536,0 5-1728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43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6753,'0'0'5210,"0"0"-3042,0 0 529,0 0-33,0 0-1039,0 0-857,144 0-472,-99 0-144,-9 0-152,-3 0-256,9 0-1289,-11 0-3024,-1-8-3560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43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10162,'0'0'3656,"0"0"-1673,0 0-235,0 0-220,28-9-529,93-27-513,-115 35-428,0 0 1,1 0 0,-1 1-1,0 0 1,1 0 0,-1 0-1,1 1 1,-1 0 0,0 0 0,0 0-1,0 1 1,1 0 0,-2 1-1,1-1 1,0 1 0,0 0-1,-1 0 1,0 1 0,1 0-1,-1-1 1,-1 2 0,1-1-1,-1 1 1,1-1 0,-1 1-1,0 1 1,-1-1 0,0 0-1,1 1 1,0 4-59,-1-5 32,0 0 0,-1 0-1,0 0 1,0 0 0,0 0 0,-1 1 0,1-1-1,-1 1 1,-1-1 0,1 1 0,-1-1 0,0 1-1,0-1 1,0 1 0,-1-1 0,0 1-1,0-1 1,-1 1 0,1-1 0,-3 4-32,0-1 48,0-1 1,0 0 0,-1 0-1,0 0 1,-1 0 0,1-1-1,-1 0 1,0 0 0,-1 0-1,0-1 1,0 0 0,0 0-1,-1-1-48,-6 5-107,0-1 1,-1-1-1,0 0 0,-1-1 0,1 0 0,-1-2 0,-1 0 0,1 0 0,0-2 0,-1 0 0,1-1 0,-15-1 107,31 0-228,-1 0 0,1-1 0,0 1 0,-1-1 0,1 1-1,0-1 1,0 0 0,0 1 0,0-1 0,-1 1 0,1-1-1,0 1 1,0-1 0,0 1 0,0-1 0,0 0-1,0 1 1,0-1 0,0 1 0,1-1 0,-1 1 0,0-1-1,0 1 1,0-1 0,1 1 0,-1-1 0,0 1 0,1-1-1,-1 1 1,0-1 0,1 1 0,-1-1 228,21-16-9485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43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0 9298,'0'0'3035,"0"0"-1081,0 0-634,0 0-558,0 0-311,-24 7 97,-73 21 128,93-26-613,0-1 0,0 1 1,1-1-1,-1 1 0,1 0 0,-1 1 0,1-1 1,0 1-1,0-1 0,0 1 0,0 0 1,1 0-1,-1 0 0,1 0 0,-1 1 1,1-1-1,0 1 0,1-1 0,-1 1-63,-1 3 171,1 1-1,1-1 1,-1 1 0,1-1-1,1 1 1,-1 0 0,1 2-171,0 0 227,-1 9 203,0-4-134,1-1 0,0 1-1,1-1 1,0 1 0,3 8-296,-3-19 31,-1-1 0,1 1 0,1-1 0,-1 0 0,1 0 0,-1 1 0,1-1 0,0 0 0,0-1 0,0 1 0,0 0 0,1 0 0,-1-1 0,1 0 0,-1 1 0,1-1 0,0 0 0,0 0 0,0 0 0,0-1 1,0 1-1,1-1 0,-1 0 0,0 0 0,2 1-31,12 1 133,1 0 1,0 0-1,0-2 0,0 0 1,0-2-1,0 1 1,0-2-1,0-1 1,8-2-134,-6 1-1127,-1-2 0,0 0 0,0-1 0,-1-1 1,5-3 1126,-1-1-5284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44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56 156 11618,'0'0'2809,"0"0"-1761,0 0 1081,0 0-577,0 0-224,0 0-287,-22 130-305,22-113-360,14-2-160,8-7-96,6-3-40,2-5-80,-2 0-96,-3 0-504,-5 0-328,-4-18-585,-4-4-2216,-7 2-4184</inkml:trace>
  <inkml:trace contextRef="#ctx0" brushRef="#br0" timeOffset="1">56 156 1840,'-56'-153'12147,"56"150"-9210,0 3-1545,0 0-200,0 0-816,0 0-376,3 0-296,19 0-1136,1 0-1385,-4 0-4208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44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7770,'0'0'4158,"0"0"-1392,0 0-519,0 0-644,0 0-307,0 0-118,20 15-199,65 53-262,-77-60-650,0 0-1,-1 0 0,0 1 0,0 0 1,-1 0-1,0 1 0,0-1 1,-1 1-1,0 1 0,-1-1 1,0 0-1,-1 1 0,0 0 1,0 7-67,0 3 12,-1 1 0,-1-1 0,-1 1 0,-1 0 1,0 0-1,-3 4-12,1-10 10,-1 1 1,-1-1 0,-1-1-1,0 1 1,-1-1-1,-1 0 1,0 0 0,-1-1-1,0 0 1,-7 6-11,-39 40-3920,46-53-1326,3-4-3633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56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1 13299,'0'0'144,"0"0"-144,-198 188-456,128-108 352,15-8 8,13-7-216,0 13-64,14-20-609,6-21-4760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03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1608,'0'0'0</inkml:trace>
  <inkml:trace contextRef="#ctx0" brushRef="#br0" timeOffset="1">429 18 256,'0'0'2113,"181"-7"-2113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25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6649,'0'0'4852,"0"0"-2149,0 0-540,0 0-338,0 0-430,0 0-195,3 2-57,6 3-979,1 0 1,-1-1-1,1 0 0,-1-1 1,1 0-1,0-1 0,0 0 1,8 0-165,90 5 1213,-64-6-1042,10 2-2231,73-1-9392,-127-2 2952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25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10610,'0'0'2881,"0"0"-646,0 0-347,0 0-674,-16 27-234,-1 0-734,3-5-66,1 0 0,0 1 1,2 1-1,1 0 0,1 0 0,0 1 0,2 1-180,-8 45 647,3 0-1,3 1 1,3 0-1,3 46-646,3-112 18,0 0-1,0-1 1,1 1 0,-1-1-1,1 1 1,0-1-1,1 1 1,0-1 0,-1 0-1,2 0 1,-1 0-1,1 0 1,-1 0 0,1 0-1,0-1 1,1 2-18,1-2 6,0 0-1,0 0 1,0 0 0,1 0 0,-1-1-1,1 0 1,0 0 0,0 0-1,0-1 1,0 0 0,0 0-1,1-1 1,4 2-6,25 2 29,0-1 0,0-2 0,1-1 0,-1-2 1,27-4-30,-51 3-364,0-1 1,0 0-1,0 0 1,-1-2-1,0 1 1,0-1-1,0-1 1,0 0-1,-1-1 1,0 0-1,0 0 364,-6 4-208,-1 1-1,1-1 0,-1 0 1,0 0-1,0 0 0,0 0 0,-1 0 1,1-1-1,-1 1 0,1-1 1,-1 0-1,0 0 0,-1 0 0,1 0 1,-1 0-1,1 0 0,-1 0 1,0 0-1,-1 0 0,1-1 0,-1 1 1,0 0-1,0 0 0,0-1 1,0 1-1,-1 0 0,0 0 0,0-1 1,0 1-1,0 0 0,-1 0 1,-1-2 208,-13-15-7021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26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12635,'0'0'3793,"0"0"-1529,0 0-160,0 0-1279,0 0-145,0 0-464,0 0-48,147-40-168,-100 27 0,4 1-584,29-6-1193,-10 3-2079,-6 0-1842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26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3953,'0'0'6070,"0"0"-3420,0 0-589,-10 25-74,-25 60 19,5 2 0,3 1 1,-3 29-2007,25-86 291,1 1 1,2 0-1,1 0 1,2 0-1,2 13-291,-3-41 7,1 0 0,0 0 0,0 1 0,0-1 0,0 0 1,0 0-1,1-1 0,0 1 0,0 0 0,0 0 0,0-1 0,1 1 0,-1-1 0,1 0 0,0 0 0,0 0 0,0 0 0,0 0 0,1-1 0,-1 1 0,1-1 0,-1 0 1,1 0-1,0 0 0,0-1 0,0 1 0,0-1 0,2 1-7,13 1-504,-1 0 1,1-1 0,0-1-1,0 0 1,17-3 503,0 1-2477,4 1-2961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26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 9354,'0'0'2643,"0"0"-874,0 0-60,0 0-468,-26 15-313,-81 52 165,102-63-985,1 0 0,-1 0 0,1 1 0,-1-1 0,1 1 0,1 0 0,-1 0 0,1 0 0,0 1 0,0-1 0,0 1 0,1 0 0,0 0 0,0 0 0,0 0 0,0 3-108,1 4 256,0-1 0,0 1 0,2 0 1,-1-1-1,4 13-256,-4-25 4,0 3 20,0 0 0,1 0 0,0-1-1,0 1 1,0-1 0,0 1 0,0 0 0,0-1 0,1 0 0,-1 1 0,1-1-1,0 0 1,-1 0 0,1 0 0,0 0 0,0 0 0,1 0 0,-1 0 0,0-1 0,1 1-25,2 0 27,0 1-1,0-1 0,0 0 0,0 0 0,0-1 0,1 1 0,-1-1 0,1 0 0,-1-1 0,4 1-25,-3-1 17,0 1-1,0-1 1,0-1 0,0 1 0,0-1-1,-1 0 1,1 0 0,0-1-1,0 0 1,-1 0 0,1 0 0,-1-1-1,1 1 1,-1-1 0,0-1-1,0 1 1,0-1 0,-1 0 0,5-4-17,-5 2-6,-1-1 1,1 0 0,-1 0-1,0 0 1,-1-1 0,0 1 0,0-1-1,0 1 1,-1-1 0,0-5 5,-1-83-1,-1 49 220,1 35-169,0 6 42,0 9 15,4 42 203,4-14-304,12 48 137,-2 1 1,-4 1-1,-4 1 1,-1 46-144,-9-120 47,0-1 0,-1 0 0,0 1 0,-1-1 0,0 0 0,0 0 0,0 0 0,-1 0 0,0 0 0,-1 0 0,1-1-1,-1 1 1,0-1 0,-1 0 0,1-1 0,-1 1 0,-1-1 0,1 0 0,-1 0 0,0 0 0,0-1 0,0 0 0,0 0 0,-1 0 0,1-1 0,-1 0 0,0-1 0,0 1 0,0-1 0,-1-1 0,1 1 0,0-1 0,-1 0 0,1-1 0,-1 0 0,-6-1-47,9 0 25,0 0 0,0-1 0,0 0 0,0 0-1,0 0 1,0-1 0,1 1 0,-1-1 0,1 0 0,0 0 0,0-1 0,0 1 0,0-1 0,1 0 0,-1-1-25,-9-10-388,0-1 1,1 0 0,-3-7 387,13 19-327,0 0-1,0 0 1,0 0 0,1-1 0,0 1 0,0 0 0,0-1 0,1 1-1,-1 0 1,1-1 0,0 1 0,0-1 0,1 1 327,-1-4-1301,0-9-3737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2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 11258,'0'0'2878,"0"0"-1120,0 0-454,0 0 54,-15 29-22,-7 9-912,1-3 105,3 0 0,1 1 0,-11 34-529,18-41 229,2 0 0,1 0 0,1 1 0,2 0-1,1-1 1,1 2 0,2 3-229,0-30 6,0 0 0,0 0-1,1 0 1,-1-1 0,1 1 0,0 0-1,0 0 1,0 0 0,1-1 0,-1 1 0,1-1-1,0 1 1,0-1 0,0 0 0,0 0-1,1 1 1,-1-2 0,1 1 0,0 0-6,2 1 2,0 0 0,1-1 0,-1 0 1,1 0-1,-1 0 0,1-1 0,0 1 1,0-1-1,0-1 0,0 1 0,3-1-2,9 1-542,0 0 0,1-2-1,-1 0 1,0-1 0,1 0-1,-1-2 1,17-4 542,14-9-4864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2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11346,'0'0'3721,"0"0"-1675,0 0-1072,0 0-200,0 0 80,25 22-31,81 73-102,-89-78-544,0 1 1,-2 1-1,0 0 0,0 1 0,-2 1 0,-1 0 0,-1 0 0,6 15-177,3 6-107,-17-36-284,3 5-133,0-9-5189,-4-2 766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27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0 10138,'0'0'3153,"0"0"-1393,0 0-327,0 0 143,0 0-320,-139 165 32,94-107-111,3-6-233,6-6-592,8-6-216,12-10-120,4-10-16,7-8 0,5-4-480,0-3-496,11-5-1145,14 0-775,3 0-1889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2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12723,'0'0'2315,"0"0"-948,0 0-194,0 0-335,19 29-193,60 93 206,-71-108-636,0 0 0,-1 0 0,-1 1 0,0 0 0,-2 0 0,1 1 0,-2-1 0,0 1 0,0 0 1,-2 0-1,0 4-215,2 10 189,-1 8-262,-2-1 0,-1 1-1,-2-1 1,-5 22 73,7-5-4282,1-35-511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2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11122,'0'0'2130,"0"0"-248,0 0-315,27 5-603,-1-2-724,-12-1-93,0 0 0,0 0 0,0 1 0,0 1 0,-1 0 0,1 1 0,-1 0 0,0 1 0,-1 1 0,0 0-1,8 5-145,-6 0 174,1-1 0,-2 2 0,0 0 0,-1 1 0,0 0 0,-1 0 0,0 1 0,-1 1 0,-1 0 0,-1 0 1,6 15-176,-5-6 73,-2 1 0,0 0 0,-1 0 0,-2 1 0,-1 0 0,-1 0 0,-1 20-73,-1-5 24,-1-1-1,-3 1 0,-1 0 1,-3-1-1,-1 0 0,-5 12-23,-7 10-190,-15 55 47,23-39-4733,13-58 37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0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 11058,'0'0'2241,"0"0"-617,0 0 209,0 0-889,0 0-40,0 0-216,189-30-56,-128 10 32,0 0-55,-8 0-473,-5 2 8,-12 6-144,-11 4-64,-9 6-473,-10 2-1087,-6 0-1449,-3 15-999,-13 0-5707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0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12275,'0'0'2584,"0"0"-823,0 0-369,0 0-424,0 0-416,0 0-272,0 0-8,145 10-256,-98-10 64,3-5-80,3-8-144,14-2-1512,-14 5-2177,-9 0-2360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2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99 8546,'0'0'3035,"0"0"-669,0 0-314,0 0-503,0 0-297,0 0-264,-8 0 321,5 0-1189,7-1 285,138-15 1747,120-30-2152,-82 12 50,-153 32-764,-39 12-1780,-42 11-3107,26-13 596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2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9642,'0'0'4202,"0"0"-1893,0 0-545,0 0-668,0 0-542,0 0-243,-1 0-265,1 1 0,0-1 0,-1 1-1,1-1 1,0 0 0,-1 1 0,1-1 0,0 1 0,0-1 0,0 1 0,0-1 0,0 1 0,-1-1 0,1 1 0,0-1 0,0 1 0,0 0 0,0-1 0,0 1 0,1-1 0,-1 1 0,0-1 0,0 1 0,0-1 0,0 1 0,1-1 0,-1 1 0,0-1 0,0 0 0,1 1 0,-1-1 0,0 1 0,1-1 0,-1 1 0,0-1 0,1 0-46,22 6 430,1-1 1,0-1 0,0-1-1,0-1 1,15-2-431,-10 1 42,0 1-1,-1 1 0,21 5-41,-44-7-5,0 0 0,-1 1 0,1 0-1,-1 0 1,1 0 0,-1 0 0,0 1-1,0 0 1,0-1 0,0 2 0,0-1-1,-1 0 1,1 1 0,-1-1 0,0 1-1,0 0 1,0 0 0,-1 1 0,1-1-1,-1 0 1,0 1 0,0-1 0,-1 1-1,1 0 1,0 4 5,1 12 3,0 0-1,-2 0 0,0 0 1,-1 0-1,-2 11-2,1-9 41,-1-7-35,0 1-1,-1-1 1,-1 0 0,0 0 0,-2-1 0,1 1 0,-2-1-1,0 0 1,-4 4-6,-19 33 75,-35 42-75,48-69 27,-95 116 33,112-141-56,-1 0-1,1 1 0,-1-1 0,0 1 0,1 0 0,-1-1 0,1 1 0,-1-1 0,1 1 0,0 0 0,-1-1 0,1 1 1,0 0-1,-1-1 0,1 1 0,0 0 0,0 0 0,0-1 0,0 1 0,0 0 0,-1 0 0,1-1 0,0 1 0,1 0 1,-1 0-1,0 0 0,0-1 0,0 1 0,0 0 0,1-1 0,-1 1 0,0 0 0,1 0 0,-1-1 0,0 1 0,1-1 1,-1 1-1,1 0 0,-1-1 0,1 1 0,-1-1 0,1 1 0,0-1 0,-1 1 0,1-1 0,-1 1 0,1-1 0,0 0 1,0 0-1,-1 1 0,1-1 0,0 0 0,-1 0 0,1 1 0,0-1 0,0 0 0,0 0 0,-1 0 0,1 0 0,0 0 1,0 0-1,0-1-3,62 3 291,-52-3-241,61-3 64,-1-4 1,0-2 0,0-4 0,8-5-115,-26 7 63,-33 8-704,1 2 0,0 0 0,0 2 0,0 0-1,16 3 642,-35-3-220,35 5-4591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3 1736,'0'0'8434,"0"0"-5126,0 0-1569,0 0-703,0 0-499,0 0-190,-19-1 108,-57 0 49,72 1-421,-1 1 1,1-1 0,0 1-1,-1 0 1,1 1-1,0-1 1,0 1 0,0 0-1,0 0 1,0 0-1,1 0 1,-1 1 0,1-1-1,-1 1 1,1 0-1,0 0 1,0 0 0,-1 2-84,-2 3 177,1-1 0,0 1 1,0 1-1,1-1 0,0 1 0,-1 4-177,1-3 70,1 0-1,1 1 1,-1-1 0,2 0-1,0 1 1,0-1-1,1 9-69,-1-16 3,1 0 0,0 0 1,0 0-1,1 0 0,-1 0 0,1 0 0,-1 0 1,1-1-1,0 1 0,0 0 0,0 0 0,1-1 1,-1 1-1,1-1 0,-1 1 0,1-1 0,0 1 1,0-1-1,0 0 0,0 0 0,0 0 0,0 0 1,1 0-1,-1-1 0,1 1 0,-1-1 0,1 1 1,2 0-4,1 0 18,1 0 1,0-1 0,0 0 0,1 0 0,-1 0 0,0-1 0,0 0 0,0 0 0,1-1 0,-1 0 0,0 0 0,0-1 0,0 0 0,0 0 0,-1 0-1,6-3-18,-7 2-21,-1 0 0,1-1-1,-1 1 1,0-1 0,0 1-1,0-1 1,-1 0 0,1-1-1,-1 1 1,0-1 0,0 1-1,0-1 1,-1 0 0,0 0-1,0 0 1,0 0 0,-1-1-1,1 1 1,-1 0 0,-1-1-1,1 1 1,-1-3 21,1-124 1147,-1 131-810,0 10-67,3 7-119,0 0 0,0 0 0,2-1 0,0 1 0,0-1 0,2 0 0,0 0 0,0-1 0,4 4-151,29 69 410,-35-74-390,-1 0 0,-1 0 0,0 0 0,-1 0 0,0 0 0,-1 0 0,0 1 0,-1-1 0,-1 0 0,0 1-1,-1 0-19,0-7 26,1-1 0,-2 1-1,1 0 1,-1-1 0,0 1-1,0-1 1,-1 0 0,0 0-1,0 0 1,0-1-1,-1 1 1,1-1 0,-2 0-1,1 0 1,0-1 0,-1 0-1,0 0 1,0 0-1,0 0 1,0-1 0,-2 0-26,-4 2 48,0 0 0,0-1 0,0-1-1,-1 0 1,1-1 0,-1 0 0,1-1 0,-6-1-48,12 1 6,1-1 0,0 0 0,0 0 0,0-1 0,0 0 0,0 0 0,0 0 0,0 0 0,0-1 0,0 0-1,1 0 1,-1 0 0,1 0 0,-1-1 0,1 0 0,0 0 0,0 0 0,0 0 0,0-1 0,1 0 0,-3-2-6,4 4-103,1 0 0,0 0 0,0 0 0,0 0 0,1 0 0,-1 0 0,0 0-1,1-1 1,-1 1 0,1 0 0,0 0 0,0 0 0,0 0 0,0-1 0,0 1 0,0 0 0,1 0 0,-1 0 0,1-1 0,-1 1 0,1 0 0,0 0 0,0 0 0,0 0 0,0 0 0,0 0 0,0 1 0,0-1-1,1 0 104,5-6-1105,0 0 0,1 1 0,0 0 0,0 0 0,6-4 1105,-3 3-1832,31-25-6091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6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12275,'0'0'3856,"0"0"-2007,0 0-670,0 0 102,0 23-51,-5 184 1184,6-195-2311,0-1-1,0 1 1,1-1 0,1 1 0,0-1 0,0 0 0,1 1-103,-3-9 16,1 0 0,-1 0 1,0 0-1,1 0 0,0 0 1,-1 0-1,1 0 1,0-1-1,1 1 0,-1-1 1,0 0-1,1 1 0,-1-1 1,1 0-1,-1-1 0,1 1 1,0 0-1,0-1 1,0 1-1,0-1 0,0 0 1,0 0-1,1 0 0,-1 0 1,0-1-1,0 0 0,2 1-16,6-1-613,0 0-1,0-1 0,0 0 1,1-1-1,-1 0 0,-1 0 0,1-2 1,0 1-1,-1-1 0,1-1 1,-1 0-1,0 0 0,-1-1 0,1 0 1,-1 0-1,3-4 614,7-8-5832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6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6265,'0'0'7095,"0"0"-2805,0 0-2246,0 0-1176,0 0-368,0 0 81,28 14 113,88 44-118,-101-48-402,1 0 0,-1 0 0,-1 2 0,0-1 0,8 10-174,-15-13 61,0-1 1,1 0-1,1 0 1,-1-1-1,1 0 1,0-1-1,5 3-61,-13-8-75,0 1 0,-1-1-1,1 1 1,0-1 0,0 0 0,0 1-1,0-1 1,0 0 0,0 0 0,0 0-1,0 1 1,0-1 0,-1 0-1,1 0 1,0 0 0,0 0 0,0-1-1,0 1 1,0 0 0,0 0 0,0-1-1,0 1 1,0 0 0,0-1 0,-1 1-1,1-1 1,0 1 0,0-1-1,-1 1 1,1-1 0,0 0 0,0 1-1,-1-1 1,1 0 0,-1 1 0,1-1-1,-1 0 1,1 0 0,-1 0 0,1 0-1,-1 1 1,0-1 0,1 0 0,-1 0-1,0 0 1,0 0 0,0 0-1,0-1 76,6-20-5637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0 14843,'0'0'2329,"0"0"-497,0 0-584,0 0-488,-131 181 193,92-126-41,0-3-256,5-7-312,7-9-208,10-9-80,6-9-40,8-8-32,3-5-464,0-5-440,0 0-496,22-15-1145,6-10-2512,-3-3-6658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3713,'0'0'10410,"0"0"-7337,0 0-1265,0 0-312,0 0-295,142 150-361,-114-92-208,-14 2-176,-11 0-208,-3-8-56,0-4-184,0-11 80,-6-9-88,1-10 0,5-8-504,0-10-776,0 0-2649,8-3-4465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16820,'0'0'1864,"0"0"-472,0 0 513,17 186-793,-8-114-432,-1 3-224,-3-4-368,1-9 24,0-9-112,2-11-8,-3-9-528,7-18-704,-1-10-1681,-3-5-3280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8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12459,'0'0'1687,"0"0"-110,0 0-272,32-17-374,106-50 125,-132 64-941,1 0 0,0 1 1,1 0-1,-1 0 0,0 0 0,1 1 1,-1 0-1,1 0 0,-1 1 0,1 0 1,-1 0-1,0 1 0,1 0 1,-1 0-1,1 1 0,-1 0-115,-2 0 50,-1 0-1,1 0 0,-1 1 1,0 0-1,1 0 1,-1 0-1,-1 0 1,1 0-1,0 1 1,-1 0-1,1 0 1,-1 0-1,0 0 1,-1 0-1,1 0 0,-1 1 1,2 4-50,-1-1 57,0 1-1,0-1 1,-1 1 0,-1-1 0,0 1-1,0 0 1,0 0 0,-1 0 0,0 0-1,-1 0 1,0-1 0,-1 1 0,1 0-1,-2-1 1,1 1 0,-1-1 0,0 1-1,-1-1 1,0 0 0,0-1 0,-4 6-57,0-4 64,0 0 0,-1 0 1,0-1-1,0 0 1,0 0-1,-1-1 0,0-1 1,-1 1-1,1-2 1,-1 1-1,-1-2 1,1 1-1,0-2 0,-1 1 1,0-1-1,0-1 1,0 0-1,0-1 0,0-1 1,-8 0-65,19 0-23,0 0 0,0 0 0,0 0 0,0 0 0,0-1 0,0 1 0,0 0 0,0-1 0,0 1 0,0-1 0,0 1 0,0-1 0,0 0 0,0 1-1,1-1 1,-1 0 0,0 1 0,0-1 0,1 0 0,-1 0 0,0 0 0,1 0 0,-1 0 0,1 0 0,-1 0 0,1 0 0,-1 0 0,1 0 0,0 0 0,0 0 0,-1 0 0,1 0 0,0 0 0,0 0 0,0 0 0,0 0 0,0 0 0,1 0 0,-1-1 0,0 1 0,0 0 0,1 0 23,-1-3-331,1 0-1,0 0 1,0 1 0,0-1 0,0 0 0,0 0-1,1 1 1,0-1 0,0 1 0,0 0 0,2-3 331,19-15-4879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3873,'0'0'9590,"0"0"-5305,0 0-2043,0 0-1101,0 0-795,-6 17-262,-3 10-104,-50 168 1152,50-157-785,1 0 0,1 1 0,3 0 0,0 19-347,4-54 5,0 0 1,0 0-1,1 0 0,-1 0 1,1 0-1,0 0 0,0 0 0,0-1 1,1 1-1,-1 0 0,1-1 0,0 1 1,0-1-1,0 1 0,1-1 1,-1 0-1,1 0 0,1 2-5,1-1 6,0-1-1,1 1 1,-1-1-1,0 0 1,1 0 0,0-1-1,-1 1 1,1-1-1,0 0 1,0-1 0,3 1-6,14 1-951,1-1 1,0-1 0,0-1 0,0-2 0,19-2 950,-2-5-4968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8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13339,'0'0'3950,"0"0"-1507,0 0-898,0 0-880,0 0-269,0 0 23,24 20-50,76 66-151,-86-73-180,-1 1 0,-1 0 0,0 1 1,-1 0-1,0 1 0,-2 1 0,6 11-38,-10-18-54,-1-1-1,2 1 1,-1-1 0,2 0-1,-1 0 1,1-1-1,0 0 1,1 0-1,0 0 1,0-1 0,0 0-1,6 2 55,-4-3-729,8 6-2215,-7-2-3734,-8-7-1816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 9482,'0'0'4809,"0"0"-2726,0 0-384,-4 22-150,1-2-1235,-1 8 138,-1-1-1,-2 0 0,0 0 0,-9 21-451,-4-6 790,-2-1 1,-1-1 0,-28 36-791,-20 32 504,63-85-978,8-23 417,0 0-1,0 1 1,0-1 0,0 0 0,0 0 0,0 1 0,1-1-1,-1 0 1,0 0 0,0 1 0,0-1 0,0 0-1,1 0 1,-1 0 0,0 1 0,0-1 0,1 0 0,-1 0-1,0 0 1,0 0 0,1 0 0,-1 0 0,0 1 0,0-1-1,1 0 1,-1 0 0,0 0 0,1 0 0,-1 0-1,0 0 1,0 0 0,1 0 0,-1 0 0,0 0 0,1 0-1,-1 0 1,0 0 0,0-1 0,1 1 57,36-18-7421,-9-1-5351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9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8 9234,'0'0'2881,"0"0"-481,0 0 225,0 0-1073,0 0-744,0 0 96,0 0 145,11 0-193,11 0-376,9-2-256,-4-1-224,1 1-432,-3 2-1129,-5 0-2319,-9 0-1970</inkml:trace>
  <inkml:trace contextRef="#ctx0" brushRef="#br0" timeOffset="1">23 8 10906,'-23'173'2809,"23"-173"-241,14 0-295,14 0-1401,6-2-680,-1-1-112,14 3-80,-11-2-712,-5-1-3801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39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13179,'0'0'2928,"0"0"-599,0 0-681,0 0-1160,0 0-96,0 0 361,170 100-81,-136-63-216,-7 1-328,-7-6-8,-3-2-104,-6-7-32,-3-3-176,-5-7-752,0-6-1529,-3-4-2920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4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1 11018,'0'0'5161,"0"0"-3920,0 0-705,0 0-312,0 0 464,-92 145 496,42-85 81,-3 0-369,3-5-192,11-7-552,9-13-40,10-8-112,15-9-48,5-10-616,19-8-1329,17 0-639,9 0-3321</inkml:trace>
  <inkml:trace contextRef="#ctx0" brushRef="#br0" timeOffset="1">541 241 14819,'0'0'1689,"0"0"231,0 0 144,0 0-1167,0 0-417,-25 150-432,38-132 72,13-6-72,7-7-48,6-5-680,8 0-1417,-8-10-1800,-11-7-2872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40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10778,'0'0'7498,"0"0"-5698,0 0-111,0 0-1241,0 0-448,0 0-1473,0 0-2904,142-10-9057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4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12499,'0'0'2272,"0"0"-872,0 0 385,109 178-553,-90-98-328,-8 7 8,-11-6-63,0-4-345,-2-12-328,-18-7-32,-5-11-136,-3-4-8,-19 10-624,5-13-3081,3-8-5201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43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0 306 10842,'0'0'1343,"0"0"-524,0 0 411,0 0-37,0 0-298,26-3-265,381-45 490,45-1-740,286 11-380,-64 7 21,91 0 58,-608 31-30,688-12-49,-524-1 11,332-22 112,132 12 367,-731 21 112,34-7-602,-32 3-636,39 1 636,64 14-3680,-2-1 2207,-142-8-4643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44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10186,'0'0'1557,"0"0"-287,0 0 432,0 0-548,0 0-427,0 0-279,7 4-259,-2-1-149,0 0 0,-1 0 1,1 1-1,-1 0 0,0 0 0,0 0 1,-1 0-1,1 1 0,-1-1 0,0 1 0,0 0 1,0 0-1,-1 1-40,60 115 2099,-27-48-1450,-18-41-593,-1 0 1,-2 2-1,-2-1 1,8 30-57,6 69 18,-3-19 333,8 12-351,80 296 2221,-5-18-1369,-66-248-384,-7 2-1,-6 5-467,27 318 376,-38-321-42,7-1 0,29 96-334,-23-108 148,-6 1 1,-7 0-1,-4 43-148,-12-184-77,5 32 62,-5-37-60,0-1-1,0 1 0,0-1 1,0 1-1,0-1 1,0 1-1,0-1 1,0 1-1,0-1 0,1 0 1,-1 1-1,0-1 1,0 1-1,1-1 1,-1 0-1,0 1 0,0-1 1,1 0-1,-1 1 1,0-1-1,1 0 1,-1 1-1,1-1 0,-1 0 1,0 0-1,1 1 1,-1-1-1,1 0 1,-1 0-1,1 0 0,-1 0 1,0 0-1,1 0 1,-1 1-1,1-1 0,-1 0 1,1 0-1,-1-1 1,1 1-1,-1 0 1,1 0-1,-1 0 0,1 0 1,-1 0-1,0 0 1,1 0-1,-1-1 1,1 1-1,-1 0 0,0 0 1,1-1-1,-1 1 1,1 0-1,-1-1 1,0 1-1,0 0 0,1-1 1,-1 1-1,0 0 1,1-1-1,-1 1 1,0-1-1,0 1 0,0-1 1,0 1-1,1 0 1,-1-1 75,8-13-5598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9:45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6185,'0'0'1347,"24"-4"-186,343-42 4832,442 9-2357,-115 6-1768,808-46-1284,-1263 65-439,825 11 1564,-510-12 254,-534 12-1975,305-5 36,-288 6-51,-34 0 70,28 3-369,-30-2 356,0 0-1,-1 0 1,1 0 0,0 0 0,-1 0 0,1 0-1,-1 0 1,1 0 0,-1 0 0,0 0 0,1 0-1,-1 0 1,0 0 0,0 0 0,0 1 0,0-1-1,0 0 1,0 0 0,0 0 0,0 0 0,0 1-30,0-1 280,0-1-192,-21 8-535,-73 3-5740,39-10-3872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41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70 3809,'0'0'2491,"0"0"-316,0 0-36,0 0-308,0 0-546,0 0-38,-3-10 302,1-3-852,-3-11 110,-5 1 2526,9 68-667,0-18-2533,6 63 324,4-1 0,4 0-1,8 18-456,-19-93-24,-2-9-6,1 1 1,0-1 0,0 0-1,0 0 1,1 1-1,-1-1 1,1 0-1,0 0 1,1-1-1,-1 1 1,2 1 29,-3-6-79,-1 1-1,1-1 1,0 0 0,-1 0-1,1 1 1,0-1-1,-1 0 1,1 0 0,0 0-1,-1 0 1,1 0 0,0 0-1,-1 0 1,1 0 0,0 0-1,-1 0 1,1-1-1,0 1 1,-1 0 0,1 0-1,0-1 1,-1 1 0,1 0-1,-1-1 1,1 1-1,0-1 1,-1 1 0,1-1-1,-1 1 1,1-1 0,-1 1-1,0-1 1,1 1 0,-1-1-1,0 1 1,1-1-1,-1 0 1,0 1 79,15-25-2205,-14 24 1849,10-22-3632,-2 3-1421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42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10642,'0'0'3049,"0"0"-1457,0 0 945,0 0-953,0 0-752,164 0-248,-116 0-199,5 0 39,-1 0-288,1-2-72,-3-3-64,-5 0-328,-9 0-441,-2-3-775,-7-4-512,-4-1-665,-7 1-3232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48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1 140 8794,'0'0'4083,"0"0"-2420,0 0-414,0 0 704,0 0-69,0 0-510,11 0-347,-1 1-909,1-2 0,-1 1 0,1-2-1,-1 1 1,1-1 0,-1-1 0,0 0-1,0 0 1,0-1 0,4-3-118,-1 0 26,-1-1 1,1 0-1,-2-1 0,5-5-26,-13 12 86,0-1 1,0 0-1,0 0 1,0-1-1,-1 1 0,1-1 1,-1 1-1,0-1 1,0 0-1,0 0 0,-1 1 1,1-1-1,-1-1 0,0 1 1,0 0-1,-1 0 1,1-3-87,-1 6 270,0 14-146,2 183 1551,10 13-1675,-12-209-8,-1 1 0,1 0 0,0 0 0,1 0 0,-1 0 0,0 0 0,0 0 0,0 0 0,0-1-1,1 1 1,-1 0 0,0 0 0,1 0 0,-1-1 0,1 1 0,-1 0 0,1 0 0,-1-1 0,1 1-1,-1 0 1,1-1 0,0 1 8,12-8-752,16-34-2559,-23 31 1683,6-12-4532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53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8 12171,'0'0'2387,"0"0"-1378,0 0-279,0 0-29,0 0-50,0 0-87,-2 5-14,-3 19 146,3-18 192,2-6 118,11-17 259,-5 13-1239,1 2 0,-1-1 0,1 1 0,-1 0 0,1 0 0,0 1 0,0 0 0,0 0 0,0 0 0,0 1 0,7 1-26,-14-1 29,0 1 0,1-1 0,-1 1 0,0-1 0,0 0 0,0 1 0,0-1 1,0 1-1,0 0 0,0-1 0,0 1 0,0-1 0,0 1 0,0-1 1,0 1-1,0-1 0,0 0 0,-1 1 0,1-1 0,0 1 0,0-1 1,-1 1-1,1-1 0,0 1 0,0-1 0,-1 1-29,-2 2 144,-1 0-1,0 0 1,0-1 0,0 1 0,0-1-1,0 1 1,-1-1 0,1-1-1,-1 1-143,-5 3 49,15-8-89,33-13-2393,23-5-5846,-24 11-2403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53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10682,'0'0'2110,"0"0"-522,0 0 11,0 0-856,0 0-471,0 0-21,22 14 437,63 44 264,-83-57-892,-1 0 0,1 0-1,0 1 1,-1-1 0,1 1-1,-1-1 1,1 1-1,-1-1 1,0 1 0,0 0-1,1-1 1,-1 1 0,0 0-1,-1 0 1,1 0-1,0 0 1,-1 0 0,1 0-1,-1 0 1,1 0 0,-1 0-1,0 0 1,0 0 0,0 0-1,0 0 1,0 0-1,-1 1 1,1-1 0,0 0-1,-1 0 1,0 0 0,1 0-1,-1-1 1,0 1-1,0 0 1,0 0 0,-1 1-60,-2 2 128,-1 0 1,0 0 0,0 0-1,-1-1 1,1 0-1,-1 0 1,0 0 0,-1 0-129,7-4 0,-9 6 128,4-3-87,1 0-1,-1 0 1,0 0 0,-1 0-1,1-1 1,0 0 0,-1 0-1,1-1 1,-1 1 0,-2-1-41,7-1 120,20 0 144,2 0-202,-11-1-45,1 1 0,0 0-1,0 1 1,-1 0-1,1 0 1,0 2 0,0 0-17,-8-3 0,-1 1 0,1 1 0,-1-1 1,0 0-1,1 1 0,-1-1 1,0 1-1,0-1 0,0 1 0,0 0 1,0 0-1,-1 0 0,1 0 1,-1 0-1,1 1 0,-1-1 1,0 0-1,0 1 0,0-1 0,0 1 1,0-1-1,0 1 0,-1-1 1,1 1-1,-1-1 0,0 1 0,1 0 1,-1-1-1,-1 1 0,1 0 1,0 1-1,-2 0 25,1 0 0,0 0 1,-1 0-1,0-1 0,0 1 1,0 0-1,0-1 0,-1 0 1,0 1-1,1-1 0,-1 0 0,0 0 1,0 0-1,-1-1 0,1 1 1,0-1-1,-1 0 0,0 0 1,1 0-1,-1 0 0,0-1 1,0 0-1,-2 1-25,-19 7 164,0-1-1,0 0 1,-3-2-164,-33 6 268,49-11-4065,27 3-1324,2-1-1880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54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13595,'0'0'2809,"0"0"-705,0 0 529,214-8-1233,-133 3-312,-9 3-280,-8 2-360,-11 0-248,-3 0-200,-2 0 0,-1 0-448,-3 7-544,9 1-896,-11-1-3233,-8-2-4049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54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97 12291,'0'0'2321,"0"0"-484,-26 8 318,-82 33-849,104-40-1251,0 1 1,1-1-1,-1 1 1,1 0-1,-1 0 1,1 0-1,0 1 1,-1-1-1,1 1 1,0 0 0,1 0-1,-1 0 1,1 0-1,-1 0 1,1 0-1,0 1 1,0-1-1,0 1 1,1 0-1,-1-1 1,1 1-1,0 0 1,0 0 0,0 0-1,0 0 1,1 0-1,0 0 1,0 0-1,0 0 1,0 0-1,1 2-55,-1-5 15,0 1 9,0-1-1,0 1 1,0 0 0,0 0 0,1-1-1,-1 1 1,1 0 0,-1-1 0,1 1-1,0-1 1,-1 1 0,1-1 0,0 1-1,0-1 1,0 1 0,0-1 0,0 0-1,1 1 1,-1-1 0,0 0 0,1 0-1,0 0-23,1 2 30,1-1 0,0-1 0,0 1 0,0 0 0,0-1 0,0 0 0,1 0 0,-1 0 0,3 0-30,13 0 57,1-1-1,-1 0 1,20-4-57,-34 3 10,13-1-69,0-2-1,-1 0 1,0-1-1,0-1 1,0-1-1,-1 0 0,0-1 1,0-1-1,6-5 60,-15 10 10,-1-1-1,0 0 0,0 0 0,-1 0 0,0-1 0,0 0 0,0-1 0,0 1 1,-1-1-1,0 0 0,-1 0 0,1 0 0,-1-1 0,-1 0 0,1 0 0,-1 0 1,-1 0-1,0 0 0,0 0 0,0-1 0,-1-7-9,-1 13 55,0 0-1,-1 0 1,1 0 0,-1 1-1,0-1 1,0 0-1,0 0 1,0 1 0,0-1-1,-1 1 1,1-1-1,-1 1 1,0-1 0,0 1-1,0 0 1,0 0-1,0 0 1,0 0 0,0 0-1,-1 1 1,1-1-1,-1 0 1,1 1 0,-1 0-1,0 0 1,1 0 0,-1 0-1,0 0 1,0 0-1,0 1 1,0 0 0,-1-1-55,-16-2 2,-1 1 1,1 0 0,-1 2 0,-9 1-3,7-1-35,7 1-156,0 0 0,1 1-1,-1 0 1,1 1 0,0 1-1,-3 1 192,-51 22-4275,27-9-4346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54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96 12051,'0'0'1917,"0"0"-446,0 0 566,-5 22-682,-14 72-614,19-93-723,0 1 0,0 0 0,0 0 0,0 0 0,0 0 0,1 0 0,-1 0 0,1 0 0,-1 0 0,1 0 0,0-1 0,-1 1 0,1 0 0,0 0 0,0-1 0,0 1 0,1-1 0,-1 1 0,0-1 0,1 1 0,-1-1 0,0 0 0,1 1 0,0-1 0,-1 0 0,1 0 0,0 0 0,-1-1 0,1 1 0,0 0 0,0-1 0,0 1 0,0-1 0,0 1 0,0-1 0,-1 0 0,1 0 0,0 0 0,0 0 0,0 0 0,2 0-18,3 0 68,13 3-10,0-1 0,1-2-1,-1 0 1,0 0 0,1-2 0,-1-1 0,0 0 0,0-2 0,-1 0 0,1-1 0,-1-1 0,0-1 0,-1-1 0,3-2-58,-18 9 32,0 0 0,0 0 0,0 0 0,0-1 0,0 1 0,-1-1 0,1 0 0,-1 0 1,1 0-1,-1 0 0,0 0 0,0 0 0,-1-1 0,1 1 0,-1 0 0,1-1 0,-1 0 0,0 1 1,-1-1-1,1 0 0,-1 1 0,1-1 0,-1 0 0,0-3-32,-1 3 68,0-1 0,0 1-1,-1 0 1,1 0 0,-1-1 0,0 1-1,0 1 1,0-1 0,0 0 0,-1 0-1,0 1 1,1-1 0,-1 1 0,-1 0 0,1 0-1,0 0 1,-1 0 0,1 1 0,-1 0-1,-2-2-67,-8-3 86,-1 0 0,0 1-1,0 0 1,0 1 0,-1 1 0,1 0-1,-16-1-85,-15 1-2160,1 2 0,-7 1 2160,35 1-5663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55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14995,'0'0'3594,"0"0"-1106,0 0-279,0 0-680,0 0-717,0 0-512,-4 9-164,-2 11 1,1 0 0,1 0-1,1 0 1,0 1 0,2-1 0,0 1 0,2-1-1,1 8-136,-4 88 328,-8-1-64,10-90-3798,-1 1-3816,1-26 1159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55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11947,'0'0'2944,"0"0"-927,0 0-9,0 0-1152,142-15-320,-70 10-216,1 2 273,-6-2-249,-9 0-344,-8 3-200,0-1-1433,-11 1-3584,-14 2-8106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02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383 134 11763,'0'0'3490,"0"0"-2094,0 0-756,0 0 271,7 30 186,-1-6-867,23 96 1984,-5 2-2214,-22-112 121,4 31 482,-1 0 1,-1 22-604,-4-61 108,0-5 161,-2-20-34,-1-1 0,-1 1-1,-1 0 1,-1 0 0,-5-12-235,-13-52 91,15 25 360,3 0 0,3 0 0,3-44-451,1 54 603,-1 51-374,-6 13-295,-16 17 63,-1 0 1,-1-2-1,-1-1 1,-14 10 2,-17 18 7,-1 2 15,20-21-9,1 2 0,-24 34-13,59-71 3,0 0 0,1 1 0,-1-1 0,1 1-1,-1-1 1,1 1 0,-1-1 0,1 1 0,-1-1 0,1 1 0,-1 0 0,1-1-1,0 1 1,-1 0 0,1-1 0,0 1 0,0 0 0,0-1 0,-1 1 0,1 0-1,0-1 1,0 1 0,0 0 0,0 0 0,0-1 0,0 1 0,0 0 0,0-1-1,1 1 1,-1 0 0,0 0 0,0-1 0,1 1 0,-1 0 0,0-1 0,1 1-1,-1-1 1,0 1 0,1 0 0,-1-1 0,1 1 0,-1-1 0,1 1-1,-1-1 1,1 1 0,0-1 0,-1 0 0,1 1 0,-1-1 0,1 0 0,0 1-1,-1-1 1,1 0 0,0 0 0,0 0 0,-1 0 0,1 1 0,0-1 0,-1 0-1,2 0-2,56-1 281,-37 0-214,-1-1-46,0 0-1,-1-1 1,1-1-1,-1-1 0,0-1 1,1-1-21,44-12 24,-26 10-4997,0 2 1,33-3 4972,-28 6-5850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0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16 5129,'0'0'3753,"0"0"-1322,0 0-649,0 0-286,0 0-206,0 0-98,7-3 35,-3 1-868,-2 1-227,0-1-1,0 1 1,0 0 0,0 0 0,0 0 0,1 0 0,-1 1-1,0-1 1,0 1 0,1-1 0,-1 1 0,0 0 0,1-1 0,-1 1-1,2 1-131,-19 18 807,3-10-690,-1 0 0,0-1 0,0-1 0,-1 0 0,0-1 0,0 0 0,0-1 0,-1-1 0,0 0 0,0-1 0,0-1 0,0 0 0,0-1-117,14-1 14,0 0 0,0-1 0,1 1 0,-1 0 1,1-1-1,-1 1 0,0-1 0,1 1 1,-1-1-1,1 1 0,-1-1 0,1 0 1,0 1-1,-1-1 0,1 1 0,-1-1 0,1 0 1,0 1-1,0-1 0,-1 0 0,1 0 1,0 1-1,0-1 0,0 0 0,0 1 0,0-1 1,0 0-1,0 0 0,0 1 0,0-1 1,0 0-1,0 0 0,0 1 0,1-1 0,-1 0 1,0 1-1,0-1 0,1 0 0,-1 1 1,1-1-1,-1 0-14,16-31 34,-13 29-37,1 0 0,0 0-1,0 1 1,0-1 0,0 1 0,1 0-1,-1 0 1,0 1 0,1-1 0,-1 1 0,1 0-1,0 0 1,-1 1 0,1-1 0,0 1-1,-1 0 1,2 0 3,8 2-1142,0 0-1,0 2 1,0-1-1,-1 1 0,1 1 1143,-8-3-921,21 6-4985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04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11210,'0'0'1809,"0"0"-82,0 0 697,0 0-607,0 0-789,0 0-456,28-6-337,87-18-17,-113 23-190,0 1 0,0-1 0,-1 1 0,1 0 0,0 0 0,0 0 0,0 0 0,0 0 0,0 0 0,0 1 0,0-1 0,0 1 0,0-1 0,0 1 0,-1-1 0,1 1 0,0 0-1,0 0 1,-1 0 0,1 0 0,0 0 0,-1 1 0,0-1 0,1 0 0,-1 1 0,0-1 0,1 1 0,-1-1 0,0 1 0,0 0 0,0-1 0,0 1 0,-1 0 0,1 0-1,0 0 1,-1-1 0,1 1 0,-1 0 0,0 0 0,1 0 0,-1 0 0,0 0 0,0 0 0,-1 0 0,1 0 0,0 0 0,0 0 0,-1 0 0,1 0 0,-1-1 0,0 1 0,0 0-1,0 0 1,1-1 0,-2 1 0,1 0 0,0-1 0,0 1 0,0-1 0,-1 1 0,1-1 0,-1 0 0,-1 2-28,-6 2 114,-1 1 1,1-2-1,-1 1 0,-1-1 1,1-1-1,0 1 1,-1-2-1,0 0 0,-6 1-114,27-2 5,1 1-1,-1 0 0,0 1 0,0 0 0,0 0 0,0 1 1,6 4-5,0-1 61,-5-2-58,1 0-1,-1 1 0,0 1 1,-1 0-1,1 0 1,0 2-3,-9-8 15,0 0 0,0 1 1,-1-1-1,1 1 0,0-1 0,-1 1 0,1 0 1,-1 0-1,1 0 0,-1 0 0,0 0 1,0 0-1,0 0 0,0 1 0,0-1 0,0 0 1,0 0-1,-1 1 0,0-1 0,1 1 1,-1-1-1,0 0 0,0 1 0,0-1 0,0 0 1,-1 1-1,1-1 0,-1 1 0,1-1 1,-1 0-1,0 0 0,0 1 0,0-1 0,0 0 1,0 0-1,-1 2-15,-4 1 77,1 0 0,0 0 0,-1-1 1,0 0-1,0 0 0,0 0 0,-1-1 0,1 0 1,-1 0-1,0 0 0,1-1 0,-1 0 0,-6 1-77,-11 2 89,1-1 0,-1-1-1,-15-1-88,-12-1-700,48-1-1596,30 0-399,10 0-2829,-1 0-3517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04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16988,'0'0'2624,"0"0"-943,0 0 287,0 0-568,0 0-728,183-23-135,-108 11-161,-8 2-160,-17 4-168,-16 1-48,-9 3-56,-8 2-368,-1 0-105,-2 0-607,8 0-432,-2 0-2569,-6 0-4193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05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40 127 11330,'0'0'2142,"0"0"-21,0 0 267,0 0-645,0 0-609,0 0-347,-9 22-162,1-4-470,1 0 0,1 0 1,-4 17-156,10-34 10,0 0 0,0 0 0,0 0 1,0 0-1,0 0 0,1 0 0,-1 0 1,0 0-1,0 0 0,1 0 0,-1-1 1,0 1-1,1 0 0,-1 0 0,1 0 1,-1-1-1,1 1 0,-1 0 0,1 0 1,-1-1-1,1 1 0,0 0 1,0-1-1,-1 1 0,1-1 0,0 1 1,0-1-1,0 1 0,-1-1 0,1 0 1,0 1-1,0-1 0,0 0 0,0 0 1,0 0-1,0 1 0,0-1-10,41 0 219,-29 0-163,7-1-4,-1 0-1,0-1 0,0-1 0,0-1 1,0 0-52,-11 2 10,-1 0 0,0 0 0,1-1 1,-1 0-1,0-1 0,-1 1 0,1-1 1,-1-1-1,1 1 0,-1-1 0,-1 0 1,1 0-1,4-6-10,-9 9 21,1 0 1,-1 0-1,0-1 0,1 1 1,-1 0-1,0-1 1,0 1-1,-1-1 1,1 0-1,0 1 0,-1-1 1,0 0-1,1 1 1,-1-1-1,0 0 0,-1 1 1,1-1-1,0 0 1,-1-1-22,-1-1 15,1 0-1,-1 0 1,0 0 0,-1 1 0,1-1 0,-1 0 0,0 1 0,0 0-1,-4-4-14,-3-3-5,0 1 0,-1 1 0,0 0 0,-1 0-1,0 1 1,-10-6 5,-28-4-334,26 18-1317,23 0 1485,0 1 1,1-1-1,-1 0 0,1 0 0,-1 1 1,1-1-1,-1 1 0,1-1 1,-1 0-1,1 1 0,-1-1 1,1 1-1,-1-1 0,1 1 1,0-1-1,-1 1 0,1-1 0,0 1 1,-1-1-1,1 1 0,0 0 1,0-1-1,0 1 0,-1 0 1,1-1-1,0 1 0,0-1 0,0 1 1,0 0-1,0 0 166,0 17-6009,0-2-4979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0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10610,'86'86'1794,"-85"-85"-1747,0 0 0,0 0 1,0 0-1,0 0 0,-1 0 0,1 0 0,0 0 1,-1 0-1,1 0 0,0 1 0,-1-1 1,0 0-1,1 0 0,-1 1 0,0-1 0,1 0 1,-1 1-1,0-1 0,0 0 0,0 2-47,-12 10 1013,7-9-447,-4 6-150,0 0 0,2 1-1,-1 0 1,1 0 0,1 0-1,0 1 1,0 0 0,1 0-1,1 1 1,0-1 0,1 1-1,0 0 1,0 7-416,3-19 18,0 1-1,0-1 1,0 1 0,0-1-1,1 0 1,-1 1 0,1-1 0,-1 1-1,1-1 1,-1 0 0,1 0-1,0 1 1,-1-1 0,1 0-1,0 0 1,0 0 0,0 0-1,0 0 1,0 0 0,0 0-1,0 0 1,0 0 0,1 0 0,-1-1-1,0 1 1,0 0 0,1-1-1,-1 1 1,0-1 0,1 0-1,-1 1 1,1-1 0,0 0-18,55 1 287,-36-2-139,-13 1-65,10 1 4,0-2 0,0 0 0,0-1 0,0-1 0,1 0-87,-16 2 61,1 0 1,-1 0-1,0 0 1,1 0-1,-1 0 0,0 0 1,0-1-1,0 0 1,0 0-1,0 1 0,-1-2 1,1 1-1,-1 0 1,1 0-1,-1-1 1,0 0-1,0 1 0,0-1 1,0 0-1,0 0 1,0 0-1,-1 0 1,0 0-1,1 0 0,-1-1 1,0 1-1,-1 0 1,1-1-1,0-2-61,0-6 230,0-1-79,-1 0 0,0 0 1,0 0-1,-2-8-151,2 19-21,0 0 0,-1 0 1,1 0-1,0 0 0,-1-1 0,0 1 1,1 0-1,-1 0 0,0 0 0,0 0 1,0 1-1,0-1 0,-1 0 0,1 0 1,0 0-1,-1 1 0,1-1 0,-1 1 0,0-1 1,1 1-1,-1 0 0,0 0 0,0 0 1,0 0-1,0 0 0,0 0 0,0 0 1,0 0-1,0 1 0,0-1 21,-12 0-1143,1 0 0,-1 1-1,1 1 1,-10 1 1143,-19 9-6341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0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83 384,'0'0'4410,"0"0"-2596,0 0-276,0 0 685,0 0 75,-11-12 316,-1-5-1509,-9-10 216,-5 1 3202,26 26-3328,0 0-538,-3 76-162,-4 0 0,-3 0-495,1-1-604,2 1 0,4 0 604,5-73-1307,-1-4-7476,-1-3 826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08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12635,'0'0'2544,"0"0"-751,0 0-57,0 0-592,0 0-608,0 0-144,180-20 97,-129 15-41,-1 0-240,-6-3-200,4 1-8,2-1-536,3-4-801,-12 4-3032,-13 1-4489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18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21 5873,'0'0'2908,"0"0"-600,0 0-364,0 0-465,0 0-322,-27 3 140,-89 10-163,104-11-993,1 1 0,0 0 1,0 1-1,0 0 0,0 1 1,1 0-1,-1 1 0,1 0 1,1 1-1,-1-1 0,1 2 0,1-1 1,-1 2-1,1-1 0,0 1 1,1 0-1,-1 2-141,5-8 30,-12 16 144,0 0 0,-11 19-174,22-31 12,0 0 0,1 0 1,0 0-1,0 0 0,0 1 1,1-1-1,0 1 0,1-1 1,0 1-1,0 0 0,0 0-12,2-7 1,-1 0 0,0 0-1,0 0 1,1-1 0,-1 1 0,1 0-1,-1-1 1,1 1 0,-1 0 0,1-1-1,-1 1 1,1 0 0,0-1-1,-1 1 1,1-1 0,0 1 0,-1-1-1,1 1 1,0-1 0,0 0 0,0 1-1,-1-1 1,1 0 0,0 0 0,0 1-1,0-1 1,0 0 0,-1 0 0,1 0-1,0 0 1,0 0 0,0 0-1,37 0 49,-30-1-22,4 0-40,-1 0 0,0-1-1,-1-1 1,1 0 0,0 0-1,-1-1 1,0 0 0,0-1-1,0 0 1,0 0 0,-1-1-1,0-1 1,0 0 0,0 0-1,-1 0 1,0-1 0,-1 0 0,0-1-1,5-7 14,-2 3 98,-1-1-1,-1 0 0,0 0 1,-1-1-1,-1 0 1,0 0-1,-1-1 1,-1 0-1,0 0 0,-1 0 1,-1 0-1,0-1 1,-1-4-98,-1 20 781,0 1-329,1 5-250,11 98 472,-3-36 13,-3 0 0,-3 1-687,-2-20 229,-2 0 0,-3-1 0,-1 0 1,-2 0-1,-7 21-229,13-65 17,0-24-1839,0 16 1090,0 0 1,1-1-1,0 1 1,0 0-1,1-1 1,-1 1-1,2-2 732,9-23-10046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18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0 12995,'0'0'3160,"0"0"-1855,0 0 407,0 0-728,0 0-336,0 0-327,-125 140-97,105-122-208,1-6 104,5-4-112,5-3-16,1-5 8,0 0-392,-1 0-681,4-15-3096,-3-3-4024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19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3729,'0'0'9306,"0"0"-7362,0 0-1224,0 0-104,0 0 257,0 0-337,0 0-304,116 120-128,-93-105-88,-1-2-16,6-1-624,11-2-993,-6 3-2896,-5-3-4136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1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63 253 9250,'0'0'2035,"0"0"-109,0-22 270,-2-69-685,2 82-1044,-1 0 0,-1-1 0,1 1 0,-1 0 0,-1 1 0,0-1 1,0 0-1,-1 1 0,0-1 0,0 1 0,-1 0 0,0 1 0,0-1 0,-1 1 0,-5-5-467,9 54 1379,9 24-1026,2 0 0,3-1 0,3 0 0,8 17-353,-23-82-28,17 40-436,-6-32-3312,-11-8 450,0 0-2960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1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11450,'0'0'2289,"0"0"-329,0 0 737,0 0-1105,0 0-463,172-15-185,-124 5-192,-7 0-368,-2 5-264,-2 2-120,-1 3-64,5 0-672,15 0-1041,-11 0-2704,-9 0-688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0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31 195 11322,'0'0'1389,"0"0"31,0 0-4,0 0-313,0 0-200,28 13 77,91 41-94,-113-52-811,0 0 0,0 0 1,0 0-1,0-1 0,0 1 0,1-2 1,-1 1-1,0-1 0,1 0 1,-1 0-1,1 0 0,-1-1 0,3-1-75,-5 1 61,-1 0-1,0 0 0,0-1 1,0 1-1,0-1 0,0 0 1,0 0-1,0 0 0,0 0 1,-1 0-1,1 0 0,-1-1 1,1 1-1,-1-1 0,0 0 1,0 0-1,1-3-60,-1 2 60,0 0 0,0-1 0,-1 1 0,0-1 0,0 0 0,0 1-1,0-1 1,-1 0 0,0 0 0,0 1 0,0-1 0,-1 0 0,1 0 0,-1 1 0,0-1 0,-1 0 0,1 1 0,-1-1 0,0 1-1,0 0 1,0 0 0,0-1 0,-1 1 0,0 1 0,0-1 0,0 0 0,0 0-60,-10-8 97,1 0 0,-2 0 0,0 1 0,0 1 0,-1 1 0,0 0 0,0 0 0,-3 1-97,10 5-125,1 0 0,0 1 0,0 0 0,-1 1 1,1-1-1,-1 1 0,1 1 0,-1 0 0,-1 0 125,4 0-422,-1 1 1,1 0-1,-1 0 0,1 1 0,-1-1 1,1 1-1,0 0 0,0 1 0,0-1 1,0 1-1,0 0 0,1 0 0,-2 1 422,-13 14-5896</inkml:trace>
  <inkml:trace contextRef="#ctx0" brushRef="#br0" timeOffset="1">31 195 11178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0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11178,'52'83'1295,"-51"-81"-1214,0 0 0,0 1-1,0-1 1,0 0-1,-1 0 1,1 1 0,-1-1-1,1 0 1,-1 1-1,0-1 1,0 1 0,0-1-1,0 0 1,-1 1-1,1-1 1,-1 0 0,1 1-1,-1-1 1,0 0-1,0 0 1,1 1 0,-2-1-81,-3 11 513,2 7-86,0-1-1,2 1 1,0 0-1,1 15-426,1-32 73,-1 0-1,1 0 0,-1 0 1,1-1-1,0 1 0,0 0 1,0-1-1,1 1 1,-1-1-1,0 1 0,1-1 1,0 0-1,-1 1 1,1-1-1,0 0 0,0 0 1,1 0-1,-1-1 0,0 1 1,0 0-1,1-1 1,-1 1-1,1-1 0,-1 0 1,1 0-1,0 0 0,0 0 1,-1-1-1,1 1 1,0-1-1,0 1 0,0-1 1,-1 0-1,2 0-72,8 1 272,0-1 0,-1 0 0,1-1 0,0 0 0,0-1 0,-1 0 0,11-4-272,-10 2 64,1-1 0,-1-1 0,0 0-1,0-1 1,0 0 0,-1-1 0,0 0 0,-1 0 0,10-11-64,-15 15 102,-1-1 0,1 0 0,-1 0 1,0-1-1,0 1 0,-1-1 0,0 0 1,0 0-1,0 0 0,0 0 0,-1-1 1,0 1-1,-1 0 0,1-1 0,-1 0 1,-1 1-1,1-1 0,-1 0 1,0 1-1,-1-1 0,1 0-102,-1 5 10,0 0 0,1 0 0,-1 0 0,0 0 0,0 0 0,0 0 0,-1 0 0,1 0 0,0 0 0,-1 0 0,1 1 0,-1-1 1,0 1-1,1-1 0,-1 1 0,0 0 0,0-1 0,0 1 0,0 0 0,0 0 0,0 0 0,0 1 0,0-1 0,0 0 0,0 1 0,-1-1-10,-10-1-98,0 0 0,0 1 0,0 0 0,-4 1 98,13 0-48,-68 3-1995,19 7-2387,-6 9-4989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3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4961,'0'0'4774,"0"0"-1769,0 0-644,0 0-26,0 0-460,-6 1-568,-13 4-129,45-2 200,34 5-435,-6 5-1186,0-3 1,1-2-1,27 0 243,16 2-4224,-63-8-970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3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11779,'0'0'2480,"0"0"-1360,0 0 929,0 0-369,0 0-768,148-32-472,-82 17-224,-4 2-216,10 5-192,-16 3-2704,-9 0-3690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37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8858,'0'0'5801,"0"0"-3688,0 0-345,0 0-32,0 0-415,0 0-441,92 3-384,-50-3 48,2 0-472,-5 2 24,3 1-96,2-3 0,1 0-248,-1 0-504,-2 2-1033,-8 3-2752,-20 3-2800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38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13955,'0'0'2817,"0"0"-945,0 0 184,0 0-623,0 0-873,0 0-392,147-35-72,-94 25-96,0 0-72,19-3-1480,-10 1-3089,-7-1-5738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38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11899,'0'0'2349,"0"0"-347,0 0 36,-23 29-639,-69 96-354,86-117-921,0 1-1,1-1 0,0 1 1,1 0-1,0 1 0,0-1 0,1 1 1,0 0-1,1-1 0,0 1 0,0 0 1,1 1-1,0-1 0,1 0 0,0 0 1,1 4-124,0-8 52,-1-3-21,0 0 0,0 0 0,1-1 0,-1 1 0,1 0 0,0-1 0,0 1 0,0 0 0,0-1 0,0 1 0,0-1 0,1 0 0,-1 1 0,1-1 0,0 0 0,0 0 0,0 0 0,0 0 0,0 0-31,2 1 60,1 0 0,-1 0 0,1-1 0,0 1 0,0-1 0,0 0 0,1 0 0,-1-1 0,4 1-60,15 2 177,0-1 0,0-2 0,0 0 0,9-2-177,-8 1 58,-1 0-26,-1 0 1,1-1-1,0-2 0,-1 0 1,1-2-1,1-1-32,-20 5 21,0-1 0,0 0 0,-1 0 1,1 0-1,0 0 0,-1-1 0,0 0 0,1 0 0,-1 0 0,0 0 0,-1-1 0,1 1 0,-1-1 0,1 0 0,-1 0 1,0 0-1,0-1 0,-1 1 0,1-1 0,-1 1 0,0-1 0,-1 0 0,1 0 0,-1 0 0,0 0 0,0 0 0,0 0 1,-1 0-1,0-1 0,0-2-21,0-2 58,-1 0 1,-1 0 0,0 0-1,0 0 1,-1 0 0,0 0-1,-1 0 1,0 1-1,-1 0 1,1 0 0,-2 0-1,1 1 1,-1-1-1,-1 1 1,0 1 0,0-1-1,0 1 1,-6-4-59,3 3-109,0 0 1,0 1-1,-1 0 1,0 0-1,0 1 0,-1 1 1,0 0-1,1 1 0,-2 0 1,1 0-1,0 2 1,-1-1-1,0 2 0,-10-1 109,23 2-60,0 0 0,0 0 0,0 0 0,0 0 0,0 0 0,0 0 0,1 0 0,-1 1 0,0-1 0,0 0 0,0 0 0,0 0 0,0 0 0,0 0 0,0 0 0,0 0 0,0 0 0,0 0 0,0 0 0,0 0 0,0 0 0,0 1 0,0-1 0,0 0 0,0 0 0,0 0 0,0 0 0,0 0 0,0 0-1,0 0 1,0 0 0,0 0 0,0 0 0,0 0 0,0 1 0,0-1 0,0 0 0,0 0 0,0 0 0,0 0 0,0 0 0,0 0 0,0 0 0,-1 0 0,1 0 0,0 0 0,0 0 0,0 0 60,16 8-2374,22 6-3229,19 1-6512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39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46 12739,'0'0'2803,"0"0"-835,0 0-283,0 0-665,0 0-605,0 0-326,-3-14 494,3 13-565,0 1 1,0 0-1,0-1 0,0 1 0,0 0 1,0-1-1,0 1 0,-1 0 1,1-1-1,0 1 0,0 0 1,0 0-1,0-1 0,0 1 1,-1 0-1,1-1 0,0 1 1,0 0-1,0 0 0,-1 0 1,1-1-1,0 1 0,0 0 0,-1 0 1,1 0-1,0-1 0,0 1 1,-1 0-1,1 0 0,0 0 1,-1 0-1,1 0 0,0 0 1,-1 0-1,1 0 0,0 0 1,0 0-1,-1 0 0,1 0 1,0 0-1,-1 0 0,1 0 0,0 0 1,-1 0-1,1 0 0,0 0 1,-1 0-1,1 0 0,0 1 1,0-1-1,-1 0 0,1 0 1,0 0-1,-1 1-18,1-3 28,0 1 0,0 0 0,1 0 1,-1-1-1,0 1 0,0 0 0,1 0 0,-1 0 0,0 0 0,1-1 1,0 1-1,-1 0 0,1 0 0,-1 0 0,1 0 0,0 0 0,0 0 1,0 0-1,0 1 0,-1-1 0,1 0 0,1 0-28,-1 1 5,-1 1-1,0 0 0,1 0 1,-1-1-1,1 1 1,-1 0-1,0 0 0,0-1 1,0 1-1,1 0 0,-1 0 1,0 0-1,0 0 1,0-1-1,0 1 0,0 0 1,-1 0-1,1 0 0,0-1 1,0 1-1,0 0 1,-1 0-1,1 0 0,0-1 1,-1 1-1,1 0 1,-1-1-1,1 1-4,-8 2 115,1-1 1,0 0 0,-1-1-1,0 0 1,1 0-1,-1 0 1,0-1-1,1 0 1,-1-1-116,-2 1 351,10 0-332,0 0 0,0-1 0,0 1 0,0 0 0,0 0 0,0-1 0,0 1 0,0 0 0,0-1 0,0 1 0,0 0 0,0 0 0,0-1 0,0 1 0,0 0 0,0-1 0,0 1 0,0 0 0,0 0 0,0-1 0,1 1 0,-1 0 0,0-1 0,0 1 0,0 0 0,0 0 0,1 0 0,-1-1 0,0 1 0,0 0 0,1 0 0,-1 0 0,0-1 0,0 1 0,1 0 0,-1 0 0,0 0 0,0 0 0,1 0 0,-1 0-19,53 0-43,-52 0 42,0 0 0,0 0 1,0 0-1,0 0 1,0 0-1,-1 0 0,1 1 1,0-1-1,0 0 0,0 1 1,0-1-1,0 0 1,0 1-1,0-1 0,-1 1 1,1 0-1,0-1 1,0 1-1,-1-1 0,1 1 1,0 0-1,-1 0 0,1-1 1,-1 1-1,1 0 1,-1 0-1,1 0 0,-1 0 1,1 0-1,-1 0 1,0 0-1,0-1 0,1 1 1,-1 0-1,0 0 0,0 0 1,0 0-1,0 0 1,0 0-1,0 0 0,0 0 1,-1 0-1,1 0 1,0 0-1,-1 0 0,1 0 1,0 0-1,-1 0 0,1 0 1,-1-1-1,1 1 1,-1 0-1,0 0 1,-1 0 19,0 1 1,0-1-1,0 1 0,0-1 1,-1 0-1,1 0 1,0 0-1,-1 0 0,1 0 1,-1-1-1,1 1 0,-1-1 1,1 1-1,-1-1 0,0 0 1,0 0-20,2 0 8,0 1 0,-1-1 1,1 0-1,0 0 1,0 0-1,0 0 0,-1 0 1,1 0-1,0 0 0,0 0 1,-1 0-1,1 0 1,0-1-1,0 1 0,0 0 1,-1-1-1,1 1 0,0-1 1,0 0-1,0 1 0,0-1 1,0 0-1,0 1 1,0-1-1,0 0 0,0 0 1,1 0-1,-1 0 0,0 0 1,1 0-1,-1 0 1,0-1-10,1 1-33,0-1-1,0 1 0,0 0 0,1-1 0,-1 1 0,0 0 0,1-1 0,-1 1 0,1 0 0,-1 0 0,1 0 0,0-1 0,-1 1 0,1 0 0,0 0 0,0 0 0,0 0 0,0 0 0,0 0 0,0 0 0,0 1 0,0-1 0,0 0 0,0 0 0,0 1 0,1-1 35,38-10-2472,-21 7 880,20-6-4429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39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13475,'0'0'3755,"0"0"-1275,0 0-564,0 0-973,0 0-550,0 0 130,9 21 241,15 39 243,16 62-1007,-21-44-129,-18-78-45,-1 0 1,1 1 0,0-1 0,0 0-1,-1 0 1,1 0 0,0 1-1,0-1 1,0 0 0,-1 0-1,1 0 1,0 0 0,0 0 0,0 0-1,-1-1 1,1 1 0,0 0-1,0 0 1,0 0 0,-1-1 0,1 1-1,0 0 1,-1-1 0,1 1-1,0-1 1,-1 1 0,1-1 0,0 1-1,-1-1 1,1 1 0,-1-1-1,1 0 1,-1 1 0,1-2 173,7-13-5368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39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0 1536,'0'0'10020,"0"0"-5693,0 0-2198,0 0-914,0 0-308,0 0 214,-1 30 22,2 1-843,0-15-150,0 0 0,-1 0-1,-1 0 1,-1 0-1,0 0 1,-1 0 0,-1 0-1,0-1 1,-1 1-1,-5 9-149,-15 24 760,-2 0-1,-4 1-759,11-19 144,1 0 1,2 2 0,1 0 0,1 1-1,-9 32-144,24-66-49,0 0 0,0 1 0,0-1 0,-1 1 1,1-1-1,0 1 0,0-1 0,0 0 0,0 1 0,0-1 0,0 1 0,0-1 0,0 1 0,0-1 0,0 1 0,0-1 0,0 1 0,0-1 0,0 0 0,0 1 0,0-1 0,1 1 0,-1-1 0,0 1 0,0-1 0,1 0 0,-1 1 0,0-1 0,0 0 0,1 1 1,-1-1-1,1 1 49,14-5-997,29-27-1411,-31 22 654,26-19-4530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4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13 11242,'0'0'2228,"0"0"-83,0 0 403,-10 26-720,-31 83-717,39-105-1046,1 0 0,0 0 0,0 0 0,0 0 0,0 0-1,0 1 1,1-1 0,0 0 0,0 0 0,0 1 0,1-1 0,-1 0 0,1 0 0,0 2-65,0-4 32,0 0 1,0-1 0,0 1-1,0 0 1,0-1-1,0 1 1,1-1-1,-1 1 1,0-1 0,1 1-1,-1-1 1,1 0-1,0 0 1,-1 0-1,1 0 1,0 0 0,0 0-1,-1 0 1,1-1-1,2 1-32,5 1 88,1-1 0,0 0 0,-1-1 0,1 0 0,0-1-1,0 0 1,-1 0 0,8-2-88,-15 2 12,6-1 19,0 0 1,0-1-1,0 0 1,-1 0-1,1-1 0,-1 0 1,0 0-1,0-1 1,0 0-1,-1 0 1,0-1-1,0 0 0,4-5-31,-8 9 42,0 0 0,0 0-1,0 0 1,0-1 0,-1 1-1,1-1 1,-1 1 0,1-1-1,-1 0 1,0 0 0,0 1 0,0-1-1,-1 0 1,1 0 0,-1 0-1,1 0 1,-1 0 0,0 0-1,0 0 1,-1 0 0,1 0-1,0 0 1,-1 0 0,0 1-1,0-1 1,0 0 0,0 0-1,0 0 1,0 1 0,-1-1-1,1 1 1,-1-1 0,0 1-1,0 0 1,0-1 0,0 1-1,0 0 1,0 0 0,-1 0-42,-12-11 156,-1 1 1,0 1 0,-6-3-157,18 11-87,0 1 0,0 0 1,-1 0-1,1 0 0,-1 0 0,0 1 1,1-1-1,-1 1 0,0 0 1,0 1-1,0-1 0,0 1 0,0 0 1,0 0-1,1 1 0,-2 0 87,5-1-117,0 1 0,1-1 0,-1 1 0,0-1 0,0 1 0,1 0 0,-1-1-1,0 1 1,1 0 0,-1-1 0,1 1 0,-1 0 0,1 0 0,-1 0 0,1-1 0,0 1 0,-1 0 0,1 0-1,0 0 1,0 0 0,0 0 0,0 0 0,-1 0 0,1 0 0,0 0 0,1 0 0,-1-1 0,0 2 117,0 1-652,-1 20-4596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1:40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61 10506,'0'0'2237,"0"0"-812,0 0 110,0 0-185,0 0-192,-6 24-250,-18 76-24,23-98-841,0 0 0,0 0 0,1 0 0,-1 0 0,1 0 0,0 0 0,-1 0 1,1 0-1,0 0 0,0 0 0,0 0 0,1 0 0,-1 0 0,0 0 0,1 0 0,-1 0 0,1 0 0,0 0 0,0 0 0,0-1 1,0 1-1,0 0 0,0 0 0,0-1 0,0 1 0,1-1 0,-1 1 0,0-1 0,1 0 0,0 1 0,-1-1 0,1 0 0,0 0 1,1 1-44,3 0 104,0-1 1,0 0-1,1 0 1,-1 0 0,0-1-1,1 0 1,-1 0 0,6-1-105,2 1 236,-7 0-191,1 0 0,-1 0 0,1 0 0,-1-1 1,0 0-1,1 0 0,-1-1 0,0 0 0,1 0 0,-1-1 1,-1 0-1,1 0 0,0-1 0,-1 0 0,1 0 0,-1 0 0,0-1 1,-1 0-1,1 0 0,-1 0 0,0-1 0,0 0 0,-1 0 0,1 0 1,-1 0-1,-1-1 0,1 0 0,-1-1-45,1-1 127,0 1 0,-1-1 0,-1 0 0,1 0 0,-2 0 0,1-1 0,-1 1 0,0 0 0,-1-1 0,0 1 0,-1 0 0,0 0 0,-1-4-127,1 11-14,1 1 0,-1 0 0,0 0 0,0 0 0,0 0-1,0 1 1,0-1 0,0 0 0,0 0 0,0 0 0,0 1 0,-1-1 0,1 1-1,0-1 1,0 1 0,0-1 0,-1 1 0,1 0 0,0-1 0,-1 1 0,1 0 0,0 0-1,-1 0 1,1 0 14,-40 1-1308,29-1 632,-19 2-2523,2 6-3044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3633,'0'0'0,"0"0"-2193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4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6705,'0'0'0,"0"0"-696,0 0 392,0 0-1296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7578,'0'0'2942,"0"0"-579,0 0-221,0 0-506,0 0-485,0 0-178,12-11 61,41-34-229,-49 43-756,0-1-1,0 0 0,1 1 0,-1 0 0,1 0 0,-1 0 0,1 1 0,0-1 0,-1 1 0,1 0 1,0 0-1,0 1 0,0 0 0,0-1 0,0 2 0,4-1-48,-7 1-4,0-1-1,0 0 1,0 1-1,1 0 1,-1-1 0,0 1-1,0 0 1,0 0-1,0 0 1,0 0 0,-1 0-1,1 1 1,0-1-1,0 1 1,-1-1 0,1 1-1,-1-1 1,1 1-1,-1 0 1,0 0 0,0 0-1,1 0 1,-2 0-1,1 0 1,0 0 0,0 0-1,0 0 1,-1 0-1,1 0 1,-1 1 4,1 4 2,-1-1 0,0 0 0,0 0 0,-1 0 0,1 0 1,-1 0-1,-1 0 0,1 0 0,-1 0 0,0 0 0,0 0 0,-1 0 0,1-1 1,-1 0-1,-4 5-2,-3 3 15,-1 0 1,-1-1 0,0 0 0,0-1 0,-3 1-16,7-1 27,21-9 1,40-13 7,-24 5-45,-23 5 7,5 0-6,-1-1 0,1 1 0,0 1 0,-1 0 0,1 1 0,-1-1 1,4 2 8,-12-1-7,0 0 1,1 0 0,-1 0 0,0 0-1,1 0 1,-1 0 0,0 1 0,0-1 0,0 1-1,0-1 1,0 1 0,-1 0 0,1 0-1,0 0 1,-1 0 0,0 0 0,1 0 0,-1 0-1,0 0 1,0 0 0,0 1 0,0-1 0,0 1-1,-1-1 1,1 0 0,-1 1 0,1-1-1,-1 1 1,0-1 0,0 1 0,0-1 0,-1 3 6,0 0 14,0-1 0,-1 1 0,1 0 1,-1-1-1,0 1 0,-1-1 1,1 1-1,-1-1 0,1 0 1,-1 0-1,-1 0 0,1-1 1,0 1-1,-1-1 0,0 0 1,0 0-1,0 0 0,0 0 1,0-1-1,-1 1 0,-3 0-14,-7 6 76,-1-2-1,0 0 1,0-1 0,-1-1-1,-13 3-75,-44-1-815,74-7-1268,1 0-2842,3-5-4526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6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93 10506,'0'0'3857,"0"0"-2393,0 0 1225,0 0-1305,201-48-288,-134 36-535,-6 4-49,0 3-320,-2 3-96,-7-1-96,-1-2 0,-7 5-80,-10-5-496,-9 0-233,-14 5-1071,-6 0-1961,-5 0-2528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6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14 10082,'0'0'1922,"0"0"-520,0 0 195,-26 20-365,-78 63-430,101-82-764,1 1 1,0 0 0,-1 0-1,1 0 1,0 0-1,0 0 1,1 0-1,-1 1 1,0-1-1,1 1 1,-1-1-1,1 1 1,0 0-1,0-1 1,0 1-1,0 0 1,1 0-1,-1 0 1,1-1-1,-1 1 1,1 0-1,0 0 1,0 0-1,0 0 1,1 0-1,-1 0 1,1 0-39,0 0 58,0 0 1,1-1 0,-1 1-1,1-1 1,-1 0-1,1 0 1,0 0-1,0 1 1,0-2-1,0 1 1,0 0-1,1 0 1,-1-1 0,0 1-1,1-1 1,-1 0-1,1 1 1,0-1-59,9 2 113,1 0 1,-1-1 0,1 0 0,-1-1-1,1-1 1,0 0 0,-1 0 0,1-1-1,0-1 1,-1 0 0,1-1-1,-1 0 1,0-1 0,0 0 0,0-1-1,-1 0 1,0-1 0,4-3-114,-11 6 31,0 0 1,0 0 0,-1-1-1,1 1 1,-1-1 0,0 0-1,0 0 1,0 0-1,-1 0 1,1 0 0,-1-1-1,0 1 1,0-1-32,0-5 269,0 1 0,-1 0 0,1-1-1,-2 1 1,0-1 0,0-2-269,0 9 19,0 1-1,-1-1 1,0 0-1,1 0 0,-1 0 1,0 1-1,0-1 1,-1 1-1,1-1 1,0 1-1,-1-1 0,0 1 1,1 0-1,-1-1 1,0 1-1,0 0 1,0 0-1,-1 1 0,1-1 1,0 0-1,-1 1 1,1-1-1,-1 1 1,1 0-1,-1 0 0,0 0 1,1 0-1,-1 0 1,0 1-1,0-1 1,0 1-1,0 0-18,-16-4-214,-1 2-1,1 1 1,-1 0 0,-7 1 214,11 1-430,-27 0-3806,35 5-1230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6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8482,'0'0'2748,"0"0"-1086,0 0-218,0 0-35,0 0-189,9 21-568,-3-5-543,-5-11-87,0 0 1,1 0-1,-1 0 1,1 0 0,0-1-1,1 1 1,-1 0-1,1-1 1,0 0 0,0 1-1,0-1 1,1 0-1,-1-1 1,1 1 0,0-1-1,0 1 1,0-1-1,0 0 1,1-1 0,-1 1-1,1-1 1,0 0-1,0 0 1,0 0 0,0-1-1,2 1-22,16 1 68,0-1-1,0-1 1,1-1-1,-1-1 1,0-1-1,0-1 1,5-2-68,-21 4 14,0-1 1,-1 0 0,1-1-1,-1 1 1,0-1 0,0 0-1,0-1 1,0 0 0,0 0-1,-1 0 1,1 0 0,-1-1-1,-1 0 1,1 0 0,-1 0-1,1-1 1,-1 1 0,-1-1-1,1 0 1,-1 0 0,0 0-1,-1-1 1,1 1-1,-1-1 1,0 1 0,0-5-15,-1 7 16,0 1 1,-1-1 0,1 1-1,-1-1 1,1 0 0,-1 1-1,0-1 1,-1 0-1,1 1 1,-1-1 0,1 0-1,-1 1 1,0-1 0,0 1-1,-1-1 1,1 1-1,-1 0 1,1-1 0,-1 1-1,0 0 1,-1 0 0,1 0-1,0 0 1,-1 1-1,0-1 1,1 1 0,-1-1-1,0 1 1,-1 0-17,-8-4-102,0 0 1,-1 1-1,0 0 0,0 1 1,0 1-1,0 0 0,-3 1 102,-16-5-876,13-2-1824,14-1-1919,4-1-4363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11466,'0'0'4005,"0"0"-861,0 0-863,0 0-1182,0 0-689,0 0 185,10 29 241,5 12-568,6 20 561,8 41-829,-14-33 255,-8-38-297,0 0-1,2 0 0,1 1 43,-9-31-78,-1 0 0,1 0 0,-1 0 0,1 1 0,-1-1 0,1 0 0,-1 0 0,1 0 0,0 0 0,0 0 0,0 0 0,0 0 0,-1 0 1,1 0-1,0-1 0,1 1 0,-1 0 78,-1-1-88,1 0 1,-1 0 0,1 0 0,-1 0-1,1 0 1,0 0 0,-1 0-1,1 0 1,-1 0 0,1 0 0,-1 0-1,0 0 1,1-1 0,-1 1 0,1 0-1,-1 0 1,1 0 0,-1-1-1,1 1 1,-1 0 0,0-1 0,1 1-1,-1 0 1,0-1 0,1 1 0,-1-1-1,1 1 88,0-3-645,1 0 0,0 0 0,0 0 0,-1 0 0,0 0 0,0 0 0,0-1-1,0 1 1,0 0 0,0-2 645,0-21-7373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7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12635,'0'0'3032,"0"0"-1559,0 0-433,0 0-424,175-40-24,-108 35-248,-6-5 0,-8 0-336,-9 3-8,-2-3-848,6-8-1776,-10 8-1985,-7-2-3985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9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15659,'0'0'3713,"0"0"-3265,0 0 448,0 0 425,0 133-433,0-83-608,5-5-112,4-7-120,2-13-24,0-5-24,-3-8-8,-5-7-344,0-5-408,-3 0-1089,0 0-1895,0 0-593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9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7938,'0'0'2279,"0"0"-268,27-8-251,85-24-683,-66 25-432,-45 7-607,0 1 0,0-1 0,0 0 0,0 0-1,0 0 1,1 0 0,-1 1 0,0-1 0,0 1 0,0-1 0,0 1 0,0-1 0,0 1-1,0-1 1,0 1 0,0 0 0,0 0 0,-1 0 0,2 0-38,-1 2 103,0-1 0,-1 1 0,1 0 0,0 0-1,-1 0 1,0 0 0,0 0 0,0 0 0,0 0 0,0 0 0,0-1 0,-1 1 0,1 0 0,-1 0 0,0 1-103,-2 10 374,0-1-203,-1 0 0,-1 0 0,0 0 0,-1-1-1,0 0 1,-1 0 0,-1-1 0,1 1 0,-7 4-171,6-5 156,0 0 1,0 0-1,1 1 0,0 0 0,1 0 1,0 1-1,1-1 0,1 1 1,-3 13-157,7-25 26,0 0 1,0-1-1,0 1 1,0 0-1,1 0 1,-1-1 0,0 1-1,0 0 1,1 0-1,-1-1 1,0 1 0,1 0-1,-1-1 1,1 1-1,-1-1 1,1 1 0,-1 0-1,1-1 1,0 1-1,-1-1 1,1 1 0,-1-1-1,1 0 1,0 1-1,-1-1 1,1 0-1,0 1 1,0-1 0,-1 0-1,1 0 1,0 0-1,0 0 1,0 1 0,-1-1-1,1 0 1,0 0-1,0 0 1,0-1-27,40 1 509,-27 0-332,32 1 47,-24 0-671,1-1 0,0 0 1,0-2-1,-1 0 0,23-6 447,-31 2-2439,-5-1-1770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29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12123,'0'0'2320,"0"0"-656,0 0 1177,234-22-1433,-131 4-15,0 6-489,-12-6-248,-10 3-320,-17 2-216,-11 3-112,-11-5-8,-3 8-480,-9 2-552,-5 5-849,6 0-2392,-9 0-408,-5 0-3664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30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89 11162,'0'0'2438,"0"0"-745,0 0 144,0 0-584,-18 24-596,-48 72-274,58-72-220,15-13-31,23-10 113,-24-1-154,-2 0-27,27 0 197,-1 0 0,1-2 1,-1-1-1,1-2 0,19-6-261,-44 10 37,0-1-1,0 0 0,0 0 1,0 0-1,-1-1 0,1 0 1,-1 0-1,1 0 0,-1-1 1,0 0-1,-1 0 0,1 0 1,-1-1-1,0 1 0,0-1 1,0 0-1,0 0 0,-1 0 1,0-1-1,0 1 0,0-1 1,-1 0-1,0 0 0,0 0 0,0 0 1,-1 0-1,0 0 0,0 0 1,-1 0-1,0-6-36,0 9 27,0-1 0,0 1 0,-1 0 0,1 0-1,-1 0 1,0 0 0,0 0 0,0 0 0,-1 0 0,1 1-1,0-1 1,-1 0 0,0 1 0,0-1 0,0 1 0,0-1 0,0 1-1,0 0 1,-1 0 0,1 0 0,-1 0 0,1 0 0,-1 1-1,0-1 1,1 1 0,-1 0 0,0 0 0,0 0 0,0 0-1,0 0 1,-3 0-27,-12-2-97,0 0 0,0 1 0,0 1 0,0 1 0,-3 1 97,4-1-267,15 0 161,1-1-1,0 1 1,-1 0-1,1 0 1,0 0-1,-1 1 1,1-1-1,0 0 1,-1 0-1,1 1 1,0-1 0,0 1-1,-1-1 1,1 1-1,0 0 1,0-1-1,0 1 1,0 0-1,0 0 1,-1 0 106,1 1-719,0 0 1,0 0-1,1 0 0,-1 0 1,1 0-1,-1 1 0,1-1 1,0 0-1,-1 0 0,1 0 1,0 0-1,1 2 719,-1 14-10545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30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1 28 11426</inkml:trace>
  <inkml:trace contextRef="#ctx0" brushRef="#br0" timeOffset="1">1 28 11426,'94'151'2153,"-92"-148"-2038,-1 0-1,1 0 1,-1 0 0,0 0 0,0 0-1,0 0 1,0 0 0,-1 0 0,1 0-1,-1 0 1,0 1 0,0-1-115,-9 15 1438,3-9-522,4-5-797,1-1 0,0 0 0,-1 1 0,2-1 0,-1 1 0,0-1 0,1 1-1,-1-1 1,1 1 0,0 0 0,0-1 0,1 1 0,-1-1 0,1 1 0,0-1 0,0 1 0,0-1-1,0 1 1,0-1 0,2 3-119,0-2 59,0-1 0,0 0 0,0 0 0,0 0 0,0 0 0,1-1 0,-1 1 0,1-1 0,0 0 0,0 0 0,0 0 0,0 0 0,0-1 0,0 1 0,1-1-59,12 3 56,0-1 1,0-1-1,0-1 1,0 0-1,0-1 1,0-1-1,0 0 1,3-2-58,-7 0 5,-1 0 0,0 0 0,-1-1 0,1-1 0,-1 0 0,0 0 0,0-2 0,0 1 0,-1-1 0,0 0-1,0-1-3,-5 4 22,0 0-1,0-1 1,-1 1-1,1-1 0,-1 0 1,0 0-1,0 0 1,-1-1-1,0 1 0,0-1 1,0 0-1,-1 0 0,1 0 1,-1 0-1,-1 0 1,1 0-1,-1-1 0,0 1 1,-1 0-1,1-1 1,-1 1-1,-1-1-21,0 3 48,-1 0 0,0-1 0,0 1 0,0 0 0,0 1 1,0-1-1,-1 0 0,0 1 0,0-1 0,0 1 0,0 0 0,-1 0 0,1 0 0,-1 0 0,1 1 0,-1-1 1,0 1-1,0 0 0,0 0 0,-1 1 0,1-1 0,-3 0-48,-18-7 76,-1 2 1,0 0-1,-6 1-76,26 5-3,-2 0-72,1-1 0,-1 0 0,0-1-1,0 1 1,1-1 0,0-1 75,6 4-78,0 0 1,0-1-1,1 1 0,-1-1 1,1 1-1,-1-1 0,0 1 1,1-1-1,-1 1 0,1-1 1,-1 1-1,1-1 0,-1 0 1,1 1-1,0-1 0,-1 0 1,1 0-1,0 1 0,0-1 0,-1 0 1,1 1-1,0-1 0,0 0 1,0 0-1,0 0 78,0 0-258,1-1 1,-1 1-1,1-1 0,0 1 1,0 0-1,0-1 1,-1 1-1,1 0 0,0-1 1,1 1-1,-1 0 0,0 0 1,0 0-1,0 0 0,1 0 1,-1 0-1,0 1 0,1-1 258,33-17-7453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30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13587,'0'0'5169,"0"0"-3465,0 0-759,0 0-385,0 0 120,14 141-144,0-64-104,0-4 40,0-1-216,2-9-248,-2-15 8,-3-13-16,-2-8-264,-4-17-464,-2-10-528,0-5-601,-3-17-2648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31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15835,'0'0'2825,"0"0"-1745,0 0-232,0 0-648,181-35-88,-103 25-112,-1 5 0,15-3-936,-19 3-4033,-20 0-6409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3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 10442,'0'0'2130,"0"0"-652,0 0-110,-30 10-447,-95 36-186,117-43-630,1 1 0,-1-1 0,1 2 1,0-1-1,0 1 0,1 0 0,-1 1 0,1-1 0,0 1 0,1 0 0,-1 1 0,1-1 0,1 1 0,-1 0 0,1 1 0,0-1 0,1 1 0,0-1 0,0 1 0,0 0 0,1 0 0,0 1 0,1-1 0,0 0 1,0 0-1,1 9-105,0-16 6,0 0 1,0 1-1,0-1 1,0 0 0,1 1-1,-1-1 1,0 0 0,1 1-1,-1-1 1,1 0-1,0 0 1,-1 1 0,1-1-1,0 0 1,0 0 0,-1 0-1,1 0 1,0 0-1,0 0 1,0 0 0,0 0-1,1 0 1,-1-1 0,0 1-1,0 0 1,1 0-7,2 0-6,0 0 1,0 1 0,0-1-1,1 0 1,-1-1-1,0 1 1,0-1 0,1 0-1,1 0 6,7-1-231,-1 0-1,0-1 0,0 0 0,0-1 0,0-1 1,4-1 231,-9 2-145,1-1 1,-2 0 0,1 0 0,0 0 0,-1-1-1,0 0 1,0 0 0,0 0 0,0-1-1,-1 0 1,0 0 0,0 0 0,-1-1 0,0 0-1,0 0 1,0 0 0,1-6 144,0 1 262,-2 0 1,1 0-1,-1-1 0,0-7-262,2-54 5426,-1 178-3682,17 90-1744,-16-150-522,0 18-2682,-4-29-1711,2-13-12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32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11899,'0'0'2608,"0"0"-558,0 0 208,0 0-779,0 0-761,0 0-129,31 0 343,107-3 1187,82-14-2119,12-20 436,53-6-2909,-271 42-603,-11 2-1008,-2-1-2929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33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73 5417,'0'0'5347,"0"0"-2776,-24 6-649,-14 0-1130,15-2-182,0 0-1,0 2 0,1 0 1,-18 9-610,29-11 215,1 1 1,0 0 0,0 1 0,0 0 0,1 1 0,-1 1-216,7-7 56,2 1 0,-1-1 0,0 0 0,0 1 0,0 0 0,0-1 0,1 1 0,-1 0 0,1 0 0,0 0 0,-1 0 0,1 0 0,0 0 0,0 0 0,0 0 0,0 0 0,1 0 0,-1 1 0,0-1 0,1 0 0,0 1 0,0-1 0,-1 0 0,1 1 0,1-1 0,-1 0 0,0 1 0,0-1 0,1 0 0,0 1 0,-1-1 0,1 0 0,0 1-56,0-2 21,0 0 0,1 1 1,-1-1-1,0 0 0,1 0 0,-1 0 0,1 0 0,-1 0 1,1 0-1,-1-1 0,1 1 0,0 0 0,-1-1 1,1 0-1,0 1 0,-1-1 0,1 0 0,1 1-21,37 0 150,-27-2-81,12 1-7,8 1-26,0-2 0,11-3-36,-35 3 12,1-1-1,-1 0 1,0 0-1,1-1 1,-1-1-1,0 1 1,-1-1-1,1-1 1,-1 1-1,2-3-11,-7 6 22,-1-1 0,1 0-1,-1 0 1,0-1-1,1 1 1,-1 0-1,0-1 1,0 1 0,-1-1-1,1 0 1,-1 1-1,1-1 1,-1 0-1,0 0 1,0 0 0,0 0-1,0 0 1,0 0-1,-1-1 1,0 1-1,1 0 1,-1 0-1,0 0 1,-1 0 0,1-1-1,0 1 1,-1 0-1,0 0 1,0 0-1,0 0 1,0 0 0,0 0-1,0 0 1,-1 0-1,0 1 1,1-1-1,-2 0-21,-7-12-23,-1 1 0,0 0 0,-1 1-1,0 0 1,-13-9 23,21 16-3497,4 5-1540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33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111 0 13003</inkml:trace>
  <inkml:trace contextRef="#ctx0" brushRef="#br0" timeOffset="1">111 0 13003,'-46'150'1539,"11"-72"-273,31-71-1112,0-1 1,1 1 0,0 0 0,0 0 0,1 0 0,0 1-1,0-1 1,0 6-155,0-3 165,1 0 1,0 0-1,1 1 0,0-1 0,0 0 0,1 0 0,2 10-165,-2-17 41,0 0 0,0 0-1,0-1 1,0 1 0,0 0-1,1-1 1,-1 1 0,1-1-1,0 0 1,-1 1 0,1-1-1,0 0 1,0 0 0,1 0-1,-1 0 1,0-1 0,1 1 0,-1-1-1,1 1 1,-1-1 0,1 0-1,0 0 1,0 0 0,-1 0-1,1 0 1,0-1 0,0 1-1,0-1 1,0 0 0,0 0-41,10 0 165,0 0 0,0-1 0,0-1 0,0 0 0,0-1 0,-1 0 0,1-1 0,-1-1 0,0 0 0,0 0 0,9-6-165,-12 6 92,0-1 0,0 0 0,0 0 0,-1-1 0,1 0 0,-2 0 0,1-1 0,-1 0 0,0 0 0,-1-1 0,0 0 0,0 0 0,-1 0 0,2-7-92,-5 12 74,-1 0-1,1-1 0,-1 1 1,0 0-1,0-1 1,-1 0-1,0 1 0,1-1 1,-2 1-1,1-1 1,0 1-1,-1-1 0,0 1 1,0-1-1,0 1 1,0 0-1,-1-1 0,0 1 1,0 0-1,0 0 1,0 0-1,-1 0 0,0 1 1,0-1-74,-8-8-3,0 0 1,-1 2 0,-1-1-1,0 2 1,0 0 0,-2-1 2,-16-11-414,31 21 360,-1 0-1,1 0 1,0 0 0,-1 0 0,1 0 0,0 0-1,-1 0 1,1 0 0,0 0 0,-1 0-1,1-1 1,0 1 0,0 0 0,-1 0 0,1 0-1,0 0 1,0-1 0,-1 1 0,1 0 0,0 0-1,0-1 1,0 1 0,-1 0 0,1 0-1,0-1 1,0 1 0,0 0 0,0 0 0,0-1-1,0 1 1,-1 0 0,1-1 0,0 1 0,0 0-1,0-1 1,0 1 0,0 0 0,0 0 0,0-1-1,0 1 1,0 0 0,0-1 0,1 1-1,-1 0 1,0-1 0,0 1 0,0 0 0,0 0-1,0-1 1,0 1 0,1 0 0,-1 0 0,0-1-1,0 1 1,0 0 0,1 0 0,-1-1 0,0 1-1,0 0 1,1 0 0,-1 0 0,0 0-1,0-1 1,1 1 0,-1 0 0,0 0 0,1 0-1,-1 0 55,24-3-5993,13 3-6131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33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3577,'0'0'11354,"0"0"-9265,0 0-1193,0 0 152,0 0-760,148 0-192,-95 0-96,2 0-944,-16 0-1529,-14 5-2664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34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8362,'0'0'4945,"0"0"-3817,0 0 760,0 0-495,0 0-1009,172-30-288,-110 25-96,-15 0-48,0 5-800,-16 0-1561,-9 0-3456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39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5 8362,'0'0'3429,"0"0"-1922,0 0-453,0 0-136,0 0-254,21-1-241,66-2-88,-85 2-297,-1 1 0,0 0 0,1 0 0,-1 0-1,0 0 1,0 1 0,1-1 0,-1 0 0,0 0 0,0 1 0,1-1 0,-1 1 0,0-1 0,0 1 0,0-1 0,0 1 0,0 0 0,0 0 0,0-1 0,0 1 0,0 0 0,0 0 0,0 0 0,0 0 0,-1 0 0,1 0 0,0 0 0,-1 0 0,1 1 0,-1-1 0,1 0 0,-1 0 0,1 0 0,-1 1 0,0-1 0,0 0 0,0 0 0,1 1 0,-1-1 0,-1 0 0,1 1 0,0-1 0,0 0 0,0 0 0,-1 1-38,0 3 224,0 0-1,-1 0 1,1 1-1,-1-1 1,-1 0-1,1-1 1,-1 1 0,0 0-224,-21 26 583,-2-1 1,-1-2 0,-9 7-584,-40 43 332,61-63-173,10-11-17,1 1 0,-1-1 0,1 1 0,0-1 0,0 1 0,1 0 0,-1 1 0,1-1 0,0 1 0,1-1 0,-1 1 0,1 0 0,0 0 0,0 2-142,21-8 1057,-5-1-839,1-1 0,0 0 0,-1-1 0,1-1 0,-1 0 0,5-3-218,-5 1 12,0 2-1,1 0 1,0 0-1,-1 2 0,1 0 1,6 0-12,-20 2-31,-1 0 27,0 0-7,0 0-18,32-8-1705,15-3 365,21-6-4259,-40 5-113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39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7330,'0'0'5996,"0"0"-3164,0 0-499,0 0-742,0 0-903,0 0-45,-3 12 323,-11 26-59,-2-1-1,-9 15-906,3-7 308,22-44-297,0 0-1,0-1 1,0 1 0,0-1 0,-1 1 0,1 0-1,0-1 1,0 1 0,0 0 0,0-1-1,0 1 1,1 0 0,-1-1 0,0 1 0,0 0-1,0-1 1,0 1 0,1-1 0,-1 1-1,0 0 1,1-1 0,-1 1 0,0-1 0,1 1-1,-1-1 1,1 1 0,-1-1 0,1 1-1,-1-1 1,1 0 0,-1 1 0,1-1 0,-1 0-1,1 1 1,0-1 0,-1 0 0,1 0-1,0 1 1,-1-1 0,1 0 0,-1 0 0,1 0-1,0 0 1,-1 0 0,1 0 0,0 0-1,-1 0 1,1 0 0,0 0 0,-1 0 0,1-1-11,50 0-156,-37 0 135,58-7-656,28-1-2101,-89 5 193,-13-5-3131,-2 0-1456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4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15195,'148'-59'3993,"-147"58"-3825,0 1 0,0-1 0,0 1 0,0-1 0,0 1 0,0-1 0,0 1 0,0 0 0,0-1 0,0 1 0,0 0 0,0 0 0,0 0 0,1 0 1,-1 0-1,0 0 0,0 0 0,0 0 0,0 0 0,0 0 0,0 1 0,0-1 0,0 1 0,0-1 0,0 0 0,0 1 0,0 0 0,0-1 0,0 1 0,0-1 0,0 1 0,-1 0 0,1 0 0,0 0-168,0 1-73,0 1-1,0-1 1,0 1-1,-1 0 1,1-1-1,-1 1 1,0 0-1,0 0 1,0-1-1,0 2 74,1 8 546,10 63 161,-4 1 1,-3 1-1,-4 39-707,0-100-34,0-15-19,0 1 0,0-1-1,-1 0 1,1 0-1,0 1 1,0-1-1,0 0 1,1 1 0,-1-1-1,0 0 1,0 0-1,1 1 1,-1-1-1,0 0 1,1 0 0,0 0-1,-1 1 1,1-1-1,0 0 1,-1 0-1,1 0 1,0 0 0,0 0-1,0 0 1,0 0-1,0-1 1,0 1-1,0 0 1,0 0-1,0-1 1,0 1 0,0-1-1,1 1 1,-1-1-1,0 1 1,0-1-1,1 0 1,-1 0 0,0 0-1,1 1 1,-1-1-1,0 0 1,0 0-1,1-1 1,-1 1 0,0 0-1,1 0 1,-1-1 53,32 5-2491,-32-3 2042,0 0 1,1 0 0,-1 1-1,0-1 1,0 0 0,0 0-1,0 0 1,-1 1 0,1-1-1,0 0 1,0 1 0,-1-1 0,1 1-1,-1-1 1,1 1 0,-1-1-1,0 1 1,1 0 448,0 10-7386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40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 9354,'0'0'2334,"0"0"149,0 0 823,0 0-1450,0 0-886,0 0-203,11 0 138,95-1 1006,1-5-1,73-14-1910,-113 8 74,22-5-267,2 4 1,-1 5-1,3 3 193,-92 5-377,0-1 116,-1 1 0,1 0 0,-1 0 0,1 0 0,-1 1 0,1-1 0,-1 0 0,1 0 0,-1 0 1,1 0-1,-1 0 0,1 1 0,-1-1 0,1 0 0,-1 0 0,1 1 0,-1-1 0,0 0 0,1 1 0,-1-1 1,0 0-1,1 1 0,-1-1 0,0 0 0,1 1 0,-1-1 0,0 1 0,0-1 0,1 1 0,-1-1 1,0 1-1,0-1 0,0 1 0,0-1 0,0 1 0,0-1 261,1 15-8008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40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212 109 1144,'0'0'10341,"0"0"-6840,0 0-1689,0 0-87,-24 9-797,-74 33-361,92-40-466,0 1 1,1 0 0,0 0 0,0 1 0,0-1 0,0 1-1,0 1 1,1-1 0,-1 0 0,1 1 0,0 0 0,1 0-1,-1 0 1,1 1 0,0-1 0,0 3-102,-4 4 339,6-12-313,1 1 0,-1 0 0,1-1-1,-1 1 1,1 0 0,-1-1 0,1 1 0,-1 0-1,1-1 1,-1 1 0,1 0 0,0 0 0,0-1 0,-1 1-1,1 0 1,0 0 0,0 0 0,0-1 0,0 1 0,0 0-1,0 0 1,0 0 0,0 0 0,0-1 0,0 1 0,1 0-1,-1 0 1,0 0 0,0-1 0,1 1 0,-1 0 0,0 0-1,1-1 1,-1 1 0,1 0 0,-1-1 0,1 1 0,0 0-1,-1-1 1,1 1 0,-1-1 0,1 1 0,0-1 0,0 1-1,-1-1 1,1 0 0,0 1 0,0-1 0,0 0-26,5 1 94,1 0 1,-1-1-1,1 1 0,-1-1 1,1-1-1,2 0-94,8 0 42,-2 1-34,0-2-1,-1 1 1,1-2 0,-1 0 0,1 0-1,-1-1 1,0-1 0,0-1 0,-1 0-1,0 0 1,0-2 0,0 1 0,-1-2-1,0 0 1,0 0 0,6-7-8,-16 13 10,1 0 0,-1 1 0,0-1 0,1 0 0,-1 0 0,-1-1 0,1 1 0,0 0 0,-1-1 0,1 1 0,-1-1 0,0 1 0,-1-1 1,1 1-1,0-1 0,-1 0 0,0 1 0,0-1 0,0 0 0,0 1 0,-1-1 0,1 0 0,-1 1 0,0-1 0,0 1 0,0-1 0,-1 1 0,1-1 0,-1 1 0,0 0 0,0 0 1,0 0-1,-1-1-10,-2-2 15,0 0 0,-1 1 0,1 0 0,-1 0 1,-1 1-1,1 0 0,0 0 0,-1 0 1,0 1-1,0 0 0,0 0 0,0 0 0,-1 1 1,1 1-1,-5-2-15,9 3-47,-8-2-16,-1 0 0,1 1-1,0 1 1,-1 0 0,-8 1 63,18-1-200,-1 1-1,0-1 1,1 1 0,-1 0 0,1 0-1,-1 0 1,1 0 0,0 0 0,-1 0 0,1 1-1,0-1 1,0 1 0,0-1 0,0 1-1,0 0 1,0 0 0,0 0 0,1 0-1,-1 0 1,1 0 0,-1 1 0,1-1-1,0 0 1,0 1 0,0-1 0,0 2 200,-3 19-5556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41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114 178 10538,'0'0'1474,"0"0"-82,0 0 83,0 0-185,-17 25-125,-51 77-34,64-95-912,-1 1 0,1-1-1,1 1 1,-1 0 0,2 0-1,-3 7-218,4-11 160,1 0-1,0 0 0,0 0 1,0 0-1,0 0 0,0 0 1,1-1-1,0 1 0,0 2-159,0-5 33,0 1 0,-1-1 0,1 0-1,0 0 1,0 1 0,0-1 0,0 0-1,0 0 1,1 0 0,-1 0 0,0 0-1,0-1 1,1 1 0,-1 0 0,1 0-1,-1-1 1,0 1 0,1-1 0,-1 0 0,1 1-1,-1-1 1,1 0 0,-1 0 0,1 0-1,1 0-32,48 1 191,-38-2-105,4 1-53,-1-1-1,1-1 1,-1 0-1,0-1 1,0-1-1,0 0 1,0-1-1,0-1 0,-1-1 1,13-7-33,-20 10 9,-1-1 1,0 0-1,0 0 0,-1 0 0,1-1 1,-1 0-1,0-1 0,-1 1 1,1-1-1,-1 0 0,-1 0 1,1-1-1,-1 1 0,-1-1 1,1 0-1,-1 0 0,-1 0 1,1-1-1,-1 1 0,-1 0 1,0-1-1,0 0-9,0-1 35,0 0 1,-1 0-1,0 0 0,-1 0 1,0-1-1,-1 1 0,0 0 1,-1 0-36,1 5 21,0 0 0,0 0 0,-1 0 1,1 1-1,-1 0 0,0-1 0,-1 1 1,1 0-1,-1 0 0,0 1 0,0-1 1,0 1-1,0 0 0,0 0 0,-1 0 1,-1 0-22,-19-10-10,20 11-65,-1 0 1,1-1-1,0 0 0,0 0 0,0-1 0,0 1 0,1-1 1,-1 0 74,5 4-94,0-1 0,0 1 0,0-1 0,0 0 0,0 1 0,0-1 1,0 1-1,0-1 0,0 1 0,0-1 0,0 1 0,0-1 1,1 1-1,-1 0 0,0-1 0,0 1 0,0-1 0,1 1 0,-1-1 1,0 1-1,1-1 0,-1 1 0,0 0 0,1-1 0,-1 1 0,0 0 1,1-1-1,-1 1 0,1 0 0,-1 0 0,1-1 0,-1 1 1,1 0-1,-1 0 0,1 0 0,-1 0 0,1 0 0,-1-1 0,1 1 1,-1 0-1,1 0 0,-1 0 0,1 0 94,28-3-5541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41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6977,'0'0'5682,"0"0"-3754,0 0 97,0 0 127,0 0-1096,0 0-448,0 0 321,105 0-121,-46 0-520,2-10-72,-8 3-216,-11 2-96,-14 5-504,-12 0-625,-16 0-1615,0 0-1825,0 7-2969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4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11963,'0'0'2272,"0"0"-95,0 0 943,0 0-1215,0 0-1161,0 0-352,0 0-264,164-37-128,-116 29-192,13-2-984,-11 0-2537,-11 2-3961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42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62 11322,'0'0'2850,"0"0"-224,0 0-75,0 0-1060,0 0-909,0 0-241,30-9-97,95-30-96,-117 37-146,-1-1 0,1 1 0,-1 0 0,1 1 0,0-1-1,0 2 1,0-1 0,0 1 0,-1 0 0,1 1 0,0 0 0,0 0-1,4 1-1,-11-1-2,1 0-1,-1-1 1,0 1-1,0-1 0,0 1 1,-1 0-1,1 0 1,0 0-1,0 0 0,0-1 1,-1 1-1,1 0 1,0 0-1,-1 0 0,1 1 1,-1-1-1,1 0 1,-1 0-1,1 0 0,-1 0 1,0 0-1,0 0 1,0 1-1,1-1 0,-1 0 1,0 0-1,0 0 1,-1 1-1,1-1 0,0 0 1,0 0-1,-1 0 0,1 0 1,0 1-1,-1-1 1,1 0-1,-1 0 3,-1 4 1,1-1 1,-1 1-1,0-1 1,-1 0-1,1 0 0,-1 0 1,0 0-1,0 0 0,-1 0-1,-16 12 42,0-1 0,-1-1 0,-1 0 0,0-2 0,-1-1 0,-4 0-42,36-12 21,-1 1-1,1-1 0,0 1 0,0 1 1,-1 0-1,1 0 0,-1 0 0,1 1 0,-1 1 1,1-1-1,-1 1 0,3 2-20,-3-2-10,0 1 0,0 0 0,0 0 0,0 1 0,-1 0 0,0 1 0,2 1 10,-6-4-7,0-1 0,-1 1-1,1 0 1,-1 0 0,0 0 0,0 0 0,0 0-1,0 0 1,0 1 0,-1-1 0,1 1 0,-1-1-1,0 1 1,0 0 0,-1-1 0,1 4 7,0-3 5,-1 1 0,-1-1 0,1 1 0,-1 0 0,1-1 0,-1 1 0,-1-1 1,1 0-1,-1 1 0,1-1 0,-1 0 0,0 0 0,-1 0 0,1 0 0,-1 0 0,-1 1-5,-2 1 104,0 1 1,0-1-1,-1-1 0,0 1 0,0-1 0,0 0 0,-1-1 0,-5 3-104,-11 4 271,-2-2 0,0 0 0,0-1-1,0-2 1,-10 1-271,24-5-24,-1 0-1,0-1 0,1 0 1,-1-1-1,0 0 1,0-1-1,1-1 0,-1 0 1,1-1-1,-1 0 1,-1-1 24,9 2-480,0 1 1,0 0-1,0 1 1,0-1-1,0 1 1,1 0-1,-1 0 1,0 0-1,0 1 1,0-1-1,0 1 1,0 0-1,-3 2 480,-9 10-5598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6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1640,'0'0'5996,"0"0"-3569,0 0-829,0 0 99,0 0-145,0 0 418,-3 8 26,2-8-1946,1 1 1,-1 0-1,0-1 1,1 1-1,-1 0 0,1 0 1,0-1-1,-1 1 1,1 0-1,0 0 0,-1 0 1,1 0-1,0 0 1,0-1-1,0 1 0,0 0 1,0 0-1,0 0 1,0 0-1,0 0 0,0 0 1,0 0-1,0-1 0,0 1 1,1 0-1,-1 0 1,0 0-1,1 0 0,-1-1 1,1 1-1,-1 0 1,1 0-1,-1-1 0,1 1 1,-1 0-1,1-1 1,0 1-1,-1-1 0,1 1 1,0 0-1,0-1 1,0 0-51,5 2 197,0-1 1,0 0 0,0-1 0,1 1 0,-1-2 0,0 1 0,1 0-198,19-1 11,93-1 740,-59 0-1956,-1 1-5943,-58 1 1427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7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10058,'0'0'2281,"0"0"-752,0 0-363,0 0-535,0 0-186,0 0 327,-13 26 306,-42 89-23,46-91-727,1 0-1,2 1 1,0-1 0,1 2 0,2-1 0,0 0 0,2 1-1,0-1 1,4 22-328,-2 10 313,-2-51-275,1 1-1,0-1 0,1 1 1,-1-1-1,1 1 1,0-1-1,1 0 1,0 1-1,0-1 1,0 0-1,1 0 1,0 0-1,0 0 0,0-1 1,1 1-1,-1-1 1,1 0-1,1 0 1,-1 0-1,1-1 1,0 1-1,0-1 0,0 0 1,0 0-1,1-1 1,0 0-1,0 0 1,0 0-1,0-1 1,0 0-1,0 0 1,0 0-1,1-1 0,-1 0 1,1 0-1,5 0-37,5 0 26,0 1 0,1-2 0,-1 0 1,0-2-1,0 1 0,0-2 0,0 0 0,13-5-26,-23 5-311,1 0 0,0-1 1,-1 1-1,0-2 1,0 1-1,0-1 1,-1 0-1,5-4 311,-6 4-747,0-1 1,0 1-1,0-1 1,-1-1-1,0 1 1,0 0-1,-1-1 0,0 0 1,0 0-1,1-3 747,0-13-5018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7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9218,'0'0'3225,"0"0"-985,0 0-560,0 0-151,0 0-441,0 0-216,0 0 40,84 0-495,-40-12-417,34-13-665,-11-1-4008,-6 4-6409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7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 9778,'0'0'3462,"0"0"-1793,0 0 20,-16 21-112,-3 2-1166,5-5-142,0 1 1,1 0-1,1 0 1,0 1-1,2 1 1,-2 5-270,4-3 281,0 1 0,1 1 0,2-1 0,0 1 0,2 0 0,1 0 0,0 0 0,2 7-281,0-28 15,0 0-1,0 0 0,1 1 0,0-1 0,-1 0 0,1 0 1,0 1-1,1-1 0,-1 0 0,1 0 0,0 0 0,0-1 1,0 1-1,1 0 0,-1-1 0,1 1 0,0-1 0,2 2-14,-1-1-1,1 0 1,0-1-1,0 0 0,0 0 0,1-1 0,-1 1 0,1-1 0,-1 0 0,1 0 0,0-1 0,0 0 1,3 0 0,7 1-418,0-1 0,1-1 0,-1-1-1,1-1 1,-1 0 0,0-1 0,0 0 0,0-1 0,5-3 418,35-18-5101,-7-4-3986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8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43 928,'0'0'10298,"0"0"-7481,0 0-304,0 0-529,167 85-744,-131-40-664,-5 2-296,-6-4-136,0-8-32,0-5-64,-3-7 8,3-8-56,-5-8 0,-6-7-568,-6 0-1392,-8-7-2665</inkml:trace>
  <inkml:trace contextRef="#ctx0" brushRef="#br0" timeOffset="1">326 0 10362,'0'0'2369,"0"0"-1129,0 0-272,0 0 328,0 0 273,-112 173-201,76-106-56,3-1-191,2-11-377,9-10-480,11-10-168,5-15-88,6-10-8,0-10-648,14-15-1145,17-18-2408,-3-4-7465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8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10506,'0'0'2602,"0"0"-432,0 0-400,0 0-478,0 0-324,0 0-94,22-3-52,69-10-95,-88 12-638,1 0-1,0 1 0,-1 0 1,1 0-1,-1 0 0,1 0 1,0 0-1,-1 1 0,1 0 1,-1 0-1,1 0 1,-1 0-1,1 0 0,-1 1 1,0-1-1,0 1 0,2 1-88,-3-1 39,0 0 1,0 0-1,0 0 0,0 0 0,-1 0 0,1 1 0,-1-1 0,1 1 0,-1-1 0,0 1 1,0-1-1,0 1 0,0 0 0,0 0 0,-1 0 0,1-1 0,-1 1-39,1 4 20,-1 0 0,0 0-1,-1-1 1,1 1-1,-1 0 1,0-1 0,-1 1-1,0 0 1,0-1 0,0 0-1,-1 0 1,0 1 0,0-2-1,-2 4-19,-32 28 85,31-32-11,1-1 0,-1 1 0,1 0-1,1 1 1,-1-1 0,1 1 0,0 0 0,0 0 0,-2 4-74,8-9 11,0 0 0,0 0 0,0 0 0,1 0 0,-1-1 0,0 1 1,0-1-1,1 1 0,-1-1 0,0 0 0,0 0 0,1 0 0,-1 0 0,0 0 1,3-1-12,-1 1 21,16 0 0,-8 1-402,0-1 1,0 0-1,1-1 0,-1 0 1,0-1-1,0-1 0,0 0 1,0 0-1,5-3 381,12-9-4702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8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7786,'0'0'5769,"0"0"-3169,0 0-1686,0 0 38,18 22 170,4 3-769,5 5 231,-3 1 1,0 0 0,10 21-585,-19-22 227,0 0-1,-3 1 1,0 0 0,-2 1-1,-1 0 1,-2 0 0,-1 1 0,-1 0-1,-2 0 1,-2 1 0,-1-1-1,-1 0 1,-4 19-227,3-43-17,0 1 0,-1-1 0,0 0 0,0-1 0,-1 1 0,0-1 0,0 1 0,-1-1 0,0-1 0,-1 1 0,1-1 0,-2 1 0,1-2 0,-1 1 0,-3 1 17,40-36-6094,-2 5 1249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9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10426,'0'0'3897,"0"0"-2833,0 0 313,0 0-121,0 0-64,0 0-472,150 27-336,-105-27-232,-9 0-152,-8 0-320,-3 0-928,-6 0-1361,-8 0-2624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38:29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8914,'0'0'1520,"0"0"-776,0 0 1193,0 0-297,0 0-448,0 0-487,161 40 71,-122-40-328,-8 0-352,0 0-96,-9 0-1496,-8 0-5370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54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1112,'0'0'864,"0"0"-576,220 135 233,-117-85 127,-14-12-648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55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10306,'0'0'3257,"0"0"-1193,0 0-71,0 0-561,0 0-704,0 0-208,0 0-184,0-2 105,0 2-225,0 0-120,0 0-96,0 20-745,0 0-3568,0 2-8937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58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13339,'0'0'2728,"0"0"-739,0 0-616,0 0-715,0 0 91,24 28 241,0 0-750,20 23 329,-3 2 0,21 37-569,57 121 883,-47-79-614,-68-126-248,21 31 34,-24-36-51,0 0 1,0 0-1,0-1 1,-1 1-1,1 0 1,0 0-1,0-1 1,0 1-1,0-1 1,0 1-1,0-1 1,0 1-1,0-1 1,0 0-1,1 1 1,-1-1-1,0 0 1,0 0 0,0 0-1,0 0 1,0 0-1,1 0 1,-1 0-1,0 0 1,0 0-1,0 0 1,0-1-1,0 1 1,0-1-1,1 1 1,-1-1-1,0 1 1,0-1-1,0 0-4,6-6 57,0-1-1,-1 0 0,0 0 1,0-1-1,-1 0 0,0 0 1,-1 0-1,0 0 0,0-1 1,-1 0-1,2-8-56,-1 8 40,9-34 286,-2 0 1,-1-1-1,-3 0 0,1-31-326,-1-184-1319,4 272-3649,0 5-788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59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12411,'0'0'3356,"0"0"-2023,-7 25 492,-53 166 999,44-146-2477,2 1 0,2 0 1,2 1-1,2 0 1,2 0-1,0 32-347,6-78 129,0-20 146,-2-62-249,-1 31-77,3 0-1,2 0 1,3-2 51,-4 40-7,1-1 1,0 1 0,1-1-1,1 1 1,0 0 0,1 0-1,0 0 1,0 1 0,2 0-1,-1 0 1,1 0-1,1 1 1,0 0 0,1 0 6,-6 6 0,1 1 1,0 0-1,-1-1 0,1 2 1,0-1-1,0 0 1,1 1-1,-1 0 0,0 0 1,1 0-1,0 1 1,-1-1-1,1 1 0,0 0 1,-1 0-1,1 1 1,0-1-1,0 1 0,0 0 0,2 1 10,-1 0 0,1 1-1,0 0 1,-1 0-1,1 0 1,-1 1-1,1 0 1,-1 0-1,0 0 1,-1 1 0,1 0-1,2 2-9,5 5 31,-1 0-1,0 1 0,-1 0 1,-1 1-1,0 0 1,-1 0-1,0 1 1,-1 1-1,0-1 1,4 15-31,-6-7-12,0 1 1,-2 0-1,-1 1 0,-1-1 1,-1 0-1,-2 24 12,1-29-154,0-17 67,0 0 1,0 1 0,0-1 0,0 0 0,0 1 0,0-1 0,0 1 0,-1-1 0,1 0 0,0 1 0,-1-1 0,0 0 0,1 0-1,-1 1 1,0-1 0,1 0 0,-1 0 0,0 0 0,0 0 0,0 0 0,0 0 0,0 0 0,0 0 0,0 0 0,0-1 0,-1 1 0,1 0-1,0-1 1,0 1 0,-1 0 0,1-1 0,0 0 0,-1 1 0,1-1 0,0 0 0,-1 0 0,1 0 0,-1 0 86,0 0-330,1 0 1,-1 0 0,1-1 0,-1 1-1,1-1 1,-1 1 0,1-1 0,0 0-1,-1 0 1,1 1 0,0-1 0,-1 0-1,1 0 1,0 0 0,0-1 0,0 1-1,0 0 1,0 0 0,0 0 0,0-1-1,1 1 1,-1 0 0,0-1 329,-10-23-9082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5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0 183 12699,'0'0'4793,"0"0"-2377,0 0-391,0 0-1105,0 0-368,0 0-472,0 0-64,200-83-16,-119 43-944,-20 8-2873,-13 4-3096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2:59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1 169 9602,'0'0'3601,"0"0"-1697,0 0 342,22 26-555,152 184 1204,-158-191-2594,-2 0-1,0 0 1,1 5-301,-94-122 395,71 86-366,1-1 0,0 0 0,1-1 0,1 0 0,0 1 0,1-1 0,0-1 0,1 1 0,-1-14-29,4 21 22,0-1-1,0 1 1,0 0-1,1 0 1,0 0-1,0 0 1,1 0-1,0 0 1,0 0-1,0 1 1,1-1-1,0 1 1,1-1-1,-1 1 1,1 0 0,0 1-1,1-1 1,-1 1-1,1-1 1,0 1-1,2 0-21,5-6-2,1 1 0,0 1 0,0 0 0,1 0 0,0 2 0,1-1 0,0 2 0,0 0 0,0 1 0,1 1 0,0 0 0,0 1 0,0 0 0,15 1 2,-29 2-3,0 0 0,0 0 0,0 0 0,0 0 0,0 1 0,0-1 0,0 1-1,1-1 1,-2 1 0,1 0 0,0 0 0,0 0 0,0 0 0,0 0 0,0 0 0,-1 0 0,1 1 0,-1-1 0,1 0-1,-1 1 1,1 0 0,-1-1 0,0 1 0,1 1 3,0 2-3,0-1 1,0 1-1,-1-1 1,0 1-1,0 0 0,0 0 1,-1-1-1,1 1 0,-1 0 1,0 0-1,-1 1 3,0 7-1,0 0 1,-1 0 0,-1 0-1,-1 0 1,1-1-1,-2 1 1,0-1-1,-3 6 1,-16 16 52,-1-2-1,-1 0 1,-2-2-1,0 0 1,-3-2-1,0-2 0,-19 12-50,50-38 16,0 0 0,-1 0-1,1 0 1,0 1 0,-1-1 0,1 0 0,0 0 0,0 1 0,-1-1 0,1 0 0,0 0 0,-1 1 0,1-1 0,0 0 0,0 1 0,0-1 0,0 0 0,-1 1 0,1-1 0,0 0 0,0 1 0,0-1 0,0 0 0,0 1 0,0-1 0,0 1 0,0-1 0,0 0 0,0 1 0,0-1 0,0 0 0,0 1 0,0-1 0,0 1 0,0-1 0,0 0 0,1 1 0,-1-1 0,0 0 0,0 1 0,0-1 0,1 0 0,-1 1 0,0-1 0,0 0 0,1 0 0,-1 1-16,24 9 385,32 0 118,15-5-198,-1-4 0,2-2-306,14 0-1159,-85 1 984,0 0 0,0 0-1,0 0 1,0 0 0,0-1-1,0 1 1,0 0 0,0 0-1,0-1 1,0 1 0,0 0-1,0-1 1,0 1 0,0-1-1,0 0 1,0 1-1,0-1 1,0 1 0,-1-1-1,1 0 1,0 0 0,0 0-1,-1 1 1,1-1 0,-1 0-1,1 0 1,-1 0 0,1 0-1,-1 0 1,1 0 0,-1-1 175,6-12-6423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2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11827,'0'0'3056,"0"0"-1439,0 0 47,0 0-360,-75 205-384,61-104 137,0 4-281,8-3-128,4-9-160,2-10-176,0-11-224,0-14-80,14-8-16,0-15-32,-1-10-160,12-12-1104,-2-8-1777,-4-5-2720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2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13571,'0'0'4257,"0"0"-3745,0 0 1600,0 0-487,190 135-729,-135-82-360,-2 0-368,-3-8-64,-3-3-8,-2-9-152,-6-6 56,-6-7-352,-10-7-640,-21-3-1089,-2-5-3064,-2-5-4161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2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1 14403,'0'0'3145,"0"0"-2281,0 0 216,0 0 224,-87 187-263,34-109-113,-8 0-232,-3-8-72,6-10-544,8-13 64,13-11-136,15-19-8,11-7-176,11-10-304,0 0-192,0-22-1008,19-9-4090,4-4-8289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3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12499,'0'0'4161,"0"0"-3217,0 0 640,70 138 120,-45-58-671,-8 10-161,-9 0-32,-8-4-168,0-9-256,-8-12-240,-12-7-88,1-13-80,-1-5-16,-5-7-56,3-6-552,2-2-704,4-5-2473,10-12-3384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3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13339,'0'0'2960,"0"0"-1983,0 0 463,0 0-360,0 0-544,200 17-128,-130-12-408,-15 0 0,-5 0-704,-19 3-2400,-20-6-4034</inkml:trace>
  <inkml:trace contextRef="#ctx0" brushRef="#br0" timeOffset="1">0 319 12107,'0'0'1688,"0"0"584,0 0 249,0 0-1081,142 2-752,-72-2-528,-1 0-112,-2 0-48,14 0-1712,-20 0-2977,-11 0-8858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4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4609,'0'0'7498,"0"0"-5402,0 0-360,0 0 73,0 0-561,0 0-624,195 0 8,-142 0-472,-3-5-64,-8 0-96,-9 2-304,-11 1-1064,-8 2-1113,-5 0-511,-7-3-4138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12659,'0'0'2479,"0"0"-539,0 0-546,-15 32-502,-1 1-683,4-9-26,1 1 0,0 0 0,2 0 0,1 1 1,1 0-1,1 1 0,1 5-183,-5 43 1602,2 22-1602,7-71 306,1 1-1,1-1 1,1 1 0,2-1-1,3 14-305,-4-30 41,0-1 1,1 0-1,0 0 0,0-1 1,1 1-1,0-1 0,0 0 0,1 0 1,0-1-1,0 0 0,1 0 1,0 0-1,0-1 0,1 0 0,0 0 1,0-1-1,0 0 0,0 0 1,1-1-1,0 0 0,5 1-41,-1 0-54,1-1 0,-1-1-1,1 0 1,0-1 0,0 0-1,0-1 1,0-1 0,0 0-1,0-1 1,0-1 0,0 0-1,-1 0 1,1-2 0,8-2 54,-14 2-320,0 0 0,0 0 0,-1-1 0,0 0 0,0 0 0,0-1 0,0 0 0,-1 0 1,0 0-1,0-1 0,-1 0 0,0 0 0,0 0 0,0-1 0,-1 0 0,0 0 0,-1 0 0,2-6 320,6-31-5074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10882,'0'0'5193,"0"0"-2608,0 0-329,0 0-1159,0 0-569,0 0-168,0 0-104,156-65-192,-117 55-64,30-8-888,-8 3-1401,1 0-4208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5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0 12083,'0'0'4168,"0"0"-2519,0 0-73,0 0-1168,0 0 552,-103 208-55,73-115-201,5-1-32,13-6-136,12-14-296,0-14-168,20-16-72,13-12 120,12-12-240,36-18-312,-12 0-1264,-5-25-4074</inkml:trace>
  <inkml:trace contextRef="#ctx0" brushRef="#br0" timeOffset="1">371 121 12171,'0'0'2824,"0"0"-1792,0 0 1905,178 105-1081,-117-43-567,-2 1-585,-9 2-296,-6-7-168,-5-6-240,-3-12 0,-5-7-32,-9-8-432,-5-13-1160,-12-12-2361,-5 0-672,0-12-5754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5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1 13291,'0'0'2856,"0"0"-1463,0 0-633,0 0 864,-55 158-263,18-88-313,-4 0-168,-4-5-336,1-10-184,5-10-352,5-10 40,12-12-48,8-8-384,3-5-864,11-10-1345,0 0-1680,0-3-4200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6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10578,'0'0'3469,"0"0"-1838,0 0-57,26-7-238,83-22-216,-101 27-999,-1 0 0,1 0 1,0 1-1,0 0 0,0 0 0,0 0 0,1 1 0,-1 1 0,0 0 1,0 0-1,0 0 0,2 1-121,-9-1 45,1 0 0,0 0 0,-1 0 0,1 0 0,-1 0 0,1 1 0,-1-1 1,0 0-1,1 1 0,-1-1 0,0 1 0,0-1 0,0 1 0,0-1 0,0 1 0,0 2-45,1 1 147,0 0 0,-1 0 0,0 0 0,0 1 0,-1-1 0,0 0 0,0 5-147,0-1 102,-1 0 1,0 0-1,-1 0 1,1 0-1,-2-1 1,0 1-1,0 0 1,0-1-1,-1 0 1,0 0-1,-1 0 1,1 0-1,-2-1 1,-1 3-103,-13 14 141,-2-1 1,-1-1 0,-13 10-142,-20 20 351,55-52-341,0 1 1,1 0-1,-1-1 1,0 1-1,1-1 1,-1 1-1,1 0 1,-1 0-1,1-1 1,-1 1-1,1 0 1,-1 0-1,1-1 1,0 1-1,-1 0 1,1 0-1,0 0 1,0 0-1,0 0 1,0-1-1,0 1 1,0 0-11,13 7 149,38-9 34,-35 0-99,38 2-70,-22 1-1108,-1-2 0,1-2 0,0 0 1,14-5 1093,-14-2-4893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6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13315,'0'0'3598,"0"0"-1642,0 0-675,24 18 160,-3-2-1133,-4-5-138,0 1 0,-1 1 0,-1 0 0,0 1 0,-1 1 0,0 1 0,-1 0 0,-1 0 0,3 7-170,-5-3 169,0 1 0,-1 1 0,-1 0 0,-1 0 0,-1 0 0,-1 1 0,-1 0 0,0 3-169,2 47 753,-4 68-753,-2-107 82,-3 12-28,-1 0 0,-3-1 0,-2 0 0,-1 0 0,-8 14-54,3-3-71,15-55 74,-5 24-1636,6-25 1438,0 0 1,0 0-1,0 0 0,0 0 1,-1 0-1,1 0 1,0 0-1,0 0 0,0-1 1,-1 1-1,1 0 1,0-1-1,0 1 1,0 0-1,-1-1 0,1 1 1,0-1-1,-1 1 1,1-1-1,-1 0 0,1 1 1,0-1-1,-1 1 1,1-1-1,-1 0 0,1 0 195,25-22-7074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12243,'0'0'4337,"0"0"-2993,0 0 152,0 0-120,0 0-215,0 0-409,175 7-416,-108-7-128,0 0-208,0 0-120,27 0-1432,-19 3-2825,-11-1-5465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11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11026,'0'0'3146,"0"0"-477,0 0-635,0 0-751,0 0-446,12-2-77,97-21 1006,-34 6-924,38-3-842,-89 18-794,0 0 0,1 2 0,-1 0 0,2 2 794,-25-2-249,0 0-1,0 0 1,1 0 0,-1 0-1,0 0 1,0 1-1,0-1 1,0 0 0,0 1-1,0-1 1,0 1 0,0-1-1,0 1 1,0-1-1,0 1 1,0 0 0,0 0-1,-1-1 1,1 1-1,0 0 1,0 0 0,-1 0-1,1 0 1,0 0 0,-1 0-1,1 0 1,-1 0-1,0 0 1,1 0 0,-1 0 249,1 14-8137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11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0 233 12259,'0'0'6161,"0"0"-3673,0 0-807,0 0-1089,0 0-456,0 0-8,173-73-120,-117 53 0,2 0-8,1-2-360,27-16-856,-14 8-2897,-10 0-3713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19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237 119 10642,'0'0'1977,"0"0"-209,0 0 950,0 0-265,0 0-469,0 0-1128,3-10-437,-1 5-397,0 1 1,1-1-1,0 1 0,0 0 1,0-1-1,0 2 1,1-1-1,0 0 0,0 1 1,0-1-1,0 1 0,0 0 1,0 0-1,1 1 1,0-1-1,-1 1 0,1 0 1,0 1-1,0-1 1,0 1-1,1-1-22,29-6 153,0 0 0,33-2-153,-34 6 71,-2-1-41,0 2 1,1 1 0,-1 2-1,9 2-30,-39-2-1,1 0 0,-1 1 0,0-1-1,0 1 1,1-1 0,-1 1 0,0 0 0,0 0-1,0 0 1,0 0 0,0 1 0,0-1-1,0 0 1,0 1 0,-1-1 0,1 1 0,0 0-1,-1 0 1,1-1 0,-1 1 0,0 0-1,0 0 1,0 0 0,0 1 0,0-1-1,0 0 1,0 0 0,-1 0 0,1 1 0,-1-1-1,1 2 2,0 1 2,-1 1-1,0-1 1,0 1-1,0-1 1,0 1-1,-1-1 1,0 0-1,0 1 1,-1-1-1,1 0 1,-1 0-1,0 1 1,-2 2-2,-5 6 17,0-2 1,-1 0 0,0 0-1,-1 0 1,-1-1 0,1-1-1,-1 0 1,-14 8-18,-26 16 159,-35 15-159,74-42 21,-112 59 179,121-63-140,4-3 8,4-1-24,62-14-69,-38 7-3,0 2-1,1 1 1,0 1 0,7 1 28,-23 2-7,0 1 1,0 1-1,0 0 1,0 1 0,0 0-1,0 1 1,0 1 0,-1 0-1,9 4 7,-15-6-2,-1 1-1,0 1 0,0-1 1,0 1-1,-1-1 1,1 1-1,-1 1 0,0-1 1,0 1-1,0-1 1,0 1-1,-1 0 0,0 1 1,0-1-1,-1 0 0,1 1 1,-1-1-1,0 1 1,-1 0-1,1 0 0,-1 0 1,0 3 2,1-2 15,-1 0 1,0 0-1,-1 0 0,1 0 1,-2 1-1,1-1 1,-1 0-1,0 0 0,0 0 1,0 0-1,-1 0 0,0-1 1,-1 1-1,0 0 1,0-1-1,0 1 0,-1-1 1,0 0-1,0 0 1,0-1-1,-1 1 0,0-1 1,0 0-1,0 0 1,0-1-1,-4 2-15,-9 8 99,-1-2-1,0-1 1,-1 0-1,0-1 1,-1-1-1,0-1 1,0-1 0,0-1-1,-1-1 1,-2 0-99,-25 1 48,0-1 1,0-3 0,0-1-1,-3-3-48,20-1-21,0 0 0,0-2-1,1-2 1,0 0-1,-13-7 22,44 14-17,-8-3-159,8 2 147,0 1 1,0-1-1,1 1 1,-1 0-1,0-1 1,0 1-1,0 0 0,1-1 1,-1 1-1,0 0 1,0 0-1,1-1 1,-1 1-1,0 0 1,0 0-1,1-1 0,-1 1 1,0 0-1,1 0 1,-1 0-1,0 0 1,1-1-1,-1 1 1,1 0-1,-1 0 0,0 0 1,1 0-1,-1 0 1,0 0-1,1 0 1,-1 0-1,1 0 1,-1 0-1,0 0 0,1 0 1,-1 0-1,0 0 1,1 1-1,-1-1 1,0 0-1,1 0 29,132-17-4430,-56 7-1318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19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43 7330,'0'0'2127,"0"0"-567,27-5 326,-14 2-1684,83-15 1711,25 2-1913,-167 17 5445,-88 5-5337,42 6 41,27-2 792,-1-4 0,-16-1-941,81-5 24,11 0-111,378-5 138,-396 5-70,1 1 0,-1 1 1,1-1-1,0 1 0,-1 1 0,-3 1 19,-25 7 21,-23-3-523,0-2 0,-1-3-1,1-3 1,-3-2 502,-33 0-7516,58 2-440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12411,'0'0'4329,"0"0"-2025,0 0 65,0 0-1673,0 0-208,145-25-128,-62 25-80,6 0-216,3 2-64,-6 3-160,-13 0-1144,-18-2-889,-18-3-2072,-26 0-1320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7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13171,'0'0'2763,"0"0"-486,0 0-528,-9 30-460,-2 2-915,1-3-19,1 0 1,2 1 0,0-1-1,3 1 1,-1 10-356,-2 48 871,3 0 0,5 19-871,0-101 16,-1 0 0,1 0 1,0 0-1,0 0 0,1 0 0,-1-1 1,1 1-1,1 0 0,-1-1 0,1 1 1,0-1-1,0 0 0,1 0 0,-1 0 1,1 0-1,0-1 0,0 1 1,1-1-1,0 0 0,-1 0 0,1-1 1,0 0-1,1 1 0,-1-2 0,0 1 1,1-1-1,0 1 0,0-2 1,3 2-17,13 2-39,0-1 0,0-1 0,1-1 0,-1-1 0,0-1 1,1-1-1,11-2 39,-25 2-182,0 0 1,0-1 0,-1 0-1,1-1 1,0 1 0,-1-2 0,0 1-1,0-1 1,0-1 0,0 1-1,0-1 1,-1-1 0,0 1-1,0-1 1,1-2 181,0 0-611,-1-1 0,-1 1-1,1-1 1,-2 0 0,1 0 0,-1-1-1,0 0 1,-1 0 611,9-30-4914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0 443 12619,'0'0'5169,"0"0"-3481,0 0 153,0 0-1041,0 0-296,148 0-304,-65-10-128,7 0-72,26-15-528,-21 5-2457,-17-5-8281</inkml:trace>
  <inkml:trace contextRef="#ctx0" brushRef="#br0" timeOffset="1">1128 0 14283,'0'0'3201,"0"0"-1713,0 0-240,0 0 137,-117 163-361,83-85-160,7 4 88,10-2-336,14-7-136,3-11-472,11-11 168,20-14-176,8-12 0,5-10-48,9-10-464,28-5-784,-9-15-976,-10-7-4018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12915,'0'0'4537,"0"0"-3073,0 0 496,142 85-143,-89-35-873,-8 0-160,-4-2-376,-10-8-192,-3-10-216,-9-8-40,-2-9-560,-3-13-920,-3 0-3017,-3-10-4969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8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1 15539,'0'0'4561,"0"0"-3961,0 0 289,0 0 487,-139 180-456,81-112-488,-3-3 120,2-8-408,12-9-40,8-11-104,14-7-104,8-10-760,17-12-904,8-8-3321,20 0-1089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8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11859,'0'0'4641,"0"0"-3921,0 0 1760,84 171-775,-59-86-305,-11 5-360,-14 2-232,0-4 8,-9-13-672,-16-10-80,-5-15-64,-7-7-432,-35 2-800,5-7-1592,-2-11-3714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0 11138,'0'0'2206,"0"0"-413,0 0-526,-9 24-39,-32 94 2767,-12 62-3995,30-88 782,4 1 0,3 0 0,5 1 0,2 39-782,9-119-23,1-1 1,0 1-1,1-1 1,0 1 0,1-1-1,0 0 1,1 0-1,1-1 1,0 1-1,1-1 1,0 0 0,1 0-1,0-1 1,1 0-1,0 0 1,0-1 0,1 0-1,1 0 1,0-1-1,0 0 1,10 6 22,4 3-540,1-2 1,0 0 0,1-1-1,1-2 1,9 3 539,81 27-5222,-17-14-2493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09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10458,'0'0'1918,"0"0"-323,0 0-169,0 0-63,0 0-112,25 23 206,-25-23-1457,34 30 724,-2 2 0,6 9-724,-32-33 115,0 1 0,-1-1 0,0 1 0,0 0 0,-1 1 0,0-1 0,-1 1 0,0-1 0,0 1 0,-1 0 0,-1 0 0,1 1 0,-2-1 0,1 0 0,-2 4-115,2 9 164,1 29 67,-3 1 0,-2-1 0,-2 1 0,-2-1 0,-3-1 0,-2 0 1,-8 19-232,-28 76-122,37-136-1402,3-14-2356,5-10-1094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1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10842,'0'0'4580,"0"0"-1945,0 0-1088,0 0-685,0 0-510,25-4-39,78-11-175,-99 14-135,0 1 0,1-1 0,-1 1 1,1 0-1,-1 1 0,1-1 0,-1 1 1,1-1-1,-1 1 0,0 1 0,1-1 1,-1 1-4,-2-1-3,0 0 1,0 0 0,0 0 0,0 1-1,0-1 1,0 1 0,-1 0-1,1-1 1,0 1 0,-1 0 0,0 0-1,1 0 1,-1 0 0,0 0 0,0 0-1,0 1 3,2 5-9,-2 1 0,1-1 0,-1 1 0,0-1 0,-1 1 0,0-1 0,0 1 0,-1-1 0,0 2 9,0 8 15,-1-10-14,1-1 1,-1 0 0,0 0 0,-1 0 0,0 0 0,0-1 0,0 1-1,-1-1 1,0 0 0,0 0 0,0 0 0,-2 1-2,1-1 0,0 1 0,0-1 0,1 1 0,0 0 0,1 0 0,-1 1 0,1-1 0,1 1 0,-2 4 0,4-10 1,-1 0-1,1 0 0,0 0 1,0 0-1,0 0 0,0 0 1,1 0-1,-1 0 0,0 0 1,1 0-1,0 0 0,-1 0 1,1 0-1,0 0 0,0-1 1,0 1-1,0 0 0,0 0 1,0-1-1,1 1 0,0 0 0,1 1 1,0 0-1,1-1 1,0 1-1,-1-1 1,1 0-1,0 0 1,0 0-1,0-1 1,0 1-1,1-1 0,12 3 21,-1 0 0,1-2-1,1 0 1,11 0-21,-12-2-463,37 4 941,-52-4-991,0 1-1,-1-1 0,1 1 1,0 0-1,0-1 1,0 1-1,-1 0 1,1 0-1,0 0 0,-1 0 1,1 1-1,-1-1 1,1 0-1,0 2 514,-1 0-7218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20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3017,'0'0'1128,"0"0"-784,0 0-16,0 0-192,0 0-40,0 0-88,0 0-16,131 7-824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27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13483,'0'0'2784,"0"0"-1391,0 0-17,-100 153-440,80-83 193,9 5-337,11-5-16,0-7-208,25-11-208,8-9-152,6-5-160,0-11-48,0-2-40,-2-7 32,2-3-768,19-15-840,-8 0-3970,-5 0-6768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2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120 250 8482,'0'0'2107,"0"0"-103,0 0 304,0-26-280,0-93-159,0 14 3011,3 123-4388,1 1-1,1-1 1,0 0-1,5 7-491,13 44 139,-9-17-157,-2-1 1,-2 1-1,-2 1 0,1 52 18,-10-104-35,1 1-1,0 0 0,-1 0 1,1 0-1,-1-1 1,1 1-1,-1 0 0,0-1 1,0 1-1,0 0 1,0-1-1,0 1 0,0-1 1,0 0-1,-1 1 1,1-1-1,0 0 0,-1 0 1,1 1-1,-1-1 1,1 0-1,-1-1 0,0 2 36,-47 18-321,25-12 112,-100 50-601,185-62 1437,45-27-1959,-36 5-5246,-30 9-2370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28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15051,'0'0'4489,"0"0"-3985,0 0 224,0 0 537,0 0-593,0 0-312,58 140 32,-52-107-256,-3-8-128,2-3-16,12-7-824,-3-7-1417,3-8-5288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29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23 3697,'0'0'8034,"0"0"-5274,0 0-1856,0 0-521,0 0-302,0 0-101,24-4 28,71-9 30,-90 10 4735,-23 1-3915,-32 4-1209,38 2 378,0 1 0,0 1 0,1-1 0,0 2 0,0 0 0,1 0 0,0 1 0,0 0 0,1 0 0,-5 7-27,8-10 10,1 1 0,0 0 0,0 0 0,1 0 0,0 1 0,0 0 0,0 0 0,1 0 0,0 0 0,0 0 0,1 1 1,0-1-1,0 1 0,1 0 0,-1 0 0,2-1 0,-1 6-10,2-11 15,0 0 0,-1 0 0,1-1 0,0 1-1,0 0 1,0 0 0,0-1 0,0 1 0,0-1 0,0 1 0,1-1 0,-1 1 0,1-1 0,-1 0-1,1 0 1,-1 0 0,1 0 0,0 0 0,-1 0 0,1 0 0,0 0 0,0-1 0,0 1-1,0 0 1,-1-1 0,3 0-15,66 11 488,-39-7-419,-28-3-62,21 3 12,-1 1 1,0 1-1,0 1 0,16 7-19,-34-12 3,-1 0-1,1 1 1,0-1-1,-1 1 0,0 0 1,1 0-1,-1 0 0,0 0 1,-1 1-1,1-1 1,-1 1-1,1 0 0,-1 0 1,0 1-1,-1-1 0,1 1 1,-1-1-1,0 1 1,0 0-1,0 0 0,-1 0 1,1 0-1,-1 0 1,0 4-3,-1-4 50,1 0 1,-1-1-1,0 1 1,0-1-1,-1 1 1,0 0-1,0-1 1,0 1-1,0-1 1,-1 1-1,1-1 1,-1 0-1,0 0 1,0 1-1,-3 2-50,1-2 74,-1-1 0,0 1 0,0-1 0,-1 0 0,1 0 0,-1-1 1,1 1-1,-1-1 0,0 0 0,-1-1 0,1 0-74,-221 89-1326,224-89-958,3-2-3675,3 0-3991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29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13587,'0'0'4798,"0"0"-2573,0 0-1170,0 0 130,22 22-151,3 0-794,-10-10-127,-1 1 1,-1 1-1,0 0 0,0 0 1,-2 2-1,1-1 0,-2 1 1,0 1-1,1 5-113,3 11 217,-1-1-1,-2 2 1,-2 0-1,0 0 1,-3 1-1,1 16-216,-1 18 276,-3 1 0,-5 56-276,2-121 12,-1-1-1,1 1 1,-1-1-1,0 0 0,0 1 1,0-1-1,-1 0 1,1 0-1,-3 4-11,3-6-95,0 0-1,0-1 0,0 1 0,-1-1 1,1 0-1,0 1 0,-1-1 1,1 0-1,-1 0 0,1 0 1,-1 0-1,0 0 0,1 0 0,-1 0 1,0-1-1,0 1 0,1 0 1,-1-1-1,0 0 0,0 1 0,0-1 1,0 0-1,0 0 0,0 0 96,4-23-3785,16-5-1174,6-6-2216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30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8162,'0'0'4953,"0"0"-2435,0 0-863,0 0-612,28-9-511,85-28-334,-105 35-147,0 0-1,0 0 0,0 1 1,1-1-1,-1 2 0,6-1-50,-12 1 47,-1 1-1,1-1 0,0 0 1,0 0-1,0 1 1,0-1-1,0 1 0,-1 0 1,1-1-1,0 1 0,0 0 1,-1 0-1,1 0 1,-1 0-1,1 0 0,-1 1 1,1 0-47,1 2 72,-1 0 1,-1 0-1,1 0 0,0 1 1,-1-1-1,0 1 1,0-1-1,-1 1 0,1-1 1,-1 1-1,0-1 1,0 1-1,0 0 0,-1 1-72,1 6-96,-1-3 132,0 0 1,-1-1-1,-1 1 1,1 0 0,-1-1-1,-1 0 1,1 0 0,-1 0-1,-1 0 1,1 0 0,-1-1-1,-1 0 1,-4 5-37,3-4 58,1 0 1,0 0-1,1 1 0,0 0 1,0 0-1,1 0 1,0 0-1,0 1 0,1 0 1,0 3-59,2-10 57,1 0 0,-1 0-1,1 0 1,0 0 0,0 1 0,0-1 0,0 0 0,1 0 0,-1 0 0,1 1-57,0-3 60,-1 0 0,1 0 0,0 0 0,-1 0 0,1-1 0,0 1 0,0 0 0,0 0 0,0-1 1,0 1-1,0 0 0,0-1 0,0 1 0,0-1 0,0 1 0,0-1 0,0 0 0,0 1 0,1-1 0,-1 0 0,0 0 0,0 0 1,0 0-1,0 0 0,0 0 0,1 0 0,0 0-60,258 0 13,-238 5-4290,-11 0-1360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30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12643,'0'0'4601,"0"0"-2329,0 0-1032,0 0-423,0 0-577,0 0 112,153 0-144,-114 0-64,-6 0-88,-2 0-48,-6 0-16,-3 0-224,-5 0-600,-12 0-1513,-2 0-1840,-3 8-3736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30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6649,'0'0'2704,"0"0"146,0 0-547,0 0-452,0 0-264,23 1-486,174 1 206,-159-3-1450,0-1 0,0-2 0,3-1 143,-35 4-594,1 0-1329,-3-1-2196,-1 0-3999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40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0 8906,'0'0'2845,"0"0"-900,0 0-154,-13 26-369,-42 88-195,49-100-949,1 1 1,0-1-1,1 1 1,0 0 0,2 1-1,-1-1 1,2 1-1,0-1 1,1 1-1,1 5-278,-1 7 380,0-22-292,0 1 0,0-1 1,0 1-1,1-1 1,-1 1-1,2-1 0,-1 1 1,1-1-1,0 0 1,0 0-1,1 0 0,0 0 1,0 0-1,0 0 0,1-1 1,-1 0-1,1 1 1,1-2-1,-1 1 0,1 0 1,0-1-1,0 0 1,0 0-1,0 0 0,1-1 1,0 1-1,-1-1 1,1-1-1,0 1 0,1-1 1,-1 0-1,0 0 1,1-1-1,-1 0 0,1 0 1,-1-1-1,1 1 1,-1-2-1,5 1-88,2 0 35,-1-1 1,0 0 0,0-1-1,0 0 1,0 0-1,0-2 1,0 1-1,-1-1 1,1-1-1,-1 0 1,0-1-36,-4 2 26,-1 0-1,1-1 1,-1 0 0,0 0 0,0-1 0,-1 0-1,1 0 1,-1 0 0,-1 0 0,1-1 0,-1 0-1,0 0 1,-1 0 0,1 0 0,-2 0 0,1-1-1,1-5-25,-2 5 72,0-1 0,0 0 0,-1 1 0,0-1 0,-1 0-1,0 1 1,0-1 0,-1 0 0,0 1 0,0-1-1,-1 0 1,0 1 0,-1 0 0,-1-5-72,1 7 26,-1 0 1,1 0 0,-1 1-1,-1-1 1,1 1 0,-1 0-1,1 0 1,-2 0-1,1 1 1,0-1 0,-1 1-1,0 1 1,0-1-1,0 1 1,0 0 0,0 0-1,-1 1 1,-4-2-27,-11-1-135,1 1 1,-1 0-1,-1 2 1,1 1-1,0 0 1,-20 3 134,39-2-126,0 0 0,0 0 0,0 0 0,-1 1 0,1-1 0,0 1 0,0 0 0,0-1 0,0 1 0,0 1 0,0-1 0,1 0 0,-1 1 0,0 0 0,1-1 0,-1 1 0,1 0 0,-1 0 0,1 1 0,0-1 0,0 0 0,-1 3 126,0-1-945,1 0 0,1 0 1,-1 1-1,1-1 0,-1 1 0,1-1 0,0 1 1,1-1-1,-1 1 0,1 1 945,0 18-12475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41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14755,'0'0'2969,"0"0"-161,0 0-871,-84 157-753,68-102-608,2-2-136,8-5-384,6-8 32,0-13-88,0-9-144,0-13-496,11-10-392,9-23-296,5-9-5018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4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10986,'0'0'3701,"0"0"-1010,0 0-834,0 0-584,28 6-451,93 25-418,-116-29-359,0 0-1,-1 0 1,1 0-1,-1 0 1,1 1-1,-1-1 1,0 1-1,0 0 1,0 1-1,0-1 1,-1 1-1,1-1 1,-1 1-1,0 0 1,0 1-1,0-1 1,-1 0-1,1 1 1,-1-1-1,1 5-44,4 6 170,2 4 84,-1 1-1,-1 0 0,-1 0 1,0 0-1,-2 1 0,0 0 1,-1 2-254,2 40 1020,-4 45-1020,-1-87 36,0-6-51,-1 1-1,0-1 1,-1 0-1,-1 0 1,0-1-1,-1 1 1,-1 0-1,0-1 0,-1 0 1,-1-1-1,0 1 16,6-13-137,0 0-1,1-1 1,-1 1-1,0 0 1,0-1-1,0 1 1,0-1-1,0 1 1,0-1-1,0 1 1,0-1-1,0 0 1,0 1-1,0-1 1,0 0-1,0 0 1,0 0-1,0 0 1,0 0-1,0 0 1,0 0-1,0 0 0,0 0 1,0-1-1,0 1 1,0 0-1,0-1 1,0 1-1,-1-1 138,-16-8-5510,5-6-1475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41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1176,'0'0'13363,"0"0"-9338,0 0-2385,0 0-1104,142-57-159,-87 44-377,23 3-537,-14 3-3263,-11-1-4202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42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26 9378,'0'0'3969,"0"0"-1662,25-4-455,42-6-1067,0 3 0,23 3-785,-64 4 227,-37 0 544,-42 0-321,17 0-434,1 2 0,-1 1-1,1 1 1,-18 6-16,39-6-3,0 0 0,1 0 0,-1 1 1,1 1-1,0 0 0,1 1 0,-1 0 0,1 1 0,1 0 0,-1 1 0,1 1 0,-5 5 3,14-13-3,0 0 0,0 0-1,0 1 1,0-1-1,1 0 1,-1 1-1,1-1 1,-1 1 0,1 0-1,0-1 1,0 1-1,0 0 1,0 0-1,1 0 1,-1 0 0,1-1-1,-1 1 1,1 0-1,0 0 1,0 0-1,0 0 1,1 0 0,-1 0-1,1 0 1,0 0-1,0 1 4,1-1 9,0 1 1,1 0-1,-1-1 0,1 1 0,0-1 0,0 0 0,0 1 0,0-2 0,0 1 0,1 0 0,0-1 0,-1 1 0,1-1 0,0 0 0,0 0 0,4 1-9,82 26 144,-62-22-149,-1 1 0,-1 2 0,0 0 0,0 2 0,23 14 5,-44-23 37,1 1 0,-1 0 0,0 1-1,0-1 1,0 1 0,-1 0 0,1 0-1,-1 1 1,0-1 0,-1 1 0,1 0-1,-1 0 1,0 0 0,-1 0 0,0 0 0,0 1-1,0-1 1,0 1 0,-1 0 0,0-1-1,-1 1 1,0 0 0,0-1 0,0 1 0,0 0-1,-2 4-36,1-7 47,0-1 1,-1 0-1,1 0 0,-1 1 0,0-1 0,0 0 0,0 0 0,0-1 0,0 1 0,0 0 1,-1-1-1,0 1 0,1-1 0,-1 0 0,0 0 0,0 0 0,0 0 0,0 0 0,-1-1 1,1 0-1,0 1 0,-1-1 0,1 0 0,-4 0-47,-9 3 167,0 0 0,0-2 0,0 0 0,-16 0-167,-252-1-50,154-1-5498,83 0-1230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55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20 151 992,'0'0'576,"0"0"-448,0 0 32,0 0-160,0 0 8,0 0-8,0 0 0,-8-65-232,5 57 160,3-4 72,-3 2 0,1 5-168,-1-8 48,3 3 112,0-5-40,0 3-384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52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1 568,'0'0'12235,"0"0"-7481,0 0-1497,0 0-1087,0 0-1182,13 41-447,18 61 317,-4 1 1,10 85-859,-23-28 1890,-7 25-1890,8 110 655,-21-325-2861,0 1 0,-2-1 0,-2 2 0,0-1 0,-4-3 2206,1 0-3290,-17-46-6460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53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12779,'0'0'2590,"20"-21"61,-9 8-2245,4-5-27,1 1-1,0 0 1,1 2 0,0 0 0,2 1 0,-1 0 0,2 2 0,17-9-379,-14 11 210,-1 1 0,1 2 1,0 0-1,0 2 0,1 0 1,0 2-1,0 0 0,5 1-210,-17 2 46,1 0 0,-1 1 0,0 0 0,0 1 0,0 0 0,0 1-1,0 0 1,0 1 0,-1 1 0,1-1 0,-1 2 0,-1 0 0,1 0-1,-1 1 1,0 0 0,8 8-46,-1 2 43,-1 2-1,-1 0 1,-1 0-1,-1 1 1,0 1-1,-2 0 1,0 1-1,-2 0 1,0 1-1,4 20-42,-1 3 105,-2-1-1,-3 1 0,-1 0 1,-2 1-1,-3 8-104,0-41 85,-1 0 1,-1 1-1,0-1 1,-1 0-1,0 0 1,-1 0-1,-1-1 0,0 1 1,-1-1-1,-1 0 1,0 0-1,0 0 1,-1-1-1,-1 0 1,-3 3-86,-11 16 191,0-1 0,-3-1 0,0-1-1,-2-1 1,-1-1 0,0-2 0,-2 0 0,-1-3 0,-1 0 0,-9 3-191,30-19 15,0-1 0,0 0 0,0-1 0,0 0 0,-1 0-1,1-2 1,-1 1 0,-9-1-15,16-1-88,0 0-1,0 0 1,0 0-1,1-1 1,-1 1-1,0-1 1,0-1-1,1 1 1,-1-1-1,1 1 1,-1-1-1,1 0 0,0-1 1,0 1-1,0-1 1,0 0-1,0 0 1,0 0-1,1-1 1,0 1-1,0-1 1,-1 0 88,-1-5-727,0 0 0,1-1 0,0 1 0,0-1 0,1 0 0,0 0 0,0-2 727,-1-19-6739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53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0 359 14899,'0'0'1930,"25"-10"-798,176-72 1249,-141 60-1928,66-27-79,-110 42-301,0-1-1,-1-1 1,1-1-1,-2 0 1,0-1 0,4-4-73,-15 13 73,-1 0 1,1 0 0,-1 0 0,0-1 0,0 1-1,0-1 1,0 0 0,0 1 0,0-1-1,-1 0 1,1 0 0,-1 0 0,0-1 0,0 1-1,0 0 1,0 0 0,-1 0 0,1-1 0,-1 1-1,0 0 1,0-1 0,0-2-74,-1 3 36,-1 0 0,1 1 0,0-1 0,-1 0 0,1 1 0,-1-1 0,0 1 0,0 0 0,0 0 0,0 0 0,0 0 1,-1 0-1,1 0 0,-1 0 0,1 1 0,-1-1 0,0 1 0,1 0 0,-1 0 0,0 0 0,0 0 0,0 0 0,0 0 0,-1 1-36,-10-4 19,0 2 0,0-1 0,0 2 0,0 0 0,-1 1-1,1 0 1,0 1 0,0 0 0,0 2 0,0-1 0,-8 4-19,11-2 12,0 0 0,1 1 1,0 0-1,0 1 0,0 0 0,1 0 0,-1 1 1,2 0-1,-1 1 0,1 0 0,0 0 0,1 1 1,0 0-1,-3 5-12,1-1 48,2 1 1,0-1-1,0 1 0,1 0 1,1 1-1,0 0 0,1-1 1,1 1-1,0 1 0,1-1 1,1 0-1,0 1 0,1-1 1,1 0-1,2 12-48,-2-18 22,1 0 1,0 0-1,0-1 1,1 1-1,0-1 1,0 1-1,1-1 0,1 0 1,-1-1-1,1 1 1,0-1-1,1 0 1,-1 0-1,2 0 1,-1-1-1,1 0 0,0 0 1,0-1-1,0 0 1,1 0-1,-1 0 1,1-1-1,1-1 1,-1 1-1,0-1 0,1 0 1,0-1-23,8 2-133,-1-1 1,1-1-1,-1-1 1,1 0-1,0-1 1,0-1-1,-1 0 1,1-1-1,-1-1 1,1-1-1,2-1 133,5-3-1145,0 0 0,-1-2 0,0-1 1,6-4 1144,39-27-7595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54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11682,'0'0'3275,"0"0"-1918,0 0 448,0 0-463,0 0-773,-18 25-268,0 1-234,1 0-1,1 1 1,-1 5-67,16-28 22,0 0-1,0-1 1,1 1-1,-1 0 1,1 0 0,0 0-1,0 0 1,0-1-1,0 1 1,1 0-1,-1 0 1,1-1 0,0 1-1,0 0 1,0-1-1,1 1 1,-1-1 0,1 1-1,0-1 1,0 0-1,0 0 1,1 0-1,-1 0 1,1 0 0,-1 0-1,1 0 1,0-1-1,1 1-21,8 11 167,22 27 325,-5-7 83,-1 2 1,10 20-576,-31-46 96,-1 1 1,0 0-1,-1 0 0,-1 1 0,0-1 0,0 1 0,-1 0 0,0 0 0,-1 0 0,-1 0 0,1 6-96,-2-15 62,0 0-1,-1 1 1,1-1 0,-1 0-1,0 0 1,1 0-1,-1 0 1,-1 1-1,1-1 1,0-1-1,-1 1 1,1 0-1,-1 0 1,0 0-1,0-1 1,0 1-1,0-1 1,-3 2-62,0 0 78,0 0 0,-1 0-1,0 0 1,1-1 0,-2 0 0,1 0 0,0-1 0,0 0 0,-2 0-78,-14 4 118,-1-2 0,1-1 0,0-1-1,-1-1 1,-4 0-118,-9 0 48,24 0-326,-1 0 0,1-1-1,0-1 1,-1 0 0,-9-2 278,22 3-197,-1 0-1,0 0 1,0 0-1,1-1 1,-1 1-1,0 0 1,1-1 0,-1 1-1,0-1 1,1 1-1,-1-1 1,1 1-1,-1-1 1,0 1-1,1-1 1,-1 1-1,1-1 1,0 0-1,-1 1 1,1-1-1,-1 0 1,1 1-1,0-1 1,0 0-1,-1 0 1,1 0 197,0-8-7136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54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12619,'0'0'6105,"0"0"-4277,12 23-759,34 75 1986,27 82-3055,-57-130 412,9 26 345,3-1 0,31 56-757,-58-129 12,-1 0 0,1 0 0,0 0 0,0 0 0,1 0 0,-1 0 0,0 0 0,1-1 0,-1 1 0,1 0 0,-1-1 0,1 0 0,0 1 0,0-1 0,0 0 0,0 0 0,0 0 0,0 0 0,0 0 0,0 0 0,0 0 0,2 0-12,-2-2 30,0 1 0,0 0 1,0-1-1,1 1 1,-1-1-1,0 0 1,0 0-1,0 0 0,0 0 1,0 0-1,-1 0 1,1 0-1,0-1 1,0 1-1,-1-1 0,1 1 1,-1-1-1,2 0-30,6-11 140,0 0 0,0-1-1,-1 1 1,-1-1 0,3-7-140,-10 20-3,9-19 198,-1 0 1,-2-1 0,0 0-1,-1-1 1,-1 1 0,0-8-196,1-32 1264,-3-34-1264,4-44 144,-4 130-2147,-1 18-421,1 18-3368,-2 5-6254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54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19508,'0'0'2505,"0"0"-1609,0 0-896,0 0-192,0 0-5809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57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15795,'0'0'3121,"0"0"-1753,0 0 353,0 0-969,0 0-352,0 0-168,0 0-152,165-10-32,-118 8 0,-2 2-96,-9 0-24,-6 0-224,-7 5-1128,-12 15-1177,-6-3-2240,-5-2-3641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57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12107,'0'0'2216,"0"0"-1264,0 0 625,0 0-449,0 0-648,0 0-480,0 0-152,192-35-664,-136 25-1249,-3-3-2504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5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488 0 160,'0'0'14355,"0"0"-11810,0 0-2217,0 0 592,0 0 208,-114 153-120,58-75-87,-8 7-105,-3 2 88,9-4-568,8-13-16,14-15-272,11-15 16,13-17-64,7-18-312,5-8-264,0-22-520,0-7-4289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3:58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12707,'0'0'6561,"0"0"-5569,0 0-103,0 0 175,165 128-416,-110-66-368,1 3-280,2 3 0,-5-1-240,17 21-952,-15-15-3297,-10-16-5794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11 629 5089,'0'0'4750,"0"0"-1749,0 0-655,0 0-415,0 0-677,0 0-458,-1-4-511,-5-9 100,3 14 494,11 33-450,62 119 170,-11-26 63,84 237 698,-140-436-363,-4-180-930,2-273-150,2 489 26,2 0 0,1 1 0,2 0 0,3-7 57,-1 9-34,-3-1 0,0 1 0,-2-1 0,0-32 34,-5 65-6,0 0-1,0 0 1,0 0 0,1 0 0,-1 0 0,0 0 0,1 0 0,-1 0 0,1 0 0,-1 0 0,1 0 0,-1 0 0,1 0 0,0 0 0,0 0 0,-1 0 0,1 0 0,0 1 0,0-1 0,0 0 0,0 1 0,0-1 0,0 0 0,0 1 6,36-11-91,50 7-2,-74 4 77,2668-20-1995,-2350 32 1755,26 18 256,218 10 75,-543-39 448,0-2 0,0-1-1,26-5-522,-56 6 15,0 1-1,0-1 1,0 1-1,0 0 1,0 0-1,0 0 1,0 0-1,0 0 0,0 0 1,0 1-1,0-1 1,0 0-1,0 1 1,0 0-1,0-1 1,-1 1-1,1 0 1,0 0-1,0 0 1,-1 0-1,1 1 0,0-1 1,-1 0-1,0 1 1,1-1-1,-1 1 1,0-1-1,1 1 1,-1 0-15,2 5 80,0 0 0,0 0 0,-1 0 0,1 1 0,-2-1 0,1 1 0,-1 0-80,0 0 27,1 0 0,0 0 0,0 0 0,1 0 0,2 5-27,-20-10-7325,-8-3-3870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1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1240,'0'0'9677,"0"0"-5799,0 0-1461,0 0-445,0 0-870,0 0-606,19 14-20,-17-13-463,11 8 125,0 1 0,0 0-1,-1 1 1,0 1 0,0 0 0,-2 0-1,1 1 1,-2 1 0,0-1 0,6 14-138,4 13 308,14 30 383,21 29-691,-42-78 50,1-1-1,1-1 0,1 0 0,1-1 1,1-1-1,15 14-49,-31-31 7,0 1 0,-1 0 0,1-1 1,0 1-1,0 0 0,0-1 0,-1 1 0,1-1 1,0 1-1,0-1 0,0 1 0,0-1 0,0 0 1,0 0-1,0 1 0,0-1 0,0 0 1,0 0-1,0 0 0,0 0 0,0 0 0,0 0 1,0 0-1,0 0 0,0-1 0,0 1 0,0 0 1,0 0-1,0-1 0,0 1 0,0-1 0,-1 1 1,1-1-1,0 1 0,0-1 0,0 0 1,-1 1-1,1-1 0,0 0 0,-1 0 0,1 1 1,0-1-1,-1 0 0,1 0 0,-1 0-7,4-6 42,-1 0 0,0-1 0,0 1 0,0-1 0,0-5-42,1-2 18,18-63 210,-4 0 0,-3-3-228,-5 21 161,3 2-1,2-1 1,2 2 0,11-21-161,-27 78-134,-1 0 1,0 0-1,0-1 1,1 1 0,-1 0-1,0 0 1,1-1-1,-1 1 1,0 0-1,1 0 1,-1 0-1,0-1 1,1 1 0,-1 0-1,0 0 1,1 0-1,-1 0 1,1 0-1,-1 0 1,0 0-1,1 0 1,-1 0 0,1 0-1,-1 0 1,0 0-1,1 0 1,-1 0-1,0 0 1,1 0 0,-1 0-1,1 1 1,-1-1-1,0 0 1,1 0-1,-1 0 1,0 1-1,0-1 1,1 0 0,-1 0-1,0 1 1,1-1-1,-1 0 1,0 1-1,0-1 1,0 0-1,1 1 1,-1-1 0,0 0-1,0 1 134,10 10-5397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66 9738,'0'0'2583,"0"0"-954,0 0-706,-11 30 271,-69 193 1428,58-151-1777,10-30-137,-1-2 0,-2 1 0,-18 31-708,33-71 124,0-30 1370,0-25-1424,3 1 1,2 0-1,2 0 1,6-13-71,-7 42-9,0 0 1,2 0-1,1 1 0,0 0 0,2 1 0,0 0 1,2 1-1,1 0 0,0 1 0,6-5 9,-19 24-25,-1 0-1,1 0 0,-1 1 1,1-1-1,0 0 0,0 1 1,-1-1-1,1 1 0,0-1 1,0 1-1,0-1 0,-1 1 1,1 0-1,0-1 0,0 1 1,0 0-1,0 0 0,0 0 1,0 0-1,0 0 0,0 0 1,0 0-1,0 0 0,0 0 1,-1 0-1,1 0 0,0 0 1,0 1-1,0-1 0,0 0 1,0 1-1,0-1 0,-1 0 1,1 1-1,0 0 0,0-1 26,8 2-3069,-6-19-2566,-3 8-589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4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9818,'0'0'2098,"0"0"-523,0 0 484,0 0-103,0 0-490,0 0-268,1-11 57,3-36-358,-4 47-856,0-1-1,0 0 1,0 0 0,0 1 0,0-1-1,0 0 1,0 0 0,0 1-1,1-1 1,-1 0 0,0 1-1,0-1 1,1 0 0,-1 1-1,0-1 1,1 0 0,-1 1-1,0-1 1,1 1 0,-1-1-1,1 1 1,-1-1 0,1 1-1,0-1 1,-1 1 0,1-1-1,-1 1 1,1 0 0,0-1 0,-1 1-1,1 0-40,0 0 28,0 0 0,0 1 0,-1-1 0,1 0 0,0 1 0,-1-1 0,1 1-1,0-1 1,-1 1 0,1-1 0,-1 1 0,1 0 0,-1-1 0,1 1 0,-1 0 0,1-1 0,-1 1 0,0 0 0,1 0-1,-1-1 1,0 1 0,0 0 0,0 0-28,22 72 530,-4 1 0,5 43-530,-13-54 124,3 0 1,3-1-1,2-1 1,14 26-125,-32-87-64,0 0 0,0 0 1,0 1-1,0-1 0,0 0 1,0 0-1,0 0 0,0 0 1,0 1-1,0-1 0,0 0 1,-1 0-1,1 0 0,0 0 1,0 1-1,0-1 0,0 0 1,0 0-1,0 0 0,0 0 1,0 0-1,-1 1 0,1-1 0,0 0 1,0 0-1,0 0 0,0 0 1,0 0-1,-1 0 0,1 0 1,0 0-1,0 1 0,0-1 1,-1 0-1,1 0 0,0 0 1,0 0-1,0 0 0,0 0 1,-1 0-1,1 0 0,0 0 1,0 0-1,0 0 0,-1 0 0,1 0 1,0-1-1,0 1 64,-19-1-1731,-20-7-2687,3-2-1181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4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13779,'0'0'3025,"0"0"-1265,0 0-112,0 0-791,145-60-649,-78 45-80,2 5-128,-5 5-8,9 0-697,-18 2-2215,-13 3-2489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4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10522,'0'0'2379,"0"0"-637,0 0-476,0 0 159,12 27-79,38 89-264,-42-94-745,-2 1 1,0-1 0,-1 1-1,-1 0 1,-1 1 0,-1 3-338,5 38 565,-12-83-350,-1 1 0,0 0 1,-1 0-1,-9-14-215,4 4-21,0 1 1,-3-16 20,10 26 16,0 0 1,2 0-1,0-1 1,1 1-1,0-1 1,2 0-1,0 0 1,1 0-1,0 1 1,3-12-17,-2 21 0,0-1 1,1 1 0,-1 0 0,2 0-1,-1 0 1,1 0 0,0 1-1,0-1 1,0 1 0,1 0-1,0 0 1,1 1 0,-1 0-1,1 0 1,0 0 0,0 0-1,0 1 1,1 0 0,0 0 0,0 1-1,0 0 1,0 0 0,0 1-1,0-1 0,1 1 0,0-1-1,0 1 0,0 1 0,0-1 0,0 1 1,0 1-1,0-1 0,0 2 0,0-1 0,0 1 1,0 0-1,0 0 0,0 1 0,3 1 1,-5 0 1,1 0 1,-1 1-1,0-1 0,0 1 1,0 1-1,-1-1 0,0 1 0,1-1 1,-2 2-1,1-1 0,0 0 1,-1 1-1,0 0 0,-1 0 0,1 0 1,0 3-2,1 1 12,0 0-1,-1 1 1,-1-1 0,1 1 0,-1 0 0,-1 0 0,0 1 0,-1-1 0,0 4-12,-1-9 29,0 0 1,0-1-1,-1 1 0,0 0 1,0-1-1,0 1 1,0-1-1,-1 1 1,0-1-1,-1 1 1,1-1-1,-1 0 1,0 0-1,0 0 1,0-1-1,-1 1 1,1-1-1,-5 4-29,-51 37 527,-13 10-126,66-50-362,1 1 0,-1-1 0,1 1 0,1 0 0,-1 1 0,1-1 0,0 1 0,0 0 0,-2 6-39,5-12 19,1 0 0,-1 1 0,0-1 1,1 0-1,-1 1 0,1-1 0,-1 1 0,1-1 0,0 1 0,0-1 0,0 1 0,0 0 1,0-1-1,0 1 0,0-1 0,0 1 0,0-1 0,1 1 0,-1-1 0,1 1 0,-1-1 1,1 0-1,-1 1 0,1-1 0,0 0 0,0 1 0,0-1 0,0 0 0,0 0 1,0 0-1,0 1 0,0-1 0,0-1 0,0 1 0,1 0 0,-1 0 0,0 0 0,1-1 1,-1 1-1,1 0 0,-1-1 0,1 1 0,0-1-19,8 2 134,1 0-1,0-1 1,-1 0 0,1-1-1,0 0 1,2-1-134,7 0-44,34 2-118,-22 1 194,0-2-1,0-2 1,13-2-32,-34 2-475,0-1 1,0 1 0,-1-2 0,1 0 0,1-1 474,-5 2-840,0-1 0,0 0 0,0-1 0,-1 1 0,0-1 1,1 0-1,2-5 840,12-17-10605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5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0 11178,'0'0'4104,"0"0"-2412,0 0-173,0 0-150,0 0-596,-21 24 21,2-4-564,7-9-94,0 2 0,1-1-1,0 2 1,1-1 0,1 1-1,0 1 1,1 0 0,0 0-1,1 0 1,1 1 0,0 3-136,-5 23 348,3 0 0,1 0 1,2 1-1,2 0 0,2 15-348,1-55 6,0 1 0,1-1 0,-1 1 0,0-1 0,1 0 0,0 1 0,0-1 0,0 0 0,0 0 0,0 0 0,1 0 0,-1 0 0,1 0 0,0 0 0,0 0 0,0 0 0,0-1 0,1 1 0,-1-1 0,1 0 0,-1 1 0,2-1-6,1 1-17,1 0 0,0 0 0,0 0-1,0-1 1,0 0 0,0 0 0,1-1-1,-1 0 1,0 0 0,1 0-1,3-1 18,7 1-325,-1-2 0,0 0-1,0-1 1,0-1 0,0 0-1,0-1 1,-1-1 0,1 0-1,3-3 326,37-26-4379,-10-1-2595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14875,'0'0'3753,"0"0"-3113,0 0 224,0 0 417,100 171-33,-69-101-568,-1 0-184,-2-8-280,-3-9-40,-3-8-128,-2-12-48,-6-11-416,-3-14-1256,0-6-2505,-5-2-3641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5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 12779,'0'0'4985,"0"0"-3137,0 0-800,0 0-463,0 0 679,0 0-368,-125 158-120,70-96-528,-4-2 32,6-7-272,3-8 64,11-10-72,11-10-312,17-7-600,17-16-1248,24-2-2505,9 0-3761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6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12395,'0'0'1648,"0"0"-600,53 166 1913,-28-69-1169,-8 11-47,-9 0-513,-8-6-240,0-17-512,0-14-264,-14-19-192,-5-9-24,-23-3-632,3-10-1248,0-10-3289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6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13259,'0'0'2968,"0"0"-1007,0 0 415,0 0-775,0 0-721,0 0-256,156-50-384,-103 45-96,-6 2-64,1 3-160,-1 0-256,0 0-528,6 0-1649,-14 0-2992,-14 3-6105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7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12547,'0'0'2128,"0"0"-1648,0 0 1217,0 0-953,186-18-544,-69 0-200,-17 3-1352,-16 3-3209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09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1 536 15283,'0'0'2005,"0"0"-1170,15 25-161,30 57 629,-4 1 0,27 78-1303,-25-25 816,-19-55-206,3-2-1,24 44-609,-42-113 445,-4-23-204,-5-42-113,0 41-120,-9-193-178,-10 0 0,-40-177 170,51 347-17,-1 1 0,-10-19 17,-14-59-26,33 113 21,0 0 0,-1 0 1,1 0-1,0 1 0,0-1 0,0 0 1,0 0-1,0 0 0,0 0 0,0 0 1,0 0-1,0 1 0,0-1 1,1 0-1,-1 0 0,0 0 0,0 0 1,1 1-1,-1-1 0,1 0 0,-1 0 1,1 1-1,-1-1 0,1 0 0,-1 1 1,1-1-1,-1 0 0,1 1 1,0-1-1,0 1 0,-1-1 0,1 1 1,0-1-1,0 1 0,-1 0 0,1-1 1,0 1-1,0 0 0,0 0 0,0-1 5,43 2-13,-20 0-19,244 3 55,229-5 22,-78-23-22,226-10 43,1218-71-1427,-1851 104 1374,-8 2 41,0-1-1,0-1 1,0 1 0,-1-1-1,1 1 1,0-1 0,0 0-1,-1 0 1,2-1-54,-4 2 273,5 9 129,1 25-341,-2 0 0,-1 1 0,-2 0 0,-1-1 0,-1 1 0,-3 11-61,0 41-68,3-68-307,0 14-803,3-13-4071,2-8-3493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10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96 11362,'0'0'2077,"0"0"-565,0 0-57,-13 23-483,-39 78-97,50-97-826,1-1-1,-1 1 1,1 0-1,0-1 0,0 1 1,0 0-1,1 0 1,-1-1-1,1 1 0,0 0 1,0 0-1,0 0 1,1 0-1,-1-1 1,1 1-1,0 0 0,0 0 1,0-1-1,1 1 1,-1-1-1,1 1 1,0-1-1,0 0 0,0 1 1,0-1-1,1 0 1,-1 0-1,1-1 1,0 1-1,-1 0 0,1-1 1,1 0-1,-1 0 1,1 1-49,7 3 123,1 0 0,0 0 0,0-1-1,1 0 1,-1-1 0,1-1 0,0 0 0,4 0-123,9 1 106,1-2-1,0 0 1,0-2-1,-1 0 1,1-2-1,0-1 0,6-3-105,-19 3 20,0 0-1,-1-1 1,1 0-1,-1-1 0,0-1 1,-1 0-1,1-1 0,-1 0 1,0-1-1,-1 0 1,0-1-1,0 0 0,-1-1 1,5-6-20,-11 12 44,0 0 1,-1-1 0,0 1-1,1-1 1,-2 0 0,1 0-1,0 0 1,-1-1 0,0 1-1,0 0 1,-1-1 0,0 1-1,0-1 1,0 0 0,0 1-1,-1-1 1,0 0 0,0 0-1,-1 1 1,1-1 0,-1 0-1,-1 1 1,1-1 0,-1 1-1,0-1 1,0 1 0,0 0-1,-1 0 1,0 0 0,0 0-1,0 0 1,0 1-1,-1-1 1,0 1 0,0 0-1,0 0 1,0 1 0,-1-1-1,1 1 1,-1 0 0,0 0-1,0 0 1,-4-1-45,-13-6 50,1 2-1,-2 0 1,1 1 0,-1 1 0,0 1-1,-13 0-49,-21-1-381,-1 3 0,-4 3 381,59-1-138,-1 1 0,1 0 0,-1 0 1,1 1-1,-1-1 0,1 1 0,0 0 0,-1 0 0,1 0 1,-3 1 137,5-1-315,-1 0 0,1 1 1,0-1-1,0 0 1,0 0-1,0 0 0,0 1 1,0-1-1,0 1 1,1-1-1,-1 0 1,0 1-1,1-1 0,-1 1 1,1 0-1,-1-1 1,1 1-1,0-1 0,0 1 1,0 0-1,0-1 1,0 1-1,0 1 315,0 15-7341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10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 12259,'0'0'2552,"0"0"-807,0 0 711,-134 140-960,95-92-575,9-3-601,8-8-232,10-14-88,10-8-16,2-10-256,0-5-1113,27-8-1023,10-17-2033,2-5-3841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10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11138,'0'0'2144,"0"0"-373,28-5 58,95-13-636,-117 17-1135,0 0 0,0 0 0,0 1 0,0 0 0,0 0 0,0 0 0,0 1 0,0 0 0,0 0 0,0 0 0,-1 1 0,1 0 0,0 0 0,-1 1 0,1-1 0,-1 1 0,0 0 0,0 1 0,0-1 0,0 1 0,-1 0 0,1 0 0,-1 0 0,0 1 0,0 0 0,-1-1 0,1 1 0,-1 1 0,0-1 0,-1 0 0,1 1 0,-1-1 0,2 7-58,2 14 261,0 0-1,-2 0 1,0 1 0,-2 0 0,-1 0-1,-2 16-260,1-24 169,-2 6 26,0-1 0,-2 1 0,0-1 0,-2 0 0,-5 14-195,-12 56 191,20-75-270,2-15-2837,1-16-1421,0 8 3583,0-16-6430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11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11386,'0'0'4425,"0"0"-3200,0 0-97,173-50-352,-106 38-88,-3 2-680,5 0-8,-16 2-2056,-11 1-3649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1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56 7634,'0'0'2684,"0"0"-419,24-6-230,61-15 1356,36-2-3391,-115 21 1211,-12 1-451,-30-2-177,-55 3-216,79 1-301,0 1 0,0 0 1,1 1-1,-1 1 0,0-1 0,1 2 1,0 0-1,0 0 0,0 1 0,1 0 1,-9 7-67,14-9 10,-1 0 0,1 1 0,-1 0 1,1 0-1,1 0 0,-1 1 1,1 0-1,0 0 0,0 0 1,1 0-1,-1 0 0,2 1 1,-1-1-1,1 1 0,-1 0 0,2 0 1,-1 0-1,1 0 0,0 0 1,1 3-11,-1-8 13,1 1 0,0-1 0,0 1 0,1 0 0,-1-1 0,0 1 0,1-1-1,0 1 1,0-1 0,-1 1 0,1-1 0,1 0 0,-1 1 0,0-1 0,0 0-13,3 1 10,-1 0-1,1 0 0,-1 0 0,1-1 0,0 1 0,0-1 1,0 0-1,3 1-9,65 29 147,-27-13 16,37 22-163,-70-34 35,-1 0 0,0 0-1,-1 1 1,0 1 0,0 0 0,-1 0-1,0 1 1,0 0 0,1 2-35,-7-5 36,1 0 1,-1 0 0,-1 0 0,1 0 0,-1 0 0,-1 1 0,1-1 0,-1 1 0,-1-1-1,1 1 1,-1-1 0,0 1 0,-1 0-37,1-7 14,0 2 10,-1-1 0,1 0 0,-1 0 0,0 0 0,1 1 0,-1-1-1,0 0 1,0 0 0,-1 0 0,1 0 0,0-1 0,-1 1 0,1 0 0,-1 0 0,1-1 0,-1 1 0,0-1 0,0 1 0,0-1 0,0 0 0,0 0-1,0 0 1,0 0 0,0 0 0,0 0 0,0-1 0,-1 1-24,-68 16 238,60-15-207,-61 10-75,-52 9-1179,44-1-2742,25-3-2940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12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13451,'0'0'2848,"0"0"-1279,0 0 639,0 0-799,0 0-689,147-28-712,-97 28 144,0 0-136,3 0 56,-3 0-72,3 0 96,-3 0-96,-5 0-248,-9 0-896,-16 0-2529,-9 0 520,-11 0-6745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1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10778,'0'0'3033,"0"0"-2081,0 0 1273,0 0 23,0 0-1128,186 15-311,-125-17-545,1-6-104,-4 1-160,0-1-561,20 1-1407,-14 2-1873,-8 0-1912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20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 8914,'0'0'5313,"0"0"-3329,0 0-607,0 0-81,-24 25-350,-11 10-528,3 2 1,0 2-419,28-34 91,0 1-1,0 0 1,1 0-1,0 0 1,0 0-1,1 1 1,0-1-1,0 1 1,0 0 0,1-1-1,0 1 1,0 0-1,1 0 1,0 0-1,0-1 1,0 1-1,1 0 1,0 1-91,1 9 248,-2-11-176,1 1 1,0-1-1,0 1 1,1-1-1,0 0 1,0 0-1,0 0 1,1 0-1,0 0 1,0 0 0,1-1-1,-1 1 1,1-1-1,0 0 1,1 0-1,-1 0 1,1-1-1,1 2-72,2-1 55,0 1-1,1-1 1,-1-1-1,1 1 1,0-1-1,0-1 1,0 0 0,0 0-1,1-1 1,-1 0-1,1 0 1,0-1-55,2 0 43,1-1 1,0 0 0,0 0-1,0-1 1,0-1 0,-1 0-1,1-1 1,-1 0-1,4-2-43,-7 2 40,-1-1 0,0 1 0,-1-1 0,1-1 0,-1 1 0,1-1 0,-2 0 0,1-1-1,0 0 1,-1 0 0,0 0 0,-1-1 0,3-2-40,-6 5 76,1 0-1,-1 0 0,1-1 1,-1 1-1,0-1 1,-1 1-1,1-1 1,-1 1-1,0-1 0,0 0 1,0 0-1,-1 0 1,0 1-1,0-1 1,0 0-1,0 0 0,-1 0 1,0-3-76,-2 1 76,1 0 1,-1 0-1,0 0 1,-1 0-1,1 0 0,-2 1 1,1 0-1,0 0 1,-1 0-1,0 0 1,-3-1-77,-9-9 75,-2 1 1,0 1 0,0 0 0,-2 2 0,1 0 0,-1 1 0,-4 1-76,18 7-59,-48-19 168,52 21-199,0 0 0,1 1 1,-1-1-1,0 0 1,0 1-1,0 0 0,1-1 1,-1 1-1,0 0 1,0 1-1,0-1 0,0 0 1,0 1-1,1 0 1,-1-1-1,0 1 0,0 1 90,2-1-198,0 1 0,0 0-1,0-1 1,0 1-1,0 0 1,0 0-1,1 0 1,-1 0 0,1-1-1,0 1 1,-1 0-1,1 0 1,0 0-1,0 0 1,0 0 0,0 0-1,1 0 1,-1 1 198,0 3-1050,0 22-5102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20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16956,'0'0'4377,"0"0"-3817,0 0 624,0 0 64,0 173-728,0-118-112,-2-3-360,-7-7-56,4-5 8,2-10-328,3-10-616,3-12-824,16-8-3553,9 0-5594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20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8730,'0'0'6773,"0"0"-3341,0 0-1100,0 0-786,0 0-793,0 0-395,21-7-39,-21 7-319,23-7 179,0 0 0,21-2-179,-40 9 14,0 0-1,-1 0 1,1 0 0,0 0-1,-1 0 1,1 1 0,0 0-1,-1 0 1,1 0-1,-1 0 1,1 1 0,-1-1-1,0 1 1,1 0 0,-1 0-1,0 0 1,0 0-1,0 1 1,-1-1 0,3 2-14,1 4 41,0 0 0,0 0 0,-1 0 1,0 0-1,0 1 0,0 1-41,1 3 41,0 1 0,-2-1 0,1 1 0,-2 0 0,0 0-1,0 0 1,-2 1 0,0-1 0,0 1 0,-1-1 0,-1 0-1,0 1 1,-1-1 0,-4 13-41,-6 17 203,-3 0 1,-1-1-1,-21 39-203,19-42 21,11-25-86,2-6-89,1 0 1,0 0 0,0 1-1,1-1 1,0 1 0,1 0-1,0 0 1,1 1 153,23-33-7096,-8 5-1126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21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13139,'0'0'2472,"0"0"-983,0 0 511,0 0-1632,0 0-152,0 0-208,156-55-16,-95 52-1344,-11-2-1745,-8 0-5096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22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28 4641,'0'0'2072,"0"0"-131,0 0-27,0 0-459,0 0-459,0 0-33,-2-22 4674,-18 19-5424,0 2-1,0 0 1,0 1 0,0 1-1,0 1 1,-3 1-213,15-1 37,0 1 0,0 0 0,1 0 0,-1 1 0,1 0-1,0 1 1,0-1 0,0 1 0,1 0 0,-1 1 0,1 0 0,0 0 0,0 2-37,-5 4 0,1 1-1,0 1 1,1 0 0,0 0 0,2 0 0,-2 5 0,5-8-7,0 1-1,1 0 1,0 0 0,1 1-1,1-1 1,0 0 0,1 1-1,0 7 8,0-18 2,1 1 0,-1-1 0,1 1 0,0-1 0,0 0 0,0 1 0,0-1 0,0 0 0,0 0-1,0 0 1,1 1 0,-1-1 0,1-1 0,0 1 0,-1 0 0,1 0 0,0-1 0,0 1 0,0-1 0,0 1 0,0-1 0,1 0-1,-1 0 1,0 0 0,1 0 0,-1 0 0,0 0 0,1-1 0,-1 1 0,1-1 0,1 0-2,14 3 6,-1-1 1,1 0-1,0-2 0,3 0-6,-12 0 2,12 0-119,0-1 0,-1-1 0,1-1 0,-1-1 0,0-1 0,0 0 0,0-2 0,4-2 117,2 0-4337,-25 9-1182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22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11 5721,'0'0'3716,"0"0"-1603,0 0-397,0 0-382,0 0-577,0 0-449,-25-10 491,8 9-386,0 2 0,0 0 0,1 1 0,-1 0 0,0 2 0,1 0 1,0 1-1,-6 3-413,14-5 47,-1 2 0,2-1-1,-1 1 1,0 0 0,1 1 0,0-1 0,0 2 0,1-1 0,0 1 0,0 0 0,0 0 0,1 0-1,0 1 1,1 0 0,-1 0 0,0 4-47,1-3 17,0 0 1,1 1-1,0 0 0,1 0 0,0 0 0,1 0 1,0 0-1,0 0 0,1 0 0,0 0 1,1 1-1,1 6-17,-1-15 13,0 0 1,1 0 0,-1 0 0,0 1-1,1-1 1,0-1 0,-1 1-1,1 0 1,0 0 0,0-1 0,0 1-1,0-1 1,0 1 0,0-1-1,0 0 1,1 0 0,-1 0 0,0 0-1,1 0 1,-1 0 0,1-1-1,-1 0 1,1 1 0,-1-1 0,2 0-14,74 2 292,-58-2-288,-9-1 37,-1 0 1,1-1-1,-1 0 1,0 0-1,0-1 1,0 0-1,0-1 1,0 0-1,-1-1 1,0 0-1,0 0 1,0-1-1,3-2-41,-4 1-134,0 0-1,0 0 0,-1 0 0,0-1 0,0 0 0,1-4 135,-3 6-600,-1-1-1,-1 1 1,1-1-1,-1 0 1,-1 0-1,1 0 1,-1-1-1,1-5 601,-2-3-5265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23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1360,'0'0'8251,"0"0"-4657,0 0-1708,0 0-196,0 0-476,0 0-333,29-5-178,8-2-499,-15 3-35,1 0 0,0 1 1,0 1-1,20 2-169,-40-1 25,0 1-1,0 0 0,0 1 1,1-1-1,-1 0 0,0 1 0,0 0 1,0 0-1,0 0 0,0 0 1,0 0-1,0 0 0,0 1 0,0 0 1,0-1-1,-1 1 0,1 0 1,-1 1-1,1-1 0,-1 0 0,0 1 1,0-1-1,0 1 0,0-1 1,-1 1-1,1 0 0,-1 0 0,1 0 1,-1 0-1,0 0 0,0 0 1,0 0-1,-1 0 0,1 0 0,-1 1 1,0-1-1,0 0 0,0 2-24,2 29 362,-1 0-1,-2 0 1,-1 0-1,-2 0 1,-2 0-1,0-1 1,-3 0 0,0 0-1,-3-1 1,-2 4-362,-2 1 234,9-23-201,1 0 1,0 1-1,1 0 1,0 0-1,2 0 0,0 0 1,-2 16-34,5-30-402,0-1 94,0 0-277,0-3-327,3-34-6499,0 16-1220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4:24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12803,'0'0'4497,"0"0"-3385,0 0 168,0 0 48,150-3-607,-80-2-425,-6 0-176,-6 5-240,-8 0-368,-14 0-1905,-13 0-3648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20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14539,'0'0'2303,"0"0"-621,0 0 558,0 0-787,0 0-912,-2 40-77,-15 518 2165,-31 182-646,41-647-1923,3-7-724,2-84-94,-2-10 66,-14-75-2362,-3-18-3710,2 28-820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20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0 239 11282,'0'0'2254,"0"0"-128,0 0-7,23-28-1001,18-22-478,19-16-640,-51 58 93,1-1 0,0 1 1,0 0-1,1 1 0,0 1 1,0-1-1,1 2 0,0 0 0,0 0 1,3 0-94,9-1 225,-1 1 0,1 2 0,0 0 1,1 1-226,-5 0 116,1 2 1,-1 0 0,0 1 0,0 0 0,0 2 0,12 3-117,-20-2 18,-1 0 0,1 0 0,-1 1 1,0 0-1,0 1 0,-1 0 0,0 1 0,0 0 1,0 1-1,-1 0 0,4 4-18,-1 1 59,0 0 0,-1 1 0,-1 0-1,0 1 1,-1 0 0,-1 1 0,0-1 0,-1 2-1,-1-1 1,0 1 0,-1 0 0,0 7-59,-2-13 93,-2 0 0,1-1 0,-2 1 0,1 0 0,-1 0 0,-1 0-1,0 0 1,-1 0 0,0-1 0,0 1 0,-1 0 0,0-1 0,-1 0 0,-1 0 0,1 0 0,-2 0 0,1-1 0,-1 0 0,0 0 0,-5 4-93,-13 12 126,-2-2-1,-1 0 1,0-2 0,-1-1 0,-2-1 0,0-1 0,0-2 0,-2-1 0,0-2 0,-1-1 0,0-1 0,-20 3-126,46-13-21,-40 5-881,46-6 855,0 1 1,0-1 0,0 0-1,0 0 1,0 0-1,1 0 1,-1-1 0,0 1-1,0 0 1,0 0-1,0 0 1,0-1 0,0 1-1,0 0 1,0-1-1,1 1 1,-1-1 0,0 1-1,0-1 1,1 0-1,-1 1 1,0-1 0,1 0-1,-1 1 1,0-1-1,1 0 1,-1 0 0,1 1-1,-1-1 1,1 0 0,0 0-1,-1 0 1,1 0-1,0 0 1,0 0 0,-1 0-1,1 0 1,0 0 46,0-23-3740,0-1-4469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2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0 9250,'0'0'3829,"0"0"-1465,0 0 53,-25 8-550,4-3-1495,11-3-237,0 0-1,0 1 1,0 0-1,1 0 1,0 1-1,-1 0 1,1 1-1,1 0 1,-1 1-1,1-1 1,0 2-1,0-1 1,1 1-1,-1 0 1,2 0-1,-2 3-134,-20 26 344,2 2 0,2 1 0,1 2-1,2 0 1,2 0 0,2 2-1,1 1 1,3 0 0,1 0-1,3 1 1,1 1 0,3 0-1,1-1 1,3 31-344,2-60 27,0-1 0,2 0 0,0 0-1,0 0 1,1-1 0,1 1 0,1-1 0,0 0 0,1 0-1,0-1 1,1 0 0,1 0 0,0-1 0,0 0-1,1-1 1,3 3-27,-3-5-115,0 0-1,0-1 1,1 0-1,0-1 1,0 0 0,0-1-1,1 0 1,0-1-1,1 0 1,-1-1-1,1 0 1,-1-1-1,1 0 1,0-1 0,0-1-1,0 0 1,1-1-1,-1 0 1,4-1 115,2-2-883,0 0 1,-1-1 0,18-6 882,25-17-4884,4-11-6139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2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11202,'0'0'2857,"0"0"-821,0 0 101,27 23-353,3 0-1322,-11-8-161,1 0 0,-2 2 0,0-1 1,-1 2-1,-1 1 0,-1 0 0,13 20-301,26 53 2023,14 38-2023,-23-42 492,44 64-492,-86-147-68,1 1-1,0-1 1,0 1 0,1-1-1,-1 0 1,1-1-1,2 2 69,-6-5-108,0 0 0,0-1-1,0 1 1,0-1 0,0 0-1,1 1 1,-1-1 0,0 0 0,0 0-1,0 1 1,0-1 0,0 0-1,0 0 1,0 0 0,1 0 0,-1-1-1,0 1 1,0 0 0,0 0 0,0-1-1,0 1 1,0-1 0,0 1-1,0-1 1,0 1 0,0-1 0,0 1-1,0-1 1,0 0 0,-1 0-1,1 1 1,0-1 0,0 0 0,-1 0-1,1 0 1,0 0 0,-1 0-1,1 0 1,-1 0 0,1 0 0,-1 0-1,0 0 1,1 0 0,-1 0 0,0 0 108,14-26-5075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21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637 1 11122,'0'0'5099,"0"0"-2133,0 0-914,0 0-856,0 0-682,0 0 66,-9 28 318,1-5-686,0 4 23,-1 0 0,-2-1 0,0 0 0,-2 0 0,-1-1 1,-5 5-236,-49 63 395,-4-3 1,-3-4-1,-5-3 1,-3-3-1,-73 53-395,308-216-6194,-83 41-852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2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0 11106,'0'0'2348,"0"0"-575,0 0 74,0 0-393,0 0-247,-26 23-140,-8 7-724,-14 12 910,-37 43-1253,48-47 537,11-14-169,2 1 0,-14 20-368,33-38 31,0-1 0,0 1 0,1 1 0,0-1-1,0 0 1,1 1 0,0 0 0,0 0 0,1 0-1,0 0 1,0 0 0,1 0 0,0 5-31,1-11 21,1-1 0,-1 1 0,1 0 0,-1-1 0,1 1 0,0-1 0,0 1 0,0-1-1,-1 0 1,1 1 0,1-1 0,-1 0 0,0 0 0,0 0 0,0 1 0,1-1 0,-1 0 0,0-1 0,1 1 0,-1 0 0,1 0 0,-1-1 0,1 1 0,-1 0 0,1-1 0,0 0 0,-1 1 0,1-1 0,0 0-21,58 8 643,-51-7-549,154 5 653,33 4-2867,-179-8 1296,36 3-6121,-29-3-2769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22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651 1 912,'0'0'8985,"0"0"-4966,0 0-1482,0 0-262,0 0-761,-32 5-434,-13 4-691,-33 6 1180,-20-2-1569,-21-4 1654,-100-5-1654,161-4-458,58 0 380,0-1 0,-1 1-1,1 0 1,0 0 0,0-1 0,0 1 0,0 0 0,0 0 0,0-1-1,0 1 1,0 0 0,0-1 0,0 1 0,-1 0 0,1 0 0,1-1-1,-1 1 1,0 0 0,0 0 0,0-1 0,0 1 0,0 0-1,0 0 1,0-1 0,0 1 0,0 0 0,0 0 0,1-1 0,-1 1-1,0 0 1,0 0 0,0-1 0,0 1 0,1 0 0,-1 0 0,0 0-1,0 0 1,1-1 0,-1 1 0,0 0 78,22-8-5449,8-2-3683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2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59 312,'0'0'9936,"0"0"-5908,0 0-1515,0 0-702,0 0-962,0 0-463,11-9-14,35-26-104,-43 33-252,0 0-1,0 0 1,0 1-1,0-1 1,1 1-1,-1 0 1,1 0-1,-1 0 1,1 1 0,-1-1-1,1 1 1,-1 0-1,1-1 1,-1 2-1,1-1 1,-1 0-1,1 1 1,-1 0-1,1-1 1,-1 1 0,0 1-1,1-1 1,-1 0-1,0 1 1,0 0-1,0 0 1,0 0-1,0 0 1,0 0-1,-1 0 1,1 1 0,-1-1-1,1 1 1,-1 0-1,0 0 1,1 2-16,4 4 9,-2 0-1,1 1 1,-1 0 0,-1 0 0,0 0 0,0 0 0,-1 0 0,0 1-1,-1 0 1,1 7-9,-2-3 51,-1 0-1,0 1 0,-1-1 0,-1 0 1,-1 0-1,0 0 0,0 0 1,-2 0-1,0-1 0,-3 7-50,-5 6 257,-2 1 0,-1-2-1,-1 0 1,-15 16-257,20-26 167,-7 9-19,0-1 0,-2 0 0,-8 5-148,23-23 145,0-1-1,0 0 0,0-1 0,0 0 0,-1 0 0,1 0 0,-1 0 1,0-1-1,0 0 0,-1-1 0,1 0 0,-1 0 0,1 0 1,-1-1-1,-6 1-144,13-2 252,1 0 36,0 0 13,0 0-13,15-23 8,-10 18-306,2 0-1,-1 1 1,0 0-1,1 0 1,0 1-1,0 0 1,0 0-1,0 0 1,0 1-1,1 0 1,-1 0-1,1 1 1,-1 0-1,1 1 1,0-1-1,-1 1 1,1 1-1,7 0 11,3 2-18,-1-1-1,0 2 1,0 0-1,0 2 1,0-1-1,-1 2 1,11 5 18,-14-4 1,1-1-1,0 0 1,1-2 0,-1 1 0,1-2 0,0 0 0,0-1-1,1 0 1,-1-1 0,1-1 0,6 0-1,-14-1-35,0 0-1,0 0 1,0-1-1,-1 0 1,1 0-1,0-1 1,-1 0-1,1 0 1,-1-1 0,1 0-1,-1 0 1,0 0-1,-1-1 1,2-1 35,-2 0-525,0-1-1,0 1 1,0-1 0,-1-1-1,0 1 1,0-1 0,-1 0 0,4-6 525,6-13-4825,0 1-3249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23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8410,'0'0'2076,"10"28"511,117 412 6945,-101-334-7014,9 89-2518,-29-147 228,-2 1 0,-2 0-1,-3 0 1,-1-1 0,-5 15-228,-2-22 130,-2 0 1,-2-1 0,-2 0-1,-2-1 1,-1 0 0,-2-2-1,-1 0 1,-6 5-131,23-41-267,1 1 0,0-1 0,-1 0-1,1 0 1,-1 0 0,1 0 0,-1-1 0,1 1-1,-1-1 1,1 0 0,-1 0 0,0 0 0,1-1-1,-1 1 1,-1-1 267,-5 0-1544,-33 1-4026,-6 0-3149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21125,'0'0'1944,"0"0"-1720,0 0-32,22 155 120,17 18 744,3 22-352,-3-10-135,-14-44-153,-8-49-96,-3-24-224,-3-18-8,3 0-88,0-10-248,5-12-640,6-28-729,-5-33-2080,-6-20-8753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1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0 141 15739,'0'0'1869,"43"-21"-1094,15-7-456,1 2 0,29-7-319,-48 23 132,0 2-1,1 2 1,0 1 0,0 2-1,0 2 1,0 2-1,0 1 1,19 5-132,-34-3 105,0 0 0,-1 2 0,21 7-105,-34-9 22,-1 0 0,0 1 0,0 0 0,-1 1 1,0 1-1,0-1 0,0 1 0,8 8-22,-13-9 7,1 1 0,-1 0 0,-1 0 0,1 0 1,-1 0-1,-1 1 0,1-1 0,-1 1 0,-1 0 1,1 0-1,-1 0 0,-1 0 0,1 1 0,-2-1 1,1 0-1,-1 1 0,0-1-7,0 6 79,-1 0 0,0 0 0,-1 0-1,-1 0 1,0 0 0,-1-1 0,0 0 0,-1 1 0,-3 4-79,-3 0 227,-1 0 0,0-1 0,-1 0 0,-1-1 0,0 0 0,-2-2 0,1 1 0,-2-2 0,0 0 0,-7 3-227,-1 0 192,0-1 0,-1-1 1,-1-1-1,0-2 0,-1 0 0,0-2 0,-8 0-192,11-4 93,1-1 0,0-2 0,-25 0-93,48-2-12,-1 0 0,1 0 0,-1 0 0,1 0 0,-1 0 0,0 0 0,1 0-1,-1-1 1,1 1 0,-1 0 0,1-1 0,-1 1 0,1-1 0,-1 0 0,1 0 0,0 1 0,-1-1 0,1 0 0,0 0 0,0 0-1,-1 0 1,1 0 0,0-1 0,0 1 0,0 0 0,0 0 0,1-1 0,-1 1 0,0-1 0,0 0 12,0-4-371,0 1 0,1-1 0,-1 0 0,1 1 0,1-1 0,-1 0 0,1 1 0,1-5 371,7-28-5815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1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17628,'0'0'2512,"0"0"-1944,-67 175 857,39-78-305,3 16-352,9 2-136,10-20-24,6 1-296,0-21-216,22-20-96,14-18-56,31-37-728,-6 0-1256,-5-22-5730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2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18684,'0'0'2232,"0"0"-1895,0 0 615,164 105-176,-89-42-120,-8 7-272,-9 3 0,-16-11-256,-8-12-80,-12-12-48,-8-13-328,-3-25-888,-3 0-1529,-5-13-2736</inkml:trace>
  <inkml:trace contextRef="#ctx0" brushRef="#br0" timeOffset="1">541 0 11570,'0'0'7026,"0"0"-6346,-56 148 832,12-58 265,-9 15-513,0-4-152,6-16-103,5-15-633,14-23-224,8-14-152,12-18-184,8-13-705,6-9-487,22-26-1568,5-4-11884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2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20012,'0'0'2054,"0"0"-1096,0 0 72,0 0-481,26 2-332,-11-1-200,11 0 2,0 1 0,0 2 0,0 0 0,-1 2 0,0 0-1,0 2 1,0 1 0,1 1-19,-22-7-2,1-1 1,-1 1-1,0 0 0,1 0 1,-1 1-1,0-1 1,-1 1-1,1-1 0,-1 1 1,0 1-1,1-1 0,-2 0 1,1 1-1,-1-1 1,1 1-1,-1 0 0,0 0 1,-1 0-1,1 0 0,-1 0 1,0 0-1,0 3 2,-1-2 10,0 0-1,-1 0 1,1 0-1,-1 0 1,-1-1-1,1 1 1,-1 0-1,0-1 1,0 1 0,0-1-1,-1 1 1,0-1-1,0 0 1,0 0-1,-1 0 1,0-1-1,0 1 1,0-1-1,-3 2-9,-34 29 654,-2-2-1,-33 19-653,-31 22-1728,43-19-4681,47-41-4540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2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0 145 16259,'0'0'2945,"0"0"-1793,0 0 113,156-50-897,-78 23-368,-6 4-80,1 3-736,-23 8-3625,-14-1-4281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3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12659,'0'0'1665,"0"0"-470,26-2 280,89-6-724,-109 8-714,0-1 0,0 1 0,0 1 1,0-1-1,0 1 0,-1 0 0,1 1 0,0-1 0,0 1 0,-1 0 0,1 1 0,-1-1 0,0 1 1,0 0-1,0 0 0,0 1 0,0-1 0,-1 1 0,1 0 0,-1 1 0,0-1 0,0 1 1,-1-1-1,1 1 0,-1 0 0,0 1 0,-1-1 0,1 0 0,-1 1 0,0-1 0,1 5-37,-1 1 94,0 0 0,-1 0 0,0 0 0,-1 0 0,0 0 0,-1 0 0,0 0 0,0 0 0,-1 0 0,-1 0 0,0-1 0,0 1-1,-1-1 1,-1 0 0,-1 4-94,-15 19 657,0-1-1,-3-1 0,-25 28-656,18-25 806,2 3 0,-13 23-806,39-56 108,1 0 1,-1 1-1,1-1 0,0 1 0,0 0 0,1-1 1,0 1-1,0 0 0,0 0 0,0 0 0,1 0 1,-1 0-1,2 5-108,-1-8 51,0 0 1,1 0-1,-1 0 0,1 0 1,0 0-1,-1 0 0,1 0 1,0 0-1,0-1 0,0 1 1,1 0-1,-1-1 0,0 1 1,1 0-1,-1-1 0,1 0 0,-1 1 1,1-1-1,0 0 0,-1 0 1,1 0-1,0 0 0,0 0 1,0 0-1,0-1 0,0 1 1,0 0-1,0-1 0,0 0 1,0 1-1,0-1 0,0 0 1,0 0-52,32 1-41,0-1 0,-1-2 0,0-1 0,1-1 0,31-9 41,-15 0-2636,-1-2 1,0-3 2635,-11 3-6411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3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16916,'0'0'2104,"0"0"-1512,89 188 1497,-36-50-977,-12 2-432,-10-15 48,-14-27-368,-15-31-232,-2 1-128,0 4-184,-52-11-880,-7-16-1905,-2-18-4328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31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10082,'0'0'2633,"0"0"6,0 0 32,0 0-556,0 0-745,0 0-577,2 14-466,9 28-39,1 0 0,3-1 0,11 23-288,10 24 315,-16-33-124,-2 0 0,-3 1-1,-2 1 1,-3 0 0,-2 1-1,-3 0 1,-2 11-191,-2-31 79,-2 0-1,-1 0 1,-3 0 0,-1-1-1,-7 24-78,11-52 18,-1 1-1,0-1 1,-1 0 0,0 0-1,0-1 1,-1 1-1,0-1 1,0 0-1,-1 0 1,0-1 0,0 0-1,-1 0 1,0 0-1,0-1 1,-1 0-1,0 0 1,0-1-1,0 0 1,-1 0 0,1-1-1,-1 0 1,0-1-1,-1 0 1,-7 2-18,-1-2-154,-1-1 0,1-1 0,0 0 0,-3-2 154,1 1-1814,19 0-489,1 0-2986,0 0-3695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3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15419,'0'0'3129,"0"0"-608,0 0-209,0 0-1352,0 0-496,0 0-304,0 0-80,209-13-64,-139 13-16,-6 0 0,-11 8-672,-17 12-1088,-11-3-3249,-19 1-4385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4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1 447 12779,'0'0'2080,"0"0"-359,0 0-337,0 0-472,0 0-144,192 5-400,-95-25-248,48-10-120,-26 7-2512,-13-5-6994</inkml:trace>
  <inkml:trace contextRef="#ctx0" brushRef="#br0" timeOffset="1">1270 1 16596,'0'0'1848,"0"0"-1088,61 163 1617,-28-31-1009,-7 1-424,-13-10-120,-4-23-368,-6-25-136,-1 0-208,4-2-104,0-21-8,-1-14-288,3-33-640,-2-5-1336,0-10-2353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0 182 12707,'0'0'1672,"30"-21"26,-8 6-1347,3-3-56,1 0-1,1 2 1,1 1 0,0 1 0,1 1 0,0 2 0,14-4-295,-15 8 241,-1 1 0,1 1 0,1 1 0,-1 2 0,0 1 0,1 1 0,-1 1-1,0 1 1,13 4-241,-35-4 42,1 0-1,-1 0 0,0 0 0,0 1 0,0 0 0,0 0 1,-1 1-1,1-1 0,-1 1 0,0 0 0,0 1 0,0-1 1,0 1-1,-1 0 0,0 0 0,3 5-41,-2-1 68,0 0-1,-1 0 1,0 0 0,-1 1-1,0-1 1,-1 1 0,1 0-1,-2 0 1,0 0-1,1 7-67,-2 0 106,0 0-1,-1-1 0,-1 1 0,0-1 0,-1 1 0,-1-1 0,-1 0 1,0 0-1,-1-1 0,-1 0 0,0 0 0,-1 0 0,-4 4-105,-5 4 166,-1-1-1,-1-1 0,0-1 1,-2 0-1,-1-2 1,0 0-1,-1-2 0,-1 0 1,0-2-1,-4 1-165,22-12 26,-1 0-1,1-1 1,0 1-1,-1-2 1,0 1 0,1-1-1,-2 0-25,7-1-12,0 1-1,0-1 1,0 0 0,0 0-1,0 0 1,0 0-1,0-1 1,0 1-1,0 0 1,0 0-1,0 0 1,1-1-1,-1 1 1,0-1 0,0 1-1,0-1 1,0 1-1,0-1 1,0 1-1,1-1 1,-1 0-1,0 1 1,0-1 0,1 0-1,-1 0 1,1 1-1,-1-1 1,1 0-1,-1 0 1,1 0-1,-1 0 1,1 0-1,0 0 1,-1 0 0,1 0-1,0 0 1,0 0-1,0 0 1,0 0-1,0 0 1,0 0-1,0 0 1,0 0-1,0 0 1,0 0 0,1-1 12,0-7-512,1-1 1,0 1 0,1 0 0,0-1 0,1 1 0,-1 1-1,2-1 1,-1 0 0,1 1 0,2-2 511,33-45-8733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4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15643,'0'0'3089,"0"0"-2129,0 0 256,-131 155 137,103-64-457,8 14-80,15-3 248,5-1-592,8-14-207,26-14-169,13-18-40,6-15-56,8-28-241,31-12-823,-14-25-1296,-11-17-8459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5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15195,'0'0'3105,"0"0"-1985,0 0-16,0 0 89,192 121-193,-122-54-376,-6 3-40,-11 3-248,-14-13-208,-11-10-80,-9-10-48,-5-17-120,3-18-672,-3-5-1440,-3-5-4778</inkml:trace>
  <inkml:trace contextRef="#ctx0" brushRef="#br0" timeOffset="1">560 1 15427,'0'0'2801,"0"0"-1617,0 0-184,0 0 241,-95 165-49,42-87-128,-5 4-120,2-9-584,6-11-128,14-17-232,14-12 0,10-10-536,15-23-760,25 0-2433,6-20-2536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16988,'0'0'3792,"0"0"-3151,0 0 743,0 0-760,159-38-400,-90 33-224,-8-2 0,-13 7-712,-20 0-1665,-15 7-4000</inkml:trace>
  <inkml:trace contextRef="#ctx0" brushRef="#br0" timeOffset="1">134 241 11546,'0'0'4673,"0"0"-1784,0 0 48,0 0-1625,0 0-616,0 0-288,0 0-256,156-5-152,-58-22-520,-17 4-1024,-12 1-5026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5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13411,'0'0'1640,"0"0"-234,0 0 258,30-3-890,99-8-510,-122 10-235,0 1 0,0 0 0,0 0 1,0 1-1,0 0 0,-1 0 0,1 1 1,0 0-1,0 0 0,-1 0 0,1 1 0,4 3-29,-7-4 28,0 1 0,-1-1-1,0 1 1,1 0-1,-1 0 1,0 1 0,0-1-1,-1 0 1,1 1-1,-1 0 1,0 0 0,0 0-1,0 0 1,0 0 0,0 2-28,0 2 89,0 0 0,-1 0 0,0 1 0,-1-1 0,0 0 0,0 0 1,0 0-1,-1 1 0,-1-1 0,1 0 0,-1 0 0,-1 0 1,1-1-1,-1 1 0,-1 0 0,0-1 0,-2 4-89,-12 15 469,-2-1 0,0 0 0,-2-2 0,0 0 0,-17 12-469,-48 49 1393,84-81-1327,0 1-1,1 0 0,-1-1 0,0 1 0,1 0 1,0 0-1,0 0 0,-1 4-65,2-6 8,1-1-1,0 0 1,0 0-1,0 0 1,-1 0-1,1 0 1,0 0-1,0 0 1,0 0-1,1 0 1,-1 0-1,0 0 1,0 0-1,0 0 1,1 0-1,-1 0 1,1 0-1,-1 0 1,1 0-1,-1 0 1,1 0-1,-1 0 1,1 0-1,0-1 1,0 1-1,-1 0 1,1 0 0,0-1-1,0 1 1,0 0-1,0-1 1,0 1-1,-1-1 1,1 0-1,0 1 1,0-1-1,0 1 1,1-1-1,-1 0-7,17 5 20,1-1 1,0-1-1,0 0 0,0-2 0,1 0 1,-1-1-1,8-2-20,5 0-277,-1-2 0,-1-1-1,1-2 1,1-2 277,55-23-2151,-15-1-2479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6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15331,'0'0'2505,"0"0"-1777,0 0 24,0 0 464,187 195 1,-131-82-297,-23 10 272,-19-1-440,-14-6-256,-6-14-224,-24-9-152,-9-18-120,-11-10-328,-23-15-1024,9-22-2545,11-18-9090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6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10298,'0'0'6490,"0"0"-5410,0 0-344,0 0 912,17 168-431,-1-90-689,4 9-304,-6-1-128,-3-4-88,-6-9 0,-5-11-8,0-6-408,-8-19-1457,-6-14-3672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7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0 318 14003,'0'0'4201,"0"0"-2793,0 0 97,0 0-849,189-97-504,-80 77-152,63-13-8,-27 8-1041,-20 0-5000</inkml:trace>
  <inkml:trace contextRef="#ctx0" brushRef="#br0" timeOffset="1">1147 0 13395,'0'0'1976,"0"0"-807,44 186 1351,-27-91-552,-6 10-447,-5-2-905,-6-11-232,0-12-192,0-15-96,0-14-96,0-24-584,0-27-1568,0-10-3354,0-22-7272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7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1 212 13003,'0'0'1611,"37"-26"-842,132-87-123,-153 102-514,1 2 1,1 0-1,-1 1 1,1 1-1,1 0 1,0 2-1,-1 0 1,2 1 0,-1 0-1,0 2 1,1 1-1,-1 0 1,1 1-1,-1 1 1,0 1-1,5 2-132,-18-3 79,0 0 0,0 0 1,0 1-1,-1 0 0,1 0 0,0 0 0,-1 1 0,1-1 0,-1 2 0,0-1 0,0 0 1,-1 1-1,1 0 0,-1 0 0,1 1 0,-1-1 0,0 1 0,-1 0 0,1 0 1,-1 0-1,0 0 0,0 0 0,-1 1 0,0-1 0,0 1 0,0 0 0,0 0 0,-1 0 1,0 0-1,0 0 0,-1 0 0,0 0 0,0 3-79,0 4 171,-1 1 0,-1-1 1,0 0-1,0 0 0,-1 0 0,-1 0 0,0 0 1,-1-1-1,-1 1 0,0-1 0,0-1 1,-1 1-1,0-1 0,-7 7-171,-2 0 211,-1-1 1,0-1-1,-2-1 1,0 0-1,0-1 1,-18 9-212,23-15 25,0-1 0,-1 0 0,1-1 1,-1-1-1,0 0 0,-1-1 1,1-1-1,-1 0 0,0-1 1,-8-1-26,23 0-80,0-1-1,0 0 1,0 0 0,0 0 0,0 0 0,0 0 0,0 0 0,0 0 0,0 0 0,0 0 0,0 0 0,0-1 0,0 1-1,0 0 1,0-1 0,0 1 0,0-1 0,0 1 0,0-1 0,0 1 0,1-1 0,-1 0 0,0 1 0,0-1 0,1 0 0,-1 0-1,0 1 1,1-1 0,-1 0 0,1 0 0,-1 0 0,1 0 0,-1 0 0,1 0 0,0 0 0,0 0 0,-1 0 0,1 0-1,0 0 1,0 0 0,0 0 0,0 0 0,0 0 80,-1-32-6032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7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13395,'0'0'3049,"0"0"-2177,0 0 880,-69 190-160,55-108-207,8 9-417,6-14-96,0-4-496,20-21-168,13-9-192,12-21-16,33-22-512,-9 0-1448,-8-22-6530</inkml:trace>
  <inkml:trace contextRef="#ctx0" brushRef="#br0" timeOffset="1">512 33 13123,'0'0'6817,"0"0"-5953,0 0-15,170 85 407,-97-35-592,-4 5-160,-10 0 0,-9-4-192,-14-9-240,-8-4-72,-12-16-184,-7-12-1072,-9-5-3361,0-5-10962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8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0 16347,'0'0'2609,"0"0"-1793,-89 146 1609,33-69-753,-2 1-816,0-8-136,10-7-311,9-13-249,14-18-160,9-7-64,10-10-761,6-15-815,14 0-3881,14-5-8114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8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11546,'0'0'7962,"0"0"-5521,0 0-1401,0 0-96,144-25-744,-74 20-200,-3 3-312,-3 2-976,-20 0-3137,-16 0-5017</inkml:trace>
  <inkml:trace contextRef="#ctx0" brushRef="#br0" timeOffset="1">260 218 12635,'0'0'3945,"0"0"-1329,0 0-944,0 0-463,0 0-1033,0 0-176,167-17-760,-117 9-1161,-9-2-2632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2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 10578,'0'0'1313,"0"0"-421,32-1 551,18-1-499,36 4-944,-81-1 50,0-1-1,0 1 1,0 0 0,0 1 0,0-1-1,0 1 1,0 0 0,-1 0-1,1 1 1,-1-1 0,0 1 0,1 0-1,-1 0 1,0 0 0,-1 1 0,1 0-1,-1-1 1,1 1 0,-1 0 0,0 1-1,-1-1 1,1 0 0,-1 1-1,0 0 1,0-1 0,0 1 0,-1 0-1,1 1-49,0 2 202,0 1-1,-1 0 1,0 0-1,0 0 1,-1-1-1,0 1 1,-1 0-1,0 0 1,0 0-1,-1 0 1,0-1-1,0 1 0,-4 6-201,1-5 186,-1-1 0,-1 0 0,0 0-1,0-1 1,-1 0 0,0 0 0,0-1-1,-1 0 1,0 0 0,0-1-1,-1 0 1,1-1 0,-1 0 0,0 0-1,-4 0-185,27-4-156,-1 1-1,0 0 1,0 1-1,0 1 1,11 4 156,-15-3 1,-1 1 1,0 1 0,-1-1 0,0 1 0,0 0 0,0 0 0,-1 1 0,0 0-1,-1 0 1,0 0 0,0 0 0,0 1 0,-1 0 0,0-1 0,0 8-2,-1-9 78,0 0 1,0 0-1,-1 0 1,0 0-1,-1 0 1,0 1 0,0-1-1,0 0 1,-1 0-1,0 0 1,0 0-1,-1 0 1,0 0-1,0 0 1,-1 0-1,1-1 1,-2 1-1,1-1 1,-1 0 0,-2 4-79,-5 0 205,1 0 1,-2-1-1,0 0 1,0-1-1,0-1 1,-1 1-1,0-2 1,-1 0-1,1-1 1,-1 0-1,0-1 1,0 0-1,-1-1 1,-3 0-206,-38 4 11,0-2 1,1-3-1,-5-2-11,60 0-3,-41 0-2331,15 0-2780,9 0-871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34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7946,'0'0'4497,"0"0"-2617,0 0 473,0 0-633,0 0-832,0 0-112,0 0-24,0 25-87,19-22 87,15 2-96,13-5-368,14 0-208,9 0-56,-1 0-24,-2 0-488,3-5-832,-20 5-2777,-14 0-4033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35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15011,'0'0'2025,"0"0"-1481,0 0-152,0 0-152,0 0-240,164 10-248,-53-8-1369,-16 3-1079,-6-5-4210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2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11763,'0'0'2129,"0"0"-112,0 0 51,0 0-806,0 0-626,0 0-213,28-14-69,93-43-34,-112 54-295,-1 0 0,1 0-1,0 1 1,-1 0-1,1 1 1,0 0 0,0 0-1,0 1 1,0 0-1,0 0 1,5 2-25,1-1 15,-12-1-15,0 1 1,0-1-1,0 1 1,1-1-1,-1 1 1,0 0-1,0 0 1,0 1-1,0-1 1,0 1-1,0-1 1,-1 1-1,1 0 1,0 0-1,-1 0 0,0 0 1,1 0-1,-1 1 1,0-1-1,0 1 1,0 0-1,0-1 1,-1 1-1,1 0 1,-1 0-1,0 0 1,0 0-1,0 0 1,0 0-1,0 0 1,-1 1-1,1-1 1,-1 0-1,0 3 0,0 2 6,0 0 1,0 0-1,-1 0 1,0 0-1,-1 0 1,0-1-1,0 1 1,0 0-1,-1-1 1,0 0-1,-1 1 0,0-1 1,-4 5-7,-8 10 27,-2-1-1,0-2 1,-2 1 0,0-2-1,-1-1 1,-9 5-27,30-21 2,0-1 0,0 0-1,0 0 1,0 0 0,0 0 0,-1 0 0,1 0-1,0 0 1,0 1 0,0-1 0,0 0 0,0 0 0,0 0-1,0 0 1,0 0 0,0 0 0,0 1 0,0-1-1,0 0 1,0 0 0,0 0 0,0 0 0,0 0 0,0 0-1,0 1 1,0-1 0,0 0 0,0 0 0,0 0-1,1 0 1,-1 0 0,0 0 0,0 0 0,0 1 0,0-1-1,0 0 1,0 0 0,0 0 0,0 0 0,0 0-1,1 0 1,-1 0 0,0 0 0,0 0 0,0 0-1,0 0 1,0 0 0,0 0 0,0 0 0,1 0 0,-1 0-1,0 0 1,0 1 0,0-1 0,0-1 0,0 1-1,0 0 1,1 0 0,-1 0 0,0 0 0,0 0 0,0 0-1,0 0 1,0 0 0,0 0 0,1 0 0,-1 0-1,0 0 1,0 0 0,0 0-2,22 2 34,36-1-55,-49-1 30,7-1-16,0 1 1,0 1-1,0 1 0,-1 0 0,1 1 0,-1 0 0,8 4 7,-19-5-2,0-1 1,0 1-1,0 0 0,-1 1 0,1-1 0,-1 1 0,1-1 0,-1 1 0,0 0 0,0 0 1,0 0-1,-1 1 0,1-1 0,-1 1 0,1-1 0,-1 1 0,0 0 0,-1 0 0,1 0 1,-1 0-1,0 0 0,0 0 0,0 1 0,0-1 0,-1 0 0,1 0 0,-1 1 1,0-1-1,-1 4 2,0-2 56,0 0 0,-1 0 1,0 0-1,0-1 0,0 1 1,-1 0-1,0-1 1,0 0-1,0 1 0,0-1 1,-1 0-1,0-1 1,0 1-1,-1-1 0,1 0 1,-1 0-1,0 0 0,0 0 1,0-1-1,-3 2-56,-10 5 127,1 0-1,-1-2 1,-1 0-1,1 0 1,-16 2-127,22-6-33,1-1 0,-1-1 1,0 0-1,0-1 0,0 0 1,0-1-1,0-1 0,1 1 0,-12-3 33,23 2-80,-1 1 0,0-1 0,0 1 0,0-1 1,1 1-1,-1-1 0,0 0 0,1 0 0,-1 1 0,1-1 0,-1 0 0,1 0 0,-1 1 0,1-1 0,-1 0 0,1 0 0,0 0 0,0 0 0,-1 0 0,1 0 0,0 0 0,0 0 0,0 1 0,0-1 0,0 0 1,0 0-1,0 0 0,0 0 0,0 0 0,1 0 0,-1 0 0,0 0 0,0 0 0,1 0 80,13-32-4187,11 6-1400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3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638 1 15211,'0'0'2425,"0"0"143,-142 195-303,73-95-969,-7 5-208,4-2-416,2-5-183,9-13-321,11-18-96,8-11-64,15-19-8,7-9-152,12-16-497,8-12-527,41-27-584,21-18-3113,7-16-5177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3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71 9098,'0'0'5529,"0"0"-3476,0 0-397,-10 28-593,-29 90-504,38-115-537,0 1 0,0-1 1,0 1-1,0 0 1,1-1-1,-1 1 1,1 0-1,0 0 1,0 0-1,1-1 0,-1 1 1,1 0-1,-1 0 1,1-1-1,0 1 1,1 0-1,-1-1 1,1 0-1,-1 1 0,1-1 1,0 0-1,0 1 1,1-1-1,-1-1 1,1 1-1,-1 0 1,1 0-1,0-1 0,0 0 1,0 1-1,0-1 1,0 0-1,1 0-22,8 3 57,-1-1 0,1 0 0,0-1-1,-1 0 1,2 0 0,-1-2 0,0 1 0,4-1-57,2 0 41,0-1 1,-1 0 0,1-2-1,-1 0 1,1 0 0,-1-2-1,0 0 1,0-1 0,0-1 0,-1 0-1,1-2-41,-10 5 66,0-1-1,0 0 1,0 0-1,-1-1 1,0 0-1,0 0 1,0-1-1,-1 1 1,1-1-1,-1 0 1,-1-1-1,1 1 1,-1-1-1,0 0 1,0 0-1,-1 0 1,0-1-1,-1 1 1,1-1-1,-1 1 1,-1-1-1,0 0 1,0 0-1,0 0 1,-1-4-66,0 5 57,0-1 1,0 1-1,-1 0 0,0 0 1,0-1-1,-1 1 1,0 0-1,0 0 0,-1 1 1,1-1-1,-2 0 1,-2-4-58,3 7-6,0 0 1,-1 0 0,0 1 0,1-1 0,-1 1 0,-1 0 0,1 0 0,0 0 0,-1 0 0,1 1 0,-1 0 0,0 0 0,0 0 0,0 0 0,0 1 0,0 0-1,0 0 1,-2 0 5,-4 0-319,0 0 0,-1 0 0,1 1 0,0 0 0,0 1 0,0 1-1,0-1 1,-1 2 319,1 0-1442,1 1 1,-1-1-1,1 2 0,-9 4 1442,-27 19-10029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3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1 225 13275,'0'0'2695,"0"0"-630,0 0-817,0 0-591,0 0-110,35 11-139,12 3-293,0-1 1,15 0-116,-53-12 8,0 0-1,0-1 1,1 0 0,-1 0 0,0-1 0,0 0 0,0-1-1,0 0 1,0 0 0,-1-1 0,1 0 0,-1-1 0,1 0-1,-1 0 1,0-1 0,0 0-8,6-3 16,-8 5 38,1 0 0,-1-1 0,0 0 0,1 0 1,-2-1-1,1 1 0,0-1 0,-1 0 0,0-1 0,0 1 0,-1-1 0,1 0 0,-1 0 0,-1-1 0,1 1 0,-1-1 0,0 0 0,-1 0 0,1 0 0,-1 0 1,-1 0-1,1 0 0,-1-1 0,-1 1 0,1 0 0,-1-6-54,-1 10 31,0 0 0,0 0 0,0 0 0,0 0 0,0 1-1,0-1 1,-1 0 0,1 1 0,-1-1 0,0 1 0,0-1 0,0 1 0,0 0 0,0 0 0,0 0 0,-1 0 0,1 0 0,-1 0 0,1 1 0,-1-1-1,1 1 1,-1 0 0,0 0 0,0 0 0,0 0 0,0 0 0,0 1-31,-10-4 103,1 1-1,-1 1 1,0 0 0,0 1-1,-11 0-102,7 0-315,-25 1-2059,41 0 2252,-1 1 0,1-1 0,0 0 0,0 0 0,0 0 0,0 1 0,0-1 0,0 1 0,0-1 0,0 1 0,0-1 0,1 1 0,-1-1 0,0 1 0,0 0 0,0 0 0,1-1 0,-1 1-1,0 0 1,0 0 0,1 0 0,-1 0 0,1 0 0,-1 0 0,1 0 0,0 0 0,-1 0 0,1 0 0,0 0 0,-1 0 0,1 0 122,0 10-5658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4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0 16307,'0'0'3777,"0"0"-3537,0 0 969,8 161 303,-5-81-736,0 7-48,2-1-352,1-14-248,0-12-88,-1-15-40,-2-12-456,2-16-728,-2-17-1208,0-17-2466,-3-11-4824</inkml:trace>
  <inkml:trace contextRef="#ctx0" brushRef="#br0" timeOffset="1">0 391 10682,'0'0'6586,"0"0"-5650,0 0-304,0 0-64,151-10-368,-62-3-120,3 1-80,8-3-952,-22 2-3233,-20 3-4377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4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7074,'0'0'2509,"0"0"-63,0 0 21,0 0-67,0 0-435,0 0-846,-6 5-637,4-3-405,0 1 0,1-1 0,-1 0 1,0 1-1,1-1 0,0 1 0,-1-1 1,1 1-1,0 0 0,0-1 0,1 1 1,-1 0-1,1 0 0,-1 0 0,1 0 1,0 0-1,0-1 0,0 1 0,0 0 1,0 0-1,1 0 0,0 2-77,4 17 489,1-1 1,0 0-1,2 2-489,11 34 539,-3 24 179,0 16-718,2 18 15,-18-114-58,0 1 0,0 0 0,1 0 0,-1-1 0,1 1 0,-1 0 0,1-1 0,-1 1 0,1 0-1,0-1 1,0 1 0,0-1 0,0 1 0,0-1 0,0 1 0,0-1 0,0 0 0,0 0 0,1 1 43,23 2-5654,-6-4-3781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5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 0 13035,'0'0'3513,"0"0"-2387,-3 26 41,3-24-1130,-3 27 478,-1-1 1,-1 1-1,-2-1 0,-1-1 0,0 1 0,-12 20-515,-44 75 2973,-43 57-2973,48-87 274,5 2 0,4 2 0,-3 22-274,3 6-773,50-124 722,-1-1 0,1 1 0,0 0 0,-1-1 1,1 1-1,0 0 0,-1 0 0,1-1 0,0 1 0,0 0 1,-1 0-1,1-1 0,0 1 0,0 0 0,0 0 0,0-1 1,0 1-1,0 0 0,0 0 0,0-1 0,1 1 0,-1 0 1,0 0-1,0-1 0,1 1 0,-1 0 0,0 0 0,1-1 1,-1 1-1,1-1 0,-1 1 0,1 0 0,-1-1 1,1 1-1,-1-1 0,1 1 0,-1-1 0,1 1 0,0-1 51,2 1-299,0-1-1,0 0 0,0 0 0,0 0 1,1 0-1,-1-1 0,0 1 0,0-1 1,0 0-1,1 0 300,42-18-4760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5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86 136 13243,'0'0'2162,"0"0"-1007,-13 22 486,-38 71-433,47-84-1043,0 1-1,1 0 0,0 0 0,1 1 0,0-1 0,0 0 0,1 1 0,1-1 0,0 1 0,0-1 0,1 1 0,0-1 0,2 6-164,-2-9 161,0-4-118,-1 1 0,1-1 0,0 0 0,1 0 0,-1 0 0,0 0 0,1 0 0,0 0 0,0-1 0,0 1 0,0-1 0,0 1 0,0-1 0,1 1 0,-1-1 0,1 0 0,-1 0-1,1-1 1,0 1 0,0 0 0,0-1 0,0 0 0,0 1 0,0-1 0,0 0 0,0-1 0,1 1 0,-1-1 0,0 1 0,0-1 0,1 0 0,-1 0 0,0 0 0,1-1-43,7 1 47,0-1-1,0 0 1,0 0 0,0-2 0,0 1 0,0-1-1,-1-1 1,1 0 0,7-4-47,-4-1 15,0 0 0,-1-1 0,0 0 0,-1-1 1,0-1-1,0 0 0,-1 0 0,-1-1 0,-1 0 0,1-1 0,-2 0 0,3-6-15,-5 7 26,0 0-1,-1 0 0,0 0 1,-1 0-1,0-1 0,-1 0 1,-1 0-1,0 0 0,-1 0 1,-1 0-1,0 0 0,0 0 1,-2 0-1,-2-12-25,3 22-3,0 1 0,0 0 0,0-1-1,-1 1 1,0 0 0,1-1 0,-1 1 0,-1 0 0,1 0-1,0 1 1,-1-1 0,1 0 0,-1 1 0,0-1-1,0 1 1,0 0 0,0 0 0,0 0 0,0 0-1,0 1 1,-1-1 0,1 1 0,-1 0 0,1 0 0,-1 0-1,1 1 1,-1-1 0,0 1 0,1 0 0,-1 0-1,-3 0 4,-5 0-468,-1 1 0,1 1 0,-1 0-1,1 0 1,0 1 0,0 1 0,0 0-1,-7 4 469,-33 19-5849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1 679 12979,'0'0'2578,"0"0"-122,0 0-757,0 0-764,16 21-452,-6-6-392,-7-9-62,1 1 1,0-2-1,0 1 1,0 0-1,0-1 1,1 0-1,0 0 0,0 0 1,0-1-1,1 0 1,-1 0-1,1 0 1,0 0-1,0-1 0,1 0 1,-1 0-1,0-1 1,1 0-1,0 0 1,0-1-1,-1 1 1,1-1-1,1-1-29,3 0 93,11 1 47,1-1 1,-1-2-1,0 0 0,0-1 1,8-3-141,-24 4 13,0 0-1,-1 0 1,1 0 0,0-1 0,-1 0 0,1 0 0,-1 0-1,0-1 1,0 1 0,-1-1 0,1 0 0,-1-1 0,0 1-1,0-1 1,0 0 0,0 0 0,-1 0 0,0 0 0,0-1-1,0 0 1,1-5-13,1-4 14,-2 0 0,1-1 0,-2 1-1,0-1 1,-1 0 0,0-5-14,-2 19-15,1-1-1,0 1 1,0-1 0,-1 1 0,0-1 0,1 1-1,-1-1 1,0 1 0,0 0 0,0 0 0,-1-1-1,1 1 1,-1 0 0,1 0 0,-1 0-1,1 1 1,-1-1 0,0 0 0,0 0 0,0 1-1,0 0 1,0-1 0,0 1 0,0 0 0,-1 0-1,1 0 1,0 0 0,-1 0 0,1 0-1,-1 1 1,1 0 0,-1-1 0,-1 1 15,-13-2-370,-1 0-1,1 1 1,-1 2 0,-12 0 370,-1 1-836,3-2-3379,14 0-2930</inkml:trace>
  <inkml:trace contextRef="#ctx0" brushRef="#br0" timeOffset="0.99">1125 1 13755,'0'0'3009,"0"0"-2361,0 0 40,0 0-144,0 0-328,179 0-216,-126 0-168,-9 0-1600,-16 0-1137,-17 5-5881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12939,'0'0'2536,"0"0"-1696,0 0 1001,0 0-817,0 0-1024,189-15-240,-114 3-2144,-8 2-4514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6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12099,'0'0'2728,"0"0"-1752,0 178 1929,0-101-1553,0 1-512,3-10-343,10-13-321,1-10-128,0-13-48,0-14-569,-5-8-751,-4-10-640,-5-10 143,0-23-1183,-5-7-4514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7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1 12979,'0'0'2159,"0"0"160,0 0-583,0 0-878,0 0-611,0 0-206,2 15 22,-2-15-64,2 16 140,1 0-1,-2 1 0,0-1 1,-2 0-1,1 1 1,-2-1-1,0 0 0,-1 0 1,-1 0-1,0 0 0,-4 9-138,-12 8 317,-1-1 0,-2 0 0,-1-2 0,-1-1 0,-2-1 0,-28 24-317,18-18 87,2 3-1,1 1 1,-19 28-87,53-66 1,0 0 0,0 0 1,-1 1-1,1-1 0,0 0 0,0 1 0,-1-1 0,1 0 1,0 1-1,0-1 0,-1 0 0,1 1 0,0-1 0,0 0 0,0 1 1,0-1-1,0 0 0,0 1 0,0-1 0,0 1 0,0-1 1,0 0-1,0 1 0,0-1 0,0 1 0,0-1 0,0 0 0,0 1 1,0-1-1,0 0 0,0 1 0,1-1 0,-1 0 0,0 1 0,0-1 1,0 0-1,1 1 0,-1-1 0,0 0 0,1 1-1,18 0 106,36-12 95,-45 8-188,45-9-1166,0 3 0,32-1 1153,212 2-7937,-265 8 7035,5 0-7731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7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13483,'0'0'4161,"0"0"-3617,0 0 1640,0 0-279,0 0-841,222 10-344,-124-32-152,2 4-264,-8 1-232,-6 7-72,-11 5-384,-14 0-704,-5 5-1216,-17 0-3114,-17 0-3864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7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10562,'0'0'2211,"0"0"-501,-28 24 477,-87 81-398,109-99-1641,0 0 0,1 1 1,0 0-1,0-1 1,0 2-1,1-1 1,0 0-1,-3 9-148,6-13 57,0 0 0,0 0-1,1 0 1,-1 0 0,1 1 0,0-1 0,-1 0-1,1 0 1,1 1 0,-1-1 0,0 0 0,1 0-1,0 0 1,-1 1 0,2 2-57,1-2 30,-1-1 0,1 1 0,-1 0 0,1-1 0,0 0 0,1 0 1,-1 0-1,0 0 0,1 0 0,0 0 0,-1-1 0,1 0 0,0 0 0,0 0 0,0 0 0,1-1 0,-1 1 0,0-1 1,1 0-1,-1 0 0,1-1 0,-1 1 0,1-1-30,16 1 23,0 0 0,-1-2 1,1 0-1,-1-1 0,1-1 1,-1-1-1,0-1 0,0 0 1,0-2-1,-1 0 0,0-2 0,0 0 1,-1-1-1,0 0 0,0-2-23,-15 10 8,1 0-1,-1-1 1,0 1 0,0-1-1,-1 1 1,1-1-1,0 0 1,-1 0-1,0 0 1,0 0 0,0-1-1,0 1 1,0 0-1,-1-1 1,1 0-1,-1 1 1,0-1 0,0 0-1,0 1 1,-1-1-1,1 0 1,-1 0-1,0 0 1,0 0 0,0 1-1,-1-1 1,1 0-1,-1 0 1,0 0-1,0 1 1,0-1 0,-1 1-1,1-1 1,-1 1-1,0-1 1,0 1 0,0 0-1,0 0 1,-1 0-1,1 0 1,-1 0-1,0 0 1,0 1 0,0-1-1,0 1 1,0 0-1,0 0 1,-1 0-1,1 0 1,-2 0-8,-7-2-35,0 0-1,1 0 1,-1 1-1,-1 1 1,1 0-1,0 1 1,0 0-1,-1 0 1,1 2-1,-10 1 36,10-1-988,0 1-1,0 0 0,0 1 1,1 0-1,-1 1 0,-8 4 989,-18 14-8469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8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14123,'0'0'5345,"0"0"-4657,0 0 665,0 0-417,0 0-672,200-32-264,-119 24-56,-12 3-856,-10 5-1313,-23 0-2960,-17 0-4737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48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0 764 10546,'0'0'3993,"0"0"-2601,0 0 1241,0 0-1057,0 0-872,0 0-496,181-15-208,-72-20-568,-20 2-1744,-17 6-2633</inkml:trace>
  <inkml:trace contextRef="#ctx0" brushRef="#br0" timeOffset="1">1041 0 15795,'0'0'2985,"0"0"-1857,0 0-440,0 0 97,0 0 119,6 168-352,-1-105-392,4-8-48,2-10-112,17-18-768,0-17-1921,2-10-5232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50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18 3209,'0'0'1613,"0"0"-698,0 0 245,0 0 122,0 0-22,0 0-202,-1-3 22,1 2-998,-1 0 0,1 1 0,0-1 1,-1 0-1,1 0 0,-1 1 0,1-1 0,-1 0 0,1 1 0,-1-1 0,0 0 0,1 1 0,-1-1 1,0 1-1,1-1 0,-1 1 0,0-1 0,0 1 0,1 0 0,-1-1 0,0 1 0,0 0 0,0-1 0,1 1 1,-1 0-1,0 0 0,0 0 0,0 0 0,0 0 0,0 0 0,1 0 0,-1 0 0,0 0 0,0 1 1,0-1-1,0 0 0,0 0 0,1 1 0,-1-1 0,0 1-82,-39 24 1534,12-6-525,6-10-85,0 0 1,-1-2 0,-19 4-925,-54 19 1071,88-27-1027,0 1 0,1-1 1,0 2-1,-1-1 0,1 1 0,1 0 0,-1 0 0,1 1 0,0 0 0,-1 1-44,4-4 3,1 0 0,-1 0 0,0 1 0,1-1 0,0 1 0,0-1 0,0 1 0,0 0 0,0 0 1,1 0-1,0 0 0,0 0 0,0 0 0,0 0 0,1 1 0,-1-1 0,1 0 0,0 0 0,0 0 0,1 1 0,-1-1 0,1 0 0,0 0 0,0 0 0,1 0 0,-1 0 1,1 0-1,0 0 0,0 0 0,0-1 0,0 1 0,1-1 0,-1 1 0,1-1 0,0 0 0,0 0 0,0 0 0,0-1 0,1 1 0,-1-1 0,1 0 0,-1 0 0,1 0 0,0 0 1,0 0-1,0-1 0,0 0 0,0 0-3,16 4-9,0-1 0,1 0 1,-1-2-1,1-1 0,0 0 1,-1-2-1,1 0 0,-1-1 1,1-1-1,-1-1 0,10-4 9,-19 5-26,0-1 0,-1 0 0,1-1-1,-1 0 1,0-1 0,0 0-1,0 0 1,-1-1 0,0 0 0,0-1 26,-4 2-19,0 1 0,0-1 0,0 0 1,-1 0-1,0-1 0,0 0 1,-1 1-1,0-1 0,0 0 0,0-1 1,-1 1-1,0 0 0,-1-1 1,0 1-1,1-6 19,-2 10 27,1-1 0,-1 1 0,0-1 0,0 1 0,-1 0 0,1-1 0,-1 1 1,1 0-1,-1-1 0,0 1 0,0 0 0,-1 0 0,1 0 0,-1 0 0,1 0 0,-1 0 0,0 0 0,0 0 0,0 1 1,-1-1-1,1 1 0,-1-1 0,1 1 0,-1 0 0,0 0 0,1 0 0,-1 1 0,0-1 0,0 1 0,-1-1 0,1 1 1,-2 0-28,-53-11-729,-1 10-4632,58 2-2156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54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 9642,'0'0'3924,"0"0"-2140,0 0 262,0 0-510,0 0-930,0 0-414,12-13-158,-4 2-29,-5 6-3,0 0 1,1 0 0,0 1-1,0-1 1,0 1 0,0 0-1,1 0 1,-1 1 0,1-1-1,0 1 1,0 0-1,0 0 1,1 1 0,-1 0-1,1 0 1,-1 0 0,4-1-3,34-1 341,1 1 0,-1 3 0,16 2-341,19 0 35,-41-1-986,-1 3 0,32 6 951,-24-3-3148,-14-2-2968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54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6121,'0'0'5528,"0"0"-3643,0 0-867,27-6-36,8-2-711,-16 2-153,-1 2 1,1 1-1,1 0 1,-1 1-1,0 1 1,7 1-119,-23 0 7,0 0 1,0 0-1,0 1 1,0-1-1,0 1 1,0 0-1,0-1 1,0 1-1,0 0 1,-1 1-1,1-1 1,0 0-1,-1 1 1,1 0-1,-1 0 1,1-1-1,-1 1 1,0 1-1,0-1 1,0 0-1,2 2-7,-1 1 33,-1 0-1,1 0 0,-1 0 0,1 1 1,-2-1-1,1 1 0,0-1 1,-1 1-1,0 0 0,-1 0 1,1 2-33,-1 4 200,0-1 0,0 1 0,-1-1 0,0 1 1,-1-1-1,-1 1 0,0-1 0,0 0 0,-1 0 1,-1-1-1,-4 10-200,-16 15 720,-2 0 0,-11 9-720,13-16 367,2 1 0,1 0 1,-14 25-368,36-53 225,0-1 28,30 0 242,396-5 181,-389 1-3650,-13-2-1909,-4-2-2848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3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14507,'0'0'4289,"0"0"-2953,0 0 249,0 0-665,0 0-488,0 0-232,156 0 128,-83 0-160,5 0-64,-3-2-96,-11-3-8,-11 5-424,-26 2-1016,-13 21-2609,-14 7-2281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1016,'0'0'14123,"0"0"-11194,0 0-849,0 0-399,0 0-833,0 0-552,142-30-160,-70 12-136,1 3 0,-4 5-144,26 5-1192,-17 5-3954,-9-2-9113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4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16235,'0'0'3018,"0"0"-676,0 0-876,6 28-945,33 133-173,34 150 502,-52-161-400,-6 0 1,-6 2-1,-8 28-450,0 40-498,2-206-497,3-19-370,6-25-1008,-1-23-3018,1-8-3453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4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0 350 14051,'0'0'1534,"17"-30"-342,-8 12-930,2-3-22,-1 1 0,2 1 0,1-1-1,0 2 1,1 0 0,1 1 0,1 0 0,1 1 0,0 1-1,3-1-239,2 1 177,1 2 0,1 0 0,0 2-1,0 1 1,1 0 0,0 2 0,1 1-1,0 1 1,0 1 0,23 0-177,-33 4 102,0 0 0,0 2 0,1 0 0,-1 1 1,0 1-1,0 0 0,-1 1 0,9 3-102,-13-3 42,-1 1 0,0 0 0,0 0 0,-1 1 0,0 0 0,0 0 0,0 1 0,0 1 0,-1-1 0,-1 1 0,1 1 0,4 6-42,-3 0 51,0 0 0,-1 0-1,0 1 1,-1 0 0,-1 0-1,0 1 1,-2 0 0,0 0 0,0 0-1,-2 0 1,1 16-51,-2-19 91,-1 0 0,-1 0-1,0 0 1,0-1 0,-1 1 0,-1 0 0,-1-1 0,0 1 0,0-1-1,-1 0 1,-1-1 0,0 1 0,-1-1 0,0 0 0,-1 0-91,-8 7 126,-1-1 0,-1 0 0,-1-1 0,0-1 0,-1 0 1,0-2-1,-2 0 0,1-2 0,-2 0 0,-8 2-126,2-2 7,1-2-1,-2 0 1,1-3-1,-1 0 1,0-2-1,-1-1 1,1-1-1,-11-2-6,33-3-708,12-8-331,0 4 412,1 0 0,0 0-1,-1 1 1,2-1 0,-1 1-1,1 0 628,26-19-5493,17-9-7759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14843,'0'0'2165,"0"0"-970,0 0 95,-17 32-121,4-9-950,-6 11 76,1 0 1,2 1 0,1 0 0,2 1-1,-6 30-295,6-5 417,2 1 0,4 0 0,2 1-1,2-1 1,4 1 0,3 18-417,-2-62 32,1 0-1,1 0 1,1-1-1,0 0 1,1 0 0,1 0-1,1-1 1,0 0-1,1 0 1,1-1-1,1 0 1,0-1 0,1 0-1,7 6-31,-11-13-57,0 0-1,1-1 1,0 1-1,0-2 1,1 1-1,0-2 0,0 1 1,0-1-1,1-1 1,0 0-1,0 0 1,0-1-1,0 0 1,0-1-1,1-1 1,-1 0-1,1 0 0,-1-1 1,1 0-1,-1-1 1,1-1-1,-1 1 1,0-2-1,1 0 58,1-1-786,0-1 1,0 0-1,-1 0 0,0-2 0,1 0 786,50-36-10694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14523,'0'0'2585,"0"0"-1681,0 0 544,175 160-112,-108-84-519,-9-1-289,-5-3-280,-11-7-128,-11-7-104,-9-10-8,-5-11-8,-9-12-608,-3-12-913,-2-11-2439,0-2-1026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5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12763,'0'0'1949,"0"0"-806,-3 31 886,1-12-1691,0 11 128,-1 1 0,-2-1 1,-1 0-1,-1-1 0,-2 1 0,-9 22-466,-18 19 1128,-2-1-1,-4-1 1,-17 17-1128,-6 12 626,2 6-626,56-81-344,7-23 281,0 1 0,0-1 0,0 1 0,1-1 0,-1 0 0,0 0 0,0 1 1,1-1-1,-1 0 0,0 1 0,0-1 0,1 0 0,-1 0 0,0 1 0,1-1 0,-1 0 1,0 0-1,1 0 0,-1 0 0,1 1 0,-1-1 0,0 0 0,1 0 0,-1 0 0,1 0 0,-1 0 1,0 0-1,1 0 0,-1 0 0,1 0 0,-1 0 0,0 0 0,1-1 63,41-14-7904,-6-4-5904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5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11242,'0'0'5658,"0"0"-4082,0 0-464,0 0-152,0 0-632,0 0-256,147 5-8,-88-5-56,-4 0-8,6 0-400,-13-5-2408,-15-3-4026</inkml:trace>
  <inkml:trace contextRef="#ctx0" brushRef="#br0" timeOffset="1">101 288 13947,'0'0'3769,"0"0"-3113,0 0 536,0 0-208,156-2-688,-81-11-200,6-2-96,27-7-736,-19 2-1944,-11-3-3802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6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30 16067,'0'0'2194,"0"0"-861,-15 28 121,-48 94-477,59-115-918,1 0 1,1 0-1,-1 0 1,1 0-1,1 0 1,-1 1-1,1-1 1,0 0 0,1 1-1,0-1 1,0 1-1,0-1 1,2 8-60,0-11 23,-1-1-1,0 1 1,1 0 0,0 0 0,0-1 0,0 1 0,0-1 0,1 1 0,0-1 0,-1 0 0,1 0 0,0 0 0,0-1 0,0 1-1,1-1 1,-1 1 0,1-1 0,0 0-23,11 4 33,0-1 0,0 0 0,0-1 1,1 0-1,0-2 0,0 0 0,0 0 0,0-2 0,12 0-33,-1-1 21,0-1 0,0-1 1,0-1-1,0-1 0,-1-2 0,11-4-21,-20 5 12,0 0 1,0-2-1,-1 0 1,0-1-1,-1 0 0,0-1 1,0-1-1,-1 0 0,0-1 1,0-3-13,-9 10 15,0-1 0,0 0 0,-1 0 0,0-1 0,0 1 0,-1-1 0,0 0 0,0 0 0,0-1-15,-2 5 31,0 0-1,0-1 1,-1 1-1,1 0 1,-1-1-1,1 1 0,-1 0 1,0-1-1,-1 1 1,1-1-1,0 1 1,-1 0-1,0-1 1,0 1-1,0 0 0,0 0 1,0 0-1,-1 0 1,1 0-1,-1 0 1,-1-1-31,-5-4 27,0 0 1,0 1 0,-1 0-1,0 0 1,0 1-1,-1 0 1,0 0 0,0 2-1,0-1 1,-8-1-28,-3-2-163,-1 1 0,0 1 0,-1 1-1,-18-2 164,10 7-3852,29 5-1883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6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14307,'0'0'1784,"0"0"-1247,0 0 1079,167 195-232,-117-90-240,-14 8-55,-22-18-169,-8 0-120,-6-12-248,-6-15-232,-16-13-200,-3-10-120,5-13 0,1-4-832,10-13-960,7-5-3481,2-10-5682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7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2497,'0'0'12882,"0"0"-10345,0 0-1849,0 0 704,0 0-720,153 0-376,-97 0-232,-1 0-23,-5 0-41,-2 0-409,-9 0-639,-3 0-608,-11 0-721,-8-2-3648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11506,'0'0'2184,"0"0"12,0 0-101,0 0-1221,0 0-592,0 33 292,-5 235 1124,-6 340-71,9-582-2444,1-22-5813,1-19 587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7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2561,'0'0'12346,"0"0"-10801,0 0 391,53 220 48,-31-112-759,-5 0-673,0-6-152,-4-12-240,-1-9-64,-4-16-96,-2-13 0,-1-12-248,-5-15-1104,0-25-2377,0 0-1248,0-12-4401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8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1 233 12395,'0'0'1347,"25"-25"-643,-1 1-481,-7 5-39,2 0 1,0 2-1,1 0 0,1 1 0,0 1 1,2 1-1,-1 1 0,3 0-184,-8 5 232,1 1 0,-1 1-1,1 1 1,0 1-1,0 0 1,1 1 0,-1 1-1,0 1 1,17 0-232,-26 2 95,0 0 0,0 0 0,0 1-1,0-1 1,0 2 0,0 0 0,-1 0 0,1 0 0,-1 1 0,0 0 0,0 1 0,-1 0-1,1 0 1,-1 1 0,0-1 0,0 2 0,-1-1 0,0 1 0,0 0 0,2 4-95,0 2 102,0 1 0,-1-1 0,-1 1 0,-1 1 0,0-1 1,0 1-1,-2 0 0,0 0 0,0 0 0,-1 0 0,-1 11-102,-1-15 131,0 1-1,0-1 1,-1 1-1,0-1 1,-1 1-1,-1-1 1,0 0-1,0 0 1,-1 0-1,-1 0 0,1-1 1,-2 0-1,1 0 1,-2 0-1,-4 6-130,-2-2 163,0-1 0,-1-1 0,0 0 0,-1 0 0,0-2 0,-1 0-1,0-1 1,-1 0 0,1-2 0,-2 0 0,-1 0-163,-10 2 17,0-1 1,0-2-1,0-1 1,0-2-1,-1 0 1,-17-2-18,44-1-78,0 0 1,0 0 0,0 0 0,0-1 0,0 1-1,0-1 1,1 0 0,-1 0 0,0 0 0,0 0-1,0 0 1,1 0 0,-1-1 0,0 1 0,1-1-1,-2-1 78,3 1-130,0 1 0,0 0 0,0-1 0,0 1 0,1-1 0,-1 1 0,1-1-1,-1 1 1,1-1 0,-1 1 0,1-1 0,0 1 0,0-1 0,0 1 0,0-1-1,0 0 1,0 1 0,0-1 0,0 1 0,1-1 0,-1 0 0,0 1 0,1-1-1,0 1 1,-1 0 0,1-1 0,0 1 0,0-1 0,0 1 0,0 0 0,0-1 130,27-24-4837,12 1-2646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8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13899,'0'0'1888,"0"0"-879,0 0-41,-69 135 384,38-37 96,0 14-279,4 3-25,13-19-304,2-1-256,12-20-320,0-15-168,12-18-56,24-11-32,14-16-16,11-13-688,37-9-936,-15-24-4001,-13-4-7762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8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14779,'0'0'2521,"0"0"-1481,0 0 1312,136 210-607,-72-115-825,-3-5-416,-5-12-216,-12-15-208,-7-18-64,-12-13-16,-6-12-288,-2-20-824,-6 0-1433,-5-20-4032</inkml:trace>
  <inkml:trace contextRef="#ctx0" brushRef="#br0" timeOffset="1">438 0 13115,'0'0'4961,"0"0"-3385,0 0-1216,0 0 128,-67 150 945,25-54-649,-5 6 152,-9-7-112,3-9-288,6-16-352,5-15-128,12-15-56,10-10-192,20-15-696,0-5-1488,0-10-4178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9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12275,'0'0'1872,"0"0"-1240,0 0 1729,184 0-1569,-129-5-640,9 0-152,-16 2-1640,-12-2-5066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12763,'0'0'2792,"0"0"-639,0 0-825,0 0-416,0 0-400,151 7-480,-71-7-32,-5-12-3800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6:59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82 289 4841,'0'0'8571,"0"0"-5163,2-30-1592,3-47 606,4 0 0,6-13-2422,-15 89 41,-1 1 0,1-1 0,0 1 0,0-1 0,0 1 0,0-1 0,0 1 0,1-1 0,-1 1 0,0-1 0,0 1 0,0-1 0,0 1 0,0-1 0,1 1 0,-1-1 0,0 1 0,1-1 0,-1 1 0,0-1 0,1 1 0,-1 0 0,0-1 0,1 1 0,-1-1 0,1 1 0,-1 0 0,0 0 0,1-1 0,-1 1 0,1 0 0,0 0-41,8 15 268,8 48-656,-15-51 536,15 59-515,-3 2 1,-3 0-1,-4 0 1,-2 0-1,-4 1 1,-3 0 366,1-73-91,1 1 0,0-1 0,-1 1 0,1-1 0,-1 0 0,1 1 0,-1-1 0,0 0 0,0 0 0,0 1 0,1-1 0,-1 0 0,0 0 0,0 0 0,-1 0 0,1 0 0,0 0 0,0-1 0,0 1 1,-1 0-1,1-1 0,0 1 0,-1 0 0,1-1 0,0 0 0,-1 1 0,1-1 0,-1 0 0,1 1 0,0-1 0,-2 0 91,-54 0-748,40-1 882,-7 1 229,-39-1 1104,56 3-900,39 2-469,16 0 60,0-2-1,0-2 1,10-3-158,-26-1-1018,0 0 0,0-2 0,3-3 1018,36-11-7627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00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11602,'0'0'2049,"0"0"455,84 190-279,-56-92-873,-9 2-400,-8-2-255,-8-8-425,-3-10-112,0-13-160,0-4-833,0-20-3191,0-13-4290</inkml:trace>
  <inkml:trace contextRef="#ctx0" brushRef="#br0" timeOffset="1">844 66 15427,'0'0'2921,"0"0"-1129,0 0-1136,0 0-287,5 205 783,4-92-528,-4 10-64,-5-21 16,3 3-320,-3-22-160,3-20-96,2-21-8,4-17-672,16-25-512,0-2-1465,0-26-5657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00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1 298 14091,'0'0'4905,"0"0"-2985,0 0-279,0 0-705,0 0-744,175 0-64,-86-2-120,6 2-8,-3-3-48,28-7-504,-23 0-2305,-16-5-7121</inkml:trace>
  <inkml:trace contextRef="#ctx0" brushRef="#br0" timeOffset="1">1106 0 11843,'0'0'6841,"0"0"-5049,0 0-1304,0 0-247,-3 210 735,3-82-184,0-3-112,0-10-32,0-32-368,0 0-88,0-1-192,0-22-48,0-22-504,0-20-928,0-18-4465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00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1 146 14835,'0'0'1618,"26"-19"-814,-6 3-621,-5 3-68,1 1-1,-1 1 1,2 0 0,0 1 0,0 1 0,1 1 0,0 0-1,0 1 1,1 1 0,4 0-115,-6 2 87,-1 2 0,1 0 0,-1 1 1,1 0-1,-1 2 0,1 0 0,-1 1 0,12 2-87,-20-2 45,-1 0 0,0 1 0,0 0 0,0 0 0,0 0 0,0 1 0,-1 0 0,1 0 0,-1 1 0,0 0 0,0 0 0,-1 0 0,0 1 0,1-1 0,-2 1 0,1 1 0,-1-1 0,0 1 0,2 4-45,0 2 56,-1-1-1,-1 1 1,0 0 0,0 0-1,-1 0 1,-1 0-1,-1 1 1,1-1-1,-2 1 1,0-1-1,-1 1 1,0-1 0,-1 0-1,0 1 1,-3 5-56,0-1 148,-1 0 0,-1 0 0,-1-1 0,0 0 0,-1 0 0,-1-1 0,-1 0 0,0-1 0,-1 0 0,-9 9-148,2-5 141,-1-1 0,0-1 1,-1-1-1,-1-1 0,-9 5-141,16-12 13,1-1 1,-1 0-1,0-1 1,-1 0-1,1-1 1,-1-1-1,0-1 1,0 0-1,-6 0-13,21-3-38,0 0-1,-1 1 1,1-1-1,-1 0 1,1 0-1,0 0 1,-1 0-1,1 0 1,-1 0-1,1-1 1,0 1-1,-1 0 1,1-1-1,0 1 1,-1-1-1,1 1 1,0-1-1,0 0 1,-1 1 0,1-1-1,0 0 1,0 0-1,0 0 1,0 0-1,0 0 1,0 0 38,0-3-559,0 1-1,0-1 1,1 0 0,-1 0 0,1 1 0,0-1 0,0 0 0,0 1-1,1-4 560,-1 5-354,2-37-8666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01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1 13811,'0'0'2961,"0"0"-1985,-92 143 1112,53-51-407,9 16-233,7 5-528,23-21-304,0 3-256,23-17-224,18-18-56,10-17-72,10-21-8,39-22-816,-14-5-1416,-5-25-9731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01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16484,'0'0'2720,"0"0"-2008,0 0 489,105 148-33,-40-58-472,1 5-320,1 1 72,-8-14-200,-15-14-232,-10-18-16,-15-20-264,-11-30-1328,-8 0-3729,0-20-7218</inkml:trace>
  <inkml:trace contextRef="#ctx0" brushRef="#br0" timeOffset="1">446 0 14875,'0'0'1873,"0"0"-121,-108 173 672,52-88-1047,-5 0-529,2-7-248,9-10-224,8-13-296,12-15-40,13-13-40,17-9-888,22-18-1176,23 0-2994,5-13-6024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02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2865,'0'0'14339,"0"0"-11635,0 0-1944,0 0 457,181 0-729,-117 0-392,-8 0-96,-9 2-792,-17 1-1969,-13-3-5153</inkml:trace>
  <inkml:trace contextRef="#ctx0" brushRef="#br0" timeOffset="1">18 236 14299,'0'0'2905,"0"0"-1369,0 0-288,0 0-512,0 0-383,175 10-353,-89-10-1913,-8-5-5280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02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11346,'0'0'2080,"0"0"-822,25-3 211,10-3-1024,-17 2-263,0 1-1,1 1 0,-1 0 1,1 1-1,-1 2 0,6 0-181,-20-1 28,-1 1 1,1-1-1,0 1 0,0 0 0,-1 0 0,1 0 0,-1 0 0,1 1 0,-1-1 0,1 1 0,-1 0 0,0 0 0,0 0 0,0 1 0,0-1 0,0 1 0,-1 0 0,1-1 0,-1 1 0,1 0 0,-1 0 0,0 1 0,0-1 0,-1 0 0,1 1 0,-1-1 0,1 1 0,-1-1 0,0 1 0,-1 0 0,1 0 0,0-1 0,-1 2-28,1 4 64,-1 0 1,0 0-1,0 0 0,-1 0 0,0 0 0,0-1 0,-1 1 0,0 0 0,-1 0 0,0-1 0,0 0 0,-1 1 0,-4 7-64,-14 14 397,-1 0-1,-1-1 1,-18 15-397,17-18 582,0 1 0,2 2-1,1 0 1,1 2-582,18-28 40,1 2-1,0-1 1,0 0 0,0 0 0,0 1 0,0-1-1,1 1 1,0-1 0,0 1 0,0-1-1,1 1 1,-1 0 0,1 0 0,0-1-1,0 1 1,1 1-40,0-4 8,0 1-1,0-1 0,0 1 1,1-1-1,-1 1 0,1-1 1,-1 0-1,1 1 1,0-1-1,0 0 0,0 0 1,0-1-1,0 1 1,0 0-1,0-1 0,1 1 1,-1-1-1,1 0 0,-1 1 1,1-1-1,-1-1 1,1 1-1,0 0 0,0 0 1,-1-1-1,3 0-7,21 4-463,1-1 0,-1-2 0,1 0 0,0-2 0,-1-1 0,0-1 1,1-2-1,18-5 463,26-9-4931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0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 14283,'0'0'2401,"0"0"-1065,92 140 488,-64-47-119,-17 14-521,-11 4-288,0-6-96,-22-10-248,-6-13-472,-8-6-80,-25 4-440,5-20-1272,3-13-5202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14667,'0'0'3737,"0"0"-2633,0 0 416,0 0-679,0 0-417,0 0-312,95 10-16,-51-7-88,1 2-8,-1 7-576,-10-2-1969,-15 0-3472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1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13259,'0'0'3145,"0"0"-2065,0 0 896,0 0-984,167-23-640,-80-2-352,46-23-824,-21 8-3721,-12 0-7321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14363,'0'0'2553,"0"0"-905,0 0 280,0 0-1079,0 0-513,0 0 416,28 145 96,-14-68-152,-6 4-256,0-4-176,-2-9-208,0-13 8,2-10-64,3-15-136,20-12-696,-4-11-1168,4-7-4418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1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760 1 15283,'0'0'2393,"0"0"-1390,-4 26 77,-26 131 3182,-46 138-4262,27-163 907,-6-3 0,-5-2 0,-52 77-907,-8-12 50,-126 152-50,238-338-914,15-22 4,67-75-5291,-35 46-1044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2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28 14163,'0'0'2071,"0"0"-869,0 0 269,-19 30-355,-57 98-409,72-121-657,1-1 0,0 1 0,0 0 0,1 0 0,0 0 0,0 1 0,0-1 0,1 0 0,0 1 0,1-1 0,-1 1 0,2-1-1,-1 0 1,2 7-50,-1-2 86,-1-9-63,1 0 1,-1 1-1,1-1 0,0 0 0,-1 0 0,2 0 0,-1 0 1,0 0-1,1 0 0,-1 0 0,1 0 0,0-1 0,0 1 1,0 0-1,0-1 0,0 0 0,1 1 0,-1-1 0,3 1-23,-1 0 44,1 0 0,0-1-1,0 0 1,0 0 0,0-1-1,0 1 1,0-1 0,0 0-1,0 0 1,0-1 0,6 1-44,-1-1 54,0-1-1,0 0 1,0 0 0,0-1 0,0 0-1,0 0 1,0-1 0,-1-1 0,1 0-1,-1 0 1,0-1 0,5-3-54,-6 2 22,-1-1-1,0 1 1,-1-1-1,1-1 1,-1 1-1,-1-1 1,1 0-1,-1 0 1,-1-1 0,0 0-1,0 1 1,0-1-1,-1-1 1,-1 1-1,1 0 1,-2-1 0,1 1-1,-1-1 1,-1 0-1,1 1 1,-2-1-1,1 0 1,-2 1 0,1-1-1,-1 1 1,0-1-1,-1 1 1,0 0-1,-1 0 1,0 0-1,0 1 1,-1-1 0,0 1-1,0 0 1,-6-6-22,-19-13-2683,16 21-2339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7 241 14051,'0'0'1711,"0"0"-377,-2 24 335,2-24-1669,-3 27 460,1 0 1,3 22-461,-1-44 27,1-1 1,0 0 0,0 0-1,0 0 1,1 0 0,-1 0 0,1 0-1,0-1 1,0 1 0,0 0 0,1-1-1,-1 1 1,1-1 0,0 0 0,0 0-1,0 0 1,0 0 0,0-1-1,1 1 1,1 0-28,4 2 52,1 0 1,-1-1-1,0 0 0,1-1 0,0 0 1,6 1-53,-1-1 28,0 0 0,0-1-1,0-1 1,0 0 0,0-1 0,0 0 0,0-1 0,0-1 0,0-1 0,0 0 0,-1-1 0,14-5-28,-19 5 5,0 0 0,-1-1-1,1 1 1,-1-2 0,0 1 0,0-1 0,-1-1 0,0 1-1,0-1 1,0-1 0,-1 1 0,0-1 0,-1 0 0,1 0 0,-2-1-1,1 0 1,-1 0 0,0 0 0,-1 0 0,1-3-5,0-3 72,-1-1 0,0 1 0,0 0 0,-2-1 0,0 0 0,-1 1 0,0-1 0,-1 0 1,-1 1-1,-1-1-72,1 7-70,0 1 1,-1-1 0,0 0 0,0 1-1,-1 0 1,0 0 0,-1 0 0,0 1-1,0-1 1,-1 0 69,1 2-532,0 1-1,-1-1 1,0 1-1,0 0 0,0 0 1,-1 1-1,-5-3 533,8 4-7532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2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17108,'0'0'2480,"0"0"-2040,6 130 993,11-39-273,-3 9-504,-3 0-312,-3-10-112,-2-15-104,-4-15-112,-2-15-16,3-15-64,-3-17-760,0-13-1505,0 0-3752</inkml:trace>
  <inkml:trace contextRef="#ctx0" brushRef="#br0" timeOffset="1">1 534 13123,'0'0'5529,"0"0"-3401,0 0-207,0 0-929,0 0-752,164-93-240,-69 65-48,58-9-608,-22 7-1096,-17 0-4306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3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11602,'0'0'1717,"0"0"-352,33-6-56,111-17-638,-136 21-635,1 1 0,-1 0 0,1 1 0,0-1 0,-1 2 1,1-1-1,-1 1 0,1 0 0,-1 1 0,1 0 0,-1 0 1,0 1-1,0 0 0,0 1 0,0 0 0,4 2-36,-9-3 25,0 1-1,0-1 0,0 0 1,0 1-1,0-1 0,-1 1 1,0 0-1,1 0 0,-2 0 1,1 0-1,0 0 0,-1 0 1,0 0-1,0 1 1,0-1-1,0 0 0,-1 1 1,1-1-1,-1 1 0,0-1 1,-1 1-1,1-1 0,-1 0 1,0 1-1,0-1 0,0 0 1,-2 3-25,0 2 152,-1 0 1,-1 0-1,0 0 0,0 0 1,-1-1-1,0 0 0,0 0 1,-1-1-1,0 0 1,0 0-1,-1 0 0,-6 4-152,2-2 355,0-1 0,0 0 0,-1 0 1,0-1-1,0-1 0,-1 0 0,0-1 0,-7 2-355,67-21 788,-29 8-757,0 1 1,1 1-1,-1 0 1,15 0-32,-28 3-8,0 1 1,0 0-1,0 0 1,0 0 0,0 1-1,0-1 1,0 1-1,0 0 1,0 0 0,0 1-1,0-1 1,-1 1-1,1 0 1,0 0-1,-1 0 1,0 0 0,1 1-1,-1-1 1,0 1-1,0 0 1,0 0 0,1 3 7,-1-3-5,-1 0 0,1 1 0,-1-1 0,-1 1 0,1 0 0,0-1 0,-1 1 0,0 0 1,1 0-1,-2 0 0,1 0 0,0 0 0,-1 0 0,0 0 0,0 1 0,0-1 0,0 0 0,-1 0 1,1 0-1,-1 0 0,0 0 0,-1 0 0,1 0 5,-2 1 10,1 1 1,-1 0-1,-1-1 0,1 0 1,-1 0-1,0 0 0,0 0 1,0-1-1,-1 0 0,0 0 1,0 0-1,0 0 0,0-1 1,-3 2-11,-14 7 57,0-1 0,-1-2 0,0 0 1,-1-1-1,1-1 0,-2-2 0,1 0 0,0-2 1,-1 0-1,0-2 0,-18-1-57,42 0-18,1 0-1,-1 0 1,1 0 0,0 0-1,-1 0 1,1 0 0,-1 0-1,1 0 1,-1 0-1,1-1 1,0 1 0,-1 0-1,1 0 1,-1 0 0,1-1-1,0 1 1,-1 0 0,1-1-1,0 1 1,-1 0 0,1-1-1,0 1 1,-1 0-1,1-1 1,0 1 0,0 0-1,-1-1 1,1 1 0,0-1-1,0 1 1,0-1 0,0 1-1,0-1 1,0 1 18,4-19-717,20-13-2179,10 2-2781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3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772 0 15195,'0'0'3408,"0"0"-2064,-7 26-556,-12 37-37,-2-1 1,-3-1-1,-13 19-751,-80 125 2097,-9-4 0,-118 140-2097,201-285-31,0 0-370,2 2 0,-8 20 401,49-79-30,0 1 1,0 0-1,0 0 1,0 0 0,1 0-1,-1 0 1,0 0-1,0 0 1,0 0-1,0 0 1,0 0 0,1 0-1,-1 0 1,0 0-1,0 0 1,0 0-1,0 0 1,1 0 0,-1 0-1,0 0 1,0 0-1,0 0 1,0 0 0,0 0-1,1 0 1,-1 0-1,0 0 1,0 0-1,0 1 1,0-1 0,0 0-1,1 0 1,-1 0-1,0 0 1,0 0-1,0 0 1,0 0 0,0 1-1,0-1 1,0 0-1,0 0 1,0 0 0,0 0-1,0 1 1,1-1-1,-1 0 1,0 0-1,0 0 1,0 0 0,0 1 29,21-16-708,28-26-1916,9-8-3552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3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85 14595,'0'0'1638,"0"0"-337,-7 23 204,-19 76-652,25-95-825,0 0 0,0 0 0,1 1 0,0-1 0,-1 0 0,1 0 0,1 0 0,-1 0 0,0 0-1,1 1 1,0-1 0,0 0 0,0 0 0,1 0-28,-1-1 17,1-1 0,-1 0 0,1 1-1,-1-1 1,1 0 0,0 0 0,0 0 0,0 0-1,0 0 1,0 0 0,1-1 0,-1 1 0,1-1-1,-1 0 1,3 1-17,5 2 40,0-2-1,1 1 1,-1-1 0,1-1-1,-1 0 1,1 0-1,0-1 1,2-1-40,-3 1 42,-1 0 4,0 0-1,-1 0 1,1-1 0,0 0-1,0 0 1,-1-1 0,1 0 0,-1-1-1,1 0 1,-1 0 0,0-1-1,0 0 1,-1 0 0,1-1 0,-1 0-1,0 0 1,0 0 0,-1-1-1,1 0 1,-1-1 0,0 0 0,-1 0-1,0 0 1,0 0 0,-1-1-1,1 1 1,-2-1 0,1-1 0,-1 1-1,0 0 1,-1-1 0,0 1-46,1-11 181,-1 1 0,0-1 1,-2 0-1,0-4-181,0 10 34,0 11-67,0 0 0,0 1 0,0-1 0,0 1 0,-1-1 0,1 1 0,0-1 0,-1 1 0,1-1 0,-1 1 0,0-1 0,1 1 0,-1-1 0,0 1 0,0 0 0,0 0 0,0-1 0,0 1 0,0 0 0,0 0 1,0 0-1,-1 0 0,1 0 0,0 0 0,-1 0 0,1 1 0,0-1 0,-1 0 0,1 1 0,-1-1 0,1 1 0,-2-1 33,-6 0-826,0 0 0,0 0 0,0 1 0,0 0 0,-7 1 826,-7 0-3169,-19-1-4495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8858,'-9'67'859,"4"-34"338,2 0 0,1 0 0,1 8-1197,2-37 234,-1 0-1,1 1 0,0-1 1,0 0-1,1 0 0,-1 0 1,1 0-1,0 0 1,0 0-1,0 0 0,1-1 1,-1 1-1,1-1 0,0 1 1,0-1-1,0 0 1,0 0-1,1-1 0,-1 1 1,1-1-1,0 1 0,0-1 1,-1 0-1,1 0 1,0-1-1,1 1 0,-1-1 1,1 0-234,19 6 377,0-1 0,0 0 0,0-2 0,12 0-377,-6-1 259,0-1 1,0-1-1,13-3-259,-41 2 15,0 0 1,0-1 0,0 1-1,0 0 1,0-1-1,0 0 1,0 0 0,0 1-1,0-1 1,0 0 0,0-1-1,-1 1 1,1 0 0,0 0-1,-1-1 1,1 1-1,-1-1 1,1 1 0,-1-1-1,0 0 1,0 0 0,1 1-1,-1-1 1,0 0-1,-1 0 1,1 0 0,0 0-1,-1 0 1,1 0 0,-1 0-1,1 0 1,-1-1-1,0 1 1,0 0 0,0 0-1,0 0 1,0 0 0,-1 0-1,0-2-15,1-1-25,-1-1 0,0 1 1,0 0-1,-1-1 0,0 1 0,0 0 0,0 0 0,0 0 0,-1 0 1,0 1-1,0-1 0,0 1 0,0-1 0,-5-3 25,-4-2-514,-1 1 0,-1 0-1,0 1 1,0 1 0,-9-4 514,-42-14-4725,64 25 4684,-47-16-7274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0 15307,'0'0'4481,"0"0"-3617,0 0-119,-53 171 423,39-66-128,3 8-408,5-3-312,6-13-168,0-19-144,0-20-16,0-28-376,0-18-1112,0-12-4505</inkml:trace>
  <inkml:trace contextRef="#ctx0" brushRef="#br0" timeOffset="1">0 481 17668,'0'0'3793,"0"0"-2969,0 0 200,0 0-856,209-50-64,-81 25-104,-22 3-848,-17-1-3993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4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11162,'0'0'1262,"0"0"-491,31-9 457,102-26-412,-126 33-755,0 0 0,0 0 0,0 1 0,1 0-1,-1 0 1,0 1 0,1 0 0,-1 0 0,0 1 0,1-1-1,-1 2 1,0-1 0,0 1 0,0 0 0,0 1-1,0 0-60,-4-1 22,0 1 0,0-1-1,-1 1 1,1 0 0,-1 0-1,0 0 1,0 0 0,0 1-1,0-1 1,-1 0 0,1 1 0,-1-1-1,0 1 1,0 0 0,0-1-1,-1 1 1,1 0 0,-1 0-1,0-1 1,0 1 0,0 0-1,0 0 1,-1 0 0,1-1-1,-1 2-21,-1 1 117,1 0 0,-1 0-1,0 0 1,0 0 0,-1-1 0,1 1-1,-1-1 1,-1 0 0,1 1-1,-1-2 1,0 1 0,0 0 0,0-1-1,0 0 1,-1 0 0,-3 3-117,0-1 136,0 0 1,0-1-1,-1 0 0,0 0 1,0-1-1,0 0 1,-1 0-1,1-1 1,-10 2-137,16-4 205,31-8 96,-24 6-307,1 1-1,-1-1 1,0 0-1,0 1 0,0 0 1,1 0-1,-1 1 1,0-1-1,0 1 1,1 0-1,-1 0 0,0 0 1,0 0-1,0 1 1,0 0-1,0 0 0,-1 0 1,1 0-1,-1 0 1,1 1-1,2 2 7,-3-1 21,0 0 1,-1 1-1,1-1 0,-1 1 1,0 0-1,0-1 0,0 1 1,-1 0-1,0 0 0,1 0 1,-2 0-1,1 0 0,-1 0 0,0 0 1,0 1-1,0-1 0,-1 0 1,0 1-22,0-2 71,0-1-1,0 1 1,0-1 0,-1 1 0,1-1 0,-1 0 0,0 0-1,0 0 1,0 0 0,-1 0 0,1 0 0,-1 0 0,1-1 0,-1 1-1,0-1 1,0 0 0,0 0 0,0 0 0,-1 0 0,1-1-1,0 1 1,-1-1 0,1 0 0,-1 0 0,1 0 0,-1 0-71,-12 3 121,-1 0 0,1-1 1,-1-1-1,0 0 0,-2-2-121,11 1-98,-3-1 152,1 1-1,-1-2 1,1 1-1,0-2 1,-1 1 0,0-1-54,9 1-75,1 1 1,0-1-1,-1 1 1,1-1 0,-1 1-1,1-1 1,0 0-1,0 1 1,-1-1 0,1 0-1,0 0 1,0 0-1,0 0 1,0 0 0,0 0-1,0 0 1,0 0-1,0-1 1,0 1-1,1 0 1,-1 0 0,1-1-1,-1 1 1,1-1-1,-1 1 1,1 0 0,0-1-1,-1 1 1,1-1-1,0 1 1,0-1 0,0 1-1,0-1 1,0 1-1,1-1 1,-1 1 0,0-1-1,1 1 1,-1 0-1,1-1 1,-1 1 0,1 0-1,0-1 1,-1 1-1,1 0 1,0 0 74,21-25-5464,10 3-3834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5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659 0 16163,'0'0'2201,"-2"25"-1125,0 9-605,-3 1 0,0-1-1,-2 0 1,-2 0 0,-1-1 0,-12 26-471,-22 39 922,-4-3 0,-4-1 1,-4-3-1,-4-2 0,-64 71-922,66-94 210,16-20-520,2 1 0,-32 52 310,72-95-3000,9-9 1521,12-11-1672,11-13-6067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5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56 102 10242,'0'0'2867,"-8"23"-1250,-4 5-949,6-13-258,0-1 1,1 1-1,0 0 0,1 1 0,1-1 1,1 1-1,0-1 0,0 4-410,2-16 45,0 0 0,-1 0 0,1 0 0,0 0 0,0 0 0,1 1 0,-1-1 0,1 0-1,0 0 1,-1 0 0,1 0 0,0 0 0,1-1 0,-1 1 0,0 0 0,1 0 0,0-1 0,0 1 0,-1-1 0,2 1 0,-1-1 0,0 0 0,0 0 0,1 0 0,-1 0 0,1 0-1,-1-1 1,1 1 0,0-1 0,0 1 0,0-1 0,-1 0 0,1 0 0,0-1 0,0 1 0,1 0 0,-1-1 0,0 0 0,0 0 0,1 0-45,16 2 42,1 0-1,0-2 1,0 0 0,-1-2 0,1 0 0,0-1 0,-1-1-1,0-1 1,0-1 0,9-4-42,-21 7 111,1-1 0,-1 1 0,-1-1 1,1-1-1,0 1 0,-1-1 0,0-1 0,0 1 0,-1-1 0,1 0 0,-1-1 1,0 1-1,-1-1 0,0 0 0,0-1 0,0 1 0,-1-1 0,0 0 1,-1 0-1,0-1 0,0 1 0,-1-1 0,0 1 0,0-1 0,0-5-111,-2 6 91,1 0 0,-2 0 0,1 0 0,-1 0 0,0 0 0,-1 0 0,1 0 0,-2 1-1,1-1 1,-1 1 0,0-1 0,-1 1 0,-1-2-91,2 4-70,-1 0 0,1 1 1,-1-1-1,0 1 0,0 0 0,-1 0 1,1 0-1,-1 1 0,0 0 0,0 0 1,0 0-1,0 0 0,-1 1 0,1 0 0,-1 0 1,1 0-1,-1 1 0,0 0 0,0 0 70,-40-2-3097,14 6-2516,1 7-4762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5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88 9458,'0'0'2204,"-3"22"-216,-12 72 52,14-90-1964,0 0 0,1 0 0,-1 0 0,1 0 0,0 0 1,0 0-1,1 0 0,-1-1 0,1 1 0,0 0 0,0 0 0,0 0 0,1-1 0,-1 1 0,1 0 1,0-1-1,0 0 0,0 1 0,0-1 0,0 0 0,1 0 0,0 0 0,-1 0 0,1-1 0,0 1 0,0-1 1,1 0-1,-1 0 0,0 0 0,1 0 0,0 0 0,-1-1 0,1 1 0,0-1 0,-1 0 0,2 0-76,13 2 38,1 0-1,0-1 0,0-1 0,0-1 0,-1 0 1,11-3-38,-20 2 60,7 0-23,0-2-1,-1 0 0,1-1 0,-1 0 1,0-1-1,0-1 0,0 0 0,13-9-36,-23 12 70,1-1 0,0 0 0,-1 0-1,1-1 1,-1 1 0,-1-1 0,1 0 0,-1-1-1,1 1 1,0-3-70,-3 4 101,0 0 0,-1 1-1,1-1 1,-1 0 0,0 0-1,0 0 1,0 0 0,0 0 0,-1 0-1,1 0 1,-1 0 0,0 0-1,-1 0 1,1 0 0,-1 0 0,1 0-1,-1 0 1,-1 0-101,1 0 20,-1 1 0,0-1 0,0 1 0,-1 0 0,1-1 0,0 1 0,-1 0 0,0 1 0,0-1 0,0 0 0,0 1 0,0 0 0,-1-1 0,1 1 0,-1 0 1,1 1-1,-1-1 0,0 1-20,-81-27-339,70 24 193,-158-39-4707,96 25-2330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6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15835,'0'0'4361,"0"0"-3537,0 0-215,0 0-313,164 37-72,-83-22-216,-3 3-16,0-8-840,-20-3-2985,-22-4-2777</inkml:trace>
  <inkml:trace contextRef="#ctx0" brushRef="#br0" timeOffset="1">134 246 10970,'0'0'2705,"0"0"-1,0 0 225,0 0-1313,0 0-687,0 0-617,0 0 24,-27 83-160,82-78-64,15-3-112,30-2-352,-14 0-1849,-10-12-4296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6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14027,'0'0'2003,"0"0"-576,24-7-100,-10 2-1159,11-4 9,1 2 0,0 0 0,0 2 0,22-2-177,-39 7 21,0-1-1,-1 2 0,1-1 1,0 1-1,0 0 0,-1 1 1,1 0-1,4 2-20,-8-2 3,-1 0 0,1 0 1,-1 0-1,0 1 0,0-1 0,0 1 1,-1 0-1,1 0 0,-1 1 0,1-1 1,-1 1-1,0-1 0,0 1 0,-1 0 1,1 0-1,0 2-3,2 6 17,0 0 0,-1 1 0,0-1 0,-1 1 0,0 0 0,-1 0 0,0 9-17,0 97 312,-3-72-112,-2 29 856,-7 31-1056,-2 31 556,11-126-602,0 7 195,2-16-442,2-11-533,8-22-1785,1-9-3421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7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2961,'0'0'12618,"0"0"-9593,0 0-1345,0 0-327,0 0-945,159-18-264,-84 10-88,5 1-56,23-3 0,-22 0-1217,-11-3-4312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7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811 0 5873,'0'0'8445,"0"0"-5133,0 0-2183,0 0-121,-18 32 180,-245 457 1755,152-293-2143,-9-6 0,-8-4 0,-42 35-800,176-248-3360,18-8-2726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7:17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42 7922,'0'0'5291,"0"0"-3158,-19 30 158,-58 96-389,75-121-1819,-1 0 0,1 0 0,-1 0 0,1 0 0,1 1 0,-1-1 0,1 1 0,0-1 0,0 1 0,1-1 0,-1 1 0,1-1 0,0 1 0,1 1-83,0-5 23,-1 1 1,1-1-1,0 1 1,0-1-1,0 0 1,1 1-1,-1-1 1,1 0-1,-1 0 1,1 0-1,-1 0 1,1 0 0,0 0-1,0-1 1,0 1-1,0 0 1,0-1-1,1 0 1,-1 1-1,2-1-23,8 3 21,1 0 0,0-1 0,0 0 0,-1-2 1,2 1-1,-1-2 0,0 1 0,8-2-21,-8 1 53,3 0-43,-1-1 0,0 0 0,0-2 0,0 1 0,0-1 0,-1-1-1,1-1 1,-1 0 0,2-2-10,-10 4 48,0 0-1,0-1 0,0 1 1,0-1-1,0-1 0,-1 1 1,0-1-1,0 0 0,0 0 1,-1 0-1,1-1 0,-1 0 1,0 0-1,-1 0 0,0 0 1,0 0-1,0-1 0,-1 0 0,1 1 1,0-7-48,-1 4 152,-1 0-1,0 0 1,0 0 0,0 0 0,-1-1 0,-1 1-1,0 0 1,0 0 0,-1 0 0,0 0 0,-3-8-152,4 13 12,-1-1-1,0 1 1,-1 0 0,1 0 0,-1 0 0,0 0-1,0 1 1,0-1 0,0 1 0,-1-1 0,0 1 0,1 0-1,-1 1 1,0-1 0,0 1 0,0-1 0,-1 1-1,1 1 1,-1-1 0,1 0 0,-1 1 0,1 0 0,-4 0-12,-4-1-431,1 0 1,-1 1-1,1 1 1,-8 0 430,-23 10-6470,19 6-3500</inkml:trace>
  <inkml:trace contextRef="#ctx0" brushRef="#br0" timeOffset="1">1 443 11811,'0'0'2152,"0"0"86,0 0-34,8 23-1063,-1 0-991,2-1 0,0 0 0,5 8-150,-11-27 15,0 1 0,-1-1-1,1 0 1,0 1 0,1-1-1,-1-1 1,0 1 0,1 0 0,0-1-1,-1 0 1,1 0 0,0 0-1,0 0 1,0 0 0,0-1-1,1 0 1,1 1-15,8 0 31,0 0-1,0-1 1,-1 0 0,8-1-31,-2 0 11,-10 0 73,0 1 0,0-1-1,0-1 1,0 0 0,0 0-1,0-1 1,0 0 0,0 0-1,0-1 1,-1 0 0,0-1-1,1 0 1,-1 0 0,0-1-1,-1 0 1,1 0 0,-1 0-1,0-1 1,-1-1 0,1 1-1,-1-1 1,0 0 0,-1 0-1,0-1 1,0 1 0,-1-1-1,2-4-82,-2 6 45,-1-2 1,-1 1 0,1 0 0,-1 0 0,0-1-1,-1 1 1,0-1 0,0 0 0,0 1 0,-1-2-47,0 6 3,-1 1 0,1-1 0,0 1 0,-1-1 0,0 1 1,1 0-1,-1-1 0,0 1 0,0-1 0,0 1 0,-1 0 0,1 0 1,0 0-1,-1 0 0,0 0 0,1 0 0,-1 0 0,0 0 1,0 1-1,0-1 0,0 1 0,0-1 0,0 1 0,-1 0 0,1 0 1,0 0-1,-1 0 0,1 0 0,-1 1 0,1-1 0,-1 1 0,1-1 1,-2 1-4,-42-4-647,-1 2 0,-11 2 647,24 1-934,-63-1-3374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8:41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0 153 2465,'0'0'0,"98"-153"-153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8T01:48:41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5369,'0'0'0,"83"135"-1664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2F14D-A867-4C0D-9DAF-8A801BDFD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68AB85-0D81-4D8B-842F-FC25B128D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637187-E2B2-4A0D-B5FF-44CC80EC1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7280-80B8-4128-8C71-402F0B5B5CC3}" type="datetimeFigureOut">
              <a:rPr lang="es-ES" smtClean="0"/>
              <a:t>27/04/2020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3B4002-5CE8-4BE8-8E09-0BDF0A2FA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0C31D8-A81A-49BA-9305-2D6702B6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8D77-C4DA-44D0-AC12-E71ACE7999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753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B1D37-1917-4C01-8C57-94EC1FAE6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D89074-7052-4D90-855F-DD3DFA34C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DAA42D-0D95-4FDD-81B3-05AE8DEE0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7280-80B8-4128-8C71-402F0B5B5CC3}" type="datetimeFigureOut">
              <a:rPr lang="es-ES" smtClean="0"/>
              <a:t>27/04/2020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FD9848-CA6D-404D-BE57-8D4538AF1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5803F9-1F8C-464D-9000-92B9F149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8D77-C4DA-44D0-AC12-E71ACE7999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7112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E7FCF3-AFD9-46ED-98D7-3868F1DB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B340E2-FC4C-4ECB-B383-1CD339CE6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F14829-7609-423B-9384-FA8BA0C8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7280-80B8-4128-8C71-402F0B5B5CC3}" type="datetimeFigureOut">
              <a:rPr lang="es-ES" smtClean="0"/>
              <a:t>27/04/2020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79D0DE-51BA-447A-8243-E440622A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05FFE-014A-473D-816A-F3B20ADD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8D77-C4DA-44D0-AC12-E71ACE7999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26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FE478-44F4-4D53-9710-AB5318CB6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BCFB05-2B6C-4694-A1B0-8421970F4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16BA0E-818A-4D3F-A69B-170916A3C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97BB18-2D1A-413B-9893-67C575D63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7280-80B8-4128-8C71-402F0B5B5CC3}" type="datetimeFigureOut">
              <a:rPr lang="es-ES" smtClean="0"/>
              <a:t>27/04/2020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04BDFD-C7B0-4FE3-8EAB-E04864002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CBEFA4-11EB-4405-BF36-BA406640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8D77-C4DA-44D0-AC12-E71ACE7999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1362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DB9F7-99A9-43AD-9913-58F0B8A18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668989-AD86-4366-835D-BA7BBAE24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C13930-3AD8-4DC6-8282-2F796CC48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1FBF86-30A9-42A5-97CC-B5E4EC60C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853E88-3A36-4248-943B-CA31CDDEB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DD23DC-B654-4049-9F11-E2B480E5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7280-80B8-4128-8C71-402F0B5B5CC3}" type="datetimeFigureOut">
              <a:rPr lang="es-ES" smtClean="0"/>
              <a:t>27/04/2020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98905B6-14F6-4114-BBD0-C98958369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4F268BE-B068-497E-929F-04CEB9612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8D77-C4DA-44D0-AC12-E71ACE7999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6485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48464-829B-49C9-8A12-5F496BE2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F12C150-C93F-431B-BF80-2DB84811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7280-80B8-4128-8C71-402F0B5B5CC3}" type="datetimeFigureOut">
              <a:rPr lang="es-ES" smtClean="0"/>
              <a:t>27/04/2020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32C495-4196-4E2E-9BA2-10D2E2DF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BB4891-3CE0-44C1-AD7E-8FA4A0FC5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8D77-C4DA-44D0-AC12-E71ACE7999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750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7519C1E-04EE-4841-BFD7-04DD9848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7280-80B8-4128-8C71-402F0B5B5CC3}" type="datetimeFigureOut">
              <a:rPr lang="es-ES" smtClean="0"/>
              <a:t>27/04/2020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D729634-70D1-4333-B3EC-BE8CF019E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91EDE8-84A6-47D0-9166-BCA4712FD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8D77-C4DA-44D0-AC12-E71ACE7999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430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5BB57-5C75-4655-8F06-C8C95BCDB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694BF4-7A27-45BC-B087-EB1BF0973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B1A5EA-83D0-4462-AFD3-607399EEF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6A91BB-07BA-4815-AA50-DD7012F4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7280-80B8-4128-8C71-402F0B5B5CC3}" type="datetimeFigureOut">
              <a:rPr lang="es-ES" smtClean="0"/>
              <a:t>27/04/2020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45D4FA-9822-4554-BDFA-3F15FF2F7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F0F1D5-0409-455C-B052-0FEE1F039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8D77-C4DA-44D0-AC12-E71ACE7999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041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5B5F8-DE5A-436C-9FBC-8BCB40AF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E09BED-6173-4B4D-821D-0803026882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E2AD5C-8CC9-405F-A532-33725C70D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2D1638-E417-4C9F-8F61-75791D706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7280-80B8-4128-8C71-402F0B5B5CC3}" type="datetimeFigureOut">
              <a:rPr lang="es-ES" smtClean="0"/>
              <a:t>27/04/2020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6A7FA1-6623-4E20-A264-8333D075F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365AE3-54EA-4259-9557-6E01C7D4B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8D77-C4DA-44D0-AC12-E71ACE7999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748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6DB81E-D62E-4C69-A35B-7EF1068F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186866-4EF9-4E00-BE21-7EB49BD01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7D0DA8-8A46-40B1-ADC0-0343409CC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7280-80B8-4128-8C71-402F0B5B5CC3}" type="datetimeFigureOut">
              <a:rPr lang="es-ES" smtClean="0"/>
              <a:t>27/04/2020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DA336E-8595-4B91-888E-52ED3B04C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385D9C-2A61-401C-83DC-3DCA0C4FE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8D77-C4DA-44D0-AC12-E71ACE7999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8500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BF0DB4-81E2-4614-BE78-444827C34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0B7DF0-FD60-4D16-ACF6-6A533462E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7595F1-2E26-4F60-812E-7E0D76F49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67280-80B8-4128-8C71-402F0B5B5CC3}" type="datetimeFigureOut">
              <a:rPr lang="es-ES" smtClean="0"/>
              <a:t>27/04/2020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BA2785-9B0B-4053-B0C9-AAB7507B3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F65983-5438-440E-A1FB-382066A2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8D77-C4DA-44D0-AC12-E71ACE7999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9089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B1DE4B3-44A8-4751-983E-2592CB3E9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8057F2-1AE4-4976-994B-56D684235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90800D-662B-441E-8654-8603732D4B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67280-80B8-4128-8C71-402F0B5B5CC3}" type="datetimeFigureOut">
              <a:rPr lang="es-ES" smtClean="0"/>
              <a:t>27/04/2020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4F19AE-65D9-4A5A-8A44-6092F23642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E51B47-874C-47ED-B2AE-29789E10F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28D77-C4DA-44D0-AC12-E71ACE7999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0329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99" Type="http://schemas.openxmlformats.org/officeDocument/2006/relationships/image" Target="../media/image149.png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324" Type="http://schemas.openxmlformats.org/officeDocument/2006/relationships/customXml" Target="../ink/ink162.xml"/><Relationship Id="rId366" Type="http://schemas.openxmlformats.org/officeDocument/2006/relationships/image" Target="../media/image182.png"/><Relationship Id="rId170" Type="http://schemas.openxmlformats.org/officeDocument/2006/relationships/image" Target="../media/image85.png"/><Relationship Id="rId226" Type="http://schemas.openxmlformats.org/officeDocument/2006/relationships/image" Target="../media/image113.png"/><Relationship Id="rId433" Type="http://schemas.openxmlformats.org/officeDocument/2006/relationships/customXml" Target="../ink/ink218.xml"/><Relationship Id="rId268" Type="http://schemas.openxmlformats.org/officeDocument/2006/relationships/image" Target="../media/image134.png"/><Relationship Id="rId32" Type="http://schemas.openxmlformats.org/officeDocument/2006/relationships/image" Target="../media/image16.png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335" Type="http://schemas.openxmlformats.org/officeDocument/2006/relationships/image" Target="../media/image167.png"/><Relationship Id="rId377" Type="http://schemas.openxmlformats.org/officeDocument/2006/relationships/customXml" Target="../ink/ink189.xml"/><Relationship Id="rId5" Type="http://schemas.openxmlformats.org/officeDocument/2006/relationships/customXml" Target="../ink/ink2.xml"/><Relationship Id="rId181" Type="http://schemas.openxmlformats.org/officeDocument/2006/relationships/customXml" Target="../ink/ink90.xml"/><Relationship Id="rId237" Type="http://schemas.openxmlformats.org/officeDocument/2006/relationships/customXml" Target="../ink/ink118.xml"/><Relationship Id="rId402" Type="http://schemas.openxmlformats.org/officeDocument/2006/relationships/image" Target="../media/image199.png"/><Relationship Id="rId279" Type="http://schemas.openxmlformats.org/officeDocument/2006/relationships/image" Target="../media/image139.png"/><Relationship Id="rId444" Type="http://schemas.openxmlformats.org/officeDocument/2006/relationships/image" Target="../media/image220.png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46" Type="http://schemas.openxmlformats.org/officeDocument/2006/relationships/customXml" Target="../ink/ink173.xml"/><Relationship Id="rId388" Type="http://schemas.openxmlformats.org/officeDocument/2006/relationships/image" Target="../media/image192.png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413" Type="http://schemas.openxmlformats.org/officeDocument/2006/relationships/customXml" Target="../ink/ink208.xml"/><Relationship Id="rId248" Type="http://schemas.openxmlformats.org/officeDocument/2006/relationships/image" Target="../media/image124.png"/><Relationship Id="rId455" Type="http://schemas.openxmlformats.org/officeDocument/2006/relationships/customXml" Target="../ink/ink229.xml"/><Relationship Id="rId12" Type="http://schemas.openxmlformats.org/officeDocument/2006/relationships/image" Target="../media/image6.png"/><Relationship Id="rId108" Type="http://schemas.openxmlformats.org/officeDocument/2006/relationships/image" Target="../media/image54.png"/><Relationship Id="rId315" Type="http://schemas.openxmlformats.org/officeDocument/2006/relationships/image" Target="../media/image157.png"/><Relationship Id="rId357" Type="http://schemas.openxmlformats.org/officeDocument/2006/relationships/customXml" Target="../ink/ink179.xml"/><Relationship Id="rId54" Type="http://schemas.openxmlformats.org/officeDocument/2006/relationships/image" Target="../media/image27.png"/><Relationship Id="rId96" Type="http://schemas.openxmlformats.org/officeDocument/2006/relationships/image" Target="../media/image48.png"/><Relationship Id="rId161" Type="http://schemas.openxmlformats.org/officeDocument/2006/relationships/customXml" Target="../ink/ink80.xml"/><Relationship Id="rId217" Type="http://schemas.openxmlformats.org/officeDocument/2006/relationships/customXml" Target="../ink/ink108.xml"/><Relationship Id="rId399" Type="http://schemas.openxmlformats.org/officeDocument/2006/relationships/customXml" Target="../ink/ink201.xml"/><Relationship Id="rId259" Type="http://schemas.openxmlformats.org/officeDocument/2006/relationships/customXml" Target="../ink/ink129.xml"/><Relationship Id="rId424" Type="http://schemas.openxmlformats.org/officeDocument/2006/relationships/image" Target="../media/image210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image" Target="../media/image135.png"/><Relationship Id="rId326" Type="http://schemas.openxmlformats.org/officeDocument/2006/relationships/customXml" Target="../ink/ink163.xml"/><Relationship Id="rId65" Type="http://schemas.openxmlformats.org/officeDocument/2006/relationships/customXml" Target="../ink/ink32.xml"/><Relationship Id="rId130" Type="http://schemas.openxmlformats.org/officeDocument/2006/relationships/image" Target="../media/image65.png"/><Relationship Id="rId368" Type="http://schemas.openxmlformats.org/officeDocument/2006/relationships/image" Target="../media/image183.png"/><Relationship Id="rId172" Type="http://schemas.openxmlformats.org/officeDocument/2006/relationships/image" Target="../media/image86.png"/><Relationship Id="rId228" Type="http://schemas.openxmlformats.org/officeDocument/2006/relationships/image" Target="../media/image114.png"/><Relationship Id="rId435" Type="http://schemas.openxmlformats.org/officeDocument/2006/relationships/customXml" Target="../ink/ink219.xml"/><Relationship Id="rId281" Type="http://schemas.openxmlformats.org/officeDocument/2006/relationships/image" Target="../media/image140.png"/><Relationship Id="rId337" Type="http://schemas.openxmlformats.org/officeDocument/2006/relationships/image" Target="../media/image168.png"/><Relationship Id="rId34" Type="http://schemas.openxmlformats.org/officeDocument/2006/relationships/image" Target="../media/image17.png"/><Relationship Id="rId76" Type="http://schemas.openxmlformats.org/officeDocument/2006/relationships/image" Target="../media/image38.png"/><Relationship Id="rId141" Type="http://schemas.openxmlformats.org/officeDocument/2006/relationships/customXml" Target="../ink/ink70.xml"/><Relationship Id="rId379" Type="http://schemas.openxmlformats.org/officeDocument/2006/relationships/customXml" Target="../ink/ink190.xml"/><Relationship Id="rId7" Type="http://schemas.openxmlformats.org/officeDocument/2006/relationships/customXml" Target="../ink/ink3.xml"/><Relationship Id="rId183" Type="http://schemas.openxmlformats.org/officeDocument/2006/relationships/customXml" Target="../ink/ink91.xml"/><Relationship Id="rId239" Type="http://schemas.openxmlformats.org/officeDocument/2006/relationships/customXml" Target="../ink/ink119.xml"/><Relationship Id="rId390" Type="http://schemas.openxmlformats.org/officeDocument/2006/relationships/image" Target="../media/image193.png"/><Relationship Id="rId404" Type="http://schemas.openxmlformats.org/officeDocument/2006/relationships/image" Target="../media/image200.png"/><Relationship Id="rId446" Type="http://schemas.openxmlformats.org/officeDocument/2006/relationships/image" Target="../media/image221.png"/><Relationship Id="rId250" Type="http://schemas.openxmlformats.org/officeDocument/2006/relationships/image" Target="../media/image125.png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45" Type="http://schemas.openxmlformats.org/officeDocument/2006/relationships/customXml" Target="../ink/ink22.xml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348" Type="http://schemas.openxmlformats.org/officeDocument/2006/relationships/customXml" Target="../ink/ink174.xml"/><Relationship Id="rId152" Type="http://schemas.openxmlformats.org/officeDocument/2006/relationships/image" Target="../media/image76.png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415" Type="http://schemas.openxmlformats.org/officeDocument/2006/relationships/customXml" Target="../ink/ink209.xml"/><Relationship Id="rId457" Type="http://schemas.openxmlformats.org/officeDocument/2006/relationships/customXml" Target="../ink/ink230.xml"/><Relationship Id="rId261" Type="http://schemas.openxmlformats.org/officeDocument/2006/relationships/customXml" Target="../ink/ink130.xml"/><Relationship Id="rId14" Type="http://schemas.openxmlformats.org/officeDocument/2006/relationships/image" Target="../media/image7.png"/><Relationship Id="rId56" Type="http://schemas.openxmlformats.org/officeDocument/2006/relationships/image" Target="../media/image28.png"/><Relationship Id="rId317" Type="http://schemas.openxmlformats.org/officeDocument/2006/relationships/image" Target="../media/image158.png"/><Relationship Id="rId359" Type="http://schemas.openxmlformats.org/officeDocument/2006/relationships/customXml" Target="../ink/ink180.xml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63" Type="http://schemas.openxmlformats.org/officeDocument/2006/relationships/customXml" Target="../ink/ink81.xml"/><Relationship Id="rId219" Type="http://schemas.openxmlformats.org/officeDocument/2006/relationships/customXml" Target="../ink/ink109.xml"/><Relationship Id="rId370" Type="http://schemas.openxmlformats.org/officeDocument/2006/relationships/image" Target="../media/image184.png"/><Relationship Id="rId426" Type="http://schemas.openxmlformats.org/officeDocument/2006/relationships/image" Target="../media/image211.png"/><Relationship Id="rId230" Type="http://schemas.openxmlformats.org/officeDocument/2006/relationships/image" Target="../media/image115.png"/><Relationship Id="rId25" Type="http://schemas.openxmlformats.org/officeDocument/2006/relationships/customXml" Target="../ink/ink12.xml"/><Relationship Id="rId67" Type="http://schemas.openxmlformats.org/officeDocument/2006/relationships/customXml" Target="../ink/ink33.xml"/><Relationship Id="rId272" Type="http://schemas.openxmlformats.org/officeDocument/2006/relationships/image" Target="../media/image136.png"/><Relationship Id="rId328" Type="http://schemas.openxmlformats.org/officeDocument/2006/relationships/customXml" Target="../ink/ink164.xml"/><Relationship Id="rId132" Type="http://schemas.openxmlformats.org/officeDocument/2006/relationships/image" Target="../media/image66.png"/><Relationship Id="rId174" Type="http://schemas.openxmlformats.org/officeDocument/2006/relationships/image" Target="../media/image87.png"/><Relationship Id="rId381" Type="http://schemas.openxmlformats.org/officeDocument/2006/relationships/image" Target="../media/image189.png"/><Relationship Id="rId241" Type="http://schemas.openxmlformats.org/officeDocument/2006/relationships/customXml" Target="../ink/ink120.xml"/><Relationship Id="rId437" Type="http://schemas.openxmlformats.org/officeDocument/2006/relationships/customXml" Target="../ink/ink220.xml"/><Relationship Id="rId36" Type="http://schemas.openxmlformats.org/officeDocument/2006/relationships/image" Target="../media/image18.png"/><Relationship Id="rId283" Type="http://schemas.openxmlformats.org/officeDocument/2006/relationships/image" Target="../media/image141.png"/><Relationship Id="rId339" Type="http://schemas.openxmlformats.org/officeDocument/2006/relationships/image" Target="../media/image169.png"/><Relationship Id="rId78" Type="http://schemas.openxmlformats.org/officeDocument/2006/relationships/image" Target="../media/image39.png"/><Relationship Id="rId101" Type="http://schemas.openxmlformats.org/officeDocument/2006/relationships/customXml" Target="../ink/ink50.xml"/><Relationship Id="rId143" Type="http://schemas.openxmlformats.org/officeDocument/2006/relationships/customXml" Target="../ink/ink71.xml"/><Relationship Id="rId185" Type="http://schemas.openxmlformats.org/officeDocument/2006/relationships/customXml" Target="../ink/ink92.xml"/><Relationship Id="rId350" Type="http://schemas.openxmlformats.org/officeDocument/2006/relationships/customXml" Target="../ink/ink175.xml"/><Relationship Id="rId406" Type="http://schemas.openxmlformats.org/officeDocument/2006/relationships/image" Target="../media/image201.png"/><Relationship Id="rId9" Type="http://schemas.openxmlformats.org/officeDocument/2006/relationships/customXml" Target="../ink/ink4.xml"/><Relationship Id="rId210" Type="http://schemas.openxmlformats.org/officeDocument/2006/relationships/image" Target="../media/image105.png"/><Relationship Id="rId392" Type="http://schemas.openxmlformats.org/officeDocument/2006/relationships/image" Target="../media/image194.png"/><Relationship Id="rId448" Type="http://schemas.openxmlformats.org/officeDocument/2006/relationships/image" Target="../media/image222.png"/><Relationship Id="rId252" Type="http://schemas.openxmlformats.org/officeDocument/2006/relationships/image" Target="../media/image126.png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47" Type="http://schemas.openxmlformats.org/officeDocument/2006/relationships/customXml" Target="../ink/ink23.xml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54" Type="http://schemas.openxmlformats.org/officeDocument/2006/relationships/image" Target="../media/image77.png"/><Relationship Id="rId361" Type="http://schemas.openxmlformats.org/officeDocument/2006/relationships/customXml" Target="../ink/ink181.xml"/><Relationship Id="rId196" Type="http://schemas.openxmlformats.org/officeDocument/2006/relationships/image" Target="../media/image98.png"/><Relationship Id="rId417" Type="http://schemas.openxmlformats.org/officeDocument/2006/relationships/customXml" Target="../ink/ink210.xml"/><Relationship Id="rId459" Type="http://schemas.openxmlformats.org/officeDocument/2006/relationships/image" Target="../media/image227.png"/><Relationship Id="rId16" Type="http://schemas.openxmlformats.org/officeDocument/2006/relationships/image" Target="../media/image8.png"/><Relationship Id="rId221" Type="http://schemas.openxmlformats.org/officeDocument/2006/relationships/customXml" Target="../ink/ink110.xml"/><Relationship Id="rId263" Type="http://schemas.openxmlformats.org/officeDocument/2006/relationships/customXml" Target="../ink/ink131.xml"/><Relationship Id="rId319" Type="http://schemas.openxmlformats.org/officeDocument/2006/relationships/image" Target="../media/image159.png"/><Relationship Id="rId58" Type="http://schemas.openxmlformats.org/officeDocument/2006/relationships/image" Target="../media/image29.png"/><Relationship Id="rId123" Type="http://schemas.openxmlformats.org/officeDocument/2006/relationships/customXml" Target="../ink/ink61.xml"/><Relationship Id="rId330" Type="http://schemas.openxmlformats.org/officeDocument/2006/relationships/customXml" Target="../ink/ink165.xml"/><Relationship Id="rId165" Type="http://schemas.openxmlformats.org/officeDocument/2006/relationships/customXml" Target="../ink/ink82.xml"/><Relationship Id="rId372" Type="http://schemas.openxmlformats.org/officeDocument/2006/relationships/image" Target="../media/image185.png"/><Relationship Id="rId428" Type="http://schemas.openxmlformats.org/officeDocument/2006/relationships/image" Target="../media/image212.png"/><Relationship Id="rId232" Type="http://schemas.openxmlformats.org/officeDocument/2006/relationships/image" Target="../media/image116.png"/><Relationship Id="rId274" Type="http://schemas.openxmlformats.org/officeDocument/2006/relationships/image" Target="../media/image137.png"/><Relationship Id="rId27" Type="http://schemas.openxmlformats.org/officeDocument/2006/relationships/customXml" Target="../ink/ink13.xml"/><Relationship Id="rId69" Type="http://schemas.openxmlformats.org/officeDocument/2006/relationships/customXml" Target="../ink/ink34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76" Type="http://schemas.openxmlformats.org/officeDocument/2006/relationships/image" Target="../media/image88.png"/><Relationship Id="rId341" Type="http://schemas.openxmlformats.org/officeDocument/2006/relationships/image" Target="../media/image170.png"/><Relationship Id="rId383" Type="http://schemas.openxmlformats.org/officeDocument/2006/relationships/image" Target="../media/image190.png"/><Relationship Id="rId439" Type="http://schemas.openxmlformats.org/officeDocument/2006/relationships/customXml" Target="../ink/ink221.xml"/><Relationship Id="rId201" Type="http://schemas.openxmlformats.org/officeDocument/2006/relationships/customXml" Target="../ink/ink100.xml"/><Relationship Id="rId243" Type="http://schemas.openxmlformats.org/officeDocument/2006/relationships/customXml" Target="../ink/ink121.xml"/><Relationship Id="rId285" Type="http://schemas.openxmlformats.org/officeDocument/2006/relationships/image" Target="../media/image142.png"/><Relationship Id="rId450" Type="http://schemas.openxmlformats.org/officeDocument/2006/relationships/image" Target="../media/image223.png"/><Relationship Id="rId38" Type="http://schemas.openxmlformats.org/officeDocument/2006/relationships/image" Target="../media/image19.png"/><Relationship Id="rId103" Type="http://schemas.openxmlformats.org/officeDocument/2006/relationships/customXml" Target="../ink/ink51.xml"/><Relationship Id="rId310" Type="http://schemas.openxmlformats.org/officeDocument/2006/relationships/customXml" Target="../ink/ink155.xml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87" Type="http://schemas.openxmlformats.org/officeDocument/2006/relationships/customXml" Target="../ink/ink93.xml"/><Relationship Id="rId352" Type="http://schemas.openxmlformats.org/officeDocument/2006/relationships/customXml" Target="../ink/ink176.xml"/><Relationship Id="rId394" Type="http://schemas.openxmlformats.org/officeDocument/2006/relationships/image" Target="../media/image195.png"/><Relationship Id="rId408" Type="http://schemas.openxmlformats.org/officeDocument/2006/relationships/image" Target="../media/image202.png"/><Relationship Id="rId212" Type="http://schemas.openxmlformats.org/officeDocument/2006/relationships/image" Target="../media/image106.png"/><Relationship Id="rId254" Type="http://schemas.openxmlformats.org/officeDocument/2006/relationships/image" Target="../media/image127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296" Type="http://schemas.openxmlformats.org/officeDocument/2006/relationships/customXml" Target="../ink/ink148.xml"/><Relationship Id="rId60" Type="http://schemas.openxmlformats.org/officeDocument/2006/relationships/image" Target="../media/image30.png"/><Relationship Id="rId156" Type="http://schemas.openxmlformats.org/officeDocument/2006/relationships/image" Target="../media/image78.png"/><Relationship Id="rId198" Type="http://schemas.openxmlformats.org/officeDocument/2006/relationships/image" Target="../media/image99.png"/><Relationship Id="rId321" Type="http://schemas.openxmlformats.org/officeDocument/2006/relationships/image" Target="../media/image160.png"/><Relationship Id="rId363" Type="http://schemas.openxmlformats.org/officeDocument/2006/relationships/customXml" Target="../ink/ink182.xml"/><Relationship Id="rId419" Type="http://schemas.openxmlformats.org/officeDocument/2006/relationships/customXml" Target="../ink/ink211.xml"/><Relationship Id="rId223" Type="http://schemas.openxmlformats.org/officeDocument/2006/relationships/customXml" Target="../ink/ink111.xml"/><Relationship Id="rId430" Type="http://schemas.openxmlformats.org/officeDocument/2006/relationships/image" Target="../media/image213.png"/><Relationship Id="rId18" Type="http://schemas.openxmlformats.org/officeDocument/2006/relationships/image" Target="../media/image9.png"/><Relationship Id="rId265" Type="http://schemas.openxmlformats.org/officeDocument/2006/relationships/customXml" Target="../ink/ink132.xml"/><Relationship Id="rId125" Type="http://schemas.openxmlformats.org/officeDocument/2006/relationships/customXml" Target="../ink/ink62.xml"/><Relationship Id="rId167" Type="http://schemas.openxmlformats.org/officeDocument/2006/relationships/customXml" Target="../ink/ink83.xml"/><Relationship Id="rId332" Type="http://schemas.openxmlformats.org/officeDocument/2006/relationships/customXml" Target="../ink/ink166.xml"/><Relationship Id="rId374" Type="http://schemas.openxmlformats.org/officeDocument/2006/relationships/image" Target="../media/image186.png"/><Relationship Id="rId71" Type="http://schemas.openxmlformats.org/officeDocument/2006/relationships/customXml" Target="../ink/ink35.xml"/><Relationship Id="rId234" Type="http://schemas.openxmlformats.org/officeDocument/2006/relationships/image" Target="../media/image117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276" Type="http://schemas.openxmlformats.org/officeDocument/2006/relationships/customXml" Target="../ink/ink138.xml"/><Relationship Id="rId297" Type="http://schemas.openxmlformats.org/officeDocument/2006/relationships/image" Target="../media/image148.png"/><Relationship Id="rId441" Type="http://schemas.openxmlformats.org/officeDocument/2006/relationships/customXml" Target="../ink/ink222.xml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9.png"/><Relationship Id="rId301" Type="http://schemas.openxmlformats.org/officeDocument/2006/relationships/image" Target="../media/image150.png"/><Relationship Id="rId322" Type="http://schemas.openxmlformats.org/officeDocument/2006/relationships/customXml" Target="../ink/ink161.xml"/><Relationship Id="rId343" Type="http://schemas.openxmlformats.org/officeDocument/2006/relationships/image" Target="../media/image171.png"/><Relationship Id="rId364" Type="http://schemas.openxmlformats.org/officeDocument/2006/relationships/image" Target="../media/image181.png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385" Type="http://schemas.openxmlformats.org/officeDocument/2006/relationships/customXml" Target="../ink/ink194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245" Type="http://schemas.openxmlformats.org/officeDocument/2006/relationships/customXml" Target="../ink/ink122.xml"/><Relationship Id="rId266" Type="http://schemas.openxmlformats.org/officeDocument/2006/relationships/image" Target="../media/image133.png"/><Relationship Id="rId287" Type="http://schemas.openxmlformats.org/officeDocument/2006/relationships/image" Target="../media/image143.png"/><Relationship Id="rId410" Type="http://schemas.openxmlformats.org/officeDocument/2006/relationships/image" Target="../media/image203.png"/><Relationship Id="rId431" Type="http://schemas.openxmlformats.org/officeDocument/2006/relationships/customXml" Target="../ink/ink217.xml"/><Relationship Id="rId452" Type="http://schemas.openxmlformats.org/officeDocument/2006/relationships/image" Target="../media/image224.png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312" Type="http://schemas.openxmlformats.org/officeDocument/2006/relationships/customXml" Target="../ink/ink156.xml"/><Relationship Id="rId333" Type="http://schemas.openxmlformats.org/officeDocument/2006/relationships/image" Target="../media/image166.png"/><Relationship Id="rId354" Type="http://schemas.openxmlformats.org/officeDocument/2006/relationships/image" Target="../media/image176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75" Type="http://schemas.openxmlformats.org/officeDocument/2006/relationships/customXml" Target="../ink/ink188.xml"/><Relationship Id="rId396" Type="http://schemas.openxmlformats.org/officeDocument/2006/relationships/image" Target="../media/image196.png"/><Relationship Id="rId3" Type="http://schemas.openxmlformats.org/officeDocument/2006/relationships/customXml" Target="../ink/ink1.xml"/><Relationship Id="rId214" Type="http://schemas.openxmlformats.org/officeDocument/2006/relationships/image" Target="../media/image107.png"/><Relationship Id="rId235" Type="http://schemas.openxmlformats.org/officeDocument/2006/relationships/customXml" Target="../ink/ink117.xml"/><Relationship Id="rId256" Type="http://schemas.openxmlformats.org/officeDocument/2006/relationships/image" Target="../media/image128.png"/><Relationship Id="rId277" Type="http://schemas.openxmlformats.org/officeDocument/2006/relationships/image" Target="../media/image138.png"/><Relationship Id="rId298" Type="http://schemas.openxmlformats.org/officeDocument/2006/relationships/customXml" Target="../ink/ink149.xml"/><Relationship Id="rId400" Type="http://schemas.openxmlformats.org/officeDocument/2006/relationships/image" Target="../media/image198.png"/><Relationship Id="rId421" Type="http://schemas.openxmlformats.org/officeDocument/2006/relationships/customXml" Target="../ink/ink212.xml"/><Relationship Id="rId442" Type="http://schemas.openxmlformats.org/officeDocument/2006/relationships/image" Target="../media/image219.png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302" Type="http://schemas.openxmlformats.org/officeDocument/2006/relationships/customXml" Target="../ink/ink151.xml"/><Relationship Id="rId323" Type="http://schemas.openxmlformats.org/officeDocument/2006/relationships/image" Target="../media/image161.png"/><Relationship Id="rId344" Type="http://schemas.openxmlformats.org/officeDocument/2006/relationships/customXml" Target="../ink/ink172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365" Type="http://schemas.openxmlformats.org/officeDocument/2006/relationships/customXml" Target="../ink/ink183.xml"/><Relationship Id="rId386" Type="http://schemas.openxmlformats.org/officeDocument/2006/relationships/image" Target="../media/image191.png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5" Type="http://schemas.openxmlformats.org/officeDocument/2006/relationships/customXml" Target="../ink/ink112.xml"/><Relationship Id="rId246" Type="http://schemas.openxmlformats.org/officeDocument/2006/relationships/image" Target="../media/image123.png"/><Relationship Id="rId267" Type="http://schemas.openxmlformats.org/officeDocument/2006/relationships/customXml" Target="../ink/ink133.xml"/><Relationship Id="rId288" Type="http://schemas.openxmlformats.org/officeDocument/2006/relationships/customXml" Target="../ink/ink144.xml"/><Relationship Id="rId411" Type="http://schemas.openxmlformats.org/officeDocument/2006/relationships/customXml" Target="../ink/ink207.xml"/><Relationship Id="rId432" Type="http://schemas.openxmlformats.org/officeDocument/2006/relationships/image" Target="../media/image214.png"/><Relationship Id="rId453" Type="http://schemas.openxmlformats.org/officeDocument/2006/relationships/customXml" Target="../ink/ink228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313" Type="http://schemas.openxmlformats.org/officeDocument/2006/relationships/image" Target="../media/image156.png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94" Type="http://schemas.openxmlformats.org/officeDocument/2006/relationships/image" Target="../media/image47.png"/><Relationship Id="rId148" Type="http://schemas.openxmlformats.org/officeDocument/2006/relationships/image" Target="../media/image74.png"/><Relationship Id="rId169" Type="http://schemas.openxmlformats.org/officeDocument/2006/relationships/customXml" Target="../ink/ink84.xml"/><Relationship Id="rId334" Type="http://schemas.openxmlformats.org/officeDocument/2006/relationships/customXml" Target="../ink/ink167.xml"/><Relationship Id="rId355" Type="http://schemas.openxmlformats.org/officeDocument/2006/relationships/customXml" Target="../ink/ink178.xml"/><Relationship Id="rId376" Type="http://schemas.openxmlformats.org/officeDocument/2006/relationships/image" Target="../media/image187.png"/><Relationship Id="rId397" Type="http://schemas.openxmlformats.org/officeDocument/2006/relationships/customXml" Target="../ink/ink200.xml"/><Relationship Id="rId4" Type="http://schemas.openxmlformats.org/officeDocument/2006/relationships/image" Target="../media/image2.png"/><Relationship Id="rId180" Type="http://schemas.openxmlformats.org/officeDocument/2006/relationships/image" Target="../media/image90.png"/><Relationship Id="rId215" Type="http://schemas.openxmlformats.org/officeDocument/2006/relationships/customXml" Target="../ink/ink107.xml"/><Relationship Id="rId236" Type="http://schemas.openxmlformats.org/officeDocument/2006/relationships/image" Target="../media/image118.png"/><Relationship Id="rId257" Type="http://schemas.openxmlformats.org/officeDocument/2006/relationships/customXml" Target="../ink/ink128.xml"/><Relationship Id="rId278" Type="http://schemas.openxmlformats.org/officeDocument/2006/relationships/customXml" Target="../ink/ink139.xml"/><Relationship Id="rId401" Type="http://schemas.openxmlformats.org/officeDocument/2006/relationships/customXml" Target="../ink/ink202.xml"/><Relationship Id="rId422" Type="http://schemas.openxmlformats.org/officeDocument/2006/relationships/image" Target="../media/image209.png"/><Relationship Id="rId443" Type="http://schemas.openxmlformats.org/officeDocument/2006/relationships/customXml" Target="../ink/ink223.xml"/><Relationship Id="rId303" Type="http://schemas.openxmlformats.org/officeDocument/2006/relationships/image" Target="../media/image151.png"/><Relationship Id="rId42" Type="http://schemas.openxmlformats.org/officeDocument/2006/relationships/image" Target="../media/image21.png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345" Type="http://schemas.openxmlformats.org/officeDocument/2006/relationships/image" Target="../media/image172.png"/><Relationship Id="rId387" Type="http://schemas.openxmlformats.org/officeDocument/2006/relationships/customXml" Target="../ink/ink195.xml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412" Type="http://schemas.openxmlformats.org/officeDocument/2006/relationships/image" Target="../media/image204.png"/><Relationship Id="rId107" Type="http://schemas.openxmlformats.org/officeDocument/2006/relationships/customXml" Target="../ink/ink53.xml"/><Relationship Id="rId289" Type="http://schemas.openxmlformats.org/officeDocument/2006/relationships/image" Target="../media/image144.png"/><Relationship Id="rId454" Type="http://schemas.openxmlformats.org/officeDocument/2006/relationships/image" Target="../media/image225.png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314" Type="http://schemas.openxmlformats.org/officeDocument/2006/relationships/customXml" Target="../ink/ink157.xml"/><Relationship Id="rId356" Type="http://schemas.openxmlformats.org/officeDocument/2006/relationships/image" Target="../media/image177.png"/><Relationship Id="rId398" Type="http://schemas.openxmlformats.org/officeDocument/2006/relationships/image" Target="../media/image197.png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216" Type="http://schemas.openxmlformats.org/officeDocument/2006/relationships/image" Target="../media/image108.png"/><Relationship Id="rId423" Type="http://schemas.openxmlformats.org/officeDocument/2006/relationships/customXml" Target="../ink/ink213.xml"/><Relationship Id="rId258" Type="http://schemas.openxmlformats.org/officeDocument/2006/relationships/image" Target="../media/image129.png"/><Relationship Id="rId22" Type="http://schemas.openxmlformats.org/officeDocument/2006/relationships/image" Target="../media/image11.png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325" Type="http://schemas.openxmlformats.org/officeDocument/2006/relationships/image" Target="../media/image162.png"/><Relationship Id="rId367" Type="http://schemas.openxmlformats.org/officeDocument/2006/relationships/customXml" Target="../ink/ink184.xml"/><Relationship Id="rId171" Type="http://schemas.openxmlformats.org/officeDocument/2006/relationships/customXml" Target="../ink/ink85.xml"/><Relationship Id="rId227" Type="http://schemas.openxmlformats.org/officeDocument/2006/relationships/customXml" Target="../ink/ink113.xml"/><Relationship Id="rId269" Type="http://schemas.openxmlformats.org/officeDocument/2006/relationships/customXml" Target="../ink/ink134.xml"/><Relationship Id="rId434" Type="http://schemas.openxmlformats.org/officeDocument/2006/relationships/image" Target="../media/image215.png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75" Type="http://schemas.openxmlformats.org/officeDocument/2006/relationships/customXml" Target="../ink/ink37.xml"/><Relationship Id="rId140" Type="http://schemas.openxmlformats.org/officeDocument/2006/relationships/image" Target="../media/image70.png"/><Relationship Id="rId182" Type="http://schemas.openxmlformats.org/officeDocument/2006/relationships/image" Target="../media/image91.png"/><Relationship Id="rId378" Type="http://schemas.openxmlformats.org/officeDocument/2006/relationships/image" Target="../media/image188.png"/><Relationship Id="rId403" Type="http://schemas.openxmlformats.org/officeDocument/2006/relationships/customXml" Target="../ink/ink203.xml"/><Relationship Id="rId6" Type="http://schemas.openxmlformats.org/officeDocument/2006/relationships/image" Target="../media/image3.png"/><Relationship Id="rId238" Type="http://schemas.openxmlformats.org/officeDocument/2006/relationships/image" Target="../media/image119.png"/><Relationship Id="rId445" Type="http://schemas.openxmlformats.org/officeDocument/2006/relationships/customXml" Target="../ink/ink224.xml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347" Type="http://schemas.openxmlformats.org/officeDocument/2006/relationships/image" Target="../media/image173.png"/><Relationship Id="rId44" Type="http://schemas.openxmlformats.org/officeDocument/2006/relationships/image" Target="../media/image22.png"/><Relationship Id="rId86" Type="http://schemas.openxmlformats.org/officeDocument/2006/relationships/image" Target="../media/image43.png"/><Relationship Id="rId151" Type="http://schemas.openxmlformats.org/officeDocument/2006/relationships/customXml" Target="../ink/ink75.xml"/><Relationship Id="rId389" Type="http://schemas.openxmlformats.org/officeDocument/2006/relationships/customXml" Target="../ink/ink196.xml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49" Type="http://schemas.openxmlformats.org/officeDocument/2006/relationships/customXml" Target="../ink/ink124.xml"/><Relationship Id="rId414" Type="http://schemas.openxmlformats.org/officeDocument/2006/relationships/image" Target="../media/image205.png"/><Relationship Id="rId456" Type="http://schemas.openxmlformats.org/officeDocument/2006/relationships/image" Target="../media/image226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30.png"/><Relationship Id="rId316" Type="http://schemas.openxmlformats.org/officeDocument/2006/relationships/customXml" Target="../ink/ink158.xml"/><Relationship Id="rId55" Type="http://schemas.openxmlformats.org/officeDocument/2006/relationships/customXml" Target="../ink/ink27.xml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358" Type="http://schemas.openxmlformats.org/officeDocument/2006/relationships/image" Target="../media/image178.png"/><Relationship Id="rId162" Type="http://schemas.openxmlformats.org/officeDocument/2006/relationships/image" Target="../media/image81.png"/><Relationship Id="rId218" Type="http://schemas.openxmlformats.org/officeDocument/2006/relationships/image" Target="../media/image109.png"/><Relationship Id="rId425" Type="http://schemas.openxmlformats.org/officeDocument/2006/relationships/customXml" Target="../ink/ink214.xml"/><Relationship Id="rId271" Type="http://schemas.openxmlformats.org/officeDocument/2006/relationships/customXml" Target="../ink/ink135.xml"/><Relationship Id="rId24" Type="http://schemas.openxmlformats.org/officeDocument/2006/relationships/image" Target="../media/image12.png"/><Relationship Id="rId66" Type="http://schemas.openxmlformats.org/officeDocument/2006/relationships/image" Target="../media/image33.png"/><Relationship Id="rId131" Type="http://schemas.openxmlformats.org/officeDocument/2006/relationships/customXml" Target="../ink/ink65.xml"/><Relationship Id="rId327" Type="http://schemas.openxmlformats.org/officeDocument/2006/relationships/image" Target="../media/image163.png"/><Relationship Id="rId369" Type="http://schemas.openxmlformats.org/officeDocument/2006/relationships/customXml" Target="../ink/ink185.xml"/><Relationship Id="rId173" Type="http://schemas.openxmlformats.org/officeDocument/2006/relationships/customXml" Target="../ink/ink86.xml"/><Relationship Id="rId229" Type="http://schemas.openxmlformats.org/officeDocument/2006/relationships/customXml" Target="../ink/ink114.xml"/><Relationship Id="rId380" Type="http://schemas.openxmlformats.org/officeDocument/2006/relationships/customXml" Target="../ink/ink191.xml"/><Relationship Id="rId436" Type="http://schemas.openxmlformats.org/officeDocument/2006/relationships/image" Target="../media/image216.png"/><Relationship Id="rId240" Type="http://schemas.openxmlformats.org/officeDocument/2006/relationships/image" Target="../media/image120.png"/><Relationship Id="rId35" Type="http://schemas.openxmlformats.org/officeDocument/2006/relationships/customXml" Target="../ink/ink17.xml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8" Type="http://schemas.openxmlformats.org/officeDocument/2006/relationships/image" Target="../media/image4.png"/><Relationship Id="rId142" Type="http://schemas.openxmlformats.org/officeDocument/2006/relationships/image" Target="../media/image71.png"/><Relationship Id="rId184" Type="http://schemas.openxmlformats.org/officeDocument/2006/relationships/image" Target="../media/image92.png"/><Relationship Id="rId391" Type="http://schemas.openxmlformats.org/officeDocument/2006/relationships/customXml" Target="../ink/ink197.xml"/><Relationship Id="rId405" Type="http://schemas.openxmlformats.org/officeDocument/2006/relationships/customXml" Target="../ink/ink204.xml"/><Relationship Id="rId447" Type="http://schemas.openxmlformats.org/officeDocument/2006/relationships/customXml" Target="../ink/ink225.xml"/><Relationship Id="rId251" Type="http://schemas.openxmlformats.org/officeDocument/2006/relationships/customXml" Target="../ink/ink125.xml"/><Relationship Id="rId46" Type="http://schemas.openxmlformats.org/officeDocument/2006/relationships/image" Target="../media/image23.png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53" Type="http://schemas.openxmlformats.org/officeDocument/2006/relationships/customXml" Target="../ink/ink76.xml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360" Type="http://schemas.openxmlformats.org/officeDocument/2006/relationships/image" Target="../media/image179.png"/><Relationship Id="rId416" Type="http://schemas.openxmlformats.org/officeDocument/2006/relationships/image" Target="../media/image206.png"/><Relationship Id="rId220" Type="http://schemas.openxmlformats.org/officeDocument/2006/relationships/image" Target="../media/image110.png"/><Relationship Id="rId458" Type="http://schemas.openxmlformats.org/officeDocument/2006/relationships/customXml" Target="../ink/ink231.xml"/><Relationship Id="rId15" Type="http://schemas.openxmlformats.org/officeDocument/2006/relationships/customXml" Target="../ink/ink7.xml"/><Relationship Id="rId57" Type="http://schemas.openxmlformats.org/officeDocument/2006/relationships/customXml" Target="../ink/ink28.xml"/><Relationship Id="rId262" Type="http://schemas.openxmlformats.org/officeDocument/2006/relationships/image" Target="../media/image131.png"/><Relationship Id="rId318" Type="http://schemas.openxmlformats.org/officeDocument/2006/relationships/customXml" Target="../ink/ink159.xml"/><Relationship Id="rId99" Type="http://schemas.openxmlformats.org/officeDocument/2006/relationships/customXml" Target="../ink/ink49.xml"/><Relationship Id="rId122" Type="http://schemas.openxmlformats.org/officeDocument/2006/relationships/image" Target="../media/image61.png"/><Relationship Id="rId164" Type="http://schemas.openxmlformats.org/officeDocument/2006/relationships/image" Target="../media/image82.png"/><Relationship Id="rId371" Type="http://schemas.openxmlformats.org/officeDocument/2006/relationships/customXml" Target="../ink/ink186.xml"/><Relationship Id="rId427" Type="http://schemas.openxmlformats.org/officeDocument/2006/relationships/customXml" Target="../ink/ink215.xml"/><Relationship Id="rId26" Type="http://schemas.openxmlformats.org/officeDocument/2006/relationships/image" Target="../media/image13.png"/><Relationship Id="rId231" Type="http://schemas.openxmlformats.org/officeDocument/2006/relationships/customXml" Target="../ink/ink115.xml"/><Relationship Id="rId273" Type="http://schemas.openxmlformats.org/officeDocument/2006/relationships/customXml" Target="../ink/ink136.xml"/><Relationship Id="rId329" Type="http://schemas.openxmlformats.org/officeDocument/2006/relationships/image" Target="../media/image164.png"/><Relationship Id="rId68" Type="http://schemas.openxmlformats.org/officeDocument/2006/relationships/image" Target="../media/image34.png"/><Relationship Id="rId133" Type="http://schemas.openxmlformats.org/officeDocument/2006/relationships/customXml" Target="../ink/ink66.xml"/><Relationship Id="rId175" Type="http://schemas.openxmlformats.org/officeDocument/2006/relationships/customXml" Target="../ink/ink87.xml"/><Relationship Id="rId340" Type="http://schemas.openxmlformats.org/officeDocument/2006/relationships/customXml" Target="../ink/ink170.xml"/><Relationship Id="rId200" Type="http://schemas.openxmlformats.org/officeDocument/2006/relationships/image" Target="../media/image100.png"/><Relationship Id="rId382" Type="http://schemas.openxmlformats.org/officeDocument/2006/relationships/customXml" Target="../ink/ink192.xml"/><Relationship Id="rId438" Type="http://schemas.openxmlformats.org/officeDocument/2006/relationships/image" Target="../media/image217.png"/><Relationship Id="rId242" Type="http://schemas.openxmlformats.org/officeDocument/2006/relationships/image" Target="../media/image121.png"/><Relationship Id="rId284" Type="http://schemas.openxmlformats.org/officeDocument/2006/relationships/customXml" Target="../ink/ink142.xml"/><Relationship Id="rId37" Type="http://schemas.openxmlformats.org/officeDocument/2006/relationships/customXml" Target="../ink/ink18.xml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86" Type="http://schemas.openxmlformats.org/officeDocument/2006/relationships/image" Target="../media/image93.png"/><Relationship Id="rId351" Type="http://schemas.openxmlformats.org/officeDocument/2006/relationships/image" Target="../media/image175.png"/><Relationship Id="rId393" Type="http://schemas.openxmlformats.org/officeDocument/2006/relationships/customXml" Target="../ink/ink198.xml"/><Relationship Id="rId407" Type="http://schemas.openxmlformats.org/officeDocument/2006/relationships/customXml" Target="../ink/ink205.xml"/><Relationship Id="rId449" Type="http://schemas.openxmlformats.org/officeDocument/2006/relationships/customXml" Target="../ink/ink226.xml"/><Relationship Id="rId211" Type="http://schemas.openxmlformats.org/officeDocument/2006/relationships/customXml" Target="../ink/ink105.xml"/><Relationship Id="rId253" Type="http://schemas.openxmlformats.org/officeDocument/2006/relationships/customXml" Target="../ink/ink126.xml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48" Type="http://schemas.openxmlformats.org/officeDocument/2006/relationships/image" Target="../media/image24.png"/><Relationship Id="rId113" Type="http://schemas.openxmlformats.org/officeDocument/2006/relationships/customXml" Target="../ink/ink56.xml"/><Relationship Id="rId320" Type="http://schemas.openxmlformats.org/officeDocument/2006/relationships/customXml" Target="../ink/ink160.xml"/><Relationship Id="rId155" Type="http://schemas.openxmlformats.org/officeDocument/2006/relationships/customXml" Target="../ink/ink77.xml"/><Relationship Id="rId197" Type="http://schemas.openxmlformats.org/officeDocument/2006/relationships/customXml" Target="../ink/ink98.xml"/><Relationship Id="rId362" Type="http://schemas.openxmlformats.org/officeDocument/2006/relationships/image" Target="../media/image180.png"/><Relationship Id="rId418" Type="http://schemas.openxmlformats.org/officeDocument/2006/relationships/image" Target="../media/image207.png"/><Relationship Id="rId222" Type="http://schemas.openxmlformats.org/officeDocument/2006/relationships/image" Target="../media/image111.png"/><Relationship Id="rId264" Type="http://schemas.openxmlformats.org/officeDocument/2006/relationships/image" Target="../media/image132.png"/><Relationship Id="rId17" Type="http://schemas.openxmlformats.org/officeDocument/2006/relationships/customXml" Target="../ink/ink8.xml"/><Relationship Id="rId59" Type="http://schemas.openxmlformats.org/officeDocument/2006/relationships/customXml" Target="../ink/ink29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166" Type="http://schemas.openxmlformats.org/officeDocument/2006/relationships/image" Target="../media/image83.png"/><Relationship Id="rId331" Type="http://schemas.openxmlformats.org/officeDocument/2006/relationships/image" Target="../media/image165.png"/><Relationship Id="rId373" Type="http://schemas.openxmlformats.org/officeDocument/2006/relationships/customXml" Target="../ink/ink187.xml"/><Relationship Id="rId429" Type="http://schemas.openxmlformats.org/officeDocument/2006/relationships/customXml" Target="../ink/ink216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16.xml"/><Relationship Id="rId440" Type="http://schemas.openxmlformats.org/officeDocument/2006/relationships/image" Target="../media/image218.png"/><Relationship Id="rId28" Type="http://schemas.openxmlformats.org/officeDocument/2006/relationships/image" Target="../media/image14.png"/><Relationship Id="rId275" Type="http://schemas.openxmlformats.org/officeDocument/2006/relationships/customXml" Target="../ink/ink137.xml"/><Relationship Id="rId300" Type="http://schemas.openxmlformats.org/officeDocument/2006/relationships/customXml" Target="../ink/ink150.xml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77" Type="http://schemas.openxmlformats.org/officeDocument/2006/relationships/customXml" Target="../ink/ink88.xml"/><Relationship Id="rId342" Type="http://schemas.openxmlformats.org/officeDocument/2006/relationships/customXml" Target="../ink/ink171.xml"/><Relationship Id="rId384" Type="http://schemas.openxmlformats.org/officeDocument/2006/relationships/customXml" Target="../ink/ink193.xml"/><Relationship Id="rId202" Type="http://schemas.openxmlformats.org/officeDocument/2006/relationships/image" Target="../media/image101.png"/><Relationship Id="rId244" Type="http://schemas.openxmlformats.org/officeDocument/2006/relationships/image" Target="../media/image122.png"/><Relationship Id="rId39" Type="http://schemas.openxmlformats.org/officeDocument/2006/relationships/customXml" Target="../ink/ink19.xml"/><Relationship Id="rId286" Type="http://schemas.openxmlformats.org/officeDocument/2006/relationships/customXml" Target="../ink/ink143.xml"/><Relationship Id="rId451" Type="http://schemas.openxmlformats.org/officeDocument/2006/relationships/customXml" Target="../ink/ink227.xml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46" Type="http://schemas.openxmlformats.org/officeDocument/2006/relationships/image" Target="../media/image73.png"/><Relationship Id="rId188" Type="http://schemas.openxmlformats.org/officeDocument/2006/relationships/image" Target="../media/image94.png"/><Relationship Id="rId311" Type="http://schemas.openxmlformats.org/officeDocument/2006/relationships/image" Target="../media/image155.png"/><Relationship Id="rId353" Type="http://schemas.openxmlformats.org/officeDocument/2006/relationships/customXml" Target="../ink/ink177.xml"/><Relationship Id="rId395" Type="http://schemas.openxmlformats.org/officeDocument/2006/relationships/customXml" Target="../ink/ink199.xml"/><Relationship Id="rId409" Type="http://schemas.openxmlformats.org/officeDocument/2006/relationships/customXml" Target="../ink/ink206.xml"/><Relationship Id="rId92" Type="http://schemas.openxmlformats.org/officeDocument/2006/relationships/image" Target="../media/image46.png"/><Relationship Id="rId213" Type="http://schemas.openxmlformats.org/officeDocument/2006/relationships/customXml" Target="../ink/ink106.xml"/><Relationship Id="rId420" Type="http://schemas.openxmlformats.org/officeDocument/2006/relationships/image" Target="../media/image208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85.png"/><Relationship Id="rId299" Type="http://schemas.openxmlformats.org/officeDocument/2006/relationships/image" Target="../media/image376.png"/><Relationship Id="rId21" Type="http://schemas.openxmlformats.org/officeDocument/2006/relationships/image" Target="../media/image237.png"/><Relationship Id="rId63" Type="http://schemas.openxmlformats.org/officeDocument/2006/relationships/image" Target="../media/image258.png"/><Relationship Id="rId159" Type="http://schemas.openxmlformats.org/officeDocument/2006/relationships/image" Target="../media/image306.png"/><Relationship Id="rId324" Type="http://schemas.openxmlformats.org/officeDocument/2006/relationships/customXml" Target="../ink/ink393.xml"/><Relationship Id="rId366" Type="http://schemas.openxmlformats.org/officeDocument/2006/relationships/customXml" Target="../ink/ink414.xml"/><Relationship Id="rId170" Type="http://schemas.openxmlformats.org/officeDocument/2006/relationships/customXml" Target="../ink/ink316.xml"/><Relationship Id="rId226" Type="http://schemas.openxmlformats.org/officeDocument/2006/relationships/customXml" Target="../ink/ink344.xml"/><Relationship Id="rId268" Type="http://schemas.openxmlformats.org/officeDocument/2006/relationships/customXml" Target="../ink/ink365.xml"/><Relationship Id="rId32" Type="http://schemas.openxmlformats.org/officeDocument/2006/relationships/customXml" Target="../ink/ink247.xml"/><Relationship Id="rId74" Type="http://schemas.openxmlformats.org/officeDocument/2006/relationships/customXml" Target="../ink/ink268.xml"/><Relationship Id="rId128" Type="http://schemas.openxmlformats.org/officeDocument/2006/relationships/customXml" Target="../ink/ink295.xml"/><Relationship Id="rId335" Type="http://schemas.openxmlformats.org/officeDocument/2006/relationships/image" Target="../media/image394.png"/><Relationship Id="rId377" Type="http://schemas.openxmlformats.org/officeDocument/2006/relationships/image" Target="../media/image415.png"/><Relationship Id="rId5" Type="http://schemas.openxmlformats.org/officeDocument/2006/relationships/image" Target="../media/image229.png"/><Relationship Id="rId181" Type="http://schemas.openxmlformats.org/officeDocument/2006/relationships/image" Target="../media/image317.png"/><Relationship Id="rId237" Type="http://schemas.openxmlformats.org/officeDocument/2006/relationships/image" Target="../media/image345.png"/><Relationship Id="rId279" Type="http://schemas.openxmlformats.org/officeDocument/2006/relationships/image" Target="../media/image366.png"/><Relationship Id="rId43" Type="http://schemas.openxmlformats.org/officeDocument/2006/relationships/image" Target="../media/image248.png"/><Relationship Id="rId139" Type="http://schemas.openxmlformats.org/officeDocument/2006/relationships/image" Target="../media/image296.png"/><Relationship Id="rId290" Type="http://schemas.openxmlformats.org/officeDocument/2006/relationships/customXml" Target="../ink/ink376.xml"/><Relationship Id="rId304" Type="http://schemas.openxmlformats.org/officeDocument/2006/relationships/customXml" Target="../ink/ink383.xml"/><Relationship Id="rId346" Type="http://schemas.openxmlformats.org/officeDocument/2006/relationships/customXml" Target="../ink/ink404.xml"/><Relationship Id="rId388" Type="http://schemas.openxmlformats.org/officeDocument/2006/relationships/customXml" Target="../ink/ink425.xml"/><Relationship Id="rId85" Type="http://schemas.openxmlformats.org/officeDocument/2006/relationships/image" Target="../media/image269.png"/><Relationship Id="rId150" Type="http://schemas.openxmlformats.org/officeDocument/2006/relationships/customXml" Target="../ink/ink306.xml"/><Relationship Id="rId192" Type="http://schemas.openxmlformats.org/officeDocument/2006/relationships/customXml" Target="../ink/ink327.xml"/><Relationship Id="rId206" Type="http://schemas.openxmlformats.org/officeDocument/2006/relationships/customXml" Target="../ink/ink334.xml"/><Relationship Id="rId248" Type="http://schemas.openxmlformats.org/officeDocument/2006/relationships/customXml" Target="../ink/ink355.xml"/><Relationship Id="rId12" Type="http://schemas.openxmlformats.org/officeDocument/2006/relationships/customXml" Target="../ink/ink237.xml"/><Relationship Id="rId108" Type="http://schemas.openxmlformats.org/officeDocument/2006/relationships/customXml" Target="../ink/ink285.xml"/><Relationship Id="rId315" Type="http://schemas.openxmlformats.org/officeDocument/2006/relationships/image" Target="../media/image384.png"/><Relationship Id="rId357" Type="http://schemas.openxmlformats.org/officeDocument/2006/relationships/image" Target="../media/image405.png"/><Relationship Id="rId54" Type="http://schemas.openxmlformats.org/officeDocument/2006/relationships/customXml" Target="../ink/ink258.xml"/><Relationship Id="rId96" Type="http://schemas.openxmlformats.org/officeDocument/2006/relationships/customXml" Target="../ink/ink279.xml"/><Relationship Id="rId161" Type="http://schemas.openxmlformats.org/officeDocument/2006/relationships/image" Target="../media/image307.png"/><Relationship Id="rId217" Type="http://schemas.openxmlformats.org/officeDocument/2006/relationships/image" Target="../media/image335.png"/><Relationship Id="rId259" Type="http://schemas.openxmlformats.org/officeDocument/2006/relationships/image" Target="../media/image356.png"/><Relationship Id="rId23" Type="http://schemas.openxmlformats.org/officeDocument/2006/relationships/image" Target="../media/image238.png"/><Relationship Id="rId119" Type="http://schemas.openxmlformats.org/officeDocument/2006/relationships/image" Target="../media/image286.png"/><Relationship Id="rId270" Type="http://schemas.openxmlformats.org/officeDocument/2006/relationships/customXml" Target="../ink/ink366.xml"/><Relationship Id="rId326" Type="http://schemas.openxmlformats.org/officeDocument/2006/relationships/customXml" Target="../ink/ink394.xml"/><Relationship Id="rId65" Type="http://schemas.openxmlformats.org/officeDocument/2006/relationships/image" Target="../media/image259.png"/><Relationship Id="rId130" Type="http://schemas.openxmlformats.org/officeDocument/2006/relationships/customXml" Target="../ink/ink296.xml"/><Relationship Id="rId368" Type="http://schemas.openxmlformats.org/officeDocument/2006/relationships/customXml" Target="../ink/ink415.xml"/><Relationship Id="rId172" Type="http://schemas.openxmlformats.org/officeDocument/2006/relationships/customXml" Target="../ink/ink317.xml"/><Relationship Id="rId228" Type="http://schemas.openxmlformats.org/officeDocument/2006/relationships/customXml" Target="../ink/ink345.xml"/><Relationship Id="rId281" Type="http://schemas.openxmlformats.org/officeDocument/2006/relationships/image" Target="../media/image367.png"/><Relationship Id="rId337" Type="http://schemas.openxmlformats.org/officeDocument/2006/relationships/image" Target="../media/image395.png"/><Relationship Id="rId34" Type="http://schemas.openxmlformats.org/officeDocument/2006/relationships/customXml" Target="../ink/ink248.xml"/><Relationship Id="rId76" Type="http://schemas.openxmlformats.org/officeDocument/2006/relationships/customXml" Target="../ink/ink269.xml"/><Relationship Id="rId141" Type="http://schemas.openxmlformats.org/officeDocument/2006/relationships/image" Target="../media/image297.png"/><Relationship Id="rId379" Type="http://schemas.openxmlformats.org/officeDocument/2006/relationships/image" Target="../media/image416.png"/><Relationship Id="rId7" Type="http://schemas.openxmlformats.org/officeDocument/2006/relationships/image" Target="../media/image230.png"/><Relationship Id="rId183" Type="http://schemas.openxmlformats.org/officeDocument/2006/relationships/image" Target="../media/image318.png"/><Relationship Id="rId239" Type="http://schemas.openxmlformats.org/officeDocument/2006/relationships/image" Target="../media/image346.png"/><Relationship Id="rId390" Type="http://schemas.openxmlformats.org/officeDocument/2006/relationships/customXml" Target="../ink/ink426.xml"/><Relationship Id="rId250" Type="http://schemas.openxmlformats.org/officeDocument/2006/relationships/customXml" Target="../ink/ink356.xml"/><Relationship Id="rId292" Type="http://schemas.openxmlformats.org/officeDocument/2006/relationships/customXml" Target="../ink/ink377.xml"/><Relationship Id="rId306" Type="http://schemas.openxmlformats.org/officeDocument/2006/relationships/customXml" Target="../ink/ink384.xml"/><Relationship Id="rId45" Type="http://schemas.openxmlformats.org/officeDocument/2006/relationships/image" Target="../media/image249.png"/><Relationship Id="rId87" Type="http://schemas.openxmlformats.org/officeDocument/2006/relationships/image" Target="../media/image270.png"/><Relationship Id="rId110" Type="http://schemas.openxmlformats.org/officeDocument/2006/relationships/customXml" Target="../ink/ink286.xml"/><Relationship Id="rId348" Type="http://schemas.openxmlformats.org/officeDocument/2006/relationships/customXml" Target="../ink/ink405.xml"/><Relationship Id="rId152" Type="http://schemas.openxmlformats.org/officeDocument/2006/relationships/customXml" Target="../ink/ink307.xml"/><Relationship Id="rId194" Type="http://schemas.openxmlformats.org/officeDocument/2006/relationships/customXml" Target="../ink/ink328.xml"/><Relationship Id="rId208" Type="http://schemas.openxmlformats.org/officeDocument/2006/relationships/customXml" Target="../ink/ink335.xml"/><Relationship Id="rId261" Type="http://schemas.openxmlformats.org/officeDocument/2006/relationships/image" Target="../media/image357.png"/><Relationship Id="rId14" Type="http://schemas.openxmlformats.org/officeDocument/2006/relationships/customXml" Target="../ink/ink238.xml"/><Relationship Id="rId56" Type="http://schemas.openxmlformats.org/officeDocument/2006/relationships/customXml" Target="../ink/ink259.xml"/><Relationship Id="rId317" Type="http://schemas.openxmlformats.org/officeDocument/2006/relationships/image" Target="../media/image385.png"/><Relationship Id="rId359" Type="http://schemas.openxmlformats.org/officeDocument/2006/relationships/image" Target="../media/image406.png"/><Relationship Id="rId98" Type="http://schemas.openxmlformats.org/officeDocument/2006/relationships/customXml" Target="../ink/ink280.xml"/><Relationship Id="rId121" Type="http://schemas.openxmlformats.org/officeDocument/2006/relationships/image" Target="../media/image287.png"/><Relationship Id="rId163" Type="http://schemas.openxmlformats.org/officeDocument/2006/relationships/image" Target="../media/image308.png"/><Relationship Id="rId219" Type="http://schemas.openxmlformats.org/officeDocument/2006/relationships/image" Target="../media/image336.png"/><Relationship Id="rId370" Type="http://schemas.openxmlformats.org/officeDocument/2006/relationships/customXml" Target="../ink/ink416.xml"/><Relationship Id="rId230" Type="http://schemas.openxmlformats.org/officeDocument/2006/relationships/customXml" Target="../ink/ink346.xml"/><Relationship Id="rId25" Type="http://schemas.openxmlformats.org/officeDocument/2006/relationships/image" Target="../media/image239.png"/><Relationship Id="rId67" Type="http://schemas.openxmlformats.org/officeDocument/2006/relationships/image" Target="../media/image260.png"/><Relationship Id="rId272" Type="http://schemas.openxmlformats.org/officeDocument/2006/relationships/customXml" Target="../ink/ink367.xml"/><Relationship Id="rId328" Type="http://schemas.openxmlformats.org/officeDocument/2006/relationships/customXml" Target="../ink/ink395.xml"/><Relationship Id="rId132" Type="http://schemas.openxmlformats.org/officeDocument/2006/relationships/customXml" Target="../ink/ink297.xml"/><Relationship Id="rId174" Type="http://schemas.openxmlformats.org/officeDocument/2006/relationships/customXml" Target="../ink/ink318.xml"/><Relationship Id="rId381" Type="http://schemas.openxmlformats.org/officeDocument/2006/relationships/image" Target="../media/image417.png"/><Relationship Id="rId241" Type="http://schemas.openxmlformats.org/officeDocument/2006/relationships/image" Target="../media/image347.png"/><Relationship Id="rId36" Type="http://schemas.openxmlformats.org/officeDocument/2006/relationships/customXml" Target="../ink/ink249.xml"/><Relationship Id="rId283" Type="http://schemas.openxmlformats.org/officeDocument/2006/relationships/image" Target="../media/image368.png"/><Relationship Id="rId339" Type="http://schemas.openxmlformats.org/officeDocument/2006/relationships/image" Target="../media/image396.png"/><Relationship Id="rId78" Type="http://schemas.openxmlformats.org/officeDocument/2006/relationships/customXml" Target="../ink/ink270.xml"/><Relationship Id="rId101" Type="http://schemas.openxmlformats.org/officeDocument/2006/relationships/image" Target="../media/image277.png"/><Relationship Id="rId143" Type="http://schemas.openxmlformats.org/officeDocument/2006/relationships/image" Target="../media/image298.png"/><Relationship Id="rId185" Type="http://schemas.openxmlformats.org/officeDocument/2006/relationships/image" Target="../media/image319.png"/><Relationship Id="rId350" Type="http://schemas.openxmlformats.org/officeDocument/2006/relationships/customXml" Target="../ink/ink406.xml"/><Relationship Id="rId9" Type="http://schemas.openxmlformats.org/officeDocument/2006/relationships/image" Target="../media/image231.png"/><Relationship Id="rId210" Type="http://schemas.openxmlformats.org/officeDocument/2006/relationships/customXml" Target="../ink/ink336.xml"/><Relationship Id="rId392" Type="http://schemas.openxmlformats.org/officeDocument/2006/relationships/customXml" Target="../ink/ink427.xml"/><Relationship Id="rId252" Type="http://schemas.openxmlformats.org/officeDocument/2006/relationships/customXml" Target="../ink/ink357.xml"/><Relationship Id="rId294" Type="http://schemas.openxmlformats.org/officeDocument/2006/relationships/customXml" Target="../ink/ink378.xml"/><Relationship Id="rId308" Type="http://schemas.openxmlformats.org/officeDocument/2006/relationships/customXml" Target="../ink/ink385.xml"/><Relationship Id="rId47" Type="http://schemas.openxmlformats.org/officeDocument/2006/relationships/image" Target="../media/image250.png"/><Relationship Id="rId89" Type="http://schemas.openxmlformats.org/officeDocument/2006/relationships/image" Target="../media/image271.png"/><Relationship Id="rId112" Type="http://schemas.openxmlformats.org/officeDocument/2006/relationships/customXml" Target="../ink/ink287.xml"/><Relationship Id="rId154" Type="http://schemas.openxmlformats.org/officeDocument/2006/relationships/customXml" Target="../ink/ink308.xml"/><Relationship Id="rId361" Type="http://schemas.openxmlformats.org/officeDocument/2006/relationships/image" Target="../media/image407.png"/><Relationship Id="rId196" Type="http://schemas.openxmlformats.org/officeDocument/2006/relationships/customXml" Target="../ink/ink329.xml"/><Relationship Id="rId16" Type="http://schemas.openxmlformats.org/officeDocument/2006/relationships/customXml" Target="../ink/ink239.xml"/><Relationship Id="rId221" Type="http://schemas.openxmlformats.org/officeDocument/2006/relationships/image" Target="../media/image337.png"/><Relationship Id="rId263" Type="http://schemas.openxmlformats.org/officeDocument/2006/relationships/image" Target="../media/image358.png"/><Relationship Id="rId319" Type="http://schemas.openxmlformats.org/officeDocument/2006/relationships/image" Target="../media/image386.png"/><Relationship Id="rId37" Type="http://schemas.openxmlformats.org/officeDocument/2006/relationships/image" Target="../media/image245.png"/><Relationship Id="rId58" Type="http://schemas.openxmlformats.org/officeDocument/2006/relationships/customXml" Target="../ink/ink260.xml"/><Relationship Id="rId79" Type="http://schemas.openxmlformats.org/officeDocument/2006/relationships/image" Target="../media/image266.png"/><Relationship Id="rId102" Type="http://schemas.openxmlformats.org/officeDocument/2006/relationships/customXml" Target="../ink/ink282.xml"/><Relationship Id="rId123" Type="http://schemas.openxmlformats.org/officeDocument/2006/relationships/image" Target="../media/image288.png"/><Relationship Id="rId144" Type="http://schemas.openxmlformats.org/officeDocument/2006/relationships/customXml" Target="../ink/ink303.xml"/><Relationship Id="rId330" Type="http://schemas.openxmlformats.org/officeDocument/2006/relationships/customXml" Target="../ink/ink396.xml"/><Relationship Id="rId90" Type="http://schemas.openxmlformats.org/officeDocument/2006/relationships/customXml" Target="../ink/ink276.xml"/><Relationship Id="rId165" Type="http://schemas.openxmlformats.org/officeDocument/2006/relationships/image" Target="../media/image309.png"/><Relationship Id="rId186" Type="http://schemas.openxmlformats.org/officeDocument/2006/relationships/customXml" Target="../ink/ink324.xml"/><Relationship Id="rId351" Type="http://schemas.openxmlformats.org/officeDocument/2006/relationships/image" Target="../media/image402.png"/><Relationship Id="rId372" Type="http://schemas.openxmlformats.org/officeDocument/2006/relationships/customXml" Target="../ink/ink417.xml"/><Relationship Id="rId393" Type="http://schemas.openxmlformats.org/officeDocument/2006/relationships/image" Target="../media/image423.png"/><Relationship Id="rId211" Type="http://schemas.openxmlformats.org/officeDocument/2006/relationships/image" Target="../media/image332.png"/><Relationship Id="rId232" Type="http://schemas.openxmlformats.org/officeDocument/2006/relationships/customXml" Target="../ink/ink347.xml"/><Relationship Id="rId253" Type="http://schemas.openxmlformats.org/officeDocument/2006/relationships/image" Target="../media/image353.png"/><Relationship Id="rId274" Type="http://schemas.openxmlformats.org/officeDocument/2006/relationships/customXml" Target="../ink/ink368.xml"/><Relationship Id="rId295" Type="http://schemas.openxmlformats.org/officeDocument/2006/relationships/image" Target="../media/image374.png"/><Relationship Id="rId309" Type="http://schemas.openxmlformats.org/officeDocument/2006/relationships/image" Target="../media/image381.png"/><Relationship Id="rId27" Type="http://schemas.openxmlformats.org/officeDocument/2006/relationships/image" Target="../media/image240.png"/><Relationship Id="rId48" Type="http://schemas.openxmlformats.org/officeDocument/2006/relationships/customXml" Target="../ink/ink255.xml"/><Relationship Id="rId69" Type="http://schemas.openxmlformats.org/officeDocument/2006/relationships/image" Target="../media/image261.png"/><Relationship Id="rId113" Type="http://schemas.openxmlformats.org/officeDocument/2006/relationships/image" Target="../media/image283.png"/><Relationship Id="rId134" Type="http://schemas.openxmlformats.org/officeDocument/2006/relationships/customXml" Target="../ink/ink298.xml"/><Relationship Id="rId320" Type="http://schemas.openxmlformats.org/officeDocument/2006/relationships/customXml" Target="../ink/ink391.xml"/><Relationship Id="rId80" Type="http://schemas.openxmlformats.org/officeDocument/2006/relationships/customXml" Target="../ink/ink271.xml"/><Relationship Id="rId155" Type="http://schemas.openxmlformats.org/officeDocument/2006/relationships/image" Target="../media/image304.png"/><Relationship Id="rId176" Type="http://schemas.openxmlformats.org/officeDocument/2006/relationships/customXml" Target="../ink/ink319.xml"/><Relationship Id="rId197" Type="http://schemas.openxmlformats.org/officeDocument/2006/relationships/image" Target="../media/image325.png"/><Relationship Id="rId341" Type="http://schemas.openxmlformats.org/officeDocument/2006/relationships/image" Target="../media/image397.png"/><Relationship Id="rId362" Type="http://schemas.openxmlformats.org/officeDocument/2006/relationships/customXml" Target="../ink/ink412.xml"/><Relationship Id="rId383" Type="http://schemas.openxmlformats.org/officeDocument/2006/relationships/image" Target="../media/image418.png"/><Relationship Id="rId201" Type="http://schemas.openxmlformats.org/officeDocument/2006/relationships/image" Target="../media/image327.png"/><Relationship Id="rId222" Type="http://schemas.openxmlformats.org/officeDocument/2006/relationships/customXml" Target="../ink/ink342.xml"/><Relationship Id="rId243" Type="http://schemas.openxmlformats.org/officeDocument/2006/relationships/image" Target="../media/image348.png"/><Relationship Id="rId264" Type="http://schemas.openxmlformats.org/officeDocument/2006/relationships/customXml" Target="../ink/ink363.xml"/><Relationship Id="rId285" Type="http://schemas.openxmlformats.org/officeDocument/2006/relationships/image" Target="../media/image369.png"/><Relationship Id="rId17" Type="http://schemas.openxmlformats.org/officeDocument/2006/relationships/image" Target="../media/image235.png"/><Relationship Id="rId38" Type="http://schemas.openxmlformats.org/officeDocument/2006/relationships/customXml" Target="../ink/ink250.xml"/><Relationship Id="rId59" Type="http://schemas.openxmlformats.org/officeDocument/2006/relationships/image" Target="../media/image256.png"/><Relationship Id="rId103" Type="http://schemas.openxmlformats.org/officeDocument/2006/relationships/image" Target="../media/image278.png"/><Relationship Id="rId124" Type="http://schemas.openxmlformats.org/officeDocument/2006/relationships/customXml" Target="../ink/ink293.xml"/><Relationship Id="rId310" Type="http://schemas.openxmlformats.org/officeDocument/2006/relationships/customXml" Target="../ink/ink386.xml"/><Relationship Id="rId70" Type="http://schemas.openxmlformats.org/officeDocument/2006/relationships/customXml" Target="../ink/ink266.xml"/><Relationship Id="rId91" Type="http://schemas.openxmlformats.org/officeDocument/2006/relationships/image" Target="../media/image272.png"/><Relationship Id="rId145" Type="http://schemas.openxmlformats.org/officeDocument/2006/relationships/image" Target="../media/image299.png"/><Relationship Id="rId166" Type="http://schemas.openxmlformats.org/officeDocument/2006/relationships/customXml" Target="../ink/ink314.xml"/><Relationship Id="rId187" Type="http://schemas.openxmlformats.org/officeDocument/2006/relationships/image" Target="../media/image320.png"/><Relationship Id="rId331" Type="http://schemas.openxmlformats.org/officeDocument/2006/relationships/image" Target="../media/image392.png"/><Relationship Id="rId352" Type="http://schemas.openxmlformats.org/officeDocument/2006/relationships/customXml" Target="../ink/ink407.xml"/><Relationship Id="rId373" Type="http://schemas.openxmlformats.org/officeDocument/2006/relationships/image" Target="../media/image413.png"/><Relationship Id="rId394" Type="http://schemas.openxmlformats.org/officeDocument/2006/relationships/customXml" Target="../ink/ink428.xml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337.xml"/><Relationship Id="rId233" Type="http://schemas.openxmlformats.org/officeDocument/2006/relationships/image" Target="../media/image343.png"/><Relationship Id="rId254" Type="http://schemas.openxmlformats.org/officeDocument/2006/relationships/customXml" Target="../ink/ink358.xml"/><Relationship Id="rId28" Type="http://schemas.openxmlformats.org/officeDocument/2006/relationships/customXml" Target="../ink/ink245.xml"/><Relationship Id="rId49" Type="http://schemas.openxmlformats.org/officeDocument/2006/relationships/image" Target="../media/image251.png"/><Relationship Id="rId114" Type="http://schemas.openxmlformats.org/officeDocument/2006/relationships/customXml" Target="../ink/ink288.xml"/><Relationship Id="rId275" Type="http://schemas.openxmlformats.org/officeDocument/2006/relationships/image" Target="../media/image364.png"/><Relationship Id="rId296" Type="http://schemas.openxmlformats.org/officeDocument/2006/relationships/customXml" Target="../ink/ink379.xml"/><Relationship Id="rId300" Type="http://schemas.openxmlformats.org/officeDocument/2006/relationships/customXml" Target="../ink/ink381.xml"/><Relationship Id="rId60" Type="http://schemas.openxmlformats.org/officeDocument/2006/relationships/customXml" Target="../ink/ink261.xml"/><Relationship Id="rId81" Type="http://schemas.openxmlformats.org/officeDocument/2006/relationships/image" Target="../media/image267.png"/><Relationship Id="rId135" Type="http://schemas.openxmlformats.org/officeDocument/2006/relationships/image" Target="../media/image294.png"/><Relationship Id="rId156" Type="http://schemas.openxmlformats.org/officeDocument/2006/relationships/customXml" Target="../ink/ink309.xml"/><Relationship Id="rId177" Type="http://schemas.openxmlformats.org/officeDocument/2006/relationships/image" Target="../media/image315.png"/><Relationship Id="rId198" Type="http://schemas.openxmlformats.org/officeDocument/2006/relationships/customXml" Target="../ink/ink330.xml"/><Relationship Id="rId321" Type="http://schemas.openxmlformats.org/officeDocument/2006/relationships/image" Target="../media/image387.png"/><Relationship Id="rId342" Type="http://schemas.openxmlformats.org/officeDocument/2006/relationships/customXml" Target="../ink/ink402.xml"/><Relationship Id="rId363" Type="http://schemas.openxmlformats.org/officeDocument/2006/relationships/image" Target="../media/image408.png"/><Relationship Id="rId384" Type="http://schemas.openxmlformats.org/officeDocument/2006/relationships/customXml" Target="../ink/ink423.xml"/><Relationship Id="rId202" Type="http://schemas.openxmlformats.org/officeDocument/2006/relationships/customXml" Target="../ink/ink332.xml"/><Relationship Id="rId223" Type="http://schemas.openxmlformats.org/officeDocument/2006/relationships/image" Target="../media/image338.png"/><Relationship Id="rId244" Type="http://schemas.openxmlformats.org/officeDocument/2006/relationships/customXml" Target="../ink/ink353.xml"/><Relationship Id="rId18" Type="http://schemas.openxmlformats.org/officeDocument/2006/relationships/customXml" Target="../ink/ink240.xml"/><Relationship Id="rId39" Type="http://schemas.openxmlformats.org/officeDocument/2006/relationships/image" Target="../media/image246.png"/><Relationship Id="rId265" Type="http://schemas.openxmlformats.org/officeDocument/2006/relationships/image" Target="../media/image359.png"/><Relationship Id="rId286" Type="http://schemas.openxmlformats.org/officeDocument/2006/relationships/customXml" Target="../ink/ink374.xml"/><Relationship Id="rId50" Type="http://schemas.openxmlformats.org/officeDocument/2006/relationships/customXml" Target="../ink/ink256.xml"/><Relationship Id="rId104" Type="http://schemas.openxmlformats.org/officeDocument/2006/relationships/customXml" Target="../ink/ink283.xml"/><Relationship Id="rId125" Type="http://schemas.openxmlformats.org/officeDocument/2006/relationships/image" Target="../media/image289.png"/><Relationship Id="rId146" Type="http://schemas.openxmlformats.org/officeDocument/2006/relationships/customXml" Target="../ink/ink304.xml"/><Relationship Id="rId167" Type="http://schemas.openxmlformats.org/officeDocument/2006/relationships/image" Target="../media/image310.png"/><Relationship Id="rId188" Type="http://schemas.openxmlformats.org/officeDocument/2006/relationships/customXml" Target="../ink/ink325.xml"/><Relationship Id="rId311" Type="http://schemas.openxmlformats.org/officeDocument/2006/relationships/image" Target="../media/image382.png"/><Relationship Id="rId332" Type="http://schemas.openxmlformats.org/officeDocument/2006/relationships/customXml" Target="../ink/ink397.xml"/><Relationship Id="rId353" Type="http://schemas.openxmlformats.org/officeDocument/2006/relationships/image" Target="../media/image403.png"/><Relationship Id="rId374" Type="http://schemas.openxmlformats.org/officeDocument/2006/relationships/customXml" Target="../ink/ink418.xml"/><Relationship Id="rId395" Type="http://schemas.openxmlformats.org/officeDocument/2006/relationships/image" Target="../media/image424.png"/><Relationship Id="rId71" Type="http://schemas.openxmlformats.org/officeDocument/2006/relationships/image" Target="../media/image262.png"/><Relationship Id="rId92" Type="http://schemas.openxmlformats.org/officeDocument/2006/relationships/customXml" Target="../ink/ink277.xml"/><Relationship Id="rId213" Type="http://schemas.openxmlformats.org/officeDocument/2006/relationships/image" Target="../media/image333.png"/><Relationship Id="rId234" Type="http://schemas.openxmlformats.org/officeDocument/2006/relationships/customXml" Target="../ink/ink348.xml"/><Relationship Id="rId2" Type="http://schemas.openxmlformats.org/officeDocument/2006/relationships/customXml" Target="../ink/ink232.xml"/><Relationship Id="rId29" Type="http://schemas.openxmlformats.org/officeDocument/2006/relationships/image" Target="../media/image241.png"/><Relationship Id="rId255" Type="http://schemas.openxmlformats.org/officeDocument/2006/relationships/image" Target="../media/image354.png"/><Relationship Id="rId276" Type="http://schemas.openxmlformats.org/officeDocument/2006/relationships/customXml" Target="../ink/ink369.xml"/><Relationship Id="rId297" Type="http://schemas.openxmlformats.org/officeDocument/2006/relationships/image" Target="../media/image375.png"/><Relationship Id="rId40" Type="http://schemas.openxmlformats.org/officeDocument/2006/relationships/customXml" Target="../ink/ink251.xml"/><Relationship Id="rId115" Type="http://schemas.openxmlformats.org/officeDocument/2006/relationships/image" Target="../media/image284.png"/><Relationship Id="rId136" Type="http://schemas.openxmlformats.org/officeDocument/2006/relationships/customXml" Target="../ink/ink299.xml"/><Relationship Id="rId157" Type="http://schemas.openxmlformats.org/officeDocument/2006/relationships/image" Target="../media/image305.png"/><Relationship Id="rId178" Type="http://schemas.openxmlformats.org/officeDocument/2006/relationships/customXml" Target="../ink/ink320.xml"/><Relationship Id="rId301" Type="http://schemas.openxmlformats.org/officeDocument/2006/relationships/image" Target="../media/image377.png"/><Relationship Id="rId322" Type="http://schemas.openxmlformats.org/officeDocument/2006/relationships/customXml" Target="../ink/ink392.xml"/><Relationship Id="rId343" Type="http://schemas.openxmlformats.org/officeDocument/2006/relationships/image" Target="../media/image398.png"/><Relationship Id="rId364" Type="http://schemas.openxmlformats.org/officeDocument/2006/relationships/customXml" Target="../ink/ink413.xml"/><Relationship Id="rId61" Type="http://schemas.openxmlformats.org/officeDocument/2006/relationships/image" Target="../media/image257.png"/><Relationship Id="rId82" Type="http://schemas.openxmlformats.org/officeDocument/2006/relationships/customXml" Target="../ink/ink272.xml"/><Relationship Id="rId199" Type="http://schemas.openxmlformats.org/officeDocument/2006/relationships/image" Target="../media/image326.png"/><Relationship Id="rId203" Type="http://schemas.openxmlformats.org/officeDocument/2006/relationships/image" Target="../media/image328.png"/><Relationship Id="rId385" Type="http://schemas.openxmlformats.org/officeDocument/2006/relationships/image" Target="../media/image419.png"/><Relationship Id="rId19" Type="http://schemas.openxmlformats.org/officeDocument/2006/relationships/image" Target="../media/image236.png"/><Relationship Id="rId224" Type="http://schemas.openxmlformats.org/officeDocument/2006/relationships/customXml" Target="../ink/ink343.xml"/><Relationship Id="rId245" Type="http://schemas.openxmlformats.org/officeDocument/2006/relationships/image" Target="../media/image349.png"/><Relationship Id="rId266" Type="http://schemas.openxmlformats.org/officeDocument/2006/relationships/customXml" Target="../ink/ink364.xml"/><Relationship Id="rId287" Type="http://schemas.openxmlformats.org/officeDocument/2006/relationships/image" Target="../media/image370.png"/><Relationship Id="rId30" Type="http://schemas.openxmlformats.org/officeDocument/2006/relationships/customXml" Target="../ink/ink246.xml"/><Relationship Id="rId105" Type="http://schemas.openxmlformats.org/officeDocument/2006/relationships/image" Target="../media/image279.png"/><Relationship Id="rId126" Type="http://schemas.openxmlformats.org/officeDocument/2006/relationships/customXml" Target="../ink/ink294.xml"/><Relationship Id="rId147" Type="http://schemas.openxmlformats.org/officeDocument/2006/relationships/image" Target="../media/image300.png"/><Relationship Id="rId168" Type="http://schemas.openxmlformats.org/officeDocument/2006/relationships/customXml" Target="../ink/ink315.xml"/><Relationship Id="rId312" Type="http://schemas.openxmlformats.org/officeDocument/2006/relationships/customXml" Target="../ink/ink387.xml"/><Relationship Id="rId333" Type="http://schemas.openxmlformats.org/officeDocument/2006/relationships/image" Target="../media/image393.png"/><Relationship Id="rId354" Type="http://schemas.openxmlformats.org/officeDocument/2006/relationships/customXml" Target="../ink/ink408.xml"/><Relationship Id="rId51" Type="http://schemas.openxmlformats.org/officeDocument/2006/relationships/image" Target="../media/image252.png"/><Relationship Id="rId72" Type="http://schemas.openxmlformats.org/officeDocument/2006/relationships/customXml" Target="../ink/ink267.xml"/><Relationship Id="rId93" Type="http://schemas.openxmlformats.org/officeDocument/2006/relationships/image" Target="../media/image273.png"/><Relationship Id="rId189" Type="http://schemas.openxmlformats.org/officeDocument/2006/relationships/image" Target="../media/image321.png"/><Relationship Id="rId375" Type="http://schemas.openxmlformats.org/officeDocument/2006/relationships/image" Target="../media/image414.png"/><Relationship Id="rId396" Type="http://schemas.openxmlformats.org/officeDocument/2006/relationships/customXml" Target="../ink/ink429.xml"/><Relationship Id="rId3" Type="http://schemas.openxmlformats.org/officeDocument/2006/relationships/image" Target="../media/image228.png"/><Relationship Id="rId214" Type="http://schemas.openxmlformats.org/officeDocument/2006/relationships/customXml" Target="../ink/ink338.xml"/><Relationship Id="rId235" Type="http://schemas.openxmlformats.org/officeDocument/2006/relationships/image" Target="../media/image344.png"/><Relationship Id="rId256" Type="http://schemas.openxmlformats.org/officeDocument/2006/relationships/customXml" Target="../ink/ink359.xml"/><Relationship Id="rId277" Type="http://schemas.openxmlformats.org/officeDocument/2006/relationships/image" Target="../media/image365.png"/><Relationship Id="rId298" Type="http://schemas.openxmlformats.org/officeDocument/2006/relationships/customXml" Target="../ink/ink380.xml"/><Relationship Id="rId116" Type="http://schemas.openxmlformats.org/officeDocument/2006/relationships/customXml" Target="../ink/ink289.xml"/><Relationship Id="rId137" Type="http://schemas.openxmlformats.org/officeDocument/2006/relationships/image" Target="../media/image295.png"/><Relationship Id="rId158" Type="http://schemas.openxmlformats.org/officeDocument/2006/relationships/customXml" Target="../ink/ink310.xml"/><Relationship Id="rId302" Type="http://schemas.openxmlformats.org/officeDocument/2006/relationships/customXml" Target="../ink/ink382.xml"/><Relationship Id="rId323" Type="http://schemas.openxmlformats.org/officeDocument/2006/relationships/image" Target="../media/image388.png"/><Relationship Id="rId344" Type="http://schemas.openxmlformats.org/officeDocument/2006/relationships/customXml" Target="../ink/ink403.xml"/><Relationship Id="rId20" Type="http://schemas.openxmlformats.org/officeDocument/2006/relationships/customXml" Target="../ink/ink241.xml"/><Relationship Id="rId41" Type="http://schemas.openxmlformats.org/officeDocument/2006/relationships/image" Target="../media/image247.png"/><Relationship Id="rId62" Type="http://schemas.openxmlformats.org/officeDocument/2006/relationships/customXml" Target="../ink/ink262.xml"/><Relationship Id="rId83" Type="http://schemas.openxmlformats.org/officeDocument/2006/relationships/image" Target="../media/image268.png"/><Relationship Id="rId179" Type="http://schemas.openxmlformats.org/officeDocument/2006/relationships/image" Target="../media/image316.png"/><Relationship Id="rId365" Type="http://schemas.openxmlformats.org/officeDocument/2006/relationships/image" Target="../media/image409.png"/><Relationship Id="rId386" Type="http://schemas.openxmlformats.org/officeDocument/2006/relationships/customXml" Target="../ink/ink424.xml"/><Relationship Id="rId190" Type="http://schemas.openxmlformats.org/officeDocument/2006/relationships/customXml" Target="../ink/ink326.xml"/><Relationship Id="rId204" Type="http://schemas.openxmlformats.org/officeDocument/2006/relationships/customXml" Target="../ink/ink333.xml"/><Relationship Id="rId225" Type="http://schemas.openxmlformats.org/officeDocument/2006/relationships/image" Target="../media/image339.png"/><Relationship Id="rId246" Type="http://schemas.openxmlformats.org/officeDocument/2006/relationships/customXml" Target="../ink/ink354.xml"/><Relationship Id="rId267" Type="http://schemas.openxmlformats.org/officeDocument/2006/relationships/image" Target="../media/image360.png"/><Relationship Id="rId288" Type="http://schemas.openxmlformats.org/officeDocument/2006/relationships/customXml" Target="../ink/ink375.xml"/><Relationship Id="rId106" Type="http://schemas.openxmlformats.org/officeDocument/2006/relationships/customXml" Target="../ink/ink284.xml"/><Relationship Id="rId127" Type="http://schemas.openxmlformats.org/officeDocument/2006/relationships/image" Target="../media/image290.png"/><Relationship Id="rId313" Type="http://schemas.openxmlformats.org/officeDocument/2006/relationships/image" Target="../media/image383.png"/><Relationship Id="rId10" Type="http://schemas.openxmlformats.org/officeDocument/2006/relationships/customXml" Target="../ink/ink236.xml"/><Relationship Id="rId31" Type="http://schemas.openxmlformats.org/officeDocument/2006/relationships/image" Target="../media/image242.png"/><Relationship Id="rId52" Type="http://schemas.openxmlformats.org/officeDocument/2006/relationships/customXml" Target="../ink/ink257.xml"/><Relationship Id="rId73" Type="http://schemas.openxmlformats.org/officeDocument/2006/relationships/image" Target="../media/image263.png"/><Relationship Id="rId94" Type="http://schemas.openxmlformats.org/officeDocument/2006/relationships/customXml" Target="../ink/ink278.xml"/><Relationship Id="rId148" Type="http://schemas.openxmlformats.org/officeDocument/2006/relationships/customXml" Target="../ink/ink305.xml"/><Relationship Id="rId169" Type="http://schemas.openxmlformats.org/officeDocument/2006/relationships/image" Target="../media/image311.png"/><Relationship Id="rId334" Type="http://schemas.openxmlformats.org/officeDocument/2006/relationships/customXml" Target="../ink/ink398.xml"/><Relationship Id="rId355" Type="http://schemas.openxmlformats.org/officeDocument/2006/relationships/image" Target="../media/image404.png"/><Relationship Id="rId376" Type="http://schemas.openxmlformats.org/officeDocument/2006/relationships/customXml" Target="../ink/ink419.xml"/><Relationship Id="rId397" Type="http://schemas.openxmlformats.org/officeDocument/2006/relationships/image" Target="../media/image425.png"/><Relationship Id="rId4" Type="http://schemas.openxmlformats.org/officeDocument/2006/relationships/customXml" Target="../ink/ink233.xml"/><Relationship Id="rId180" Type="http://schemas.openxmlformats.org/officeDocument/2006/relationships/customXml" Target="../ink/ink321.xml"/><Relationship Id="rId215" Type="http://schemas.openxmlformats.org/officeDocument/2006/relationships/image" Target="../media/image334.png"/><Relationship Id="rId236" Type="http://schemas.openxmlformats.org/officeDocument/2006/relationships/customXml" Target="../ink/ink349.xml"/><Relationship Id="rId257" Type="http://schemas.openxmlformats.org/officeDocument/2006/relationships/image" Target="../media/image355.png"/><Relationship Id="rId278" Type="http://schemas.openxmlformats.org/officeDocument/2006/relationships/customXml" Target="../ink/ink370.xml"/><Relationship Id="rId303" Type="http://schemas.openxmlformats.org/officeDocument/2006/relationships/image" Target="../media/image378.png"/><Relationship Id="rId42" Type="http://schemas.openxmlformats.org/officeDocument/2006/relationships/customXml" Target="../ink/ink252.xml"/><Relationship Id="rId84" Type="http://schemas.openxmlformats.org/officeDocument/2006/relationships/customXml" Target="../ink/ink273.xml"/><Relationship Id="rId138" Type="http://schemas.openxmlformats.org/officeDocument/2006/relationships/customXml" Target="../ink/ink300.xml"/><Relationship Id="rId345" Type="http://schemas.openxmlformats.org/officeDocument/2006/relationships/image" Target="../media/image399.png"/><Relationship Id="rId387" Type="http://schemas.openxmlformats.org/officeDocument/2006/relationships/image" Target="../media/image420.png"/><Relationship Id="rId191" Type="http://schemas.openxmlformats.org/officeDocument/2006/relationships/image" Target="../media/image322.png"/><Relationship Id="rId205" Type="http://schemas.openxmlformats.org/officeDocument/2006/relationships/image" Target="../media/image329.png"/><Relationship Id="rId247" Type="http://schemas.openxmlformats.org/officeDocument/2006/relationships/image" Target="../media/image350.png"/><Relationship Id="rId107" Type="http://schemas.openxmlformats.org/officeDocument/2006/relationships/image" Target="../media/image280.png"/><Relationship Id="rId289" Type="http://schemas.openxmlformats.org/officeDocument/2006/relationships/image" Target="../media/image371.png"/><Relationship Id="rId11" Type="http://schemas.openxmlformats.org/officeDocument/2006/relationships/image" Target="../media/image232.png"/><Relationship Id="rId53" Type="http://schemas.openxmlformats.org/officeDocument/2006/relationships/image" Target="../media/image253.png"/><Relationship Id="rId149" Type="http://schemas.openxmlformats.org/officeDocument/2006/relationships/image" Target="../media/image301.png"/><Relationship Id="rId314" Type="http://schemas.openxmlformats.org/officeDocument/2006/relationships/customXml" Target="../ink/ink388.xml"/><Relationship Id="rId356" Type="http://schemas.openxmlformats.org/officeDocument/2006/relationships/customXml" Target="../ink/ink409.xml"/><Relationship Id="rId95" Type="http://schemas.openxmlformats.org/officeDocument/2006/relationships/image" Target="../media/image274.png"/><Relationship Id="rId160" Type="http://schemas.openxmlformats.org/officeDocument/2006/relationships/customXml" Target="../ink/ink311.xml"/><Relationship Id="rId216" Type="http://schemas.openxmlformats.org/officeDocument/2006/relationships/customXml" Target="../ink/ink339.xml"/><Relationship Id="rId258" Type="http://schemas.openxmlformats.org/officeDocument/2006/relationships/customXml" Target="../ink/ink360.xml"/><Relationship Id="rId22" Type="http://schemas.openxmlformats.org/officeDocument/2006/relationships/customXml" Target="../ink/ink242.xml"/><Relationship Id="rId64" Type="http://schemas.openxmlformats.org/officeDocument/2006/relationships/customXml" Target="../ink/ink263.xml"/><Relationship Id="rId118" Type="http://schemas.openxmlformats.org/officeDocument/2006/relationships/customXml" Target="../ink/ink290.xml"/><Relationship Id="rId325" Type="http://schemas.openxmlformats.org/officeDocument/2006/relationships/image" Target="../media/image389.png"/><Relationship Id="rId367" Type="http://schemas.openxmlformats.org/officeDocument/2006/relationships/image" Target="../media/image410.png"/><Relationship Id="rId171" Type="http://schemas.openxmlformats.org/officeDocument/2006/relationships/image" Target="../media/image312.png"/><Relationship Id="rId227" Type="http://schemas.openxmlformats.org/officeDocument/2006/relationships/image" Target="../media/image340.png"/><Relationship Id="rId269" Type="http://schemas.openxmlformats.org/officeDocument/2006/relationships/image" Target="../media/image361.png"/><Relationship Id="rId33" Type="http://schemas.openxmlformats.org/officeDocument/2006/relationships/image" Target="../media/image243.png"/><Relationship Id="rId129" Type="http://schemas.openxmlformats.org/officeDocument/2006/relationships/image" Target="../media/image291.png"/><Relationship Id="rId280" Type="http://schemas.openxmlformats.org/officeDocument/2006/relationships/customXml" Target="../ink/ink371.xml"/><Relationship Id="rId336" Type="http://schemas.openxmlformats.org/officeDocument/2006/relationships/customXml" Target="../ink/ink399.xml"/><Relationship Id="rId75" Type="http://schemas.openxmlformats.org/officeDocument/2006/relationships/image" Target="../media/image264.png"/><Relationship Id="rId140" Type="http://schemas.openxmlformats.org/officeDocument/2006/relationships/customXml" Target="../ink/ink301.xml"/><Relationship Id="rId182" Type="http://schemas.openxmlformats.org/officeDocument/2006/relationships/customXml" Target="../ink/ink322.xml"/><Relationship Id="rId378" Type="http://schemas.openxmlformats.org/officeDocument/2006/relationships/customXml" Target="../ink/ink420.xml"/><Relationship Id="rId6" Type="http://schemas.openxmlformats.org/officeDocument/2006/relationships/customXml" Target="../ink/ink234.xml"/><Relationship Id="rId238" Type="http://schemas.openxmlformats.org/officeDocument/2006/relationships/customXml" Target="../ink/ink350.xml"/><Relationship Id="rId291" Type="http://schemas.openxmlformats.org/officeDocument/2006/relationships/image" Target="../media/image372.png"/><Relationship Id="rId305" Type="http://schemas.openxmlformats.org/officeDocument/2006/relationships/image" Target="../media/image379.png"/><Relationship Id="rId347" Type="http://schemas.openxmlformats.org/officeDocument/2006/relationships/image" Target="../media/image400.png"/><Relationship Id="rId44" Type="http://schemas.openxmlformats.org/officeDocument/2006/relationships/customXml" Target="../ink/ink253.xml"/><Relationship Id="rId86" Type="http://schemas.openxmlformats.org/officeDocument/2006/relationships/customXml" Target="../ink/ink274.xml"/><Relationship Id="rId151" Type="http://schemas.openxmlformats.org/officeDocument/2006/relationships/image" Target="../media/image302.png"/><Relationship Id="rId389" Type="http://schemas.openxmlformats.org/officeDocument/2006/relationships/image" Target="../media/image421.png"/><Relationship Id="rId193" Type="http://schemas.openxmlformats.org/officeDocument/2006/relationships/image" Target="../media/image323.png"/><Relationship Id="rId207" Type="http://schemas.openxmlformats.org/officeDocument/2006/relationships/image" Target="../media/image330.png"/><Relationship Id="rId249" Type="http://schemas.openxmlformats.org/officeDocument/2006/relationships/image" Target="../media/image351.png"/><Relationship Id="rId13" Type="http://schemas.openxmlformats.org/officeDocument/2006/relationships/image" Target="../media/image233.png"/><Relationship Id="rId109" Type="http://schemas.openxmlformats.org/officeDocument/2006/relationships/image" Target="../media/image281.png"/><Relationship Id="rId260" Type="http://schemas.openxmlformats.org/officeDocument/2006/relationships/customXml" Target="../ink/ink361.xml"/><Relationship Id="rId316" Type="http://schemas.openxmlformats.org/officeDocument/2006/relationships/customXml" Target="../ink/ink389.xml"/><Relationship Id="rId55" Type="http://schemas.openxmlformats.org/officeDocument/2006/relationships/image" Target="../media/image254.png"/><Relationship Id="rId97" Type="http://schemas.openxmlformats.org/officeDocument/2006/relationships/image" Target="../media/image275.png"/><Relationship Id="rId120" Type="http://schemas.openxmlformats.org/officeDocument/2006/relationships/customXml" Target="../ink/ink291.xml"/><Relationship Id="rId358" Type="http://schemas.openxmlformats.org/officeDocument/2006/relationships/customXml" Target="../ink/ink410.xml"/><Relationship Id="rId162" Type="http://schemas.openxmlformats.org/officeDocument/2006/relationships/customXml" Target="../ink/ink312.xml"/><Relationship Id="rId218" Type="http://schemas.openxmlformats.org/officeDocument/2006/relationships/customXml" Target="../ink/ink340.xml"/><Relationship Id="rId271" Type="http://schemas.openxmlformats.org/officeDocument/2006/relationships/image" Target="../media/image362.png"/><Relationship Id="rId24" Type="http://schemas.openxmlformats.org/officeDocument/2006/relationships/customXml" Target="../ink/ink243.xml"/><Relationship Id="rId66" Type="http://schemas.openxmlformats.org/officeDocument/2006/relationships/customXml" Target="../ink/ink264.xml"/><Relationship Id="rId131" Type="http://schemas.openxmlformats.org/officeDocument/2006/relationships/image" Target="../media/image292.png"/><Relationship Id="rId327" Type="http://schemas.openxmlformats.org/officeDocument/2006/relationships/image" Target="../media/image390.png"/><Relationship Id="rId369" Type="http://schemas.openxmlformats.org/officeDocument/2006/relationships/image" Target="../media/image411.png"/><Relationship Id="rId173" Type="http://schemas.openxmlformats.org/officeDocument/2006/relationships/image" Target="../media/image313.png"/><Relationship Id="rId229" Type="http://schemas.openxmlformats.org/officeDocument/2006/relationships/image" Target="../media/image341.png"/><Relationship Id="rId380" Type="http://schemas.openxmlformats.org/officeDocument/2006/relationships/customXml" Target="../ink/ink421.xml"/><Relationship Id="rId240" Type="http://schemas.openxmlformats.org/officeDocument/2006/relationships/customXml" Target="../ink/ink351.xml"/><Relationship Id="rId35" Type="http://schemas.openxmlformats.org/officeDocument/2006/relationships/image" Target="../media/image244.png"/><Relationship Id="rId77" Type="http://schemas.openxmlformats.org/officeDocument/2006/relationships/image" Target="../media/image265.png"/><Relationship Id="rId100" Type="http://schemas.openxmlformats.org/officeDocument/2006/relationships/customXml" Target="../ink/ink281.xml"/><Relationship Id="rId282" Type="http://schemas.openxmlformats.org/officeDocument/2006/relationships/customXml" Target="../ink/ink372.xml"/><Relationship Id="rId338" Type="http://schemas.openxmlformats.org/officeDocument/2006/relationships/customXml" Target="../ink/ink400.xml"/><Relationship Id="rId8" Type="http://schemas.openxmlformats.org/officeDocument/2006/relationships/customXml" Target="../ink/ink235.xml"/><Relationship Id="rId142" Type="http://schemas.openxmlformats.org/officeDocument/2006/relationships/customXml" Target="../ink/ink302.xml"/><Relationship Id="rId184" Type="http://schemas.openxmlformats.org/officeDocument/2006/relationships/customXml" Target="../ink/ink323.xml"/><Relationship Id="rId391" Type="http://schemas.openxmlformats.org/officeDocument/2006/relationships/image" Target="../media/image422.png"/><Relationship Id="rId251" Type="http://schemas.openxmlformats.org/officeDocument/2006/relationships/image" Target="../media/image352.png"/><Relationship Id="rId46" Type="http://schemas.openxmlformats.org/officeDocument/2006/relationships/customXml" Target="../ink/ink254.xml"/><Relationship Id="rId293" Type="http://schemas.openxmlformats.org/officeDocument/2006/relationships/image" Target="../media/image373.png"/><Relationship Id="rId307" Type="http://schemas.openxmlformats.org/officeDocument/2006/relationships/image" Target="../media/image380.png"/><Relationship Id="rId349" Type="http://schemas.openxmlformats.org/officeDocument/2006/relationships/image" Target="../media/image401.png"/><Relationship Id="rId88" Type="http://schemas.openxmlformats.org/officeDocument/2006/relationships/customXml" Target="../ink/ink275.xml"/><Relationship Id="rId111" Type="http://schemas.openxmlformats.org/officeDocument/2006/relationships/image" Target="../media/image282.png"/><Relationship Id="rId153" Type="http://schemas.openxmlformats.org/officeDocument/2006/relationships/image" Target="../media/image303.png"/><Relationship Id="rId195" Type="http://schemas.openxmlformats.org/officeDocument/2006/relationships/image" Target="../media/image324.png"/><Relationship Id="rId209" Type="http://schemas.openxmlformats.org/officeDocument/2006/relationships/image" Target="../media/image331.png"/><Relationship Id="rId360" Type="http://schemas.openxmlformats.org/officeDocument/2006/relationships/customXml" Target="../ink/ink411.xml"/><Relationship Id="rId220" Type="http://schemas.openxmlformats.org/officeDocument/2006/relationships/customXml" Target="../ink/ink341.xml"/><Relationship Id="rId15" Type="http://schemas.openxmlformats.org/officeDocument/2006/relationships/image" Target="../media/image234.png"/><Relationship Id="rId57" Type="http://schemas.openxmlformats.org/officeDocument/2006/relationships/image" Target="../media/image255.png"/><Relationship Id="rId262" Type="http://schemas.openxmlformats.org/officeDocument/2006/relationships/customXml" Target="../ink/ink362.xml"/><Relationship Id="rId318" Type="http://schemas.openxmlformats.org/officeDocument/2006/relationships/customXml" Target="../ink/ink390.xml"/><Relationship Id="rId99" Type="http://schemas.openxmlformats.org/officeDocument/2006/relationships/image" Target="../media/image276.png"/><Relationship Id="rId122" Type="http://schemas.openxmlformats.org/officeDocument/2006/relationships/customXml" Target="../ink/ink292.xml"/><Relationship Id="rId164" Type="http://schemas.openxmlformats.org/officeDocument/2006/relationships/customXml" Target="../ink/ink313.xml"/><Relationship Id="rId371" Type="http://schemas.openxmlformats.org/officeDocument/2006/relationships/image" Target="../media/image412.png"/><Relationship Id="rId26" Type="http://schemas.openxmlformats.org/officeDocument/2006/relationships/customXml" Target="../ink/ink244.xml"/><Relationship Id="rId231" Type="http://schemas.openxmlformats.org/officeDocument/2006/relationships/image" Target="../media/image342.png"/><Relationship Id="rId273" Type="http://schemas.openxmlformats.org/officeDocument/2006/relationships/image" Target="../media/image363.png"/><Relationship Id="rId329" Type="http://schemas.openxmlformats.org/officeDocument/2006/relationships/image" Target="../media/image391.png"/><Relationship Id="rId68" Type="http://schemas.openxmlformats.org/officeDocument/2006/relationships/customXml" Target="../ink/ink265.xml"/><Relationship Id="rId133" Type="http://schemas.openxmlformats.org/officeDocument/2006/relationships/image" Target="../media/image293.png"/><Relationship Id="rId175" Type="http://schemas.openxmlformats.org/officeDocument/2006/relationships/image" Target="../media/image314.png"/><Relationship Id="rId340" Type="http://schemas.openxmlformats.org/officeDocument/2006/relationships/customXml" Target="../ink/ink401.xml"/><Relationship Id="rId200" Type="http://schemas.openxmlformats.org/officeDocument/2006/relationships/customXml" Target="../ink/ink331.xml"/><Relationship Id="rId382" Type="http://schemas.openxmlformats.org/officeDocument/2006/relationships/customXml" Target="../ink/ink422.xml"/><Relationship Id="rId242" Type="http://schemas.openxmlformats.org/officeDocument/2006/relationships/customXml" Target="../ink/ink352.xml"/><Relationship Id="rId284" Type="http://schemas.openxmlformats.org/officeDocument/2006/relationships/customXml" Target="../ink/ink373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83.png"/><Relationship Id="rId21" Type="http://schemas.openxmlformats.org/officeDocument/2006/relationships/image" Target="../media/image435.png"/><Relationship Id="rId42" Type="http://schemas.openxmlformats.org/officeDocument/2006/relationships/customXml" Target="../ink/ink450.xml"/><Relationship Id="rId63" Type="http://schemas.openxmlformats.org/officeDocument/2006/relationships/image" Target="../media/image456.png"/><Relationship Id="rId84" Type="http://schemas.openxmlformats.org/officeDocument/2006/relationships/customXml" Target="../ink/ink471.xml"/><Relationship Id="rId138" Type="http://schemas.openxmlformats.org/officeDocument/2006/relationships/customXml" Target="../ink/ink498.xml"/><Relationship Id="rId159" Type="http://schemas.openxmlformats.org/officeDocument/2006/relationships/image" Target="../media/image504.png"/><Relationship Id="rId170" Type="http://schemas.openxmlformats.org/officeDocument/2006/relationships/customXml" Target="../ink/ink514.xml"/><Relationship Id="rId191" Type="http://schemas.openxmlformats.org/officeDocument/2006/relationships/image" Target="../media/image520.png"/><Relationship Id="rId205" Type="http://schemas.openxmlformats.org/officeDocument/2006/relationships/image" Target="../media/image527.png"/><Relationship Id="rId107" Type="http://schemas.openxmlformats.org/officeDocument/2006/relationships/image" Target="../media/image478.png"/><Relationship Id="rId11" Type="http://schemas.openxmlformats.org/officeDocument/2006/relationships/image" Target="../media/image430.png"/><Relationship Id="rId32" Type="http://schemas.openxmlformats.org/officeDocument/2006/relationships/customXml" Target="../ink/ink445.xml"/><Relationship Id="rId53" Type="http://schemas.openxmlformats.org/officeDocument/2006/relationships/image" Target="../media/image451.png"/><Relationship Id="rId74" Type="http://schemas.openxmlformats.org/officeDocument/2006/relationships/customXml" Target="../ink/ink466.xml"/><Relationship Id="rId128" Type="http://schemas.openxmlformats.org/officeDocument/2006/relationships/customXml" Target="../ink/ink493.xml"/><Relationship Id="rId149" Type="http://schemas.openxmlformats.org/officeDocument/2006/relationships/image" Target="../media/image499.png"/><Relationship Id="rId5" Type="http://schemas.openxmlformats.org/officeDocument/2006/relationships/image" Target="../media/image427.png"/><Relationship Id="rId95" Type="http://schemas.openxmlformats.org/officeDocument/2006/relationships/image" Target="../media/image472.png"/><Relationship Id="rId160" Type="http://schemas.openxmlformats.org/officeDocument/2006/relationships/customXml" Target="../ink/ink509.xml"/><Relationship Id="rId181" Type="http://schemas.openxmlformats.org/officeDocument/2006/relationships/image" Target="../media/image515.png"/><Relationship Id="rId216" Type="http://schemas.openxmlformats.org/officeDocument/2006/relationships/customXml" Target="../ink/ink537.xml"/><Relationship Id="rId22" Type="http://schemas.openxmlformats.org/officeDocument/2006/relationships/customXml" Target="../ink/ink440.xml"/><Relationship Id="rId43" Type="http://schemas.openxmlformats.org/officeDocument/2006/relationships/image" Target="../media/image446.png"/><Relationship Id="rId64" Type="http://schemas.openxmlformats.org/officeDocument/2006/relationships/customXml" Target="../ink/ink461.xml"/><Relationship Id="rId118" Type="http://schemas.openxmlformats.org/officeDocument/2006/relationships/customXml" Target="../ink/ink488.xml"/><Relationship Id="rId139" Type="http://schemas.openxmlformats.org/officeDocument/2006/relationships/image" Target="../media/image494.png"/><Relationship Id="rId85" Type="http://schemas.openxmlformats.org/officeDocument/2006/relationships/image" Target="../media/image467.png"/><Relationship Id="rId150" Type="http://schemas.openxmlformats.org/officeDocument/2006/relationships/customXml" Target="../ink/ink504.xml"/><Relationship Id="rId171" Type="http://schemas.openxmlformats.org/officeDocument/2006/relationships/image" Target="../media/image510.png"/><Relationship Id="rId192" Type="http://schemas.openxmlformats.org/officeDocument/2006/relationships/customXml" Target="../ink/ink525.xml"/><Relationship Id="rId206" Type="http://schemas.openxmlformats.org/officeDocument/2006/relationships/customXml" Target="../ink/ink532.xml"/><Relationship Id="rId12" Type="http://schemas.openxmlformats.org/officeDocument/2006/relationships/customXml" Target="../ink/ink435.xml"/><Relationship Id="rId33" Type="http://schemas.openxmlformats.org/officeDocument/2006/relationships/image" Target="../media/image441.png"/><Relationship Id="rId108" Type="http://schemas.openxmlformats.org/officeDocument/2006/relationships/customXml" Target="../ink/ink483.xml"/><Relationship Id="rId129" Type="http://schemas.openxmlformats.org/officeDocument/2006/relationships/image" Target="../media/image489.png"/><Relationship Id="rId54" Type="http://schemas.openxmlformats.org/officeDocument/2006/relationships/customXml" Target="../ink/ink456.xml"/><Relationship Id="rId75" Type="http://schemas.openxmlformats.org/officeDocument/2006/relationships/image" Target="../media/image462.png"/><Relationship Id="rId96" Type="http://schemas.openxmlformats.org/officeDocument/2006/relationships/customXml" Target="../ink/ink477.xml"/><Relationship Id="rId140" Type="http://schemas.openxmlformats.org/officeDocument/2006/relationships/customXml" Target="../ink/ink499.xml"/><Relationship Id="rId161" Type="http://schemas.openxmlformats.org/officeDocument/2006/relationships/image" Target="../media/image505.png"/><Relationship Id="rId182" Type="http://schemas.openxmlformats.org/officeDocument/2006/relationships/customXml" Target="../ink/ink520.xml"/><Relationship Id="rId217" Type="http://schemas.openxmlformats.org/officeDocument/2006/relationships/image" Target="../media/image533.png"/><Relationship Id="rId6" Type="http://schemas.openxmlformats.org/officeDocument/2006/relationships/customXml" Target="../ink/ink432.xml"/><Relationship Id="rId23" Type="http://schemas.openxmlformats.org/officeDocument/2006/relationships/image" Target="../media/image436.png"/><Relationship Id="rId119" Type="http://schemas.openxmlformats.org/officeDocument/2006/relationships/image" Target="../media/image484.png"/><Relationship Id="rId44" Type="http://schemas.openxmlformats.org/officeDocument/2006/relationships/customXml" Target="../ink/ink451.xml"/><Relationship Id="rId65" Type="http://schemas.openxmlformats.org/officeDocument/2006/relationships/image" Target="../media/image457.png"/><Relationship Id="rId86" Type="http://schemas.openxmlformats.org/officeDocument/2006/relationships/customXml" Target="../ink/ink472.xml"/><Relationship Id="rId130" Type="http://schemas.openxmlformats.org/officeDocument/2006/relationships/customXml" Target="../ink/ink494.xml"/><Relationship Id="rId151" Type="http://schemas.openxmlformats.org/officeDocument/2006/relationships/image" Target="../media/image500.png"/><Relationship Id="rId172" Type="http://schemas.openxmlformats.org/officeDocument/2006/relationships/customXml" Target="../ink/ink515.xml"/><Relationship Id="rId193" Type="http://schemas.openxmlformats.org/officeDocument/2006/relationships/image" Target="../media/image521.png"/><Relationship Id="rId207" Type="http://schemas.openxmlformats.org/officeDocument/2006/relationships/image" Target="../media/image528.png"/><Relationship Id="rId13" Type="http://schemas.openxmlformats.org/officeDocument/2006/relationships/image" Target="../media/image431.png"/><Relationship Id="rId109" Type="http://schemas.openxmlformats.org/officeDocument/2006/relationships/image" Target="../media/image479.png"/><Relationship Id="rId34" Type="http://schemas.openxmlformats.org/officeDocument/2006/relationships/customXml" Target="../ink/ink446.xml"/><Relationship Id="rId55" Type="http://schemas.openxmlformats.org/officeDocument/2006/relationships/image" Target="../media/image452.png"/><Relationship Id="rId76" Type="http://schemas.openxmlformats.org/officeDocument/2006/relationships/customXml" Target="../ink/ink467.xml"/><Relationship Id="rId97" Type="http://schemas.openxmlformats.org/officeDocument/2006/relationships/image" Target="../media/image473.png"/><Relationship Id="rId120" Type="http://schemas.openxmlformats.org/officeDocument/2006/relationships/customXml" Target="../ink/ink489.xml"/><Relationship Id="rId141" Type="http://schemas.openxmlformats.org/officeDocument/2006/relationships/image" Target="../media/image495.png"/><Relationship Id="rId7" Type="http://schemas.openxmlformats.org/officeDocument/2006/relationships/image" Target="../media/image428.png"/><Relationship Id="rId162" Type="http://schemas.openxmlformats.org/officeDocument/2006/relationships/customXml" Target="../ink/ink510.xml"/><Relationship Id="rId183" Type="http://schemas.openxmlformats.org/officeDocument/2006/relationships/image" Target="../media/image516.png"/><Relationship Id="rId218" Type="http://schemas.openxmlformats.org/officeDocument/2006/relationships/customXml" Target="../ink/ink538.xml"/><Relationship Id="rId24" Type="http://schemas.openxmlformats.org/officeDocument/2006/relationships/customXml" Target="../ink/ink441.xml"/><Relationship Id="rId45" Type="http://schemas.openxmlformats.org/officeDocument/2006/relationships/image" Target="../media/image447.png"/><Relationship Id="rId66" Type="http://schemas.openxmlformats.org/officeDocument/2006/relationships/customXml" Target="../ink/ink462.xml"/><Relationship Id="rId87" Type="http://schemas.openxmlformats.org/officeDocument/2006/relationships/image" Target="../media/image468.png"/><Relationship Id="rId110" Type="http://schemas.openxmlformats.org/officeDocument/2006/relationships/customXml" Target="../ink/ink484.xml"/><Relationship Id="rId131" Type="http://schemas.openxmlformats.org/officeDocument/2006/relationships/image" Target="../media/image490.png"/><Relationship Id="rId152" Type="http://schemas.openxmlformats.org/officeDocument/2006/relationships/customXml" Target="../ink/ink505.xml"/><Relationship Id="rId173" Type="http://schemas.openxmlformats.org/officeDocument/2006/relationships/image" Target="../media/image511.png"/><Relationship Id="rId194" Type="http://schemas.openxmlformats.org/officeDocument/2006/relationships/customXml" Target="../ink/ink526.xml"/><Relationship Id="rId208" Type="http://schemas.openxmlformats.org/officeDocument/2006/relationships/customXml" Target="../ink/ink533.xml"/><Relationship Id="rId14" Type="http://schemas.openxmlformats.org/officeDocument/2006/relationships/customXml" Target="../ink/ink436.xml"/><Relationship Id="rId35" Type="http://schemas.openxmlformats.org/officeDocument/2006/relationships/image" Target="../media/image442.png"/><Relationship Id="rId56" Type="http://schemas.openxmlformats.org/officeDocument/2006/relationships/customXml" Target="../ink/ink457.xml"/><Relationship Id="rId77" Type="http://schemas.openxmlformats.org/officeDocument/2006/relationships/image" Target="../media/image463.png"/><Relationship Id="rId100" Type="http://schemas.openxmlformats.org/officeDocument/2006/relationships/customXml" Target="../ink/ink479.xml"/><Relationship Id="rId8" Type="http://schemas.openxmlformats.org/officeDocument/2006/relationships/customXml" Target="../ink/ink433.xml"/><Relationship Id="rId51" Type="http://schemas.openxmlformats.org/officeDocument/2006/relationships/image" Target="../media/image450.png"/><Relationship Id="rId72" Type="http://schemas.openxmlformats.org/officeDocument/2006/relationships/customXml" Target="../ink/ink465.xml"/><Relationship Id="rId93" Type="http://schemas.openxmlformats.org/officeDocument/2006/relationships/image" Target="../media/image471.png"/><Relationship Id="rId98" Type="http://schemas.openxmlformats.org/officeDocument/2006/relationships/customXml" Target="../ink/ink478.xml"/><Relationship Id="rId121" Type="http://schemas.openxmlformats.org/officeDocument/2006/relationships/image" Target="../media/image485.png"/><Relationship Id="rId142" Type="http://schemas.openxmlformats.org/officeDocument/2006/relationships/customXml" Target="../ink/ink500.xml"/><Relationship Id="rId163" Type="http://schemas.openxmlformats.org/officeDocument/2006/relationships/image" Target="../media/image506.png"/><Relationship Id="rId184" Type="http://schemas.openxmlformats.org/officeDocument/2006/relationships/customXml" Target="../ink/ink521.xml"/><Relationship Id="rId189" Type="http://schemas.openxmlformats.org/officeDocument/2006/relationships/image" Target="../media/image519.png"/><Relationship Id="rId219" Type="http://schemas.openxmlformats.org/officeDocument/2006/relationships/image" Target="../media/image534.png"/><Relationship Id="rId3" Type="http://schemas.openxmlformats.org/officeDocument/2006/relationships/image" Target="../media/image426.png"/><Relationship Id="rId214" Type="http://schemas.openxmlformats.org/officeDocument/2006/relationships/customXml" Target="../ink/ink536.xml"/><Relationship Id="rId25" Type="http://schemas.openxmlformats.org/officeDocument/2006/relationships/image" Target="../media/image437.png"/><Relationship Id="rId46" Type="http://schemas.openxmlformats.org/officeDocument/2006/relationships/customXml" Target="../ink/ink452.xml"/><Relationship Id="rId67" Type="http://schemas.openxmlformats.org/officeDocument/2006/relationships/image" Target="../media/image458.png"/><Relationship Id="rId116" Type="http://schemas.openxmlformats.org/officeDocument/2006/relationships/customXml" Target="../ink/ink487.xml"/><Relationship Id="rId137" Type="http://schemas.openxmlformats.org/officeDocument/2006/relationships/image" Target="../media/image493.png"/><Relationship Id="rId158" Type="http://schemas.openxmlformats.org/officeDocument/2006/relationships/customXml" Target="../ink/ink508.xml"/><Relationship Id="rId20" Type="http://schemas.openxmlformats.org/officeDocument/2006/relationships/customXml" Target="../ink/ink439.xml"/><Relationship Id="rId41" Type="http://schemas.openxmlformats.org/officeDocument/2006/relationships/image" Target="../media/image445.png"/><Relationship Id="rId62" Type="http://schemas.openxmlformats.org/officeDocument/2006/relationships/customXml" Target="../ink/ink460.xml"/><Relationship Id="rId83" Type="http://schemas.openxmlformats.org/officeDocument/2006/relationships/image" Target="../media/image466.png"/><Relationship Id="rId88" Type="http://schemas.openxmlformats.org/officeDocument/2006/relationships/customXml" Target="../ink/ink473.xml"/><Relationship Id="rId111" Type="http://schemas.openxmlformats.org/officeDocument/2006/relationships/image" Target="../media/image480.png"/><Relationship Id="rId132" Type="http://schemas.openxmlformats.org/officeDocument/2006/relationships/customXml" Target="../ink/ink495.xml"/><Relationship Id="rId153" Type="http://schemas.openxmlformats.org/officeDocument/2006/relationships/image" Target="../media/image501.png"/><Relationship Id="rId174" Type="http://schemas.openxmlformats.org/officeDocument/2006/relationships/customXml" Target="../ink/ink516.xml"/><Relationship Id="rId179" Type="http://schemas.openxmlformats.org/officeDocument/2006/relationships/image" Target="../media/image514.png"/><Relationship Id="rId195" Type="http://schemas.openxmlformats.org/officeDocument/2006/relationships/image" Target="../media/image522.png"/><Relationship Id="rId209" Type="http://schemas.openxmlformats.org/officeDocument/2006/relationships/image" Target="../media/image529.png"/><Relationship Id="rId190" Type="http://schemas.openxmlformats.org/officeDocument/2006/relationships/customXml" Target="../ink/ink524.xml"/><Relationship Id="rId204" Type="http://schemas.openxmlformats.org/officeDocument/2006/relationships/customXml" Target="../ink/ink531.xml"/><Relationship Id="rId220" Type="http://schemas.openxmlformats.org/officeDocument/2006/relationships/customXml" Target="../ink/ink539.xml"/><Relationship Id="rId15" Type="http://schemas.openxmlformats.org/officeDocument/2006/relationships/image" Target="../media/image432.png"/><Relationship Id="rId36" Type="http://schemas.openxmlformats.org/officeDocument/2006/relationships/customXml" Target="../ink/ink447.xml"/><Relationship Id="rId57" Type="http://schemas.openxmlformats.org/officeDocument/2006/relationships/image" Target="../media/image453.png"/><Relationship Id="rId106" Type="http://schemas.openxmlformats.org/officeDocument/2006/relationships/customXml" Target="../ink/ink482.xml"/><Relationship Id="rId127" Type="http://schemas.openxmlformats.org/officeDocument/2006/relationships/image" Target="../media/image488.png"/><Relationship Id="rId10" Type="http://schemas.openxmlformats.org/officeDocument/2006/relationships/customXml" Target="../ink/ink434.xml"/><Relationship Id="rId31" Type="http://schemas.openxmlformats.org/officeDocument/2006/relationships/image" Target="../media/image440.png"/><Relationship Id="rId52" Type="http://schemas.openxmlformats.org/officeDocument/2006/relationships/customXml" Target="../ink/ink455.xml"/><Relationship Id="rId73" Type="http://schemas.openxmlformats.org/officeDocument/2006/relationships/image" Target="../media/image461.png"/><Relationship Id="rId78" Type="http://schemas.openxmlformats.org/officeDocument/2006/relationships/customXml" Target="../ink/ink468.xml"/><Relationship Id="rId94" Type="http://schemas.openxmlformats.org/officeDocument/2006/relationships/customXml" Target="../ink/ink476.xml"/><Relationship Id="rId99" Type="http://schemas.openxmlformats.org/officeDocument/2006/relationships/image" Target="../media/image474.png"/><Relationship Id="rId101" Type="http://schemas.openxmlformats.org/officeDocument/2006/relationships/image" Target="../media/image475.png"/><Relationship Id="rId122" Type="http://schemas.openxmlformats.org/officeDocument/2006/relationships/customXml" Target="../ink/ink490.xml"/><Relationship Id="rId143" Type="http://schemas.openxmlformats.org/officeDocument/2006/relationships/image" Target="../media/image496.png"/><Relationship Id="rId148" Type="http://schemas.openxmlformats.org/officeDocument/2006/relationships/customXml" Target="../ink/ink503.xml"/><Relationship Id="rId164" Type="http://schemas.openxmlformats.org/officeDocument/2006/relationships/customXml" Target="../ink/ink511.xml"/><Relationship Id="rId169" Type="http://schemas.openxmlformats.org/officeDocument/2006/relationships/image" Target="../media/image509.png"/><Relationship Id="rId185" Type="http://schemas.openxmlformats.org/officeDocument/2006/relationships/image" Target="../media/image517.png"/><Relationship Id="rId4" Type="http://schemas.openxmlformats.org/officeDocument/2006/relationships/customXml" Target="../ink/ink431.xml"/><Relationship Id="rId9" Type="http://schemas.openxmlformats.org/officeDocument/2006/relationships/image" Target="../media/image429.png"/><Relationship Id="rId180" Type="http://schemas.openxmlformats.org/officeDocument/2006/relationships/customXml" Target="../ink/ink519.xml"/><Relationship Id="rId210" Type="http://schemas.openxmlformats.org/officeDocument/2006/relationships/customXml" Target="../ink/ink534.xml"/><Relationship Id="rId215" Type="http://schemas.openxmlformats.org/officeDocument/2006/relationships/image" Target="../media/image532.png"/><Relationship Id="rId26" Type="http://schemas.openxmlformats.org/officeDocument/2006/relationships/customXml" Target="../ink/ink442.xml"/><Relationship Id="rId47" Type="http://schemas.openxmlformats.org/officeDocument/2006/relationships/image" Target="../media/image448.png"/><Relationship Id="rId68" Type="http://schemas.openxmlformats.org/officeDocument/2006/relationships/customXml" Target="../ink/ink463.xml"/><Relationship Id="rId89" Type="http://schemas.openxmlformats.org/officeDocument/2006/relationships/image" Target="../media/image469.png"/><Relationship Id="rId112" Type="http://schemas.openxmlformats.org/officeDocument/2006/relationships/customXml" Target="../ink/ink485.xml"/><Relationship Id="rId133" Type="http://schemas.openxmlformats.org/officeDocument/2006/relationships/image" Target="../media/image491.png"/><Relationship Id="rId154" Type="http://schemas.openxmlformats.org/officeDocument/2006/relationships/customXml" Target="../ink/ink506.xml"/><Relationship Id="rId175" Type="http://schemas.openxmlformats.org/officeDocument/2006/relationships/image" Target="../media/image512.png"/><Relationship Id="rId196" Type="http://schemas.openxmlformats.org/officeDocument/2006/relationships/customXml" Target="../ink/ink527.xml"/><Relationship Id="rId200" Type="http://schemas.openxmlformats.org/officeDocument/2006/relationships/customXml" Target="../ink/ink529.xml"/><Relationship Id="rId16" Type="http://schemas.openxmlformats.org/officeDocument/2006/relationships/customXml" Target="../ink/ink437.xml"/><Relationship Id="rId221" Type="http://schemas.openxmlformats.org/officeDocument/2006/relationships/image" Target="../media/image535.png"/><Relationship Id="rId37" Type="http://schemas.openxmlformats.org/officeDocument/2006/relationships/image" Target="../media/image443.png"/><Relationship Id="rId58" Type="http://schemas.openxmlformats.org/officeDocument/2006/relationships/customXml" Target="../ink/ink458.xml"/><Relationship Id="rId79" Type="http://schemas.openxmlformats.org/officeDocument/2006/relationships/image" Target="../media/image464.png"/><Relationship Id="rId102" Type="http://schemas.openxmlformats.org/officeDocument/2006/relationships/customXml" Target="../ink/ink480.xml"/><Relationship Id="rId123" Type="http://schemas.openxmlformats.org/officeDocument/2006/relationships/image" Target="../media/image486.png"/><Relationship Id="rId144" Type="http://schemas.openxmlformats.org/officeDocument/2006/relationships/customXml" Target="../ink/ink501.xml"/><Relationship Id="rId90" Type="http://schemas.openxmlformats.org/officeDocument/2006/relationships/customXml" Target="../ink/ink474.xml"/><Relationship Id="rId165" Type="http://schemas.openxmlformats.org/officeDocument/2006/relationships/image" Target="../media/image507.png"/><Relationship Id="rId186" Type="http://schemas.openxmlformats.org/officeDocument/2006/relationships/customXml" Target="../ink/ink522.xml"/><Relationship Id="rId211" Type="http://schemas.openxmlformats.org/officeDocument/2006/relationships/image" Target="../media/image530.png"/><Relationship Id="rId27" Type="http://schemas.openxmlformats.org/officeDocument/2006/relationships/image" Target="../media/image438.png"/><Relationship Id="rId48" Type="http://schemas.openxmlformats.org/officeDocument/2006/relationships/customXml" Target="../ink/ink453.xml"/><Relationship Id="rId69" Type="http://schemas.openxmlformats.org/officeDocument/2006/relationships/image" Target="../media/image459.png"/><Relationship Id="rId113" Type="http://schemas.openxmlformats.org/officeDocument/2006/relationships/image" Target="../media/image481.png"/><Relationship Id="rId134" Type="http://schemas.openxmlformats.org/officeDocument/2006/relationships/customXml" Target="../ink/ink496.xml"/><Relationship Id="rId80" Type="http://schemas.openxmlformats.org/officeDocument/2006/relationships/customXml" Target="../ink/ink469.xml"/><Relationship Id="rId155" Type="http://schemas.openxmlformats.org/officeDocument/2006/relationships/image" Target="../media/image502.png"/><Relationship Id="rId176" Type="http://schemas.openxmlformats.org/officeDocument/2006/relationships/customXml" Target="../ink/ink517.xml"/><Relationship Id="rId197" Type="http://schemas.openxmlformats.org/officeDocument/2006/relationships/image" Target="../media/image523.png"/><Relationship Id="rId201" Type="http://schemas.openxmlformats.org/officeDocument/2006/relationships/image" Target="../media/image525.png"/><Relationship Id="rId222" Type="http://schemas.openxmlformats.org/officeDocument/2006/relationships/customXml" Target="../ink/ink540.xml"/><Relationship Id="rId17" Type="http://schemas.openxmlformats.org/officeDocument/2006/relationships/image" Target="../media/image433.png"/><Relationship Id="rId38" Type="http://schemas.openxmlformats.org/officeDocument/2006/relationships/customXml" Target="../ink/ink448.xml"/><Relationship Id="rId59" Type="http://schemas.openxmlformats.org/officeDocument/2006/relationships/image" Target="../media/image454.png"/><Relationship Id="rId103" Type="http://schemas.openxmlformats.org/officeDocument/2006/relationships/image" Target="../media/image476.png"/><Relationship Id="rId124" Type="http://schemas.openxmlformats.org/officeDocument/2006/relationships/customXml" Target="../ink/ink491.xml"/><Relationship Id="rId70" Type="http://schemas.openxmlformats.org/officeDocument/2006/relationships/customXml" Target="../ink/ink464.xml"/><Relationship Id="rId91" Type="http://schemas.openxmlformats.org/officeDocument/2006/relationships/image" Target="../media/image470.png"/><Relationship Id="rId145" Type="http://schemas.openxmlformats.org/officeDocument/2006/relationships/image" Target="../media/image497.png"/><Relationship Id="rId166" Type="http://schemas.openxmlformats.org/officeDocument/2006/relationships/customXml" Target="../ink/ink512.xml"/><Relationship Id="rId187" Type="http://schemas.openxmlformats.org/officeDocument/2006/relationships/image" Target="../media/image518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535.xml"/><Relationship Id="rId28" Type="http://schemas.openxmlformats.org/officeDocument/2006/relationships/customXml" Target="../ink/ink443.xml"/><Relationship Id="rId49" Type="http://schemas.openxmlformats.org/officeDocument/2006/relationships/image" Target="../media/image449.png"/><Relationship Id="rId114" Type="http://schemas.openxmlformats.org/officeDocument/2006/relationships/customXml" Target="../ink/ink486.xml"/><Relationship Id="rId60" Type="http://schemas.openxmlformats.org/officeDocument/2006/relationships/customXml" Target="../ink/ink459.xml"/><Relationship Id="rId81" Type="http://schemas.openxmlformats.org/officeDocument/2006/relationships/image" Target="../media/image465.png"/><Relationship Id="rId135" Type="http://schemas.openxmlformats.org/officeDocument/2006/relationships/image" Target="../media/image492.png"/><Relationship Id="rId156" Type="http://schemas.openxmlformats.org/officeDocument/2006/relationships/customXml" Target="../ink/ink507.xml"/><Relationship Id="rId177" Type="http://schemas.openxmlformats.org/officeDocument/2006/relationships/image" Target="../media/image513.png"/><Relationship Id="rId198" Type="http://schemas.openxmlformats.org/officeDocument/2006/relationships/customXml" Target="../ink/ink528.xml"/><Relationship Id="rId202" Type="http://schemas.openxmlformats.org/officeDocument/2006/relationships/customXml" Target="../ink/ink530.xml"/><Relationship Id="rId223" Type="http://schemas.openxmlformats.org/officeDocument/2006/relationships/image" Target="../media/image536.png"/><Relationship Id="rId18" Type="http://schemas.openxmlformats.org/officeDocument/2006/relationships/customXml" Target="../ink/ink438.xml"/><Relationship Id="rId39" Type="http://schemas.openxmlformats.org/officeDocument/2006/relationships/image" Target="../media/image444.png"/><Relationship Id="rId50" Type="http://schemas.openxmlformats.org/officeDocument/2006/relationships/customXml" Target="../ink/ink454.xml"/><Relationship Id="rId104" Type="http://schemas.openxmlformats.org/officeDocument/2006/relationships/customXml" Target="../ink/ink481.xml"/><Relationship Id="rId125" Type="http://schemas.openxmlformats.org/officeDocument/2006/relationships/image" Target="../media/image487.png"/><Relationship Id="rId146" Type="http://schemas.openxmlformats.org/officeDocument/2006/relationships/customXml" Target="../ink/ink502.xml"/><Relationship Id="rId167" Type="http://schemas.openxmlformats.org/officeDocument/2006/relationships/image" Target="../media/image508.png"/><Relationship Id="rId188" Type="http://schemas.openxmlformats.org/officeDocument/2006/relationships/customXml" Target="../ink/ink523.xml"/><Relationship Id="rId71" Type="http://schemas.openxmlformats.org/officeDocument/2006/relationships/image" Target="../media/image460.png"/><Relationship Id="rId92" Type="http://schemas.openxmlformats.org/officeDocument/2006/relationships/customXml" Target="../ink/ink475.xml"/><Relationship Id="rId213" Type="http://schemas.openxmlformats.org/officeDocument/2006/relationships/image" Target="../media/image531.png"/><Relationship Id="rId2" Type="http://schemas.openxmlformats.org/officeDocument/2006/relationships/customXml" Target="../ink/ink430.xml"/><Relationship Id="rId29" Type="http://schemas.openxmlformats.org/officeDocument/2006/relationships/image" Target="../media/image439.png"/><Relationship Id="rId40" Type="http://schemas.openxmlformats.org/officeDocument/2006/relationships/customXml" Target="../ink/ink449.xml"/><Relationship Id="rId115" Type="http://schemas.openxmlformats.org/officeDocument/2006/relationships/image" Target="../media/image482.png"/><Relationship Id="rId136" Type="http://schemas.openxmlformats.org/officeDocument/2006/relationships/customXml" Target="../ink/ink497.xml"/><Relationship Id="rId157" Type="http://schemas.openxmlformats.org/officeDocument/2006/relationships/image" Target="../media/image503.png"/><Relationship Id="rId178" Type="http://schemas.openxmlformats.org/officeDocument/2006/relationships/customXml" Target="../ink/ink518.xml"/><Relationship Id="rId61" Type="http://schemas.openxmlformats.org/officeDocument/2006/relationships/image" Target="../media/image455.png"/><Relationship Id="rId82" Type="http://schemas.openxmlformats.org/officeDocument/2006/relationships/customXml" Target="../ink/ink470.xml"/><Relationship Id="rId199" Type="http://schemas.openxmlformats.org/officeDocument/2006/relationships/image" Target="../media/image524.png"/><Relationship Id="rId203" Type="http://schemas.openxmlformats.org/officeDocument/2006/relationships/image" Target="../media/image526.png"/><Relationship Id="rId19" Type="http://schemas.openxmlformats.org/officeDocument/2006/relationships/image" Target="../media/image434.png"/><Relationship Id="rId30" Type="http://schemas.openxmlformats.org/officeDocument/2006/relationships/customXml" Target="../ink/ink444.xml"/><Relationship Id="rId105" Type="http://schemas.openxmlformats.org/officeDocument/2006/relationships/image" Target="../media/image477.png"/><Relationship Id="rId126" Type="http://schemas.openxmlformats.org/officeDocument/2006/relationships/customXml" Target="../ink/ink492.xml"/><Relationship Id="rId147" Type="http://schemas.openxmlformats.org/officeDocument/2006/relationships/image" Target="../media/image498.png"/><Relationship Id="rId168" Type="http://schemas.openxmlformats.org/officeDocument/2006/relationships/customXml" Target="../ink/ink513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4.png"/><Relationship Id="rId299" Type="http://schemas.openxmlformats.org/officeDocument/2006/relationships/image" Target="../media/image685.png"/><Relationship Id="rId21" Type="http://schemas.openxmlformats.org/officeDocument/2006/relationships/image" Target="../media/image546.png"/><Relationship Id="rId63" Type="http://schemas.openxmlformats.org/officeDocument/2006/relationships/image" Target="../media/image567.png"/><Relationship Id="rId159" Type="http://schemas.openxmlformats.org/officeDocument/2006/relationships/image" Target="../media/image615.png"/><Relationship Id="rId324" Type="http://schemas.openxmlformats.org/officeDocument/2006/relationships/customXml" Target="../ink/ink702.xml"/><Relationship Id="rId170" Type="http://schemas.openxmlformats.org/officeDocument/2006/relationships/customXml" Target="../ink/ink625.xml"/><Relationship Id="rId226" Type="http://schemas.openxmlformats.org/officeDocument/2006/relationships/customXml" Target="../ink/ink653.xml"/><Relationship Id="rId268" Type="http://schemas.openxmlformats.org/officeDocument/2006/relationships/customXml" Target="../ink/ink674.xml"/><Relationship Id="rId32" Type="http://schemas.openxmlformats.org/officeDocument/2006/relationships/customXml" Target="../ink/ink556.xml"/><Relationship Id="rId74" Type="http://schemas.openxmlformats.org/officeDocument/2006/relationships/customXml" Target="../ink/ink577.xml"/><Relationship Id="rId128" Type="http://schemas.openxmlformats.org/officeDocument/2006/relationships/customXml" Target="../ink/ink604.xml"/><Relationship Id="rId335" Type="http://schemas.openxmlformats.org/officeDocument/2006/relationships/image" Target="../media/image703.png"/><Relationship Id="rId5" Type="http://schemas.openxmlformats.org/officeDocument/2006/relationships/image" Target="../media/image538.png"/><Relationship Id="rId181" Type="http://schemas.openxmlformats.org/officeDocument/2006/relationships/image" Target="../media/image626.png"/><Relationship Id="rId237" Type="http://schemas.openxmlformats.org/officeDocument/2006/relationships/image" Target="../media/image654.png"/><Relationship Id="rId279" Type="http://schemas.openxmlformats.org/officeDocument/2006/relationships/image" Target="../media/image675.png"/><Relationship Id="rId43" Type="http://schemas.openxmlformats.org/officeDocument/2006/relationships/image" Target="../media/image557.png"/><Relationship Id="rId139" Type="http://schemas.openxmlformats.org/officeDocument/2006/relationships/image" Target="../media/image605.png"/><Relationship Id="rId290" Type="http://schemas.openxmlformats.org/officeDocument/2006/relationships/customXml" Target="../ink/ink685.xml"/><Relationship Id="rId304" Type="http://schemas.openxmlformats.org/officeDocument/2006/relationships/customXml" Target="../ink/ink692.xml"/><Relationship Id="rId346" Type="http://schemas.openxmlformats.org/officeDocument/2006/relationships/customXml" Target="../ink/ink713.xml"/><Relationship Id="rId85" Type="http://schemas.openxmlformats.org/officeDocument/2006/relationships/image" Target="../media/image578.png"/><Relationship Id="rId150" Type="http://schemas.openxmlformats.org/officeDocument/2006/relationships/customXml" Target="../ink/ink615.xml"/><Relationship Id="rId192" Type="http://schemas.openxmlformats.org/officeDocument/2006/relationships/customXml" Target="../ink/ink636.xml"/><Relationship Id="rId206" Type="http://schemas.openxmlformats.org/officeDocument/2006/relationships/customXml" Target="../ink/ink643.xml"/><Relationship Id="rId248" Type="http://schemas.openxmlformats.org/officeDocument/2006/relationships/customXml" Target="../ink/ink664.xml"/><Relationship Id="rId12" Type="http://schemas.openxmlformats.org/officeDocument/2006/relationships/customXml" Target="../ink/ink546.xml"/><Relationship Id="rId108" Type="http://schemas.openxmlformats.org/officeDocument/2006/relationships/customXml" Target="../ink/ink594.xml"/><Relationship Id="rId315" Type="http://schemas.openxmlformats.org/officeDocument/2006/relationships/image" Target="../media/image693.png"/><Relationship Id="rId54" Type="http://schemas.openxmlformats.org/officeDocument/2006/relationships/customXml" Target="../ink/ink567.xml"/><Relationship Id="rId96" Type="http://schemas.openxmlformats.org/officeDocument/2006/relationships/customXml" Target="../ink/ink588.xml"/><Relationship Id="rId161" Type="http://schemas.openxmlformats.org/officeDocument/2006/relationships/image" Target="../media/image616.png"/><Relationship Id="rId217" Type="http://schemas.openxmlformats.org/officeDocument/2006/relationships/image" Target="../media/image644.png"/><Relationship Id="rId259" Type="http://schemas.openxmlformats.org/officeDocument/2006/relationships/image" Target="../media/image665.png"/><Relationship Id="rId23" Type="http://schemas.openxmlformats.org/officeDocument/2006/relationships/image" Target="../media/image547.png"/><Relationship Id="rId119" Type="http://schemas.openxmlformats.org/officeDocument/2006/relationships/image" Target="../media/image595.png"/><Relationship Id="rId270" Type="http://schemas.openxmlformats.org/officeDocument/2006/relationships/customXml" Target="../ink/ink675.xml"/><Relationship Id="rId326" Type="http://schemas.openxmlformats.org/officeDocument/2006/relationships/customXml" Target="../ink/ink703.xml"/><Relationship Id="rId65" Type="http://schemas.openxmlformats.org/officeDocument/2006/relationships/image" Target="../media/image568.png"/><Relationship Id="rId130" Type="http://schemas.openxmlformats.org/officeDocument/2006/relationships/customXml" Target="../ink/ink605.xml"/><Relationship Id="rId172" Type="http://schemas.openxmlformats.org/officeDocument/2006/relationships/customXml" Target="../ink/ink626.xml"/><Relationship Id="rId228" Type="http://schemas.openxmlformats.org/officeDocument/2006/relationships/customXml" Target="../ink/ink654.xml"/><Relationship Id="rId281" Type="http://schemas.openxmlformats.org/officeDocument/2006/relationships/image" Target="../media/image676.png"/><Relationship Id="rId337" Type="http://schemas.openxmlformats.org/officeDocument/2006/relationships/image" Target="../media/image704.png"/><Relationship Id="rId34" Type="http://schemas.openxmlformats.org/officeDocument/2006/relationships/customXml" Target="../ink/ink557.xml"/><Relationship Id="rId76" Type="http://schemas.openxmlformats.org/officeDocument/2006/relationships/customXml" Target="../ink/ink578.xml"/><Relationship Id="rId141" Type="http://schemas.openxmlformats.org/officeDocument/2006/relationships/image" Target="../media/image606.png"/><Relationship Id="rId7" Type="http://schemas.openxmlformats.org/officeDocument/2006/relationships/image" Target="../media/image539.png"/><Relationship Id="rId183" Type="http://schemas.openxmlformats.org/officeDocument/2006/relationships/image" Target="../media/image627.png"/><Relationship Id="rId239" Type="http://schemas.openxmlformats.org/officeDocument/2006/relationships/image" Target="../media/image655.png"/><Relationship Id="rId250" Type="http://schemas.openxmlformats.org/officeDocument/2006/relationships/customXml" Target="../ink/ink665.xml"/><Relationship Id="rId292" Type="http://schemas.openxmlformats.org/officeDocument/2006/relationships/customXml" Target="../ink/ink686.xml"/><Relationship Id="rId306" Type="http://schemas.openxmlformats.org/officeDocument/2006/relationships/customXml" Target="../ink/ink693.xml"/><Relationship Id="rId45" Type="http://schemas.openxmlformats.org/officeDocument/2006/relationships/image" Target="../media/image558.png"/><Relationship Id="rId87" Type="http://schemas.openxmlformats.org/officeDocument/2006/relationships/image" Target="../media/image579.png"/><Relationship Id="rId110" Type="http://schemas.openxmlformats.org/officeDocument/2006/relationships/customXml" Target="../ink/ink595.xml"/><Relationship Id="rId348" Type="http://schemas.openxmlformats.org/officeDocument/2006/relationships/customXml" Target="../ink/ink714.xml"/><Relationship Id="rId152" Type="http://schemas.openxmlformats.org/officeDocument/2006/relationships/customXml" Target="../ink/ink616.xml"/><Relationship Id="rId194" Type="http://schemas.openxmlformats.org/officeDocument/2006/relationships/customXml" Target="../ink/ink637.xml"/><Relationship Id="rId208" Type="http://schemas.openxmlformats.org/officeDocument/2006/relationships/customXml" Target="../ink/ink644.xml"/><Relationship Id="rId261" Type="http://schemas.openxmlformats.org/officeDocument/2006/relationships/image" Target="../media/image666.png"/><Relationship Id="rId14" Type="http://schemas.openxmlformats.org/officeDocument/2006/relationships/customXml" Target="../ink/ink547.xml"/><Relationship Id="rId56" Type="http://schemas.openxmlformats.org/officeDocument/2006/relationships/customXml" Target="../ink/ink568.xml"/><Relationship Id="rId317" Type="http://schemas.openxmlformats.org/officeDocument/2006/relationships/image" Target="../media/image694.png"/><Relationship Id="rId8" Type="http://schemas.openxmlformats.org/officeDocument/2006/relationships/customXml" Target="../ink/ink544.xml"/><Relationship Id="rId98" Type="http://schemas.openxmlformats.org/officeDocument/2006/relationships/customXml" Target="../ink/ink589.xml"/><Relationship Id="rId121" Type="http://schemas.openxmlformats.org/officeDocument/2006/relationships/image" Target="../media/image596.png"/><Relationship Id="rId142" Type="http://schemas.openxmlformats.org/officeDocument/2006/relationships/customXml" Target="../ink/ink611.xml"/><Relationship Id="rId163" Type="http://schemas.openxmlformats.org/officeDocument/2006/relationships/image" Target="../media/image617.png"/><Relationship Id="rId184" Type="http://schemas.openxmlformats.org/officeDocument/2006/relationships/customXml" Target="../ink/ink632.xml"/><Relationship Id="rId219" Type="http://schemas.openxmlformats.org/officeDocument/2006/relationships/image" Target="../media/image645.png"/><Relationship Id="rId230" Type="http://schemas.openxmlformats.org/officeDocument/2006/relationships/customXml" Target="../ink/ink655.xml"/><Relationship Id="rId251" Type="http://schemas.openxmlformats.org/officeDocument/2006/relationships/image" Target="../media/image661.png"/><Relationship Id="rId25" Type="http://schemas.openxmlformats.org/officeDocument/2006/relationships/image" Target="../media/image548.png"/><Relationship Id="rId46" Type="http://schemas.openxmlformats.org/officeDocument/2006/relationships/customXml" Target="../ink/ink563.xml"/><Relationship Id="rId67" Type="http://schemas.openxmlformats.org/officeDocument/2006/relationships/image" Target="../media/image569.png"/><Relationship Id="rId272" Type="http://schemas.openxmlformats.org/officeDocument/2006/relationships/customXml" Target="../ink/ink676.xml"/><Relationship Id="rId293" Type="http://schemas.openxmlformats.org/officeDocument/2006/relationships/image" Target="../media/image682.png"/><Relationship Id="rId307" Type="http://schemas.openxmlformats.org/officeDocument/2006/relationships/image" Target="../media/image689.png"/><Relationship Id="rId328" Type="http://schemas.openxmlformats.org/officeDocument/2006/relationships/customXml" Target="../ink/ink704.xml"/><Relationship Id="rId349" Type="http://schemas.openxmlformats.org/officeDocument/2006/relationships/image" Target="../media/image709.png"/><Relationship Id="rId88" Type="http://schemas.openxmlformats.org/officeDocument/2006/relationships/customXml" Target="../ink/ink584.xml"/><Relationship Id="rId111" Type="http://schemas.openxmlformats.org/officeDocument/2006/relationships/image" Target="../media/image591.png"/><Relationship Id="rId132" Type="http://schemas.openxmlformats.org/officeDocument/2006/relationships/customXml" Target="../ink/ink606.xml"/><Relationship Id="rId153" Type="http://schemas.openxmlformats.org/officeDocument/2006/relationships/image" Target="../media/image612.png"/><Relationship Id="rId174" Type="http://schemas.openxmlformats.org/officeDocument/2006/relationships/customXml" Target="../ink/ink627.xml"/><Relationship Id="rId195" Type="http://schemas.openxmlformats.org/officeDocument/2006/relationships/image" Target="../media/image633.png"/><Relationship Id="rId209" Type="http://schemas.openxmlformats.org/officeDocument/2006/relationships/image" Target="../media/image640.png"/><Relationship Id="rId220" Type="http://schemas.openxmlformats.org/officeDocument/2006/relationships/customXml" Target="../ink/ink650.xml"/><Relationship Id="rId241" Type="http://schemas.openxmlformats.org/officeDocument/2006/relationships/image" Target="../media/image656.png"/><Relationship Id="rId15" Type="http://schemas.openxmlformats.org/officeDocument/2006/relationships/image" Target="../media/image543.png"/><Relationship Id="rId36" Type="http://schemas.openxmlformats.org/officeDocument/2006/relationships/customXml" Target="../ink/ink558.xml"/><Relationship Id="rId57" Type="http://schemas.openxmlformats.org/officeDocument/2006/relationships/image" Target="../media/image564.png"/><Relationship Id="rId262" Type="http://schemas.openxmlformats.org/officeDocument/2006/relationships/customXml" Target="../ink/ink671.xml"/><Relationship Id="rId283" Type="http://schemas.openxmlformats.org/officeDocument/2006/relationships/image" Target="../media/image677.png"/><Relationship Id="rId318" Type="http://schemas.openxmlformats.org/officeDocument/2006/relationships/customXml" Target="../ink/ink699.xml"/><Relationship Id="rId339" Type="http://schemas.openxmlformats.org/officeDocument/2006/relationships/image" Target="../media/image705.png"/><Relationship Id="rId78" Type="http://schemas.openxmlformats.org/officeDocument/2006/relationships/customXml" Target="../ink/ink579.xml"/><Relationship Id="rId99" Type="http://schemas.openxmlformats.org/officeDocument/2006/relationships/image" Target="../media/image585.png"/><Relationship Id="rId101" Type="http://schemas.openxmlformats.org/officeDocument/2006/relationships/image" Target="../media/image586.png"/><Relationship Id="rId122" Type="http://schemas.openxmlformats.org/officeDocument/2006/relationships/customXml" Target="../ink/ink601.xml"/><Relationship Id="rId143" Type="http://schemas.openxmlformats.org/officeDocument/2006/relationships/image" Target="../media/image607.png"/><Relationship Id="rId164" Type="http://schemas.openxmlformats.org/officeDocument/2006/relationships/customXml" Target="../ink/ink622.xml"/><Relationship Id="rId185" Type="http://schemas.openxmlformats.org/officeDocument/2006/relationships/image" Target="../media/image628.png"/><Relationship Id="rId350" Type="http://schemas.openxmlformats.org/officeDocument/2006/relationships/customXml" Target="../ink/ink715.xml"/><Relationship Id="rId9" Type="http://schemas.openxmlformats.org/officeDocument/2006/relationships/image" Target="../media/image540.png"/><Relationship Id="rId210" Type="http://schemas.openxmlformats.org/officeDocument/2006/relationships/customXml" Target="../ink/ink645.xml"/><Relationship Id="rId26" Type="http://schemas.openxmlformats.org/officeDocument/2006/relationships/customXml" Target="../ink/ink553.xml"/><Relationship Id="rId231" Type="http://schemas.openxmlformats.org/officeDocument/2006/relationships/image" Target="../media/image651.png"/><Relationship Id="rId252" Type="http://schemas.openxmlformats.org/officeDocument/2006/relationships/customXml" Target="../ink/ink666.xml"/><Relationship Id="rId273" Type="http://schemas.openxmlformats.org/officeDocument/2006/relationships/image" Target="../media/image672.png"/><Relationship Id="rId294" Type="http://schemas.openxmlformats.org/officeDocument/2006/relationships/customXml" Target="../ink/ink687.xml"/><Relationship Id="rId308" Type="http://schemas.openxmlformats.org/officeDocument/2006/relationships/customXml" Target="../ink/ink694.xml"/><Relationship Id="rId329" Type="http://schemas.openxmlformats.org/officeDocument/2006/relationships/image" Target="../media/image700.png"/><Relationship Id="rId47" Type="http://schemas.openxmlformats.org/officeDocument/2006/relationships/image" Target="../media/image559.png"/><Relationship Id="rId68" Type="http://schemas.openxmlformats.org/officeDocument/2006/relationships/customXml" Target="../ink/ink574.xml"/><Relationship Id="rId89" Type="http://schemas.openxmlformats.org/officeDocument/2006/relationships/image" Target="../media/image580.png"/><Relationship Id="rId112" Type="http://schemas.openxmlformats.org/officeDocument/2006/relationships/customXml" Target="../ink/ink596.xml"/><Relationship Id="rId133" Type="http://schemas.openxmlformats.org/officeDocument/2006/relationships/image" Target="../media/image602.png"/><Relationship Id="rId154" Type="http://schemas.openxmlformats.org/officeDocument/2006/relationships/customXml" Target="../ink/ink617.xml"/><Relationship Id="rId175" Type="http://schemas.openxmlformats.org/officeDocument/2006/relationships/image" Target="../media/image623.png"/><Relationship Id="rId340" Type="http://schemas.openxmlformats.org/officeDocument/2006/relationships/customXml" Target="../ink/ink710.xml"/><Relationship Id="rId196" Type="http://schemas.openxmlformats.org/officeDocument/2006/relationships/customXml" Target="../ink/ink638.xml"/><Relationship Id="rId200" Type="http://schemas.openxmlformats.org/officeDocument/2006/relationships/customXml" Target="../ink/ink640.xml"/><Relationship Id="rId16" Type="http://schemas.openxmlformats.org/officeDocument/2006/relationships/customXml" Target="../ink/ink548.xml"/><Relationship Id="rId221" Type="http://schemas.openxmlformats.org/officeDocument/2006/relationships/image" Target="../media/image646.png"/><Relationship Id="rId242" Type="http://schemas.openxmlformats.org/officeDocument/2006/relationships/customXml" Target="../ink/ink661.xml"/><Relationship Id="rId263" Type="http://schemas.openxmlformats.org/officeDocument/2006/relationships/image" Target="../media/image667.png"/><Relationship Id="rId284" Type="http://schemas.openxmlformats.org/officeDocument/2006/relationships/customXml" Target="../ink/ink682.xml"/><Relationship Id="rId319" Type="http://schemas.openxmlformats.org/officeDocument/2006/relationships/image" Target="../media/image695.png"/><Relationship Id="rId37" Type="http://schemas.openxmlformats.org/officeDocument/2006/relationships/image" Target="../media/image554.png"/><Relationship Id="rId58" Type="http://schemas.openxmlformats.org/officeDocument/2006/relationships/customXml" Target="../ink/ink569.xml"/><Relationship Id="rId79" Type="http://schemas.openxmlformats.org/officeDocument/2006/relationships/image" Target="../media/image575.png"/><Relationship Id="rId102" Type="http://schemas.openxmlformats.org/officeDocument/2006/relationships/customXml" Target="../ink/ink591.xml"/><Relationship Id="rId123" Type="http://schemas.openxmlformats.org/officeDocument/2006/relationships/image" Target="../media/image597.png"/><Relationship Id="rId144" Type="http://schemas.openxmlformats.org/officeDocument/2006/relationships/customXml" Target="../ink/ink612.xml"/><Relationship Id="rId330" Type="http://schemas.openxmlformats.org/officeDocument/2006/relationships/customXml" Target="../ink/ink705.xml"/><Relationship Id="rId90" Type="http://schemas.openxmlformats.org/officeDocument/2006/relationships/customXml" Target="../ink/ink585.xml"/><Relationship Id="rId165" Type="http://schemas.openxmlformats.org/officeDocument/2006/relationships/image" Target="../media/image618.png"/><Relationship Id="rId186" Type="http://schemas.openxmlformats.org/officeDocument/2006/relationships/customXml" Target="../ink/ink633.xml"/><Relationship Id="rId351" Type="http://schemas.openxmlformats.org/officeDocument/2006/relationships/customXml" Target="../ink/ink716.xml"/><Relationship Id="rId211" Type="http://schemas.openxmlformats.org/officeDocument/2006/relationships/image" Target="../media/image641.png"/><Relationship Id="rId232" Type="http://schemas.openxmlformats.org/officeDocument/2006/relationships/customXml" Target="../ink/ink656.xml"/><Relationship Id="rId253" Type="http://schemas.openxmlformats.org/officeDocument/2006/relationships/image" Target="../media/image662.png"/><Relationship Id="rId274" Type="http://schemas.openxmlformats.org/officeDocument/2006/relationships/customXml" Target="../ink/ink677.xml"/><Relationship Id="rId295" Type="http://schemas.openxmlformats.org/officeDocument/2006/relationships/image" Target="../media/image683.png"/><Relationship Id="rId309" Type="http://schemas.openxmlformats.org/officeDocument/2006/relationships/image" Target="../media/image690.png"/><Relationship Id="rId27" Type="http://schemas.openxmlformats.org/officeDocument/2006/relationships/image" Target="../media/image549.png"/><Relationship Id="rId48" Type="http://schemas.openxmlformats.org/officeDocument/2006/relationships/customXml" Target="../ink/ink564.xml"/><Relationship Id="rId69" Type="http://schemas.openxmlformats.org/officeDocument/2006/relationships/image" Target="../media/image570.png"/><Relationship Id="rId113" Type="http://schemas.openxmlformats.org/officeDocument/2006/relationships/image" Target="../media/image592.png"/><Relationship Id="rId134" Type="http://schemas.openxmlformats.org/officeDocument/2006/relationships/customXml" Target="../ink/ink607.xml"/><Relationship Id="rId320" Type="http://schemas.openxmlformats.org/officeDocument/2006/relationships/customXml" Target="../ink/ink700.xml"/><Relationship Id="rId80" Type="http://schemas.openxmlformats.org/officeDocument/2006/relationships/customXml" Target="../ink/ink580.xml"/><Relationship Id="rId155" Type="http://schemas.openxmlformats.org/officeDocument/2006/relationships/image" Target="../media/image613.png"/><Relationship Id="rId176" Type="http://schemas.openxmlformats.org/officeDocument/2006/relationships/customXml" Target="../ink/ink628.xml"/><Relationship Id="rId197" Type="http://schemas.openxmlformats.org/officeDocument/2006/relationships/image" Target="../media/image634.png"/><Relationship Id="rId341" Type="http://schemas.openxmlformats.org/officeDocument/2006/relationships/image" Target="../media/image706.png"/><Relationship Id="rId201" Type="http://schemas.openxmlformats.org/officeDocument/2006/relationships/image" Target="../media/image636.png"/><Relationship Id="rId222" Type="http://schemas.openxmlformats.org/officeDocument/2006/relationships/customXml" Target="../ink/ink651.xml"/><Relationship Id="rId243" Type="http://schemas.openxmlformats.org/officeDocument/2006/relationships/image" Target="../media/image657.png"/><Relationship Id="rId264" Type="http://schemas.openxmlformats.org/officeDocument/2006/relationships/customXml" Target="../ink/ink672.xml"/><Relationship Id="rId285" Type="http://schemas.openxmlformats.org/officeDocument/2006/relationships/image" Target="../media/image678.png"/><Relationship Id="rId17" Type="http://schemas.openxmlformats.org/officeDocument/2006/relationships/image" Target="../media/image544.png"/><Relationship Id="rId38" Type="http://schemas.openxmlformats.org/officeDocument/2006/relationships/customXml" Target="../ink/ink559.xml"/><Relationship Id="rId59" Type="http://schemas.openxmlformats.org/officeDocument/2006/relationships/image" Target="../media/image565.png"/><Relationship Id="rId103" Type="http://schemas.openxmlformats.org/officeDocument/2006/relationships/image" Target="../media/image587.png"/><Relationship Id="rId124" Type="http://schemas.openxmlformats.org/officeDocument/2006/relationships/customXml" Target="../ink/ink602.xml"/><Relationship Id="rId310" Type="http://schemas.openxmlformats.org/officeDocument/2006/relationships/customXml" Target="../ink/ink695.xml"/><Relationship Id="rId70" Type="http://schemas.openxmlformats.org/officeDocument/2006/relationships/customXml" Target="../ink/ink575.xml"/><Relationship Id="rId91" Type="http://schemas.openxmlformats.org/officeDocument/2006/relationships/image" Target="../media/image581.png"/><Relationship Id="rId145" Type="http://schemas.openxmlformats.org/officeDocument/2006/relationships/image" Target="../media/image608.png"/><Relationship Id="rId166" Type="http://schemas.openxmlformats.org/officeDocument/2006/relationships/customXml" Target="../ink/ink623.xml"/><Relationship Id="rId187" Type="http://schemas.openxmlformats.org/officeDocument/2006/relationships/image" Target="../media/image629.png"/><Relationship Id="rId331" Type="http://schemas.openxmlformats.org/officeDocument/2006/relationships/image" Target="../media/image701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646.xml"/><Relationship Id="rId233" Type="http://schemas.openxmlformats.org/officeDocument/2006/relationships/image" Target="../media/image652.png"/><Relationship Id="rId254" Type="http://schemas.openxmlformats.org/officeDocument/2006/relationships/customXml" Target="../ink/ink667.xml"/><Relationship Id="rId28" Type="http://schemas.openxmlformats.org/officeDocument/2006/relationships/customXml" Target="../ink/ink554.xml"/><Relationship Id="rId49" Type="http://schemas.openxmlformats.org/officeDocument/2006/relationships/image" Target="../media/image560.png"/><Relationship Id="rId114" Type="http://schemas.openxmlformats.org/officeDocument/2006/relationships/customXml" Target="../ink/ink597.xml"/><Relationship Id="rId275" Type="http://schemas.openxmlformats.org/officeDocument/2006/relationships/image" Target="../media/image673.png"/><Relationship Id="rId296" Type="http://schemas.openxmlformats.org/officeDocument/2006/relationships/customXml" Target="../ink/ink688.xml"/><Relationship Id="rId300" Type="http://schemas.openxmlformats.org/officeDocument/2006/relationships/customXml" Target="../ink/ink690.xml"/><Relationship Id="rId60" Type="http://schemas.openxmlformats.org/officeDocument/2006/relationships/customXml" Target="../ink/ink570.xml"/><Relationship Id="rId81" Type="http://schemas.openxmlformats.org/officeDocument/2006/relationships/image" Target="../media/image576.png"/><Relationship Id="rId135" Type="http://schemas.openxmlformats.org/officeDocument/2006/relationships/image" Target="../media/image603.png"/><Relationship Id="rId156" Type="http://schemas.openxmlformats.org/officeDocument/2006/relationships/customXml" Target="../ink/ink618.xml"/><Relationship Id="rId177" Type="http://schemas.openxmlformats.org/officeDocument/2006/relationships/image" Target="../media/image624.png"/><Relationship Id="rId198" Type="http://schemas.openxmlformats.org/officeDocument/2006/relationships/customXml" Target="../ink/ink639.xml"/><Relationship Id="rId321" Type="http://schemas.openxmlformats.org/officeDocument/2006/relationships/image" Target="../media/image696.png"/><Relationship Id="rId342" Type="http://schemas.openxmlformats.org/officeDocument/2006/relationships/customXml" Target="../ink/ink711.xml"/><Relationship Id="rId202" Type="http://schemas.openxmlformats.org/officeDocument/2006/relationships/customXml" Target="../ink/ink641.xml"/><Relationship Id="rId223" Type="http://schemas.openxmlformats.org/officeDocument/2006/relationships/image" Target="../media/image647.png"/><Relationship Id="rId244" Type="http://schemas.openxmlformats.org/officeDocument/2006/relationships/customXml" Target="../ink/ink662.xml"/><Relationship Id="rId18" Type="http://schemas.openxmlformats.org/officeDocument/2006/relationships/customXml" Target="../ink/ink549.xml"/><Relationship Id="rId39" Type="http://schemas.openxmlformats.org/officeDocument/2006/relationships/image" Target="../media/image555.png"/><Relationship Id="rId265" Type="http://schemas.openxmlformats.org/officeDocument/2006/relationships/image" Target="../media/image668.png"/><Relationship Id="rId286" Type="http://schemas.openxmlformats.org/officeDocument/2006/relationships/customXml" Target="../ink/ink683.xml"/><Relationship Id="rId50" Type="http://schemas.openxmlformats.org/officeDocument/2006/relationships/customXml" Target="../ink/ink565.xml"/><Relationship Id="rId104" Type="http://schemas.openxmlformats.org/officeDocument/2006/relationships/customXml" Target="../ink/ink592.xml"/><Relationship Id="rId125" Type="http://schemas.openxmlformats.org/officeDocument/2006/relationships/image" Target="../media/image598.png"/><Relationship Id="rId146" Type="http://schemas.openxmlformats.org/officeDocument/2006/relationships/customXml" Target="../ink/ink613.xml"/><Relationship Id="rId167" Type="http://schemas.openxmlformats.org/officeDocument/2006/relationships/image" Target="../media/image619.png"/><Relationship Id="rId188" Type="http://schemas.openxmlformats.org/officeDocument/2006/relationships/customXml" Target="../ink/ink634.xml"/><Relationship Id="rId311" Type="http://schemas.openxmlformats.org/officeDocument/2006/relationships/image" Target="../media/image691.png"/><Relationship Id="rId332" Type="http://schemas.openxmlformats.org/officeDocument/2006/relationships/customXml" Target="../ink/ink706.xml"/><Relationship Id="rId71" Type="http://schemas.openxmlformats.org/officeDocument/2006/relationships/image" Target="../media/image571.png"/><Relationship Id="rId92" Type="http://schemas.openxmlformats.org/officeDocument/2006/relationships/customXml" Target="../ink/ink586.xml"/><Relationship Id="rId213" Type="http://schemas.openxmlformats.org/officeDocument/2006/relationships/image" Target="../media/image642.png"/><Relationship Id="rId234" Type="http://schemas.openxmlformats.org/officeDocument/2006/relationships/customXml" Target="../ink/ink657.xml"/><Relationship Id="rId2" Type="http://schemas.openxmlformats.org/officeDocument/2006/relationships/customXml" Target="../ink/ink541.xml"/><Relationship Id="rId29" Type="http://schemas.openxmlformats.org/officeDocument/2006/relationships/image" Target="../media/image550.png"/><Relationship Id="rId255" Type="http://schemas.openxmlformats.org/officeDocument/2006/relationships/image" Target="../media/image663.png"/><Relationship Id="rId276" Type="http://schemas.openxmlformats.org/officeDocument/2006/relationships/customXml" Target="../ink/ink678.xml"/><Relationship Id="rId297" Type="http://schemas.openxmlformats.org/officeDocument/2006/relationships/image" Target="../media/image684.png"/><Relationship Id="rId40" Type="http://schemas.openxmlformats.org/officeDocument/2006/relationships/customXml" Target="../ink/ink560.xml"/><Relationship Id="rId115" Type="http://schemas.openxmlformats.org/officeDocument/2006/relationships/image" Target="../media/image593.png"/><Relationship Id="rId136" Type="http://schemas.openxmlformats.org/officeDocument/2006/relationships/customXml" Target="../ink/ink608.xml"/><Relationship Id="rId157" Type="http://schemas.openxmlformats.org/officeDocument/2006/relationships/image" Target="../media/image614.png"/><Relationship Id="rId178" Type="http://schemas.openxmlformats.org/officeDocument/2006/relationships/customXml" Target="../ink/ink629.xml"/><Relationship Id="rId301" Type="http://schemas.openxmlformats.org/officeDocument/2006/relationships/image" Target="../media/image686.png"/><Relationship Id="rId322" Type="http://schemas.openxmlformats.org/officeDocument/2006/relationships/customXml" Target="../ink/ink701.xml"/><Relationship Id="rId343" Type="http://schemas.openxmlformats.org/officeDocument/2006/relationships/image" Target="../media/image707.png"/><Relationship Id="rId61" Type="http://schemas.openxmlformats.org/officeDocument/2006/relationships/image" Target="../media/image566.png"/><Relationship Id="rId82" Type="http://schemas.openxmlformats.org/officeDocument/2006/relationships/customXml" Target="../ink/ink581.xml"/><Relationship Id="rId199" Type="http://schemas.openxmlformats.org/officeDocument/2006/relationships/image" Target="../media/image635.png"/><Relationship Id="rId203" Type="http://schemas.openxmlformats.org/officeDocument/2006/relationships/image" Target="../media/image637.png"/><Relationship Id="rId19" Type="http://schemas.openxmlformats.org/officeDocument/2006/relationships/image" Target="../media/image545.png"/><Relationship Id="rId224" Type="http://schemas.openxmlformats.org/officeDocument/2006/relationships/customXml" Target="../ink/ink652.xml"/><Relationship Id="rId245" Type="http://schemas.openxmlformats.org/officeDocument/2006/relationships/image" Target="../media/image658.png"/><Relationship Id="rId266" Type="http://schemas.openxmlformats.org/officeDocument/2006/relationships/customXml" Target="../ink/ink673.xml"/><Relationship Id="rId287" Type="http://schemas.openxmlformats.org/officeDocument/2006/relationships/image" Target="../media/image679.png"/><Relationship Id="rId30" Type="http://schemas.openxmlformats.org/officeDocument/2006/relationships/customXml" Target="../ink/ink555.xml"/><Relationship Id="rId105" Type="http://schemas.openxmlformats.org/officeDocument/2006/relationships/image" Target="../media/image588.png"/><Relationship Id="rId126" Type="http://schemas.openxmlformats.org/officeDocument/2006/relationships/customXml" Target="../ink/ink603.xml"/><Relationship Id="rId147" Type="http://schemas.openxmlformats.org/officeDocument/2006/relationships/image" Target="../media/image609.png"/><Relationship Id="rId168" Type="http://schemas.openxmlformats.org/officeDocument/2006/relationships/customXml" Target="../ink/ink624.xml"/><Relationship Id="rId312" Type="http://schemas.openxmlformats.org/officeDocument/2006/relationships/customXml" Target="../ink/ink696.xml"/><Relationship Id="rId333" Type="http://schemas.openxmlformats.org/officeDocument/2006/relationships/image" Target="../media/image702.png"/><Relationship Id="rId51" Type="http://schemas.openxmlformats.org/officeDocument/2006/relationships/image" Target="../media/image561.png"/><Relationship Id="rId72" Type="http://schemas.openxmlformats.org/officeDocument/2006/relationships/customXml" Target="../ink/ink576.xml"/><Relationship Id="rId93" Type="http://schemas.openxmlformats.org/officeDocument/2006/relationships/image" Target="../media/image582.png"/><Relationship Id="rId189" Type="http://schemas.openxmlformats.org/officeDocument/2006/relationships/image" Target="../media/image630.png"/><Relationship Id="rId3" Type="http://schemas.openxmlformats.org/officeDocument/2006/relationships/image" Target="../media/image537.png"/><Relationship Id="rId214" Type="http://schemas.openxmlformats.org/officeDocument/2006/relationships/customXml" Target="../ink/ink647.xml"/><Relationship Id="rId235" Type="http://schemas.openxmlformats.org/officeDocument/2006/relationships/image" Target="../media/image653.png"/><Relationship Id="rId256" Type="http://schemas.openxmlformats.org/officeDocument/2006/relationships/customXml" Target="../ink/ink668.xml"/><Relationship Id="rId277" Type="http://schemas.openxmlformats.org/officeDocument/2006/relationships/image" Target="../media/image674.png"/><Relationship Id="rId298" Type="http://schemas.openxmlformats.org/officeDocument/2006/relationships/customXml" Target="../ink/ink689.xml"/><Relationship Id="rId116" Type="http://schemas.openxmlformats.org/officeDocument/2006/relationships/customXml" Target="../ink/ink598.xml"/><Relationship Id="rId137" Type="http://schemas.openxmlformats.org/officeDocument/2006/relationships/image" Target="../media/image604.png"/><Relationship Id="rId158" Type="http://schemas.openxmlformats.org/officeDocument/2006/relationships/customXml" Target="../ink/ink619.xml"/><Relationship Id="rId302" Type="http://schemas.openxmlformats.org/officeDocument/2006/relationships/customXml" Target="../ink/ink691.xml"/><Relationship Id="rId323" Type="http://schemas.openxmlformats.org/officeDocument/2006/relationships/image" Target="../media/image697.png"/><Relationship Id="rId344" Type="http://schemas.openxmlformats.org/officeDocument/2006/relationships/customXml" Target="../ink/ink712.xml"/><Relationship Id="rId20" Type="http://schemas.openxmlformats.org/officeDocument/2006/relationships/customXml" Target="../ink/ink550.xml"/><Relationship Id="rId41" Type="http://schemas.openxmlformats.org/officeDocument/2006/relationships/image" Target="../media/image556.png"/><Relationship Id="rId62" Type="http://schemas.openxmlformats.org/officeDocument/2006/relationships/customXml" Target="../ink/ink571.xml"/><Relationship Id="rId83" Type="http://schemas.openxmlformats.org/officeDocument/2006/relationships/image" Target="../media/image577.png"/><Relationship Id="rId179" Type="http://schemas.openxmlformats.org/officeDocument/2006/relationships/image" Target="../media/image625.png"/><Relationship Id="rId190" Type="http://schemas.openxmlformats.org/officeDocument/2006/relationships/customXml" Target="../ink/ink635.xml"/><Relationship Id="rId204" Type="http://schemas.openxmlformats.org/officeDocument/2006/relationships/customXml" Target="../ink/ink642.xml"/><Relationship Id="rId225" Type="http://schemas.openxmlformats.org/officeDocument/2006/relationships/image" Target="../media/image648.png"/><Relationship Id="rId246" Type="http://schemas.openxmlformats.org/officeDocument/2006/relationships/customXml" Target="../ink/ink663.xml"/><Relationship Id="rId267" Type="http://schemas.openxmlformats.org/officeDocument/2006/relationships/image" Target="../media/image669.png"/><Relationship Id="rId288" Type="http://schemas.openxmlformats.org/officeDocument/2006/relationships/customXml" Target="../ink/ink684.xml"/><Relationship Id="rId106" Type="http://schemas.openxmlformats.org/officeDocument/2006/relationships/customXml" Target="../ink/ink593.xml"/><Relationship Id="rId127" Type="http://schemas.openxmlformats.org/officeDocument/2006/relationships/image" Target="../media/image599.png"/><Relationship Id="rId313" Type="http://schemas.openxmlformats.org/officeDocument/2006/relationships/image" Target="../media/image692.png"/><Relationship Id="rId10" Type="http://schemas.openxmlformats.org/officeDocument/2006/relationships/customXml" Target="../ink/ink545.xml"/><Relationship Id="rId31" Type="http://schemas.openxmlformats.org/officeDocument/2006/relationships/image" Target="../media/image551.png"/><Relationship Id="rId52" Type="http://schemas.openxmlformats.org/officeDocument/2006/relationships/customXml" Target="../ink/ink566.xml"/><Relationship Id="rId73" Type="http://schemas.openxmlformats.org/officeDocument/2006/relationships/image" Target="../media/image572.png"/><Relationship Id="rId94" Type="http://schemas.openxmlformats.org/officeDocument/2006/relationships/customXml" Target="../ink/ink587.xml"/><Relationship Id="rId148" Type="http://schemas.openxmlformats.org/officeDocument/2006/relationships/customXml" Target="../ink/ink614.xml"/><Relationship Id="rId169" Type="http://schemas.openxmlformats.org/officeDocument/2006/relationships/image" Target="../media/image620.png"/><Relationship Id="rId334" Type="http://schemas.openxmlformats.org/officeDocument/2006/relationships/customXml" Target="../ink/ink707.xml"/><Relationship Id="rId4" Type="http://schemas.openxmlformats.org/officeDocument/2006/relationships/customXml" Target="../ink/ink542.xml"/><Relationship Id="rId180" Type="http://schemas.openxmlformats.org/officeDocument/2006/relationships/customXml" Target="../ink/ink630.xml"/><Relationship Id="rId215" Type="http://schemas.openxmlformats.org/officeDocument/2006/relationships/image" Target="../media/image643.png"/><Relationship Id="rId236" Type="http://schemas.openxmlformats.org/officeDocument/2006/relationships/customXml" Target="../ink/ink658.xml"/><Relationship Id="rId257" Type="http://schemas.openxmlformats.org/officeDocument/2006/relationships/image" Target="../media/image664.png"/><Relationship Id="rId278" Type="http://schemas.openxmlformats.org/officeDocument/2006/relationships/customXml" Target="../ink/ink679.xml"/><Relationship Id="rId303" Type="http://schemas.openxmlformats.org/officeDocument/2006/relationships/image" Target="../media/image687.png"/><Relationship Id="rId42" Type="http://schemas.openxmlformats.org/officeDocument/2006/relationships/customXml" Target="../ink/ink561.xml"/><Relationship Id="rId84" Type="http://schemas.openxmlformats.org/officeDocument/2006/relationships/customXml" Target="../ink/ink582.xml"/><Relationship Id="rId138" Type="http://schemas.openxmlformats.org/officeDocument/2006/relationships/customXml" Target="../ink/ink609.xml"/><Relationship Id="rId345" Type="http://schemas.openxmlformats.org/officeDocument/2006/relationships/image" Target="../media/image99.png"/><Relationship Id="rId191" Type="http://schemas.openxmlformats.org/officeDocument/2006/relationships/image" Target="../media/image631.png"/><Relationship Id="rId205" Type="http://schemas.openxmlformats.org/officeDocument/2006/relationships/image" Target="../media/image638.png"/><Relationship Id="rId247" Type="http://schemas.openxmlformats.org/officeDocument/2006/relationships/image" Target="../media/image659.png"/><Relationship Id="rId107" Type="http://schemas.openxmlformats.org/officeDocument/2006/relationships/image" Target="../media/image589.png"/><Relationship Id="rId289" Type="http://schemas.openxmlformats.org/officeDocument/2006/relationships/image" Target="../media/image680.png"/><Relationship Id="rId11" Type="http://schemas.openxmlformats.org/officeDocument/2006/relationships/image" Target="../media/image541.png"/><Relationship Id="rId53" Type="http://schemas.openxmlformats.org/officeDocument/2006/relationships/image" Target="../media/image562.png"/><Relationship Id="rId149" Type="http://schemas.openxmlformats.org/officeDocument/2006/relationships/image" Target="../media/image610.png"/><Relationship Id="rId314" Type="http://schemas.openxmlformats.org/officeDocument/2006/relationships/customXml" Target="../ink/ink697.xml"/><Relationship Id="rId95" Type="http://schemas.openxmlformats.org/officeDocument/2006/relationships/image" Target="../media/image583.png"/><Relationship Id="rId160" Type="http://schemas.openxmlformats.org/officeDocument/2006/relationships/customXml" Target="../ink/ink620.xml"/><Relationship Id="rId216" Type="http://schemas.openxmlformats.org/officeDocument/2006/relationships/customXml" Target="../ink/ink648.xml"/><Relationship Id="rId258" Type="http://schemas.openxmlformats.org/officeDocument/2006/relationships/customXml" Target="../ink/ink669.xml"/><Relationship Id="rId22" Type="http://schemas.openxmlformats.org/officeDocument/2006/relationships/customXml" Target="../ink/ink551.xml"/><Relationship Id="rId64" Type="http://schemas.openxmlformats.org/officeDocument/2006/relationships/customXml" Target="../ink/ink572.xml"/><Relationship Id="rId118" Type="http://schemas.openxmlformats.org/officeDocument/2006/relationships/customXml" Target="../ink/ink599.xml"/><Relationship Id="rId325" Type="http://schemas.openxmlformats.org/officeDocument/2006/relationships/image" Target="../media/image698.png"/><Relationship Id="rId171" Type="http://schemas.openxmlformats.org/officeDocument/2006/relationships/image" Target="../media/image621.png"/><Relationship Id="rId227" Type="http://schemas.openxmlformats.org/officeDocument/2006/relationships/image" Target="../media/image649.png"/><Relationship Id="rId269" Type="http://schemas.openxmlformats.org/officeDocument/2006/relationships/image" Target="../media/image670.png"/><Relationship Id="rId33" Type="http://schemas.openxmlformats.org/officeDocument/2006/relationships/image" Target="../media/image552.png"/><Relationship Id="rId129" Type="http://schemas.openxmlformats.org/officeDocument/2006/relationships/image" Target="../media/image600.png"/><Relationship Id="rId280" Type="http://schemas.openxmlformats.org/officeDocument/2006/relationships/customXml" Target="../ink/ink680.xml"/><Relationship Id="rId336" Type="http://schemas.openxmlformats.org/officeDocument/2006/relationships/customXml" Target="../ink/ink708.xml"/><Relationship Id="rId75" Type="http://schemas.openxmlformats.org/officeDocument/2006/relationships/image" Target="../media/image573.png"/><Relationship Id="rId140" Type="http://schemas.openxmlformats.org/officeDocument/2006/relationships/customXml" Target="../ink/ink610.xml"/><Relationship Id="rId182" Type="http://schemas.openxmlformats.org/officeDocument/2006/relationships/customXml" Target="../ink/ink631.xml"/><Relationship Id="rId6" Type="http://schemas.openxmlformats.org/officeDocument/2006/relationships/customXml" Target="../ink/ink543.xml"/><Relationship Id="rId238" Type="http://schemas.openxmlformats.org/officeDocument/2006/relationships/customXml" Target="../ink/ink659.xml"/><Relationship Id="rId291" Type="http://schemas.openxmlformats.org/officeDocument/2006/relationships/image" Target="../media/image681.png"/><Relationship Id="rId305" Type="http://schemas.openxmlformats.org/officeDocument/2006/relationships/image" Target="../media/image688.png"/><Relationship Id="rId347" Type="http://schemas.openxmlformats.org/officeDocument/2006/relationships/image" Target="../media/image708.png"/><Relationship Id="rId44" Type="http://schemas.openxmlformats.org/officeDocument/2006/relationships/customXml" Target="../ink/ink562.xml"/><Relationship Id="rId86" Type="http://schemas.openxmlformats.org/officeDocument/2006/relationships/customXml" Target="../ink/ink583.xml"/><Relationship Id="rId151" Type="http://schemas.openxmlformats.org/officeDocument/2006/relationships/image" Target="../media/image611.png"/><Relationship Id="rId193" Type="http://schemas.openxmlformats.org/officeDocument/2006/relationships/image" Target="../media/image632.png"/><Relationship Id="rId207" Type="http://schemas.openxmlformats.org/officeDocument/2006/relationships/image" Target="../media/image639.png"/><Relationship Id="rId249" Type="http://schemas.openxmlformats.org/officeDocument/2006/relationships/image" Target="../media/image660.png"/><Relationship Id="rId13" Type="http://schemas.openxmlformats.org/officeDocument/2006/relationships/image" Target="../media/image542.png"/><Relationship Id="rId109" Type="http://schemas.openxmlformats.org/officeDocument/2006/relationships/image" Target="../media/image590.png"/><Relationship Id="rId260" Type="http://schemas.openxmlformats.org/officeDocument/2006/relationships/customXml" Target="../ink/ink670.xml"/><Relationship Id="rId316" Type="http://schemas.openxmlformats.org/officeDocument/2006/relationships/customXml" Target="../ink/ink698.xml"/><Relationship Id="rId55" Type="http://schemas.openxmlformats.org/officeDocument/2006/relationships/image" Target="../media/image563.png"/><Relationship Id="rId97" Type="http://schemas.openxmlformats.org/officeDocument/2006/relationships/image" Target="../media/image584.png"/><Relationship Id="rId120" Type="http://schemas.openxmlformats.org/officeDocument/2006/relationships/customXml" Target="../ink/ink600.xml"/><Relationship Id="rId162" Type="http://schemas.openxmlformats.org/officeDocument/2006/relationships/customXml" Target="../ink/ink621.xml"/><Relationship Id="rId218" Type="http://schemas.openxmlformats.org/officeDocument/2006/relationships/customXml" Target="../ink/ink649.xml"/><Relationship Id="rId271" Type="http://schemas.openxmlformats.org/officeDocument/2006/relationships/image" Target="../media/image671.png"/><Relationship Id="rId24" Type="http://schemas.openxmlformats.org/officeDocument/2006/relationships/customXml" Target="../ink/ink552.xml"/><Relationship Id="rId66" Type="http://schemas.openxmlformats.org/officeDocument/2006/relationships/customXml" Target="../ink/ink573.xml"/><Relationship Id="rId131" Type="http://schemas.openxmlformats.org/officeDocument/2006/relationships/image" Target="../media/image601.png"/><Relationship Id="rId327" Type="http://schemas.openxmlformats.org/officeDocument/2006/relationships/image" Target="../media/image699.png"/><Relationship Id="rId173" Type="http://schemas.openxmlformats.org/officeDocument/2006/relationships/image" Target="../media/image622.png"/><Relationship Id="rId229" Type="http://schemas.openxmlformats.org/officeDocument/2006/relationships/image" Target="../media/image650.png"/><Relationship Id="rId240" Type="http://schemas.openxmlformats.org/officeDocument/2006/relationships/customXml" Target="../ink/ink660.xml"/><Relationship Id="rId35" Type="http://schemas.openxmlformats.org/officeDocument/2006/relationships/image" Target="../media/image553.png"/><Relationship Id="rId77" Type="http://schemas.openxmlformats.org/officeDocument/2006/relationships/image" Target="../media/image574.png"/><Relationship Id="rId100" Type="http://schemas.openxmlformats.org/officeDocument/2006/relationships/customXml" Target="../ink/ink590.xml"/><Relationship Id="rId282" Type="http://schemas.openxmlformats.org/officeDocument/2006/relationships/customXml" Target="../ink/ink681.xml"/><Relationship Id="rId338" Type="http://schemas.openxmlformats.org/officeDocument/2006/relationships/customXml" Target="../ink/ink709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29.xml"/><Relationship Id="rId21" Type="http://schemas.openxmlformats.org/officeDocument/2006/relationships/image" Target="../media/image719.png"/><Relationship Id="rId42" Type="http://schemas.openxmlformats.org/officeDocument/2006/relationships/customXml" Target="../ink/ink737.xml"/><Relationship Id="rId47" Type="http://schemas.openxmlformats.org/officeDocument/2006/relationships/image" Target="../media/image732.png"/><Relationship Id="rId63" Type="http://schemas.openxmlformats.org/officeDocument/2006/relationships/image" Target="../media/image740.png"/><Relationship Id="rId68" Type="http://schemas.openxmlformats.org/officeDocument/2006/relationships/customXml" Target="../ink/ink750.xml"/><Relationship Id="rId84" Type="http://schemas.openxmlformats.org/officeDocument/2006/relationships/customXml" Target="../ink/ink758.xml"/><Relationship Id="rId89" Type="http://schemas.openxmlformats.org/officeDocument/2006/relationships/image" Target="../media/image753.png"/><Relationship Id="rId112" Type="http://schemas.openxmlformats.org/officeDocument/2006/relationships/customXml" Target="../ink/ink772.xml"/><Relationship Id="rId16" Type="http://schemas.openxmlformats.org/officeDocument/2006/relationships/customXml" Target="../ink/ink724.xml"/><Relationship Id="rId107" Type="http://schemas.openxmlformats.org/officeDocument/2006/relationships/image" Target="../media/image762.png"/><Relationship Id="rId11" Type="http://schemas.openxmlformats.org/officeDocument/2006/relationships/image" Target="../media/image714.png"/><Relationship Id="rId32" Type="http://schemas.openxmlformats.org/officeDocument/2006/relationships/customXml" Target="../ink/ink732.xml"/><Relationship Id="rId37" Type="http://schemas.openxmlformats.org/officeDocument/2006/relationships/image" Target="../media/image727.png"/><Relationship Id="rId53" Type="http://schemas.openxmlformats.org/officeDocument/2006/relationships/image" Target="../media/image735.png"/><Relationship Id="rId58" Type="http://schemas.openxmlformats.org/officeDocument/2006/relationships/customXml" Target="../ink/ink745.xml"/><Relationship Id="rId74" Type="http://schemas.openxmlformats.org/officeDocument/2006/relationships/customXml" Target="../ink/ink753.xml"/><Relationship Id="rId79" Type="http://schemas.openxmlformats.org/officeDocument/2006/relationships/image" Target="../media/image748.png"/><Relationship Id="rId102" Type="http://schemas.openxmlformats.org/officeDocument/2006/relationships/customXml" Target="../ink/ink767.xml"/><Relationship Id="rId5" Type="http://schemas.openxmlformats.org/officeDocument/2006/relationships/image" Target="../media/image711.png"/><Relationship Id="rId90" Type="http://schemas.openxmlformats.org/officeDocument/2006/relationships/customXml" Target="../ink/ink761.xml"/><Relationship Id="rId95" Type="http://schemas.openxmlformats.org/officeDocument/2006/relationships/image" Target="../media/image756.png"/><Relationship Id="rId22" Type="http://schemas.openxmlformats.org/officeDocument/2006/relationships/customXml" Target="../ink/ink727.xml"/><Relationship Id="rId27" Type="http://schemas.openxmlformats.org/officeDocument/2006/relationships/image" Target="../media/image722.png"/><Relationship Id="rId43" Type="http://schemas.openxmlformats.org/officeDocument/2006/relationships/image" Target="../media/image730.png"/><Relationship Id="rId48" Type="http://schemas.openxmlformats.org/officeDocument/2006/relationships/customXml" Target="../ink/ink740.xml"/><Relationship Id="rId64" Type="http://schemas.openxmlformats.org/officeDocument/2006/relationships/customXml" Target="../ink/ink748.xml"/><Relationship Id="rId69" Type="http://schemas.openxmlformats.org/officeDocument/2006/relationships/image" Target="../media/image743.png"/><Relationship Id="rId113" Type="http://schemas.openxmlformats.org/officeDocument/2006/relationships/image" Target="../media/image764.png"/><Relationship Id="rId80" Type="http://schemas.openxmlformats.org/officeDocument/2006/relationships/customXml" Target="../ink/ink756.xml"/><Relationship Id="rId85" Type="http://schemas.openxmlformats.org/officeDocument/2006/relationships/image" Target="../media/image751.png"/><Relationship Id="rId12" Type="http://schemas.openxmlformats.org/officeDocument/2006/relationships/customXml" Target="../ink/ink722.xml"/><Relationship Id="rId17" Type="http://schemas.openxmlformats.org/officeDocument/2006/relationships/image" Target="../media/image717.png"/><Relationship Id="rId33" Type="http://schemas.openxmlformats.org/officeDocument/2006/relationships/image" Target="../media/image725.png"/><Relationship Id="rId38" Type="http://schemas.openxmlformats.org/officeDocument/2006/relationships/customXml" Target="../ink/ink735.xml"/><Relationship Id="rId59" Type="http://schemas.openxmlformats.org/officeDocument/2006/relationships/image" Target="../media/image738.png"/><Relationship Id="rId103" Type="http://schemas.openxmlformats.org/officeDocument/2006/relationships/image" Target="../media/image760.png"/><Relationship Id="rId108" Type="http://schemas.openxmlformats.org/officeDocument/2006/relationships/customXml" Target="../ink/ink770.xml"/><Relationship Id="rId54" Type="http://schemas.openxmlformats.org/officeDocument/2006/relationships/customXml" Target="../ink/ink743.xml"/><Relationship Id="rId70" Type="http://schemas.openxmlformats.org/officeDocument/2006/relationships/customXml" Target="../ink/ink751.xml"/><Relationship Id="rId75" Type="http://schemas.openxmlformats.org/officeDocument/2006/relationships/image" Target="../media/image746.png"/><Relationship Id="rId91" Type="http://schemas.openxmlformats.org/officeDocument/2006/relationships/image" Target="../media/image754.png"/><Relationship Id="rId96" Type="http://schemas.openxmlformats.org/officeDocument/2006/relationships/customXml" Target="../ink/ink76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19.xml"/><Relationship Id="rId15" Type="http://schemas.openxmlformats.org/officeDocument/2006/relationships/image" Target="../media/image716.png"/><Relationship Id="rId23" Type="http://schemas.openxmlformats.org/officeDocument/2006/relationships/image" Target="../media/image720.png"/><Relationship Id="rId28" Type="http://schemas.openxmlformats.org/officeDocument/2006/relationships/customXml" Target="../ink/ink730.xml"/><Relationship Id="rId36" Type="http://schemas.openxmlformats.org/officeDocument/2006/relationships/customXml" Target="../ink/ink734.xml"/><Relationship Id="rId49" Type="http://schemas.openxmlformats.org/officeDocument/2006/relationships/image" Target="../media/image733.png"/><Relationship Id="rId57" Type="http://schemas.openxmlformats.org/officeDocument/2006/relationships/image" Target="../media/image737.png"/><Relationship Id="rId106" Type="http://schemas.openxmlformats.org/officeDocument/2006/relationships/customXml" Target="../ink/ink769.xml"/><Relationship Id="rId10" Type="http://schemas.openxmlformats.org/officeDocument/2006/relationships/customXml" Target="../ink/ink721.xml"/><Relationship Id="rId31" Type="http://schemas.openxmlformats.org/officeDocument/2006/relationships/image" Target="../media/image724.png"/><Relationship Id="rId44" Type="http://schemas.openxmlformats.org/officeDocument/2006/relationships/customXml" Target="../ink/ink738.xml"/><Relationship Id="rId52" Type="http://schemas.openxmlformats.org/officeDocument/2006/relationships/customXml" Target="../ink/ink742.xml"/><Relationship Id="rId60" Type="http://schemas.openxmlformats.org/officeDocument/2006/relationships/customXml" Target="../ink/ink746.xml"/><Relationship Id="rId65" Type="http://schemas.openxmlformats.org/officeDocument/2006/relationships/image" Target="../media/image741.png"/><Relationship Id="rId73" Type="http://schemas.openxmlformats.org/officeDocument/2006/relationships/image" Target="../media/image745.png"/><Relationship Id="rId78" Type="http://schemas.openxmlformats.org/officeDocument/2006/relationships/customXml" Target="../ink/ink755.xml"/><Relationship Id="rId81" Type="http://schemas.openxmlformats.org/officeDocument/2006/relationships/image" Target="../media/image749.png"/><Relationship Id="rId86" Type="http://schemas.openxmlformats.org/officeDocument/2006/relationships/customXml" Target="../ink/ink759.xml"/><Relationship Id="rId94" Type="http://schemas.openxmlformats.org/officeDocument/2006/relationships/customXml" Target="../ink/ink763.xml"/><Relationship Id="rId99" Type="http://schemas.openxmlformats.org/officeDocument/2006/relationships/image" Target="../media/image758.png"/><Relationship Id="rId101" Type="http://schemas.openxmlformats.org/officeDocument/2006/relationships/image" Target="../media/image759.png"/><Relationship Id="rId4" Type="http://schemas.openxmlformats.org/officeDocument/2006/relationships/customXml" Target="../ink/ink718.xml"/><Relationship Id="rId9" Type="http://schemas.openxmlformats.org/officeDocument/2006/relationships/image" Target="../media/image713.png"/><Relationship Id="rId13" Type="http://schemas.openxmlformats.org/officeDocument/2006/relationships/image" Target="../media/image715.png"/><Relationship Id="rId18" Type="http://schemas.openxmlformats.org/officeDocument/2006/relationships/customXml" Target="../ink/ink725.xml"/><Relationship Id="rId39" Type="http://schemas.openxmlformats.org/officeDocument/2006/relationships/image" Target="../media/image728.png"/><Relationship Id="rId109" Type="http://schemas.openxmlformats.org/officeDocument/2006/relationships/image" Target="../media/image99.png"/><Relationship Id="rId34" Type="http://schemas.openxmlformats.org/officeDocument/2006/relationships/customXml" Target="../ink/ink733.xml"/><Relationship Id="rId50" Type="http://schemas.openxmlformats.org/officeDocument/2006/relationships/customXml" Target="../ink/ink741.xml"/><Relationship Id="rId55" Type="http://schemas.openxmlformats.org/officeDocument/2006/relationships/image" Target="../media/image736.png"/><Relationship Id="rId76" Type="http://schemas.openxmlformats.org/officeDocument/2006/relationships/customXml" Target="../ink/ink754.xml"/><Relationship Id="rId97" Type="http://schemas.openxmlformats.org/officeDocument/2006/relationships/image" Target="../media/image757.png"/><Relationship Id="rId104" Type="http://schemas.openxmlformats.org/officeDocument/2006/relationships/customXml" Target="../ink/ink768.xml"/><Relationship Id="rId7" Type="http://schemas.openxmlformats.org/officeDocument/2006/relationships/image" Target="../media/image712.png"/><Relationship Id="rId71" Type="http://schemas.openxmlformats.org/officeDocument/2006/relationships/image" Target="../media/image744.png"/><Relationship Id="rId92" Type="http://schemas.openxmlformats.org/officeDocument/2006/relationships/customXml" Target="../ink/ink762.xml"/><Relationship Id="rId2" Type="http://schemas.openxmlformats.org/officeDocument/2006/relationships/customXml" Target="../ink/ink717.xml"/><Relationship Id="rId29" Type="http://schemas.openxmlformats.org/officeDocument/2006/relationships/image" Target="../media/image723.png"/><Relationship Id="rId24" Type="http://schemas.openxmlformats.org/officeDocument/2006/relationships/customXml" Target="../ink/ink728.xml"/><Relationship Id="rId40" Type="http://schemas.openxmlformats.org/officeDocument/2006/relationships/customXml" Target="../ink/ink736.xml"/><Relationship Id="rId45" Type="http://schemas.openxmlformats.org/officeDocument/2006/relationships/image" Target="../media/image731.png"/><Relationship Id="rId66" Type="http://schemas.openxmlformats.org/officeDocument/2006/relationships/customXml" Target="../ink/ink749.xml"/><Relationship Id="rId87" Type="http://schemas.openxmlformats.org/officeDocument/2006/relationships/image" Target="../media/image752.png"/><Relationship Id="rId110" Type="http://schemas.openxmlformats.org/officeDocument/2006/relationships/customXml" Target="../ink/ink771.xml"/><Relationship Id="rId61" Type="http://schemas.openxmlformats.org/officeDocument/2006/relationships/image" Target="../media/image739.png"/><Relationship Id="rId82" Type="http://schemas.openxmlformats.org/officeDocument/2006/relationships/customXml" Target="../ink/ink757.xml"/><Relationship Id="rId19" Type="http://schemas.openxmlformats.org/officeDocument/2006/relationships/image" Target="../media/image718.png"/><Relationship Id="rId14" Type="http://schemas.openxmlformats.org/officeDocument/2006/relationships/customXml" Target="../ink/ink723.xml"/><Relationship Id="rId30" Type="http://schemas.openxmlformats.org/officeDocument/2006/relationships/customXml" Target="../ink/ink731.xml"/><Relationship Id="rId35" Type="http://schemas.openxmlformats.org/officeDocument/2006/relationships/image" Target="../media/image726.png"/><Relationship Id="rId56" Type="http://schemas.openxmlformats.org/officeDocument/2006/relationships/customXml" Target="../ink/ink744.xml"/><Relationship Id="rId77" Type="http://schemas.openxmlformats.org/officeDocument/2006/relationships/image" Target="../media/image747.png"/><Relationship Id="rId100" Type="http://schemas.openxmlformats.org/officeDocument/2006/relationships/customXml" Target="../ink/ink766.xml"/><Relationship Id="rId105" Type="http://schemas.openxmlformats.org/officeDocument/2006/relationships/image" Target="../media/image761.png"/><Relationship Id="rId8" Type="http://schemas.openxmlformats.org/officeDocument/2006/relationships/customXml" Target="../ink/ink720.xml"/><Relationship Id="rId51" Type="http://schemas.openxmlformats.org/officeDocument/2006/relationships/image" Target="../media/image734.png"/><Relationship Id="rId72" Type="http://schemas.openxmlformats.org/officeDocument/2006/relationships/customXml" Target="../ink/ink752.xml"/><Relationship Id="rId93" Type="http://schemas.openxmlformats.org/officeDocument/2006/relationships/image" Target="../media/image755.png"/><Relationship Id="rId98" Type="http://schemas.openxmlformats.org/officeDocument/2006/relationships/customXml" Target="../ink/ink765.xml"/><Relationship Id="rId3" Type="http://schemas.openxmlformats.org/officeDocument/2006/relationships/image" Target="../media/image710.png"/><Relationship Id="rId25" Type="http://schemas.openxmlformats.org/officeDocument/2006/relationships/image" Target="../media/image721.png"/><Relationship Id="rId46" Type="http://schemas.openxmlformats.org/officeDocument/2006/relationships/customXml" Target="../ink/ink739.xml"/><Relationship Id="rId67" Type="http://schemas.openxmlformats.org/officeDocument/2006/relationships/image" Target="../media/image742.png"/><Relationship Id="rId20" Type="http://schemas.openxmlformats.org/officeDocument/2006/relationships/customXml" Target="../ink/ink726.xml"/><Relationship Id="rId41" Type="http://schemas.openxmlformats.org/officeDocument/2006/relationships/image" Target="../media/image729.png"/><Relationship Id="rId62" Type="http://schemas.openxmlformats.org/officeDocument/2006/relationships/customXml" Target="../ink/ink747.xml"/><Relationship Id="rId83" Type="http://schemas.openxmlformats.org/officeDocument/2006/relationships/image" Target="../media/image750.png"/><Relationship Id="rId88" Type="http://schemas.openxmlformats.org/officeDocument/2006/relationships/customXml" Target="../ink/ink760.xml"/><Relationship Id="rId111" Type="http://schemas.openxmlformats.org/officeDocument/2006/relationships/image" Target="../media/image763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30.xml"/><Relationship Id="rId299" Type="http://schemas.openxmlformats.org/officeDocument/2006/relationships/image" Target="../media/image911.png"/><Relationship Id="rId21" Type="http://schemas.openxmlformats.org/officeDocument/2006/relationships/customXml" Target="../ink/ink782.xml"/><Relationship Id="rId63" Type="http://schemas.openxmlformats.org/officeDocument/2006/relationships/customXml" Target="../ink/ink803.xml"/><Relationship Id="rId159" Type="http://schemas.openxmlformats.org/officeDocument/2006/relationships/image" Target="../media/image842.png"/><Relationship Id="rId324" Type="http://schemas.openxmlformats.org/officeDocument/2006/relationships/customXml" Target="../ink/ink934.xml"/><Relationship Id="rId366" Type="http://schemas.openxmlformats.org/officeDocument/2006/relationships/image" Target="../media/image944.png"/><Relationship Id="rId170" Type="http://schemas.openxmlformats.org/officeDocument/2006/relationships/customXml" Target="../ink/ink857.xml"/><Relationship Id="rId226" Type="http://schemas.openxmlformats.org/officeDocument/2006/relationships/customXml" Target="../ink/ink885.xml"/><Relationship Id="rId268" Type="http://schemas.openxmlformats.org/officeDocument/2006/relationships/customXml" Target="../ink/ink906.xml"/><Relationship Id="rId32" Type="http://schemas.openxmlformats.org/officeDocument/2006/relationships/image" Target="../media/image780.png"/><Relationship Id="rId74" Type="http://schemas.openxmlformats.org/officeDocument/2006/relationships/image" Target="../media/image801.png"/><Relationship Id="rId128" Type="http://schemas.openxmlformats.org/officeDocument/2006/relationships/customXml" Target="../ink/ink836.xml"/><Relationship Id="rId335" Type="http://schemas.openxmlformats.org/officeDocument/2006/relationships/image" Target="../media/image929.png"/><Relationship Id="rId377" Type="http://schemas.openxmlformats.org/officeDocument/2006/relationships/customXml" Target="../ink/ink961.xml"/><Relationship Id="rId5" Type="http://schemas.openxmlformats.org/officeDocument/2006/relationships/customXml" Target="../ink/ink774.xml"/><Relationship Id="rId181" Type="http://schemas.openxmlformats.org/officeDocument/2006/relationships/image" Target="../media/image852.png"/><Relationship Id="rId237" Type="http://schemas.openxmlformats.org/officeDocument/2006/relationships/image" Target="../media/image880.png"/><Relationship Id="rId279" Type="http://schemas.openxmlformats.org/officeDocument/2006/relationships/image" Target="../media/image901.png"/><Relationship Id="rId43" Type="http://schemas.openxmlformats.org/officeDocument/2006/relationships/customXml" Target="../ink/ink793.xml"/><Relationship Id="rId139" Type="http://schemas.openxmlformats.org/officeDocument/2006/relationships/image" Target="../media/image832.png"/><Relationship Id="rId290" Type="http://schemas.openxmlformats.org/officeDocument/2006/relationships/customXml" Target="../ink/ink917.xml"/><Relationship Id="rId304" Type="http://schemas.openxmlformats.org/officeDocument/2006/relationships/customXml" Target="../ink/ink924.xml"/><Relationship Id="rId346" Type="http://schemas.openxmlformats.org/officeDocument/2006/relationships/customXml" Target="../ink/ink945.xml"/><Relationship Id="rId388" Type="http://schemas.openxmlformats.org/officeDocument/2006/relationships/image" Target="../media/image955.png"/><Relationship Id="rId85" Type="http://schemas.openxmlformats.org/officeDocument/2006/relationships/customXml" Target="../ink/ink814.xml"/><Relationship Id="rId150" Type="http://schemas.openxmlformats.org/officeDocument/2006/relationships/customXml" Target="../ink/ink847.xml"/><Relationship Id="rId192" Type="http://schemas.openxmlformats.org/officeDocument/2006/relationships/customXml" Target="../ink/ink868.xml"/><Relationship Id="rId206" Type="http://schemas.openxmlformats.org/officeDocument/2006/relationships/customXml" Target="../ink/ink875.xml"/><Relationship Id="rId248" Type="http://schemas.openxmlformats.org/officeDocument/2006/relationships/customXml" Target="../ink/ink896.xml"/><Relationship Id="rId12" Type="http://schemas.openxmlformats.org/officeDocument/2006/relationships/image" Target="../media/image770.png"/><Relationship Id="rId108" Type="http://schemas.openxmlformats.org/officeDocument/2006/relationships/image" Target="../media/image818.png"/><Relationship Id="rId315" Type="http://schemas.openxmlformats.org/officeDocument/2006/relationships/image" Target="../media/image919.png"/><Relationship Id="rId357" Type="http://schemas.openxmlformats.org/officeDocument/2006/relationships/customXml" Target="../ink/ink951.xml"/><Relationship Id="rId54" Type="http://schemas.openxmlformats.org/officeDocument/2006/relationships/image" Target="../media/image791.png"/><Relationship Id="rId96" Type="http://schemas.openxmlformats.org/officeDocument/2006/relationships/image" Target="../media/image812.png"/><Relationship Id="rId161" Type="http://schemas.openxmlformats.org/officeDocument/2006/relationships/image" Target="../media/image843.png"/><Relationship Id="rId217" Type="http://schemas.openxmlformats.org/officeDocument/2006/relationships/image" Target="../media/image870.png"/><Relationship Id="rId259" Type="http://schemas.openxmlformats.org/officeDocument/2006/relationships/image" Target="../media/image891.png"/><Relationship Id="rId23" Type="http://schemas.openxmlformats.org/officeDocument/2006/relationships/customXml" Target="../ink/ink783.xml"/><Relationship Id="rId119" Type="http://schemas.openxmlformats.org/officeDocument/2006/relationships/customXml" Target="../ink/ink831.xml"/><Relationship Id="rId270" Type="http://schemas.openxmlformats.org/officeDocument/2006/relationships/customXml" Target="../ink/ink907.xml"/><Relationship Id="rId326" Type="http://schemas.openxmlformats.org/officeDocument/2006/relationships/customXml" Target="../ink/ink935.xml"/><Relationship Id="rId65" Type="http://schemas.openxmlformats.org/officeDocument/2006/relationships/customXml" Target="../ink/ink804.xml"/><Relationship Id="rId130" Type="http://schemas.openxmlformats.org/officeDocument/2006/relationships/customXml" Target="../ink/ink837.xml"/><Relationship Id="rId368" Type="http://schemas.openxmlformats.org/officeDocument/2006/relationships/image" Target="../media/image945.png"/><Relationship Id="rId172" Type="http://schemas.openxmlformats.org/officeDocument/2006/relationships/customXml" Target="../ink/ink858.xml"/><Relationship Id="rId228" Type="http://schemas.openxmlformats.org/officeDocument/2006/relationships/customXml" Target="../ink/ink886.xml"/><Relationship Id="rId281" Type="http://schemas.openxmlformats.org/officeDocument/2006/relationships/image" Target="../media/image902.png"/><Relationship Id="rId337" Type="http://schemas.openxmlformats.org/officeDocument/2006/relationships/image" Target="../media/image930.png"/><Relationship Id="rId34" Type="http://schemas.openxmlformats.org/officeDocument/2006/relationships/image" Target="../media/image781.png"/><Relationship Id="rId76" Type="http://schemas.openxmlformats.org/officeDocument/2006/relationships/image" Target="../media/image802.png"/><Relationship Id="rId141" Type="http://schemas.openxmlformats.org/officeDocument/2006/relationships/image" Target="../media/image833.png"/><Relationship Id="rId379" Type="http://schemas.openxmlformats.org/officeDocument/2006/relationships/customXml" Target="../ink/ink962.xml"/><Relationship Id="rId7" Type="http://schemas.openxmlformats.org/officeDocument/2006/relationships/customXml" Target="../ink/ink775.xml"/><Relationship Id="rId183" Type="http://schemas.openxmlformats.org/officeDocument/2006/relationships/image" Target="../media/image853.png"/><Relationship Id="rId239" Type="http://schemas.openxmlformats.org/officeDocument/2006/relationships/image" Target="../media/image881.png"/><Relationship Id="rId390" Type="http://schemas.openxmlformats.org/officeDocument/2006/relationships/image" Target="../media/image956.png"/><Relationship Id="rId250" Type="http://schemas.openxmlformats.org/officeDocument/2006/relationships/customXml" Target="../ink/ink897.xml"/><Relationship Id="rId292" Type="http://schemas.openxmlformats.org/officeDocument/2006/relationships/customXml" Target="../ink/ink918.xml"/><Relationship Id="rId306" Type="http://schemas.openxmlformats.org/officeDocument/2006/relationships/customXml" Target="../ink/ink925.xml"/><Relationship Id="rId45" Type="http://schemas.openxmlformats.org/officeDocument/2006/relationships/customXml" Target="../ink/ink794.xml"/><Relationship Id="rId87" Type="http://schemas.openxmlformats.org/officeDocument/2006/relationships/customXml" Target="../ink/ink815.xml"/><Relationship Id="rId110" Type="http://schemas.openxmlformats.org/officeDocument/2006/relationships/image" Target="../media/image819.png"/><Relationship Id="rId348" Type="http://schemas.openxmlformats.org/officeDocument/2006/relationships/image" Target="../media/image935.png"/><Relationship Id="rId152" Type="http://schemas.openxmlformats.org/officeDocument/2006/relationships/customXml" Target="../ink/ink848.xml"/><Relationship Id="rId194" Type="http://schemas.openxmlformats.org/officeDocument/2006/relationships/customXml" Target="../ink/ink869.xml"/><Relationship Id="rId208" Type="http://schemas.openxmlformats.org/officeDocument/2006/relationships/customXml" Target="../ink/ink876.xml"/><Relationship Id="rId261" Type="http://schemas.openxmlformats.org/officeDocument/2006/relationships/image" Target="../media/image892.png"/><Relationship Id="rId14" Type="http://schemas.openxmlformats.org/officeDocument/2006/relationships/image" Target="../media/image771.png"/><Relationship Id="rId56" Type="http://schemas.openxmlformats.org/officeDocument/2006/relationships/image" Target="../media/image792.png"/><Relationship Id="rId317" Type="http://schemas.openxmlformats.org/officeDocument/2006/relationships/image" Target="../media/image920.png"/><Relationship Id="rId359" Type="http://schemas.openxmlformats.org/officeDocument/2006/relationships/customXml" Target="../ink/ink952.xml"/><Relationship Id="rId98" Type="http://schemas.openxmlformats.org/officeDocument/2006/relationships/image" Target="../media/image813.png"/><Relationship Id="rId121" Type="http://schemas.openxmlformats.org/officeDocument/2006/relationships/image" Target="../media/image823.png"/><Relationship Id="rId163" Type="http://schemas.openxmlformats.org/officeDocument/2006/relationships/image" Target="../media/image163.png"/><Relationship Id="rId219" Type="http://schemas.openxmlformats.org/officeDocument/2006/relationships/image" Target="../media/image871.png"/><Relationship Id="rId370" Type="http://schemas.openxmlformats.org/officeDocument/2006/relationships/image" Target="../media/image946.png"/><Relationship Id="rId230" Type="http://schemas.openxmlformats.org/officeDocument/2006/relationships/customXml" Target="../ink/ink887.xml"/><Relationship Id="rId25" Type="http://schemas.openxmlformats.org/officeDocument/2006/relationships/customXml" Target="../ink/ink784.xml"/><Relationship Id="rId67" Type="http://schemas.openxmlformats.org/officeDocument/2006/relationships/customXml" Target="../ink/ink805.xml"/><Relationship Id="rId272" Type="http://schemas.openxmlformats.org/officeDocument/2006/relationships/customXml" Target="../ink/ink908.xml"/><Relationship Id="rId328" Type="http://schemas.openxmlformats.org/officeDocument/2006/relationships/customXml" Target="../ink/ink936.xml"/><Relationship Id="rId132" Type="http://schemas.openxmlformats.org/officeDocument/2006/relationships/customXml" Target="../ink/ink838.xml"/><Relationship Id="rId174" Type="http://schemas.openxmlformats.org/officeDocument/2006/relationships/customXml" Target="../ink/ink859.xml"/><Relationship Id="rId381" Type="http://schemas.openxmlformats.org/officeDocument/2006/relationships/customXml" Target="../ink/ink963.xml"/><Relationship Id="rId241" Type="http://schemas.openxmlformats.org/officeDocument/2006/relationships/image" Target="../media/image882.png"/><Relationship Id="rId36" Type="http://schemas.openxmlformats.org/officeDocument/2006/relationships/image" Target="../media/image782.png"/><Relationship Id="rId283" Type="http://schemas.openxmlformats.org/officeDocument/2006/relationships/image" Target="../media/image903.png"/><Relationship Id="rId339" Type="http://schemas.openxmlformats.org/officeDocument/2006/relationships/image" Target="../media/image931.png"/><Relationship Id="rId78" Type="http://schemas.openxmlformats.org/officeDocument/2006/relationships/image" Target="../media/image803.png"/><Relationship Id="rId101" Type="http://schemas.openxmlformats.org/officeDocument/2006/relationships/customXml" Target="../ink/ink822.xml"/><Relationship Id="rId143" Type="http://schemas.openxmlformats.org/officeDocument/2006/relationships/image" Target="../media/image834.png"/><Relationship Id="rId185" Type="http://schemas.openxmlformats.org/officeDocument/2006/relationships/image" Target="../media/image854.png"/><Relationship Id="rId350" Type="http://schemas.openxmlformats.org/officeDocument/2006/relationships/image" Target="../media/image936.png"/><Relationship Id="rId9" Type="http://schemas.openxmlformats.org/officeDocument/2006/relationships/customXml" Target="../ink/ink776.xml"/><Relationship Id="rId210" Type="http://schemas.openxmlformats.org/officeDocument/2006/relationships/customXml" Target="../ink/ink877.xml"/><Relationship Id="rId392" Type="http://schemas.openxmlformats.org/officeDocument/2006/relationships/image" Target="../media/image957.png"/><Relationship Id="rId252" Type="http://schemas.openxmlformats.org/officeDocument/2006/relationships/customXml" Target="../ink/ink898.xml"/><Relationship Id="rId294" Type="http://schemas.openxmlformats.org/officeDocument/2006/relationships/customXml" Target="../ink/ink919.xml"/><Relationship Id="rId308" Type="http://schemas.openxmlformats.org/officeDocument/2006/relationships/customXml" Target="../ink/ink926.xml"/><Relationship Id="rId47" Type="http://schemas.openxmlformats.org/officeDocument/2006/relationships/customXml" Target="../ink/ink795.xml"/><Relationship Id="rId89" Type="http://schemas.openxmlformats.org/officeDocument/2006/relationships/customXml" Target="../ink/ink816.xml"/><Relationship Id="rId112" Type="http://schemas.openxmlformats.org/officeDocument/2006/relationships/image" Target="../media/image820.png"/><Relationship Id="rId154" Type="http://schemas.openxmlformats.org/officeDocument/2006/relationships/customXml" Target="../ink/ink849.xml"/><Relationship Id="rId361" Type="http://schemas.openxmlformats.org/officeDocument/2006/relationships/customXml" Target="../ink/ink953.xml"/><Relationship Id="rId196" Type="http://schemas.openxmlformats.org/officeDocument/2006/relationships/customXml" Target="../ink/ink870.xml"/><Relationship Id="rId16" Type="http://schemas.openxmlformats.org/officeDocument/2006/relationships/image" Target="../media/image772.png"/><Relationship Id="rId221" Type="http://schemas.openxmlformats.org/officeDocument/2006/relationships/image" Target="../media/image872.png"/><Relationship Id="rId242" Type="http://schemas.openxmlformats.org/officeDocument/2006/relationships/customXml" Target="../ink/ink893.xml"/><Relationship Id="rId263" Type="http://schemas.openxmlformats.org/officeDocument/2006/relationships/image" Target="../media/image893.png"/><Relationship Id="rId284" Type="http://schemas.openxmlformats.org/officeDocument/2006/relationships/customXml" Target="../ink/ink914.xml"/><Relationship Id="rId319" Type="http://schemas.openxmlformats.org/officeDocument/2006/relationships/image" Target="../media/image921.png"/><Relationship Id="rId37" Type="http://schemas.openxmlformats.org/officeDocument/2006/relationships/customXml" Target="../ink/ink790.xml"/><Relationship Id="rId58" Type="http://schemas.openxmlformats.org/officeDocument/2006/relationships/image" Target="../media/image793.png"/><Relationship Id="rId79" Type="http://schemas.openxmlformats.org/officeDocument/2006/relationships/customXml" Target="../ink/ink811.xml"/><Relationship Id="rId102" Type="http://schemas.openxmlformats.org/officeDocument/2006/relationships/image" Target="../media/image815.png"/><Relationship Id="rId123" Type="http://schemas.openxmlformats.org/officeDocument/2006/relationships/image" Target="../media/image824.png"/><Relationship Id="rId144" Type="http://schemas.openxmlformats.org/officeDocument/2006/relationships/customXml" Target="../ink/ink844.xml"/><Relationship Id="rId330" Type="http://schemas.openxmlformats.org/officeDocument/2006/relationships/customXml" Target="../ink/ink937.xml"/><Relationship Id="rId90" Type="http://schemas.openxmlformats.org/officeDocument/2006/relationships/image" Target="../media/image809.png"/><Relationship Id="rId165" Type="http://schemas.openxmlformats.org/officeDocument/2006/relationships/image" Target="../media/image844.png"/><Relationship Id="rId186" Type="http://schemas.openxmlformats.org/officeDocument/2006/relationships/customXml" Target="../ink/ink865.xml"/><Relationship Id="rId351" Type="http://schemas.openxmlformats.org/officeDocument/2006/relationships/customXml" Target="../ink/ink948.xml"/><Relationship Id="rId372" Type="http://schemas.openxmlformats.org/officeDocument/2006/relationships/image" Target="../media/image947.png"/><Relationship Id="rId393" Type="http://schemas.openxmlformats.org/officeDocument/2006/relationships/customXml" Target="../ink/ink969.xml"/><Relationship Id="rId211" Type="http://schemas.openxmlformats.org/officeDocument/2006/relationships/image" Target="../media/image867.png"/><Relationship Id="rId232" Type="http://schemas.openxmlformats.org/officeDocument/2006/relationships/customXml" Target="../ink/ink888.xml"/><Relationship Id="rId253" Type="http://schemas.openxmlformats.org/officeDocument/2006/relationships/image" Target="../media/image888.png"/><Relationship Id="rId274" Type="http://schemas.openxmlformats.org/officeDocument/2006/relationships/customXml" Target="../ink/ink909.xml"/><Relationship Id="rId295" Type="http://schemas.openxmlformats.org/officeDocument/2006/relationships/image" Target="../media/image909.png"/><Relationship Id="rId309" Type="http://schemas.openxmlformats.org/officeDocument/2006/relationships/image" Target="../media/image916.png"/><Relationship Id="rId27" Type="http://schemas.openxmlformats.org/officeDocument/2006/relationships/customXml" Target="../ink/ink785.xml"/><Relationship Id="rId48" Type="http://schemas.openxmlformats.org/officeDocument/2006/relationships/image" Target="../media/image788.png"/><Relationship Id="rId69" Type="http://schemas.openxmlformats.org/officeDocument/2006/relationships/customXml" Target="../ink/ink806.xml"/><Relationship Id="rId113" Type="http://schemas.openxmlformats.org/officeDocument/2006/relationships/customXml" Target="../ink/ink828.xml"/><Relationship Id="rId134" Type="http://schemas.openxmlformats.org/officeDocument/2006/relationships/customXml" Target="../ink/ink839.xml"/><Relationship Id="rId320" Type="http://schemas.openxmlformats.org/officeDocument/2006/relationships/customXml" Target="../ink/ink932.xml"/><Relationship Id="rId80" Type="http://schemas.openxmlformats.org/officeDocument/2006/relationships/image" Target="../media/image804.png"/><Relationship Id="rId155" Type="http://schemas.openxmlformats.org/officeDocument/2006/relationships/image" Target="../media/image840.png"/><Relationship Id="rId176" Type="http://schemas.openxmlformats.org/officeDocument/2006/relationships/customXml" Target="../ink/ink860.xml"/><Relationship Id="rId197" Type="http://schemas.openxmlformats.org/officeDocument/2006/relationships/image" Target="../media/image860.png"/><Relationship Id="rId341" Type="http://schemas.openxmlformats.org/officeDocument/2006/relationships/image" Target="../media/image932.png"/><Relationship Id="rId362" Type="http://schemas.openxmlformats.org/officeDocument/2006/relationships/image" Target="../media/image942.png"/><Relationship Id="rId383" Type="http://schemas.openxmlformats.org/officeDocument/2006/relationships/customXml" Target="../ink/ink964.xml"/><Relationship Id="rId201" Type="http://schemas.openxmlformats.org/officeDocument/2006/relationships/image" Target="../media/image862.png"/><Relationship Id="rId222" Type="http://schemas.openxmlformats.org/officeDocument/2006/relationships/customXml" Target="../ink/ink883.xml"/><Relationship Id="rId243" Type="http://schemas.openxmlformats.org/officeDocument/2006/relationships/image" Target="../media/image883.png"/><Relationship Id="rId264" Type="http://schemas.openxmlformats.org/officeDocument/2006/relationships/customXml" Target="../ink/ink904.xml"/><Relationship Id="rId285" Type="http://schemas.openxmlformats.org/officeDocument/2006/relationships/image" Target="../media/image904.png"/><Relationship Id="rId17" Type="http://schemas.openxmlformats.org/officeDocument/2006/relationships/customXml" Target="../ink/ink780.xml"/><Relationship Id="rId38" Type="http://schemas.openxmlformats.org/officeDocument/2006/relationships/image" Target="../media/image783.png"/><Relationship Id="rId59" Type="http://schemas.openxmlformats.org/officeDocument/2006/relationships/customXml" Target="../ink/ink801.xml"/><Relationship Id="rId103" Type="http://schemas.openxmlformats.org/officeDocument/2006/relationships/customXml" Target="../ink/ink823.xml"/><Relationship Id="rId124" Type="http://schemas.openxmlformats.org/officeDocument/2006/relationships/customXml" Target="../ink/ink834.xml"/><Relationship Id="rId310" Type="http://schemas.openxmlformats.org/officeDocument/2006/relationships/customXml" Target="../ink/ink927.xml"/><Relationship Id="rId70" Type="http://schemas.openxmlformats.org/officeDocument/2006/relationships/image" Target="../media/image799.png"/><Relationship Id="rId91" Type="http://schemas.openxmlformats.org/officeDocument/2006/relationships/customXml" Target="../ink/ink817.xml"/><Relationship Id="rId145" Type="http://schemas.openxmlformats.org/officeDocument/2006/relationships/image" Target="../media/image835.png"/><Relationship Id="rId166" Type="http://schemas.openxmlformats.org/officeDocument/2006/relationships/customXml" Target="../ink/ink855.xml"/><Relationship Id="rId187" Type="http://schemas.openxmlformats.org/officeDocument/2006/relationships/image" Target="../media/image855.png"/><Relationship Id="rId331" Type="http://schemas.openxmlformats.org/officeDocument/2006/relationships/image" Target="../media/image927.png"/><Relationship Id="rId352" Type="http://schemas.openxmlformats.org/officeDocument/2006/relationships/image" Target="../media/image937.png"/><Relationship Id="rId373" Type="http://schemas.openxmlformats.org/officeDocument/2006/relationships/customXml" Target="../ink/ink959.xml"/><Relationship Id="rId394" Type="http://schemas.openxmlformats.org/officeDocument/2006/relationships/image" Target="../media/image958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878.xml"/><Relationship Id="rId233" Type="http://schemas.openxmlformats.org/officeDocument/2006/relationships/image" Target="../media/image878.png"/><Relationship Id="rId254" Type="http://schemas.openxmlformats.org/officeDocument/2006/relationships/customXml" Target="../ink/ink899.xml"/><Relationship Id="rId28" Type="http://schemas.openxmlformats.org/officeDocument/2006/relationships/image" Target="../media/image778.png"/><Relationship Id="rId49" Type="http://schemas.openxmlformats.org/officeDocument/2006/relationships/customXml" Target="../ink/ink796.xml"/><Relationship Id="rId114" Type="http://schemas.openxmlformats.org/officeDocument/2006/relationships/image" Target="../media/image821.png"/><Relationship Id="rId275" Type="http://schemas.openxmlformats.org/officeDocument/2006/relationships/image" Target="../media/image899.png"/><Relationship Id="rId296" Type="http://schemas.openxmlformats.org/officeDocument/2006/relationships/customXml" Target="../ink/ink920.xml"/><Relationship Id="rId300" Type="http://schemas.openxmlformats.org/officeDocument/2006/relationships/customXml" Target="../ink/ink922.xml"/><Relationship Id="rId60" Type="http://schemas.openxmlformats.org/officeDocument/2006/relationships/image" Target="../media/image794.png"/><Relationship Id="rId81" Type="http://schemas.openxmlformats.org/officeDocument/2006/relationships/customXml" Target="../ink/ink812.xml"/><Relationship Id="rId135" Type="http://schemas.openxmlformats.org/officeDocument/2006/relationships/image" Target="../media/image830.png"/><Relationship Id="rId156" Type="http://schemas.openxmlformats.org/officeDocument/2006/relationships/customXml" Target="../ink/ink850.xml"/><Relationship Id="rId177" Type="http://schemas.openxmlformats.org/officeDocument/2006/relationships/image" Target="../media/image850.png"/><Relationship Id="rId198" Type="http://schemas.openxmlformats.org/officeDocument/2006/relationships/customXml" Target="../ink/ink871.xml"/><Relationship Id="rId321" Type="http://schemas.openxmlformats.org/officeDocument/2006/relationships/image" Target="../media/image922.png"/><Relationship Id="rId342" Type="http://schemas.openxmlformats.org/officeDocument/2006/relationships/customXml" Target="../ink/ink943.xml"/><Relationship Id="rId363" Type="http://schemas.openxmlformats.org/officeDocument/2006/relationships/customXml" Target="../ink/ink954.xml"/><Relationship Id="rId384" Type="http://schemas.openxmlformats.org/officeDocument/2006/relationships/image" Target="../media/image953.png"/><Relationship Id="rId202" Type="http://schemas.openxmlformats.org/officeDocument/2006/relationships/customXml" Target="../ink/ink873.xml"/><Relationship Id="rId223" Type="http://schemas.openxmlformats.org/officeDocument/2006/relationships/image" Target="../media/image873.png"/><Relationship Id="rId244" Type="http://schemas.openxmlformats.org/officeDocument/2006/relationships/customXml" Target="../ink/ink894.xml"/><Relationship Id="rId18" Type="http://schemas.openxmlformats.org/officeDocument/2006/relationships/image" Target="../media/image773.png"/><Relationship Id="rId39" Type="http://schemas.openxmlformats.org/officeDocument/2006/relationships/customXml" Target="../ink/ink791.xml"/><Relationship Id="rId265" Type="http://schemas.openxmlformats.org/officeDocument/2006/relationships/image" Target="../media/image894.png"/><Relationship Id="rId286" Type="http://schemas.openxmlformats.org/officeDocument/2006/relationships/customXml" Target="../ink/ink915.xml"/><Relationship Id="rId50" Type="http://schemas.openxmlformats.org/officeDocument/2006/relationships/image" Target="../media/image789.png"/><Relationship Id="rId104" Type="http://schemas.openxmlformats.org/officeDocument/2006/relationships/image" Target="../media/image816.png"/><Relationship Id="rId125" Type="http://schemas.openxmlformats.org/officeDocument/2006/relationships/image" Target="../media/image825.png"/><Relationship Id="rId146" Type="http://schemas.openxmlformats.org/officeDocument/2006/relationships/customXml" Target="../ink/ink845.xml"/><Relationship Id="rId167" Type="http://schemas.openxmlformats.org/officeDocument/2006/relationships/image" Target="../media/image845.png"/><Relationship Id="rId188" Type="http://schemas.openxmlformats.org/officeDocument/2006/relationships/customXml" Target="../ink/ink866.xml"/><Relationship Id="rId311" Type="http://schemas.openxmlformats.org/officeDocument/2006/relationships/image" Target="../media/image917.png"/><Relationship Id="rId332" Type="http://schemas.openxmlformats.org/officeDocument/2006/relationships/customXml" Target="../ink/ink938.xml"/><Relationship Id="rId353" Type="http://schemas.openxmlformats.org/officeDocument/2006/relationships/customXml" Target="../ink/ink949.xml"/><Relationship Id="rId374" Type="http://schemas.openxmlformats.org/officeDocument/2006/relationships/image" Target="../media/image948.png"/><Relationship Id="rId395" Type="http://schemas.openxmlformats.org/officeDocument/2006/relationships/customXml" Target="../ink/ink970.xml"/><Relationship Id="rId71" Type="http://schemas.openxmlformats.org/officeDocument/2006/relationships/customXml" Target="../ink/ink807.xml"/><Relationship Id="rId92" Type="http://schemas.openxmlformats.org/officeDocument/2006/relationships/image" Target="../media/image810.png"/><Relationship Id="rId213" Type="http://schemas.openxmlformats.org/officeDocument/2006/relationships/image" Target="../media/image868.png"/><Relationship Id="rId234" Type="http://schemas.openxmlformats.org/officeDocument/2006/relationships/customXml" Target="../ink/ink889.xml"/><Relationship Id="rId2" Type="http://schemas.openxmlformats.org/officeDocument/2006/relationships/image" Target="../media/image765.png"/><Relationship Id="rId29" Type="http://schemas.openxmlformats.org/officeDocument/2006/relationships/customXml" Target="../ink/ink786.xml"/><Relationship Id="rId255" Type="http://schemas.openxmlformats.org/officeDocument/2006/relationships/image" Target="../media/image889.png"/><Relationship Id="rId276" Type="http://schemas.openxmlformats.org/officeDocument/2006/relationships/customXml" Target="../ink/ink910.xml"/><Relationship Id="rId297" Type="http://schemas.openxmlformats.org/officeDocument/2006/relationships/image" Target="../media/image910.png"/><Relationship Id="rId40" Type="http://schemas.openxmlformats.org/officeDocument/2006/relationships/image" Target="../media/image784.png"/><Relationship Id="rId115" Type="http://schemas.openxmlformats.org/officeDocument/2006/relationships/customXml" Target="../ink/ink829.xml"/><Relationship Id="rId136" Type="http://schemas.openxmlformats.org/officeDocument/2006/relationships/customXml" Target="../ink/ink840.xml"/><Relationship Id="rId157" Type="http://schemas.openxmlformats.org/officeDocument/2006/relationships/image" Target="../media/image841.png"/><Relationship Id="rId178" Type="http://schemas.openxmlformats.org/officeDocument/2006/relationships/customXml" Target="../ink/ink861.xml"/><Relationship Id="rId301" Type="http://schemas.openxmlformats.org/officeDocument/2006/relationships/image" Target="../media/image912.png"/><Relationship Id="rId322" Type="http://schemas.openxmlformats.org/officeDocument/2006/relationships/customXml" Target="../ink/ink933.xml"/><Relationship Id="rId343" Type="http://schemas.openxmlformats.org/officeDocument/2006/relationships/image" Target="../media/image933.png"/><Relationship Id="rId364" Type="http://schemas.openxmlformats.org/officeDocument/2006/relationships/image" Target="../media/image943.png"/><Relationship Id="rId61" Type="http://schemas.openxmlformats.org/officeDocument/2006/relationships/customXml" Target="../ink/ink802.xml"/><Relationship Id="rId82" Type="http://schemas.openxmlformats.org/officeDocument/2006/relationships/image" Target="../media/image805.png"/><Relationship Id="rId199" Type="http://schemas.openxmlformats.org/officeDocument/2006/relationships/image" Target="../media/image861.png"/><Relationship Id="rId203" Type="http://schemas.openxmlformats.org/officeDocument/2006/relationships/image" Target="../media/image863.png"/><Relationship Id="rId385" Type="http://schemas.openxmlformats.org/officeDocument/2006/relationships/customXml" Target="../ink/ink965.xml"/><Relationship Id="rId19" Type="http://schemas.openxmlformats.org/officeDocument/2006/relationships/customXml" Target="../ink/ink781.xml"/><Relationship Id="rId224" Type="http://schemas.openxmlformats.org/officeDocument/2006/relationships/customXml" Target="../ink/ink884.xml"/><Relationship Id="rId245" Type="http://schemas.openxmlformats.org/officeDocument/2006/relationships/image" Target="../media/image884.png"/><Relationship Id="rId266" Type="http://schemas.openxmlformats.org/officeDocument/2006/relationships/customXml" Target="../ink/ink905.xml"/><Relationship Id="rId287" Type="http://schemas.openxmlformats.org/officeDocument/2006/relationships/image" Target="../media/image905.png"/><Relationship Id="rId30" Type="http://schemas.openxmlformats.org/officeDocument/2006/relationships/image" Target="../media/image779.png"/><Relationship Id="rId105" Type="http://schemas.openxmlformats.org/officeDocument/2006/relationships/customXml" Target="../ink/ink824.xml"/><Relationship Id="rId126" Type="http://schemas.openxmlformats.org/officeDocument/2006/relationships/customXml" Target="../ink/ink835.xml"/><Relationship Id="rId147" Type="http://schemas.openxmlformats.org/officeDocument/2006/relationships/image" Target="../media/image836.png"/><Relationship Id="rId168" Type="http://schemas.openxmlformats.org/officeDocument/2006/relationships/customXml" Target="../ink/ink856.xml"/><Relationship Id="rId312" Type="http://schemas.openxmlformats.org/officeDocument/2006/relationships/customXml" Target="../ink/ink928.xml"/><Relationship Id="rId333" Type="http://schemas.openxmlformats.org/officeDocument/2006/relationships/image" Target="../media/image928.png"/><Relationship Id="rId354" Type="http://schemas.openxmlformats.org/officeDocument/2006/relationships/image" Target="../media/image938.png"/><Relationship Id="rId51" Type="http://schemas.openxmlformats.org/officeDocument/2006/relationships/customXml" Target="../ink/ink797.xml"/><Relationship Id="rId72" Type="http://schemas.openxmlformats.org/officeDocument/2006/relationships/image" Target="../media/image800.png"/><Relationship Id="rId93" Type="http://schemas.openxmlformats.org/officeDocument/2006/relationships/customXml" Target="../ink/ink818.xml"/><Relationship Id="rId189" Type="http://schemas.openxmlformats.org/officeDocument/2006/relationships/image" Target="../media/image856.png"/><Relationship Id="rId375" Type="http://schemas.openxmlformats.org/officeDocument/2006/relationships/customXml" Target="../ink/ink960.xml"/><Relationship Id="rId396" Type="http://schemas.openxmlformats.org/officeDocument/2006/relationships/image" Target="../media/image959.png"/><Relationship Id="rId3" Type="http://schemas.openxmlformats.org/officeDocument/2006/relationships/customXml" Target="../ink/ink773.xml"/><Relationship Id="rId214" Type="http://schemas.openxmlformats.org/officeDocument/2006/relationships/customXml" Target="../ink/ink879.xml"/><Relationship Id="rId235" Type="http://schemas.openxmlformats.org/officeDocument/2006/relationships/image" Target="../media/image879.png"/><Relationship Id="rId256" Type="http://schemas.openxmlformats.org/officeDocument/2006/relationships/customXml" Target="../ink/ink900.xml"/><Relationship Id="rId277" Type="http://schemas.openxmlformats.org/officeDocument/2006/relationships/image" Target="../media/image900.png"/><Relationship Id="rId298" Type="http://schemas.openxmlformats.org/officeDocument/2006/relationships/customXml" Target="../ink/ink921.xml"/><Relationship Id="rId116" Type="http://schemas.openxmlformats.org/officeDocument/2006/relationships/image" Target="../media/image822.png"/><Relationship Id="rId137" Type="http://schemas.openxmlformats.org/officeDocument/2006/relationships/image" Target="../media/image831.png"/><Relationship Id="rId158" Type="http://schemas.openxmlformats.org/officeDocument/2006/relationships/customXml" Target="../ink/ink851.xml"/><Relationship Id="rId302" Type="http://schemas.openxmlformats.org/officeDocument/2006/relationships/customXml" Target="../ink/ink923.xml"/><Relationship Id="rId323" Type="http://schemas.openxmlformats.org/officeDocument/2006/relationships/image" Target="../media/image923.png"/><Relationship Id="rId344" Type="http://schemas.openxmlformats.org/officeDocument/2006/relationships/customXml" Target="../ink/ink944.xml"/><Relationship Id="rId20" Type="http://schemas.openxmlformats.org/officeDocument/2006/relationships/image" Target="../media/image774.png"/><Relationship Id="rId41" Type="http://schemas.openxmlformats.org/officeDocument/2006/relationships/customXml" Target="../ink/ink792.xml"/><Relationship Id="rId62" Type="http://schemas.openxmlformats.org/officeDocument/2006/relationships/image" Target="../media/image795.png"/><Relationship Id="rId83" Type="http://schemas.openxmlformats.org/officeDocument/2006/relationships/customXml" Target="../ink/ink813.xml"/><Relationship Id="rId179" Type="http://schemas.openxmlformats.org/officeDocument/2006/relationships/image" Target="../media/image851.png"/><Relationship Id="rId365" Type="http://schemas.openxmlformats.org/officeDocument/2006/relationships/customXml" Target="../ink/ink955.xml"/><Relationship Id="rId386" Type="http://schemas.openxmlformats.org/officeDocument/2006/relationships/image" Target="../media/image954.png"/><Relationship Id="rId190" Type="http://schemas.openxmlformats.org/officeDocument/2006/relationships/customXml" Target="../ink/ink867.xml"/><Relationship Id="rId204" Type="http://schemas.openxmlformats.org/officeDocument/2006/relationships/customXml" Target="../ink/ink874.xml"/><Relationship Id="rId225" Type="http://schemas.openxmlformats.org/officeDocument/2006/relationships/image" Target="../media/image874.png"/><Relationship Id="rId246" Type="http://schemas.openxmlformats.org/officeDocument/2006/relationships/customXml" Target="../ink/ink895.xml"/><Relationship Id="rId267" Type="http://schemas.openxmlformats.org/officeDocument/2006/relationships/image" Target="../media/image895.png"/><Relationship Id="rId288" Type="http://schemas.openxmlformats.org/officeDocument/2006/relationships/customXml" Target="../ink/ink916.xml"/><Relationship Id="rId106" Type="http://schemas.openxmlformats.org/officeDocument/2006/relationships/image" Target="../media/image817.png"/><Relationship Id="rId127" Type="http://schemas.openxmlformats.org/officeDocument/2006/relationships/image" Target="../media/image826.png"/><Relationship Id="rId313" Type="http://schemas.openxmlformats.org/officeDocument/2006/relationships/image" Target="../media/image918.png"/><Relationship Id="rId10" Type="http://schemas.openxmlformats.org/officeDocument/2006/relationships/image" Target="../media/image769.png"/><Relationship Id="rId31" Type="http://schemas.openxmlformats.org/officeDocument/2006/relationships/customXml" Target="../ink/ink787.xml"/><Relationship Id="rId52" Type="http://schemas.openxmlformats.org/officeDocument/2006/relationships/image" Target="../media/image790.png"/><Relationship Id="rId73" Type="http://schemas.openxmlformats.org/officeDocument/2006/relationships/customXml" Target="../ink/ink808.xml"/><Relationship Id="rId94" Type="http://schemas.openxmlformats.org/officeDocument/2006/relationships/image" Target="../media/image811.png"/><Relationship Id="rId148" Type="http://schemas.openxmlformats.org/officeDocument/2006/relationships/customXml" Target="../ink/ink846.xml"/><Relationship Id="rId169" Type="http://schemas.openxmlformats.org/officeDocument/2006/relationships/image" Target="../media/image846.png"/><Relationship Id="rId334" Type="http://schemas.openxmlformats.org/officeDocument/2006/relationships/customXml" Target="../ink/ink939.xml"/><Relationship Id="rId355" Type="http://schemas.openxmlformats.org/officeDocument/2006/relationships/customXml" Target="../ink/ink950.xml"/><Relationship Id="rId376" Type="http://schemas.openxmlformats.org/officeDocument/2006/relationships/image" Target="../media/image949.png"/><Relationship Id="rId4" Type="http://schemas.openxmlformats.org/officeDocument/2006/relationships/image" Target="../media/image766.png"/><Relationship Id="rId180" Type="http://schemas.openxmlformats.org/officeDocument/2006/relationships/customXml" Target="../ink/ink862.xml"/><Relationship Id="rId215" Type="http://schemas.openxmlformats.org/officeDocument/2006/relationships/image" Target="../media/image869.png"/><Relationship Id="rId236" Type="http://schemas.openxmlformats.org/officeDocument/2006/relationships/customXml" Target="../ink/ink890.xml"/><Relationship Id="rId257" Type="http://schemas.openxmlformats.org/officeDocument/2006/relationships/image" Target="../media/image890.png"/><Relationship Id="rId278" Type="http://schemas.openxmlformats.org/officeDocument/2006/relationships/customXml" Target="../ink/ink911.xml"/><Relationship Id="rId303" Type="http://schemas.openxmlformats.org/officeDocument/2006/relationships/image" Target="../media/image913.png"/><Relationship Id="rId42" Type="http://schemas.openxmlformats.org/officeDocument/2006/relationships/image" Target="../media/image785.png"/><Relationship Id="rId84" Type="http://schemas.openxmlformats.org/officeDocument/2006/relationships/image" Target="../media/image806.png"/><Relationship Id="rId138" Type="http://schemas.openxmlformats.org/officeDocument/2006/relationships/customXml" Target="../ink/ink841.xml"/><Relationship Id="rId345" Type="http://schemas.openxmlformats.org/officeDocument/2006/relationships/image" Target="../media/image934.png"/><Relationship Id="rId387" Type="http://schemas.openxmlformats.org/officeDocument/2006/relationships/customXml" Target="../ink/ink966.xml"/><Relationship Id="rId191" Type="http://schemas.openxmlformats.org/officeDocument/2006/relationships/image" Target="../media/image857.png"/><Relationship Id="rId205" Type="http://schemas.openxmlformats.org/officeDocument/2006/relationships/image" Target="../media/image864.png"/><Relationship Id="rId247" Type="http://schemas.openxmlformats.org/officeDocument/2006/relationships/image" Target="../media/image885.png"/><Relationship Id="rId107" Type="http://schemas.openxmlformats.org/officeDocument/2006/relationships/customXml" Target="../ink/ink825.xml"/><Relationship Id="rId289" Type="http://schemas.openxmlformats.org/officeDocument/2006/relationships/image" Target="../media/image906.png"/><Relationship Id="rId11" Type="http://schemas.openxmlformats.org/officeDocument/2006/relationships/customXml" Target="../ink/ink777.xml"/><Relationship Id="rId53" Type="http://schemas.openxmlformats.org/officeDocument/2006/relationships/customXml" Target="../ink/ink798.xml"/><Relationship Id="rId149" Type="http://schemas.openxmlformats.org/officeDocument/2006/relationships/image" Target="../media/image837.png"/><Relationship Id="rId314" Type="http://schemas.openxmlformats.org/officeDocument/2006/relationships/customXml" Target="../ink/ink929.xml"/><Relationship Id="rId356" Type="http://schemas.openxmlformats.org/officeDocument/2006/relationships/image" Target="../media/image939.png"/><Relationship Id="rId95" Type="http://schemas.openxmlformats.org/officeDocument/2006/relationships/customXml" Target="../ink/ink819.xml"/><Relationship Id="rId160" Type="http://schemas.openxmlformats.org/officeDocument/2006/relationships/customXml" Target="../ink/ink852.xml"/><Relationship Id="rId216" Type="http://schemas.openxmlformats.org/officeDocument/2006/relationships/customXml" Target="../ink/ink880.xml"/><Relationship Id="rId258" Type="http://schemas.openxmlformats.org/officeDocument/2006/relationships/customXml" Target="../ink/ink901.xml"/><Relationship Id="rId22" Type="http://schemas.openxmlformats.org/officeDocument/2006/relationships/image" Target="../media/image775.png"/><Relationship Id="rId64" Type="http://schemas.openxmlformats.org/officeDocument/2006/relationships/image" Target="../media/image796.png"/><Relationship Id="rId118" Type="http://schemas.openxmlformats.org/officeDocument/2006/relationships/image" Target="../media/image99.png"/><Relationship Id="rId325" Type="http://schemas.openxmlformats.org/officeDocument/2006/relationships/image" Target="../media/image924.png"/><Relationship Id="rId367" Type="http://schemas.openxmlformats.org/officeDocument/2006/relationships/customXml" Target="../ink/ink956.xml"/><Relationship Id="rId171" Type="http://schemas.openxmlformats.org/officeDocument/2006/relationships/image" Target="../media/image847.png"/><Relationship Id="rId227" Type="http://schemas.openxmlformats.org/officeDocument/2006/relationships/image" Target="../media/image875.png"/><Relationship Id="rId269" Type="http://schemas.openxmlformats.org/officeDocument/2006/relationships/image" Target="../media/image896.png"/><Relationship Id="rId33" Type="http://schemas.openxmlformats.org/officeDocument/2006/relationships/customXml" Target="../ink/ink788.xml"/><Relationship Id="rId129" Type="http://schemas.openxmlformats.org/officeDocument/2006/relationships/image" Target="../media/image827.png"/><Relationship Id="rId280" Type="http://schemas.openxmlformats.org/officeDocument/2006/relationships/customXml" Target="../ink/ink912.xml"/><Relationship Id="rId336" Type="http://schemas.openxmlformats.org/officeDocument/2006/relationships/customXml" Target="../ink/ink940.xml"/><Relationship Id="rId75" Type="http://schemas.openxmlformats.org/officeDocument/2006/relationships/customXml" Target="../ink/ink809.xml"/><Relationship Id="rId140" Type="http://schemas.openxmlformats.org/officeDocument/2006/relationships/customXml" Target="../ink/ink842.xml"/><Relationship Id="rId182" Type="http://schemas.openxmlformats.org/officeDocument/2006/relationships/customXml" Target="../ink/ink863.xml"/><Relationship Id="rId378" Type="http://schemas.openxmlformats.org/officeDocument/2006/relationships/image" Target="../media/image950.png"/><Relationship Id="rId6" Type="http://schemas.openxmlformats.org/officeDocument/2006/relationships/image" Target="../media/image767.png"/><Relationship Id="rId238" Type="http://schemas.openxmlformats.org/officeDocument/2006/relationships/customXml" Target="../ink/ink891.xml"/><Relationship Id="rId291" Type="http://schemas.openxmlformats.org/officeDocument/2006/relationships/image" Target="../media/image907.png"/><Relationship Id="rId305" Type="http://schemas.openxmlformats.org/officeDocument/2006/relationships/image" Target="../media/image914.png"/><Relationship Id="rId347" Type="http://schemas.openxmlformats.org/officeDocument/2006/relationships/customXml" Target="../ink/ink946.xml"/><Relationship Id="rId44" Type="http://schemas.openxmlformats.org/officeDocument/2006/relationships/image" Target="../media/image786.png"/><Relationship Id="rId86" Type="http://schemas.openxmlformats.org/officeDocument/2006/relationships/image" Target="../media/image807.png"/><Relationship Id="rId151" Type="http://schemas.openxmlformats.org/officeDocument/2006/relationships/image" Target="../media/image838.png"/><Relationship Id="rId389" Type="http://schemas.openxmlformats.org/officeDocument/2006/relationships/customXml" Target="../ink/ink967.xml"/><Relationship Id="rId193" Type="http://schemas.openxmlformats.org/officeDocument/2006/relationships/image" Target="../media/image858.png"/><Relationship Id="rId207" Type="http://schemas.openxmlformats.org/officeDocument/2006/relationships/image" Target="../media/image865.png"/><Relationship Id="rId249" Type="http://schemas.openxmlformats.org/officeDocument/2006/relationships/image" Target="../media/image886.png"/><Relationship Id="rId13" Type="http://schemas.openxmlformats.org/officeDocument/2006/relationships/customXml" Target="../ink/ink778.xml"/><Relationship Id="rId109" Type="http://schemas.openxmlformats.org/officeDocument/2006/relationships/customXml" Target="../ink/ink826.xml"/><Relationship Id="rId260" Type="http://schemas.openxmlformats.org/officeDocument/2006/relationships/customXml" Target="../ink/ink902.xml"/><Relationship Id="rId316" Type="http://schemas.openxmlformats.org/officeDocument/2006/relationships/customXml" Target="../ink/ink930.xml"/><Relationship Id="rId55" Type="http://schemas.openxmlformats.org/officeDocument/2006/relationships/customXml" Target="../ink/ink799.xml"/><Relationship Id="rId97" Type="http://schemas.openxmlformats.org/officeDocument/2006/relationships/customXml" Target="../ink/ink820.xml"/><Relationship Id="rId120" Type="http://schemas.openxmlformats.org/officeDocument/2006/relationships/customXml" Target="../ink/ink832.xml"/><Relationship Id="rId358" Type="http://schemas.openxmlformats.org/officeDocument/2006/relationships/image" Target="../media/image940.png"/><Relationship Id="rId162" Type="http://schemas.openxmlformats.org/officeDocument/2006/relationships/customXml" Target="../ink/ink853.xml"/><Relationship Id="rId218" Type="http://schemas.openxmlformats.org/officeDocument/2006/relationships/customXml" Target="../ink/ink881.xml"/><Relationship Id="rId271" Type="http://schemas.openxmlformats.org/officeDocument/2006/relationships/image" Target="../media/image897.png"/><Relationship Id="rId24" Type="http://schemas.openxmlformats.org/officeDocument/2006/relationships/image" Target="../media/image776.png"/><Relationship Id="rId66" Type="http://schemas.openxmlformats.org/officeDocument/2006/relationships/image" Target="../media/image797.png"/><Relationship Id="rId131" Type="http://schemas.openxmlformats.org/officeDocument/2006/relationships/image" Target="../media/image828.png"/><Relationship Id="rId327" Type="http://schemas.openxmlformats.org/officeDocument/2006/relationships/image" Target="../media/image925.png"/><Relationship Id="rId369" Type="http://schemas.openxmlformats.org/officeDocument/2006/relationships/customXml" Target="../ink/ink957.xml"/><Relationship Id="rId173" Type="http://schemas.openxmlformats.org/officeDocument/2006/relationships/image" Target="../media/image848.png"/><Relationship Id="rId229" Type="http://schemas.openxmlformats.org/officeDocument/2006/relationships/image" Target="../media/image876.png"/><Relationship Id="rId380" Type="http://schemas.openxmlformats.org/officeDocument/2006/relationships/image" Target="../media/image951.png"/><Relationship Id="rId240" Type="http://schemas.openxmlformats.org/officeDocument/2006/relationships/customXml" Target="../ink/ink892.xml"/><Relationship Id="rId35" Type="http://schemas.openxmlformats.org/officeDocument/2006/relationships/customXml" Target="../ink/ink789.xml"/><Relationship Id="rId77" Type="http://schemas.openxmlformats.org/officeDocument/2006/relationships/customXml" Target="../ink/ink810.xml"/><Relationship Id="rId100" Type="http://schemas.openxmlformats.org/officeDocument/2006/relationships/image" Target="../media/image814.png"/><Relationship Id="rId282" Type="http://schemas.openxmlformats.org/officeDocument/2006/relationships/customXml" Target="../ink/ink913.xml"/><Relationship Id="rId338" Type="http://schemas.openxmlformats.org/officeDocument/2006/relationships/customXml" Target="../ink/ink941.xml"/><Relationship Id="rId8" Type="http://schemas.openxmlformats.org/officeDocument/2006/relationships/image" Target="../media/image768.png"/><Relationship Id="rId142" Type="http://schemas.openxmlformats.org/officeDocument/2006/relationships/customXml" Target="../ink/ink843.xml"/><Relationship Id="rId184" Type="http://schemas.openxmlformats.org/officeDocument/2006/relationships/customXml" Target="../ink/ink864.xml"/><Relationship Id="rId391" Type="http://schemas.openxmlformats.org/officeDocument/2006/relationships/customXml" Target="../ink/ink968.xml"/><Relationship Id="rId251" Type="http://schemas.openxmlformats.org/officeDocument/2006/relationships/image" Target="../media/image887.png"/><Relationship Id="rId46" Type="http://schemas.openxmlformats.org/officeDocument/2006/relationships/image" Target="../media/image787.png"/><Relationship Id="rId293" Type="http://schemas.openxmlformats.org/officeDocument/2006/relationships/image" Target="../media/image908.png"/><Relationship Id="rId307" Type="http://schemas.openxmlformats.org/officeDocument/2006/relationships/image" Target="../media/image915.png"/><Relationship Id="rId349" Type="http://schemas.openxmlformats.org/officeDocument/2006/relationships/customXml" Target="../ink/ink947.xml"/><Relationship Id="rId88" Type="http://schemas.openxmlformats.org/officeDocument/2006/relationships/image" Target="../media/image808.png"/><Relationship Id="rId111" Type="http://schemas.openxmlformats.org/officeDocument/2006/relationships/customXml" Target="../ink/ink827.xml"/><Relationship Id="rId153" Type="http://schemas.openxmlformats.org/officeDocument/2006/relationships/image" Target="../media/image839.png"/><Relationship Id="rId195" Type="http://schemas.openxmlformats.org/officeDocument/2006/relationships/image" Target="../media/image859.png"/><Relationship Id="rId209" Type="http://schemas.openxmlformats.org/officeDocument/2006/relationships/image" Target="../media/image866.png"/><Relationship Id="rId360" Type="http://schemas.openxmlformats.org/officeDocument/2006/relationships/image" Target="../media/image941.png"/><Relationship Id="rId220" Type="http://schemas.openxmlformats.org/officeDocument/2006/relationships/customXml" Target="../ink/ink882.xml"/><Relationship Id="rId15" Type="http://schemas.openxmlformats.org/officeDocument/2006/relationships/customXml" Target="../ink/ink779.xml"/><Relationship Id="rId57" Type="http://schemas.openxmlformats.org/officeDocument/2006/relationships/customXml" Target="../ink/ink800.xml"/><Relationship Id="rId262" Type="http://schemas.openxmlformats.org/officeDocument/2006/relationships/customXml" Target="../ink/ink903.xml"/><Relationship Id="rId318" Type="http://schemas.openxmlformats.org/officeDocument/2006/relationships/customXml" Target="../ink/ink931.xml"/><Relationship Id="rId99" Type="http://schemas.openxmlformats.org/officeDocument/2006/relationships/customXml" Target="../ink/ink821.xml"/><Relationship Id="rId122" Type="http://schemas.openxmlformats.org/officeDocument/2006/relationships/customXml" Target="../ink/ink833.xml"/><Relationship Id="rId164" Type="http://schemas.openxmlformats.org/officeDocument/2006/relationships/customXml" Target="../ink/ink854.xml"/><Relationship Id="rId371" Type="http://schemas.openxmlformats.org/officeDocument/2006/relationships/customXml" Target="../ink/ink958.xml"/><Relationship Id="rId26" Type="http://schemas.openxmlformats.org/officeDocument/2006/relationships/image" Target="../media/image777.png"/><Relationship Id="rId231" Type="http://schemas.openxmlformats.org/officeDocument/2006/relationships/image" Target="../media/image877.png"/><Relationship Id="rId273" Type="http://schemas.openxmlformats.org/officeDocument/2006/relationships/image" Target="../media/image898.png"/><Relationship Id="rId329" Type="http://schemas.openxmlformats.org/officeDocument/2006/relationships/image" Target="../media/image926.png"/><Relationship Id="rId68" Type="http://schemas.openxmlformats.org/officeDocument/2006/relationships/image" Target="../media/image798.png"/><Relationship Id="rId133" Type="http://schemas.openxmlformats.org/officeDocument/2006/relationships/image" Target="../media/image829.png"/><Relationship Id="rId175" Type="http://schemas.openxmlformats.org/officeDocument/2006/relationships/image" Target="../media/image849.png"/><Relationship Id="rId340" Type="http://schemas.openxmlformats.org/officeDocument/2006/relationships/customXml" Target="../ink/ink942.xml"/><Relationship Id="rId200" Type="http://schemas.openxmlformats.org/officeDocument/2006/relationships/customXml" Target="../ink/ink872.xml"/><Relationship Id="rId382" Type="http://schemas.openxmlformats.org/officeDocument/2006/relationships/image" Target="../media/image952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15.png"/><Relationship Id="rId21" Type="http://schemas.openxmlformats.org/officeDocument/2006/relationships/image" Target="../media/image969.png"/><Relationship Id="rId324" Type="http://schemas.openxmlformats.org/officeDocument/2006/relationships/image" Target="../media/image1117.png"/><Relationship Id="rId531" Type="http://schemas.openxmlformats.org/officeDocument/2006/relationships/image" Target="../media/image1219.png"/><Relationship Id="rId629" Type="http://schemas.openxmlformats.org/officeDocument/2006/relationships/image" Target="../media/image1266.png"/><Relationship Id="rId170" Type="http://schemas.openxmlformats.org/officeDocument/2006/relationships/image" Target="../media/image1041.png"/><Relationship Id="rId268" Type="http://schemas.openxmlformats.org/officeDocument/2006/relationships/customXml" Target="../ink/ink1105.xml"/><Relationship Id="rId475" Type="http://schemas.openxmlformats.org/officeDocument/2006/relationships/image" Target="../media/image1192.png"/><Relationship Id="rId32" Type="http://schemas.openxmlformats.org/officeDocument/2006/relationships/customXml" Target="../ink/ink986.xml"/><Relationship Id="rId128" Type="http://schemas.openxmlformats.org/officeDocument/2006/relationships/customXml" Target="../ink/ink1034.xml"/><Relationship Id="rId335" Type="http://schemas.openxmlformats.org/officeDocument/2006/relationships/customXml" Target="../ink/ink1139.xml"/><Relationship Id="rId542" Type="http://schemas.openxmlformats.org/officeDocument/2006/relationships/customXml" Target="../ink/ink1243.xml"/><Relationship Id="rId181" Type="http://schemas.openxmlformats.org/officeDocument/2006/relationships/customXml" Target="../ink/ink1061.xml"/><Relationship Id="rId402" Type="http://schemas.openxmlformats.org/officeDocument/2006/relationships/customXml" Target="../ink/ink1173.xml"/><Relationship Id="rId279" Type="http://schemas.openxmlformats.org/officeDocument/2006/relationships/image" Target="../media/image1095.png"/><Relationship Id="rId486" Type="http://schemas.openxmlformats.org/officeDocument/2006/relationships/customXml" Target="../ink/ink1215.xml"/><Relationship Id="rId43" Type="http://schemas.openxmlformats.org/officeDocument/2006/relationships/image" Target="../media/image980.png"/><Relationship Id="rId139" Type="http://schemas.openxmlformats.org/officeDocument/2006/relationships/image" Target="../media/image1026.png"/><Relationship Id="rId346" Type="http://schemas.openxmlformats.org/officeDocument/2006/relationships/image" Target="../media/image1128.png"/><Relationship Id="rId553" Type="http://schemas.openxmlformats.org/officeDocument/2006/relationships/customXml" Target="../ink/ink1249.xml"/><Relationship Id="rId192" Type="http://schemas.openxmlformats.org/officeDocument/2006/relationships/image" Target="../media/image1052.png"/><Relationship Id="rId206" Type="http://schemas.openxmlformats.org/officeDocument/2006/relationships/customXml" Target="../ink/ink1074.xml"/><Relationship Id="rId413" Type="http://schemas.openxmlformats.org/officeDocument/2006/relationships/image" Target="../media/image1161.png"/><Relationship Id="rId497" Type="http://schemas.openxmlformats.org/officeDocument/2006/relationships/image" Target="../media/image1202.png"/><Relationship Id="rId620" Type="http://schemas.openxmlformats.org/officeDocument/2006/relationships/customXml" Target="../ink/ink1283.xml"/><Relationship Id="rId357" Type="http://schemas.openxmlformats.org/officeDocument/2006/relationships/customXml" Target="../ink/ink1150.xml"/><Relationship Id="rId54" Type="http://schemas.openxmlformats.org/officeDocument/2006/relationships/customXml" Target="../ink/ink997.xml"/><Relationship Id="rId217" Type="http://schemas.openxmlformats.org/officeDocument/2006/relationships/image" Target="../media/image1064.png"/><Relationship Id="rId564" Type="http://schemas.openxmlformats.org/officeDocument/2006/relationships/image" Target="../media/image1235.png"/><Relationship Id="rId424" Type="http://schemas.openxmlformats.org/officeDocument/2006/relationships/customXml" Target="../ink/ink1184.xml"/><Relationship Id="rId631" Type="http://schemas.openxmlformats.org/officeDocument/2006/relationships/image" Target="../media/image1267.png"/><Relationship Id="rId270" Type="http://schemas.openxmlformats.org/officeDocument/2006/relationships/customXml" Target="../ink/ink1106.xml"/><Relationship Id="rId65" Type="http://schemas.openxmlformats.org/officeDocument/2006/relationships/image" Target="../media/image991.png"/><Relationship Id="rId130" Type="http://schemas.openxmlformats.org/officeDocument/2006/relationships/customXml" Target="../ink/ink1035.xml"/><Relationship Id="rId368" Type="http://schemas.openxmlformats.org/officeDocument/2006/relationships/image" Target="../media/image1139.png"/><Relationship Id="rId575" Type="http://schemas.openxmlformats.org/officeDocument/2006/relationships/customXml" Target="../ink/ink1260.xml"/><Relationship Id="rId228" Type="http://schemas.openxmlformats.org/officeDocument/2006/relationships/customXml" Target="../ink/ink1085.xml"/><Relationship Id="rId435" Type="http://schemas.openxmlformats.org/officeDocument/2006/relationships/image" Target="../media/image1172.png"/><Relationship Id="rId642" Type="http://schemas.openxmlformats.org/officeDocument/2006/relationships/image" Target="../media/image1272.png"/><Relationship Id="rId281" Type="http://schemas.openxmlformats.org/officeDocument/2006/relationships/image" Target="../media/image1096.png"/><Relationship Id="rId502" Type="http://schemas.openxmlformats.org/officeDocument/2006/relationships/customXml" Target="../ink/ink1223.xml"/><Relationship Id="rId76" Type="http://schemas.openxmlformats.org/officeDocument/2006/relationships/customXml" Target="../ink/ink1008.xml"/><Relationship Id="rId141" Type="http://schemas.openxmlformats.org/officeDocument/2006/relationships/image" Target="../media/image1027.png"/><Relationship Id="rId379" Type="http://schemas.openxmlformats.org/officeDocument/2006/relationships/image" Target="../media/image1144.png"/><Relationship Id="rId586" Type="http://schemas.openxmlformats.org/officeDocument/2006/relationships/image" Target="../media/image1246.png"/><Relationship Id="rId7" Type="http://schemas.openxmlformats.org/officeDocument/2006/relationships/image" Target="../media/image962.png"/><Relationship Id="rId239" Type="http://schemas.openxmlformats.org/officeDocument/2006/relationships/image" Target="../media/image1075.png"/><Relationship Id="rId446" Type="http://schemas.openxmlformats.org/officeDocument/2006/relationships/customXml" Target="../ink/ink1195.xml"/><Relationship Id="rId292" Type="http://schemas.openxmlformats.org/officeDocument/2006/relationships/customXml" Target="../ink/ink1117.xml"/><Relationship Id="rId306" Type="http://schemas.openxmlformats.org/officeDocument/2006/relationships/image" Target="../media/image1108.png"/><Relationship Id="rId87" Type="http://schemas.openxmlformats.org/officeDocument/2006/relationships/image" Target="../media/image1001.png"/><Relationship Id="rId513" Type="http://schemas.openxmlformats.org/officeDocument/2006/relationships/image" Target="../media/image1210.png"/><Relationship Id="rId597" Type="http://schemas.openxmlformats.org/officeDocument/2006/relationships/image" Target="../media/image1250.png"/><Relationship Id="rId152" Type="http://schemas.openxmlformats.org/officeDocument/2006/relationships/customXml" Target="../ink/ink1046.xml"/><Relationship Id="rId457" Type="http://schemas.openxmlformats.org/officeDocument/2006/relationships/image" Target="../media/image1183.png"/><Relationship Id="rId14" Type="http://schemas.openxmlformats.org/officeDocument/2006/relationships/customXml" Target="../ink/ink977.xml"/><Relationship Id="rId317" Type="http://schemas.openxmlformats.org/officeDocument/2006/relationships/customXml" Target="../ink/ink1130.xml"/><Relationship Id="rId524" Type="http://schemas.openxmlformats.org/officeDocument/2006/relationships/customXml" Target="../ink/ink1234.xml"/><Relationship Id="rId98" Type="http://schemas.openxmlformats.org/officeDocument/2006/relationships/customXml" Target="../ink/ink1019.xml"/><Relationship Id="rId163" Type="http://schemas.openxmlformats.org/officeDocument/2006/relationships/customXml" Target="../ink/ink1052.xml"/><Relationship Id="rId370" Type="http://schemas.openxmlformats.org/officeDocument/2006/relationships/image" Target="../media/image1140.png"/><Relationship Id="rId230" Type="http://schemas.openxmlformats.org/officeDocument/2006/relationships/customXml" Target="../ink/ink1086.xml"/><Relationship Id="rId468" Type="http://schemas.openxmlformats.org/officeDocument/2006/relationships/customXml" Target="../ink/ink1206.xml"/><Relationship Id="rId25" Type="http://schemas.openxmlformats.org/officeDocument/2006/relationships/image" Target="../media/image971.png"/><Relationship Id="rId328" Type="http://schemas.openxmlformats.org/officeDocument/2006/relationships/image" Target="../media/image1119.png"/><Relationship Id="rId535" Type="http://schemas.openxmlformats.org/officeDocument/2006/relationships/image" Target="../media/image1221.png"/><Relationship Id="rId174" Type="http://schemas.openxmlformats.org/officeDocument/2006/relationships/image" Target="../media/image1043.png"/><Relationship Id="rId381" Type="http://schemas.openxmlformats.org/officeDocument/2006/relationships/image" Target="../media/image1145.png"/><Relationship Id="rId602" Type="http://schemas.openxmlformats.org/officeDocument/2006/relationships/customXml" Target="../ink/ink1274.xml"/><Relationship Id="rId241" Type="http://schemas.openxmlformats.org/officeDocument/2006/relationships/image" Target="../media/image1076.png"/><Relationship Id="rId479" Type="http://schemas.openxmlformats.org/officeDocument/2006/relationships/image" Target="../media/image1194.png"/><Relationship Id="rId36" Type="http://schemas.openxmlformats.org/officeDocument/2006/relationships/customXml" Target="../ink/ink988.xml"/><Relationship Id="rId339" Type="http://schemas.openxmlformats.org/officeDocument/2006/relationships/customXml" Target="../ink/ink1141.xml"/><Relationship Id="rId546" Type="http://schemas.openxmlformats.org/officeDocument/2006/relationships/image" Target="../media/image1226.png"/><Relationship Id="rId101" Type="http://schemas.openxmlformats.org/officeDocument/2006/relationships/image" Target="../media/image99.png"/><Relationship Id="rId185" Type="http://schemas.openxmlformats.org/officeDocument/2006/relationships/customXml" Target="../ink/ink1063.xml"/><Relationship Id="rId406" Type="http://schemas.openxmlformats.org/officeDocument/2006/relationships/customXml" Target="../ink/ink1175.xml"/><Relationship Id="rId392" Type="http://schemas.openxmlformats.org/officeDocument/2006/relationships/customXml" Target="../ink/ink1168.xml"/><Relationship Id="rId613" Type="http://schemas.openxmlformats.org/officeDocument/2006/relationships/image" Target="../media/image1258.png"/><Relationship Id="rId252" Type="http://schemas.openxmlformats.org/officeDocument/2006/relationships/customXml" Target="../ink/ink1097.xml"/><Relationship Id="rId47" Type="http://schemas.openxmlformats.org/officeDocument/2006/relationships/image" Target="../media/image982.png"/><Relationship Id="rId89" Type="http://schemas.openxmlformats.org/officeDocument/2006/relationships/image" Target="../media/image1002.png"/><Relationship Id="rId112" Type="http://schemas.openxmlformats.org/officeDocument/2006/relationships/customXml" Target="../ink/ink1026.xml"/><Relationship Id="rId154" Type="http://schemas.openxmlformats.org/officeDocument/2006/relationships/customXml" Target="../ink/ink1047.xml"/><Relationship Id="rId361" Type="http://schemas.openxmlformats.org/officeDocument/2006/relationships/customXml" Target="../ink/ink1152.xml"/><Relationship Id="rId557" Type="http://schemas.openxmlformats.org/officeDocument/2006/relationships/customXml" Target="../ink/ink1251.xml"/><Relationship Id="rId599" Type="http://schemas.openxmlformats.org/officeDocument/2006/relationships/image" Target="../media/image1251.png"/><Relationship Id="rId196" Type="http://schemas.openxmlformats.org/officeDocument/2006/relationships/image" Target="../media/image1054.png"/><Relationship Id="rId417" Type="http://schemas.openxmlformats.org/officeDocument/2006/relationships/image" Target="../media/image1163.png"/><Relationship Id="rId459" Type="http://schemas.openxmlformats.org/officeDocument/2006/relationships/image" Target="../media/image1184.png"/><Relationship Id="rId624" Type="http://schemas.openxmlformats.org/officeDocument/2006/relationships/customXml" Target="../ink/ink1285.xml"/><Relationship Id="rId16" Type="http://schemas.openxmlformats.org/officeDocument/2006/relationships/customXml" Target="../ink/ink978.xml"/><Relationship Id="rId221" Type="http://schemas.openxmlformats.org/officeDocument/2006/relationships/image" Target="../media/image1066.png"/><Relationship Id="rId263" Type="http://schemas.openxmlformats.org/officeDocument/2006/relationships/image" Target="../media/image1087.png"/><Relationship Id="rId319" Type="http://schemas.openxmlformats.org/officeDocument/2006/relationships/customXml" Target="../ink/ink1131.xml"/><Relationship Id="rId470" Type="http://schemas.openxmlformats.org/officeDocument/2006/relationships/customXml" Target="../ink/ink1207.xml"/><Relationship Id="rId526" Type="http://schemas.openxmlformats.org/officeDocument/2006/relationships/customXml" Target="../ink/ink1235.xml"/><Relationship Id="rId58" Type="http://schemas.openxmlformats.org/officeDocument/2006/relationships/customXml" Target="../ink/ink999.xml"/><Relationship Id="rId123" Type="http://schemas.openxmlformats.org/officeDocument/2006/relationships/image" Target="../media/image1018.png"/><Relationship Id="rId330" Type="http://schemas.openxmlformats.org/officeDocument/2006/relationships/image" Target="../media/image1120.png"/><Relationship Id="rId568" Type="http://schemas.openxmlformats.org/officeDocument/2006/relationships/image" Target="../media/image1237.png"/><Relationship Id="rId165" Type="http://schemas.openxmlformats.org/officeDocument/2006/relationships/customXml" Target="../ink/ink1053.xml"/><Relationship Id="rId372" Type="http://schemas.openxmlformats.org/officeDocument/2006/relationships/customXml" Target="../ink/ink1158.xml"/><Relationship Id="rId428" Type="http://schemas.openxmlformats.org/officeDocument/2006/relationships/customXml" Target="../ink/ink1186.xml"/><Relationship Id="rId635" Type="http://schemas.openxmlformats.org/officeDocument/2006/relationships/image" Target="../media/image1269.png"/><Relationship Id="rId232" Type="http://schemas.openxmlformats.org/officeDocument/2006/relationships/customXml" Target="../ink/ink1087.xml"/><Relationship Id="rId274" Type="http://schemas.openxmlformats.org/officeDocument/2006/relationships/customXml" Target="../ink/ink1108.xml"/><Relationship Id="rId481" Type="http://schemas.openxmlformats.org/officeDocument/2006/relationships/image" Target="../media/image1195.png"/><Relationship Id="rId27" Type="http://schemas.openxmlformats.org/officeDocument/2006/relationships/image" Target="../media/image972.png"/><Relationship Id="rId69" Type="http://schemas.openxmlformats.org/officeDocument/2006/relationships/image" Target="../media/image261.png"/><Relationship Id="rId134" Type="http://schemas.openxmlformats.org/officeDocument/2006/relationships/customXml" Target="../ink/ink1037.xml"/><Relationship Id="rId537" Type="http://schemas.openxmlformats.org/officeDocument/2006/relationships/image" Target="../media/image1222.png"/><Relationship Id="rId579" Type="http://schemas.openxmlformats.org/officeDocument/2006/relationships/customXml" Target="../ink/ink1262.xml"/><Relationship Id="rId80" Type="http://schemas.openxmlformats.org/officeDocument/2006/relationships/customXml" Target="../ink/ink1010.xml"/><Relationship Id="rId176" Type="http://schemas.openxmlformats.org/officeDocument/2006/relationships/image" Target="../media/image1044.png"/><Relationship Id="rId341" Type="http://schemas.openxmlformats.org/officeDocument/2006/relationships/customXml" Target="../ink/ink1142.xml"/><Relationship Id="rId383" Type="http://schemas.openxmlformats.org/officeDocument/2006/relationships/image" Target="../media/image1146.png"/><Relationship Id="rId439" Type="http://schemas.openxmlformats.org/officeDocument/2006/relationships/image" Target="../media/image1174.png"/><Relationship Id="rId590" Type="http://schemas.openxmlformats.org/officeDocument/2006/relationships/image" Target="../media/image1248.png"/><Relationship Id="rId604" Type="http://schemas.openxmlformats.org/officeDocument/2006/relationships/customXml" Target="../ink/ink1275.xml"/><Relationship Id="rId201" Type="http://schemas.openxmlformats.org/officeDocument/2006/relationships/customXml" Target="../ink/ink1071.xml"/><Relationship Id="rId243" Type="http://schemas.openxmlformats.org/officeDocument/2006/relationships/image" Target="../media/image1077.png"/><Relationship Id="rId285" Type="http://schemas.openxmlformats.org/officeDocument/2006/relationships/image" Target="../media/image1098.png"/><Relationship Id="rId450" Type="http://schemas.openxmlformats.org/officeDocument/2006/relationships/customXml" Target="../ink/ink1197.xml"/><Relationship Id="rId506" Type="http://schemas.openxmlformats.org/officeDocument/2006/relationships/customXml" Target="../ink/ink1225.xml"/><Relationship Id="rId38" Type="http://schemas.openxmlformats.org/officeDocument/2006/relationships/customXml" Target="../ink/ink989.xml"/><Relationship Id="rId103" Type="http://schemas.openxmlformats.org/officeDocument/2006/relationships/image" Target="../media/image1008.png"/><Relationship Id="rId310" Type="http://schemas.openxmlformats.org/officeDocument/2006/relationships/image" Target="../media/image1110.png"/><Relationship Id="rId492" Type="http://schemas.openxmlformats.org/officeDocument/2006/relationships/customXml" Target="../ink/ink1218.xml"/><Relationship Id="rId548" Type="http://schemas.openxmlformats.org/officeDocument/2006/relationships/image" Target="../media/image1227.png"/><Relationship Id="rId91" Type="http://schemas.openxmlformats.org/officeDocument/2006/relationships/image" Target="../media/image1003.png"/><Relationship Id="rId145" Type="http://schemas.openxmlformats.org/officeDocument/2006/relationships/image" Target="../media/image1029.png"/><Relationship Id="rId187" Type="http://schemas.openxmlformats.org/officeDocument/2006/relationships/customXml" Target="../ink/ink1064.xml"/><Relationship Id="rId352" Type="http://schemas.openxmlformats.org/officeDocument/2006/relationships/image" Target="../media/image1131.png"/><Relationship Id="rId394" Type="http://schemas.openxmlformats.org/officeDocument/2006/relationships/customXml" Target="../ink/ink1169.xml"/><Relationship Id="rId408" Type="http://schemas.openxmlformats.org/officeDocument/2006/relationships/customXml" Target="../ink/ink1176.xml"/><Relationship Id="rId615" Type="http://schemas.openxmlformats.org/officeDocument/2006/relationships/image" Target="../media/image1259.png"/><Relationship Id="rId212" Type="http://schemas.openxmlformats.org/officeDocument/2006/relationships/customXml" Target="../ink/ink1077.xml"/><Relationship Id="rId254" Type="http://schemas.openxmlformats.org/officeDocument/2006/relationships/customXml" Target="../ink/ink1098.xml"/><Relationship Id="rId49" Type="http://schemas.openxmlformats.org/officeDocument/2006/relationships/image" Target="../media/image983.png"/><Relationship Id="rId114" Type="http://schemas.openxmlformats.org/officeDocument/2006/relationships/customXml" Target="../ink/ink1027.xml"/><Relationship Id="rId296" Type="http://schemas.openxmlformats.org/officeDocument/2006/relationships/customXml" Target="../ink/ink1119.xml"/><Relationship Id="rId461" Type="http://schemas.openxmlformats.org/officeDocument/2006/relationships/image" Target="../media/image1185.png"/><Relationship Id="rId517" Type="http://schemas.openxmlformats.org/officeDocument/2006/relationships/image" Target="../media/image1212.png"/><Relationship Id="rId559" Type="http://schemas.openxmlformats.org/officeDocument/2006/relationships/customXml" Target="../ink/ink1252.xml"/><Relationship Id="rId60" Type="http://schemas.openxmlformats.org/officeDocument/2006/relationships/customXml" Target="../ink/ink1000.xml"/><Relationship Id="rId156" Type="http://schemas.openxmlformats.org/officeDocument/2006/relationships/customXml" Target="../ink/ink1048.xml"/><Relationship Id="rId198" Type="http://schemas.openxmlformats.org/officeDocument/2006/relationships/image" Target="../media/image1055.png"/><Relationship Id="rId321" Type="http://schemas.openxmlformats.org/officeDocument/2006/relationships/customXml" Target="../ink/ink1132.xml"/><Relationship Id="rId363" Type="http://schemas.openxmlformats.org/officeDocument/2006/relationships/customXml" Target="../ink/ink1153.xml"/><Relationship Id="rId419" Type="http://schemas.openxmlformats.org/officeDocument/2006/relationships/image" Target="../media/image1164.png"/><Relationship Id="rId570" Type="http://schemas.openxmlformats.org/officeDocument/2006/relationships/image" Target="../media/image1238.png"/><Relationship Id="rId626" Type="http://schemas.openxmlformats.org/officeDocument/2006/relationships/customXml" Target="../ink/ink1286.xml"/><Relationship Id="rId223" Type="http://schemas.openxmlformats.org/officeDocument/2006/relationships/image" Target="../media/image1067.png"/><Relationship Id="rId430" Type="http://schemas.openxmlformats.org/officeDocument/2006/relationships/customXml" Target="../ink/ink1187.xml"/><Relationship Id="rId18" Type="http://schemas.openxmlformats.org/officeDocument/2006/relationships/customXml" Target="../ink/ink979.xml"/><Relationship Id="rId265" Type="http://schemas.openxmlformats.org/officeDocument/2006/relationships/image" Target="../media/image1088.png"/><Relationship Id="rId472" Type="http://schemas.openxmlformats.org/officeDocument/2006/relationships/customXml" Target="../ink/ink1208.xml"/><Relationship Id="rId528" Type="http://schemas.openxmlformats.org/officeDocument/2006/relationships/customXml" Target="../ink/ink1236.xml"/><Relationship Id="rId125" Type="http://schemas.openxmlformats.org/officeDocument/2006/relationships/image" Target="../media/image1019.png"/><Relationship Id="rId167" Type="http://schemas.openxmlformats.org/officeDocument/2006/relationships/customXml" Target="../ink/ink1054.xml"/><Relationship Id="rId332" Type="http://schemas.openxmlformats.org/officeDocument/2006/relationships/image" Target="../media/image1121.png"/><Relationship Id="rId374" Type="http://schemas.openxmlformats.org/officeDocument/2006/relationships/customXml" Target="../ink/ink1159.xml"/><Relationship Id="rId581" Type="http://schemas.openxmlformats.org/officeDocument/2006/relationships/customXml" Target="../ink/ink1263.xml"/><Relationship Id="rId71" Type="http://schemas.openxmlformats.org/officeDocument/2006/relationships/image" Target="../media/image993.png"/><Relationship Id="rId234" Type="http://schemas.openxmlformats.org/officeDocument/2006/relationships/customXml" Target="../ink/ink1088.xml"/><Relationship Id="rId637" Type="http://schemas.openxmlformats.org/officeDocument/2006/relationships/image" Target="../media/image1270.png"/><Relationship Id="rId2" Type="http://schemas.openxmlformats.org/officeDocument/2006/relationships/customXml" Target="../ink/ink971.xml"/><Relationship Id="rId29" Type="http://schemas.openxmlformats.org/officeDocument/2006/relationships/image" Target="../media/image973.png"/><Relationship Id="rId276" Type="http://schemas.openxmlformats.org/officeDocument/2006/relationships/customXml" Target="../ink/ink1109.xml"/><Relationship Id="rId441" Type="http://schemas.openxmlformats.org/officeDocument/2006/relationships/image" Target="../media/image1175.png"/><Relationship Id="rId483" Type="http://schemas.openxmlformats.org/officeDocument/2006/relationships/image" Target="../media/image1196.png"/><Relationship Id="rId539" Type="http://schemas.openxmlformats.org/officeDocument/2006/relationships/image" Target="../media/image1223.png"/><Relationship Id="rId40" Type="http://schemas.openxmlformats.org/officeDocument/2006/relationships/customXml" Target="../ink/ink990.xml"/><Relationship Id="rId136" Type="http://schemas.openxmlformats.org/officeDocument/2006/relationships/customXml" Target="../ink/ink1038.xml"/><Relationship Id="rId178" Type="http://schemas.openxmlformats.org/officeDocument/2006/relationships/image" Target="../media/image1045.png"/><Relationship Id="rId301" Type="http://schemas.openxmlformats.org/officeDocument/2006/relationships/customXml" Target="../ink/ink1122.xml"/><Relationship Id="rId343" Type="http://schemas.openxmlformats.org/officeDocument/2006/relationships/customXml" Target="../ink/ink1143.xml"/><Relationship Id="rId550" Type="http://schemas.openxmlformats.org/officeDocument/2006/relationships/image" Target="../media/image1228.png"/><Relationship Id="rId82" Type="http://schemas.openxmlformats.org/officeDocument/2006/relationships/customXml" Target="../ink/ink1011.xml"/><Relationship Id="rId203" Type="http://schemas.openxmlformats.org/officeDocument/2006/relationships/image" Target="../media/image1057.png"/><Relationship Id="rId385" Type="http://schemas.openxmlformats.org/officeDocument/2006/relationships/image" Target="../media/image1147.png"/><Relationship Id="rId592" Type="http://schemas.openxmlformats.org/officeDocument/2006/relationships/image" Target="../media/image163.png"/><Relationship Id="rId606" Type="http://schemas.openxmlformats.org/officeDocument/2006/relationships/customXml" Target="../ink/ink1276.xml"/><Relationship Id="rId245" Type="http://schemas.openxmlformats.org/officeDocument/2006/relationships/image" Target="../media/image1078.png"/><Relationship Id="rId287" Type="http://schemas.openxmlformats.org/officeDocument/2006/relationships/image" Target="../media/image1099.png"/><Relationship Id="rId410" Type="http://schemas.openxmlformats.org/officeDocument/2006/relationships/customXml" Target="../ink/ink1177.xml"/><Relationship Id="rId452" Type="http://schemas.openxmlformats.org/officeDocument/2006/relationships/customXml" Target="../ink/ink1198.xml"/><Relationship Id="rId494" Type="http://schemas.openxmlformats.org/officeDocument/2006/relationships/customXml" Target="../ink/ink1219.xml"/><Relationship Id="rId508" Type="http://schemas.openxmlformats.org/officeDocument/2006/relationships/customXml" Target="../ink/ink1226.xml"/><Relationship Id="rId105" Type="http://schemas.openxmlformats.org/officeDocument/2006/relationships/image" Target="../media/image1009.png"/><Relationship Id="rId147" Type="http://schemas.openxmlformats.org/officeDocument/2006/relationships/image" Target="../media/image1030.png"/><Relationship Id="rId312" Type="http://schemas.openxmlformats.org/officeDocument/2006/relationships/image" Target="../media/image1111.png"/><Relationship Id="rId354" Type="http://schemas.openxmlformats.org/officeDocument/2006/relationships/image" Target="../media/image1132.png"/><Relationship Id="rId51" Type="http://schemas.openxmlformats.org/officeDocument/2006/relationships/image" Target="../media/image984.png"/><Relationship Id="rId93" Type="http://schemas.openxmlformats.org/officeDocument/2006/relationships/image" Target="../media/image1004.png"/><Relationship Id="rId189" Type="http://schemas.openxmlformats.org/officeDocument/2006/relationships/customXml" Target="../ink/ink1065.xml"/><Relationship Id="rId396" Type="http://schemas.openxmlformats.org/officeDocument/2006/relationships/customXml" Target="../ink/ink1170.xml"/><Relationship Id="rId561" Type="http://schemas.openxmlformats.org/officeDocument/2006/relationships/customXml" Target="../ink/ink1253.xml"/><Relationship Id="rId617" Type="http://schemas.openxmlformats.org/officeDocument/2006/relationships/image" Target="../media/image1260.png"/><Relationship Id="rId214" Type="http://schemas.openxmlformats.org/officeDocument/2006/relationships/customXml" Target="../ink/ink1078.xml"/><Relationship Id="rId256" Type="http://schemas.openxmlformats.org/officeDocument/2006/relationships/customXml" Target="../ink/ink1099.xml"/><Relationship Id="rId298" Type="http://schemas.openxmlformats.org/officeDocument/2006/relationships/image" Target="../media/image1104.png"/><Relationship Id="rId421" Type="http://schemas.openxmlformats.org/officeDocument/2006/relationships/image" Target="../media/image1165.png"/><Relationship Id="rId463" Type="http://schemas.openxmlformats.org/officeDocument/2006/relationships/image" Target="../media/image1186.png"/><Relationship Id="rId519" Type="http://schemas.openxmlformats.org/officeDocument/2006/relationships/image" Target="../media/image1213.png"/><Relationship Id="rId116" Type="http://schemas.openxmlformats.org/officeDocument/2006/relationships/customXml" Target="../ink/ink1028.xml"/><Relationship Id="rId158" Type="http://schemas.openxmlformats.org/officeDocument/2006/relationships/customXml" Target="../ink/ink1049.xml"/><Relationship Id="rId323" Type="http://schemas.openxmlformats.org/officeDocument/2006/relationships/customXml" Target="../ink/ink1133.xml"/><Relationship Id="rId530" Type="http://schemas.openxmlformats.org/officeDocument/2006/relationships/customXml" Target="../ink/ink1237.xml"/><Relationship Id="rId20" Type="http://schemas.openxmlformats.org/officeDocument/2006/relationships/customXml" Target="../ink/ink980.xml"/><Relationship Id="rId62" Type="http://schemas.openxmlformats.org/officeDocument/2006/relationships/customXml" Target="../ink/ink1001.xml"/><Relationship Id="rId365" Type="http://schemas.openxmlformats.org/officeDocument/2006/relationships/customXml" Target="../ink/ink1154.xml"/><Relationship Id="rId572" Type="http://schemas.openxmlformats.org/officeDocument/2006/relationships/image" Target="../media/image1239.png"/><Relationship Id="rId628" Type="http://schemas.openxmlformats.org/officeDocument/2006/relationships/customXml" Target="../ink/ink1287.xml"/><Relationship Id="rId225" Type="http://schemas.openxmlformats.org/officeDocument/2006/relationships/image" Target="../media/image1068.png"/><Relationship Id="rId267" Type="http://schemas.openxmlformats.org/officeDocument/2006/relationships/image" Target="../media/image1089.png"/><Relationship Id="rId432" Type="http://schemas.openxmlformats.org/officeDocument/2006/relationships/customXml" Target="../ink/ink1188.xml"/><Relationship Id="rId474" Type="http://schemas.openxmlformats.org/officeDocument/2006/relationships/customXml" Target="../ink/ink1209.xml"/><Relationship Id="rId127" Type="http://schemas.openxmlformats.org/officeDocument/2006/relationships/image" Target="../media/image1020.png"/><Relationship Id="rId31" Type="http://schemas.openxmlformats.org/officeDocument/2006/relationships/image" Target="../media/image974.png"/><Relationship Id="rId73" Type="http://schemas.openxmlformats.org/officeDocument/2006/relationships/image" Target="../media/image994.png"/><Relationship Id="rId169" Type="http://schemas.openxmlformats.org/officeDocument/2006/relationships/customXml" Target="../ink/ink1055.xml"/><Relationship Id="rId334" Type="http://schemas.openxmlformats.org/officeDocument/2006/relationships/image" Target="../media/image1122.png"/><Relationship Id="rId376" Type="http://schemas.openxmlformats.org/officeDocument/2006/relationships/customXml" Target="../ink/ink1160.xml"/><Relationship Id="rId541" Type="http://schemas.openxmlformats.org/officeDocument/2006/relationships/image" Target="../media/image1224.png"/><Relationship Id="rId583" Type="http://schemas.openxmlformats.org/officeDocument/2006/relationships/customXml" Target="../ink/ink1264.xml"/><Relationship Id="rId639" Type="http://schemas.openxmlformats.org/officeDocument/2006/relationships/image" Target="../media/image1271.png"/><Relationship Id="rId4" Type="http://schemas.openxmlformats.org/officeDocument/2006/relationships/customXml" Target="../ink/ink972.xml"/><Relationship Id="rId180" Type="http://schemas.openxmlformats.org/officeDocument/2006/relationships/image" Target="../media/image1046.png"/><Relationship Id="rId236" Type="http://schemas.openxmlformats.org/officeDocument/2006/relationships/customXml" Target="../ink/ink1089.xml"/><Relationship Id="rId278" Type="http://schemas.openxmlformats.org/officeDocument/2006/relationships/customXml" Target="../ink/ink1110.xml"/><Relationship Id="rId401" Type="http://schemas.openxmlformats.org/officeDocument/2006/relationships/image" Target="../media/image1155.png"/><Relationship Id="rId443" Type="http://schemas.openxmlformats.org/officeDocument/2006/relationships/image" Target="../media/image1176.png"/><Relationship Id="rId303" Type="http://schemas.openxmlformats.org/officeDocument/2006/relationships/customXml" Target="../ink/ink1123.xml"/><Relationship Id="rId485" Type="http://schemas.openxmlformats.org/officeDocument/2006/relationships/image" Target="../media/image294.png"/><Relationship Id="rId42" Type="http://schemas.openxmlformats.org/officeDocument/2006/relationships/customXml" Target="../ink/ink991.xml"/><Relationship Id="rId84" Type="http://schemas.openxmlformats.org/officeDocument/2006/relationships/customXml" Target="../ink/ink1012.xml"/><Relationship Id="rId138" Type="http://schemas.openxmlformats.org/officeDocument/2006/relationships/customXml" Target="../ink/ink1039.xml"/><Relationship Id="rId345" Type="http://schemas.openxmlformats.org/officeDocument/2006/relationships/customXml" Target="../ink/ink1144.xml"/><Relationship Id="rId387" Type="http://schemas.openxmlformats.org/officeDocument/2006/relationships/image" Target="../media/image1148.png"/><Relationship Id="rId510" Type="http://schemas.openxmlformats.org/officeDocument/2006/relationships/customXml" Target="../ink/ink1227.xml"/><Relationship Id="rId552" Type="http://schemas.openxmlformats.org/officeDocument/2006/relationships/image" Target="../media/image1229.png"/><Relationship Id="rId594" Type="http://schemas.openxmlformats.org/officeDocument/2006/relationships/customXml" Target="../ink/ink1270.xml"/><Relationship Id="rId608" Type="http://schemas.openxmlformats.org/officeDocument/2006/relationships/customXml" Target="../ink/ink1277.xml"/><Relationship Id="rId191" Type="http://schemas.openxmlformats.org/officeDocument/2006/relationships/customXml" Target="../ink/ink1066.xml"/><Relationship Id="rId205" Type="http://schemas.openxmlformats.org/officeDocument/2006/relationships/image" Target="../media/image1058.png"/><Relationship Id="rId247" Type="http://schemas.openxmlformats.org/officeDocument/2006/relationships/image" Target="../media/image1079.png"/><Relationship Id="rId412" Type="http://schemas.openxmlformats.org/officeDocument/2006/relationships/customXml" Target="../ink/ink1178.xml"/><Relationship Id="rId107" Type="http://schemas.openxmlformats.org/officeDocument/2006/relationships/image" Target="../media/image1010.png"/><Relationship Id="rId289" Type="http://schemas.openxmlformats.org/officeDocument/2006/relationships/image" Target="../media/image1100.png"/><Relationship Id="rId454" Type="http://schemas.openxmlformats.org/officeDocument/2006/relationships/customXml" Target="../ink/ink1199.xml"/><Relationship Id="rId496" Type="http://schemas.openxmlformats.org/officeDocument/2006/relationships/customXml" Target="../ink/ink1220.xml"/><Relationship Id="rId11" Type="http://schemas.openxmlformats.org/officeDocument/2006/relationships/image" Target="../media/image964.png"/><Relationship Id="rId53" Type="http://schemas.openxmlformats.org/officeDocument/2006/relationships/image" Target="../media/image985.png"/><Relationship Id="rId149" Type="http://schemas.openxmlformats.org/officeDocument/2006/relationships/image" Target="../media/image1031.png"/><Relationship Id="rId314" Type="http://schemas.openxmlformats.org/officeDocument/2006/relationships/image" Target="../media/image1112.png"/><Relationship Id="rId356" Type="http://schemas.openxmlformats.org/officeDocument/2006/relationships/image" Target="../media/image1133.png"/><Relationship Id="rId398" Type="http://schemas.openxmlformats.org/officeDocument/2006/relationships/customXml" Target="../ink/ink1171.xml"/><Relationship Id="rId521" Type="http://schemas.openxmlformats.org/officeDocument/2006/relationships/image" Target="../media/image1214.png"/><Relationship Id="rId563" Type="http://schemas.openxmlformats.org/officeDocument/2006/relationships/customXml" Target="../ink/ink1254.xml"/><Relationship Id="rId619" Type="http://schemas.openxmlformats.org/officeDocument/2006/relationships/image" Target="../media/image1261.png"/><Relationship Id="rId95" Type="http://schemas.openxmlformats.org/officeDocument/2006/relationships/image" Target="../media/image1005.png"/><Relationship Id="rId160" Type="http://schemas.openxmlformats.org/officeDocument/2006/relationships/image" Target="../media/image1036.png"/><Relationship Id="rId216" Type="http://schemas.openxmlformats.org/officeDocument/2006/relationships/customXml" Target="../ink/ink1079.xml"/><Relationship Id="rId423" Type="http://schemas.openxmlformats.org/officeDocument/2006/relationships/image" Target="../media/image1166.png"/><Relationship Id="rId258" Type="http://schemas.openxmlformats.org/officeDocument/2006/relationships/customXml" Target="../ink/ink1100.xml"/><Relationship Id="rId465" Type="http://schemas.openxmlformats.org/officeDocument/2006/relationships/image" Target="../media/image1187.png"/><Relationship Id="rId630" Type="http://schemas.openxmlformats.org/officeDocument/2006/relationships/customXml" Target="../ink/ink1288.xml"/><Relationship Id="rId22" Type="http://schemas.openxmlformats.org/officeDocument/2006/relationships/customXml" Target="../ink/ink981.xml"/><Relationship Id="rId64" Type="http://schemas.openxmlformats.org/officeDocument/2006/relationships/customXml" Target="../ink/ink1002.xml"/><Relationship Id="rId118" Type="http://schemas.openxmlformats.org/officeDocument/2006/relationships/customXml" Target="../ink/ink1029.xml"/><Relationship Id="rId325" Type="http://schemas.openxmlformats.org/officeDocument/2006/relationships/customXml" Target="../ink/ink1134.xml"/><Relationship Id="rId367" Type="http://schemas.openxmlformats.org/officeDocument/2006/relationships/customXml" Target="../ink/ink1155.xml"/><Relationship Id="rId532" Type="http://schemas.openxmlformats.org/officeDocument/2006/relationships/customXml" Target="../ink/ink1238.xml"/><Relationship Id="rId574" Type="http://schemas.openxmlformats.org/officeDocument/2006/relationships/image" Target="../media/image1240.png"/><Relationship Id="rId171" Type="http://schemas.openxmlformats.org/officeDocument/2006/relationships/customXml" Target="../ink/ink1056.xml"/><Relationship Id="rId227" Type="http://schemas.openxmlformats.org/officeDocument/2006/relationships/image" Target="../media/image1069.png"/><Relationship Id="rId269" Type="http://schemas.openxmlformats.org/officeDocument/2006/relationships/image" Target="../media/image1090.png"/><Relationship Id="rId434" Type="http://schemas.openxmlformats.org/officeDocument/2006/relationships/customXml" Target="../ink/ink1189.xml"/><Relationship Id="rId476" Type="http://schemas.openxmlformats.org/officeDocument/2006/relationships/customXml" Target="../ink/ink1210.xml"/><Relationship Id="rId641" Type="http://schemas.openxmlformats.org/officeDocument/2006/relationships/customXml" Target="../ink/ink1294.xml"/><Relationship Id="rId33" Type="http://schemas.openxmlformats.org/officeDocument/2006/relationships/image" Target="../media/image975.png"/><Relationship Id="rId129" Type="http://schemas.openxmlformats.org/officeDocument/2006/relationships/image" Target="../media/image1021.png"/><Relationship Id="rId280" Type="http://schemas.openxmlformats.org/officeDocument/2006/relationships/customXml" Target="../ink/ink1111.xml"/><Relationship Id="rId336" Type="http://schemas.openxmlformats.org/officeDocument/2006/relationships/image" Target="../media/image1123.png"/><Relationship Id="rId501" Type="http://schemas.openxmlformats.org/officeDocument/2006/relationships/image" Target="../media/image1204.png"/><Relationship Id="rId543" Type="http://schemas.openxmlformats.org/officeDocument/2006/relationships/image" Target="../media/image1225.png"/><Relationship Id="rId75" Type="http://schemas.openxmlformats.org/officeDocument/2006/relationships/image" Target="../media/image995.png"/><Relationship Id="rId140" Type="http://schemas.openxmlformats.org/officeDocument/2006/relationships/customXml" Target="../ink/ink1040.xml"/><Relationship Id="rId182" Type="http://schemas.openxmlformats.org/officeDocument/2006/relationships/image" Target="../media/image1047.png"/><Relationship Id="rId378" Type="http://schemas.openxmlformats.org/officeDocument/2006/relationships/customXml" Target="../ink/ink1161.xml"/><Relationship Id="rId403" Type="http://schemas.openxmlformats.org/officeDocument/2006/relationships/image" Target="../media/image1156.png"/><Relationship Id="rId585" Type="http://schemas.openxmlformats.org/officeDocument/2006/relationships/customXml" Target="../ink/ink1265.xml"/><Relationship Id="rId6" Type="http://schemas.openxmlformats.org/officeDocument/2006/relationships/customXml" Target="../ink/ink973.xml"/><Relationship Id="rId238" Type="http://schemas.openxmlformats.org/officeDocument/2006/relationships/customXml" Target="../ink/ink1090.xml"/><Relationship Id="rId445" Type="http://schemas.openxmlformats.org/officeDocument/2006/relationships/image" Target="../media/image1177.png"/><Relationship Id="rId487" Type="http://schemas.openxmlformats.org/officeDocument/2006/relationships/image" Target="../media/image1197.png"/><Relationship Id="rId610" Type="http://schemas.openxmlformats.org/officeDocument/2006/relationships/customXml" Target="../ink/ink1278.xml"/><Relationship Id="rId291" Type="http://schemas.openxmlformats.org/officeDocument/2006/relationships/image" Target="../media/image1101.png"/><Relationship Id="rId305" Type="http://schemas.openxmlformats.org/officeDocument/2006/relationships/customXml" Target="../ink/ink1124.xml"/><Relationship Id="rId347" Type="http://schemas.openxmlformats.org/officeDocument/2006/relationships/customXml" Target="../ink/ink1145.xml"/><Relationship Id="rId512" Type="http://schemas.openxmlformats.org/officeDocument/2006/relationships/customXml" Target="../ink/ink1228.xml"/><Relationship Id="rId44" Type="http://schemas.openxmlformats.org/officeDocument/2006/relationships/customXml" Target="../ink/ink992.xml"/><Relationship Id="rId86" Type="http://schemas.openxmlformats.org/officeDocument/2006/relationships/customXml" Target="../ink/ink1013.xml"/><Relationship Id="rId151" Type="http://schemas.openxmlformats.org/officeDocument/2006/relationships/image" Target="../media/image1032.png"/><Relationship Id="rId389" Type="http://schemas.openxmlformats.org/officeDocument/2006/relationships/image" Target="../media/image1149.png"/><Relationship Id="rId554" Type="http://schemas.openxmlformats.org/officeDocument/2006/relationships/image" Target="../media/image1230.png"/><Relationship Id="rId596" Type="http://schemas.openxmlformats.org/officeDocument/2006/relationships/customXml" Target="../ink/ink1271.xml"/><Relationship Id="rId193" Type="http://schemas.openxmlformats.org/officeDocument/2006/relationships/customXml" Target="../ink/ink1067.xml"/><Relationship Id="rId207" Type="http://schemas.openxmlformats.org/officeDocument/2006/relationships/image" Target="../media/image1059.png"/><Relationship Id="rId249" Type="http://schemas.openxmlformats.org/officeDocument/2006/relationships/image" Target="../media/image1080.png"/><Relationship Id="rId414" Type="http://schemas.openxmlformats.org/officeDocument/2006/relationships/customXml" Target="../ink/ink1179.xml"/><Relationship Id="rId456" Type="http://schemas.openxmlformats.org/officeDocument/2006/relationships/customXml" Target="../ink/ink1200.xml"/><Relationship Id="rId498" Type="http://schemas.openxmlformats.org/officeDocument/2006/relationships/customXml" Target="../ink/ink1221.xml"/><Relationship Id="rId621" Type="http://schemas.openxmlformats.org/officeDocument/2006/relationships/image" Target="../media/image1262.png"/><Relationship Id="rId13" Type="http://schemas.openxmlformats.org/officeDocument/2006/relationships/image" Target="../media/image965.png"/><Relationship Id="rId109" Type="http://schemas.openxmlformats.org/officeDocument/2006/relationships/image" Target="../media/image1011.png"/><Relationship Id="rId260" Type="http://schemas.openxmlformats.org/officeDocument/2006/relationships/customXml" Target="../ink/ink1101.xml"/><Relationship Id="rId316" Type="http://schemas.openxmlformats.org/officeDocument/2006/relationships/image" Target="../media/image1113.png"/><Relationship Id="rId523" Type="http://schemas.openxmlformats.org/officeDocument/2006/relationships/image" Target="../media/image1215.png"/><Relationship Id="rId55" Type="http://schemas.openxmlformats.org/officeDocument/2006/relationships/image" Target="../media/image986.png"/><Relationship Id="rId97" Type="http://schemas.openxmlformats.org/officeDocument/2006/relationships/image" Target="../media/image1006.png"/><Relationship Id="rId120" Type="http://schemas.openxmlformats.org/officeDocument/2006/relationships/customXml" Target="../ink/ink1030.xml"/><Relationship Id="rId358" Type="http://schemas.openxmlformats.org/officeDocument/2006/relationships/image" Target="../media/image1134.png"/><Relationship Id="rId565" Type="http://schemas.openxmlformats.org/officeDocument/2006/relationships/customXml" Target="../ink/ink1255.xml"/><Relationship Id="rId162" Type="http://schemas.openxmlformats.org/officeDocument/2006/relationships/image" Target="../media/image1037.png"/><Relationship Id="rId218" Type="http://schemas.openxmlformats.org/officeDocument/2006/relationships/customXml" Target="../ink/ink1080.xml"/><Relationship Id="rId425" Type="http://schemas.openxmlformats.org/officeDocument/2006/relationships/image" Target="../media/image1167.png"/><Relationship Id="rId467" Type="http://schemas.openxmlformats.org/officeDocument/2006/relationships/image" Target="../media/image1188.png"/><Relationship Id="rId632" Type="http://schemas.openxmlformats.org/officeDocument/2006/relationships/customXml" Target="../ink/ink1289.xml"/><Relationship Id="rId271" Type="http://schemas.openxmlformats.org/officeDocument/2006/relationships/image" Target="../media/image1091.png"/><Relationship Id="rId24" Type="http://schemas.openxmlformats.org/officeDocument/2006/relationships/customXml" Target="../ink/ink982.xml"/><Relationship Id="rId66" Type="http://schemas.openxmlformats.org/officeDocument/2006/relationships/customXml" Target="../ink/ink1003.xml"/><Relationship Id="rId131" Type="http://schemas.openxmlformats.org/officeDocument/2006/relationships/image" Target="../media/image1022.png"/><Relationship Id="rId327" Type="http://schemas.openxmlformats.org/officeDocument/2006/relationships/customXml" Target="../ink/ink1135.xml"/><Relationship Id="rId369" Type="http://schemas.openxmlformats.org/officeDocument/2006/relationships/customXml" Target="../ink/ink1156.xml"/><Relationship Id="rId534" Type="http://schemas.openxmlformats.org/officeDocument/2006/relationships/customXml" Target="../ink/ink1239.xml"/><Relationship Id="rId576" Type="http://schemas.openxmlformats.org/officeDocument/2006/relationships/image" Target="../media/image1241.png"/><Relationship Id="rId173" Type="http://schemas.openxmlformats.org/officeDocument/2006/relationships/customXml" Target="../ink/ink1057.xml"/><Relationship Id="rId229" Type="http://schemas.openxmlformats.org/officeDocument/2006/relationships/image" Target="../media/image1070.png"/><Relationship Id="rId380" Type="http://schemas.openxmlformats.org/officeDocument/2006/relationships/customXml" Target="../ink/ink1162.xml"/><Relationship Id="rId436" Type="http://schemas.openxmlformats.org/officeDocument/2006/relationships/customXml" Target="../ink/ink1190.xml"/><Relationship Id="rId601" Type="http://schemas.openxmlformats.org/officeDocument/2006/relationships/image" Target="../media/image1252.png"/><Relationship Id="rId240" Type="http://schemas.openxmlformats.org/officeDocument/2006/relationships/customXml" Target="../ink/ink1091.xml"/><Relationship Id="rId478" Type="http://schemas.openxmlformats.org/officeDocument/2006/relationships/customXml" Target="../ink/ink1211.xml"/><Relationship Id="rId35" Type="http://schemas.openxmlformats.org/officeDocument/2006/relationships/image" Target="../media/image976.png"/><Relationship Id="rId77" Type="http://schemas.openxmlformats.org/officeDocument/2006/relationships/image" Target="../media/image996.png"/><Relationship Id="rId100" Type="http://schemas.openxmlformats.org/officeDocument/2006/relationships/customXml" Target="../ink/ink1020.xml"/><Relationship Id="rId282" Type="http://schemas.openxmlformats.org/officeDocument/2006/relationships/customXml" Target="../ink/ink1112.xml"/><Relationship Id="rId338" Type="http://schemas.openxmlformats.org/officeDocument/2006/relationships/image" Target="../media/image1124.png"/><Relationship Id="rId503" Type="http://schemas.openxmlformats.org/officeDocument/2006/relationships/image" Target="../media/image1205.png"/><Relationship Id="rId545" Type="http://schemas.openxmlformats.org/officeDocument/2006/relationships/customXml" Target="../ink/ink1245.xml"/><Relationship Id="rId587" Type="http://schemas.openxmlformats.org/officeDocument/2006/relationships/customXml" Target="../ink/ink1266.xml"/><Relationship Id="rId8" Type="http://schemas.openxmlformats.org/officeDocument/2006/relationships/customXml" Target="../ink/ink974.xml"/><Relationship Id="rId142" Type="http://schemas.openxmlformats.org/officeDocument/2006/relationships/customXml" Target="../ink/ink1041.xml"/><Relationship Id="rId184" Type="http://schemas.openxmlformats.org/officeDocument/2006/relationships/image" Target="../media/image1048.png"/><Relationship Id="rId391" Type="http://schemas.openxmlformats.org/officeDocument/2006/relationships/image" Target="../media/image1150.png"/><Relationship Id="rId405" Type="http://schemas.openxmlformats.org/officeDocument/2006/relationships/image" Target="../media/image1157.png"/><Relationship Id="rId447" Type="http://schemas.openxmlformats.org/officeDocument/2006/relationships/image" Target="../media/image1178.png"/><Relationship Id="rId612" Type="http://schemas.openxmlformats.org/officeDocument/2006/relationships/customXml" Target="../ink/ink1279.xml"/><Relationship Id="rId251" Type="http://schemas.openxmlformats.org/officeDocument/2006/relationships/image" Target="../media/image1081.png"/><Relationship Id="rId489" Type="http://schemas.openxmlformats.org/officeDocument/2006/relationships/image" Target="../media/image1198.png"/><Relationship Id="rId46" Type="http://schemas.openxmlformats.org/officeDocument/2006/relationships/customXml" Target="../ink/ink993.xml"/><Relationship Id="rId293" Type="http://schemas.openxmlformats.org/officeDocument/2006/relationships/image" Target="../media/image1102.png"/><Relationship Id="rId307" Type="http://schemas.openxmlformats.org/officeDocument/2006/relationships/customXml" Target="../ink/ink1125.xml"/><Relationship Id="rId349" Type="http://schemas.openxmlformats.org/officeDocument/2006/relationships/customXml" Target="../ink/ink1146.xml"/><Relationship Id="rId514" Type="http://schemas.openxmlformats.org/officeDocument/2006/relationships/customXml" Target="../ink/ink1229.xml"/><Relationship Id="rId556" Type="http://schemas.openxmlformats.org/officeDocument/2006/relationships/image" Target="../media/image1231.png"/><Relationship Id="rId88" Type="http://schemas.openxmlformats.org/officeDocument/2006/relationships/customXml" Target="../ink/ink1014.xml"/><Relationship Id="rId111" Type="http://schemas.openxmlformats.org/officeDocument/2006/relationships/image" Target="../media/image1012.png"/><Relationship Id="rId153" Type="http://schemas.openxmlformats.org/officeDocument/2006/relationships/image" Target="../media/image1033.png"/><Relationship Id="rId195" Type="http://schemas.openxmlformats.org/officeDocument/2006/relationships/customXml" Target="../ink/ink1068.xml"/><Relationship Id="rId209" Type="http://schemas.openxmlformats.org/officeDocument/2006/relationships/image" Target="../media/image1060.png"/><Relationship Id="rId360" Type="http://schemas.openxmlformats.org/officeDocument/2006/relationships/image" Target="../media/image1135.png"/><Relationship Id="rId416" Type="http://schemas.openxmlformats.org/officeDocument/2006/relationships/customXml" Target="../ink/ink1180.xml"/><Relationship Id="rId598" Type="http://schemas.openxmlformats.org/officeDocument/2006/relationships/customXml" Target="../ink/ink1272.xml"/><Relationship Id="rId220" Type="http://schemas.openxmlformats.org/officeDocument/2006/relationships/customXml" Target="../ink/ink1081.xml"/><Relationship Id="rId458" Type="http://schemas.openxmlformats.org/officeDocument/2006/relationships/customXml" Target="../ink/ink1201.xml"/><Relationship Id="rId623" Type="http://schemas.openxmlformats.org/officeDocument/2006/relationships/image" Target="../media/image1263.png"/><Relationship Id="rId15" Type="http://schemas.openxmlformats.org/officeDocument/2006/relationships/image" Target="../media/image966.png"/><Relationship Id="rId57" Type="http://schemas.openxmlformats.org/officeDocument/2006/relationships/image" Target="../media/image987.png"/><Relationship Id="rId262" Type="http://schemas.openxmlformats.org/officeDocument/2006/relationships/customXml" Target="../ink/ink1102.xml"/><Relationship Id="rId318" Type="http://schemas.openxmlformats.org/officeDocument/2006/relationships/image" Target="../media/image1114.png"/><Relationship Id="rId525" Type="http://schemas.openxmlformats.org/officeDocument/2006/relationships/image" Target="../media/image1216.png"/><Relationship Id="rId567" Type="http://schemas.openxmlformats.org/officeDocument/2006/relationships/customXml" Target="../ink/ink1256.xml"/><Relationship Id="rId99" Type="http://schemas.openxmlformats.org/officeDocument/2006/relationships/image" Target="../media/image1007.png"/><Relationship Id="rId122" Type="http://schemas.openxmlformats.org/officeDocument/2006/relationships/customXml" Target="../ink/ink1031.xml"/><Relationship Id="rId164" Type="http://schemas.openxmlformats.org/officeDocument/2006/relationships/image" Target="../media/image1038.png"/><Relationship Id="rId371" Type="http://schemas.openxmlformats.org/officeDocument/2006/relationships/customXml" Target="../ink/ink1157.xml"/><Relationship Id="rId427" Type="http://schemas.openxmlformats.org/officeDocument/2006/relationships/image" Target="../media/image1168.png"/><Relationship Id="rId469" Type="http://schemas.openxmlformats.org/officeDocument/2006/relationships/image" Target="../media/image1189.png"/><Relationship Id="rId634" Type="http://schemas.openxmlformats.org/officeDocument/2006/relationships/customXml" Target="../ink/ink1290.xml"/><Relationship Id="rId26" Type="http://schemas.openxmlformats.org/officeDocument/2006/relationships/customXml" Target="../ink/ink983.xml"/><Relationship Id="rId231" Type="http://schemas.openxmlformats.org/officeDocument/2006/relationships/image" Target="../media/image1071.png"/><Relationship Id="rId273" Type="http://schemas.openxmlformats.org/officeDocument/2006/relationships/image" Target="../media/image1092.png"/><Relationship Id="rId329" Type="http://schemas.openxmlformats.org/officeDocument/2006/relationships/customXml" Target="../ink/ink1136.xml"/><Relationship Id="rId480" Type="http://schemas.openxmlformats.org/officeDocument/2006/relationships/customXml" Target="../ink/ink1212.xml"/><Relationship Id="rId536" Type="http://schemas.openxmlformats.org/officeDocument/2006/relationships/customXml" Target="../ink/ink1240.xml"/><Relationship Id="rId68" Type="http://schemas.openxmlformats.org/officeDocument/2006/relationships/customXml" Target="../ink/ink1004.xml"/><Relationship Id="rId133" Type="http://schemas.openxmlformats.org/officeDocument/2006/relationships/image" Target="../media/image1023.png"/><Relationship Id="rId175" Type="http://schemas.openxmlformats.org/officeDocument/2006/relationships/customXml" Target="../ink/ink1058.xml"/><Relationship Id="rId340" Type="http://schemas.openxmlformats.org/officeDocument/2006/relationships/image" Target="../media/image1125.png"/><Relationship Id="rId578" Type="http://schemas.openxmlformats.org/officeDocument/2006/relationships/image" Target="../media/image1242.png"/><Relationship Id="rId200" Type="http://schemas.openxmlformats.org/officeDocument/2006/relationships/image" Target="../media/image1056.png"/><Relationship Id="rId382" Type="http://schemas.openxmlformats.org/officeDocument/2006/relationships/customXml" Target="../ink/ink1163.xml"/><Relationship Id="rId438" Type="http://schemas.openxmlformats.org/officeDocument/2006/relationships/customXml" Target="../ink/ink1191.xml"/><Relationship Id="rId603" Type="http://schemas.openxmlformats.org/officeDocument/2006/relationships/image" Target="../media/image1253.png"/><Relationship Id="rId242" Type="http://schemas.openxmlformats.org/officeDocument/2006/relationships/customXml" Target="../ink/ink1092.xml"/><Relationship Id="rId284" Type="http://schemas.openxmlformats.org/officeDocument/2006/relationships/customXml" Target="../ink/ink1113.xml"/><Relationship Id="rId491" Type="http://schemas.openxmlformats.org/officeDocument/2006/relationships/image" Target="../media/image1199.png"/><Relationship Id="rId505" Type="http://schemas.openxmlformats.org/officeDocument/2006/relationships/image" Target="../media/image1206.png"/><Relationship Id="rId37" Type="http://schemas.openxmlformats.org/officeDocument/2006/relationships/image" Target="../media/image977.png"/><Relationship Id="rId79" Type="http://schemas.openxmlformats.org/officeDocument/2006/relationships/image" Target="../media/image997.png"/><Relationship Id="rId102" Type="http://schemas.openxmlformats.org/officeDocument/2006/relationships/customXml" Target="../ink/ink1021.xml"/><Relationship Id="rId144" Type="http://schemas.openxmlformats.org/officeDocument/2006/relationships/customXml" Target="../ink/ink1042.xml"/><Relationship Id="rId547" Type="http://schemas.openxmlformats.org/officeDocument/2006/relationships/customXml" Target="../ink/ink1246.xml"/><Relationship Id="rId589" Type="http://schemas.openxmlformats.org/officeDocument/2006/relationships/customXml" Target="../ink/ink1267.xml"/><Relationship Id="rId90" Type="http://schemas.openxmlformats.org/officeDocument/2006/relationships/customXml" Target="../ink/ink1015.xml"/><Relationship Id="rId186" Type="http://schemas.openxmlformats.org/officeDocument/2006/relationships/image" Target="../media/image1049.png"/><Relationship Id="rId351" Type="http://schemas.openxmlformats.org/officeDocument/2006/relationships/customXml" Target="../ink/ink1147.xml"/><Relationship Id="rId393" Type="http://schemas.openxmlformats.org/officeDocument/2006/relationships/image" Target="../media/image1151.png"/><Relationship Id="rId407" Type="http://schemas.openxmlformats.org/officeDocument/2006/relationships/image" Target="../media/image1158.png"/><Relationship Id="rId449" Type="http://schemas.openxmlformats.org/officeDocument/2006/relationships/image" Target="../media/image1179.png"/><Relationship Id="rId614" Type="http://schemas.openxmlformats.org/officeDocument/2006/relationships/customXml" Target="../ink/ink1280.xml"/><Relationship Id="rId211" Type="http://schemas.openxmlformats.org/officeDocument/2006/relationships/image" Target="../media/image1061.png"/><Relationship Id="rId253" Type="http://schemas.openxmlformats.org/officeDocument/2006/relationships/image" Target="../media/image1082.png"/><Relationship Id="rId295" Type="http://schemas.openxmlformats.org/officeDocument/2006/relationships/image" Target="../media/image1103.png"/><Relationship Id="rId309" Type="http://schemas.openxmlformats.org/officeDocument/2006/relationships/customXml" Target="../ink/ink1126.xml"/><Relationship Id="rId460" Type="http://schemas.openxmlformats.org/officeDocument/2006/relationships/customXml" Target="../ink/ink1202.xml"/><Relationship Id="rId516" Type="http://schemas.openxmlformats.org/officeDocument/2006/relationships/customXml" Target="../ink/ink1230.xml"/><Relationship Id="rId48" Type="http://schemas.openxmlformats.org/officeDocument/2006/relationships/customXml" Target="../ink/ink994.xml"/><Relationship Id="rId113" Type="http://schemas.openxmlformats.org/officeDocument/2006/relationships/image" Target="../media/image1013.png"/><Relationship Id="rId320" Type="http://schemas.openxmlformats.org/officeDocument/2006/relationships/image" Target="../media/image1115.png"/><Relationship Id="rId558" Type="http://schemas.openxmlformats.org/officeDocument/2006/relationships/image" Target="../media/image1232.png"/><Relationship Id="rId155" Type="http://schemas.openxmlformats.org/officeDocument/2006/relationships/image" Target="../media/image1034.png"/><Relationship Id="rId197" Type="http://schemas.openxmlformats.org/officeDocument/2006/relationships/customXml" Target="../ink/ink1069.xml"/><Relationship Id="rId362" Type="http://schemas.openxmlformats.org/officeDocument/2006/relationships/image" Target="../media/image1136.png"/><Relationship Id="rId418" Type="http://schemas.openxmlformats.org/officeDocument/2006/relationships/customXml" Target="../ink/ink1181.xml"/><Relationship Id="rId625" Type="http://schemas.openxmlformats.org/officeDocument/2006/relationships/image" Target="../media/image1264.png"/><Relationship Id="rId222" Type="http://schemas.openxmlformats.org/officeDocument/2006/relationships/customXml" Target="../ink/ink1082.xml"/><Relationship Id="rId264" Type="http://schemas.openxmlformats.org/officeDocument/2006/relationships/customXml" Target="../ink/ink1103.xml"/><Relationship Id="rId471" Type="http://schemas.openxmlformats.org/officeDocument/2006/relationships/image" Target="../media/image1190.png"/><Relationship Id="rId17" Type="http://schemas.openxmlformats.org/officeDocument/2006/relationships/image" Target="../media/image967.png"/><Relationship Id="rId59" Type="http://schemas.openxmlformats.org/officeDocument/2006/relationships/image" Target="../media/image988.png"/><Relationship Id="rId124" Type="http://schemas.openxmlformats.org/officeDocument/2006/relationships/customXml" Target="../ink/ink1032.xml"/><Relationship Id="rId527" Type="http://schemas.openxmlformats.org/officeDocument/2006/relationships/image" Target="../media/image1217.png"/><Relationship Id="rId569" Type="http://schemas.openxmlformats.org/officeDocument/2006/relationships/customXml" Target="../ink/ink1257.xml"/><Relationship Id="rId70" Type="http://schemas.openxmlformats.org/officeDocument/2006/relationships/customXml" Target="../ink/ink1005.xml"/><Relationship Id="rId166" Type="http://schemas.openxmlformats.org/officeDocument/2006/relationships/image" Target="../media/image1039.png"/><Relationship Id="rId331" Type="http://schemas.openxmlformats.org/officeDocument/2006/relationships/customXml" Target="../ink/ink1137.xml"/><Relationship Id="rId373" Type="http://schemas.openxmlformats.org/officeDocument/2006/relationships/image" Target="../media/image1141.png"/><Relationship Id="rId429" Type="http://schemas.openxmlformats.org/officeDocument/2006/relationships/image" Target="../media/image1169.png"/><Relationship Id="rId580" Type="http://schemas.openxmlformats.org/officeDocument/2006/relationships/image" Target="../media/image1243.png"/><Relationship Id="rId636" Type="http://schemas.openxmlformats.org/officeDocument/2006/relationships/customXml" Target="../ink/ink1291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1072.png"/><Relationship Id="rId440" Type="http://schemas.openxmlformats.org/officeDocument/2006/relationships/customXml" Target="../ink/ink1192.xml"/><Relationship Id="rId28" Type="http://schemas.openxmlformats.org/officeDocument/2006/relationships/customXml" Target="../ink/ink984.xml"/><Relationship Id="rId275" Type="http://schemas.openxmlformats.org/officeDocument/2006/relationships/image" Target="../media/image1093.png"/><Relationship Id="rId300" Type="http://schemas.openxmlformats.org/officeDocument/2006/relationships/image" Target="../media/image1105.png"/><Relationship Id="rId482" Type="http://schemas.openxmlformats.org/officeDocument/2006/relationships/customXml" Target="../ink/ink1213.xml"/><Relationship Id="rId538" Type="http://schemas.openxmlformats.org/officeDocument/2006/relationships/customXml" Target="../ink/ink1241.xml"/><Relationship Id="rId81" Type="http://schemas.openxmlformats.org/officeDocument/2006/relationships/image" Target="../media/image998.png"/><Relationship Id="rId135" Type="http://schemas.openxmlformats.org/officeDocument/2006/relationships/image" Target="../media/image1024.png"/><Relationship Id="rId177" Type="http://schemas.openxmlformats.org/officeDocument/2006/relationships/customXml" Target="../ink/ink1059.xml"/><Relationship Id="rId342" Type="http://schemas.openxmlformats.org/officeDocument/2006/relationships/image" Target="../media/image1126.png"/><Relationship Id="rId384" Type="http://schemas.openxmlformats.org/officeDocument/2006/relationships/customXml" Target="../ink/ink1164.xml"/><Relationship Id="rId591" Type="http://schemas.openxmlformats.org/officeDocument/2006/relationships/customXml" Target="../ink/ink1268.xml"/><Relationship Id="rId605" Type="http://schemas.openxmlformats.org/officeDocument/2006/relationships/image" Target="../media/image1254.png"/><Relationship Id="rId202" Type="http://schemas.openxmlformats.org/officeDocument/2006/relationships/customXml" Target="../ink/ink1072.xml"/><Relationship Id="rId244" Type="http://schemas.openxmlformats.org/officeDocument/2006/relationships/customXml" Target="../ink/ink1093.xml"/><Relationship Id="rId39" Type="http://schemas.openxmlformats.org/officeDocument/2006/relationships/image" Target="../media/image978.png"/><Relationship Id="rId286" Type="http://schemas.openxmlformats.org/officeDocument/2006/relationships/customXml" Target="../ink/ink1114.xml"/><Relationship Id="rId451" Type="http://schemas.openxmlformats.org/officeDocument/2006/relationships/image" Target="../media/image1180.png"/><Relationship Id="rId493" Type="http://schemas.openxmlformats.org/officeDocument/2006/relationships/image" Target="../media/image1200.png"/><Relationship Id="rId507" Type="http://schemas.openxmlformats.org/officeDocument/2006/relationships/image" Target="../media/image1207.png"/><Relationship Id="rId549" Type="http://schemas.openxmlformats.org/officeDocument/2006/relationships/customXml" Target="../ink/ink1247.xml"/><Relationship Id="rId50" Type="http://schemas.openxmlformats.org/officeDocument/2006/relationships/customXml" Target="../ink/ink995.xml"/><Relationship Id="rId104" Type="http://schemas.openxmlformats.org/officeDocument/2006/relationships/customXml" Target="../ink/ink1022.xml"/><Relationship Id="rId146" Type="http://schemas.openxmlformats.org/officeDocument/2006/relationships/customXml" Target="../ink/ink1043.xml"/><Relationship Id="rId188" Type="http://schemas.openxmlformats.org/officeDocument/2006/relationships/image" Target="../media/image1050.png"/><Relationship Id="rId311" Type="http://schemas.openxmlformats.org/officeDocument/2006/relationships/customXml" Target="../ink/ink1127.xml"/><Relationship Id="rId353" Type="http://schemas.openxmlformats.org/officeDocument/2006/relationships/customXml" Target="../ink/ink1148.xml"/><Relationship Id="rId395" Type="http://schemas.openxmlformats.org/officeDocument/2006/relationships/image" Target="../media/image1152.png"/><Relationship Id="rId409" Type="http://schemas.openxmlformats.org/officeDocument/2006/relationships/image" Target="../media/image1159.png"/><Relationship Id="rId560" Type="http://schemas.openxmlformats.org/officeDocument/2006/relationships/image" Target="../media/image1233.png"/><Relationship Id="rId92" Type="http://schemas.openxmlformats.org/officeDocument/2006/relationships/customXml" Target="../ink/ink1016.xml"/><Relationship Id="rId213" Type="http://schemas.openxmlformats.org/officeDocument/2006/relationships/image" Target="../media/image1062.png"/><Relationship Id="rId420" Type="http://schemas.openxmlformats.org/officeDocument/2006/relationships/customXml" Target="../ink/ink1182.xml"/><Relationship Id="rId616" Type="http://schemas.openxmlformats.org/officeDocument/2006/relationships/customXml" Target="../ink/ink1281.xml"/><Relationship Id="rId255" Type="http://schemas.openxmlformats.org/officeDocument/2006/relationships/image" Target="../media/image1083.png"/><Relationship Id="rId297" Type="http://schemas.openxmlformats.org/officeDocument/2006/relationships/customXml" Target="../ink/ink1120.xml"/><Relationship Id="rId462" Type="http://schemas.openxmlformats.org/officeDocument/2006/relationships/customXml" Target="../ink/ink1203.xml"/><Relationship Id="rId518" Type="http://schemas.openxmlformats.org/officeDocument/2006/relationships/customXml" Target="../ink/ink1231.xml"/><Relationship Id="rId115" Type="http://schemas.openxmlformats.org/officeDocument/2006/relationships/image" Target="../media/image1014.png"/><Relationship Id="rId157" Type="http://schemas.openxmlformats.org/officeDocument/2006/relationships/image" Target="../media/image1035.png"/><Relationship Id="rId322" Type="http://schemas.openxmlformats.org/officeDocument/2006/relationships/image" Target="../media/image1116.png"/><Relationship Id="rId364" Type="http://schemas.openxmlformats.org/officeDocument/2006/relationships/image" Target="../media/image1137.png"/><Relationship Id="rId61" Type="http://schemas.openxmlformats.org/officeDocument/2006/relationships/image" Target="../media/image989.png"/><Relationship Id="rId199" Type="http://schemas.openxmlformats.org/officeDocument/2006/relationships/customXml" Target="../ink/ink1070.xml"/><Relationship Id="rId571" Type="http://schemas.openxmlformats.org/officeDocument/2006/relationships/customXml" Target="../ink/ink1258.xml"/><Relationship Id="rId627" Type="http://schemas.openxmlformats.org/officeDocument/2006/relationships/image" Target="../media/image1265.png"/><Relationship Id="rId19" Type="http://schemas.openxmlformats.org/officeDocument/2006/relationships/image" Target="../media/image968.png"/><Relationship Id="rId224" Type="http://schemas.openxmlformats.org/officeDocument/2006/relationships/customXml" Target="../ink/ink1083.xml"/><Relationship Id="rId266" Type="http://schemas.openxmlformats.org/officeDocument/2006/relationships/customXml" Target="../ink/ink1104.xml"/><Relationship Id="rId431" Type="http://schemas.openxmlformats.org/officeDocument/2006/relationships/image" Target="../media/image1170.png"/><Relationship Id="rId473" Type="http://schemas.openxmlformats.org/officeDocument/2006/relationships/image" Target="../media/image1191.png"/><Relationship Id="rId529" Type="http://schemas.openxmlformats.org/officeDocument/2006/relationships/image" Target="../media/image1218.png"/><Relationship Id="rId30" Type="http://schemas.openxmlformats.org/officeDocument/2006/relationships/customXml" Target="../ink/ink985.xml"/><Relationship Id="rId126" Type="http://schemas.openxmlformats.org/officeDocument/2006/relationships/customXml" Target="../ink/ink1033.xml"/><Relationship Id="rId168" Type="http://schemas.openxmlformats.org/officeDocument/2006/relationships/image" Target="../media/image1040.png"/><Relationship Id="rId333" Type="http://schemas.openxmlformats.org/officeDocument/2006/relationships/customXml" Target="../ink/ink1138.xml"/><Relationship Id="rId540" Type="http://schemas.openxmlformats.org/officeDocument/2006/relationships/customXml" Target="../ink/ink1242.xml"/><Relationship Id="rId72" Type="http://schemas.openxmlformats.org/officeDocument/2006/relationships/customXml" Target="../ink/ink1006.xml"/><Relationship Id="rId375" Type="http://schemas.openxmlformats.org/officeDocument/2006/relationships/image" Target="../media/image1142.png"/><Relationship Id="rId582" Type="http://schemas.openxmlformats.org/officeDocument/2006/relationships/image" Target="../media/image1244.png"/><Relationship Id="rId638" Type="http://schemas.openxmlformats.org/officeDocument/2006/relationships/customXml" Target="../ink/ink1292.xml"/><Relationship Id="rId3" Type="http://schemas.openxmlformats.org/officeDocument/2006/relationships/image" Target="../media/image960.png"/><Relationship Id="rId235" Type="http://schemas.openxmlformats.org/officeDocument/2006/relationships/image" Target="../media/image1073.png"/><Relationship Id="rId277" Type="http://schemas.openxmlformats.org/officeDocument/2006/relationships/image" Target="../media/image1094.png"/><Relationship Id="rId400" Type="http://schemas.openxmlformats.org/officeDocument/2006/relationships/customXml" Target="../ink/ink1172.xml"/><Relationship Id="rId442" Type="http://schemas.openxmlformats.org/officeDocument/2006/relationships/customXml" Target="../ink/ink1193.xml"/><Relationship Id="rId484" Type="http://schemas.openxmlformats.org/officeDocument/2006/relationships/customXml" Target="../ink/ink1214.xml"/><Relationship Id="rId137" Type="http://schemas.openxmlformats.org/officeDocument/2006/relationships/image" Target="../media/image1025.png"/><Relationship Id="rId302" Type="http://schemas.openxmlformats.org/officeDocument/2006/relationships/image" Target="../media/image1106.png"/><Relationship Id="rId344" Type="http://schemas.openxmlformats.org/officeDocument/2006/relationships/image" Target="../media/image1127.png"/><Relationship Id="rId41" Type="http://schemas.openxmlformats.org/officeDocument/2006/relationships/image" Target="../media/image979.png"/><Relationship Id="rId83" Type="http://schemas.openxmlformats.org/officeDocument/2006/relationships/image" Target="../media/image999.png"/><Relationship Id="rId179" Type="http://schemas.openxmlformats.org/officeDocument/2006/relationships/customXml" Target="../ink/ink1060.xml"/><Relationship Id="rId386" Type="http://schemas.openxmlformats.org/officeDocument/2006/relationships/customXml" Target="../ink/ink1165.xml"/><Relationship Id="rId551" Type="http://schemas.openxmlformats.org/officeDocument/2006/relationships/customXml" Target="../ink/ink1248.xml"/><Relationship Id="rId593" Type="http://schemas.openxmlformats.org/officeDocument/2006/relationships/customXml" Target="../ink/ink1269.xml"/><Relationship Id="rId607" Type="http://schemas.openxmlformats.org/officeDocument/2006/relationships/image" Target="../media/image1255.png"/><Relationship Id="rId190" Type="http://schemas.openxmlformats.org/officeDocument/2006/relationships/image" Target="../media/image1051.png"/><Relationship Id="rId204" Type="http://schemas.openxmlformats.org/officeDocument/2006/relationships/customXml" Target="../ink/ink1073.xml"/><Relationship Id="rId246" Type="http://schemas.openxmlformats.org/officeDocument/2006/relationships/customXml" Target="../ink/ink1094.xml"/><Relationship Id="rId288" Type="http://schemas.openxmlformats.org/officeDocument/2006/relationships/customXml" Target="../ink/ink1115.xml"/><Relationship Id="rId411" Type="http://schemas.openxmlformats.org/officeDocument/2006/relationships/image" Target="../media/image1160.png"/><Relationship Id="rId453" Type="http://schemas.openxmlformats.org/officeDocument/2006/relationships/image" Target="../media/image1181.png"/><Relationship Id="rId509" Type="http://schemas.openxmlformats.org/officeDocument/2006/relationships/image" Target="../media/image1208.png"/><Relationship Id="rId106" Type="http://schemas.openxmlformats.org/officeDocument/2006/relationships/customXml" Target="../ink/ink1023.xml"/><Relationship Id="rId313" Type="http://schemas.openxmlformats.org/officeDocument/2006/relationships/customXml" Target="../ink/ink1128.xml"/><Relationship Id="rId495" Type="http://schemas.openxmlformats.org/officeDocument/2006/relationships/image" Target="../media/image1201.png"/><Relationship Id="rId10" Type="http://schemas.openxmlformats.org/officeDocument/2006/relationships/customXml" Target="../ink/ink975.xml"/><Relationship Id="rId52" Type="http://schemas.openxmlformats.org/officeDocument/2006/relationships/customXml" Target="../ink/ink996.xml"/><Relationship Id="rId94" Type="http://schemas.openxmlformats.org/officeDocument/2006/relationships/customXml" Target="../ink/ink1017.xml"/><Relationship Id="rId148" Type="http://schemas.openxmlformats.org/officeDocument/2006/relationships/customXml" Target="../ink/ink1044.xml"/><Relationship Id="rId355" Type="http://schemas.openxmlformats.org/officeDocument/2006/relationships/customXml" Target="../ink/ink1149.xml"/><Relationship Id="rId397" Type="http://schemas.openxmlformats.org/officeDocument/2006/relationships/image" Target="../media/image1153.png"/><Relationship Id="rId520" Type="http://schemas.openxmlformats.org/officeDocument/2006/relationships/customXml" Target="../ink/ink1232.xml"/><Relationship Id="rId562" Type="http://schemas.openxmlformats.org/officeDocument/2006/relationships/image" Target="../media/image1234.png"/><Relationship Id="rId618" Type="http://schemas.openxmlformats.org/officeDocument/2006/relationships/customXml" Target="../ink/ink1282.xml"/><Relationship Id="rId215" Type="http://schemas.openxmlformats.org/officeDocument/2006/relationships/image" Target="../media/image1063.png"/><Relationship Id="rId257" Type="http://schemas.openxmlformats.org/officeDocument/2006/relationships/image" Target="../media/image1084.png"/><Relationship Id="rId422" Type="http://schemas.openxmlformats.org/officeDocument/2006/relationships/customXml" Target="../ink/ink1183.xml"/><Relationship Id="rId464" Type="http://schemas.openxmlformats.org/officeDocument/2006/relationships/customXml" Target="../ink/ink1204.xml"/><Relationship Id="rId299" Type="http://schemas.openxmlformats.org/officeDocument/2006/relationships/customXml" Target="../ink/ink1121.xml"/><Relationship Id="rId63" Type="http://schemas.openxmlformats.org/officeDocument/2006/relationships/image" Target="../media/image990.png"/><Relationship Id="rId159" Type="http://schemas.openxmlformats.org/officeDocument/2006/relationships/customXml" Target="../ink/ink1050.xml"/><Relationship Id="rId366" Type="http://schemas.openxmlformats.org/officeDocument/2006/relationships/image" Target="../media/image1138.png"/><Relationship Id="rId573" Type="http://schemas.openxmlformats.org/officeDocument/2006/relationships/customXml" Target="../ink/ink1259.xml"/><Relationship Id="rId226" Type="http://schemas.openxmlformats.org/officeDocument/2006/relationships/customXml" Target="../ink/ink1084.xml"/><Relationship Id="rId433" Type="http://schemas.openxmlformats.org/officeDocument/2006/relationships/image" Target="../media/image1171.png"/><Relationship Id="rId640" Type="http://schemas.openxmlformats.org/officeDocument/2006/relationships/customXml" Target="../ink/ink1293.xml"/><Relationship Id="rId74" Type="http://schemas.openxmlformats.org/officeDocument/2006/relationships/customXml" Target="../ink/ink1007.xml"/><Relationship Id="rId377" Type="http://schemas.openxmlformats.org/officeDocument/2006/relationships/image" Target="../media/image1143.png"/><Relationship Id="rId500" Type="http://schemas.openxmlformats.org/officeDocument/2006/relationships/customXml" Target="../ink/ink1222.xml"/><Relationship Id="rId584" Type="http://schemas.openxmlformats.org/officeDocument/2006/relationships/image" Target="../media/image1245.png"/><Relationship Id="rId5" Type="http://schemas.openxmlformats.org/officeDocument/2006/relationships/image" Target="../media/image961.png"/><Relationship Id="rId237" Type="http://schemas.openxmlformats.org/officeDocument/2006/relationships/image" Target="../media/image1074.png"/><Relationship Id="rId444" Type="http://schemas.openxmlformats.org/officeDocument/2006/relationships/customXml" Target="../ink/ink1194.xml"/><Relationship Id="rId290" Type="http://schemas.openxmlformats.org/officeDocument/2006/relationships/customXml" Target="../ink/ink1116.xml"/><Relationship Id="rId304" Type="http://schemas.openxmlformats.org/officeDocument/2006/relationships/image" Target="../media/image1107.png"/><Relationship Id="rId388" Type="http://schemas.openxmlformats.org/officeDocument/2006/relationships/customXml" Target="../ink/ink1166.xml"/><Relationship Id="rId511" Type="http://schemas.openxmlformats.org/officeDocument/2006/relationships/image" Target="../media/image1209.png"/><Relationship Id="rId609" Type="http://schemas.openxmlformats.org/officeDocument/2006/relationships/image" Target="../media/image1256.png"/><Relationship Id="rId85" Type="http://schemas.openxmlformats.org/officeDocument/2006/relationships/image" Target="../media/image1000.png"/><Relationship Id="rId150" Type="http://schemas.openxmlformats.org/officeDocument/2006/relationships/customXml" Target="../ink/ink1045.xml"/><Relationship Id="rId595" Type="http://schemas.openxmlformats.org/officeDocument/2006/relationships/image" Target="../media/image1249.png"/><Relationship Id="rId248" Type="http://schemas.openxmlformats.org/officeDocument/2006/relationships/customXml" Target="../ink/ink1095.xml"/><Relationship Id="rId455" Type="http://schemas.openxmlformats.org/officeDocument/2006/relationships/image" Target="../media/image1182.png"/><Relationship Id="rId12" Type="http://schemas.openxmlformats.org/officeDocument/2006/relationships/customXml" Target="../ink/ink976.xml"/><Relationship Id="rId108" Type="http://schemas.openxmlformats.org/officeDocument/2006/relationships/customXml" Target="../ink/ink1024.xml"/><Relationship Id="rId315" Type="http://schemas.openxmlformats.org/officeDocument/2006/relationships/customXml" Target="../ink/ink1129.xml"/><Relationship Id="rId522" Type="http://schemas.openxmlformats.org/officeDocument/2006/relationships/customXml" Target="../ink/ink1233.xml"/><Relationship Id="rId96" Type="http://schemas.openxmlformats.org/officeDocument/2006/relationships/customXml" Target="../ink/ink1018.xml"/><Relationship Id="rId161" Type="http://schemas.openxmlformats.org/officeDocument/2006/relationships/customXml" Target="../ink/ink1051.xml"/><Relationship Id="rId399" Type="http://schemas.openxmlformats.org/officeDocument/2006/relationships/image" Target="../media/image1154.png"/><Relationship Id="rId259" Type="http://schemas.openxmlformats.org/officeDocument/2006/relationships/image" Target="../media/image1085.png"/><Relationship Id="rId466" Type="http://schemas.openxmlformats.org/officeDocument/2006/relationships/customXml" Target="../ink/ink1205.xml"/><Relationship Id="rId23" Type="http://schemas.openxmlformats.org/officeDocument/2006/relationships/image" Target="../media/image970.png"/><Relationship Id="rId119" Type="http://schemas.openxmlformats.org/officeDocument/2006/relationships/image" Target="../media/image1016.png"/><Relationship Id="rId326" Type="http://schemas.openxmlformats.org/officeDocument/2006/relationships/image" Target="../media/image1118.png"/><Relationship Id="rId533" Type="http://schemas.openxmlformats.org/officeDocument/2006/relationships/image" Target="../media/image1220.png"/><Relationship Id="rId172" Type="http://schemas.openxmlformats.org/officeDocument/2006/relationships/image" Target="../media/image1042.png"/><Relationship Id="rId477" Type="http://schemas.openxmlformats.org/officeDocument/2006/relationships/image" Target="../media/image1193.png"/><Relationship Id="rId600" Type="http://schemas.openxmlformats.org/officeDocument/2006/relationships/customXml" Target="../ink/ink1273.xml"/><Relationship Id="rId337" Type="http://schemas.openxmlformats.org/officeDocument/2006/relationships/customXml" Target="../ink/ink1140.xml"/><Relationship Id="rId34" Type="http://schemas.openxmlformats.org/officeDocument/2006/relationships/customXml" Target="../ink/ink987.xml"/><Relationship Id="rId544" Type="http://schemas.openxmlformats.org/officeDocument/2006/relationships/customXml" Target="../ink/ink1244.xml"/><Relationship Id="rId183" Type="http://schemas.openxmlformats.org/officeDocument/2006/relationships/customXml" Target="../ink/ink1062.xml"/><Relationship Id="rId390" Type="http://schemas.openxmlformats.org/officeDocument/2006/relationships/customXml" Target="../ink/ink1167.xml"/><Relationship Id="rId404" Type="http://schemas.openxmlformats.org/officeDocument/2006/relationships/customXml" Target="../ink/ink1174.xml"/><Relationship Id="rId611" Type="http://schemas.openxmlformats.org/officeDocument/2006/relationships/image" Target="../media/image1257.png"/><Relationship Id="rId250" Type="http://schemas.openxmlformats.org/officeDocument/2006/relationships/customXml" Target="../ink/ink1096.xml"/><Relationship Id="rId488" Type="http://schemas.openxmlformats.org/officeDocument/2006/relationships/customXml" Target="../ink/ink1216.xml"/><Relationship Id="rId45" Type="http://schemas.openxmlformats.org/officeDocument/2006/relationships/image" Target="../media/image981.png"/><Relationship Id="rId110" Type="http://schemas.openxmlformats.org/officeDocument/2006/relationships/customXml" Target="../ink/ink1025.xml"/><Relationship Id="rId348" Type="http://schemas.openxmlformats.org/officeDocument/2006/relationships/image" Target="../media/image1129.png"/><Relationship Id="rId555" Type="http://schemas.openxmlformats.org/officeDocument/2006/relationships/customXml" Target="../ink/ink1250.xml"/><Relationship Id="rId194" Type="http://schemas.openxmlformats.org/officeDocument/2006/relationships/image" Target="../media/image1053.png"/><Relationship Id="rId208" Type="http://schemas.openxmlformats.org/officeDocument/2006/relationships/customXml" Target="../ink/ink1075.xml"/><Relationship Id="rId415" Type="http://schemas.openxmlformats.org/officeDocument/2006/relationships/image" Target="../media/image1162.png"/><Relationship Id="rId622" Type="http://schemas.openxmlformats.org/officeDocument/2006/relationships/customXml" Target="../ink/ink1284.xml"/><Relationship Id="rId261" Type="http://schemas.openxmlformats.org/officeDocument/2006/relationships/image" Target="../media/image1086.png"/><Relationship Id="rId499" Type="http://schemas.openxmlformats.org/officeDocument/2006/relationships/image" Target="../media/image1203.png"/><Relationship Id="rId56" Type="http://schemas.openxmlformats.org/officeDocument/2006/relationships/customXml" Target="../ink/ink998.xml"/><Relationship Id="rId359" Type="http://schemas.openxmlformats.org/officeDocument/2006/relationships/customXml" Target="../ink/ink1151.xml"/><Relationship Id="rId566" Type="http://schemas.openxmlformats.org/officeDocument/2006/relationships/image" Target="../media/image1236.png"/><Relationship Id="rId121" Type="http://schemas.openxmlformats.org/officeDocument/2006/relationships/image" Target="../media/image1017.png"/><Relationship Id="rId219" Type="http://schemas.openxmlformats.org/officeDocument/2006/relationships/image" Target="../media/image1065.png"/><Relationship Id="rId426" Type="http://schemas.openxmlformats.org/officeDocument/2006/relationships/customXml" Target="../ink/ink1185.xml"/><Relationship Id="rId633" Type="http://schemas.openxmlformats.org/officeDocument/2006/relationships/image" Target="../media/image1268.png"/><Relationship Id="rId67" Type="http://schemas.openxmlformats.org/officeDocument/2006/relationships/image" Target="../media/image992.png"/><Relationship Id="rId272" Type="http://schemas.openxmlformats.org/officeDocument/2006/relationships/customXml" Target="../ink/ink1107.xml"/><Relationship Id="rId577" Type="http://schemas.openxmlformats.org/officeDocument/2006/relationships/customXml" Target="../ink/ink1261.xml"/><Relationship Id="rId132" Type="http://schemas.openxmlformats.org/officeDocument/2006/relationships/customXml" Target="../ink/ink1036.xml"/><Relationship Id="rId437" Type="http://schemas.openxmlformats.org/officeDocument/2006/relationships/image" Target="../media/image1173.png"/><Relationship Id="rId283" Type="http://schemas.openxmlformats.org/officeDocument/2006/relationships/image" Target="../media/image1097.png"/><Relationship Id="rId490" Type="http://schemas.openxmlformats.org/officeDocument/2006/relationships/customXml" Target="../ink/ink1217.xml"/><Relationship Id="rId504" Type="http://schemas.openxmlformats.org/officeDocument/2006/relationships/customXml" Target="../ink/ink1224.xml"/><Relationship Id="rId78" Type="http://schemas.openxmlformats.org/officeDocument/2006/relationships/customXml" Target="../ink/ink1009.xml"/><Relationship Id="rId143" Type="http://schemas.openxmlformats.org/officeDocument/2006/relationships/image" Target="../media/image1028.png"/><Relationship Id="rId350" Type="http://schemas.openxmlformats.org/officeDocument/2006/relationships/image" Target="../media/image1130.png"/><Relationship Id="rId588" Type="http://schemas.openxmlformats.org/officeDocument/2006/relationships/image" Target="../media/image1247.png"/><Relationship Id="rId9" Type="http://schemas.openxmlformats.org/officeDocument/2006/relationships/image" Target="../media/image963.png"/><Relationship Id="rId210" Type="http://schemas.openxmlformats.org/officeDocument/2006/relationships/customXml" Target="../ink/ink1076.xml"/><Relationship Id="rId448" Type="http://schemas.openxmlformats.org/officeDocument/2006/relationships/customXml" Target="../ink/ink1196.xml"/><Relationship Id="rId294" Type="http://schemas.openxmlformats.org/officeDocument/2006/relationships/customXml" Target="../ink/ink1118.xml"/><Relationship Id="rId308" Type="http://schemas.openxmlformats.org/officeDocument/2006/relationships/image" Target="../media/image1109.png"/><Relationship Id="rId515" Type="http://schemas.openxmlformats.org/officeDocument/2006/relationships/image" Target="../media/image1211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353.xml"/><Relationship Id="rId21" Type="http://schemas.openxmlformats.org/officeDocument/2006/relationships/customXml" Target="../ink/ink1305.xml"/><Relationship Id="rId42" Type="http://schemas.openxmlformats.org/officeDocument/2006/relationships/image" Target="../media/image1291.png"/><Relationship Id="rId63" Type="http://schemas.openxmlformats.org/officeDocument/2006/relationships/customXml" Target="../ink/ink1326.xml"/><Relationship Id="rId84" Type="http://schemas.openxmlformats.org/officeDocument/2006/relationships/image" Target="../media/image1312.png"/><Relationship Id="rId138" Type="http://schemas.openxmlformats.org/officeDocument/2006/relationships/customXml" Target="../ink/ink1364.xml"/><Relationship Id="rId159" Type="http://schemas.openxmlformats.org/officeDocument/2006/relationships/image" Target="../media/image1349.png"/><Relationship Id="rId170" Type="http://schemas.openxmlformats.org/officeDocument/2006/relationships/customXml" Target="../ink/ink1380.xml"/><Relationship Id="rId191" Type="http://schemas.openxmlformats.org/officeDocument/2006/relationships/image" Target="../media/image1364.png"/><Relationship Id="rId205" Type="http://schemas.openxmlformats.org/officeDocument/2006/relationships/image" Target="../media/image1371.png"/><Relationship Id="rId107" Type="http://schemas.openxmlformats.org/officeDocument/2006/relationships/customXml" Target="../ink/ink1348.xml"/><Relationship Id="rId11" Type="http://schemas.openxmlformats.org/officeDocument/2006/relationships/image" Target="../media/image1276.png"/><Relationship Id="rId32" Type="http://schemas.openxmlformats.org/officeDocument/2006/relationships/image" Target="../media/image1286.png"/><Relationship Id="rId53" Type="http://schemas.openxmlformats.org/officeDocument/2006/relationships/customXml" Target="../ink/ink1321.xml"/><Relationship Id="rId74" Type="http://schemas.openxmlformats.org/officeDocument/2006/relationships/image" Target="../media/image1307.png"/><Relationship Id="rId128" Type="http://schemas.openxmlformats.org/officeDocument/2006/relationships/customXml" Target="../ink/ink1359.xml"/><Relationship Id="rId149" Type="http://schemas.openxmlformats.org/officeDocument/2006/relationships/image" Target="../media/image1344.png"/><Relationship Id="rId5" Type="http://schemas.openxmlformats.org/officeDocument/2006/relationships/image" Target="../media/image1273.png"/><Relationship Id="rId95" Type="http://schemas.openxmlformats.org/officeDocument/2006/relationships/customXml" Target="../ink/ink1342.xml"/><Relationship Id="rId160" Type="http://schemas.openxmlformats.org/officeDocument/2006/relationships/customXml" Target="../ink/ink1375.xml"/><Relationship Id="rId181" Type="http://schemas.openxmlformats.org/officeDocument/2006/relationships/image" Target="../media/image1359.png"/><Relationship Id="rId22" Type="http://schemas.openxmlformats.org/officeDocument/2006/relationships/image" Target="../media/image1281.png"/><Relationship Id="rId43" Type="http://schemas.openxmlformats.org/officeDocument/2006/relationships/customXml" Target="../ink/ink1316.xml"/><Relationship Id="rId64" Type="http://schemas.openxmlformats.org/officeDocument/2006/relationships/image" Target="../media/image1302.png"/><Relationship Id="rId118" Type="http://schemas.openxmlformats.org/officeDocument/2006/relationships/customXml" Target="../ink/ink1354.xml"/><Relationship Id="rId139" Type="http://schemas.openxmlformats.org/officeDocument/2006/relationships/image" Target="../media/image1339.png"/><Relationship Id="rId85" Type="http://schemas.openxmlformats.org/officeDocument/2006/relationships/customXml" Target="../ink/ink1337.xml"/><Relationship Id="rId150" Type="http://schemas.openxmlformats.org/officeDocument/2006/relationships/customXml" Target="../ink/ink1370.xml"/><Relationship Id="rId171" Type="http://schemas.openxmlformats.org/officeDocument/2006/relationships/customXml" Target="../ink/ink1381.xml"/><Relationship Id="rId192" Type="http://schemas.openxmlformats.org/officeDocument/2006/relationships/customXml" Target="../ink/ink1392.xml"/><Relationship Id="rId206" Type="http://schemas.openxmlformats.org/officeDocument/2006/relationships/customXml" Target="../ink/ink1399.xml"/><Relationship Id="rId12" Type="http://schemas.openxmlformats.org/officeDocument/2006/relationships/customXml" Target="../ink/ink1300.xml"/><Relationship Id="rId33" Type="http://schemas.openxmlformats.org/officeDocument/2006/relationships/customXml" Target="../ink/ink1311.xml"/><Relationship Id="rId108" Type="http://schemas.openxmlformats.org/officeDocument/2006/relationships/image" Target="../media/image1324.png"/><Relationship Id="rId129" Type="http://schemas.openxmlformats.org/officeDocument/2006/relationships/image" Target="../media/image1334.png"/><Relationship Id="rId54" Type="http://schemas.openxmlformats.org/officeDocument/2006/relationships/image" Target="../media/image1297.png"/><Relationship Id="rId75" Type="http://schemas.openxmlformats.org/officeDocument/2006/relationships/customXml" Target="../ink/ink1332.xml"/><Relationship Id="rId96" Type="http://schemas.openxmlformats.org/officeDocument/2006/relationships/image" Target="../media/image1318.png"/><Relationship Id="rId140" Type="http://schemas.openxmlformats.org/officeDocument/2006/relationships/customXml" Target="../ink/ink1365.xml"/><Relationship Id="rId161" Type="http://schemas.openxmlformats.org/officeDocument/2006/relationships/image" Target="../media/image1350.png"/><Relationship Id="rId182" Type="http://schemas.openxmlformats.org/officeDocument/2006/relationships/customXml" Target="../ink/ink1387.xml"/><Relationship Id="rId6" Type="http://schemas.openxmlformats.org/officeDocument/2006/relationships/customXml" Target="../ink/ink1297.xml"/><Relationship Id="rId23" Type="http://schemas.openxmlformats.org/officeDocument/2006/relationships/customXml" Target="../ink/ink1306.xml"/><Relationship Id="rId119" Type="http://schemas.openxmlformats.org/officeDocument/2006/relationships/image" Target="../media/image1329.png"/><Relationship Id="rId44" Type="http://schemas.openxmlformats.org/officeDocument/2006/relationships/image" Target="../media/image1292.png"/><Relationship Id="rId65" Type="http://schemas.openxmlformats.org/officeDocument/2006/relationships/customXml" Target="../ink/ink1327.xml"/><Relationship Id="rId86" Type="http://schemas.openxmlformats.org/officeDocument/2006/relationships/image" Target="../media/image1313.png"/><Relationship Id="rId130" Type="http://schemas.openxmlformats.org/officeDocument/2006/relationships/customXml" Target="../ink/ink1360.xml"/><Relationship Id="rId151" Type="http://schemas.openxmlformats.org/officeDocument/2006/relationships/image" Target="../media/image1345.png"/><Relationship Id="rId172" Type="http://schemas.openxmlformats.org/officeDocument/2006/relationships/customXml" Target="../ink/ink1382.xml"/><Relationship Id="rId193" Type="http://schemas.openxmlformats.org/officeDocument/2006/relationships/image" Target="../media/image1365.png"/><Relationship Id="rId207" Type="http://schemas.openxmlformats.org/officeDocument/2006/relationships/image" Target="../media/image1372.png"/><Relationship Id="rId13" Type="http://schemas.openxmlformats.org/officeDocument/2006/relationships/customXml" Target="../ink/ink1301.xml"/><Relationship Id="rId109" Type="http://schemas.openxmlformats.org/officeDocument/2006/relationships/customXml" Target="../ink/ink1349.xml"/><Relationship Id="rId34" Type="http://schemas.openxmlformats.org/officeDocument/2006/relationships/image" Target="../media/image1287.png"/><Relationship Id="rId55" Type="http://schemas.openxmlformats.org/officeDocument/2006/relationships/customXml" Target="../ink/ink1322.xml"/><Relationship Id="rId76" Type="http://schemas.openxmlformats.org/officeDocument/2006/relationships/image" Target="../media/image1308.png"/><Relationship Id="rId97" Type="http://schemas.openxmlformats.org/officeDocument/2006/relationships/customXml" Target="../ink/ink1343.xml"/><Relationship Id="rId120" Type="http://schemas.openxmlformats.org/officeDocument/2006/relationships/customXml" Target="../ink/ink1355.xml"/><Relationship Id="rId141" Type="http://schemas.openxmlformats.org/officeDocument/2006/relationships/image" Target="../media/image1340.png"/><Relationship Id="rId7" Type="http://schemas.openxmlformats.org/officeDocument/2006/relationships/image" Target="../media/image1274.png"/><Relationship Id="rId162" Type="http://schemas.openxmlformats.org/officeDocument/2006/relationships/customXml" Target="../ink/ink1376.xml"/><Relationship Id="rId183" Type="http://schemas.openxmlformats.org/officeDocument/2006/relationships/image" Target="../media/image1360.png"/><Relationship Id="rId24" Type="http://schemas.openxmlformats.org/officeDocument/2006/relationships/image" Target="../media/image1282.png"/><Relationship Id="rId45" Type="http://schemas.openxmlformats.org/officeDocument/2006/relationships/customXml" Target="../ink/ink1317.xml"/><Relationship Id="rId66" Type="http://schemas.openxmlformats.org/officeDocument/2006/relationships/image" Target="../media/image1303.png"/><Relationship Id="rId87" Type="http://schemas.openxmlformats.org/officeDocument/2006/relationships/customXml" Target="../ink/ink1338.xml"/><Relationship Id="rId110" Type="http://schemas.openxmlformats.org/officeDocument/2006/relationships/image" Target="../media/image1325.png"/><Relationship Id="rId131" Type="http://schemas.openxmlformats.org/officeDocument/2006/relationships/image" Target="../media/image1335.png"/><Relationship Id="rId152" Type="http://schemas.openxmlformats.org/officeDocument/2006/relationships/customXml" Target="../ink/ink1371.xml"/><Relationship Id="rId173" Type="http://schemas.openxmlformats.org/officeDocument/2006/relationships/image" Target="../media/image1355.png"/><Relationship Id="rId194" Type="http://schemas.openxmlformats.org/officeDocument/2006/relationships/customXml" Target="../ink/ink1393.xml"/><Relationship Id="rId208" Type="http://schemas.openxmlformats.org/officeDocument/2006/relationships/customXml" Target="../ink/ink1400.xml"/><Relationship Id="rId19" Type="http://schemas.openxmlformats.org/officeDocument/2006/relationships/customXml" Target="../ink/ink1304.xml"/><Relationship Id="rId14" Type="http://schemas.openxmlformats.org/officeDocument/2006/relationships/image" Target="../media/image1277.png"/><Relationship Id="rId30" Type="http://schemas.openxmlformats.org/officeDocument/2006/relationships/image" Target="../media/image1285.png"/><Relationship Id="rId35" Type="http://schemas.openxmlformats.org/officeDocument/2006/relationships/customXml" Target="../ink/ink1312.xml"/><Relationship Id="rId56" Type="http://schemas.openxmlformats.org/officeDocument/2006/relationships/image" Target="../media/image1298.png"/><Relationship Id="rId77" Type="http://schemas.openxmlformats.org/officeDocument/2006/relationships/customXml" Target="../ink/ink1333.xml"/><Relationship Id="rId100" Type="http://schemas.openxmlformats.org/officeDocument/2006/relationships/image" Target="../media/image1320.png"/><Relationship Id="rId105" Type="http://schemas.openxmlformats.org/officeDocument/2006/relationships/customXml" Target="../ink/ink1347.xml"/><Relationship Id="rId126" Type="http://schemas.openxmlformats.org/officeDocument/2006/relationships/customXml" Target="../ink/ink1358.xml"/><Relationship Id="rId147" Type="http://schemas.openxmlformats.org/officeDocument/2006/relationships/image" Target="../media/image1343.png"/><Relationship Id="rId168" Type="http://schemas.openxmlformats.org/officeDocument/2006/relationships/customXml" Target="../ink/ink1379.xml"/><Relationship Id="rId8" Type="http://schemas.openxmlformats.org/officeDocument/2006/relationships/customXml" Target="../ink/ink1298.xml"/><Relationship Id="rId51" Type="http://schemas.openxmlformats.org/officeDocument/2006/relationships/customXml" Target="../ink/ink1320.xml"/><Relationship Id="rId72" Type="http://schemas.openxmlformats.org/officeDocument/2006/relationships/image" Target="../media/image1306.png"/><Relationship Id="rId93" Type="http://schemas.openxmlformats.org/officeDocument/2006/relationships/customXml" Target="../ink/ink1341.xml"/><Relationship Id="rId98" Type="http://schemas.openxmlformats.org/officeDocument/2006/relationships/image" Target="../media/image1319.png"/><Relationship Id="rId121" Type="http://schemas.openxmlformats.org/officeDocument/2006/relationships/image" Target="../media/image1330.png"/><Relationship Id="rId142" Type="http://schemas.openxmlformats.org/officeDocument/2006/relationships/customXml" Target="../ink/ink1366.xml"/><Relationship Id="rId163" Type="http://schemas.openxmlformats.org/officeDocument/2006/relationships/image" Target="../media/image1351.png"/><Relationship Id="rId184" Type="http://schemas.openxmlformats.org/officeDocument/2006/relationships/customXml" Target="../ink/ink1388.xml"/><Relationship Id="rId189" Type="http://schemas.openxmlformats.org/officeDocument/2006/relationships/image" Target="../media/image1363.png"/><Relationship Id="rId3" Type="http://schemas.openxmlformats.org/officeDocument/2006/relationships/image" Target="../media/image99.png"/><Relationship Id="rId25" Type="http://schemas.openxmlformats.org/officeDocument/2006/relationships/customXml" Target="../ink/ink1307.xml"/><Relationship Id="rId46" Type="http://schemas.openxmlformats.org/officeDocument/2006/relationships/image" Target="../media/image1293.png"/><Relationship Id="rId67" Type="http://schemas.openxmlformats.org/officeDocument/2006/relationships/customXml" Target="../ink/ink1328.xml"/><Relationship Id="rId116" Type="http://schemas.openxmlformats.org/officeDocument/2006/relationships/image" Target="../media/image1328.png"/><Relationship Id="rId137" Type="http://schemas.openxmlformats.org/officeDocument/2006/relationships/image" Target="../media/image1338.png"/><Relationship Id="rId158" Type="http://schemas.openxmlformats.org/officeDocument/2006/relationships/customXml" Target="../ink/ink1374.xml"/><Relationship Id="rId20" Type="http://schemas.openxmlformats.org/officeDocument/2006/relationships/image" Target="../media/image1280.png"/><Relationship Id="rId41" Type="http://schemas.openxmlformats.org/officeDocument/2006/relationships/customXml" Target="../ink/ink1315.xml"/><Relationship Id="rId62" Type="http://schemas.openxmlformats.org/officeDocument/2006/relationships/image" Target="../media/image1301.png"/><Relationship Id="rId83" Type="http://schemas.openxmlformats.org/officeDocument/2006/relationships/customXml" Target="../ink/ink1336.xml"/><Relationship Id="rId88" Type="http://schemas.openxmlformats.org/officeDocument/2006/relationships/image" Target="../media/image1314.png"/><Relationship Id="rId111" Type="http://schemas.openxmlformats.org/officeDocument/2006/relationships/customXml" Target="../ink/ink1350.xml"/><Relationship Id="rId132" Type="http://schemas.openxmlformats.org/officeDocument/2006/relationships/customXml" Target="../ink/ink1361.xml"/><Relationship Id="rId153" Type="http://schemas.openxmlformats.org/officeDocument/2006/relationships/image" Target="../media/image1346.png"/><Relationship Id="rId174" Type="http://schemas.openxmlformats.org/officeDocument/2006/relationships/customXml" Target="../ink/ink1383.xml"/><Relationship Id="rId179" Type="http://schemas.openxmlformats.org/officeDocument/2006/relationships/image" Target="../media/image1358.png"/><Relationship Id="rId195" Type="http://schemas.openxmlformats.org/officeDocument/2006/relationships/image" Target="../media/image1366.png"/><Relationship Id="rId209" Type="http://schemas.openxmlformats.org/officeDocument/2006/relationships/image" Target="../media/image1373.png"/><Relationship Id="rId190" Type="http://schemas.openxmlformats.org/officeDocument/2006/relationships/customXml" Target="../ink/ink1391.xml"/><Relationship Id="rId204" Type="http://schemas.openxmlformats.org/officeDocument/2006/relationships/customXml" Target="../ink/ink1398.xml"/><Relationship Id="rId15" Type="http://schemas.openxmlformats.org/officeDocument/2006/relationships/customXml" Target="../ink/ink1302.xml"/><Relationship Id="rId36" Type="http://schemas.openxmlformats.org/officeDocument/2006/relationships/image" Target="../media/image1288.png"/><Relationship Id="rId57" Type="http://schemas.openxmlformats.org/officeDocument/2006/relationships/customXml" Target="../ink/ink1323.xml"/><Relationship Id="rId106" Type="http://schemas.openxmlformats.org/officeDocument/2006/relationships/image" Target="../media/image1323.png"/><Relationship Id="rId127" Type="http://schemas.openxmlformats.org/officeDocument/2006/relationships/image" Target="../media/image1333.png"/><Relationship Id="rId10" Type="http://schemas.openxmlformats.org/officeDocument/2006/relationships/customXml" Target="../ink/ink1299.xml"/><Relationship Id="rId31" Type="http://schemas.openxmlformats.org/officeDocument/2006/relationships/customXml" Target="../ink/ink1310.xml"/><Relationship Id="rId52" Type="http://schemas.openxmlformats.org/officeDocument/2006/relationships/image" Target="../media/image1296.png"/><Relationship Id="rId73" Type="http://schemas.openxmlformats.org/officeDocument/2006/relationships/customXml" Target="../ink/ink1331.xml"/><Relationship Id="rId78" Type="http://schemas.openxmlformats.org/officeDocument/2006/relationships/image" Target="../media/image1309.png"/><Relationship Id="rId94" Type="http://schemas.openxmlformats.org/officeDocument/2006/relationships/image" Target="../media/image1317.png"/><Relationship Id="rId99" Type="http://schemas.openxmlformats.org/officeDocument/2006/relationships/customXml" Target="../ink/ink1344.xml"/><Relationship Id="rId101" Type="http://schemas.openxmlformats.org/officeDocument/2006/relationships/customXml" Target="../ink/ink1345.xml"/><Relationship Id="rId122" Type="http://schemas.openxmlformats.org/officeDocument/2006/relationships/customXml" Target="../ink/ink1356.xml"/><Relationship Id="rId143" Type="http://schemas.openxmlformats.org/officeDocument/2006/relationships/image" Target="../media/image1341.png"/><Relationship Id="rId148" Type="http://schemas.openxmlformats.org/officeDocument/2006/relationships/customXml" Target="../ink/ink1369.xml"/><Relationship Id="rId164" Type="http://schemas.openxmlformats.org/officeDocument/2006/relationships/customXml" Target="../ink/ink1377.xml"/><Relationship Id="rId169" Type="http://schemas.openxmlformats.org/officeDocument/2006/relationships/image" Target="../media/image1354.png"/><Relationship Id="rId185" Type="http://schemas.openxmlformats.org/officeDocument/2006/relationships/image" Target="../media/image1361.png"/><Relationship Id="rId4" Type="http://schemas.openxmlformats.org/officeDocument/2006/relationships/customXml" Target="../ink/ink1296.xml"/><Relationship Id="rId9" Type="http://schemas.openxmlformats.org/officeDocument/2006/relationships/image" Target="../media/image1275.png"/><Relationship Id="rId180" Type="http://schemas.openxmlformats.org/officeDocument/2006/relationships/customXml" Target="../ink/ink1386.xml"/><Relationship Id="rId210" Type="http://schemas.openxmlformats.org/officeDocument/2006/relationships/customXml" Target="../ink/ink1401.xml"/><Relationship Id="rId26" Type="http://schemas.openxmlformats.org/officeDocument/2006/relationships/image" Target="../media/image1283.png"/><Relationship Id="rId47" Type="http://schemas.openxmlformats.org/officeDocument/2006/relationships/customXml" Target="../ink/ink1318.xml"/><Relationship Id="rId68" Type="http://schemas.openxmlformats.org/officeDocument/2006/relationships/image" Target="../media/image1304.png"/><Relationship Id="rId89" Type="http://schemas.openxmlformats.org/officeDocument/2006/relationships/customXml" Target="../ink/ink1339.xml"/><Relationship Id="rId112" Type="http://schemas.openxmlformats.org/officeDocument/2006/relationships/image" Target="../media/image1326.png"/><Relationship Id="rId133" Type="http://schemas.openxmlformats.org/officeDocument/2006/relationships/image" Target="../media/image1336.png"/><Relationship Id="rId154" Type="http://schemas.openxmlformats.org/officeDocument/2006/relationships/customXml" Target="../ink/ink1372.xml"/><Relationship Id="rId175" Type="http://schemas.openxmlformats.org/officeDocument/2006/relationships/image" Target="../media/image1356.png"/><Relationship Id="rId196" Type="http://schemas.openxmlformats.org/officeDocument/2006/relationships/customXml" Target="../ink/ink1394.xml"/><Relationship Id="rId200" Type="http://schemas.openxmlformats.org/officeDocument/2006/relationships/customXml" Target="../ink/ink1396.xml"/><Relationship Id="rId16" Type="http://schemas.openxmlformats.org/officeDocument/2006/relationships/image" Target="../media/image1278.png"/><Relationship Id="rId37" Type="http://schemas.openxmlformats.org/officeDocument/2006/relationships/customXml" Target="../ink/ink1313.xml"/><Relationship Id="rId58" Type="http://schemas.openxmlformats.org/officeDocument/2006/relationships/image" Target="../media/image1299.png"/><Relationship Id="rId79" Type="http://schemas.openxmlformats.org/officeDocument/2006/relationships/customXml" Target="../ink/ink1334.xml"/><Relationship Id="rId102" Type="http://schemas.openxmlformats.org/officeDocument/2006/relationships/image" Target="../media/image1321.png"/><Relationship Id="rId123" Type="http://schemas.openxmlformats.org/officeDocument/2006/relationships/image" Target="../media/image1331.png"/><Relationship Id="rId144" Type="http://schemas.openxmlformats.org/officeDocument/2006/relationships/customXml" Target="../ink/ink1367.xml"/><Relationship Id="rId90" Type="http://schemas.openxmlformats.org/officeDocument/2006/relationships/image" Target="../media/image1315.png"/><Relationship Id="rId165" Type="http://schemas.openxmlformats.org/officeDocument/2006/relationships/image" Target="../media/image1352.png"/><Relationship Id="rId186" Type="http://schemas.openxmlformats.org/officeDocument/2006/relationships/customXml" Target="../ink/ink1389.xml"/><Relationship Id="rId211" Type="http://schemas.openxmlformats.org/officeDocument/2006/relationships/image" Target="../media/image1374.png"/><Relationship Id="rId27" Type="http://schemas.openxmlformats.org/officeDocument/2006/relationships/customXml" Target="../ink/ink1308.xml"/><Relationship Id="rId48" Type="http://schemas.openxmlformats.org/officeDocument/2006/relationships/image" Target="../media/image1294.png"/><Relationship Id="rId69" Type="http://schemas.openxmlformats.org/officeDocument/2006/relationships/customXml" Target="../ink/ink1329.xml"/><Relationship Id="rId113" Type="http://schemas.openxmlformats.org/officeDocument/2006/relationships/customXml" Target="../ink/ink1351.xml"/><Relationship Id="rId134" Type="http://schemas.openxmlformats.org/officeDocument/2006/relationships/customXml" Target="../ink/ink1362.xml"/><Relationship Id="rId80" Type="http://schemas.openxmlformats.org/officeDocument/2006/relationships/image" Target="../media/image1310.png"/><Relationship Id="rId155" Type="http://schemas.openxmlformats.org/officeDocument/2006/relationships/image" Target="../media/image1347.png"/><Relationship Id="rId176" Type="http://schemas.openxmlformats.org/officeDocument/2006/relationships/customXml" Target="../ink/ink1384.xml"/><Relationship Id="rId197" Type="http://schemas.openxmlformats.org/officeDocument/2006/relationships/image" Target="../media/image1367.png"/><Relationship Id="rId201" Type="http://schemas.openxmlformats.org/officeDocument/2006/relationships/image" Target="../media/image1369.png"/><Relationship Id="rId17" Type="http://schemas.openxmlformats.org/officeDocument/2006/relationships/customXml" Target="../ink/ink1303.xml"/><Relationship Id="rId38" Type="http://schemas.openxmlformats.org/officeDocument/2006/relationships/image" Target="../media/image1289.png"/><Relationship Id="rId59" Type="http://schemas.openxmlformats.org/officeDocument/2006/relationships/customXml" Target="../ink/ink1324.xml"/><Relationship Id="rId103" Type="http://schemas.openxmlformats.org/officeDocument/2006/relationships/customXml" Target="../ink/ink1346.xml"/><Relationship Id="rId124" Type="http://schemas.openxmlformats.org/officeDocument/2006/relationships/customXml" Target="../ink/ink1357.xml"/><Relationship Id="rId70" Type="http://schemas.openxmlformats.org/officeDocument/2006/relationships/image" Target="../media/image1305.png"/><Relationship Id="rId91" Type="http://schemas.openxmlformats.org/officeDocument/2006/relationships/customXml" Target="../ink/ink1340.xml"/><Relationship Id="rId145" Type="http://schemas.openxmlformats.org/officeDocument/2006/relationships/image" Target="../media/image1342.png"/><Relationship Id="rId166" Type="http://schemas.openxmlformats.org/officeDocument/2006/relationships/customXml" Target="../ink/ink1378.xml"/><Relationship Id="rId187" Type="http://schemas.openxmlformats.org/officeDocument/2006/relationships/image" Target="../media/image1362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402.xml"/><Relationship Id="rId28" Type="http://schemas.openxmlformats.org/officeDocument/2006/relationships/image" Target="../media/image1284.png"/><Relationship Id="rId49" Type="http://schemas.openxmlformats.org/officeDocument/2006/relationships/customXml" Target="../ink/ink1319.xml"/><Relationship Id="rId114" Type="http://schemas.openxmlformats.org/officeDocument/2006/relationships/image" Target="../media/image1327.png"/><Relationship Id="rId60" Type="http://schemas.openxmlformats.org/officeDocument/2006/relationships/image" Target="../media/image1300.png"/><Relationship Id="rId81" Type="http://schemas.openxmlformats.org/officeDocument/2006/relationships/customXml" Target="../ink/ink1335.xml"/><Relationship Id="rId135" Type="http://schemas.openxmlformats.org/officeDocument/2006/relationships/image" Target="../media/image1337.png"/><Relationship Id="rId156" Type="http://schemas.openxmlformats.org/officeDocument/2006/relationships/customXml" Target="../ink/ink1373.xml"/><Relationship Id="rId177" Type="http://schemas.openxmlformats.org/officeDocument/2006/relationships/image" Target="../media/image1357.png"/><Relationship Id="rId198" Type="http://schemas.openxmlformats.org/officeDocument/2006/relationships/customXml" Target="../ink/ink1395.xml"/><Relationship Id="rId202" Type="http://schemas.openxmlformats.org/officeDocument/2006/relationships/customXml" Target="../ink/ink1397.xml"/><Relationship Id="rId18" Type="http://schemas.openxmlformats.org/officeDocument/2006/relationships/image" Target="../media/image1279.png"/><Relationship Id="rId39" Type="http://schemas.openxmlformats.org/officeDocument/2006/relationships/customXml" Target="../ink/ink1314.xml"/><Relationship Id="rId50" Type="http://schemas.openxmlformats.org/officeDocument/2006/relationships/image" Target="../media/image1295.png"/><Relationship Id="rId104" Type="http://schemas.openxmlformats.org/officeDocument/2006/relationships/image" Target="../media/image1322.png"/><Relationship Id="rId125" Type="http://schemas.openxmlformats.org/officeDocument/2006/relationships/image" Target="../media/image1332.png"/><Relationship Id="rId146" Type="http://schemas.openxmlformats.org/officeDocument/2006/relationships/customXml" Target="../ink/ink1368.xml"/><Relationship Id="rId167" Type="http://schemas.openxmlformats.org/officeDocument/2006/relationships/image" Target="../media/image1353.png"/><Relationship Id="rId188" Type="http://schemas.openxmlformats.org/officeDocument/2006/relationships/customXml" Target="../ink/ink1390.xml"/><Relationship Id="rId71" Type="http://schemas.openxmlformats.org/officeDocument/2006/relationships/customXml" Target="../ink/ink1330.xml"/><Relationship Id="rId92" Type="http://schemas.openxmlformats.org/officeDocument/2006/relationships/image" Target="../media/image1316.png"/><Relationship Id="rId213" Type="http://schemas.openxmlformats.org/officeDocument/2006/relationships/image" Target="../media/image1375.png"/><Relationship Id="rId2" Type="http://schemas.openxmlformats.org/officeDocument/2006/relationships/customXml" Target="../ink/ink1295.xml"/><Relationship Id="rId29" Type="http://schemas.openxmlformats.org/officeDocument/2006/relationships/customXml" Target="../ink/ink1309.xml"/><Relationship Id="rId40" Type="http://schemas.openxmlformats.org/officeDocument/2006/relationships/image" Target="../media/image1290.png"/><Relationship Id="rId115" Type="http://schemas.openxmlformats.org/officeDocument/2006/relationships/customXml" Target="../ink/ink1352.xml"/><Relationship Id="rId136" Type="http://schemas.openxmlformats.org/officeDocument/2006/relationships/customXml" Target="../ink/ink1363.xml"/><Relationship Id="rId157" Type="http://schemas.openxmlformats.org/officeDocument/2006/relationships/image" Target="../media/image1348.png"/><Relationship Id="rId178" Type="http://schemas.openxmlformats.org/officeDocument/2006/relationships/customXml" Target="../ink/ink1385.xml"/><Relationship Id="rId61" Type="http://schemas.openxmlformats.org/officeDocument/2006/relationships/customXml" Target="../ink/ink1325.xml"/><Relationship Id="rId82" Type="http://schemas.openxmlformats.org/officeDocument/2006/relationships/image" Target="../media/image1311.png"/><Relationship Id="rId199" Type="http://schemas.openxmlformats.org/officeDocument/2006/relationships/image" Target="../media/image1368.png"/><Relationship Id="rId203" Type="http://schemas.openxmlformats.org/officeDocument/2006/relationships/image" Target="../media/image1370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31.png"/><Relationship Id="rId671" Type="http://schemas.openxmlformats.org/officeDocument/2006/relationships/image" Target="../media/image1699.png"/><Relationship Id="rId21" Type="http://schemas.openxmlformats.org/officeDocument/2006/relationships/image" Target="../media/image1238.png"/><Relationship Id="rId324" Type="http://schemas.openxmlformats.org/officeDocument/2006/relationships/image" Target="../media/image1531.png"/><Relationship Id="rId531" Type="http://schemas.openxmlformats.org/officeDocument/2006/relationships/image" Target="../media/image1631.png"/><Relationship Id="rId629" Type="http://schemas.openxmlformats.org/officeDocument/2006/relationships/image" Target="../media/image1679.png"/><Relationship Id="rId170" Type="http://schemas.openxmlformats.org/officeDocument/2006/relationships/image" Target="../media/image1457.png"/><Relationship Id="rId268" Type="http://schemas.openxmlformats.org/officeDocument/2006/relationships/image" Target="../media/image1503.png"/><Relationship Id="rId475" Type="http://schemas.openxmlformats.org/officeDocument/2006/relationships/image" Target="../media/image1604.png"/><Relationship Id="rId682" Type="http://schemas.openxmlformats.org/officeDocument/2006/relationships/customXml" Target="../ink/ink1747.xml"/><Relationship Id="rId32" Type="http://schemas.openxmlformats.org/officeDocument/2006/relationships/customXml" Target="../ink/ink1418.xml"/><Relationship Id="rId128" Type="http://schemas.openxmlformats.org/officeDocument/2006/relationships/customXml" Target="../ink/ink1466.xml"/><Relationship Id="rId335" Type="http://schemas.openxmlformats.org/officeDocument/2006/relationships/customXml" Target="../ink/ink1571.xml"/><Relationship Id="rId542" Type="http://schemas.openxmlformats.org/officeDocument/2006/relationships/customXml" Target="../ink/ink1676.xml"/><Relationship Id="rId181" Type="http://schemas.openxmlformats.org/officeDocument/2006/relationships/customXml" Target="../ink/ink1493.xml"/><Relationship Id="rId402" Type="http://schemas.openxmlformats.org/officeDocument/2006/relationships/customXml" Target="../ink/ink1605.xml"/><Relationship Id="rId279" Type="http://schemas.openxmlformats.org/officeDocument/2006/relationships/customXml" Target="../ink/ink1543.xml"/><Relationship Id="rId486" Type="http://schemas.openxmlformats.org/officeDocument/2006/relationships/customXml" Target="../ink/ink1648.xml"/><Relationship Id="rId693" Type="http://schemas.openxmlformats.org/officeDocument/2006/relationships/image" Target="../media/image1710.png"/><Relationship Id="rId43" Type="http://schemas.openxmlformats.org/officeDocument/2006/relationships/image" Target="../media/image1394.png"/><Relationship Id="rId139" Type="http://schemas.openxmlformats.org/officeDocument/2006/relationships/customXml" Target="../ink/ink1472.xml"/><Relationship Id="rId346" Type="http://schemas.openxmlformats.org/officeDocument/2006/relationships/image" Target="../media/image1542.png"/><Relationship Id="rId553" Type="http://schemas.openxmlformats.org/officeDocument/2006/relationships/image" Target="../media/image1642.png"/><Relationship Id="rId192" Type="http://schemas.openxmlformats.org/officeDocument/2006/relationships/image" Target="../media/image1468.png"/><Relationship Id="rId206" Type="http://schemas.openxmlformats.org/officeDocument/2006/relationships/image" Target="../media/image1475.png"/><Relationship Id="rId413" Type="http://schemas.openxmlformats.org/officeDocument/2006/relationships/image" Target="../media/image1575.png"/><Relationship Id="rId497" Type="http://schemas.openxmlformats.org/officeDocument/2006/relationships/image" Target="../media/image1615.png"/><Relationship Id="rId620" Type="http://schemas.openxmlformats.org/officeDocument/2006/relationships/customXml" Target="../ink/ink1716.xml"/><Relationship Id="rId357" Type="http://schemas.openxmlformats.org/officeDocument/2006/relationships/customXml" Target="../ink/ink1582.xml"/><Relationship Id="rId54" Type="http://schemas.openxmlformats.org/officeDocument/2006/relationships/customXml" Target="../ink/ink1429.xml"/><Relationship Id="rId217" Type="http://schemas.openxmlformats.org/officeDocument/2006/relationships/customXml" Target="../ink/ink1511.xml"/><Relationship Id="rId564" Type="http://schemas.openxmlformats.org/officeDocument/2006/relationships/customXml" Target="../ink/ink1687.xml"/><Relationship Id="rId424" Type="http://schemas.openxmlformats.org/officeDocument/2006/relationships/customXml" Target="../ink/ink1616.xml"/><Relationship Id="rId631" Type="http://schemas.openxmlformats.org/officeDocument/2006/relationships/image" Target="../media/image1680.png"/><Relationship Id="rId270" Type="http://schemas.openxmlformats.org/officeDocument/2006/relationships/image" Target="../media/image1504.png"/><Relationship Id="rId65" Type="http://schemas.openxmlformats.org/officeDocument/2006/relationships/image" Target="../media/image1405.png"/><Relationship Id="rId130" Type="http://schemas.openxmlformats.org/officeDocument/2006/relationships/customXml" Target="../ink/ink1467.xml"/><Relationship Id="rId368" Type="http://schemas.openxmlformats.org/officeDocument/2006/relationships/image" Target="../media/image1553.png"/><Relationship Id="rId575" Type="http://schemas.openxmlformats.org/officeDocument/2006/relationships/image" Target="../media/image1653.png"/><Relationship Id="rId228" Type="http://schemas.openxmlformats.org/officeDocument/2006/relationships/image" Target="../media/image1485.png"/><Relationship Id="rId435" Type="http://schemas.openxmlformats.org/officeDocument/2006/relationships/customXml" Target="../ink/ink1622.xml"/><Relationship Id="rId642" Type="http://schemas.openxmlformats.org/officeDocument/2006/relationships/customXml" Target="../ink/ink1727.xml"/><Relationship Id="rId281" Type="http://schemas.openxmlformats.org/officeDocument/2006/relationships/customXml" Target="../ink/ink1544.xml"/><Relationship Id="rId502" Type="http://schemas.openxmlformats.org/officeDocument/2006/relationships/customXml" Target="../ink/ink1656.xml"/><Relationship Id="rId76" Type="http://schemas.openxmlformats.org/officeDocument/2006/relationships/customXml" Target="../ink/ink1440.xml"/><Relationship Id="rId141" Type="http://schemas.openxmlformats.org/officeDocument/2006/relationships/customXml" Target="../ink/ink1473.xml"/><Relationship Id="rId379" Type="http://schemas.openxmlformats.org/officeDocument/2006/relationships/customXml" Target="../ink/ink1593.xml"/><Relationship Id="rId586" Type="http://schemas.openxmlformats.org/officeDocument/2006/relationships/customXml" Target="../ink/ink1698.xml"/><Relationship Id="rId7" Type="http://schemas.openxmlformats.org/officeDocument/2006/relationships/image" Target="../media/image1378.png"/><Relationship Id="rId239" Type="http://schemas.openxmlformats.org/officeDocument/2006/relationships/customXml" Target="../ink/ink1523.xml"/><Relationship Id="rId446" Type="http://schemas.openxmlformats.org/officeDocument/2006/relationships/image" Target="../media/image1591.png"/><Relationship Id="rId653" Type="http://schemas.openxmlformats.org/officeDocument/2006/relationships/image" Target="../media/image1691.png"/><Relationship Id="rId292" Type="http://schemas.openxmlformats.org/officeDocument/2006/relationships/image" Target="../media/image1515.png"/><Relationship Id="rId306" Type="http://schemas.openxmlformats.org/officeDocument/2006/relationships/image" Target="../media/image1522.png"/><Relationship Id="rId87" Type="http://schemas.openxmlformats.org/officeDocument/2006/relationships/image" Target="../media/image1416.png"/><Relationship Id="rId513" Type="http://schemas.openxmlformats.org/officeDocument/2006/relationships/image" Target="../media/image1622.png"/><Relationship Id="rId597" Type="http://schemas.openxmlformats.org/officeDocument/2006/relationships/image" Target="../media/image1664.png"/><Relationship Id="rId152" Type="http://schemas.openxmlformats.org/officeDocument/2006/relationships/image" Target="../media/image1448.png"/><Relationship Id="rId457" Type="http://schemas.openxmlformats.org/officeDocument/2006/relationships/customXml" Target="../ink/ink1633.xml"/><Relationship Id="rId664" Type="http://schemas.openxmlformats.org/officeDocument/2006/relationships/customXml" Target="../ink/ink1738.xml"/><Relationship Id="rId14" Type="http://schemas.openxmlformats.org/officeDocument/2006/relationships/customXml" Target="../ink/ink1409.xml"/><Relationship Id="rId317" Type="http://schemas.openxmlformats.org/officeDocument/2006/relationships/customXml" Target="../ink/ink1562.xml"/><Relationship Id="rId524" Type="http://schemas.openxmlformats.org/officeDocument/2006/relationships/customXml" Target="../ink/ink1667.xml"/><Relationship Id="rId98" Type="http://schemas.openxmlformats.org/officeDocument/2006/relationships/customXml" Target="../ink/ink1451.xml"/><Relationship Id="rId163" Type="http://schemas.openxmlformats.org/officeDocument/2006/relationships/customXml" Target="../ink/ink1484.xml"/><Relationship Id="rId370" Type="http://schemas.openxmlformats.org/officeDocument/2006/relationships/image" Target="../media/image1554.png"/><Relationship Id="rId230" Type="http://schemas.openxmlformats.org/officeDocument/2006/relationships/image" Target="../media/image1486.png"/><Relationship Id="rId468" Type="http://schemas.openxmlformats.org/officeDocument/2006/relationships/image" Target="../media/image1602.png"/><Relationship Id="rId675" Type="http://schemas.openxmlformats.org/officeDocument/2006/relationships/image" Target="../media/image1701.png"/><Relationship Id="rId25" Type="http://schemas.openxmlformats.org/officeDocument/2006/relationships/image" Target="../media/image1386.png"/><Relationship Id="rId328" Type="http://schemas.openxmlformats.org/officeDocument/2006/relationships/image" Target="../media/image1533.png"/><Relationship Id="rId535" Type="http://schemas.openxmlformats.org/officeDocument/2006/relationships/image" Target="../media/image1633.png"/><Relationship Id="rId174" Type="http://schemas.openxmlformats.org/officeDocument/2006/relationships/image" Target="../media/image1459.png"/><Relationship Id="rId381" Type="http://schemas.openxmlformats.org/officeDocument/2006/relationships/customXml" Target="../ink/ink1594.xml"/><Relationship Id="rId602" Type="http://schemas.openxmlformats.org/officeDocument/2006/relationships/customXml" Target="../ink/ink1706.xml"/><Relationship Id="rId241" Type="http://schemas.openxmlformats.org/officeDocument/2006/relationships/customXml" Target="../ink/ink1524.xml"/><Relationship Id="rId479" Type="http://schemas.openxmlformats.org/officeDocument/2006/relationships/image" Target="../media/image1606.png"/><Relationship Id="rId686" Type="http://schemas.openxmlformats.org/officeDocument/2006/relationships/customXml" Target="../ink/ink1749.xml"/><Relationship Id="rId36" Type="http://schemas.openxmlformats.org/officeDocument/2006/relationships/customXml" Target="../ink/ink1420.xml"/><Relationship Id="rId339" Type="http://schemas.openxmlformats.org/officeDocument/2006/relationships/customXml" Target="../ink/ink1573.xml"/><Relationship Id="rId546" Type="http://schemas.openxmlformats.org/officeDocument/2006/relationships/customXml" Target="../ink/ink1678.xml"/><Relationship Id="rId101" Type="http://schemas.openxmlformats.org/officeDocument/2006/relationships/image" Target="../media/image1423.png"/><Relationship Id="rId185" Type="http://schemas.openxmlformats.org/officeDocument/2006/relationships/customXml" Target="../ink/ink1495.xml"/><Relationship Id="rId406" Type="http://schemas.openxmlformats.org/officeDocument/2006/relationships/customXml" Target="../ink/ink1607.xml"/><Relationship Id="rId392" Type="http://schemas.openxmlformats.org/officeDocument/2006/relationships/image" Target="../media/image1565.png"/><Relationship Id="rId613" Type="http://schemas.openxmlformats.org/officeDocument/2006/relationships/image" Target="../media/image1672.png"/><Relationship Id="rId697" Type="http://schemas.openxmlformats.org/officeDocument/2006/relationships/image" Target="../media/image1712.png"/><Relationship Id="rId252" Type="http://schemas.openxmlformats.org/officeDocument/2006/relationships/image" Target="../media/image1496.png"/><Relationship Id="rId47" Type="http://schemas.openxmlformats.org/officeDocument/2006/relationships/image" Target="../media/image1396.png"/><Relationship Id="rId112" Type="http://schemas.openxmlformats.org/officeDocument/2006/relationships/customXml" Target="../ink/ink1458.xml"/><Relationship Id="rId557" Type="http://schemas.openxmlformats.org/officeDocument/2006/relationships/image" Target="../media/image1644.png"/><Relationship Id="rId196" Type="http://schemas.openxmlformats.org/officeDocument/2006/relationships/image" Target="../media/image1470.png"/><Relationship Id="rId417" Type="http://schemas.openxmlformats.org/officeDocument/2006/relationships/image" Target="../media/image1577.png"/><Relationship Id="rId624" Type="http://schemas.openxmlformats.org/officeDocument/2006/relationships/customXml" Target="../ink/ink1718.xml"/><Relationship Id="rId263" Type="http://schemas.openxmlformats.org/officeDocument/2006/relationships/customXml" Target="../ink/ink1535.xml"/><Relationship Id="rId470" Type="http://schemas.openxmlformats.org/officeDocument/2006/relationships/customXml" Target="../ink/ink1640.xml"/><Relationship Id="rId58" Type="http://schemas.openxmlformats.org/officeDocument/2006/relationships/customXml" Target="../ink/ink1431.xml"/><Relationship Id="rId123" Type="http://schemas.openxmlformats.org/officeDocument/2006/relationships/image" Target="../media/image1434.png"/><Relationship Id="rId330" Type="http://schemas.openxmlformats.org/officeDocument/2006/relationships/image" Target="../media/image1534.png"/><Relationship Id="rId568" Type="http://schemas.openxmlformats.org/officeDocument/2006/relationships/customXml" Target="../ink/ink1689.xml"/><Relationship Id="rId428" Type="http://schemas.openxmlformats.org/officeDocument/2006/relationships/image" Target="../media/image1582.png"/><Relationship Id="rId635" Type="http://schemas.openxmlformats.org/officeDocument/2006/relationships/image" Target="../media/image1682.png"/><Relationship Id="rId274" Type="http://schemas.openxmlformats.org/officeDocument/2006/relationships/image" Target="../media/image1506.png"/><Relationship Id="rId481" Type="http://schemas.openxmlformats.org/officeDocument/2006/relationships/image" Target="../media/image1607.png"/><Relationship Id="rId69" Type="http://schemas.openxmlformats.org/officeDocument/2006/relationships/image" Target="../media/image1407.png"/><Relationship Id="rId134" Type="http://schemas.openxmlformats.org/officeDocument/2006/relationships/image" Target="../media/image1439.png"/><Relationship Id="rId579" Type="http://schemas.openxmlformats.org/officeDocument/2006/relationships/image" Target="../media/image1655.png"/><Relationship Id="rId341" Type="http://schemas.openxmlformats.org/officeDocument/2006/relationships/customXml" Target="../ink/ink1574.xml"/><Relationship Id="rId439" Type="http://schemas.openxmlformats.org/officeDocument/2006/relationships/customXml" Target="../ink/ink1624.xml"/><Relationship Id="rId646" Type="http://schemas.openxmlformats.org/officeDocument/2006/relationships/customXml" Target="../ink/ink1729.xml"/><Relationship Id="rId201" Type="http://schemas.openxmlformats.org/officeDocument/2006/relationships/customXml" Target="../ink/ink1503.xml"/><Relationship Id="rId285" Type="http://schemas.openxmlformats.org/officeDocument/2006/relationships/customXml" Target="../ink/ink1546.xml"/><Relationship Id="rId506" Type="http://schemas.openxmlformats.org/officeDocument/2006/relationships/customXml" Target="../ink/ink1658.xml"/><Relationship Id="rId492" Type="http://schemas.openxmlformats.org/officeDocument/2006/relationships/customXml" Target="../ink/ink1651.xml"/><Relationship Id="rId145" Type="http://schemas.openxmlformats.org/officeDocument/2006/relationships/customXml" Target="../ink/ink1475.xml"/><Relationship Id="rId352" Type="http://schemas.openxmlformats.org/officeDocument/2006/relationships/image" Target="../media/image1545.png"/><Relationship Id="rId212" Type="http://schemas.openxmlformats.org/officeDocument/2006/relationships/image" Target="../media/image1478.png"/><Relationship Id="rId657" Type="http://schemas.openxmlformats.org/officeDocument/2006/relationships/image" Target="../media/image1692.png"/><Relationship Id="rId296" Type="http://schemas.openxmlformats.org/officeDocument/2006/relationships/image" Target="../media/image1517.png"/><Relationship Id="rId517" Type="http://schemas.openxmlformats.org/officeDocument/2006/relationships/image" Target="../media/image1624.png"/><Relationship Id="rId60" Type="http://schemas.openxmlformats.org/officeDocument/2006/relationships/customXml" Target="../ink/ink1432.xml"/><Relationship Id="rId156" Type="http://schemas.openxmlformats.org/officeDocument/2006/relationships/image" Target="../media/image1450.png"/><Relationship Id="rId363" Type="http://schemas.openxmlformats.org/officeDocument/2006/relationships/customXml" Target="../ink/ink1585.xml"/><Relationship Id="rId570" Type="http://schemas.openxmlformats.org/officeDocument/2006/relationships/customXml" Target="../ink/ink1690.xml"/><Relationship Id="rId223" Type="http://schemas.openxmlformats.org/officeDocument/2006/relationships/customXml" Target="../ink/ink1514.xml"/><Relationship Id="rId430" Type="http://schemas.openxmlformats.org/officeDocument/2006/relationships/image" Target="../media/image1583.png"/><Relationship Id="rId668" Type="http://schemas.openxmlformats.org/officeDocument/2006/relationships/customXml" Target="../ink/ink1740.xml"/><Relationship Id="rId18" Type="http://schemas.openxmlformats.org/officeDocument/2006/relationships/customXml" Target="../ink/ink1411.xml"/><Relationship Id="rId265" Type="http://schemas.openxmlformats.org/officeDocument/2006/relationships/customXml" Target="../ink/ink1536.xml"/><Relationship Id="rId472" Type="http://schemas.openxmlformats.org/officeDocument/2006/relationships/customXml" Target="../ink/ink1641.xml"/><Relationship Id="rId528" Type="http://schemas.openxmlformats.org/officeDocument/2006/relationships/customXml" Target="../ink/ink1669.xml"/><Relationship Id="rId125" Type="http://schemas.openxmlformats.org/officeDocument/2006/relationships/image" Target="../media/image1435.png"/><Relationship Id="rId167" Type="http://schemas.openxmlformats.org/officeDocument/2006/relationships/customXml" Target="../ink/ink1486.xml"/><Relationship Id="rId332" Type="http://schemas.openxmlformats.org/officeDocument/2006/relationships/image" Target="../media/image1535.png"/><Relationship Id="rId374" Type="http://schemas.openxmlformats.org/officeDocument/2006/relationships/image" Target="../media/image1556.png"/><Relationship Id="rId581" Type="http://schemas.openxmlformats.org/officeDocument/2006/relationships/image" Target="../media/image1656.png"/><Relationship Id="rId71" Type="http://schemas.openxmlformats.org/officeDocument/2006/relationships/image" Target="../media/image1408.png"/><Relationship Id="rId234" Type="http://schemas.openxmlformats.org/officeDocument/2006/relationships/image" Target="../media/image1488.png"/><Relationship Id="rId637" Type="http://schemas.openxmlformats.org/officeDocument/2006/relationships/image" Target="../media/image1683.png"/><Relationship Id="rId679" Type="http://schemas.openxmlformats.org/officeDocument/2006/relationships/image" Target="../media/image1703.png"/><Relationship Id="rId2" Type="http://schemas.openxmlformats.org/officeDocument/2006/relationships/customXml" Target="../ink/ink1403.xml"/><Relationship Id="rId29" Type="http://schemas.openxmlformats.org/officeDocument/2006/relationships/image" Target="../media/image99.png"/><Relationship Id="rId276" Type="http://schemas.openxmlformats.org/officeDocument/2006/relationships/image" Target="../media/image1507.png"/><Relationship Id="rId441" Type="http://schemas.openxmlformats.org/officeDocument/2006/relationships/customXml" Target="../ink/ink1625.xml"/><Relationship Id="rId483" Type="http://schemas.openxmlformats.org/officeDocument/2006/relationships/image" Target="../media/image1608.png"/><Relationship Id="rId539" Type="http://schemas.openxmlformats.org/officeDocument/2006/relationships/image" Target="../media/image1635.png"/><Relationship Id="rId690" Type="http://schemas.openxmlformats.org/officeDocument/2006/relationships/customXml" Target="../ink/ink1751.xml"/><Relationship Id="rId40" Type="http://schemas.openxmlformats.org/officeDocument/2006/relationships/customXml" Target="../ink/ink1422.xml"/><Relationship Id="rId136" Type="http://schemas.openxmlformats.org/officeDocument/2006/relationships/image" Target="../media/image1440.png"/><Relationship Id="rId178" Type="http://schemas.openxmlformats.org/officeDocument/2006/relationships/image" Target="../media/image1461.png"/><Relationship Id="rId301" Type="http://schemas.openxmlformats.org/officeDocument/2006/relationships/customXml" Target="../ink/ink1554.xml"/><Relationship Id="rId343" Type="http://schemas.openxmlformats.org/officeDocument/2006/relationships/customXml" Target="../ink/ink1575.xml"/><Relationship Id="rId550" Type="http://schemas.openxmlformats.org/officeDocument/2006/relationships/customXml" Target="../ink/ink1680.xml"/><Relationship Id="rId82" Type="http://schemas.openxmlformats.org/officeDocument/2006/relationships/customXml" Target="../ink/ink1443.xml"/><Relationship Id="rId203" Type="http://schemas.openxmlformats.org/officeDocument/2006/relationships/customXml" Target="../ink/ink1504.xml"/><Relationship Id="rId385" Type="http://schemas.openxmlformats.org/officeDocument/2006/relationships/customXml" Target="../ink/ink1596.xml"/><Relationship Id="rId592" Type="http://schemas.openxmlformats.org/officeDocument/2006/relationships/customXml" Target="../ink/ink1701.xml"/><Relationship Id="rId606" Type="http://schemas.openxmlformats.org/officeDocument/2006/relationships/customXml" Target="../ink/ink1708.xml"/><Relationship Id="rId648" Type="http://schemas.openxmlformats.org/officeDocument/2006/relationships/customXml" Target="../ink/ink1730.xml"/><Relationship Id="rId245" Type="http://schemas.openxmlformats.org/officeDocument/2006/relationships/customXml" Target="../ink/ink1526.xml"/><Relationship Id="rId287" Type="http://schemas.openxmlformats.org/officeDocument/2006/relationships/customXml" Target="../ink/ink1547.xml"/><Relationship Id="rId410" Type="http://schemas.openxmlformats.org/officeDocument/2006/relationships/customXml" Target="../ink/ink1609.xml"/><Relationship Id="rId452" Type="http://schemas.openxmlformats.org/officeDocument/2006/relationships/image" Target="../media/image1594.png"/><Relationship Id="rId494" Type="http://schemas.openxmlformats.org/officeDocument/2006/relationships/customXml" Target="../ink/ink1652.xml"/><Relationship Id="rId508" Type="http://schemas.openxmlformats.org/officeDocument/2006/relationships/customXml" Target="../ink/ink1659.xml"/><Relationship Id="rId105" Type="http://schemas.openxmlformats.org/officeDocument/2006/relationships/image" Target="../media/image1425.png"/><Relationship Id="rId147" Type="http://schemas.openxmlformats.org/officeDocument/2006/relationships/customXml" Target="../ink/ink1476.xml"/><Relationship Id="rId312" Type="http://schemas.openxmlformats.org/officeDocument/2006/relationships/image" Target="../media/image1525.png"/><Relationship Id="rId354" Type="http://schemas.openxmlformats.org/officeDocument/2006/relationships/image" Target="../media/image1546.png"/><Relationship Id="rId51" Type="http://schemas.openxmlformats.org/officeDocument/2006/relationships/image" Target="../media/image1398.png"/><Relationship Id="rId93" Type="http://schemas.openxmlformats.org/officeDocument/2006/relationships/image" Target="../media/image1419.png"/><Relationship Id="rId189" Type="http://schemas.openxmlformats.org/officeDocument/2006/relationships/customXml" Target="../ink/ink1497.xml"/><Relationship Id="rId396" Type="http://schemas.openxmlformats.org/officeDocument/2006/relationships/customXml" Target="../ink/ink1602.xml"/><Relationship Id="rId561" Type="http://schemas.openxmlformats.org/officeDocument/2006/relationships/image" Target="../media/image1646.png"/><Relationship Id="rId617" Type="http://schemas.openxmlformats.org/officeDocument/2006/relationships/image" Target="../media/image1674.png"/><Relationship Id="rId659" Type="http://schemas.openxmlformats.org/officeDocument/2006/relationships/image" Target="../media/image1693.png"/><Relationship Id="rId214" Type="http://schemas.openxmlformats.org/officeDocument/2006/relationships/image" Target="../media/image1479.png"/><Relationship Id="rId256" Type="http://schemas.openxmlformats.org/officeDocument/2006/relationships/image" Target="../media/image1498.png"/><Relationship Id="rId298" Type="http://schemas.openxmlformats.org/officeDocument/2006/relationships/image" Target="../media/image1518.png"/><Relationship Id="rId421" Type="http://schemas.openxmlformats.org/officeDocument/2006/relationships/image" Target="../media/image1579.png"/><Relationship Id="rId463" Type="http://schemas.openxmlformats.org/officeDocument/2006/relationships/customXml" Target="../ink/ink1636.xml"/><Relationship Id="rId519" Type="http://schemas.openxmlformats.org/officeDocument/2006/relationships/image" Target="../media/image1625.png"/><Relationship Id="rId670" Type="http://schemas.openxmlformats.org/officeDocument/2006/relationships/customXml" Target="../ink/ink1741.xml"/><Relationship Id="rId116" Type="http://schemas.openxmlformats.org/officeDocument/2006/relationships/customXml" Target="../ink/ink1460.xml"/><Relationship Id="rId158" Type="http://schemas.openxmlformats.org/officeDocument/2006/relationships/image" Target="../media/image1451.png"/><Relationship Id="rId323" Type="http://schemas.openxmlformats.org/officeDocument/2006/relationships/customXml" Target="../ink/ink1565.xml"/><Relationship Id="rId530" Type="http://schemas.openxmlformats.org/officeDocument/2006/relationships/customXml" Target="../ink/ink1670.xml"/><Relationship Id="rId20" Type="http://schemas.openxmlformats.org/officeDocument/2006/relationships/customXml" Target="../ink/ink1412.xml"/><Relationship Id="rId62" Type="http://schemas.openxmlformats.org/officeDocument/2006/relationships/customXml" Target="../ink/ink1433.xml"/><Relationship Id="rId365" Type="http://schemas.openxmlformats.org/officeDocument/2006/relationships/customXml" Target="../ink/ink1586.xml"/><Relationship Id="rId572" Type="http://schemas.openxmlformats.org/officeDocument/2006/relationships/customXml" Target="../ink/ink1691.xml"/><Relationship Id="rId628" Type="http://schemas.openxmlformats.org/officeDocument/2006/relationships/customXml" Target="../ink/ink1720.xml"/><Relationship Id="rId225" Type="http://schemas.openxmlformats.org/officeDocument/2006/relationships/customXml" Target="../ink/ink1515.xml"/><Relationship Id="rId267" Type="http://schemas.openxmlformats.org/officeDocument/2006/relationships/customXml" Target="../ink/ink1537.xml"/><Relationship Id="rId432" Type="http://schemas.openxmlformats.org/officeDocument/2006/relationships/image" Target="../media/image1584.png"/><Relationship Id="rId474" Type="http://schemas.openxmlformats.org/officeDocument/2006/relationships/customXml" Target="../ink/ink1642.xml"/><Relationship Id="rId127" Type="http://schemas.openxmlformats.org/officeDocument/2006/relationships/image" Target="../media/image1436.png"/><Relationship Id="rId681" Type="http://schemas.openxmlformats.org/officeDocument/2006/relationships/image" Target="../media/image1704.png"/><Relationship Id="rId31" Type="http://schemas.openxmlformats.org/officeDocument/2006/relationships/image" Target="../media/image1388.png"/><Relationship Id="rId73" Type="http://schemas.openxmlformats.org/officeDocument/2006/relationships/image" Target="../media/image1409.png"/><Relationship Id="rId169" Type="http://schemas.openxmlformats.org/officeDocument/2006/relationships/customXml" Target="../ink/ink1487.xml"/><Relationship Id="rId334" Type="http://schemas.openxmlformats.org/officeDocument/2006/relationships/image" Target="../media/image1536.png"/><Relationship Id="rId376" Type="http://schemas.openxmlformats.org/officeDocument/2006/relationships/image" Target="../media/image1557.png"/><Relationship Id="rId541" Type="http://schemas.openxmlformats.org/officeDocument/2006/relationships/image" Target="../media/image1636.png"/><Relationship Id="rId583" Type="http://schemas.openxmlformats.org/officeDocument/2006/relationships/image" Target="../media/image1657.png"/><Relationship Id="rId639" Type="http://schemas.openxmlformats.org/officeDocument/2006/relationships/image" Target="../media/image1684.png"/><Relationship Id="rId4" Type="http://schemas.openxmlformats.org/officeDocument/2006/relationships/customXml" Target="../ink/ink1404.xml"/><Relationship Id="rId180" Type="http://schemas.openxmlformats.org/officeDocument/2006/relationships/image" Target="../media/image1462.png"/><Relationship Id="rId236" Type="http://schemas.openxmlformats.org/officeDocument/2006/relationships/customXml" Target="../ink/ink1521.xml"/><Relationship Id="rId278" Type="http://schemas.openxmlformats.org/officeDocument/2006/relationships/image" Target="../media/image1508.png"/><Relationship Id="rId401" Type="http://schemas.openxmlformats.org/officeDocument/2006/relationships/image" Target="../media/image1569.png"/><Relationship Id="rId443" Type="http://schemas.openxmlformats.org/officeDocument/2006/relationships/customXml" Target="../ink/ink1626.xml"/><Relationship Id="rId650" Type="http://schemas.openxmlformats.org/officeDocument/2006/relationships/customXml" Target="../ink/ink1731.xml"/><Relationship Id="rId303" Type="http://schemas.openxmlformats.org/officeDocument/2006/relationships/customXml" Target="../ink/ink1555.xml"/><Relationship Id="rId485" Type="http://schemas.openxmlformats.org/officeDocument/2006/relationships/image" Target="../media/image1609.png"/><Relationship Id="rId692" Type="http://schemas.openxmlformats.org/officeDocument/2006/relationships/customXml" Target="../ink/ink1752.xml"/><Relationship Id="rId42" Type="http://schemas.openxmlformats.org/officeDocument/2006/relationships/customXml" Target="../ink/ink1423.xml"/><Relationship Id="rId84" Type="http://schemas.openxmlformats.org/officeDocument/2006/relationships/customXml" Target="../ink/ink1444.xml"/><Relationship Id="rId138" Type="http://schemas.openxmlformats.org/officeDocument/2006/relationships/image" Target="../media/image1441.png"/><Relationship Id="rId345" Type="http://schemas.openxmlformats.org/officeDocument/2006/relationships/customXml" Target="../ink/ink1576.xml"/><Relationship Id="rId387" Type="http://schemas.openxmlformats.org/officeDocument/2006/relationships/customXml" Target="../ink/ink1597.xml"/><Relationship Id="rId510" Type="http://schemas.openxmlformats.org/officeDocument/2006/relationships/customXml" Target="../ink/ink1660.xml"/><Relationship Id="rId552" Type="http://schemas.openxmlformats.org/officeDocument/2006/relationships/customXml" Target="../ink/ink1681.xml"/><Relationship Id="rId594" Type="http://schemas.openxmlformats.org/officeDocument/2006/relationships/customXml" Target="../ink/ink1702.xml"/><Relationship Id="rId608" Type="http://schemas.openxmlformats.org/officeDocument/2006/relationships/customXml" Target="../ink/ink1709.xml"/><Relationship Id="rId191" Type="http://schemas.openxmlformats.org/officeDocument/2006/relationships/customXml" Target="../ink/ink1498.xml"/><Relationship Id="rId205" Type="http://schemas.openxmlformats.org/officeDocument/2006/relationships/customXml" Target="../ink/ink1505.xml"/><Relationship Id="rId247" Type="http://schemas.openxmlformats.org/officeDocument/2006/relationships/customXml" Target="../ink/ink1527.xml"/><Relationship Id="rId412" Type="http://schemas.openxmlformats.org/officeDocument/2006/relationships/customXml" Target="../ink/ink1610.xml"/><Relationship Id="rId107" Type="http://schemas.openxmlformats.org/officeDocument/2006/relationships/image" Target="../media/image1426.png"/><Relationship Id="rId289" Type="http://schemas.openxmlformats.org/officeDocument/2006/relationships/customXml" Target="../ink/ink1548.xml"/><Relationship Id="rId454" Type="http://schemas.openxmlformats.org/officeDocument/2006/relationships/image" Target="../media/image1595.png"/><Relationship Id="rId496" Type="http://schemas.openxmlformats.org/officeDocument/2006/relationships/customXml" Target="../ink/ink1653.xml"/><Relationship Id="rId661" Type="http://schemas.openxmlformats.org/officeDocument/2006/relationships/image" Target="../media/image1694.png"/><Relationship Id="rId11" Type="http://schemas.openxmlformats.org/officeDocument/2006/relationships/image" Target="../media/image1380.png"/><Relationship Id="rId53" Type="http://schemas.openxmlformats.org/officeDocument/2006/relationships/image" Target="../media/image1399.png"/><Relationship Id="rId149" Type="http://schemas.openxmlformats.org/officeDocument/2006/relationships/customXml" Target="../ink/ink1477.xml"/><Relationship Id="rId314" Type="http://schemas.openxmlformats.org/officeDocument/2006/relationships/image" Target="../media/image1526.png"/><Relationship Id="rId356" Type="http://schemas.openxmlformats.org/officeDocument/2006/relationships/image" Target="../media/image1547.png"/><Relationship Id="rId398" Type="http://schemas.openxmlformats.org/officeDocument/2006/relationships/customXml" Target="../ink/ink1603.xml"/><Relationship Id="rId521" Type="http://schemas.openxmlformats.org/officeDocument/2006/relationships/image" Target="../media/image1626.png"/><Relationship Id="rId563" Type="http://schemas.openxmlformats.org/officeDocument/2006/relationships/image" Target="../media/image1647.png"/><Relationship Id="rId619" Type="http://schemas.openxmlformats.org/officeDocument/2006/relationships/customXml" Target="../ink/ink1715.xml"/><Relationship Id="rId95" Type="http://schemas.openxmlformats.org/officeDocument/2006/relationships/image" Target="../media/image1420.png"/><Relationship Id="rId160" Type="http://schemas.openxmlformats.org/officeDocument/2006/relationships/image" Target="../media/image1452.png"/><Relationship Id="rId216" Type="http://schemas.openxmlformats.org/officeDocument/2006/relationships/image" Target="../media/image1480.png"/><Relationship Id="rId423" Type="http://schemas.openxmlformats.org/officeDocument/2006/relationships/image" Target="../media/image1580.png"/><Relationship Id="rId258" Type="http://schemas.openxmlformats.org/officeDocument/2006/relationships/image" Target="../media/image1499.png"/><Relationship Id="rId465" Type="http://schemas.openxmlformats.org/officeDocument/2006/relationships/customXml" Target="../ink/ink1637.xml"/><Relationship Id="rId630" Type="http://schemas.openxmlformats.org/officeDocument/2006/relationships/customXml" Target="../ink/ink1721.xml"/><Relationship Id="rId672" Type="http://schemas.openxmlformats.org/officeDocument/2006/relationships/customXml" Target="../ink/ink1742.xml"/><Relationship Id="rId22" Type="http://schemas.openxmlformats.org/officeDocument/2006/relationships/customXml" Target="../ink/ink1413.xml"/><Relationship Id="rId64" Type="http://schemas.openxmlformats.org/officeDocument/2006/relationships/customXml" Target="../ink/ink1434.xml"/><Relationship Id="rId118" Type="http://schemas.openxmlformats.org/officeDocument/2006/relationships/customXml" Target="../ink/ink1461.xml"/><Relationship Id="rId325" Type="http://schemas.openxmlformats.org/officeDocument/2006/relationships/customXml" Target="../ink/ink1566.xml"/><Relationship Id="rId367" Type="http://schemas.openxmlformats.org/officeDocument/2006/relationships/customXml" Target="../ink/ink1587.xml"/><Relationship Id="rId532" Type="http://schemas.openxmlformats.org/officeDocument/2006/relationships/customXml" Target="../ink/ink1671.xml"/><Relationship Id="rId574" Type="http://schemas.openxmlformats.org/officeDocument/2006/relationships/customXml" Target="../ink/ink1692.xml"/><Relationship Id="rId171" Type="http://schemas.openxmlformats.org/officeDocument/2006/relationships/customXml" Target="../ink/ink1488.xml"/><Relationship Id="rId227" Type="http://schemas.openxmlformats.org/officeDocument/2006/relationships/customXml" Target="../ink/ink1516.xml"/><Relationship Id="rId269" Type="http://schemas.openxmlformats.org/officeDocument/2006/relationships/customXml" Target="../ink/ink1538.xml"/><Relationship Id="rId434" Type="http://schemas.openxmlformats.org/officeDocument/2006/relationships/image" Target="../media/image1585.png"/><Relationship Id="rId476" Type="http://schemas.openxmlformats.org/officeDocument/2006/relationships/customXml" Target="../ink/ink1643.xml"/><Relationship Id="rId641" Type="http://schemas.openxmlformats.org/officeDocument/2006/relationships/image" Target="../media/image1685.png"/><Relationship Id="rId683" Type="http://schemas.openxmlformats.org/officeDocument/2006/relationships/image" Target="../media/image1705.png"/><Relationship Id="rId33" Type="http://schemas.openxmlformats.org/officeDocument/2006/relationships/image" Target="../media/image1389.png"/><Relationship Id="rId129" Type="http://schemas.openxmlformats.org/officeDocument/2006/relationships/image" Target="../media/image1437.png"/><Relationship Id="rId280" Type="http://schemas.openxmlformats.org/officeDocument/2006/relationships/image" Target="../media/image1509.png"/><Relationship Id="rId336" Type="http://schemas.openxmlformats.org/officeDocument/2006/relationships/image" Target="../media/image1537.png"/><Relationship Id="rId501" Type="http://schemas.openxmlformats.org/officeDocument/2006/relationships/image" Target="../media/image1617.png"/><Relationship Id="rId543" Type="http://schemas.openxmlformats.org/officeDocument/2006/relationships/image" Target="../media/image1637.png"/><Relationship Id="rId75" Type="http://schemas.openxmlformats.org/officeDocument/2006/relationships/image" Target="../media/image1410.png"/><Relationship Id="rId140" Type="http://schemas.openxmlformats.org/officeDocument/2006/relationships/image" Target="../media/image1442.png"/><Relationship Id="rId182" Type="http://schemas.openxmlformats.org/officeDocument/2006/relationships/image" Target="../media/image1463.png"/><Relationship Id="rId378" Type="http://schemas.openxmlformats.org/officeDocument/2006/relationships/image" Target="../media/image1558.png"/><Relationship Id="rId403" Type="http://schemas.openxmlformats.org/officeDocument/2006/relationships/image" Target="../media/image1570.png"/><Relationship Id="rId585" Type="http://schemas.openxmlformats.org/officeDocument/2006/relationships/image" Target="../media/image1658.png"/><Relationship Id="rId6" Type="http://schemas.openxmlformats.org/officeDocument/2006/relationships/customXml" Target="../ink/ink1405.xml"/><Relationship Id="rId238" Type="http://schemas.openxmlformats.org/officeDocument/2006/relationships/customXml" Target="../ink/ink1522.xml"/><Relationship Id="rId445" Type="http://schemas.openxmlformats.org/officeDocument/2006/relationships/customXml" Target="../ink/ink1627.xml"/><Relationship Id="rId487" Type="http://schemas.openxmlformats.org/officeDocument/2006/relationships/image" Target="../media/image1610.png"/><Relationship Id="rId610" Type="http://schemas.openxmlformats.org/officeDocument/2006/relationships/customXml" Target="../ink/ink1710.xml"/><Relationship Id="rId652" Type="http://schemas.openxmlformats.org/officeDocument/2006/relationships/customXml" Target="../ink/ink1732.xml"/><Relationship Id="rId694" Type="http://schemas.openxmlformats.org/officeDocument/2006/relationships/customXml" Target="../ink/ink1753.xml"/><Relationship Id="rId291" Type="http://schemas.openxmlformats.org/officeDocument/2006/relationships/customXml" Target="../ink/ink1549.xml"/><Relationship Id="rId305" Type="http://schemas.openxmlformats.org/officeDocument/2006/relationships/customXml" Target="../ink/ink1556.xml"/><Relationship Id="rId347" Type="http://schemas.openxmlformats.org/officeDocument/2006/relationships/customXml" Target="../ink/ink1577.xml"/><Relationship Id="rId512" Type="http://schemas.openxmlformats.org/officeDocument/2006/relationships/customXml" Target="../ink/ink1661.xml"/><Relationship Id="rId44" Type="http://schemas.openxmlformats.org/officeDocument/2006/relationships/customXml" Target="../ink/ink1424.xml"/><Relationship Id="rId86" Type="http://schemas.openxmlformats.org/officeDocument/2006/relationships/customXml" Target="../ink/ink1445.xml"/><Relationship Id="rId151" Type="http://schemas.openxmlformats.org/officeDocument/2006/relationships/customXml" Target="../ink/ink1478.xml"/><Relationship Id="rId389" Type="http://schemas.openxmlformats.org/officeDocument/2006/relationships/customXml" Target="../ink/ink1598.xml"/><Relationship Id="rId554" Type="http://schemas.openxmlformats.org/officeDocument/2006/relationships/customXml" Target="../ink/ink1682.xml"/><Relationship Id="rId596" Type="http://schemas.openxmlformats.org/officeDocument/2006/relationships/customXml" Target="../ink/ink1703.xml"/><Relationship Id="rId193" Type="http://schemas.openxmlformats.org/officeDocument/2006/relationships/customXml" Target="../ink/ink1499.xml"/><Relationship Id="rId207" Type="http://schemas.openxmlformats.org/officeDocument/2006/relationships/customXml" Target="../ink/ink1506.xml"/><Relationship Id="rId249" Type="http://schemas.openxmlformats.org/officeDocument/2006/relationships/customXml" Target="../ink/ink1528.xml"/><Relationship Id="rId414" Type="http://schemas.openxmlformats.org/officeDocument/2006/relationships/customXml" Target="../ink/ink1611.xml"/><Relationship Id="rId456" Type="http://schemas.openxmlformats.org/officeDocument/2006/relationships/image" Target="../media/image1596.png"/><Relationship Id="rId498" Type="http://schemas.openxmlformats.org/officeDocument/2006/relationships/customXml" Target="../ink/ink1654.xml"/><Relationship Id="rId621" Type="http://schemas.openxmlformats.org/officeDocument/2006/relationships/image" Target="../media/image1675.png"/><Relationship Id="rId663" Type="http://schemas.openxmlformats.org/officeDocument/2006/relationships/image" Target="../media/image1695.png"/><Relationship Id="rId13" Type="http://schemas.openxmlformats.org/officeDocument/2006/relationships/image" Target="../media/image1381.png"/><Relationship Id="rId109" Type="http://schemas.openxmlformats.org/officeDocument/2006/relationships/image" Target="../media/image1427.png"/><Relationship Id="rId260" Type="http://schemas.openxmlformats.org/officeDocument/2006/relationships/image" Target="../media/image1500.png"/><Relationship Id="rId316" Type="http://schemas.openxmlformats.org/officeDocument/2006/relationships/image" Target="../media/image1527.png"/><Relationship Id="rId523" Type="http://schemas.openxmlformats.org/officeDocument/2006/relationships/image" Target="../media/image1627.png"/><Relationship Id="rId55" Type="http://schemas.openxmlformats.org/officeDocument/2006/relationships/image" Target="../media/image1400.png"/><Relationship Id="rId97" Type="http://schemas.openxmlformats.org/officeDocument/2006/relationships/image" Target="../media/image1421.png"/><Relationship Id="rId120" Type="http://schemas.openxmlformats.org/officeDocument/2006/relationships/customXml" Target="../ink/ink1462.xml"/><Relationship Id="rId358" Type="http://schemas.openxmlformats.org/officeDocument/2006/relationships/image" Target="../media/image1548.png"/><Relationship Id="rId565" Type="http://schemas.openxmlformats.org/officeDocument/2006/relationships/image" Target="../media/image1648.png"/><Relationship Id="rId162" Type="http://schemas.openxmlformats.org/officeDocument/2006/relationships/image" Target="../media/image1453.png"/><Relationship Id="rId218" Type="http://schemas.openxmlformats.org/officeDocument/2006/relationships/image" Target="../media/image1481.png"/><Relationship Id="rId425" Type="http://schemas.openxmlformats.org/officeDocument/2006/relationships/customXml" Target="../ink/ink1617.xml"/><Relationship Id="rId467" Type="http://schemas.openxmlformats.org/officeDocument/2006/relationships/customXml" Target="../ink/ink1638.xml"/><Relationship Id="rId632" Type="http://schemas.openxmlformats.org/officeDocument/2006/relationships/customXml" Target="../ink/ink1722.xml"/><Relationship Id="rId271" Type="http://schemas.openxmlformats.org/officeDocument/2006/relationships/customXml" Target="../ink/ink1539.xml"/><Relationship Id="rId674" Type="http://schemas.openxmlformats.org/officeDocument/2006/relationships/customXml" Target="../ink/ink1743.xml"/><Relationship Id="rId24" Type="http://schemas.openxmlformats.org/officeDocument/2006/relationships/customXml" Target="../ink/ink1414.xml"/><Relationship Id="rId66" Type="http://schemas.openxmlformats.org/officeDocument/2006/relationships/customXml" Target="../ink/ink1435.xml"/><Relationship Id="rId131" Type="http://schemas.openxmlformats.org/officeDocument/2006/relationships/image" Target="../media/image1438.png"/><Relationship Id="rId327" Type="http://schemas.openxmlformats.org/officeDocument/2006/relationships/customXml" Target="../ink/ink1567.xml"/><Relationship Id="rId369" Type="http://schemas.openxmlformats.org/officeDocument/2006/relationships/customXml" Target="../ink/ink1588.xml"/><Relationship Id="rId534" Type="http://schemas.openxmlformats.org/officeDocument/2006/relationships/customXml" Target="../ink/ink1672.xml"/><Relationship Id="rId576" Type="http://schemas.openxmlformats.org/officeDocument/2006/relationships/customXml" Target="../ink/ink1693.xml"/><Relationship Id="rId173" Type="http://schemas.openxmlformats.org/officeDocument/2006/relationships/customXml" Target="../ink/ink1489.xml"/><Relationship Id="rId229" Type="http://schemas.openxmlformats.org/officeDocument/2006/relationships/customXml" Target="../ink/ink1517.xml"/><Relationship Id="rId380" Type="http://schemas.openxmlformats.org/officeDocument/2006/relationships/image" Target="../media/image1559.png"/><Relationship Id="rId436" Type="http://schemas.openxmlformats.org/officeDocument/2006/relationships/image" Target="../media/image1586.png"/><Relationship Id="rId601" Type="http://schemas.openxmlformats.org/officeDocument/2006/relationships/image" Target="../media/image1666.png"/><Relationship Id="rId643" Type="http://schemas.openxmlformats.org/officeDocument/2006/relationships/image" Target="../media/image1686.png"/><Relationship Id="rId240" Type="http://schemas.openxmlformats.org/officeDocument/2006/relationships/image" Target="../media/image1490.png"/><Relationship Id="rId478" Type="http://schemas.openxmlformats.org/officeDocument/2006/relationships/customXml" Target="../ink/ink1644.xml"/><Relationship Id="rId685" Type="http://schemas.openxmlformats.org/officeDocument/2006/relationships/image" Target="../media/image1706.png"/><Relationship Id="rId35" Type="http://schemas.openxmlformats.org/officeDocument/2006/relationships/image" Target="../media/image1390.png"/><Relationship Id="rId77" Type="http://schemas.openxmlformats.org/officeDocument/2006/relationships/image" Target="../media/image1411.png"/><Relationship Id="rId100" Type="http://schemas.openxmlformats.org/officeDocument/2006/relationships/customXml" Target="../ink/ink1452.xml"/><Relationship Id="rId282" Type="http://schemas.openxmlformats.org/officeDocument/2006/relationships/image" Target="../media/image1510.png"/><Relationship Id="rId338" Type="http://schemas.openxmlformats.org/officeDocument/2006/relationships/image" Target="../media/image1538.png"/><Relationship Id="rId503" Type="http://schemas.openxmlformats.org/officeDocument/2006/relationships/image" Target="../media/image1618.png"/><Relationship Id="rId545" Type="http://schemas.openxmlformats.org/officeDocument/2006/relationships/image" Target="../media/image1638.png"/><Relationship Id="rId587" Type="http://schemas.openxmlformats.org/officeDocument/2006/relationships/image" Target="../media/image1659.png"/><Relationship Id="rId8" Type="http://schemas.openxmlformats.org/officeDocument/2006/relationships/customXml" Target="../ink/ink1406.xml"/><Relationship Id="rId142" Type="http://schemas.openxmlformats.org/officeDocument/2006/relationships/image" Target="../media/image1443.png"/><Relationship Id="rId184" Type="http://schemas.openxmlformats.org/officeDocument/2006/relationships/image" Target="../media/image1464.png"/><Relationship Id="rId391" Type="http://schemas.openxmlformats.org/officeDocument/2006/relationships/customXml" Target="../ink/ink1599.xml"/><Relationship Id="rId405" Type="http://schemas.openxmlformats.org/officeDocument/2006/relationships/image" Target="../media/image1571.png"/><Relationship Id="rId447" Type="http://schemas.openxmlformats.org/officeDocument/2006/relationships/customXml" Target="../ink/ink1628.xml"/><Relationship Id="rId612" Type="http://schemas.openxmlformats.org/officeDocument/2006/relationships/customXml" Target="../ink/ink1711.xml"/><Relationship Id="rId251" Type="http://schemas.openxmlformats.org/officeDocument/2006/relationships/customXml" Target="../ink/ink1529.xml"/><Relationship Id="rId489" Type="http://schemas.openxmlformats.org/officeDocument/2006/relationships/image" Target="../media/image1611.png"/><Relationship Id="rId654" Type="http://schemas.openxmlformats.org/officeDocument/2006/relationships/customXml" Target="../ink/ink1733.xml"/><Relationship Id="rId696" Type="http://schemas.openxmlformats.org/officeDocument/2006/relationships/customXml" Target="../ink/ink1754.xml"/><Relationship Id="rId46" Type="http://schemas.openxmlformats.org/officeDocument/2006/relationships/customXml" Target="../ink/ink1425.xml"/><Relationship Id="rId293" Type="http://schemas.openxmlformats.org/officeDocument/2006/relationships/customXml" Target="../ink/ink1550.xml"/><Relationship Id="rId307" Type="http://schemas.openxmlformats.org/officeDocument/2006/relationships/customXml" Target="../ink/ink1557.xml"/><Relationship Id="rId349" Type="http://schemas.openxmlformats.org/officeDocument/2006/relationships/customXml" Target="../ink/ink1578.xml"/><Relationship Id="rId514" Type="http://schemas.openxmlformats.org/officeDocument/2006/relationships/customXml" Target="../ink/ink1662.xml"/><Relationship Id="rId556" Type="http://schemas.openxmlformats.org/officeDocument/2006/relationships/customXml" Target="../ink/ink1683.xml"/><Relationship Id="rId88" Type="http://schemas.openxmlformats.org/officeDocument/2006/relationships/customXml" Target="../ink/ink1446.xml"/><Relationship Id="rId111" Type="http://schemas.openxmlformats.org/officeDocument/2006/relationships/image" Target="../media/image1428.png"/><Relationship Id="rId153" Type="http://schemas.openxmlformats.org/officeDocument/2006/relationships/customXml" Target="../ink/ink1479.xml"/><Relationship Id="rId195" Type="http://schemas.openxmlformats.org/officeDocument/2006/relationships/customXml" Target="../ink/ink1500.xml"/><Relationship Id="rId209" Type="http://schemas.openxmlformats.org/officeDocument/2006/relationships/customXml" Target="../ink/ink1507.xml"/><Relationship Id="rId360" Type="http://schemas.openxmlformats.org/officeDocument/2006/relationships/image" Target="../media/image1549.png"/><Relationship Id="rId416" Type="http://schemas.openxmlformats.org/officeDocument/2006/relationships/customXml" Target="../ink/ink1612.xml"/><Relationship Id="rId598" Type="http://schemas.openxmlformats.org/officeDocument/2006/relationships/customXml" Target="../ink/ink1704.xml"/><Relationship Id="rId220" Type="http://schemas.openxmlformats.org/officeDocument/2006/relationships/image" Target="../media/image1482.png"/><Relationship Id="rId458" Type="http://schemas.openxmlformats.org/officeDocument/2006/relationships/image" Target="../media/image1597.png"/><Relationship Id="rId623" Type="http://schemas.openxmlformats.org/officeDocument/2006/relationships/image" Target="../media/image1676.png"/><Relationship Id="rId665" Type="http://schemas.openxmlformats.org/officeDocument/2006/relationships/image" Target="../media/image1696.png"/><Relationship Id="rId15" Type="http://schemas.openxmlformats.org/officeDocument/2006/relationships/image" Target="../media/image1382.png"/><Relationship Id="rId57" Type="http://schemas.openxmlformats.org/officeDocument/2006/relationships/image" Target="../media/image1401.png"/><Relationship Id="rId262" Type="http://schemas.openxmlformats.org/officeDocument/2006/relationships/image" Target="../media/image1501.png"/><Relationship Id="rId318" Type="http://schemas.openxmlformats.org/officeDocument/2006/relationships/image" Target="../media/image1528.png"/><Relationship Id="rId525" Type="http://schemas.openxmlformats.org/officeDocument/2006/relationships/image" Target="../media/image1628.png"/><Relationship Id="rId567" Type="http://schemas.openxmlformats.org/officeDocument/2006/relationships/image" Target="../media/image1649.png"/><Relationship Id="rId99" Type="http://schemas.openxmlformats.org/officeDocument/2006/relationships/image" Target="../media/image1422.png"/><Relationship Id="rId122" Type="http://schemas.openxmlformats.org/officeDocument/2006/relationships/customXml" Target="../ink/ink1463.xml"/><Relationship Id="rId164" Type="http://schemas.openxmlformats.org/officeDocument/2006/relationships/image" Target="../media/image1454.png"/><Relationship Id="rId371" Type="http://schemas.openxmlformats.org/officeDocument/2006/relationships/customXml" Target="../ink/ink1589.xml"/><Relationship Id="rId427" Type="http://schemas.openxmlformats.org/officeDocument/2006/relationships/customXml" Target="../ink/ink1618.xml"/><Relationship Id="rId469" Type="http://schemas.openxmlformats.org/officeDocument/2006/relationships/customXml" Target="../ink/ink1639.xml"/><Relationship Id="rId634" Type="http://schemas.openxmlformats.org/officeDocument/2006/relationships/customXml" Target="../ink/ink1723.xml"/><Relationship Id="rId676" Type="http://schemas.openxmlformats.org/officeDocument/2006/relationships/customXml" Target="../ink/ink1744.xml"/><Relationship Id="rId26" Type="http://schemas.openxmlformats.org/officeDocument/2006/relationships/customXml" Target="../ink/ink1415.xml"/><Relationship Id="rId231" Type="http://schemas.openxmlformats.org/officeDocument/2006/relationships/customXml" Target="../ink/ink1518.xml"/><Relationship Id="rId273" Type="http://schemas.openxmlformats.org/officeDocument/2006/relationships/customXml" Target="../ink/ink1540.xml"/><Relationship Id="rId329" Type="http://schemas.openxmlformats.org/officeDocument/2006/relationships/customXml" Target="../ink/ink1568.xml"/><Relationship Id="rId480" Type="http://schemas.openxmlformats.org/officeDocument/2006/relationships/customXml" Target="../ink/ink1645.xml"/><Relationship Id="rId536" Type="http://schemas.openxmlformats.org/officeDocument/2006/relationships/customXml" Target="../ink/ink1673.xml"/><Relationship Id="rId68" Type="http://schemas.openxmlformats.org/officeDocument/2006/relationships/customXml" Target="../ink/ink1436.xml"/><Relationship Id="rId133" Type="http://schemas.openxmlformats.org/officeDocument/2006/relationships/customXml" Target="../ink/ink1469.xml"/><Relationship Id="rId175" Type="http://schemas.openxmlformats.org/officeDocument/2006/relationships/customXml" Target="../ink/ink1490.xml"/><Relationship Id="rId340" Type="http://schemas.openxmlformats.org/officeDocument/2006/relationships/image" Target="../media/image1539.png"/><Relationship Id="rId578" Type="http://schemas.openxmlformats.org/officeDocument/2006/relationships/customXml" Target="../ink/ink1694.xml"/><Relationship Id="rId200" Type="http://schemas.openxmlformats.org/officeDocument/2006/relationships/image" Target="../media/image1472.png"/><Relationship Id="rId382" Type="http://schemas.openxmlformats.org/officeDocument/2006/relationships/image" Target="../media/image1560.png"/><Relationship Id="rId438" Type="http://schemas.openxmlformats.org/officeDocument/2006/relationships/image" Target="../media/image1587.png"/><Relationship Id="rId603" Type="http://schemas.openxmlformats.org/officeDocument/2006/relationships/image" Target="../media/image1667.png"/><Relationship Id="rId645" Type="http://schemas.openxmlformats.org/officeDocument/2006/relationships/image" Target="../media/image1687.png"/><Relationship Id="rId687" Type="http://schemas.openxmlformats.org/officeDocument/2006/relationships/image" Target="../media/image1707.png"/><Relationship Id="rId242" Type="http://schemas.openxmlformats.org/officeDocument/2006/relationships/image" Target="../media/image1491.png"/><Relationship Id="rId284" Type="http://schemas.openxmlformats.org/officeDocument/2006/relationships/image" Target="../media/image1511.png"/><Relationship Id="rId491" Type="http://schemas.openxmlformats.org/officeDocument/2006/relationships/image" Target="../media/image1612.png"/><Relationship Id="rId505" Type="http://schemas.openxmlformats.org/officeDocument/2006/relationships/image" Target="../media/image1619.png"/><Relationship Id="rId37" Type="http://schemas.openxmlformats.org/officeDocument/2006/relationships/image" Target="../media/image1391.png"/><Relationship Id="rId79" Type="http://schemas.openxmlformats.org/officeDocument/2006/relationships/image" Target="../media/image1412.png"/><Relationship Id="rId102" Type="http://schemas.openxmlformats.org/officeDocument/2006/relationships/customXml" Target="../ink/ink1453.xml"/><Relationship Id="rId144" Type="http://schemas.openxmlformats.org/officeDocument/2006/relationships/image" Target="../media/image1444.png"/><Relationship Id="rId547" Type="http://schemas.openxmlformats.org/officeDocument/2006/relationships/image" Target="../media/image1639.png"/><Relationship Id="rId589" Type="http://schemas.openxmlformats.org/officeDocument/2006/relationships/image" Target="../media/image1660.png"/><Relationship Id="rId90" Type="http://schemas.openxmlformats.org/officeDocument/2006/relationships/customXml" Target="../ink/ink1447.xml"/><Relationship Id="rId186" Type="http://schemas.openxmlformats.org/officeDocument/2006/relationships/image" Target="../media/image1465.png"/><Relationship Id="rId351" Type="http://schemas.openxmlformats.org/officeDocument/2006/relationships/customXml" Target="../ink/ink1579.xml"/><Relationship Id="rId393" Type="http://schemas.openxmlformats.org/officeDocument/2006/relationships/customXml" Target="../ink/ink1600.xml"/><Relationship Id="rId407" Type="http://schemas.openxmlformats.org/officeDocument/2006/relationships/image" Target="../media/image1572.png"/><Relationship Id="rId449" Type="http://schemas.openxmlformats.org/officeDocument/2006/relationships/customXml" Target="../ink/ink1629.xml"/><Relationship Id="rId614" Type="http://schemas.openxmlformats.org/officeDocument/2006/relationships/customXml" Target="../ink/ink1712.xml"/><Relationship Id="rId656" Type="http://schemas.openxmlformats.org/officeDocument/2006/relationships/customXml" Target="../ink/ink1734.xml"/><Relationship Id="rId211" Type="http://schemas.openxmlformats.org/officeDocument/2006/relationships/customXml" Target="../ink/ink1508.xml"/><Relationship Id="rId253" Type="http://schemas.openxmlformats.org/officeDocument/2006/relationships/customXml" Target="../ink/ink1530.xml"/><Relationship Id="rId295" Type="http://schemas.openxmlformats.org/officeDocument/2006/relationships/customXml" Target="../ink/ink1551.xml"/><Relationship Id="rId309" Type="http://schemas.openxmlformats.org/officeDocument/2006/relationships/customXml" Target="../ink/ink1558.xml"/><Relationship Id="rId460" Type="http://schemas.openxmlformats.org/officeDocument/2006/relationships/image" Target="../media/image1598.png"/><Relationship Id="rId516" Type="http://schemas.openxmlformats.org/officeDocument/2006/relationships/customXml" Target="../ink/ink1663.xml"/><Relationship Id="rId48" Type="http://schemas.openxmlformats.org/officeDocument/2006/relationships/customXml" Target="../ink/ink1426.xml"/><Relationship Id="rId113" Type="http://schemas.openxmlformats.org/officeDocument/2006/relationships/image" Target="../media/image1429.png"/><Relationship Id="rId320" Type="http://schemas.openxmlformats.org/officeDocument/2006/relationships/image" Target="../media/image1529.png"/><Relationship Id="rId558" Type="http://schemas.openxmlformats.org/officeDocument/2006/relationships/customXml" Target="../ink/ink1684.xml"/><Relationship Id="rId155" Type="http://schemas.openxmlformats.org/officeDocument/2006/relationships/customXml" Target="../ink/ink1480.xml"/><Relationship Id="rId197" Type="http://schemas.openxmlformats.org/officeDocument/2006/relationships/customXml" Target="../ink/ink1501.xml"/><Relationship Id="rId362" Type="http://schemas.openxmlformats.org/officeDocument/2006/relationships/image" Target="../media/image1550.png"/><Relationship Id="rId418" Type="http://schemas.openxmlformats.org/officeDocument/2006/relationships/customXml" Target="../ink/ink1613.xml"/><Relationship Id="rId625" Type="http://schemas.openxmlformats.org/officeDocument/2006/relationships/image" Target="../media/image1677.png"/><Relationship Id="rId222" Type="http://schemas.openxmlformats.org/officeDocument/2006/relationships/image" Target="../media/image981.png"/><Relationship Id="rId264" Type="http://schemas.openxmlformats.org/officeDocument/2006/relationships/image" Target="../media/image767.png"/><Relationship Id="rId471" Type="http://schemas.openxmlformats.org/officeDocument/2006/relationships/image" Target="../media/image1032.png"/><Relationship Id="rId667" Type="http://schemas.openxmlformats.org/officeDocument/2006/relationships/image" Target="../media/image1697.png"/><Relationship Id="rId17" Type="http://schemas.openxmlformats.org/officeDocument/2006/relationships/image" Target="../media/image1383.png"/><Relationship Id="rId59" Type="http://schemas.openxmlformats.org/officeDocument/2006/relationships/image" Target="../media/image1402.png"/><Relationship Id="rId124" Type="http://schemas.openxmlformats.org/officeDocument/2006/relationships/customXml" Target="../ink/ink1464.xml"/><Relationship Id="rId527" Type="http://schemas.openxmlformats.org/officeDocument/2006/relationships/image" Target="../media/image1629.png"/><Relationship Id="rId569" Type="http://schemas.openxmlformats.org/officeDocument/2006/relationships/image" Target="../media/image1650.png"/><Relationship Id="rId70" Type="http://schemas.openxmlformats.org/officeDocument/2006/relationships/customXml" Target="../ink/ink1437.xml"/><Relationship Id="rId166" Type="http://schemas.openxmlformats.org/officeDocument/2006/relationships/image" Target="../media/image1455.png"/><Relationship Id="rId331" Type="http://schemas.openxmlformats.org/officeDocument/2006/relationships/customXml" Target="../ink/ink1569.xml"/><Relationship Id="rId373" Type="http://schemas.openxmlformats.org/officeDocument/2006/relationships/customXml" Target="../ink/ink1590.xml"/><Relationship Id="rId429" Type="http://schemas.openxmlformats.org/officeDocument/2006/relationships/customXml" Target="../ink/ink1619.xml"/><Relationship Id="rId580" Type="http://schemas.openxmlformats.org/officeDocument/2006/relationships/customXml" Target="../ink/ink1695.xml"/><Relationship Id="rId636" Type="http://schemas.openxmlformats.org/officeDocument/2006/relationships/customXml" Target="../ink/ink1724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519.xml"/><Relationship Id="rId440" Type="http://schemas.openxmlformats.org/officeDocument/2006/relationships/image" Target="../media/image1588.png"/><Relationship Id="rId678" Type="http://schemas.openxmlformats.org/officeDocument/2006/relationships/customXml" Target="../ink/ink1745.xml"/><Relationship Id="rId28" Type="http://schemas.openxmlformats.org/officeDocument/2006/relationships/customXml" Target="../ink/ink1416.xml"/><Relationship Id="rId275" Type="http://schemas.openxmlformats.org/officeDocument/2006/relationships/customXml" Target="../ink/ink1541.xml"/><Relationship Id="rId300" Type="http://schemas.openxmlformats.org/officeDocument/2006/relationships/image" Target="../media/image1519.png"/><Relationship Id="rId482" Type="http://schemas.openxmlformats.org/officeDocument/2006/relationships/customXml" Target="../ink/ink1646.xml"/><Relationship Id="rId538" Type="http://schemas.openxmlformats.org/officeDocument/2006/relationships/customXml" Target="../ink/ink1674.xml"/><Relationship Id="rId81" Type="http://schemas.openxmlformats.org/officeDocument/2006/relationships/image" Target="../media/image1413.png"/><Relationship Id="rId135" Type="http://schemas.openxmlformats.org/officeDocument/2006/relationships/customXml" Target="../ink/ink1470.xml"/><Relationship Id="rId177" Type="http://schemas.openxmlformats.org/officeDocument/2006/relationships/customXml" Target="../ink/ink1491.xml"/><Relationship Id="rId342" Type="http://schemas.openxmlformats.org/officeDocument/2006/relationships/image" Target="../media/image1540.png"/><Relationship Id="rId384" Type="http://schemas.openxmlformats.org/officeDocument/2006/relationships/image" Target="../media/image1561.png"/><Relationship Id="rId591" Type="http://schemas.openxmlformats.org/officeDocument/2006/relationships/image" Target="../media/image1661.png"/><Relationship Id="rId605" Type="http://schemas.openxmlformats.org/officeDocument/2006/relationships/image" Target="../media/image1668.png"/><Relationship Id="rId202" Type="http://schemas.openxmlformats.org/officeDocument/2006/relationships/image" Target="../media/image1473.png"/><Relationship Id="rId244" Type="http://schemas.openxmlformats.org/officeDocument/2006/relationships/image" Target="../media/image1492.png"/><Relationship Id="rId647" Type="http://schemas.openxmlformats.org/officeDocument/2006/relationships/image" Target="../media/image1688.png"/><Relationship Id="rId689" Type="http://schemas.openxmlformats.org/officeDocument/2006/relationships/image" Target="../media/image1708.png"/><Relationship Id="rId39" Type="http://schemas.openxmlformats.org/officeDocument/2006/relationships/image" Target="../media/image1392.png"/><Relationship Id="rId286" Type="http://schemas.openxmlformats.org/officeDocument/2006/relationships/image" Target="../media/image1512.png"/><Relationship Id="rId451" Type="http://schemas.openxmlformats.org/officeDocument/2006/relationships/customXml" Target="../ink/ink1630.xml"/><Relationship Id="rId493" Type="http://schemas.openxmlformats.org/officeDocument/2006/relationships/image" Target="../media/image1613.png"/><Relationship Id="rId507" Type="http://schemas.openxmlformats.org/officeDocument/2006/relationships/image" Target="../media/image1265.png"/><Relationship Id="rId549" Type="http://schemas.openxmlformats.org/officeDocument/2006/relationships/image" Target="../media/image1640.png"/><Relationship Id="rId50" Type="http://schemas.openxmlformats.org/officeDocument/2006/relationships/customXml" Target="../ink/ink1427.xml"/><Relationship Id="rId104" Type="http://schemas.openxmlformats.org/officeDocument/2006/relationships/customXml" Target="../ink/ink1454.xml"/><Relationship Id="rId146" Type="http://schemas.openxmlformats.org/officeDocument/2006/relationships/image" Target="../media/image1445.png"/><Relationship Id="rId188" Type="http://schemas.openxmlformats.org/officeDocument/2006/relationships/image" Target="../media/image1466.png"/><Relationship Id="rId311" Type="http://schemas.openxmlformats.org/officeDocument/2006/relationships/customXml" Target="../ink/ink1559.xml"/><Relationship Id="rId353" Type="http://schemas.openxmlformats.org/officeDocument/2006/relationships/customXml" Target="../ink/ink1580.xml"/><Relationship Id="rId395" Type="http://schemas.openxmlformats.org/officeDocument/2006/relationships/image" Target="../media/image1566.png"/><Relationship Id="rId409" Type="http://schemas.openxmlformats.org/officeDocument/2006/relationships/image" Target="../media/image1573.png"/><Relationship Id="rId560" Type="http://schemas.openxmlformats.org/officeDocument/2006/relationships/customXml" Target="../ink/ink1685.xml"/><Relationship Id="rId92" Type="http://schemas.openxmlformats.org/officeDocument/2006/relationships/customXml" Target="../ink/ink1448.xml"/><Relationship Id="rId213" Type="http://schemas.openxmlformats.org/officeDocument/2006/relationships/customXml" Target="../ink/ink1509.xml"/><Relationship Id="rId420" Type="http://schemas.openxmlformats.org/officeDocument/2006/relationships/customXml" Target="../ink/ink1614.xml"/><Relationship Id="rId616" Type="http://schemas.openxmlformats.org/officeDocument/2006/relationships/customXml" Target="../ink/ink1713.xml"/><Relationship Id="rId658" Type="http://schemas.openxmlformats.org/officeDocument/2006/relationships/customXml" Target="../ink/ink1735.xml"/><Relationship Id="rId255" Type="http://schemas.openxmlformats.org/officeDocument/2006/relationships/customXml" Target="../ink/ink1531.xml"/><Relationship Id="rId297" Type="http://schemas.openxmlformats.org/officeDocument/2006/relationships/customXml" Target="../ink/ink1552.xml"/><Relationship Id="rId462" Type="http://schemas.openxmlformats.org/officeDocument/2006/relationships/image" Target="../media/image1599.png"/><Relationship Id="rId518" Type="http://schemas.openxmlformats.org/officeDocument/2006/relationships/customXml" Target="../ink/ink1664.xml"/><Relationship Id="rId115" Type="http://schemas.openxmlformats.org/officeDocument/2006/relationships/image" Target="../media/image1430.png"/><Relationship Id="rId157" Type="http://schemas.openxmlformats.org/officeDocument/2006/relationships/customXml" Target="../ink/ink1481.xml"/><Relationship Id="rId322" Type="http://schemas.openxmlformats.org/officeDocument/2006/relationships/image" Target="../media/image1530.png"/><Relationship Id="rId364" Type="http://schemas.openxmlformats.org/officeDocument/2006/relationships/image" Target="../media/image1551.png"/><Relationship Id="rId61" Type="http://schemas.openxmlformats.org/officeDocument/2006/relationships/image" Target="../media/image1403.png"/><Relationship Id="rId199" Type="http://schemas.openxmlformats.org/officeDocument/2006/relationships/customXml" Target="../ink/ink1502.xml"/><Relationship Id="rId571" Type="http://schemas.openxmlformats.org/officeDocument/2006/relationships/image" Target="../media/image1651.png"/><Relationship Id="rId627" Type="http://schemas.openxmlformats.org/officeDocument/2006/relationships/image" Target="../media/image1678.png"/><Relationship Id="rId669" Type="http://schemas.openxmlformats.org/officeDocument/2006/relationships/image" Target="../media/image1698.png"/><Relationship Id="rId19" Type="http://schemas.openxmlformats.org/officeDocument/2006/relationships/image" Target="../media/image1384.png"/><Relationship Id="rId224" Type="http://schemas.openxmlformats.org/officeDocument/2006/relationships/image" Target="../media/image1483.png"/><Relationship Id="rId266" Type="http://schemas.openxmlformats.org/officeDocument/2006/relationships/image" Target="../media/image1502.png"/><Relationship Id="rId431" Type="http://schemas.openxmlformats.org/officeDocument/2006/relationships/customXml" Target="../ink/ink1620.xml"/><Relationship Id="rId473" Type="http://schemas.openxmlformats.org/officeDocument/2006/relationships/image" Target="../media/image1603.png"/><Relationship Id="rId529" Type="http://schemas.openxmlformats.org/officeDocument/2006/relationships/image" Target="../media/image1630.png"/><Relationship Id="rId680" Type="http://schemas.openxmlformats.org/officeDocument/2006/relationships/customXml" Target="../ink/ink1746.xml"/><Relationship Id="rId30" Type="http://schemas.openxmlformats.org/officeDocument/2006/relationships/customXml" Target="../ink/ink1417.xml"/><Relationship Id="rId126" Type="http://schemas.openxmlformats.org/officeDocument/2006/relationships/customXml" Target="../ink/ink1465.xml"/><Relationship Id="rId168" Type="http://schemas.openxmlformats.org/officeDocument/2006/relationships/image" Target="../media/image1456.png"/><Relationship Id="rId333" Type="http://schemas.openxmlformats.org/officeDocument/2006/relationships/customXml" Target="../ink/ink1570.xml"/><Relationship Id="rId540" Type="http://schemas.openxmlformats.org/officeDocument/2006/relationships/customXml" Target="../ink/ink1675.xml"/><Relationship Id="rId72" Type="http://schemas.openxmlformats.org/officeDocument/2006/relationships/customXml" Target="../ink/ink1438.xml"/><Relationship Id="rId375" Type="http://schemas.openxmlformats.org/officeDocument/2006/relationships/customXml" Target="../ink/ink1591.xml"/><Relationship Id="rId582" Type="http://schemas.openxmlformats.org/officeDocument/2006/relationships/customXml" Target="../ink/ink1696.xml"/><Relationship Id="rId638" Type="http://schemas.openxmlformats.org/officeDocument/2006/relationships/customXml" Target="../ink/ink1725.xml"/><Relationship Id="rId3" Type="http://schemas.openxmlformats.org/officeDocument/2006/relationships/image" Target="../media/image1376.png"/><Relationship Id="rId235" Type="http://schemas.openxmlformats.org/officeDocument/2006/relationships/customXml" Target="../ink/ink1520.xml"/><Relationship Id="rId277" Type="http://schemas.openxmlformats.org/officeDocument/2006/relationships/customXml" Target="../ink/ink1542.xml"/><Relationship Id="rId400" Type="http://schemas.openxmlformats.org/officeDocument/2006/relationships/customXml" Target="../ink/ink1604.xml"/><Relationship Id="rId442" Type="http://schemas.openxmlformats.org/officeDocument/2006/relationships/image" Target="../media/image1589.png"/><Relationship Id="rId484" Type="http://schemas.openxmlformats.org/officeDocument/2006/relationships/customXml" Target="../ink/ink1647.xml"/><Relationship Id="rId137" Type="http://schemas.openxmlformats.org/officeDocument/2006/relationships/customXml" Target="../ink/ink1471.xml"/><Relationship Id="rId302" Type="http://schemas.openxmlformats.org/officeDocument/2006/relationships/image" Target="../media/image1520.png"/><Relationship Id="rId344" Type="http://schemas.openxmlformats.org/officeDocument/2006/relationships/image" Target="../media/image1541.png"/><Relationship Id="rId691" Type="http://schemas.openxmlformats.org/officeDocument/2006/relationships/image" Target="../media/image1709.png"/><Relationship Id="rId41" Type="http://schemas.openxmlformats.org/officeDocument/2006/relationships/image" Target="../media/image1393.png"/><Relationship Id="rId83" Type="http://schemas.openxmlformats.org/officeDocument/2006/relationships/image" Target="../media/image1414.png"/><Relationship Id="rId179" Type="http://schemas.openxmlformats.org/officeDocument/2006/relationships/customXml" Target="../ink/ink1492.xml"/><Relationship Id="rId386" Type="http://schemas.openxmlformats.org/officeDocument/2006/relationships/image" Target="../media/image1562.png"/><Relationship Id="rId551" Type="http://schemas.openxmlformats.org/officeDocument/2006/relationships/image" Target="../media/image1641.png"/><Relationship Id="rId593" Type="http://schemas.openxmlformats.org/officeDocument/2006/relationships/image" Target="../media/image1662.png"/><Relationship Id="rId607" Type="http://schemas.openxmlformats.org/officeDocument/2006/relationships/image" Target="../media/image1669.png"/><Relationship Id="rId649" Type="http://schemas.openxmlformats.org/officeDocument/2006/relationships/image" Target="../media/image1689.png"/><Relationship Id="rId190" Type="http://schemas.openxmlformats.org/officeDocument/2006/relationships/image" Target="../media/image1467.png"/><Relationship Id="rId204" Type="http://schemas.openxmlformats.org/officeDocument/2006/relationships/image" Target="../media/image1474.png"/><Relationship Id="rId246" Type="http://schemas.openxmlformats.org/officeDocument/2006/relationships/image" Target="../media/image1493.png"/><Relationship Id="rId288" Type="http://schemas.openxmlformats.org/officeDocument/2006/relationships/image" Target="../media/image1513.png"/><Relationship Id="rId411" Type="http://schemas.openxmlformats.org/officeDocument/2006/relationships/image" Target="../media/image1574.png"/><Relationship Id="rId453" Type="http://schemas.openxmlformats.org/officeDocument/2006/relationships/customXml" Target="../ink/ink1631.xml"/><Relationship Id="rId509" Type="http://schemas.openxmlformats.org/officeDocument/2006/relationships/image" Target="../media/image1620.png"/><Relationship Id="rId660" Type="http://schemas.openxmlformats.org/officeDocument/2006/relationships/customXml" Target="../ink/ink1736.xml"/><Relationship Id="rId106" Type="http://schemas.openxmlformats.org/officeDocument/2006/relationships/customXml" Target="../ink/ink1455.xml"/><Relationship Id="rId313" Type="http://schemas.openxmlformats.org/officeDocument/2006/relationships/customXml" Target="../ink/ink1560.xml"/><Relationship Id="rId495" Type="http://schemas.openxmlformats.org/officeDocument/2006/relationships/image" Target="../media/image1614.png"/><Relationship Id="rId10" Type="http://schemas.openxmlformats.org/officeDocument/2006/relationships/customXml" Target="../ink/ink1407.xml"/><Relationship Id="rId52" Type="http://schemas.openxmlformats.org/officeDocument/2006/relationships/customXml" Target="../ink/ink1428.xml"/><Relationship Id="rId94" Type="http://schemas.openxmlformats.org/officeDocument/2006/relationships/customXml" Target="../ink/ink1449.xml"/><Relationship Id="rId148" Type="http://schemas.openxmlformats.org/officeDocument/2006/relationships/image" Target="../media/image1446.png"/><Relationship Id="rId355" Type="http://schemas.openxmlformats.org/officeDocument/2006/relationships/customXml" Target="../ink/ink1581.xml"/><Relationship Id="rId397" Type="http://schemas.openxmlformats.org/officeDocument/2006/relationships/image" Target="../media/image1567.png"/><Relationship Id="rId520" Type="http://schemas.openxmlformats.org/officeDocument/2006/relationships/customXml" Target="../ink/ink1665.xml"/><Relationship Id="rId562" Type="http://schemas.openxmlformats.org/officeDocument/2006/relationships/customXml" Target="../ink/ink1686.xml"/><Relationship Id="rId618" Type="http://schemas.openxmlformats.org/officeDocument/2006/relationships/customXml" Target="../ink/ink1714.xml"/><Relationship Id="rId215" Type="http://schemas.openxmlformats.org/officeDocument/2006/relationships/customXml" Target="../ink/ink1510.xml"/><Relationship Id="rId257" Type="http://schemas.openxmlformats.org/officeDocument/2006/relationships/customXml" Target="../ink/ink1532.xml"/><Relationship Id="rId422" Type="http://schemas.openxmlformats.org/officeDocument/2006/relationships/customXml" Target="../ink/ink1615.xml"/><Relationship Id="rId464" Type="http://schemas.openxmlformats.org/officeDocument/2006/relationships/image" Target="../media/image1600.png"/><Relationship Id="rId299" Type="http://schemas.openxmlformats.org/officeDocument/2006/relationships/customXml" Target="../ink/ink1553.xml"/><Relationship Id="rId63" Type="http://schemas.openxmlformats.org/officeDocument/2006/relationships/image" Target="../media/image1404.png"/><Relationship Id="rId159" Type="http://schemas.openxmlformats.org/officeDocument/2006/relationships/customXml" Target="../ink/ink1482.xml"/><Relationship Id="rId366" Type="http://schemas.openxmlformats.org/officeDocument/2006/relationships/image" Target="../media/image1552.png"/><Relationship Id="rId573" Type="http://schemas.openxmlformats.org/officeDocument/2006/relationships/image" Target="../media/image1652.png"/><Relationship Id="rId226" Type="http://schemas.openxmlformats.org/officeDocument/2006/relationships/image" Target="../media/image1484.png"/><Relationship Id="rId433" Type="http://schemas.openxmlformats.org/officeDocument/2006/relationships/customXml" Target="../ink/ink1621.xml"/><Relationship Id="rId640" Type="http://schemas.openxmlformats.org/officeDocument/2006/relationships/customXml" Target="../ink/ink1726.xml"/><Relationship Id="rId74" Type="http://schemas.openxmlformats.org/officeDocument/2006/relationships/customXml" Target="../ink/ink1439.xml"/><Relationship Id="rId377" Type="http://schemas.openxmlformats.org/officeDocument/2006/relationships/customXml" Target="../ink/ink1592.xml"/><Relationship Id="rId500" Type="http://schemas.openxmlformats.org/officeDocument/2006/relationships/customXml" Target="../ink/ink1655.xml"/><Relationship Id="rId584" Type="http://schemas.openxmlformats.org/officeDocument/2006/relationships/customXml" Target="../ink/ink1697.xml"/><Relationship Id="rId5" Type="http://schemas.openxmlformats.org/officeDocument/2006/relationships/image" Target="../media/image1377.png"/><Relationship Id="rId237" Type="http://schemas.openxmlformats.org/officeDocument/2006/relationships/image" Target="../media/image1489.png"/><Relationship Id="rId444" Type="http://schemas.openxmlformats.org/officeDocument/2006/relationships/image" Target="../media/image1590.png"/><Relationship Id="rId651" Type="http://schemas.openxmlformats.org/officeDocument/2006/relationships/image" Target="../media/image1690.png"/><Relationship Id="rId290" Type="http://schemas.openxmlformats.org/officeDocument/2006/relationships/image" Target="../media/image1514.png"/><Relationship Id="rId304" Type="http://schemas.openxmlformats.org/officeDocument/2006/relationships/image" Target="../media/image1521.png"/><Relationship Id="rId388" Type="http://schemas.openxmlformats.org/officeDocument/2006/relationships/image" Target="../media/image1563.png"/><Relationship Id="rId511" Type="http://schemas.openxmlformats.org/officeDocument/2006/relationships/image" Target="../media/image1621.png"/><Relationship Id="rId609" Type="http://schemas.openxmlformats.org/officeDocument/2006/relationships/image" Target="../media/image1670.png"/><Relationship Id="rId85" Type="http://schemas.openxmlformats.org/officeDocument/2006/relationships/image" Target="../media/image1415.png"/><Relationship Id="rId150" Type="http://schemas.openxmlformats.org/officeDocument/2006/relationships/image" Target="../media/image1447.png"/><Relationship Id="rId595" Type="http://schemas.openxmlformats.org/officeDocument/2006/relationships/image" Target="../media/image1663.png"/><Relationship Id="rId248" Type="http://schemas.openxmlformats.org/officeDocument/2006/relationships/image" Target="../media/image1494.png"/><Relationship Id="rId455" Type="http://schemas.openxmlformats.org/officeDocument/2006/relationships/customXml" Target="../ink/ink1632.xml"/><Relationship Id="rId662" Type="http://schemas.openxmlformats.org/officeDocument/2006/relationships/customXml" Target="../ink/ink1737.xml"/><Relationship Id="rId12" Type="http://schemas.openxmlformats.org/officeDocument/2006/relationships/customXml" Target="../ink/ink1408.xml"/><Relationship Id="rId108" Type="http://schemas.openxmlformats.org/officeDocument/2006/relationships/customXml" Target="../ink/ink1456.xml"/><Relationship Id="rId315" Type="http://schemas.openxmlformats.org/officeDocument/2006/relationships/customXml" Target="../ink/ink1561.xml"/><Relationship Id="rId522" Type="http://schemas.openxmlformats.org/officeDocument/2006/relationships/customXml" Target="../ink/ink1666.xml"/><Relationship Id="rId96" Type="http://schemas.openxmlformats.org/officeDocument/2006/relationships/customXml" Target="../ink/ink1450.xml"/><Relationship Id="rId161" Type="http://schemas.openxmlformats.org/officeDocument/2006/relationships/customXml" Target="../ink/ink1483.xml"/><Relationship Id="rId399" Type="http://schemas.openxmlformats.org/officeDocument/2006/relationships/image" Target="../media/image1568.png"/><Relationship Id="rId259" Type="http://schemas.openxmlformats.org/officeDocument/2006/relationships/customXml" Target="../ink/ink1533.xml"/><Relationship Id="rId466" Type="http://schemas.openxmlformats.org/officeDocument/2006/relationships/image" Target="../media/image1601.png"/><Relationship Id="rId673" Type="http://schemas.openxmlformats.org/officeDocument/2006/relationships/image" Target="../media/image1700.png"/><Relationship Id="rId23" Type="http://schemas.openxmlformats.org/officeDocument/2006/relationships/image" Target="../media/image1385.png"/><Relationship Id="rId119" Type="http://schemas.openxmlformats.org/officeDocument/2006/relationships/image" Target="../media/image1432.png"/><Relationship Id="rId326" Type="http://schemas.openxmlformats.org/officeDocument/2006/relationships/image" Target="../media/image1532.png"/><Relationship Id="rId533" Type="http://schemas.openxmlformats.org/officeDocument/2006/relationships/image" Target="../media/image1632.png"/><Relationship Id="rId172" Type="http://schemas.openxmlformats.org/officeDocument/2006/relationships/image" Target="../media/image1458.png"/><Relationship Id="rId477" Type="http://schemas.openxmlformats.org/officeDocument/2006/relationships/image" Target="../media/image1605.png"/><Relationship Id="rId600" Type="http://schemas.openxmlformats.org/officeDocument/2006/relationships/customXml" Target="../ink/ink1705.xml"/><Relationship Id="rId684" Type="http://schemas.openxmlformats.org/officeDocument/2006/relationships/customXml" Target="../ink/ink1748.xml"/><Relationship Id="rId337" Type="http://schemas.openxmlformats.org/officeDocument/2006/relationships/customXml" Target="../ink/ink1572.xml"/><Relationship Id="rId34" Type="http://schemas.openxmlformats.org/officeDocument/2006/relationships/customXml" Target="../ink/ink1419.xml"/><Relationship Id="rId544" Type="http://schemas.openxmlformats.org/officeDocument/2006/relationships/customXml" Target="../ink/ink1677.xml"/><Relationship Id="rId183" Type="http://schemas.openxmlformats.org/officeDocument/2006/relationships/customXml" Target="../ink/ink1494.xml"/><Relationship Id="rId390" Type="http://schemas.openxmlformats.org/officeDocument/2006/relationships/image" Target="../media/image1564.png"/><Relationship Id="rId404" Type="http://schemas.openxmlformats.org/officeDocument/2006/relationships/customXml" Target="../ink/ink1606.xml"/><Relationship Id="rId611" Type="http://schemas.openxmlformats.org/officeDocument/2006/relationships/image" Target="../media/image1671.png"/><Relationship Id="rId250" Type="http://schemas.openxmlformats.org/officeDocument/2006/relationships/image" Target="../media/image1495.png"/><Relationship Id="rId488" Type="http://schemas.openxmlformats.org/officeDocument/2006/relationships/customXml" Target="../ink/ink1649.xml"/><Relationship Id="rId695" Type="http://schemas.openxmlformats.org/officeDocument/2006/relationships/image" Target="../media/image1711.png"/><Relationship Id="rId45" Type="http://schemas.openxmlformats.org/officeDocument/2006/relationships/image" Target="../media/image1395.png"/><Relationship Id="rId110" Type="http://schemas.openxmlformats.org/officeDocument/2006/relationships/customXml" Target="../ink/ink1457.xml"/><Relationship Id="rId348" Type="http://schemas.openxmlformats.org/officeDocument/2006/relationships/image" Target="../media/image1543.png"/><Relationship Id="rId555" Type="http://schemas.openxmlformats.org/officeDocument/2006/relationships/image" Target="../media/image1643.png"/><Relationship Id="rId194" Type="http://schemas.openxmlformats.org/officeDocument/2006/relationships/image" Target="../media/image1469.png"/><Relationship Id="rId208" Type="http://schemas.openxmlformats.org/officeDocument/2006/relationships/image" Target="../media/image1476.png"/><Relationship Id="rId415" Type="http://schemas.openxmlformats.org/officeDocument/2006/relationships/image" Target="../media/image1576.png"/><Relationship Id="rId622" Type="http://schemas.openxmlformats.org/officeDocument/2006/relationships/customXml" Target="../ink/ink1717.xml"/><Relationship Id="rId261" Type="http://schemas.openxmlformats.org/officeDocument/2006/relationships/customXml" Target="../ink/ink1534.xml"/><Relationship Id="rId499" Type="http://schemas.openxmlformats.org/officeDocument/2006/relationships/image" Target="../media/image1616.png"/><Relationship Id="rId56" Type="http://schemas.openxmlformats.org/officeDocument/2006/relationships/customXml" Target="../ink/ink1430.xml"/><Relationship Id="rId359" Type="http://schemas.openxmlformats.org/officeDocument/2006/relationships/customXml" Target="../ink/ink1583.xml"/><Relationship Id="rId566" Type="http://schemas.openxmlformats.org/officeDocument/2006/relationships/customXml" Target="../ink/ink1688.xml"/><Relationship Id="rId121" Type="http://schemas.openxmlformats.org/officeDocument/2006/relationships/image" Target="../media/image1433.png"/><Relationship Id="rId219" Type="http://schemas.openxmlformats.org/officeDocument/2006/relationships/customXml" Target="../ink/ink1512.xml"/><Relationship Id="rId426" Type="http://schemas.openxmlformats.org/officeDocument/2006/relationships/image" Target="../media/image1581.png"/><Relationship Id="rId633" Type="http://schemas.openxmlformats.org/officeDocument/2006/relationships/image" Target="../media/image1681.png"/><Relationship Id="rId67" Type="http://schemas.openxmlformats.org/officeDocument/2006/relationships/image" Target="../media/image1406.png"/><Relationship Id="rId272" Type="http://schemas.openxmlformats.org/officeDocument/2006/relationships/image" Target="../media/image1505.png"/><Relationship Id="rId577" Type="http://schemas.openxmlformats.org/officeDocument/2006/relationships/image" Target="../media/image1654.png"/><Relationship Id="rId132" Type="http://schemas.openxmlformats.org/officeDocument/2006/relationships/customXml" Target="../ink/ink1468.xml"/><Relationship Id="rId437" Type="http://schemas.openxmlformats.org/officeDocument/2006/relationships/customXml" Target="../ink/ink1623.xml"/><Relationship Id="rId644" Type="http://schemas.openxmlformats.org/officeDocument/2006/relationships/customXml" Target="../ink/ink1728.xml"/><Relationship Id="rId283" Type="http://schemas.openxmlformats.org/officeDocument/2006/relationships/customXml" Target="../ink/ink1545.xml"/><Relationship Id="rId490" Type="http://schemas.openxmlformats.org/officeDocument/2006/relationships/customXml" Target="../ink/ink1650.xml"/><Relationship Id="rId504" Type="http://schemas.openxmlformats.org/officeDocument/2006/relationships/customXml" Target="../ink/ink1657.xml"/><Relationship Id="rId78" Type="http://schemas.openxmlformats.org/officeDocument/2006/relationships/customXml" Target="../ink/ink1441.xml"/><Relationship Id="rId143" Type="http://schemas.openxmlformats.org/officeDocument/2006/relationships/customXml" Target="../ink/ink1474.xml"/><Relationship Id="rId350" Type="http://schemas.openxmlformats.org/officeDocument/2006/relationships/image" Target="../media/image1544.png"/><Relationship Id="rId588" Type="http://schemas.openxmlformats.org/officeDocument/2006/relationships/customXml" Target="../ink/ink1699.xml"/><Relationship Id="rId9" Type="http://schemas.openxmlformats.org/officeDocument/2006/relationships/image" Target="../media/image1379.png"/><Relationship Id="rId210" Type="http://schemas.openxmlformats.org/officeDocument/2006/relationships/image" Target="../media/image1477.png"/><Relationship Id="rId448" Type="http://schemas.openxmlformats.org/officeDocument/2006/relationships/image" Target="../media/image1592.png"/><Relationship Id="rId655" Type="http://schemas.openxmlformats.org/officeDocument/2006/relationships/image" Target="../media/image261.png"/><Relationship Id="rId294" Type="http://schemas.openxmlformats.org/officeDocument/2006/relationships/image" Target="../media/image1516.png"/><Relationship Id="rId308" Type="http://schemas.openxmlformats.org/officeDocument/2006/relationships/image" Target="../media/image1523.png"/><Relationship Id="rId515" Type="http://schemas.openxmlformats.org/officeDocument/2006/relationships/image" Target="../media/image1623.png"/><Relationship Id="rId89" Type="http://schemas.openxmlformats.org/officeDocument/2006/relationships/image" Target="../media/image1417.png"/><Relationship Id="rId154" Type="http://schemas.openxmlformats.org/officeDocument/2006/relationships/image" Target="../media/image1449.png"/><Relationship Id="rId361" Type="http://schemas.openxmlformats.org/officeDocument/2006/relationships/customXml" Target="../ink/ink1584.xml"/><Relationship Id="rId599" Type="http://schemas.openxmlformats.org/officeDocument/2006/relationships/image" Target="../media/image1665.png"/><Relationship Id="rId459" Type="http://schemas.openxmlformats.org/officeDocument/2006/relationships/customXml" Target="../ink/ink1634.xml"/><Relationship Id="rId666" Type="http://schemas.openxmlformats.org/officeDocument/2006/relationships/customXml" Target="../ink/ink1739.xml"/><Relationship Id="rId16" Type="http://schemas.openxmlformats.org/officeDocument/2006/relationships/customXml" Target="../ink/ink1410.xml"/><Relationship Id="rId221" Type="http://schemas.openxmlformats.org/officeDocument/2006/relationships/customXml" Target="../ink/ink1513.xml"/><Relationship Id="rId319" Type="http://schemas.openxmlformats.org/officeDocument/2006/relationships/customXml" Target="../ink/ink1563.xml"/><Relationship Id="rId526" Type="http://schemas.openxmlformats.org/officeDocument/2006/relationships/customXml" Target="../ink/ink1668.xml"/><Relationship Id="rId165" Type="http://schemas.openxmlformats.org/officeDocument/2006/relationships/customXml" Target="../ink/ink1485.xml"/><Relationship Id="rId372" Type="http://schemas.openxmlformats.org/officeDocument/2006/relationships/image" Target="../media/image1555.png"/><Relationship Id="rId677" Type="http://schemas.openxmlformats.org/officeDocument/2006/relationships/image" Target="../media/image1702.png"/><Relationship Id="rId232" Type="http://schemas.openxmlformats.org/officeDocument/2006/relationships/image" Target="../media/image1487.png"/><Relationship Id="rId27" Type="http://schemas.openxmlformats.org/officeDocument/2006/relationships/image" Target="../media/image1387.png"/><Relationship Id="rId537" Type="http://schemas.openxmlformats.org/officeDocument/2006/relationships/image" Target="../media/image1634.png"/><Relationship Id="rId80" Type="http://schemas.openxmlformats.org/officeDocument/2006/relationships/customXml" Target="../ink/ink1442.xml"/><Relationship Id="rId176" Type="http://schemas.openxmlformats.org/officeDocument/2006/relationships/image" Target="../media/image1460.png"/><Relationship Id="rId383" Type="http://schemas.openxmlformats.org/officeDocument/2006/relationships/customXml" Target="../ink/ink1595.xml"/><Relationship Id="rId590" Type="http://schemas.openxmlformats.org/officeDocument/2006/relationships/customXml" Target="../ink/ink1700.xml"/><Relationship Id="rId604" Type="http://schemas.openxmlformats.org/officeDocument/2006/relationships/customXml" Target="../ink/ink1707.xml"/><Relationship Id="rId243" Type="http://schemas.openxmlformats.org/officeDocument/2006/relationships/customXml" Target="../ink/ink1525.xml"/><Relationship Id="rId450" Type="http://schemas.openxmlformats.org/officeDocument/2006/relationships/image" Target="../media/image1593.png"/><Relationship Id="rId688" Type="http://schemas.openxmlformats.org/officeDocument/2006/relationships/customXml" Target="../ink/ink1750.xml"/><Relationship Id="rId38" Type="http://schemas.openxmlformats.org/officeDocument/2006/relationships/customXml" Target="../ink/ink1421.xml"/><Relationship Id="rId103" Type="http://schemas.openxmlformats.org/officeDocument/2006/relationships/image" Target="../media/image1424.png"/><Relationship Id="rId310" Type="http://schemas.openxmlformats.org/officeDocument/2006/relationships/image" Target="../media/image1524.png"/><Relationship Id="rId548" Type="http://schemas.openxmlformats.org/officeDocument/2006/relationships/customXml" Target="../ink/ink1679.xml"/><Relationship Id="rId91" Type="http://schemas.openxmlformats.org/officeDocument/2006/relationships/image" Target="../media/image1418.png"/><Relationship Id="rId187" Type="http://schemas.openxmlformats.org/officeDocument/2006/relationships/customXml" Target="../ink/ink1496.xml"/><Relationship Id="rId394" Type="http://schemas.openxmlformats.org/officeDocument/2006/relationships/customXml" Target="../ink/ink1601.xml"/><Relationship Id="rId408" Type="http://schemas.openxmlformats.org/officeDocument/2006/relationships/customXml" Target="../ink/ink1608.xml"/><Relationship Id="rId615" Type="http://schemas.openxmlformats.org/officeDocument/2006/relationships/image" Target="../media/image1673.png"/><Relationship Id="rId254" Type="http://schemas.openxmlformats.org/officeDocument/2006/relationships/image" Target="../media/image1497.png"/><Relationship Id="rId49" Type="http://schemas.openxmlformats.org/officeDocument/2006/relationships/image" Target="../media/image1397.png"/><Relationship Id="rId114" Type="http://schemas.openxmlformats.org/officeDocument/2006/relationships/customXml" Target="../ink/ink1459.xml"/><Relationship Id="rId461" Type="http://schemas.openxmlformats.org/officeDocument/2006/relationships/customXml" Target="../ink/ink1635.xml"/><Relationship Id="rId559" Type="http://schemas.openxmlformats.org/officeDocument/2006/relationships/image" Target="../media/image1645.png"/><Relationship Id="rId198" Type="http://schemas.openxmlformats.org/officeDocument/2006/relationships/image" Target="../media/image1471.png"/><Relationship Id="rId321" Type="http://schemas.openxmlformats.org/officeDocument/2006/relationships/customXml" Target="../ink/ink1564.xml"/><Relationship Id="rId419" Type="http://schemas.openxmlformats.org/officeDocument/2006/relationships/image" Target="../media/image1578.png"/><Relationship Id="rId626" Type="http://schemas.openxmlformats.org/officeDocument/2006/relationships/customXml" Target="../ink/ink1719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68.png"/><Relationship Id="rId299" Type="http://schemas.openxmlformats.org/officeDocument/2006/relationships/image" Target="../media/image1859.png"/><Relationship Id="rId21" Type="http://schemas.openxmlformats.org/officeDocument/2006/relationships/image" Target="../media/image1722.png"/><Relationship Id="rId63" Type="http://schemas.openxmlformats.org/officeDocument/2006/relationships/image" Target="../media/image1743.png"/><Relationship Id="rId159" Type="http://schemas.openxmlformats.org/officeDocument/2006/relationships/image" Target="../media/image1789.png"/><Relationship Id="rId324" Type="http://schemas.openxmlformats.org/officeDocument/2006/relationships/customXml" Target="../ink/ink1916.xml"/><Relationship Id="rId366" Type="http://schemas.openxmlformats.org/officeDocument/2006/relationships/customXml" Target="../ink/ink1937.xml"/><Relationship Id="rId170" Type="http://schemas.openxmlformats.org/officeDocument/2006/relationships/customXml" Target="../ink/ink1839.xml"/><Relationship Id="rId226" Type="http://schemas.openxmlformats.org/officeDocument/2006/relationships/customXml" Target="../ink/ink1867.xml"/><Relationship Id="rId268" Type="http://schemas.openxmlformats.org/officeDocument/2006/relationships/customXml" Target="../ink/ink1888.xml"/><Relationship Id="rId32" Type="http://schemas.openxmlformats.org/officeDocument/2006/relationships/customXml" Target="../ink/ink1770.xml"/><Relationship Id="rId74" Type="http://schemas.openxmlformats.org/officeDocument/2006/relationships/customXml" Target="../ink/ink1791.xml"/><Relationship Id="rId128" Type="http://schemas.openxmlformats.org/officeDocument/2006/relationships/customXml" Target="../ink/ink1818.xml"/><Relationship Id="rId335" Type="http://schemas.openxmlformats.org/officeDocument/2006/relationships/image" Target="../media/image1876.png"/><Relationship Id="rId5" Type="http://schemas.openxmlformats.org/officeDocument/2006/relationships/image" Target="../media/image1714.png"/><Relationship Id="rId181" Type="http://schemas.openxmlformats.org/officeDocument/2006/relationships/image" Target="../media/image1800.png"/><Relationship Id="rId237" Type="http://schemas.openxmlformats.org/officeDocument/2006/relationships/image" Target="../media/image1828.png"/><Relationship Id="rId279" Type="http://schemas.openxmlformats.org/officeDocument/2006/relationships/image" Target="../media/image1849.png"/><Relationship Id="rId43" Type="http://schemas.openxmlformats.org/officeDocument/2006/relationships/image" Target="../media/image1733.png"/><Relationship Id="rId139" Type="http://schemas.openxmlformats.org/officeDocument/2006/relationships/image" Target="../media/image1779.png"/><Relationship Id="rId290" Type="http://schemas.openxmlformats.org/officeDocument/2006/relationships/customXml" Target="../ink/ink1899.xml"/><Relationship Id="rId304" Type="http://schemas.openxmlformats.org/officeDocument/2006/relationships/customXml" Target="../ink/ink1906.xml"/><Relationship Id="rId346" Type="http://schemas.openxmlformats.org/officeDocument/2006/relationships/customXml" Target="../ink/ink1927.xml"/><Relationship Id="rId85" Type="http://schemas.openxmlformats.org/officeDocument/2006/relationships/image" Target="../media/image1753.png"/><Relationship Id="rId150" Type="http://schemas.openxmlformats.org/officeDocument/2006/relationships/customXml" Target="../ink/ink1829.xml"/><Relationship Id="rId192" Type="http://schemas.openxmlformats.org/officeDocument/2006/relationships/customXml" Target="../ink/ink1850.xml"/><Relationship Id="rId206" Type="http://schemas.openxmlformats.org/officeDocument/2006/relationships/customXml" Target="../ink/ink1857.xml"/><Relationship Id="rId248" Type="http://schemas.openxmlformats.org/officeDocument/2006/relationships/customXml" Target="../ink/ink1878.xml"/><Relationship Id="rId12" Type="http://schemas.openxmlformats.org/officeDocument/2006/relationships/customXml" Target="../ink/ink1760.xml"/><Relationship Id="rId108" Type="http://schemas.openxmlformats.org/officeDocument/2006/relationships/customXml" Target="../ink/ink1808.xml"/><Relationship Id="rId315" Type="http://schemas.openxmlformats.org/officeDocument/2006/relationships/image" Target="../media/image1866.png"/><Relationship Id="rId357" Type="http://schemas.openxmlformats.org/officeDocument/2006/relationships/image" Target="../media/image1887.png"/><Relationship Id="rId54" Type="http://schemas.openxmlformats.org/officeDocument/2006/relationships/customXml" Target="../ink/ink1781.xml"/><Relationship Id="rId96" Type="http://schemas.openxmlformats.org/officeDocument/2006/relationships/customXml" Target="../ink/ink1802.xml"/><Relationship Id="rId161" Type="http://schemas.openxmlformats.org/officeDocument/2006/relationships/image" Target="../media/image1790.png"/><Relationship Id="rId217" Type="http://schemas.openxmlformats.org/officeDocument/2006/relationships/image" Target="../media/image1818.png"/><Relationship Id="rId259" Type="http://schemas.openxmlformats.org/officeDocument/2006/relationships/image" Target="../media/image1839.png"/><Relationship Id="rId23" Type="http://schemas.openxmlformats.org/officeDocument/2006/relationships/image" Target="../media/image1723.png"/><Relationship Id="rId119" Type="http://schemas.openxmlformats.org/officeDocument/2006/relationships/image" Target="../media/image1769.png"/><Relationship Id="rId270" Type="http://schemas.openxmlformats.org/officeDocument/2006/relationships/customXml" Target="../ink/ink1889.xml"/><Relationship Id="rId326" Type="http://schemas.openxmlformats.org/officeDocument/2006/relationships/customXml" Target="../ink/ink1917.xml"/><Relationship Id="rId65" Type="http://schemas.openxmlformats.org/officeDocument/2006/relationships/image" Target="../media/image1744.png"/><Relationship Id="rId130" Type="http://schemas.openxmlformats.org/officeDocument/2006/relationships/customXml" Target="../ink/ink1819.xml"/><Relationship Id="rId368" Type="http://schemas.openxmlformats.org/officeDocument/2006/relationships/customXml" Target="../ink/ink1938.xml"/><Relationship Id="rId172" Type="http://schemas.openxmlformats.org/officeDocument/2006/relationships/customXml" Target="../ink/ink1840.xml"/><Relationship Id="rId228" Type="http://schemas.openxmlformats.org/officeDocument/2006/relationships/customXml" Target="../ink/ink1868.xml"/><Relationship Id="rId281" Type="http://schemas.openxmlformats.org/officeDocument/2006/relationships/image" Target="../media/image1850.png"/><Relationship Id="rId337" Type="http://schemas.openxmlformats.org/officeDocument/2006/relationships/image" Target="../media/image1877.png"/><Relationship Id="rId34" Type="http://schemas.openxmlformats.org/officeDocument/2006/relationships/customXml" Target="../ink/ink1771.xml"/><Relationship Id="rId76" Type="http://schemas.openxmlformats.org/officeDocument/2006/relationships/customXml" Target="../ink/ink1792.xml"/><Relationship Id="rId141" Type="http://schemas.openxmlformats.org/officeDocument/2006/relationships/image" Target="../media/image1780.png"/><Relationship Id="rId7" Type="http://schemas.openxmlformats.org/officeDocument/2006/relationships/image" Target="../media/image1715.png"/><Relationship Id="rId183" Type="http://schemas.openxmlformats.org/officeDocument/2006/relationships/image" Target="../media/image1801.png"/><Relationship Id="rId239" Type="http://schemas.openxmlformats.org/officeDocument/2006/relationships/image" Target="../media/image1829.png"/><Relationship Id="rId250" Type="http://schemas.openxmlformats.org/officeDocument/2006/relationships/customXml" Target="../ink/ink1879.xml"/><Relationship Id="rId292" Type="http://schemas.openxmlformats.org/officeDocument/2006/relationships/customXml" Target="../ink/ink1900.xml"/><Relationship Id="rId306" Type="http://schemas.openxmlformats.org/officeDocument/2006/relationships/customXml" Target="../ink/ink1907.xml"/><Relationship Id="rId45" Type="http://schemas.openxmlformats.org/officeDocument/2006/relationships/image" Target="../media/image1734.png"/><Relationship Id="rId87" Type="http://schemas.openxmlformats.org/officeDocument/2006/relationships/image" Target="../media/image1754.png"/><Relationship Id="rId110" Type="http://schemas.openxmlformats.org/officeDocument/2006/relationships/customXml" Target="../ink/ink1809.xml"/><Relationship Id="rId348" Type="http://schemas.openxmlformats.org/officeDocument/2006/relationships/customXml" Target="../ink/ink1928.xml"/><Relationship Id="rId152" Type="http://schemas.openxmlformats.org/officeDocument/2006/relationships/customXml" Target="../ink/ink1830.xml"/><Relationship Id="rId194" Type="http://schemas.openxmlformats.org/officeDocument/2006/relationships/customXml" Target="../ink/ink1851.xml"/><Relationship Id="rId208" Type="http://schemas.openxmlformats.org/officeDocument/2006/relationships/customXml" Target="../ink/ink1858.xml"/><Relationship Id="rId261" Type="http://schemas.openxmlformats.org/officeDocument/2006/relationships/image" Target="../media/image1840.png"/><Relationship Id="rId14" Type="http://schemas.openxmlformats.org/officeDocument/2006/relationships/customXml" Target="../ink/ink1761.xml"/><Relationship Id="rId56" Type="http://schemas.openxmlformats.org/officeDocument/2006/relationships/customXml" Target="../ink/ink1782.xml"/><Relationship Id="rId317" Type="http://schemas.openxmlformats.org/officeDocument/2006/relationships/image" Target="../media/image1867.png"/><Relationship Id="rId359" Type="http://schemas.openxmlformats.org/officeDocument/2006/relationships/image" Target="../media/image1888.png"/><Relationship Id="rId98" Type="http://schemas.openxmlformats.org/officeDocument/2006/relationships/customXml" Target="../ink/ink1803.xml"/><Relationship Id="rId121" Type="http://schemas.openxmlformats.org/officeDocument/2006/relationships/image" Target="../media/image1770.png"/><Relationship Id="rId163" Type="http://schemas.openxmlformats.org/officeDocument/2006/relationships/image" Target="../media/image1791.png"/><Relationship Id="rId219" Type="http://schemas.openxmlformats.org/officeDocument/2006/relationships/image" Target="../media/image1819.png"/><Relationship Id="rId370" Type="http://schemas.openxmlformats.org/officeDocument/2006/relationships/customXml" Target="../ink/ink1939.xml"/><Relationship Id="rId230" Type="http://schemas.openxmlformats.org/officeDocument/2006/relationships/customXml" Target="../ink/ink1869.xml"/><Relationship Id="rId25" Type="http://schemas.openxmlformats.org/officeDocument/2006/relationships/image" Target="../media/image1724.png"/><Relationship Id="rId67" Type="http://schemas.openxmlformats.org/officeDocument/2006/relationships/image" Target="../media/image1745.png"/><Relationship Id="rId272" Type="http://schemas.openxmlformats.org/officeDocument/2006/relationships/customXml" Target="../ink/ink1890.xml"/><Relationship Id="rId328" Type="http://schemas.openxmlformats.org/officeDocument/2006/relationships/customXml" Target="../ink/ink1918.xml"/><Relationship Id="rId132" Type="http://schemas.openxmlformats.org/officeDocument/2006/relationships/customXml" Target="../ink/ink1820.xml"/><Relationship Id="rId174" Type="http://schemas.openxmlformats.org/officeDocument/2006/relationships/customXml" Target="../ink/ink1841.xml"/><Relationship Id="rId241" Type="http://schemas.openxmlformats.org/officeDocument/2006/relationships/image" Target="../media/image1830.png"/><Relationship Id="rId36" Type="http://schemas.openxmlformats.org/officeDocument/2006/relationships/customXml" Target="../ink/ink1772.xml"/><Relationship Id="rId283" Type="http://schemas.openxmlformats.org/officeDocument/2006/relationships/image" Target="../media/image1851.png"/><Relationship Id="rId339" Type="http://schemas.openxmlformats.org/officeDocument/2006/relationships/image" Target="../media/image1878.png"/><Relationship Id="rId78" Type="http://schemas.openxmlformats.org/officeDocument/2006/relationships/customXml" Target="../ink/ink1793.xml"/><Relationship Id="rId99" Type="http://schemas.openxmlformats.org/officeDocument/2006/relationships/image" Target="../media/image1760.png"/><Relationship Id="rId101" Type="http://schemas.openxmlformats.org/officeDocument/2006/relationships/image" Target="../media/image1761.png"/><Relationship Id="rId122" Type="http://schemas.openxmlformats.org/officeDocument/2006/relationships/customXml" Target="../ink/ink1815.xml"/><Relationship Id="rId143" Type="http://schemas.openxmlformats.org/officeDocument/2006/relationships/image" Target="../media/image1781.png"/><Relationship Id="rId164" Type="http://schemas.openxmlformats.org/officeDocument/2006/relationships/customXml" Target="../ink/ink1836.xml"/><Relationship Id="rId185" Type="http://schemas.openxmlformats.org/officeDocument/2006/relationships/image" Target="../media/image1802.png"/><Relationship Id="rId350" Type="http://schemas.openxmlformats.org/officeDocument/2006/relationships/customXml" Target="../ink/ink1929.xml"/><Relationship Id="rId371" Type="http://schemas.openxmlformats.org/officeDocument/2006/relationships/image" Target="../media/image1894.png"/><Relationship Id="rId9" Type="http://schemas.openxmlformats.org/officeDocument/2006/relationships/image" Target="../media/image1716.png"/><Relationship Id="rId210" Type="http://schemas.openxmlformats.org/officeDocument/2006/relationships/customXml" Target="../ink/ink1859.xml"/><Relationship Id="rId26" Type="http://schemas.openxmlformats.org/officeDocument/2006/relationships/customXml" Target="../ink/ink1767.xml"/><Relationship Id="rId231" Type="http://schemas.openxmlformats.org/officeDocument/2006/relationships/image" Target="../media/image1825.png"/><Relationship Id="rId252" Type="http://schemas.openxmlformats.org/officeDocument/2006/relationships/customXml" Target="../ink/ink1880.xml"/><Relationship Id="rId273" Type="http://schemas.openxmlformats.org/officeDocument/2006/relationships/image" Target="../media/image1846.png"/><Relationship Id="rId294" Type="http://schemas.openxmlformats.org/officeDocument/2006/relationships/customXml" Target="../ink/ink1901.xml"/><Relationship Id="rId308" Type="http://schemas.openxmlformats.org/officeDocument/2006/relationships/customXml" Target="../ink/ink1908.xml"/><Relationship Id="rId329" Type="http://schemas.openxmlformats.org/officeDocument/2006/relationships/image" Target="../media/image1873.png"/><Relationship Id="rId47" Type="http://schemas.openxmlformats.org/officeDocument/2006/relationships/image" Target="../media/image1735.png"/><Relationship Id="rId68" Type="http://schemas.openxmlformats.org/officeDocument/2006/relationships/customXml" Target="../ink/ink1788.xml"/><Relationship Id="rId89" Type="http://schemas.openxmlformats.org/officeDocument/2006/relationships/image" Target="../media/image1755.png"/><Relationship Id="rId112" Type="http://schemas.openxmlformats.org/officeDocument/2006/relationships/customXml" Target="../ink/ink1810.xml"/><Relationship Id="rId133" Type="http://schemas.openxmlformats.org/officeDocument/2006/relationships/image" Target="../media/image1776.png"/><Relationship Id="rId154" Type="http://schemas.openxmlformats.org/officeDocument/2006/relationships/customXml" Target="../ink/ink1831.xml"/><Relationship Id="rId175" Type="http://schemas.openxmlformats.org/officeDocument/2006/relationships/image" Target="../media/image1797.png"/><Relationship Id="rId340" Type="http://schemas.openxmlformats.org/officeDocument/2006/relationships/customXml" Target="../ink/ink1924.xml"/><Relationship Id="rId361" Type="http://schemas.openxmlformats.org/officeDocument/2006/relationships/image" Target="../media/image1889.png"/><Relationship Id="rId196" Type="http://schemas.openxmlformats.org/officeDocument/2006/relationships/customXml" Target="../ink/ink1852.xml"/><Relationship Id="rId200" Type="http://schemas.openxmlformats.org/officeDocument/2006/relationships/customXml" Target="../ink/ink1854.xml"/><Relationship Id="rId16" Type="http://schemas.openxmlformats.org/officeDocument/2006/relationships/customXml" Target="../ink/ink1762.xml"/><Relationship Id="rId221" Type="http://schemas.openxmlformats.org/officeDocument/2006/relationships/image" Target="../media/image1820.png"/><Relationship Id="rId242" Type="http://schemas.openxmlformats.org/officeDocument/2006/relationships/customXml" Target="../ink/ink1875.xml"/><Relationship Id="rId263" Type="http://schemas.openxmlformats.org/officeDocument/2006/relationships/image" Target="../media/image1841.png"/><Relationship Id="rId284" Type="http://schemas.openxmlformats.org/officeDocument/2006/relationships/customXml" Target="../ink/ink1896.xml"/><Relationship Id="rId319" Type="http://schemas.openxmlformats.org/officeDocument/2006/relationships/image" Target="../media/image1868.png"/><Relationship Id="rId37" Type="http://schemas.openxmlformats.org/officeDocument/2006/relationships/image" Target="../media/image1730.png"/><Relationship Id="rId58" Type="http://schemas.openxmlformats.org/officeDocument/2006/relationships/customXml" Target="../ink/ink1783.xml"/><Relationship Id="rId79" Type="http://schemas.openxmlformats.org/officeDocument/2006/relationships/image" Target="../media/image1750.png"/><Relationship Id="rId102" Type="http://schemas.openxmlformats.org/officeDocument/2006/relationships/customXml" Target="../ink/ink1805.xml"/><Relationship Id="rId123" Type="http://schemas.openxmlformats.org/officeDocument/2006/relationships/image" Target="../media/image1771.png"/><Relationship Id="rId144" Type="http://schemas.openxmlformats.org/officeDocument/2006/relationships/customXml" Target="../ink/ink1826.xml"/><Relationship Id="rId330" Type="http://schemas.openxmlformats.org/officeDocument/2006/relationships/customXml" Target="../ink/ink1919.xml"/><Relationship Id="rId90" Type="http://schemas.openxmlformats.org/officeDocument/2006/relationships/customXml" Target="../ink/ink1799.xml"/><Relationship Id="rId165" Type="http://schemas.openxmlformats.org/officeDocument/2006/relationships/image" Target="../media/image1792.png"/><Relationship Id="rId186" Type="http://schemas.openxmlformats.org/officeDocument/2006/relationships/customXml" Target="../ink/ink1847.xml"/><Relationship Id="rId351" Type="http://schemas.openxmlformats.org/officeDocument/2006/relationships/image" Target="../media/image1884.png"/><Relationship Id="rId372" Type="http://schemas.openxmlformats.org/officeDocument/2006/relationships/customXml" Target="../ink/ink1940.xml"/><Relationship Id="rId211" Type="http://schemas.openxmlformats.org/officeDocument/2006/relationships/image" Target="../media/image1815.png"/><Relationship Id="rId232" Type="http://schemas.openxmlformats.org/officeDocument/2006/relationships/customXml" Target="../ink/ink1870.xml"/><Relationship Id="rId253" Type="http://schemas.openxmlformats.org/officeDocument/2006/relationships/image" Target="../media/image1836.png"/><Relationship Id="rId274" Type="http://schemas.openxmlformats.org/officeDocument/2006/relationships/customXml" Target="../ink/ink1891.xml"/><Relationship Id="rId295" Type="http://schemas.openxmlformats.org/officeDocument/2006/relationships/image" Target="../media/image1857.png"/><Relationship Id="rId309" Type="http://schemas.openxmlformats.org/officeDocument/2006/relationships/image" Target="../media/image1864.png"/><Relationship Id="rId27" Type="http://schemas.openxmlformats.org/officeDocument/2006/relationships/image" Target="../media/image1725.png"/><Relationship Id="rId48" Type="http://schemas.openxmlformats.org/officeDocument/2006/relationships/customXml" Target="../ink/ink1778.xml"/><Relationship Id="rId69" Type="http://schemas.openxmlformats.org/officeDocument/2006/relationships/image" Target="../media/image1746.png"/><Relationship Id="rId113" Type="http://schemas.openxmlformats.org/officeDocument/2006/relationships/image" Target="../media/image1766.png"/><Relationship Id="rId134" Type="http://schemas.openxmlformats.org/officeDocument/2006/relationships/customXml" Target="../ink/ink1821.xml"/><Relationship Id="rId320" Type="http://schemas.openxmlformats.org/officeDocument/2006/relationships/customXml" Target="../ink/ink1914.xml"/><Relationship Id="rId80" Type="http://schemas.openxmlformats.org/officeDocument/2006/relationships/customXml" Target="../ink/ink1794.xml"/><Relationship Id="rId155" Type="http://schemas.openxmlformats.org/officeDocument/2006/relationships/image" Target="../media/image1787.png"/><Relationship Id="rId176" Type="http://schemas.openxmlformats.org/officeDocument/2006/relationships/customXml" Target="../ink/ink1842.xml"/><Relationship Id="rId197" Type="http://schemas.openxmlformats.org/officeDocument/2006/relationships/image" Target="../media/image1808.png"/><Relationship Id="rId341" Type="http://schemas.openxmlformats.org/officeDocument/2006/relationships/image" Target="../media/image1879.png"/><Relationship Id="rId362" Type="http://schemas.openxmlformats.org/officeDocument/2006/relationships/customXml" Target="../ink/ink1935.xml"/><Relationship Id="rId201" Type="http://schemas.openxmlformats.org/officeDocument/2006/relationships/image" Target="../media/image1810.png"/><Relationship Id="rId222" Type="http://schemas.openxmlformats.org/officeDocument/2006/relationships/customXml" Target="../ink/ink1865.xml"/><Relationship Id="rId243" Type="http://schemas.openxmlformats.org/officeDocument/2006/relationships/image" Target="../media/image1831.png"/><Relationship Id="rId264" Type="http://schemas.openxmlformats.org/officeDocument/2006/relationships/customXml" Target="../ink/ink1886.xml"/><Relationship Id="rId285" Type="http://schemas.openxmlformats.org/officeDocument/2006/relationships/image" Target="../media/image1852.png"/><Relationship Id="rId17" Type="http://schemas.openxmlformats.org/officeDocument/2006/relationships/image" Target="../media/image1720.png"/><Relationship Id="rId38" Type="http://schemas.openxmlformats.org/officeDocument/2006/relationships/customXml" Target="../ink/ink1773.xml"/><Relationship Id="rId59" Type="http://schemas.openxmlformats.org/officeDocument/2006/relationships/image" Target="../media/image1741.png"/><Relationship Id="rId103" Type="http://schemas.openxmlformats.org/officeDocument/2006/relationships/image" Target="../media/image99.png"/><Relationship Id="rId124" Type="http://schemas.openxmlformats.org/officeDocument/2006/relationships/customXml" Target="../ink/ink1816.xml"/><Relationship Id="rId310" Type="http://schemas.openxmlformats.org/officeDocument/2006/relationships/customXml" Target="../ink/ink1909.xml"/><Relationship Id="rId70" Type="http://schemas.openxmlformats.org/officeDocument/2006/relationships/customXml" Target="../ink/ink1789.xml"/><Relationship Id="rId91" Type="http://schemas.openxmlformats.org/officeDocument/2006/relationships/image" Target="../media/image1756.png"/><Relationship Id="rId145" Type="http://schemas.openxmlformats.org/officeDocument/2006/relationships/image" Target="../media/image1782.png"/><Relationship Id="rId166" Type="http://schemas.openxmlformats.org/officeDocument/2006/relationships/customXml" Target="../ink/ink1837.xml"/><Relationship Id="rId187" Type="http://schemas.openxmlformats.org/officeDocument/2006/relationships/image" Target="../media/image1803.png"/><Relationship Id="rId331" Type="http://schemas.openxmlformats.org/officeDocument/2006/relationships/image" Target="../media/image1874.png"/><Relationship Id="rId352" Type="http://schemas.openxmlformats.org/officeDocument/2006/relationships/customXml" Target="../ink/ink1930.xml"/><Relationship Id="rId373" Type="http://schemas.openxmlformats.org/officeDocument/2006/relationships/image" Target="../media/image1895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1860.xml"/><Relationship Id="rId233" Type="http://schemas.openxmlformats.org/officeDocument/2006/relationships/image" Target="../media/image1826.png"/><Relationship Id="rId254" Type="http://schemas.openxmlformats.org/officeDocument/2006/relationships/customXml" Target="../ink/ink1881.xml"/><Relationship Id="rId28" Type="http://schemas.openxmlformats.org/officeDocument/2006/relationships/customXml" Target="../ink/ink1768.xml"/><Relationship Id="rId49" Type="http://schemas.openxmlformats.org/officeDocument/2006/relationships/image" Target="../media/image1736.png"/><Relationship Id="rId114" Type="http://schemas.openxmlformats.org/officeDocument/2006/relationships/customXml" Target="../ink/ink1811.xml"/><Relationship Id="rId275" Type="http://schemas.openxmlformats.org/officeDocument/2006/relationships/image" Target="../media/image1847.png"/><Relationship Id="rId296" Type="http://schemas.openxmlformats.org/officeDocument/2006/relationships/customXml" Target="../ink/ink1902.xml"/><Relationship Id="rId300" Type="http://schemas.openxmlformats.org/officeDocument/2006/relationships/customXml" Target="../ink/ink1904.xml"/><Relationship Id="rId60" Type="http://schemas.openxmlformats.org/officeDocument/2006/relationships/customXml" Target="../ink/ink1784.xml"/><Relationship Id="rId81" Type="http://schemas.openxmlformats.org/officeDocument/2006/relationships/image" Target="../media/image1751.png"/><Relationship Id="rId135" Type="http://schemas.openxmlformats.org/officeDocument/2006/relationships/image" Target="../media/image1777.png"/><Relationship Id="rId156" Type="http://schemas.openxmlformats.org/officeDocument/2006/relationships/customXml" Target="../ink/ink1832.xml"/><Relationship Id="rId177" Type="http://schemas.openxmlformats.org/officeDocument/2006/relationships/image" Target="../media/image1798.png"/><Relationship Id="rId198" Type="http://schemas.openxmlformats.org/officeDocument/2006/relationships/customXml" Target="../ink/ink1853.xml"/><Relationship Id="rId321" Type="http://schemas.openxmlformats.org/officeDocument/2006/relationships/image" Target="../media/image1869.png"/><Relationship Id="rId342" Type="http://schemas.openxmlformats.org/officeDocument/2006/relationships/customXml" Target="../ink/ink1925.xml"/><Relationship Id="rId363" Type="http://schemas.openxmlformats.org/officeDocument/2006/relationships/image" Target="../media/image1890.png"/><Relationship Id="rId202" Type="http://schemas.openxmlformats.org/officeDocument/2006/relationships/customXml" Target="../ink/ink1855.xml"/><Relationship Id="rId223" Type="http://schemas.openxmlformats.org/officeDocument/2006/relationships/image" Target="../media/image1821.png"/><Relationship Id="rId244" Type="http://schemas.openxmlformats.org/officeDocument/2006/relationships/customXml" Target="../ink/ink1876.xml"/><Relationship Id="rId18" Type="http://schemas.openxmlformats.org/officeDocument/2006/relationships/customXml" Target="../ink/ink1763.xml"/><Relationship Id="rId39" Type="http://schemas.openxmlformats.org/officeDocument/2006/relationships/image" Target="../media/image1731.png"/><Relationship Id="rId265" Type="http://schemas.openxmlformats.org/officeDocument/2006/relationships/image" Target="../media/image1842.png"/><Relationship Id="rId286" Type="http://schemas.openxmlformats.org/officeDocument/2006/relationships/customXml" Target="../ink/ink1897.xml"/><Relationship Id="rId50" Type="http://schemas.openxmlformats.org/officeDocument/2006/relationships/customXml" Target="../ink/ink1779.xml"/><Relationship Id="rId104" Type="http://schemas.openxmlformats.org/officeDocument/2006/relationships/customXml" Target="../ink/ink1806.xml"/><Relationship Id="rId125" Type="http://schemas.openxmlformats.org/officeDocument/2006/relationships/image" Target="../media/image1772.png"/><Relationship Id="rId146" Type="http://schemas.openxmlformats.org/officeDocument/2006/relationships/customXml" Target="../ink/ink1827.xml"/><Relationship Id="rId167" Type="http://schemas.openxmlformats.org/officeDocument/2006/relationships/image" Target="../media/image1793.png"/><Relationship Id="rId188" Type="http://schemas.openxmlformats.org/officeDocument/2006/relationships/customXml" Target="../ink/ink1848.xml"/><Relationship Id="rId311" Type="http://schemas.openxmlformats.org/officeDocument/2006/relationships/image" Target="../media/image294.png"/><Relationship Id="rId332" Type="http://schemas.openxmlformats.org/officeDocument/2006/relationships/customXml" Target="../ink/ink1920.xml"/><Relationship Id="rId353" Type="http://schemas.openxmlformats.org/officeDocument/2006/relationships/image" Target="../media/image1885.png"/><Relationship Id="rId374" Type="http://schemas.openxmlformats.org/officeDocument/2006/relationships/customXml" Target="../ink/ink1941.xml"/><Relationship Id="rId71" Type="http://schemas.openxmlformats.org/officeDocument/2006/relationships/image" Target="../media/image1747.png"/><Relationship Id="rId92" Type="http://schemas.openxmlformats.org/officeDocument/2006/relationships/customXml" Target="../ink/ink1800.xml"/><Relationship Id="rId213" Type="http://schemas.openxmlformats.org/officeDocument/2006/relationships/image" Target="../media/image1816.png"/><Relationship Id="rId234" Type="http://schemas.openxmlformats.org/officeDocument/2006/relationships/customXml" Target="../ink/ink1871.xml"/><Relationship Id="rId2" Type="http://schemas.openxmlformats.org/officeDocument/2006/relationships/customXml" Target="../ink/ink1755.xml"/><Relationship Id="rId29" Type="http://schemas.openxmlformats.org/officeDocument/2006/relationships/image" Target="../media/image1726.png"/><Relationship Id="rId255" Type="http://schemas.openxmlformats.org/officeDocument/2006/relationships/image" Target="../media/image1837.png"/><Relationship Id="rId276" Type="http://schemas.openxmlformats.org/officeDocument/2006/relationships/customXml" Target="../ink/ink1892.xml"/><Relationship Id="rId297" Type="http://schemas.openxmlformats.org/officeDocument/2006/relationships/image" Target="../media/image1858.png"/><Relationship Id="rId40" Type="http://schemas.openxmlformats.org/officeDocument/2006/relationships/customXml" Target="../ink/ink1774.xml"/><Relationship Id="rId115" Type="http://schemas.openxmlformats.org/officeDocument/2006/relationships/image" Target="../media/image1767.png"/><Relationship Id="rId136" Type="http://schemas.openxmlformats.org/officeDocument/2006/relationships/customXml" Target="../ink/ink1822.xml"/><Relationship Id="rId157" Type="http://schemas.openxmlformats.org/officeDocument/2006/relationships/image" Target="../media/image1788.png"/><Relationship Id="rId178" Type="http://schemas.openxmlformats.org/officeDocument/2006/relationships/customXml" Target="../ink/ink1843.xml"/><Relationship Id="rId301" Type="http://schemas.openxmlformats.org/officeDocument/2006/relationships/image" Target="../media/image1860.png"/><Relationship Id="rId322" Type="http://schemas.openxmlformats.org/officeDocument/2006/relationships/customXml" Target="../ink/ink1915.xml"/><Relationship Id="rId343" Type="http://schemas.openxmlformats.org/officeDocument/2006/relationships/image" Target="../media/image1880.png"/><Relationship Id="rId364" Type="http://schemas.openxmlformats.org/officeDocument/2006/relationships/customXml" Target="../ink/ink1936.xml"/><Relationship Id="rId61" Type="http://schemas.openxmlformats.org/officeDocument/2006/relationships/image" Target="../media/image1742.png"/><Relationship Id="rId82" Type="http://schemas.openxmlformats.org/officeDocument/2006/relationships/customXml" Target="../ink/ink1795.xml"/><Relationship Id="rId199" Type="http://schemas.openxmlformats.org/officeDocument/2006/relationships/image" Target="../media/image1809.png"/><Relationship Id="rId203" Type="http://schemas.openxmlformats.org/officeDocument/2006/relationships/image" Target="../media/image1811.png"/><Relationship Id="rId19" Type="http://schemas.openxmlformats.org/officeDocument/2006/relationships/image" Target="../media/image1721.png"/><Relationship Id="rId224" Type="http://schemas.openxmlformats.org/officeDocument/2006/relationships/customXml" Target="../ink/ink1866.xml"/><Relationship Id="rId245" Type="http://schemas.openxmlformats.org/officeDocument/2006/relationships/image" Target="../media/image1832.png"/><Relationship Id="rId266" Type="http://schemas.openxmlformats.org/officeDocument/2006/relationships/customXml" Target="../ink/ink1887.xml"/><Relationship Id="rId287" Type="http://schemas.openxmlformats.org/officeDocument/2006/relationships/image" Target="../media/image1853.png"/><Relationship Id="rId30" Type="http://schemas.openxmlformats.org/officeDocument/2006/relationships/customXml" Target="../ink/ink1769.xml"/><Relationship Id="rId105" Type="http://schemas.openxmlformats.org/officeDocument/2006/relationships/image" Target="../media/image1762.png"/><Relationship Id="rId126" Type="http://schemas.openxmlformats.org/officeDocument/2006/relationships/customXml" Target="../ink/ink1817.xml"/><Relationship Id="rId147" Type="http://schemas.openxmlformats.org/officeDocument/2006/relationships/image" Target="../media/image1783.png"/><Relationship Id="rId168" Type="http://schemas.openxmlformats.org/officeDocument/2006/relationships/customXml" Target="../ink/ink1838.xml"/><Relationship Id="rId312" Type="http://schemas.openxmlformats.org/officeDocument/2006/relationships/customXml" Target="../ink/ink1910.xml"/><Relationship Id="rId333" Type="http://schemas.openxmlformats.org/officeDocument/2006/relationships/image" Target="../media/image1875.png"/><Relationship Id="rId354" Type="http://schemas.openxmlformats.org/officeDocument/2006/relationships/customXml" Target="../ink/ink1931.xml"/><Relationship Id="rId51" Type="http://schemas.openxmlformats.org/officeDocument/2006/relationships/image" Target="../media/image1737.png"/><Relationship Id="rId72" Type="http://schemas.openxmlformats.org/officeDocument/2006/relationships/customXml" Target="../ink/ink1790.xml"/><Relationship Id="rId93" Type="http://schemas.openxmlformats.org/officeDocument/2006/relationships/image" Target="../media/image1757.png"/><Relationship Id="rId189" Type="http://schemas.openxmlformats.org/officeDocument/2006/relationships/image" Target="../media/image1804.png"/><Relationship Id="rId375" Type="http://schemas.openxmlformats.org/officeDocument/2006/relationships/image" Target="../media/image1896.png"/><Relationship Id="rId3" Type="http://schemas.openxmlformats.org/officeDocument/2006/relationships/image" Target="../media/image1713.png"/><Relationship Id="rId214" Type="http://schemas.openxmlformats.org/officeDocument/2006/relationships/customXml" Target="../ink/ink1861.xml"/><Relationship Id="rId235" Type="http://schemas.openxmlformats.org/officeDocument/2006/relationships/image" Target="../media/image1827.png"/><Relationship Id="rId256" Type="http://schemas.openxmlformats.org/officeDocument/2006/relationships/customXml" Target="../ink/ink1882.xml"/><Relationship Id="rId277" Type="http://schemas.openxmlformats.org/officeDocument/2006/relationships/image" Target="../media/image1848.png"/><Relationship Id="rId298" Type="http://schemas.openxmlformats.org/officeDocument/2006/relationships/customXml" Target="../ink/ink1903.xml"/><Relationship Id="rId116" Type="http://schemas.openxmlformats.org/officeDocument/2006/relationships/customXml" Target="../ink/ink1812.xml"/><Relationship Id="rId137" Type="http://schemas.openxmlformats.org/officeDocument/2006/relationships/image" Target="../media/image1778.png"/><Relationship Id="rId158" Type="http://schemas.openxmlformats.org/officeDocument/2006/relationships/customXml" Target="../ink/ink1833.xml"/><Relationship Id="rId302" Type="http://schemas.openxmlformats.org/officeDocument/2006/relationships/customXml" Target="../ink/ink1905.xml"/><Relationship Id="rId323" Type="http://schemas.openxmlformats.org/officeDocument/2006/relationships/image" Target="../media/image1870.png"/><Relationship Id="rId344" Type="http://schemas.openxmlformats.org/officeDocument/2006/relationships/customXml" Target="../ink/ink1926.xml"/><Relationship Id="rId20" Type="http://schemas.openxmlformats.org/officeDocument/2006/relationships/customXml" Target="../ink/ink1764.xml"/><Relationship Id="rId41" Type="http://schemas.openxmlformats.org/officeDocument/2006/relationships/image" Target="../media/image1732.png"/><Relationship Id="rId62" Type="http://schemas.openxmlformats.org/officeDocument/2006/relationships/customXml" Target="../ink/ink1785.xml"/><Relationship Id="rId83" Type="http://schemas.openxmlformats.org/officeDocument/2006/relationships/image" Target="../media/image1752.png"/><Relationship Id="rId179" Type="http://schemas.openxmlformats.org/officeDocument/2006/relationships/image" Target="../media/image1799.png"/><Relationship Id="rId365" Type="http://schemas.openxmlformats.org/officeDocument/2006/relationships/image" Target="../media/image1891.png"/><Relationship Id="rId190" Type="http://schemas.openxmlformats.org/officeDocument/2006/relationships/customXml" Target="../ink/ink1849.xml"/><Relationship Id="rId204" Type="http://schemas.openxmlformats.org/officeDocument/2006/relationships/customXml" Target="../ink/ink1856.xml"/><Relationship Id="rId225" Type="http://schemas.openxmlformats.org/officeDocument/2006/relationships/image" Target="../media/image1822.png"/><Relationship Id="rId246" Type="http://schemas.openxmlformats.org/officeDocument/2006/relationships/customXml" Target="../ink/ink1877.xml"/><Relationship Id="rId267" Type="http://schemas.openxmlformats.org/officeDocument/2006/relationships/image" Target="../media/image1843.png"/><Relationship Id="rId288" Type="http://schemas.openxmlformats.org/officeDocument/2006/relationships/customXml" Target="../ink/ink1898.xml"/><Relationship Id="rId106" Type="http://schemas.openxmlformats.org/officeDocument/2006/relationships/customXml" Target="../ink/ink1807.xml"/><Relationship Id="rId127" Type="http://schemas.openxmlformats.org/officeDocument/2006/relationships/image" Target="../media/image1773.png"/><Relationship Id="rId313" Type="http://schemas.openxmlformats.org/officeDocument/2006/relationships/image" Target="../media/image1865.png"/><Relationship Id="rId10" Type="http://schemas.openxmlformats.org/officeDocument/2006/relationships/customXml" Target="../ink/ink1759.xml"/><Relationship Id="rId31" Type="http://schemas.openxmlformats.org/officeDocument/2006/relationships/image" Target="../media/image1727.png"/><Relationship Id="rId52" Type="http://schemas.openxmlformats.org/officeDocument/2006/relationships/customXml" Target="../ink/ink1780.xml"/><Relationship Id="rId73" Type="http://schemas.openxmlformats.org/officeDocument/2006/relationships/image" Target="../media/image1748.png"/><Relationship Id="rId94" Type="http://schemas.openxmlformats.org/officeDocument/2006/relationships/customXml" Target="../ink/ink1801.xml"/><Relationship Id="rId148" Type="http://schemas.openxmlformats.org/officeDocument/2006/relationships/customXml" Target="../ink/ink1828.xml"/><Relationship Id="rId169" Type="http://schemas.openxmlformats.org/officeDocument/2006/relationships/image" Target="../media/image1794.png"/><Relationship Id="rId334" Type="http://schemas.openxmlformats.org/officeDocument/2006/relationships/customXml" Target="../ink/ink1921.xml"/><Relationship Id="rId355" Type="http://schemas.openxmlformats.org/officeDocument/2006/relationships/image" Target="../media/image1886.png"/><Relationship Id="rId4" Type="http://schemas.openxmlformats.org/officeDocument/2006/relationships/customXml" Target="../ink/ink1756.xml"/><Relationship Id="rId180" Type="http://schemas.openxmlformats.org/officeDocument/2006/relationships/customXml" Target="../ink/ink1844.xml"/><Relationship Id="rId215" Type="http://schemas.openxmlformats.org/officeDocument/2006/relationships/image" Target="../media/image1817.png"/><Relationship Id="rId236" Type="http://schemas.openxmlformats.org/officeDocument/2006/relationships/customXml" Target="../ink/ink1872.xml"/><Relationship Id="rId257" Type="http://schemas.openxmlformats.org/officeDocument/2006/relationships/image" Target="../media/image1838.png"/><Relationship Id="rId278" Type="http://schemas.openxmlformats.org/officeDocument/2006/relationships/customXml" Target="../ink/ink1893.xml"/><Relationship Id="rId303" Type="http://schemas.openxmlformats.org/officeDocument/2006/relationships/image" Target="../media/image1861.png"/><Relationship Id="rId42" Type="http://schemas.openxmlformats.org/officeDocument/2006/relationships/customXml" Target="../ink/ink1775.xml"/><Relationship Id="rId84" Type="http://schemas.openxmlformats.org/officeDocument/2006/relationships/customXml" Target="../ink/ink1796.xml"/><Relationship Id="rId138" Type="http://schemas.openxmlformats.org/officeDocument/2006/relationships/customXml" Target="../ink/ink1823.xml"/><Relationship Id="rId345" Type="http://schemas.openxmlformats.org/officeDocument/2006/relationships/image" Target="../media/image1881.png"/><Relationship Id="rId191" Type="http://schemas.openxmlformats.org/officeDocument/2006/relationships/image" Target="../media/image1805.png"/><Relationship Id="rId205" Type="http://schemas.openxmlformats.org/officeDocument/2006/relationships/image" Target="../media/image1812.png"/><Relationship Id="rId247" Type="http://schemas.openxmlformats.org/officeDocument/2006/relationships/image" Target="../media/image1833.png"/><Relationship Id="rId107" Type="http://schemas.openxmlformats.org/officeDocument/2006/relationships/image" Target="../media/image1763.png"/><Relationship Id="rId289" Type="http://schemas.openxmlformats.org/officeDocument/2006/relationships/image" Target="../media/image1854.png"/><Relationship Id="rId11" Type="http://schemas.openxmlformats.org/officeDocument/2006/relationships/image" Target="../media/image1717.png"/><Relationship Id="rId53" Type="http://schemas.openxmlformats.org/officeDocument/2006/relationships/image" Target="../media/image1738.png"/><Relationship Id="rId149" Type="http://schemas.openxmlformats.org/officeDocument/2006/relationships/image" Target="../media/image1784.png"/><Relationship Id="rId314" Type="http://schemas.openxmlformats.org/officeDocument/2006/relationships/customXml" Target="../ink/ink1911.xml"/><Relationship Id="rId356" Type="http://schemas.openxmlformats.org/officeDocument/2006/relationships/customXml" Target="../ink/ink1932.xml"/><Relationship Id="rId95" Type="http://schemas.openxmlformats.org/officeDocument/2006/relationships/image" Target="../media/image1758.png"/><Relationship Id="rId160" Type="http://schemas.openxmlformats.org/officeDocument/2006/relationships/customXml" Target="../ink/ink1834.xml"/><Relationship Id="rId216" Type="http://schemas.openxmlformats.org/officeDocument/2006/relationships/customXml" Target="../ink/ink1862.xml"/><Relationship Id="rId258" Type="http://schemas.openxmlformats.org/officeDocument/2006/relationships/customXml" Target="../ink/ink1883.xml"/><Relationship Id="rId22" Type="http://schemas.openxmlformats.org/officeDocument/2006/relationships/customXml" Target="../ink/ink1765.xml"/><Relationship Id="rId64" Type="http://schemas.openxmlformats.org/officeDocument/2006/relationships/customXml" Target="../ink/ink1786.xml"/><Relationship Id="rId118" Type="http://schemas.openxmlformats.org/officeDocument/2006/relationships/customXml" Target="../ink/ink1813.xml"/><Relationship Id="rId325" Type="http://schemas.openxmlformats.org/officeDocument/2006/relationships/image" Target="../media/image1871.png"/><Relationship Id="rId367" Type="http://schemas.openxmlformats.org/officeDocument/2006/relationships/image" Target="../media/image1892.png"/><Relationship Id="rId171" Type="http://schemas.openxmlformats.org/officeDocument/2006/relationships/image" Target="../media/image1795.png"/><Relationship Id="rId227" Type="http://schemas.openxmlformats.org/officeDocument/2006/relationships/image" Target="../media/image1823.png"/><Relationship Id="rId269" Type="http://schemas.openxmlformats.org/officeDocument/2006/relationships/image" Target="../media/image1844.png"/><Relationship Id="rId33" Type="http://schemas.openxmlformats.org/officeDocument/2006/relationships/image" Target="../media/image1728.png"/><Relationship Id="rId129" Type="http://schemas.openxmlformats.org/officeDocument/2006/relationships/image" Target="../media/image1774.png"/><Relationship Id="rId280" Type="http://schemas.openxmlformats.org/officeDocument/2006/relationships/customXml" Target="../ink/ink1894.xml"/><Relationship Id="rId336" Type="http://schemas.openxmlformats.org/officeDocument/2006/relationships/customXml" Target="../ink/ink1922.xml"/><Relationship Id="rId75" Type="http://schemas.openxmlformats.org/officeDocument/2006/relationships/image" Target="../media/image1749.png"/><Relationship Id="rId140" Type="http://schemas.openxmlformats.org/officeDocument/2006/relationships/customXml" Target="../ink/ink1824.xml"/><Relationship Id="rId182" Type="http://schemas.openxmlformats.org/officeDocument/2006/relationships/customXml" Target="../ink/ink1845.xml"/><Relationship Id="rId6" Type="http://schemas.openxmlformats.org/officeDocument/2006/relationships/customXml" Target="../ink/ink1757.xml"/><Relationship Id="rId238" Type="http://schemas.openxmlformats.org/officeDocument/2006/relationships/customXml" Target="../ink/ink1873.xml"/><Relationship Id="rId291" Type="http://schemas.openxmlformats.org/officeDocument/2006/relationships/image" Target="../media/image1855.png"/><Relationship Id="rId305" Type="http://schemas.openxmlformats.org/officeDocument/2006/relationships/image" Target="../media/image1862.png"/><Relationship Id="rId347" Type="http://schemas.openxmlformats.org/officeDocument/2006/relationships/image" Target="../media/image1882.png"/><Relationship Id="rId44" Type="http://schemas.openxmlformats.org/officeDocument/2006/relationships/customXml" Target="../ink/ink1776.xml"/><Relationship Id="rId86" Type="http://schemas.openxmlformats.org/officeDocument/2006/relationships/customXml" Target="../ink/ink1797.xml"/><Relationship Id="rId151" Type="http://schemas.openxmlformats.org/officeDocument/2006/relationships/image" Target="../media/image1785.png"/><Relationship Id="rId193" Type="http://schemas.openxmlformats.org/officeDocument/2006/relationships/image" Target="../media/image1806.png"/><Relationship Id="rId207" Type="http://schemas.openxmlformats.org/officeDocument/2006/relationships/image" Target="../media/image1813.png"/><Relationship Id="rId249" Type="http://schemas.openxmlformats.org/officeDocument/2006/relationships/image" Target="../media/image1834.png"/><Relationship Id="rId13" Type="http://schemas.openxmlformats.org/officeDocument/2006/relationships/image" Target="../media/image1718.png"/><Relationship Id="rId109" Type="http://schemas.openxmlformats.org/officeDocument/2006/relationships/image" Target="../media/image1764.png"/><Relationship Id="rId260" Type="http://schemas.openxmlformats.org/officeDocument/2006/relationships/customXml" Target="../ink/ink1884.xml"/><Relationship Id="rId316" Type="http://schemas.openxmlformats.org/officeDocument/2006/relationships/customXml" Target="../ink/ink1912.xml"/><Relationship Id="rId55" Type="http://schemas.openxmlformats.org/officeDocument/2006/relationships/image" Target="../media/image1739.png"/><Relationship Id="rId97" Type="http://schemas.openxmlformats.org/officeDocument/2006/relationships/image" Target="../media/image1759.png"/><Relationship Id="rId120" Type="http://schemas.openxmlformats.org/officeDocument/2006/relationships/customXml" Target="../ink/ink1814.xml"/><Relationship Id="rId358" Type="http://schemas.openxmlformats.org/officeDocument/2006/relationships/customXml" Target="../ink/ink1933.xml"/><Relationship Id="rId162" Type="http://schemas.openxmlformats.org/officeDocument/2006/relationships/customXml" Target="../ink/ink1835.xml"/><Relationship Id="rId218" Type="http://schemas.openxmlformats.org/officeDocument/2006/relationships/customXml" Target="../ink/ink1863.xml"/><Relationship Id="rId271" Type="http://schemas.openxmlformats.org/officeDocument/2006/relationships/image" Target="../media/image1845.png"/><Relationship Id="rId24" Type="http://schemas.openxmlformats.org/officeDocument/2006/relationships/customXml" Target="../ink/ink1766.xml"/><Relationship Id="rId66" Type="http://schemas.openxmlformats.org/officeDocument/2006/relationships/customXml" Target="../ink/ink1787.xml"/><Relationship Id="rId131" Type="http://schemas.openxmlformats.org/officeDocument/2006/relationships/image" Target="../media/image1775.png"/><Relationship Id="rId327" Type="http://schemas.openxmlformats.org/officeDocument/2006/relationships/image" Target="../media/image1872.png"/><Relationship Id="rId369" Type="http://schemas.openxmlformats.org/officeDocument/2006/relationships/image" Target="../media/image1893.png"/><Relationship Id="rId173" Type="http://schemas.openxmlformats.org/officeDocument/2006/relationships/image" Target="../media/image1796.png"/><Relationship Id="rId229" Type="http://schemas.openxmlformats.org/officeDocument/2006/relationships/image" Target="../media/image1824.png"/><Relationship Id="rId240" Type="http://schemas.openxmlformats.org/officeDocument/2006/relationships/customXml" Target="../ink/ink1874.xml"/><Relationship Id="rId35" Type="http://schemas.openxmlformats.org/officeDocument/2006/relationships/image" Target="../media/image1729.png"/><Relationship Id="rId77" Type="http://schemas.openxmlformats.org/officeDocument/2006/relationships/image" Target="../media/image767.png"/><Relationship Id="rId100" Type="http://schemas.openxmlformats.org/officeDocument/2006/relationships/customXml" Target="../ink/ink1804.xml"/><Relationship Id="rId282" Type="http://schemas.openxmlformats.org/officeDocument/2006/relationships/customXml" Target="../ink/ink1895.xml"/><Relationship Id="rId338" Type="http://schemas.openxmlformats.org/officeDocument/2006/relationships/customXml" Target="../ink/ink1923.xml"/><Relationship Id="rId8" Type="http://schemas.openxmlformats.org/officeDocument/2006/relationships/customXml" Target="../ink/ink1758.xml"/><Relationship Id="rId142" Type="http://schemas.openxmlformats.org/officeDocument/2006/relationships/customXml" Target="../ink/ink1825.xml"/><Relationship Id="rId184" Type="http://schemas.openxmlformats.org/officeDocument/2006/relationships/customXml" Target="../ink/ink1846.xml"/><Relationship Id="rId251" Type="http://schemas.openxmlformats.org/officeDocument/2006/relationships/image" Target="../media/image1835.png"/><Relationship Id="rId46" Type="http://schemas.openxmlformats.org/officeDocument/2006/relationships/customXml" Target="../ink/ink1777.xml"/><Relationship Id="rId293" Type="http://schemas.openxmlformats.org/officeDocument/2006/relationships/image" Target="../media/image1856.png"/><Relationship Id="rId307" Type="http://schemas.openxmlformats.org/officeDocument/2006/relationships/image" Target="../media/image1863.png"/><Relationship Id="rId349" Type="http://schemas.openxmlformats.org/officeDocument/2006/relationships/image" Target="../media/image1883.png"/><Relationship Id="rId88" Type="http://schemas.openxmlformats.org/officeDocument/2006/relationships/customXml" Target="../ink/ink1798.xml"/><Relationship Id="rId111" Type="http://schemas.openxmlformats.org/officeDocument/2006/relationships/image" Target="../media/image1765.png"/><Relationship Id="rId153" Type="http://schemas.openxmlformats.org/officeDocument/2006/relationships/image" Target="../media/image1786.png"/><Relationship Id="rId195" Type="http://schemas.openxmlformats.org/officeDocument/2006/relationships/image" Target="../media/image1807.png"/><Relationship Id="rId209" Type="http://schemas.openxmlformats.org/officeDocument/2006/relationships/image" Target="../media/image1814.png"/><Relationship Id="rId360" Type="http://schemas.openxmlformats.org/officeDocument/2006/relationships/customXml" Target="../ink/ink1934.xml"/><Relationship Id="rId220" Type="http://schemas.openxmlformats.org/officeDocument/2006/relationships/customXml" Target="../ink/ink1864.xml"/><Relationship Id="rId15" Type="http://schemas.openxmlformats.org/officeDocument/2006/relationships/image" Target="../media/image1719.png"/><Relationship Id="rId57" Type="http://schemas.openxmlformats.org/officeDocument/2006/relationships/image" Target="../media/image1740.png"/><Relationship Id="rId262" Type="http://schemas.openxmlformats.org/officeDocument/2006/relationships/customXml" Target="../ink/ink1885.xml"/><Relationship Id="rId318" Type="http://schemas.openxmlformats.org/officeDocument/2006/relationships/customXml" Target="../ink/ink19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29165C3-973B-4121-8715-6138FE7EC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80" y="222151"/>
            <a:ext cx="6486086" cy="3407313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ECF8D33F-5471-42D7-AC82-F84C67E4F133}"/>
              </a:ext>
            </a:extLst>
          </p:cNvPr>
          <p:cNvGrpSpPr/>
          <p:nvPr/>
        </p:nvGrpSpPr>
        <p:grpSpPr>
          <a:xfrm>
            <a:off x="596037" y="3853528"/>
            <a:ext cx="858960" cy="332280"/>
            <a:chOff x="596037" y="3853528"/>
            <a:chExt cx="85896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CE3B65A1-7D0B-49FA-9EF4-7D151D210CF7}"/>
                    </a:ext>
                  </a:extLst>
                </p14:cNvPr>
                <p14:cNvContentPartPr/>
                <p14:nvPr/>
              </p14:nvContentPartPr>
              <p14:xfrm>
                <a:off x="596037" y="3853528"/>
                <a:ext cx="154080" cy="33228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CE3B65A1-7D0B-49FA-9EF4-7D151D210CF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7397" y="3844888"/>
                  <a:ext cx="1717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5EE50201-306B-42E3-ABAE-26D7A35BEA21}"/>
                    </a:ext>
                  </a:extLst>
                </p14:cNvPr>
                <p14:cNvContentPartPr/>
                <p14:nvPr/>
              </p14:nvContentPartPr>
              <p14:xfrm>
                <a:off x="597117" y="4011568"/>
                <a:ext cx="190800" cy="572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5EE50201-306B-42E3-ABAE-26D7A35BEA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8117" y="4002568"/>
                  <a:ext cx="208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5D689EF0-2B5C-4BAC-8ED3-999902E2E6AE}"/>
                    </a:ext>
                  </a:extLst>
                </p14:cNvPr>
                <p14:cNvContentPartPr/>
                <p14:nvPr/>
              </p14:nvContentPartPr>
              <p14:xfrm>
                <a:off x="859557" y="3908608"/>
                <a:ext cx="160560" cy="22644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5D689EF0-2B5C-4BAC-8ED3-999902E2E6A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0557" y="3899968"/>
                  <a:ext cx="1782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2B7C678B-0A18-4AF6-831C-81DDAD9F3E7D}"/>
                    </a:ext>
                  </a:extLst>
                </p14:cNvPr>
                <p14:cNvContentPartPr/>
                <p14:nvPr/>
              </p14:nvContentPartPr>
              <p14:xfrm>
                <a:off x="1053957" y="3967288"/>
                <a:ext cx="36360" cy="2012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2B7C678B-0A18-4AF6-831C-81DDAD9F3E7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44957" y="3958648"/>
                  <a:ext cx="54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9F0C9FE3-41CB-4251-9552-567AFE4C6132}"/>
                    </a:ext>
                  </a:extLst>
                </p14:cNvPr>
                <p14:cNvContentPartPr/>
                <p14:nvPr/>
              </p14:nvContentPartPr>
              <p14:xfrm>
                <a:off x="1018677" y="3944248"/>
                <a:ext cx="194400" cy="21384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9F0C9FE3-41CB-4251-9552-567AFE4C613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10037" y="3935248"/>
                  <a:ext cx="212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064769CE-9C91-4D18-9682-6D222A9D038C}"/>
                    </a:ext>
                  </a:extLst>
                </p14:cNvPr>
                <p14:cNvContentPartPr/>
                <p14:nvPr/>
              </p14:nvContentPartPr>
              <p14:xfrm>
                <a:off x="1294437" y="3988168"/>
                <a:ext cx="114480" cy="320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064769CE-9C91-4D18-9682-6D222A9D038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85437" y="3979168"/>
                  <a:ext cx="1321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D88A435F-757D-4EAF-9F50-D6C7062FDA93}"/>
                    </a:ext>
                  </a:extLst>
                </p14:cNvPr>
                <p14:cNvContentPartPr/>
                <p14:nvPr/>
              </p14:nvContentPartPr>
              <p14:xfrm>
                <a:off x="1320357" y="4074568"/>
                <a:ext cx="134640" cy="284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D88A435F-757D-4EAF-9F50-D6C7062FDA9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11717" y="4065928"/>
                  <a:ext cx="1522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6D328A9-9D5B-4933-9967-CF2EC187CCCE}"/>
              </a:ext>
            </a:extLst>
          </p:cNvPr>
          <p:cNvGrpSpPr/>
          <p:nvPr/>
        </p:nvGrpSpPr>
        <p:grpSpPr>
          <a:xfrm>
            <a:off x="1666317" y="3885208"/>
            <a:ext cx="319680" cy="229680"/>
            <a:chOff x="1666317" y="3885208"/>
            <a:chExt cx="31968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A575AC53-7337-4BE8-B003-80E5778C8F39}"/>
                    </a:ext>
                  </a:extLst>
                </p14:cNvPr>
                <p14:cNvContentPartPr/>
                <p14:nvPr/>
              </p14:nvContentPartPr>
              <p14:xfrm>
                <a:off x="1666317" y="3923728"/>
                <a:ext cx="132480" cy="1911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A575AC53-7337-4BE8-B003-80E5778C8F3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57317" y="3915088"/>
                  <a:ext cx="150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34E8FD11-8B42-4764-8AED-99BE1A0040E9}"/>
                    </a:ext>
                  </a:extLst>
                </p14:cNvPr>
                <p14:cNvContentPartPr/>
                <p14:nvPr/>
              </p14:nvContentPartPr>
              <p14:xfrm>
                <a:off x="1807437" y="3885208"/>
                <a:ext cx="134640" cy="1033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34E8FD11-8B42-4764-8AED-99BE1A0040E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98797" y="3876568"/>
                  <a:ext cx="152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EB683321-D415-45D0-8B64-0F3AF3FCBE72}"/>
                    </a:ext>
                  </a:extLst>
                </p14:cNvPr>
                <p14:cNvContentPartPr/>
                <p14:nvPr/>
              </p14:nvContentPartPr>
              <p14:xfrm>
                <a:off x="1823637" y="3979168"/>
                <a:ext cx="162360" cy="13212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EB683321-D415-45D0-8B64-0F3AF3FCBE7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14637" y="3970168"/>
                  <a:ext cx="18000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134D829B-8C4B-43E1-BCA7-D026223FF36B}"/>
              </a:ext>
            </a:extLst>
          </p:cNvPr>
          <p:cNvGrpSpPr/>
          <p:nvPr/>
        </p:nvGrpSpPr>
        <p:grpSpPr>
          <a:xfrm>
            <a:off x="282837" y="4449688"/>
            <a:ext cx="779040" cy="365400"/>
            <a:chOff x="282837" y="4449688"/>
            <a:chExt cx="77904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6CB503D9-16C2-4224-B7C5-F6E5D5AEDCCC}"/>
                    </a:ext>
                  </a:extLst>
                </p14:cNvPr>
                <p14:cNvContentPartPr/>
                <p14:nvPr/>
              </p14:nvContentPartPr>
              <p14:xfrm>
                <a:off x="623757" y="4501888"/>
                <a:ext cx="109440" cy="1782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6CB503D9-16C2-4224-B7C5-F6E5D5AEDCC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15117" y="4492888"/>
                  <a:ext cx="1270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D5075614-D222-47E7-846B-1D252A06F102}"/>
                    </a:ext>
                  </a:extLst>
                </p14:cNvPr>
                <p14:cNvContentPartPr/>
                <p14:nvPr/>
              </p14:nvContentPartPr>
              <p14:xfrm>
                <a:off x="398397" y="4502968"/>
                <a:ext cx="148680" cy="2048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D5075614-D222-47E7-846B-1D252A06F10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89757" y="4493968"/>
                  <a:ext cx="1663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F635082C-F274-4279-BB32-D53E05B8FBF5}"/>
                    </a:ext>
                  </a:extLst>
                </p14:cNvPr>
                <p14:cNvContentPartPr/>
                <p14:nvPr/>
              </p14:nvContentPartPr>
              <p14:xfrm>
                <a:off x="427557" y="4583968"/>
                <a:ext cx="125640" cy="3096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F635082C-F274-4279-BB32-D53E05B8FBF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8917" y="4574968"/>
                  <a:ext cx="1432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008A3D3A-0F96-485D-A050-18AF01038078}"/>
                    </a:ext>
                  </a:extLst>
                </p14:cNvPr>
                <p14:cNvContentPartPr/>
                <p14:nvPr/>
              </p14:nvContentPartPr>
              <p14:xfrm>
                <a:off x="786477" y="4484248"/>
                <a:ext cx="160560" cy="2138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008A3D3A-0F96-485D-A050-18AF0103807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77477" y="4475248"/>
                  <a:ext cx="1782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B6C93BC5-B70D-4A2F-8158-C1FAE3341FF6}"/>
                    </a:ext>
                  </a:extLst>
                </p14:cNvPr>
                <p14:cNvContentPartPr/>
                <p14:nvPr/>
              </p14:nvContentPartPr>
              <p14:xfrm>
                <a:off x="282837" y="4449688"/>
                <a:ext cx="73080" cy="3654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B6C93BC5-B70D-4A2F-8158-C1FAE3341FF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3837" y="4440688"/>
                  <a:ext cx="9072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EFF5C9F0-B543-45C4-AA30-B212DC513B50}"/>
                    </a:ext>
                  </a:extLst>
                </p14:cNvPr>
                <p14:cNvContentPartPr/>
                <p14:nvPr/>
              </p14:nvContentPartPr>
              <p14:xfrm>
                <a:off x="987717" y="4461208"/>
                <a:ext cx="74160" cy="2980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EFF5C9F0-B543-45C4-AA30-B212DC513B5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9077" y="4452568"/>
                  <a:ext cx="91800" cy="31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5B98D6CA-CB1A-4E83-86B1-E997FBC57D28}"/>
              </a:ext>
            </a:extLst>
          </p:cNvPr>
          <p:cNvGrpSpPr/>
          <p:nvPr/>
        </p:nvGrpSpPr>
        <p:grpSpPr>
          <a:xfrm>
            <a:off x="1129917" y="4280848"/>
            <a:ext cx="1177920" cy="392040"/>
            <a:chOff x="1129917" y="4280848"/>
            <a:chExt cx="1177920" cy="39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088756E6-37F1-495E-9140-113F1AAEAA96}"/>
                    </a:ext>
                  </a:extLst>
                </p14:cNvPr>
                <p14:cNvContentPartPr/>
                <p14:nvPr/>
              </p14:nvContentPartPr>
              <p14:xfrm>
                <a:off x="1129917" y="4476328"/>
                <a:ext cx="154800" cy="1965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088756E6-37F1-495E-9140-113F1AAEAA9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21277" y="4467688"/>
                  <a:ext cx="172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696AB90D-690B-4C6D-8A65-B1391E12B87E}"/>
                    </a:ext>
                  </a:extLst>
                </p14:cNvPr>
                <p14:cNvContentPartPr/>
                <p14:nvPr/>
              </p14:nvContentPartPr>
              <p14:xfrm>
                <a:off x="1337277" y="4462288"/>
                <a:ext cx="145800" cy="1861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696AB90D-690B-4C6D-8A65-B1391E12B87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28637" y="4453288"/>
                  <a:ext cx="1634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4F1FDD48-0C0D-4134-9E21-96E56A61B602}"/>
                    </a:ext>
                  </a:extLst>
                </p14:cNvPr>
                <p14:cNvContentPartPr/>
                <p14:nvPr/>
              </p14:nvContentPartPr>
              <p14:xfrm>
                <a:off x="1499997" y="4280848"/>
                <a:ext cx="92520" cy="9252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4F1FDD48-0C0D-4134-9E21-96E56A61B60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491357" y="4272208"/>
                  <a:ext cx="110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AC1AE595-9BBA-418D-BB8C-D7AFC988D409}"/>
                    </a:ext>
                  </a:extLst>
                </p14:cNvPr>
                <p14:cNvContentPartPr/>
                <p14:nvPr/>
              </p14:nvContentPartPr>
              <p14:xfrm>
                <a:off x="1699077" y="4511608"/>
                <a:ext cx="108720" cy="68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AC1AE595-9BBA-418D-BB8C-D7AFC988D40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690437" y="4502968"/>
                  <a:ext cx="126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F55A3A66-32FE-419C-AFB8-C34BC4C5D46A}"/>
                    </a:ext>
                  </a:extLst>
                </p14:cNvPr>
                <p14:cNvContentPartPr/>
                <p14:nvPr/>
              </p14:nvContentPartPr>
              <p14:xfrm>
                <a:off x="1717437" y="4578568"/>
                <a:ext cx="140760" cy="482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F55A3A66-32FE-419C-AFB8-C34BC4C5D46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708437" y="4569568"/>
                  <a:ext cx="1584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B5014064-4DB9-4352-91B9-336643628FA1}"/>
                    </a:ext>
                  </a:extLst>
                </p14:cNvPr>
                <p14:cNvContentPartPr/>
                <p14:nvPr/>
              </p14:nvContentPartPr>
              <p14:xfrm>
                <a:off x="1899597" y="4406128"/>
                <a:ext cx="188640" cy="23868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B5014064-4DB9-4352-91B9-336643628FA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890957" y="4397488"/>
                  <a:ext cx="2062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1C9971B1-8AC2-4B12-A2A1-E17E83E20636}"/>
                    </a:ext>
                  </a:extLst>
                </p14:cNvPr>
                <p14:cNvContentPartPr/>
                <p14:nvPr/>
              </p14:nvContentPartPr>
              <p14:xfrm>
                <a:off x="2108037" y="4353208"/>
                <a:ext cx="98280" cy="11268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1C9971B1-8AC2-4B12-A2A1-E17E83E2063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099397" y="4344208"/>
                  <a:ext cx="115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6E8DE4E8-8027-416F-B85F-36541D64E026}"/>
                    </a:ext>
                  </a:extLst>
                </p14:cNvPr>
                <p14:cNvContentPartPr/>
                <p14:nvPr/>
              </p14:nvContentPartPr>
              <p14:xfrm>
                <a:off x="2108037" y="4420888"/>
                <a:ext cx="199800" cy="15696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6E8DE4E8-8027-416F-B85F-36541D64E02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99397" y="4411888"/>
                  <a:ext cx="217440" cy="17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92580827-6A9D-418E-B696-EA4CE24F956A}"/>
                  </a:ext>
                </a:extLst>
              </p14:cNvPr>
              <p14:cNvContentPartPr/>
              <p14:nvPr/>
            </p14:nvContentPartPr>
            <p14:xfrm>
              <a:off x="320277" y="5005168"/>
              <a:ext cx="187920" cy="27036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92580827-6A9D-418E-B696-EA4CE24F956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11637" y="4996528"/>
                <a:ext cx="205560" cy="28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upo 34">
            <a:extLst>
              <a:ext uri="{FF2B5EF4-FFF2-40B4-BE49-F238E27FC236}">
                <a16:creationId xmlns:a16="http://schemas.microsoft.com/office/drawing/2014/main" id="{356A92BF-FA6D-4022-9D07-C5E7BD06DAA4}"/>
              </a:ext>
            </a:extLst>
          </p:cNvPr>
          <p:cNvGrpSpPr/>
          <p:nvPr/>
        </p:nvGrpSpPr>
        <p:grpSpPr>
          <a:xfrm>
            <a:off x="576597" y="4997608"/>
            <a:ext cx="282240" cy="281160"/>
            <a:chOff x="576597" y="4997608"/>
            <a:chExt cx="28224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DF9FF7E8-8552-43DC-AE2B-A8DD32F148BA}"/>
                    </a:ext>
                  </a:extLst>
                </p14:cNvPr>
                <p14:cNvContentPartPr/>
                <p14:nvPr/>
              </p14:nvContentPartPr>
              <p14:xfrm>
                <a:off x="576597" y="4999048"/>
                <a:ext cx="153000" cy="27972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DF9FF7E8-8552-43DC-AE2B-A8DD32F148B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67957" y="4990048"/>
                  <a:ext cx="1706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C2EDB37F-54C9-4E66-B64D-A0217C4EDD1C}"/>
                    </a:ext>
                  </a:extLst>
                </p14:cNvPr>
                <p14:cNvContentPartPr/>
                <p14:nvPr/>
              </p14:nvContentPartPr>
              <p14:xfrm>
                <a:off x="787197" y="4997608"/>
                <a:ext cx="71640" cy="2556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C2EDB37F-54C9-4E66-B64D-A0217C4EDD1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78557" y="4988968"/>
                  <a:ext cx="8928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64FEBFDA-DC50-4067-A726-AD2EFE2C4C6F}"/>
              </a:ext>
            </a:extLst>
          </p:cNvPr>
          <p:cNvGrpSpPr/>
          <p:nvPr/>
        </p:nvGrpSpPr>
        <p:grpSpPr>
          <a:xfrm>
            <a:off x="1026237" y="4853248"/>
            <a:ext cx="898920" cy="378720"/>
            <a:chOff x="1026237" y="4853248"/>
            <a:chExt cx="898920" cy="3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ECAC997E-6F1D-4BDE-92E7-C9B49FA3EF59}"/>
                    </a:ext>
                  </a:extLst>
                </p14:cNvPr>
                <p14:cNvContentPartPr/>
                <p14:nvPr/>
              </p14:nvContentPartPr>
              <p14:xfrm>
                <a:off x="1026237" y="5003368"/>
                <a:ext cx="159840" cy="22860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ECAC997E-6F1D-4BDE-92E7-C9B49FA3EF5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17597" y="4994368"/>
                  <a:ext cx="177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325C8C55-D436-4C1E-BA3C-0837A73C4B90}"/>
                    </a:ext>
                  </a:extLst>
                </p14:cNvPr>
                <p14:cNvContentPartPr/>
                <p14:nvPr/>
              </p14:nvContentPartPr>
              <p14:xfrm>
                <a:off x="1038837" y="5104888"/>
                <a:ext cx="124560" cy="5184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325C8C55-D436-4C1E-BA3C-0837A73C4B9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30197" y="5096248"/>
                  <a:ext cx="1422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F15B1929-2094-465F-8DB2-42829897064A}"/>
                    </a:ext>
                  </a:extLst>
                </p14:cNvPr>
                <p14:cNvContentPartPr/>
                <p14:nvPr/>
              </p14:nvContentPartPr>
              <p14:xfrm>
                <a:off x="1274277" y="4974928"/>
                <a:ext cx="129960" cy="18324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F15B1929-2094-465F-8DB2-42829897064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265637" y="4966288"/>
                  <a:ext cx="147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0EECCE19-2EFA-4324-A77F-E55C495DEA64}"/>
                    </a:ext>
                  </a:extLst>
                </p14:cNvPr>
                <p14:cNvContentPartPr/>
                <p14:nvPr/>
              </p14:nvContentPartPr>
              <p14:xfrm>
                <a:off x="1505757" y="4992928"/>
                <a:ext cx="184680" cy="16668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0EECCE19-2EFA-4324-A77F-E55C495DEA6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497117" y="4983928"/>
                  <a:ext cx="202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5881E7AD-0D2C-4860-895A-912D34E8BF35}"/>
                    </a:ext>
                  </a:extLst>
                </p14:cNvPr>
                <p14:cNvContentPartPr/>
                <p14:nvPr/>
              </p14:nvContentPartPr>
              <p14:xfrm>
                <a:off x="1705197" y="4940008"/>
                <a:ext cx="88560" cy="27360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5881E7AD-0D2C-4860-895A-912D34E8BF3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696557" y="4931008"/>
                  <a:ext cx="1062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1B878494-CE5D-4971-9FF5-8DA5CD5CD0DF}"/>
                    </a:ext>
                  </a:extLst>
                </p14:cNvPr>
                <p14:cNvContentPartPr/>
                <p14:nvPr/>
              </p14:nvContentPartPr>
              <p14:xfrm>
                <a:off x="1816437" y="4853248"/>
                <a:ext cx="108720" cy="770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1B878494-CE5D-4971-9FF5-8DA5CD5CD0D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807437" y="4844608"/>
                  <a:ext cx="12636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512B3B0-1B84-435F-82FE-F8BB82F706BB}"/>
              </a:ext>
            </a:extLst>
          </p:cNvPr>
          <p:cNvGrpSpPr/>
          <p:nvPr/>
        </p:nvGrpSpPr>
        <p:grpSpPr>
          <a:xfrm>
            <a:off x="1996797" y="4944688"/>
            <a:ext cx="551520" cy="202320"/>
            <a:chOff x="1996797" y="4944688"/>
            <a:chExt cx="551520" cy="20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5021D49E-3E39-4136-B924-255C0BBA3DE5}"/>
                    </a:ext>
                  </a:extLst>
                </p14:cNvPr>
                <p14:cNvContentPartPr/>
                <p14:nvPr/>
              </p14:nvContentPartPr>
              <p14:xfrm>
                <a:off x="1996797" y="5028208"/>
                <a:ext cx="87480" cy="1224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5021D49E-3E39-4136-B924-255C0BBA3DE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988157" y="5019568"/>
                  <a:ext cx="105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2ABFAD77-6E92-4258-8189-86418FDB249F}"/>
                    </a:ext>
                  </a:extLst>
                </p14:cNvPr>
                <p14:cNvContentPartPr/>
                <p14:nvPr/>
              </p14:nvContentPartPr>
              <p14:xfrm>
                <a:off x="1998957" y="5115688"/>
                <a:ext cx="92520" cy="14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2ABFAD77-6E92-4258-8189-86418FDB249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989957" y="5107048"/>
                  <a:ext cx="11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37643EC0-5A7D-44C8-AFA2-51E1113F4D4F}"/>
                    </a:ext>
                  </a:extLst>
                </p14:cNvPr>
                <p14:cNvContentPartPr/>
                <p14:nvPr/>
              </p14:nvContentPartPr>
              <p14:xfrm>
                <a:off x="2184717" y="4960528"/>
                <a:ext cx="119160" cy="8172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37643EC0-5A7D-44C8-AFA2-51E1113F4D4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175717" y="4951528"/>
                  <a:ext cx="136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D1D9C9EC-DEC8-4FA5-9845-6C66F4297D18}"/>
                    </a:ext>
                  </a:extLst>
                </p14:cNvPr>
                <p14:cNvContentPartPr/>
                <p14:nvPr/>
              </p14:nvContentPartPr>
              <p14:xfrm>
                <a:off x="2295237" y="4953328"/>
                <a:ext cx="30600" cy="18468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D1D9C9EC-DEC8-4FA5-9845-6C66F4297D1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286597" y="4944688"/>
                  <a:ext cx="48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B926712E-6D52-4481-A0B8-84024286FC38}"/>
                    </a:ext>
                  </a:extLst>
                </p14:cNvPr>
                <p14:cNvContentPartPr/>
                <p14:nvPr/>
              </p14:nvContentPartPr>
              <p14:xfrm>
                <a:off x="2377317" y="4944688"/>
                <a:ext cx="171000" cy="20232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B926712E-6D52-4481-A0B8-84024286FC3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68677" y="4935688"/>
                  <a:ext cx="18864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B52301FB-DFEC-42B8-8AB3-46CD509CAF4B}"/>
              </a:ext>
            </a:extLst>
          </p:cNvPr>
          <p:cNvGrpSpPr/>
          <p:nvPr/>
        </p:nvGrpSpPr>
        <p:grpSpPr>
          <a:xfrm>
            <a:off x="4216557" y="2861368"/>
            <a:ext cx="183960" cy="95400"/>
            <a:chOff x="4216557" y="2861368"/>
            <a:chExt cx="183960" cy="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AEA2575D-3B96-4D98-92E6-D7812BE5E04B}"/>
                    </a:ext>
                  </a:extLst>
                </p14:cNvPr>
                <p14:cNvContentPartPr/>
                <p14:nvPr/>
              </p14:nvContentPartPr>
              <p14:xfrm>
                <a:off x="4216557" y="2870008"/>
                <a:ext cx="88560" cy="6372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AEA2575D-3B96-4D98-92E6-D7812BE5E04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207557" y="2861368"/>
                  <a:ext cx="106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F0B0AEB5-762F-4415-B87F-57DE75CA426F}"/>
                    </a:ext>
                  </a:extLst>
                </p14:cNvPr>
                <p14:cNvContentPartPr/>
                <p14:nvPr/>
              </p14:nvContentPartPr>
              <p14:xfrm>
                <a:off x="4327797" y="2861368"/>
                <a:ext cx="72720" cy="9540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F0B0AEB5-762F-4415-B87F-57DE75CA426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318797" y="2852368"/>
                  <a:ext cx="9036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80FFCCD7-D11C-47DE-BD09-40764B54D19A}"/>
              </a:ext>
            </a:extLst>
          </p:cNvPr>
          <p:cNvGrpSpPr/>
          <p:nvPr/>
        </p:nvGrpSpPr>
        <p:grpSpPr>
          <a:xfrm>
            <a:off x="3365517" y="3659128"/>
            <a:ext cx="2252160" cy="737640"/>
            <a:chOff x="3365517" y="3659128"/>
            <a:chExt cx="2252160" cy="73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A57C97F4-2D56-4709-BA19-17EBC0A91354}"/>
                    </a:ext>
                  </a:extLst>
                </p14:cNvPr>
                <p14:cNvContentPartPr/>
                <p14:nvPr/>
              </p14:nvContentPartPr>
              <p14:xfrm>
                <a:off x="3483957" y="3780448"/>
                <a:ext cx="143640" cy="23400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A57C97F4-2D56-4709-BA19-17EBC0A9135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74957" y="3771808"/>
                  <a:ext cx="1612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37B5B12B-8312-4A9C-B125-CA3E239E017D}"/>
                    </a:ext>
                  </a:extLst>
                </p14:cNvPr>
                <p14:cNvContentPartPr/>
                <p14:nvPr/>
              </p14:nvContentPartPr>
              <p14:xfrm>
                <a:off x="3695637" y="3815728"/>
                <a:ext cx="147960" cy="16560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37B5B12B-8312-4A9C-B125-CA3E239E017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686637" y="3807088"/>
                  <a:ext cx="165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97D99F37-58A8-4B51-A0AA-18DB6A25F4BC}"/>
                    </a:ext>
                  </a:extLst>
                </p14:cNvPr>
                <p14:cNvContentPartPr/>
                <p14:nvPr/>
              </p14:nvContentPartPr>
              <p14:xfrm>
                <a:off x="3942237" y="3807808"/>
                <a:ext cx="150480" cy="17820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97D99F37-58A8-4B51-A0AA-18DB6A25F4B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933237" y="3798808"/>
                  <a:ext cx="168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9F96C6C5-177A-4CAB-AE02-02DC90C2A5DC}"/>
                    </a:ext>
                  </a:extLst>
                </p14:cNvPr>
                <p14:cNvContentPartPr/>
                <p14:nvPr/>
              </p14:nvContentPartPr>
              <p14:xfrm>
                <a:off x="4224117" y="3782968"/>
                <a:ext cx="155160" cy="21996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9F96C6C5-177A-4CAB-AE02-02DC90C2A5D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215117" y="3773968"/>
                  <a:ext cx="1728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89748977-562F-454E-8DC4-B2A4D0082477}"/>
                    </a:ext>
                  </a:extLst>
                </p14:cNvPr>
                <p14:cNvContentPartPr/>
                <p14:nvPr/>
              </p14:nvContentPartPr>
              <p14:xfrm>
                <a:off x="4491957" y="3780088"/>
                <a:ext cx="153720" cy="1940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89748977-562F-454E-8DC4-B2A4D008247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482957" y="3771088"/>
                  <a:ext cx="1713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D5E0B833-E7D3-4228-96F4-07FC4E03C952}"/>
                    </a:ext>
                  </a:extLst>
                </p14:cNvPr>
                <p14:cNvContentPartPr/>
                <p14:nvPr/>
              </p14:nvContentPartPr>
              <p14:xfrm>
                <a:off x="4527957" y="3828688"/>
                <a:ext cx="124560" cy="7524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D5E0B833-E7D3-4228-96F4-07FC4E03C95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519317" y="3819688"/>
                  <a:ext cx="142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0276EC1C-823A-4090-B06A-6FA4DA9C1A08}"/>
                    </a:ext>
                  </a:extLst>
                </p14:cNvPr>
                <p14:cNvContentPartPr/>
                <p14:nvPr/>
              </p14:nvContentPartPr>
              <p14:xfrm>
                <a:off x="4678797" y="3659128"/>
                <a:ext cx="121320" cy="10728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0276EC1C-823A-4090-B06A-6FA4DA9C1A0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669797" y="3650128"/>
                  <a:ext cx="1389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6E8209DC-572C-4EDD-ACBA-F4086927C870}"/>
                    </a:ext>
                  </a:extLst>
                </p14:cNvPr>
                <p14:cNvContentPartPr/>
                <p14:nvPr/>
              </p14:nvContentPartPr>
              <p14:xfrm>
                <a:off x="3365517" y="3725008"/>
                <a:ext cx="86040" cy="31140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6E8209DC-572C-4EDD-ACBA-F4086927C87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356517" y="3716008"/>
                  <a:ext cx="1036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A260FAB0-4610-46AC-B08D-50B5E01FE918}"/>
                    </a:ext>
                  </a:extLst>
                </p14:cNvPr>
                <p14:cNvContentPartPr/>
                <p14:nvPr/>
              </p14:nvContentPartPr>
              <p14:xfrm>
                <a:off x="4090557" y="3709528"/>
                <a:ext cx="74520" cy="32652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A260FAB0-4610-46AC-B08D-50B5E01FE91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081557" y="3700888"/>
                  <a:ext cx="921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A2E60D10-79B7-4AD0-A65F-490D12C554E2}"/>
                    </a:ext>
                  </a:extLst>
                </p14:cNvPr>
                <p14:cNvContentPartPr/>
                <p14:nvPr/>
              </p14:nvContentPartPr>
              <p14:xfrm>
                <a:off x="4884717" y="3832288"/>
                <a:ext cx="118440" cy="212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A2E60D10-79B7-4AD0-A65F-490D12C554E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876077" y="3823288"/>
                  <a:ext cx="136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982E6EB3-AFC4-4567-AA45-7C5783817049}"/>
                    </a:ext>
                  </a:extLst>
                </p14:cNvPr>
                <p14:cNvContentPartPr/>
                <p14:nvPr/>
              </p14:nvContentPartPr>
              <p14:xfrm>
                <a:off x="4904877" y="3900688"/>
                <a:ext cx="103680" cy="3276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982E6EB3-AFC4-4567-AA45-7C578381704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896237" y="3891688"/>
                  <a:ext cx="121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5A2E2578-D0F4-439C-AB6D-048DE4C47818}"/>
                    </a:ext>
                  </a:extLst>
                </p14:cNvPr>
                <p14:cNvContentPartPr/>
                <p14:nvPr/>
              </p14:nvContentPartPr>
              <p14:xfrm>
                <a:off x="5162277" y="3771808"/>
                <a:ext cx="45360" cy="15300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5A2E2578-D0F4-439C-AB6D-048DE4C4781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153637" y="3763168"/>
                  <a:ext cx="630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72CA1BE3-95D8-457F-B647-EC58A74C9B12}"/>
                    </a:ext>
                  </a:extLst>
                </p14:cNvPr>
                <p14:cNvContentPartPr/>
                <p14:nvPr/>
              </p14:nvContentPartPr>
              <p14:xfrm>
                <a:off x="5265597" y="3778288"/>
                <a:ext cx="108720" cy="16956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72CA1BE3-95D8-457F-B647-EC58A74C9B1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256957" y="3769648"/>
                  <a:ext cx="1263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813F7735-CBD1-479B-8458-5EF053069289}"/>
                    </a:ext>
                  </a:extLst>
                </p14:cNvPr>
                <p14:cNvContentPartPr/>
                <p14:nvPr/>
              </p14:nvContentPartPr>
              <p14:xfrm>
                <a:off x="5429037" y="3764968"/>
                <a:ext cx="188640" cy="16740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813F7735-CBD1-479B-8458-5EF05306928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420037" y="3756328"/>
                  <a:ext cx="206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B223E543-3F96-4427-90B0-B0214CCA3F16}"/>
                    </a:ext>
                  </a:extLst>
                </p14:cNvPr>
                <p14:cNvContentPartPr/>
                <p14:nvPr/>
              </p14:nvContentPartPr>
              <p14:xfrm>
                <a:off x="3512397" y="4226848"/>
                <a:ext cx="108360" cy="16632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B223E543-3F96-4427-90B0-B0214CCA3F1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503397" y="4218208"/>
                  <a:ext cx="126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27BB0931-96E2-4E00-9890-B889504DE97D}"/>
                    </a:ext>
                  </a:extLst>
                </p14:cNvPr>
                <p14:cNvContentPartPr/>
                <p14:nvPr/>
              </p14:nvContentPartPr>
              <p14:xfrm>
                <a:off x="3761517" y="4239448"/>
                <a:ext cx="170640" cy="1544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27BB0931-96E2-4E00-9890-B889504DE97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752877" y="4230808"/>
                  <a:ext cx="1882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F4C64A4D-0122-4872-B2F3-ACFAB519DDA9}"/>
                    </a:ext>
                  </a:extLst>
                </p14:cNvPr>
                <p14:cNvContentPartPr/>
                <p14:nvPr/>
              </p14:nvContentPartPr>
              <p14:xfrm>
                <a:off x="3998757" y="4200928"/>
                <a:ext cx="109800" cy="1958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F4C64A4D-0122-4872-B2F3-ACFAB519DDA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989757" y="4191928"/>
                  <a:ext cx="127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32C40F33-3105-45CA-AFD5-2DF2779B1D50}"/>
                    </a:ext>
                  </a:extLst>
                </p14:cNvPr>
                <p14:cNvContentPartPr/>
                <p14:nvPr/>
              </p14:nvContentPartPr>
              <p14:xfrm>
                <a:off x="4169397" y="4205968"/>
                <a:ext cx="132840" cy="16344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32C40F33-3105-45CA-AFD5-2DF2779B1D5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160397" y="4197328"/>
                  <a:ext cx="1504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973589A1-94F2-47BF-931E-10313188587D}"/>
                    </a:ext>
                  </a:extLst>
                </p14:cNvPr>
                <p14:cNvContentPartPr/>
                <p14:nvPr/>
              </p14:nvContentPartPr>
              <p14:xfrm>
                <a:off x="4171557" y="4305328"/>
                <a:ext cx="147600" cy="4284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973589A1-94F2-47BF-931E-10313188587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162557" y="4296688"/>
                  <a:ext cx="165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8AF8942A-93F3-4518-A332-2B39F24ACD6D}"/>
                    </a:ext>
                  </a:extLst>
                </p14:cNvPr>
                <p14:cNvContentPartPr/>
                <p14:nvPr/>
              </p14:nvContentPartPr>
              <p14:xfrm>
                <a:off x="4380717" y="4211728"/>
                <a:ext cx="104400" cy="15516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8AF8942A-93F3-4518-A332-2B39F24ACD6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372077" y="4202728"/>
                  <a:ext cx="1220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B9197715-963A-4E3B-9A01-A3B9471A2966}"/>
                    </a:ext>
                  </a:extLst>
                </p14:cNvPr>
                <p14:cNvContentPartPr/>
                <p14:nvPr/>
              </p14:nvContentPartPr>
              <p14:xfrm>
                <a:off x="4580877" y="4189048"/>
                <a:ext cx="111960" cy="1735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B9197715-963A-4E3B-9A01-A3B9471A296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571877" y="4180408"/>
                  <a:ext cx="129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EF9E2862-4550-45EB-A9C7-6E1D8477ABFC}"/>
                    </a:ext>
                  </a:extLst>
                </p14:cNvPr>
                <p14:cNvContentPartPr/>
                <p14:nvPr/>
              </p14:nvContentPartPr>
              <p14:xfrm>
                <a:off x="4754757" y="4167448"/>
                <a:ext cx="37440" cy="1983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EF9E2862-4550-45EB-A9C7-6E1D8477ABF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745757" y="4158808"/>
                  <a:ext cx="55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1043A7D9-E823-41BD-9ED2-649428075600}"/>
                    </a:ext>
                  </a:extLst>
                </p14:cNvPr>
                <p14:cNvContentPartPr/>
                <p14:nvPr/>
              </p14:nvContentPartPr>
              <p14:xfrm>
                <a:off x="4832877" y="4070248"/>
                <a:ext cx="97560" cy="1184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1043A7D9-E823-41BD-9ED2-64942807560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823877" y="4061248"/>
                  <a:ext cx="11520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DDCB1366-7DF3-4C07-BBD5-434404F76AC9}"/>
              </a:ext>
            </a:extLst>
          </p:cNvPr>
          <p:cNvGrpSpPr/>
          <p:nvPr/>
        </p:nvGrpSpPr>
        <p:grpSpPr>
          <a:xfrm>
            <a:off x="5088117" y="4111648"/>
            <a:ext cx="432360" cy="208440"/>
            <a:chOff x="5088117" y="4111648"/>
            <a:chExt cx="432360" cy="20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C2D6F6D7-D3CB-433F-B3BD-0B38DC3D0714}"/>
                    </a:ext>
                  </a:extLst>
                </p14:cNvPr>
                <p14:cNvContentPartPr/>
                <p14:nvPr/>
              </p14:nvContentPartPr>
              <p14:xfrm>
                <a:off x="5088117" y="4205248"/>
                <a:ext cx="81360" cy="1476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C2D6F6D7-D3CB-433F-B3BD-0B38DC3D071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079477" y="4196608"/>
                  <a:ext cx="99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4D50B942-6B4C-4CE2-8035-C2D5524FFB70}"/>
                    </a:ext>
                  </a:extLst>
                </p14:cNvPr>
                <p14:cNvContentPartPr/>
                <p14:nvPr/>
              </p14:nvContentPartPr>
              <p14:xfrm>
                <a:off x="5094237" y="4262848"/>
                <a:ext cx="95400" cy="237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4D50B942-6B4C-4CE2-8035-C2D5524FFB7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085597" y="4254208"/>
                  <a:ext cx="113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13E3A7B3-8C3F-448F-B322-94156EE0CC22}"/>
                    </a:ext>
                  </a:extLst>
                </p14:cNvPr>
                <p14:cNvContentPartPr/>
                <p14:nvPr/>
              </p14:nvContentPartPr>
              <p14:xfrm>
                <a:off x="5278557" y="4111648"/>
                <a:ext cx="106560" cy="20196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13E3A7B3-8C3F-448F-B322-94156EE0CC2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269557" y="4102648"/>
                  <a:ext cx="124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E0EF2239-47AC-4C2E-B856-4DC28B3E503E}"/>
                    </a:ext>
                  </a:extLst>
                </p14:cNvPr>
                <p14:cNvContentPartPr/>
                <p14:nvPr/>
              </p14:nvContentPartPr>
              <p14:xfrm>
                <a:off x="5422557" y="4131448"/>
                <a:ext cx="93240" cy="8964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E0EF2239-47AC-4C2E-B856-4DC28B3E503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413557" y="4122448"/>
                  <a:ext cx="110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9EF79B89-3DC5-41EC-AD4A-0AE18AF16CD9}"/>
                    </a:ext>
                  </a:extLst>
                </p14:cNvPr>
                <p14:cNvContentPartPr/>
                <p14:nvPr/>
              </p14:nvContentPartPr>
              <p14:xfrm>
                <a:off x="5453157" y="4115248"/>
                <a:ext cx="67320" cy="2048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9EF79B89-3DC5-41EC-AD4A-0AE18AF16CD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44157" y="4106608"/>
                  <a:ext cx="8496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8B0D9989-4D09-4CD0-A4BF-0E50A42D646B}"/>
              </a:ext>
            </a:extLst>
          </p:cNvPr>
          <p:cNvGrpSpPr/>
          <p:nvPr/>
        </p:nvGrpSpPr>
        <p:grpSpPr>
          <a:xfrm>
            <a:off x="3541197" y="4515568"/>
            <a:ext cx="1120320" cy="293760"/>
            <a:chOff x="3541197" y="4515568"/>
            <a:chExt cx="112032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831456E2-7A56-4A9B-AB4D-C9BD99840E40}"/>
                    </a:ext>
                  </a:extLst>
                </p14:cNvPr>
                <p14:cNvContentPartPr/>
                <p14:nvPr/>
              </p14:nvContentPartPr>
              <p14:xfrm>
                <a:off x="3541197" y="4620328"/>
                <a:ext cx="104760" cy="18900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831456E2-7A56-4A9B-AB4D-C9BD99840E4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532197" y="4611688"/>
                  <a:ext cx="122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E0F133E3-5F39-4A07-BD17-A1595010E34C}"/>
                    </a:ext>
                  </a:extLst>
                </p14:cNvPr>
                <p14:cNvContentPartPr/>
                <p14:nvPr/>
              </p14:nvContentPartPr>
              <p14:xfrm>
                <a:off x="3573237" y="4698448"/>
                <a:ext cx="98640" cy="2736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E0F133E3-5F39-4A07-BD17-A1595010E34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564237" y="4689448"/>
                  <a:ext cx="116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24EBA9C3-C64A-43EE-855C-B5479971B016}"/>
                    </a:ext>
                  </a:extLst>
                </p14:cNvPr>
                <p14:cNvContentPartPr/>
                <p14:nvPr/>
              </p14:nvContentPartPr>
              <p14:xfrm>
                <a:off x="3745677" y="4621048"/>
                <a:ext cx="154800" cy="15912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24EBA9C3-C64A-43EE-855C-B5479971B01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736677" y="4612048"/>
                  <a:ext cx="172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84E2A50D-20D5-4E66-B8E5-31EBF9B638C9}"/>
                    </a:ext>
                  </a:extLst>
                </p14:cNvPr>
                <p14:cNvContentPartPr/>
                <p14:nvPr/>
              </p14:nvContentPartPr>
              <p14:xfrm>
                <a:off x="3961317" y="4608448"/>
                <a:ext cx="153360" cy="16632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84E2A50D-20D5-4E66-B8E5-31EBF9B638C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952317" y="4599448"/>
                  <a:ext cx="171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841B399B-F32A-4445-916F-7573072C1ACE}"/>
                    </a:ext>
                  </a:extLst>
                </p14:cNvPr>
                <p14:cNvContentPartPr/>
                <p14:nvPr/>
              </p14:nvContentPartPr>
              <p14:xfrm>
                <a:off x="4224117" y="4596928"/>
                <a:ext cx="111960" cy="15048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841B399B-F32A-4445-916F-7573072C1AC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215117" y="4588288"/>
                  <a:ext cx="1296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BC27DEE7-DCC6-4846-9E04-C4809B131E73}"/>
                    </a:ext>
                  </a:extLst>
                </p14:cNvPr>
                <p14:cNvContentPartPr/>
                <p14:nvPr/>
              </p14:nvContentPartPr>
              <p14:xfrm>
                <a:off x="4374597" y="4604488"/>
                <a:ext cx="126360" cy="17208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BC27DEE7-DCC6-4846-9E04-C4809B131E73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365597" y="4595848"/>
                  <a:ext cx="1440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841C588F-6503-4135-B32C-8BF5A6351D4C}"/>
                    </a:ext>
                  </a:extLst>
                </p14:cNvPr>
                <p14:cNvContentPartPr/>
                <p14:nvPr/>
              </p14:nvContentPartPr>
              <p14:xfrm>
                <a:off x="4530837" y="4515568"/>
                <a:ext cx="130680" cy="1033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841C588F-6503-4135-B32C-8BF5A6351D4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522197" y="4506568"/>
                  <a:ext cx="14832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38E88C30-9F9A-4F05-A1A4-069E70DC3314}"/>
              </a:ext>
            </a:extLst>
          </p:cNvPr>
          <p:cNvGrpSpPr/>
          <p:nvPr/>
        </p:nvGrpSpPr>
        <p:grpSpPr>
          <a:xfrm>
            <a:off x="4771677" y="4660648"/>
            <a:ext cx="148680" cy="78840"/>
            <a:chOff x="4771677" y="4660648"/>
            <a:chExt cx="148680" cy="7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4BF838CB-B670-4CEC-8CFD-0EFFDC69CB50}"/>
                    </a:ext>
                  </a:extLst>
                </p14:cNvPr>
                <p14:cNvContentPartPr/>
                <p14:nvPr/>
              </p14:nvContentPartPr>
              <p14:xfrm>
                <a:off x="4771677" y="4660648"/>
                <a:ext cx="117720" cy="864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4BF838CB-B670-4CEC-8CFD-0EFFDC69CB5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762677" y="4651648"/>
                  <a:ext cx="1353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58FBB788-204C-48F3-8DC9-6F210BDF8C2D}"/>
                    </a:ext>
                  </a:extLst>
                </p14:cNvPr>
                <p14:cNvContentPartPr/>
                <p14:nvPr/>
              </p14:nvContentPartPr>
              <p14:xfrm>
                <a:off x="4802637" y="4709248"/>
                <a:ext cx="117720" cy="3024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58FBB788-204C-48F3-8DC9-6F210BDF8C2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793997" y="4700248"/>
                  <a:ext cx="13536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9C3636A6-174B-474C-B08F-541815344B67}"/>
              </a:ext>
            </a:extLst>
          </p:cNvPr>
          <p:cNvGrpSpPr/>
          <p:nvPr/>
        </p:nvGrpSpPr>
        <p:grpSpPr>
          <a:xfrm>
            <a:off x="5138517" y="4543288"/>
            <a:ext cx="195480" cy="225720"/>
            <a:chOff x="5138517" y="4543288"/>
            <a:chExt cx="195480" cy="22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4DF3E771-AD36-478F-8F9E-B133E78766AD}"/>
                    </a:ext>
                  </a:extLst>
                </p14:cNvPr>
                <p14:cNvContentPartPr/>
                <p14:nvPr/>
              </p14:nvContentPartPr>
              <p14:xfrm>
                <a:off x="5138517" y="4560928"/>
                <a:ext cx="9360" cy="20808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4DF3E771-AD36-478F-8F9E-B133E78766A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129517" y="4551928"/>
                  <a:ext cx="27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F5364D33-9E6C-437B-BF60-9300D534470F}"/>
                    </a:ext>
                  </a:extLst>
                </p14:cNvPr>
                <p14:cNvContentPartPr/>
                <p14:nvPr/>
              </p14:nvContentPartPr>
              <p14:xfrm>
                <a:off x="5235717" y="4560568"/>
                <a:ext cx="77400" cy="9504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F5364D33-9E6C-437B-BF60-9300D534470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226717" y="4551568"/>
                  <a:ext cx="95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A8353E9F-733B-40D6-8148-009B8D3F35D2}"/>
                    </a:ext>
                  </a:extLst>
                </p14:cNvPr>
                <p14:cNvContentPartPr/>
                <p14:nvPr/>
              </p14:nvContentPartPr>
              <p14:xfrm>
                <a:off x="5296557" y="4543288"/>
                <a:ext cx="37440" cy="20736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A8353E9F-733B-40D6-8148-009B8D3F35D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287917" y="4534648"/>
                  <a:ext cx="5508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55090469-464C-48D4-9CEC-3F3A24CBDC7D}"/>
              </a:ext>
            </a:extLst>
          </p:cNvPr>
          <p:cNvGrpSpPr/>
          <p:nvPr/>
        </p:nvGrpSpPr>
        <p:grpSpPr>
          <a:xfrm>
            <a:off x="3192357" y="4280848"/>
            <a:ext cx="228960" cy="125640"/>
            <a:chOff x="3192357" y="4280848"/>
            <a:chExt cx="22896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0A4BD49B-992F-4561-8343-E68A33DC1FE6}"/>
                    </a:ext>
                  </a:extLst>
                </p14:cNvPr>
                <p14:cNvContentPartPr/>
                <p14:nvPr/>
              </p14:nvContentPartPr>
              <p14:xfrm>
                <a:off x="3192357" y="4335928"/>
                <a:ext cx="228960" cy="1728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0A4BD49B-992F-4561-8343-E68A33DC1FE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183357" y="4327288"/>
                  <a:ext cx="2466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CA11694B-640E-45D8-A62D-7A07774DF603}"/>
                    </a:ext>
                  </a:extLst>
                </p14:cNvPr>
                <p14:cNvContentPartPr/>
                <p14:nvPr/>
              </p14:nvContentPartPr>
              <p14:xfrm>
                <a:off x="3357597" y="4280848"/>
                <a:ext cx="62280" cy="12564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CA11694B-640E-45D8-A62D-7A07774DF60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348957" y="4272208"/>
                  <a:ext cx="7992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A4CF3D08-87F0-4377-9094-D83A72376B0A}"/>
              </a:ext>
            </a:extLst>
          </p:cNvPr>
          <p:cNvGrpSpPr/>
          <p:nvPr/>
        </p:nvGrpSpPr>
        <p:grpSpPr>
          <a:xfrm>
            <a:off x="102837" y="5082568"/>
            <a:ext cx="122760" cy="90360"/>
            <a:chOff x="102837" y="5082568"/>
            <a:chExt cx="122760" cy="9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9435B598-7454-4275-B764-E5276EB54E25}"/>
                    </a:ext>
                  </a:extLst>
                </p14:cNvPr>
                <p14:cNvContentPartPr/>
                <p14:nvPr/>
              </p14:nvContentPartPr>
              <p14:xfrm>
                <a:off x="102837" y="5138008"/>
                <a:ext cx="94680" cy="1440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9435B598-7454-4275-B764-E5276EB54E2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4197" y="5129008"/>
                  <a:ext cx="1123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AED21414-6E7C-4119-BF53-B83D4165F5DA}"/>
                    </a:ext>
                  </a:extLst>
                </p14:cNvPr>
                <p14:cNvContentPartPr/>
                <p14:nvPr/>
              </p14:nvContentPartPr>
              <p14:xfrm>
                <a:off x="185277" y="5082568"/>
                <a:ext cx="40320" cy="9036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AED21414-6E7C-4119-BF53-B83D4165F5D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76637" y="5073568"/>
                  <a:ext cx="5796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93" name="Entrada de lápiz 192">
                <a:extLst>
                  <a:ext uri="{FF2B5EF4-FFF2-40B4-BE49-F238E27FC236}">
                    <a16:creationId xmlns:a16="http://schemas.microsoft.com/office/drawing/2014/main" id="{CEAF3B3A-744A-4578-846B-B6AE2B32FF24}"/>
                  </a:ext>
                </a:extLst>
              </p14:cNvPr>
              <p14:cNvContentPartPr/>
              <p14:nvPr/>
            </p14:nvContentPartPr>
            <p14:xfrm>
              <a:off x="590637" y="4057648"/>
              <a:ext cx="1388880" cy="57960"/>
            </p14:xfrm>
          </p:contentPart>
        </mc:Choice>
        <mc:Fallback>
          <p:pic>
            <p:nvPicPr>
              <p:cNvPr id="193" name="Entrada de lápiz 192">
                <a:extLst>
                  <a:ext uri="{FF2B5EF4-FFF2-40B4-BE49-F238E27FC236}">
                    <a16:creationId xmlns:a16="http://schemas.microsoft.com/office/drawing/2014/main" id="{CEAF3B3A-744A-4578-846B-B6AE2B32FF24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536997" y="3949648"/>
                <a:ext cx="14965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94" name="Entrada de lápiz 193">
                <a:extLst>
                  <a:ext uri="{FF2B5EF4-FFF2-40B4-BE49-F238E27FC236}">
                    <a16:creationId xmlns:a16="http://schemas.microsoft.com/office/drawing/2014/main" id="{78D52F3A-675B-45BE-856A-EB86748C4C6F}"/>
                  </a:ext>
                </a:extLst>
              </p14:cNvPr>
              <p14:cNvContentPartPr/>
              <p14:nvPr/>
            </p14:nvContentPartPr>
            <p14:xfrm>
              <a:off x="345477" y="4536448"/>
              <a:ext cx="2070720" cy="60120"/>
            </p14:xfrm>
          </p:contentPart>
        </mc:Choice>
        <mc:Fallback>
          <p:pic>
            <p:nvPicPr>
              <p:cNvPr id="194" name="Entrada de lápiz 193">
                <a:extLst>
                  <a:ext uri="{FF2B5EF4-FFF2-40B4-BE49-F238E27FC236}">
                    <a16:creationId xmlns:a16="http://schemas.microsoft.com/office/drawing/2014/main" id="{78D52F3A-675B-45BE-856A-EB86748C4C6F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291477" y="4428808"/>
                <a:ext cx="21783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95" name="Entrada de lápiz 194">
                <a:extLst>
                  <a:ext uri="{FF2B5EF4-FFF2-40B4-BE49-F238E27FC236}">
                    <a16:creationId xmlns:a16="http://schemas.microsoft.com/office/drawing/2014/main" id="{3F73FF57-59E9-4C5A-BC4E-4607E78E9A3E}"/>
                  </a:ext>
                </a:extLst>
              </p14:cNvPr>
              <p14:cNvContentPartPr/>
              <p14:nvPr/>
            </p14:nvContentPartPr>
            <p14:xfrm>
              <a:off x="3746397" y="4582168"/>
              <a:ext cx="1506600" cy="112680"/>
            </p14:xfrm>
          </p:contentPart>
        </mc:Choice>
        <mc:Fallback>
          <p:pic>
            <p:nvPicPr>
              <p:cNvPr id="195" name="Entrada de lápiz 194">
                <a:extLst>
                  <a:ext uri="{FF2B5EF4-FFF2-40B4-BE49-F238E27FC236}">
                    <a16:creationId xmlns:a16="http://schemas.microsoft.com/office/drawing/2014/main" id="{3F73FF57-59E9-4C5A-BC4E-4607E78E9A3E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3692757" y="4474168"/>
                <a:ext cx="161424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96" name="Entrada de lápiz 195">
                <a:extLst>
                  <a:ext uri="{FF2B5EF4-FFF2-40B4-BE49-F238E27FC236}">
                    <a16:creationId xmlns:a16="http://schemas.microsoft.com/office/drawing/2014/main" id="{8DF7ACA5-E1CA-4CE8-A0F0-F16701468FDE}"/>
                  </a:ext>
                </a:extLst>
              </p14:cNvPr>
              <p14:cNvContentPartPr/>
              <p14:nvPr/>
            </p14:nvContentPartPr>
            <p14:xfrm>
              <a:off x="3668277" y="3777928"/>
              <a:ext cx="1702080" cy="102600"/>
            </p14:xfrm>
          </p:contentPart>
        </mc:Choice>
        <mc:Fallback>
          <p:pic>
            <p:nvPicPr>
              <p:cNvPr id="196" name="Entrada de lápiz 195">
                <a:extLst>
                  <a:ext uri="{FF2B5EF4-FFF2-40B4-BE49-F238E27FC236}">
                    <a16:creationId xmlns:a16="http://schemas.microsoft.com/office/drawing/2014/main" id="{8DF7ACA5-E1CA-4CE8-A0F0-F16701468FDE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3614277" y="3669928"/>
                <a:ext cx="180972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97" name="Entrada de lápiz 196">
                <a:extLst>
                  <a:ext uri="{FF2B5EF4-FFF2-40B4-BE49-F238E27FC236}">
                    <a16:creationId xmlns:a16="http://schemas.microsoft.com/office/drawing/2014/main" id="{580C661D-C3D4-4462-8634-7C7CE95DFB37}"/>
                  </a:ext>
                </a:extLst>
              </p14:cNvPr>
              <p14:cNvContentPartPr/>
              <p14:nvPr/>
            </p14:nvContentPartPr>
            <p14:xfrm>
              <a:off x="7203477" y="991528"/>
              <a:ext cx="1804680" cy="146160"/>
            </p14:xfrm>
          </p:contentPart>
        </mc:Choice>
        <mc:Fallback>
          <p:pic>
            <p:nvPicPr>
              <p:cNvPr id="197" name="Entrada de lápiz 196">
                <a:extLst>
                  <a:ext uri="{FF2B5EF4-FFF2-40B4-BE49-F238E27FC236}">
                    <a16:creationId xmlns:a16="http://schemas.microsoft.com/office/drawing/2014/main" id="{580C661D-C3D4-4462-8634-7C7CE95DFB37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7149477" y="883528"/>
                <a:ext cx="191232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98" name="Entrada de lápiz 197">
                <a:extLst>
                  <a:ext uri="{FF2B5EF4-FFF2-40B4-BE49-F238E27FC236}">
                    <a16:creationId xmlns:a16="http://schemas.microsoft.com/office/drawing/2014/main" id="{1C95F0FD-626C-4CE6-B970-7588D1C3D4C0}"/>
                  </a:ext>
                </a:extLst>
              </p14:cNvPr>
              <p14:cNvContentPartPr/>
              <p14:nvPr/>
            </p14:nvContentPartPr>
            <p14:xfrm>
              <a:off x="7147317" y="1783168"/>
              <a:ext cx="1910880" cy="302040"/>
            </p14:xfrm>
          </p:contentPart>
        </mc:Choice>
        <mc:Fallback>
          <p:pic>
            <p:nvPicPr>
              <p:cNvPr id="198" name="Entrada de lápiz 197">
                <a:extLst>
                  <a:ext uri="{FF2B5EF4-FFF2-40B4-BE49-F238E27FC236}">
                    <a16:creationId xmlns:a16="http://schemas.microsoft.com/office/drawing/2014/main" id="{1C95F0FD-626C-4CE6-B970-7588D1C3D4C0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7093677" y="1675528"/>
                <a:ext cx="201852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250" name="Entrada de lápiz 249">
                <a:extLst>
                  <a:ext uri="{FF2B5EF4-FFF2-40B4-BE49-F238E27FC236}">
                    <a16:creationId xmlns:a16="http://schemas.microsoft.com/office/drawing/2014/main" id="{4A43612A-EF4B-4A21-B580-1593288EEBD2}"/>
                  </a:ext>
                </a:extLst>
              </p14:cNvPr>
              <p14:cNvContentPartPr/>
              <p14:nvPr/>
            </p14:nvContentPartPr>
            <p14:xfrm>
              <a:off x="9421437" y="3535648"/>
              <a:ext cx="360" cy="360"/>
            </p14:xfrm>
          </p:contentPart>
        </mc:Choice>
        <mc:Fallback>
          <p:pic>
            <p:nvPicPr>
              <p:cNvPr id="250" name="Entrada de lápiz 249">
                <a:extLst>
                  <a:ext uri="{FF2B5EF4-FFF2-40B4-BE49-F238E27FC236}">
                    <a16:creationId xmlns:a16="http://schemas.microsoft.com/office/drawing/2014/main" id="{4A43612A-EF4B-4A21-B580-1593288EEBD2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9417117" y="3531328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213" name="Entrada de lápiz 212">
                <a:extLst>
                  <a:ext uri="{FF2B5EF4-FFF2-40B4-BE49-F238E27FC236}">
                    <a16:creationId xmlns:a16="http://schemas.microsoft.com/office/drawing/2014/main" id="{48529355-51FD-4B72-AC3A-3F0EFA37A068}"/>
                  </a:ext>
                </a:extLst>
              </p14:cNvPr>
              <p14:cNvContentPartPr/>
              <p14:nvPr/>
            </p14:nvContentPartPr>
            <p14:xfrm>
              <a:off x="7185477" y="2123728"/>
              <a:ext cx="2239920" cy="1973880"/>
            </p14:xfrm>
          </p:contentPart>
        </mc:Choice>
        <mc:Fallback>
          <p:pic>
            <p:nvPicPr>
              <p:cNvPr id="213" name="Entrada de lápiz 212">
                <a:extLst>
                  <a:ext uri="{FF2B5EF4-FFF2-40B4-BE49-F238E27FC236}">
                    <a16:creationId xmlns:a16="http://schemas.microsoft.com/office/drawing/2014/main" id="{48529355-51FD-4B72-AC3A-3F0EFA37A068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7181157" y="2119408"/>
                <a:ext cx="2248560" cy="19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280" name="Entrada de lápiz 279">
                <a:extLst>
                  <a:ext uri="{FF2B5EF4-FFF2-40B4-BE49-F238E27FC236}">
                    <a16:creationId xmlns:a16="http://schemas.microsoft.com/office/drawing/2014/main" id="{D3D55351-B245-442B-ABC1-635F08D69638}"/>
                  </a:ext>
                </a:extLst>
              </p14:cNvPr>
              <p14:cNvContentPartPr/>
              <p14:nvPr/>
            </p14:nvContentPartPr>
            <p14:xfrm>
              <a:off x="2239437" y="3811408"/>
              <a:ext cx="359280" cy="367920"/>
            </p14:xfrm>
          </p:contentPart>
        </mc:Choice>
        <mc:Fallback>
          <p:pic>
            <p:nvPicPr>
              <p:cNvPr id="280" name="Entrada de lápiz 279">
                <a:extLst>
                  <a:ext uri="{FF2B5EF4-FFF2-40B4-BE49-F238E27FC236}">
                    <a16:creationId xmlns:a16="http://schemas.microsoft.com/office/drawing/2014/main" id="{D3D55351-B245-442B-ABC1-635F08D69638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2235117" y="3807088"/>
                <a:ext cx="36792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281" name="Entrada de lápiz 280">
                <a:extLst>
                  <a:ext uri="{FF2B5EF4-FFF2-40B4-BE49-F238E27FC236}">
                    <a16:creationId xmlns:a16="http://schemas.microsoft.com/office/drawing/2014/main" id="{75DED5AB-58D4-4C04-BCDC-8478BF96C888}"/>
                  </a:ext>
                </a:extLst>
              </p14:cNvPr>
              <p14:cNvContentPartPr/>
              <p14:nvPr/>
            </p14:nvContentPartPr>
            <p14:xfrm>
              <a:off x="8926077" y="2231368"/>
              <a:ext cx="3240" cy="3960"/>
            </p14:xfrm>
          </p:contentPart>
        </mc:Choice>
        <mc:Fallback>
          <p:pic>
            <p:nvPicPr>
              <p:cNvPr id="281" name="Entrada de lápiz 280">
                <a:extLst>
                  <a:ext uri="{FF2B5EF4-FFF2-40B4-BE49-F238E27FC236}">
                    <a16:creationId xmlns:a16="http://schemas.microsoft.com/office/drawing/2014/main" id="{75DED5AB-58D4-4C04-BCDC-8478BF96C888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8872437" y="2123368"/>
                <a:ext cx="11088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282" name="Entrada de lápiz 281">
                <a:extLst>
                  <a:ext uri="{FF2B5EF4-FFF2-40B4-BE49-F238E27FC236}">
                    <a16:creationId xmlns:a16="http://schemas.microsoft.com/office/drawing/2014/main" id="{FFFC44F0-848F-4C4C-B6B6-BB6F67D6A709}"/>
                  </a:ext>
                </a:extLst>
              </p14:cNvPr>
              <p14:cNvContentPartPr/>
              <p14:nvPr/>
            </p14:nvContentPartPr>
            <p14:xfrm>
              <a:off x="8914197" y="2182408"/>
              <a:ext cx="5400" cy="5040"/>
            </p14:xfrm>
          </p:contentPart>
        </mc:Choice>
        <mc:Fallback>
          <p:pic>
            <p:nvPicPr>
              <p:cNvPr id="282" name="Entrada de lápiz 281">
                <a:extLst>
                  <a:ext uri="{FF2B5EF4-FFF2-40B4-BE49-F238E27FC236}">
                    <a16:creationId xmlns:a16="http://schemas.microsoft.com/office/drawing/2014/main" id="{FFFC44F0-848F-4C4C-B6B6-BB6F67D6A709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8860557" y="2074768"/>
                <a:ext cx="11304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303" name="Entrada de lápiz 302">
                <a:extLst>
                  <a:ext uri="{FF2B5EF4-FFF2-40B4-BE49-F238E27FC236}">
                    <a16:creationId xmlns:a16="http://schemas.microsoft.com/office/drawing/2014/main" id="{C4441242-0996-4F0C-95E1-F68C18F6F65B}"/>
                  </a:ext>
                </a:extLst>
              </p14:cNvPr>
              <p14:cNvContentPartPr/>
              <p14:nvPr/>
            </p14:nvContentPartPr>
            <p14:xfrm>
              <a:off x="9288957" y="740248"/>
              <a:ext cx="380160" cy="344520"/>
            </p14:xfrm>
          </p:contentPart>
        </mc:Choice>
        <mc:Fallback>
          <p:pic>
            <p:nvPicPr>
              <p:cNvPr id="303" name="Entrada de lápiz 302">
                <a:extLst>
                  <a:ext uri="{FF2B5EF4-FFF2-40B4-BE49-F238E27FC236}">
                    <a16:creationId xmlns:a16="http://schemas.microsoft.com/office/drawing/2014/main" id="{C4441242-0996-4F0C-95E1-F68C18F6F65B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9284637" y="735928"/>
                <a:ext cx="388800" cy="35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3" name="Grupo 342">
            <a:extLst>
              <a:ext uri="{FF2B5EF4-FFF2-40B4-BE49-F238E27FC236}">
                <a16:creationId xmlns:a16="http://schemas.microsoft.com/office/drawing/2014/main" id="{3E644362-E6DC-4E76-9A08-F8FA47A7BD7E}"/>
              </a:ext>
            </a:extLst>
          </p:cNvPr>
          <p:cNvGrpSpPr/>
          <p:nvPr/>
        </p:nvGrpSpPr>
        <p:grpSpPr>
          <a:xfrm>
            <a:off x="6487077" y="298528"/>
            <a:ext cx="5324760" cy="5055120"/>
            <a:chOff x="6487077" y="298528"/>
            <a:chExt cx="5324760" cy="505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2671C10D-1DA6-4B57-AB4F-6CDA008F567C}"/>
                    </a:ext>
                  </a:extLst>
                </p14:cNvPr>
                <p14:cNvContentPartPr/>
                <p14:nvPr/>
              </p14:nvContentPartPr>
              <p14:xfrm>
                <a:off x="6520197" y="4809328"/>
                <a:ext cx="147600" cy="5796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2671C10D-1DA6-4B57-AB4F-6CDA008F567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511557" y="4800328"/>
                  <a:ext cx="1652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A3840927-B578-48D9-B53E-B0B57F3C50D0}"/>
                    </a:ext>
                  </a:extLst>
                </p14:cNvPr>
                <p14:cNvContentPartPr/>
                <p14:nvPr/>
              </p14:nvContentPartPr>
              <p14:xfrm>
                <a:off x="6601557" y="4917328"/>
                <a:ext cx="360" cy="36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A3840927-B578-48D9-B53E-B0B57F3C50D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592557" y="49086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7769FBCF-FC83-498E-8226-2FB0C82C7085}"/>
                    </a:ext>
                  </a:extLst>
                </p14:cNvPr>
                <p14:cNvContentPartPr/>
                <p14:nvPr/>
              </p14:nvContentPartPr>
              <p14:xfrm>
                <a:off x="6625317" y="4985008"/>
                <a:ext cx="36720" cy="36864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7769FBCF-FC83-498E-8226-2FB0C82C708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616677" y="4976368"/>
                  <a:ext cx="543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D03A3EEA-0DD9-4E42-85FE-E9BCE32BA76B}"/>
                    </a:ext>
                  </a:extLst>
                </p14:cNvPr>
                <p14:cNvContentPartPr/>
                <p14:nvPr/>
              </p14:nvContentPartPr>
              <p14:xfrm>
                <a:off x="6548277" y="3777208"/>
                <a:ext cx="176760" cy="5544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D03A3EEA-0DD9-4E42-85FE-E9BCE32BA76B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539637" y="3768208"/>
                  <a:ext cx="194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1EC43976-8FF5-43F8-A04E-61159210BFF4}"/>
                    </a:ext>
                  </a:extLst>
                </p14:cNvPr>
                <p14:cNvContentPartPr/>
                <p14:nvPr/>
              </p14:nvContentPartPr>
              <p14:xfrm>
                <a:off x="6523077" y="3790528"/>
                <a:ext cx="62640" cy="81972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1EC43976-8FF5-43F8-A04E-61159210BFF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514437" y="3781888"/>
                  <a:ext cx="80280" cy="83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F3BB6424-3588-4936-B1B9-AE8B18D08001}"/>
                    </a:ext>
                  </a:extLst>
                </p14:cNvPr>
                <p14:cNvContentPartPr/>
                <p14:nvPr/>
              </p14:nvContentPartPr>
              <p14:xfrm>
                <a:off x="7764717" y="3001048"/>
                <a:ext cx="2660040" cy="228096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F3BB6424-3588-4936-B1B9-AE8B18D0800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760397" y="2996728"/>
                  <a:ext cx="2668680" cy="22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EFAD604A-E085-453B-A541-4B3059C52433}"/>
                    </a:ext>
                  </a:extLst>
                </p14:cNvPr>
                <p14:cNvContentPartPr/>
                <p14:nvPr/>
              </p14:nvContentPartPr>
              <p14:xfrm>
                <a:off x="8886837" y="4269328"/>
                <a:ext cx="167040" cy="36792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EFAD604A-E085-453B-A541-4B3059C5243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882517" y="4265008"/>
                  <a:ext cx="1756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608F38E2-877C-4D7D-B8DC-CC4CFFE703E8}"/>
                    </a:ext>
                  </a:extLst>
                </p14:cNvPr>
                <p14:cNvContentPartPr/>
                <p14:nvPr/>
              </p14:nvContentPartPr>
              <p14:xfrm>
                <a:off x="9130557" y="4253848"/>
                <a:ext cx="153720" cy="22068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608F38E2-877C-4D7D-B8DC-CC4CFFE703E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126237" y="4249528"/>
                  <a:ext cx="1623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191BBC03-D3FB-474F-9EA5-E96EE64B736B}"/>
                    </a:ext>
                  </a:extLst>
                </p14:cNvPr>
                <p14:cNvContentPartPr/>
                <p14:nvPr/>
              </p14:nvContentPartPr>
              <p14:xfrm>
                <a:off x="9265557" y="4238728"/>
                <a:ext cx="50760" cy="40356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191BBC03-D3FB-474F-9EA5-E96EE64B736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261237" y="4234408"/>
                  <a:ext cx="594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877C00CB-8079-4018-8629-4DACB1366595}"/>
                    </a:ext>
                  </a:extLst>
                </p14:cNvPr>
                <p14:cNvContentPartPr/>
                <p14:nvPr/>
              </p14:nvContentPartPr>
              <p14:xfrm>
                <a:off x="6643317" y="298528"/>
                <a:ext cx="56880" cy="79380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877C00CB-8079-4018-8629-4DACB136659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634317" y="289528"/>
                  <a:ext cx="74520" cy="81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395833F8-B6CB-491B-BF49-A0717CD97849}"/>
                    </a:ext>
                  </a:extLst>
                </p14:cNvPr>
                <p14:cNvContentPartPr/>
                <p14:nvPr/>
              </p14:nvContentPartPr>
              <p14:xfrm>
                <a:off x="6544317" y="1298248"/>
                <a:ext cx="163800" cy="7344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395833F8-B6CB-491B-BF49-A0717CD97849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535317" y="1289608"/>
                  <a:ext cx="181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44924686-AB62-4CFB-A211-CB9BFE37FF1E}"/>
                    </a:ext>
                  </a:extLst>
                </p14:cNvPr>
                <p14:cNvContentPartPr/>
                <p14:nvPr/>
              </p14:nvContentPartPr>
              <p14:xfrm>
                <a:off x="6584277" y="1378528"/>
                <a:ext cx="128520" cy="3564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44924686-AB62-4CFB-A211-CB9BFE37FF1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575637" y="1369888"/>
                  <a:ext cx="146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3E5AADEC-B339-47C1-BCD5-33907AF083F8}"/>
                    </a:ext>
                  </a:extLst>
                </p14:cNvPr>
                <p14:cNvContentPartPr/>
                <p14:nvPr/>
              </p14:nvContentPartPr>
              <p14:xfrm>
                <a:off x="6594357" y="1639168"/>
                <a:ext cx="98640" cy="50256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3E5AADEC-B339-47C1-BCD5-33907AF083F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585717" y="1630168"/>
                  <a:ext cx="11628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EB1DCE2F-DC36-40B4-9DE6-D041190135D4}"/>
                    </a:ext>
                  </a:extLst>
                </p14:cNvPr>
                <p14:cNvContentPartPr/>
                <p14:nvPr/>
              </p14:nvContentPartPr>
              <p14:xfrm>
                <a:off x="6515157" y="2252968"/>
                <a:ext cx="174600" cy="3456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EB1DCE2F-DC36-40B4-9DE6-D041190135D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506517" y="2243968"/>
                  <a:ext cx="192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854727B2-1E67-4AE0-B23C-5DA91712933C}"/>
                    </a:ext>
                  </a:extLst>
                </p14:cNvPr>
                <p14:cNvContentPartPr/>
                <p14:nvPr/>
              </p14:nvContentPartPr>
              <p14:xfrm>
                <a:off x="6507237" y="2396248"/>
                <a:ext cx="143640" cy="75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854727B2-1E67-4AE0-B23C-5DA91712933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498237" y="2387248"/>
                  <a:ext cx="161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DF16F59E-A13A-485C-BEB3-4DD618DE6940}"/>
                    </a:ext>
                  </a:extLst>
                </p14:cNvPr>
                <p14:cNvContentPartPr/>
                <p14:nvPr/>
              </p14:nvContentPartPr>
              <p14:xfrm>
                <a:off x="6577437" y="2619808"/>
                <a:ext cx="33480" cy="5536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DF16F59E-A13A-485C-BEB3-4DD618DE694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568437" y="2610808"/>
                  <a:ext cx="5112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8AFFBDF6-7AAA-4BD3-A042-6D7D00E9FDEA}"/>
                    </a:ext>
                  </a:extLst>
                </p14:cNvPr>
                <p14:cNvContentPartPr/>
                <p14:nvPr/>
              </p14:nvContentPartPr>
              <p14:xfrm>
                <a:off x="6487077" y="3250888"/>
                <a:ext cx="171720" cy="4464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8AFFBDF6-7AAA-4BD3-A042-6D7D00E9FDE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478437" y="3241888"/>
                  <a:ext cx="1893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8B0561CF-54B9-4585-8B04-B5BB8975952B}"/>
                    </a:ext>
                  </a:extLst>
                </p14:cNvPr>
                <p14:cNvContentPartPr/>
                <p14:nvPr/>
              </p14:nvContentPartPr>
              <p14:xfrm>
                <a:off x="6577437" y="3344488"/>
                <a:ext cx="150840" cy="4104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8B0561CF-54B9-4585-8B04-B5BB8975952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568437" y="3335488"/>
                  <a:ext cx="168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C92A01B2-2EFC-45A0-A875-836F80833109}"/>
                    </a:ext>
                  </a:extLst>
                </p14:cNvPr>
                <p14:cNvContentPartPr/>
                <p14:nvPr/>
              </p14:nvContentPartPr>
              <p14:xfrm>
                <a:off x="8882517" y="516688"/>
                <a:ext cx="101520" cy="19620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C92A01B2-2EFC-45A0-A875-836F8083310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873517" y="508048"/>
                  <a:ext cx="1191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FC15D6CC-4849-4EB2-AD40-DE9CD202A954}"/>
                    </a:ext>
                  </a:extLst>
                </p14:cNvPr>
                <p14:cNvContentPartPr/>
                <p14:nvPr/>
              </p14:nvContentPartPr>
              <p14:xfrm>
                <a:off x="9077277" y="493288"/>
                <a:ext cx="115920" cy="1202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FC15D6CC-4849-4EB2-AD40-DE9CD202A95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068637" y="484648"/>
                  <a:ext cx="1335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C840D6F9-EB36-4CCD-9443-DF337252D944}"/>
                    </a:ext>
                  </a:extLst>
                </p14:cNvPr>
                <p14:cNvContentPartPr/>
                <p14:nvPr/>
              </p14:nvContentPartPr>
              <p14:xfrm>
                <a:off x="9174117" y="483568"/>
                <a:ext cx="18000" cy="25272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C840D6F9-EB36-4CCD-9443-DF337252D944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165117" y="474568"/>
                  <a:ext cx="35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1BD17CCE-D379-4A6D-8EA1-BDF763B21EC1}"/>
                    </a:ext>
                  </a:extLst>
                </p14:cNvPr>
                <p14:cNvContentPartPr/>
                <p14:nvPr/>
              </p14:nvContentPartPr>
              <p14:xfrm>
                <a:off x="6942117" y="597688"/>
                <a:ext cx="199080" cy="20160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1BD17CCE-D379-4A6D-8EA1-BDF763B21EC1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933117" y="589048"/>
                  <a:ext cx="216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FCC5BF24-E079-4E45-93B4-0AE0B81A61B3}"/>
                    </a:ext>
                  </a:extLst>
                </p14:cNvPr>
                <p14:cNvContentPartPr/>
                <p14:nvPr/>
              </p14:nvContentPartPr>
              <p14:xfrm>
                <a:off x="7229757" y="607768"/>
                <a:ext cx="181440" cy="17892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FCC5BF24-E079-4E45-93B4-0AE0B81A61B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221117" y="599128"/>
                  <a:ext cx="199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36641F8A-814D-4205-BCDF-BB4A84F34E8B}"/>
                    </a:ext>
                  </a:extLst>
                </p14:cNvPr>
                <p14:cNvContentPartPr/>
                <p14:nvPr/>
              </p14:nvContentPartPr>
              <p14:xfrm>
                <a:off x="7532157" y="580048"/>
                <a:ext cx="99720" cy="20232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36641F8A-814D-4205-BCDF-BB4A84F34E8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523517" y="571048"/>
                  <a:ext cx="117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211DC3B7-C735-40E6-A1C5-AB5CD646C5E5}"/>
                    </a:ext>
                  </a:extLst>
                </p14:cNvPr>
                <p14:cNvContentPartPr/>
                <p14:nvPr/>
              </p14:nvContentPartPr>
              <p14:xfrm>
                <a:off x="7712517" y="563848"/>
                <a:ext cx="110880" cy="22644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211DC3B7-C735-40E6-A1C5-AB5CD646C5E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703877" y="555208"/>
                  <a:ext cx="1285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69DEFAA3-1053-46B4-9AFF-848A9D366750}"/>
                    </a:ext>
                  </a:extLst>
                </p14:cNvPr>
                <p14:cNvContentPartPr/>
                <p14:nvPr/>
              </p14:nvContentPartPr>
              <p14:xfrm>
                <a:off x="7703877" y="699928"/>
                <a:ext cx="116640" cy="3384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69DEFAA3-1053-46B4-9AFF-848A9D36675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694877" y="690928"/>
                  <a:ext cx="134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08D141D5-2CC5-4C0B-AD8B-FAE0A3A22214}"/>
                    </a:ext>
                  </a:extLst>
                </p14:cNvPr>
                <p14:cNvContentPartPr/>
                <p14:nvPr/>
              </p14:nvContentPartPr>
              <p14:xfrm>
                <a:off x="7882077" y="585448"/>
                <a:ext cx="129600" cy="18936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08D141D5-2CC5-4C0B-AD8B-FAE0A3A2221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873077" y="576448"/>
                  <a:ext cx="1472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B8516448-4A9A-4E44-98F8-4746207BAC3B}"/>
                    </a:ext>
                  </a:extLst>
                </p14:cNvPr>
                <p14:cNvContentPartPr/>
                <p14:nvPr/>
              </p14:nvContentPartPr>
              <p14:xfrm>
                <a:off x="8048037" y="544408"/>
                <a:ext cx="114480" cy="25776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B8516448-4A9A-4E44-98F8-4746207BAC3B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039397" y="535408"/>
                  <a:ext cx="1321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16495A17-1026-406D-9685-83588C03107C}"/>
                    </a:ext>
                  </a:extLst>
                </p14:cNvPr>
                <p14:cNvContentPartPr/>
                <p14:nvPr/>
              </p14:nvContentPartPr>
              <p14:xfrm>
                <a:off x="8172597" y="522088"/>
                <a:ext cx="63720" cy="28260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16495A17-1026-406D-9685-83588C03107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8163957" y="513448"/>
                  <a:ext cx="81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E56042D4-DF6D-48AE-B29A-7D7D03C460E2}"/>
                    </a:ext>
                  </a:extLst>
                </p14:cNvPr>
                <p14:cNvContentPartPr/>
                <p14:nvPr/>
              </p14:nvContentPartPr>
              <p14:xfrm>
                <a:off x="8278077" y="430288"/>
                <a:ext cx="124200" cy="13248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E56042D4-DF6D-48AE-B29A-7D7D03C460E2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269437" y="421288"/>
                  <a:ext cx="1418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A39FC526-A0C3-411D-B213-7F0CF9D4FA9C}"/>
                    </a:ext>
                  </a:extLst>
                </p14:cNvPr>
                <p14:cNvContentPartPr/>
                <p14:nvPr/>
              </p14:nvContentPartPr>
              <p14:xfrm>
                <a:off x="8516397" y="637648"/>
                <a:ext cx="106560" cy="684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A39FC526-A0C3-411D-B213-7F0CF9D4FA9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507397" y="628648"/>
                  <a:ext cx="124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95A85229-BBEA-46AC-BD6A-12F576AFC9D5}"/>
                    </a:ext>
                  </a:extLst>
                </p14:cNvPr>
                <p14:cNvContentPartPr/>
                <p14:nvPr/>
              </p14:nvContentPartPr>
              <p14:xfrm>
                <a:off x="8515317" y="714328"/>
                <a:ext cx="157680" cy="2016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95A85229-BBEA-46AC-BD6A-12F576AFC9D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506677" y="705328"/>
                  <a:ext cx="175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762D1F5D-A006-4FEB-804F-E9340EB1190D}"/>
                    </a:ext>
                  </a:extLst>
                </p14:cNvPr>
                <p14:cNvContentPartPr/>
                <p14:nvPr/>
              </p14:nvContentPartPr>
              <p14:xfrm>
                <a:off x="7016637" y="994408"/>
                <a:ext cx="201600" cy="17100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762D1F5D-A006-4FEB-804F-E9340EB1190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007637" y="985408"/>
                  <a:ext cx="219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5BFE0469-7DFD-4EFE-B775-D78D4F8E7D0B}"/>
                    </a:ext>
                  </a:extLst>
                </p14:cNvPr>
                <p14:cNvContentPartPr/>
                <p14:nvPr/>
              </p14:nvContentPartPr>
              <p14:xfrm>
                <a:off x="7309317" y="1031848"/>
                <a:ext cx="206280" cy="15696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5BFE0469-7DFD-4EFE-B775-D78D4F8E7D0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300677" y="1023208"/>
                  <a:ext cx="2239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2ED8360B-ECFB-4190-9ABA-08A98EDEB464}"/>
                    </a:ext>
                  </a:extLst>
                </p14:cNvPr>
                <p14:cNvContentPartPr/>
                <p14:nvPr/>
              </p14:nvContentPartPr>
              <p14:xfrm>
                <a:off x="7623237" y="1045888"/>
                <a:ext cx="135000" cy="18504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2ED8360B-ECFB-4190-9ABA-08A98EDEB46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614597" y="1036888"/>
                  <a:ext cx="152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855A6067-45F8-41F4-A867-396132F24FE9}"/>
                    </a:ext>
                  </a:extLst>
                </p14:cNvPr>
                <p14:cNvContentPartPr/>
                <p14:nvPr/>
              </p14:nvContentPartPr>
              <p14:xfrm>
                <a:off x="7642677" y="1130488"/>
                <a:ext cx="136800" cy="3636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855A6067-45F8-41F4-A867-396132F24FE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633677" y="1121848"/>
                  <a:ext cx="154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8921D15B-924F-4FFF-8576-68F0CA4BB9E2}"/>
                    </a:ext>
                  </a:extLst>
                </p14:cNvPr>
                <p14:cNvContentPartPr/>
                <p14:nvPr/>
              </p14:nvContentPartPr>
              <p14:xfrm>
                <a:off x="7795677" y="965248"/>
                <a:ext cx="94680" cy="10620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8921D15B-924F-4FFF-8576-68F0CA4BB9E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787037" y="956248"/>
                  <a:ext cx="1123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C68C0AC8-AB5B-4E71-A208-31791FAA8BD8}"/>
                    </a:ext>
                  </a:extLst>
                </p14:cNvPr>
                <p14:cNvContentPartPr/>
                <p14:nvPr/>
              </p14:nvContentPartPr>
              <p14:xfrm>
                <a:off x="7963437" y="1039048"/>
                <a:ext cx="132480" cy="17316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C68C0AC8-AB5B-4E71-A208-31791FAA8BD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954437" y="1030048"/>
                  <a:ext cx="150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F1998265-2BE2-4629-877A-038C5EC3A30E}"/>
                    </a:ext>
                  </a:extLst>
                </p14:cNvPr>
                <p14:cNvContentPartPr/>
                <p14:nvPr/>
              </p14:nvContentPartPr>
              <p14:xfrm>
                <a:off x="8134437" y="995488"/>
                <a:ext cx="132840" cy="17244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F1998265-2BE2-4629-877A-038C5EC3A30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125797" y="986488"/>
                  <a:ext cx="150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9035F653-F8D4-469C-84F6-35B7787D4759}"/>
                    </a:ext>
                  </a:extLst>
                </p14:cNvPr>
                <p14:cNvContentPartPr/>
                <p14:nvPr/>
              </p14:nvContentPartPr>
              <p14:xfrm>
                <a:off x="8312277" y="882448"/>
                <a:ext cx="130320" cy="11844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9035F653-F8D4-469C-84F6-35B7787D475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303277" y="873808"/>
                  <a:ext cx="1479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3049E4DE-B846-4353-BCEC-31D3748C530E}"/>
                    </a:ext>
                  </a:extLst>
                </p14:cNvPr>
                <p14:cNvContentPartPr/>
                <p14:nvPr/>
              </p14:nvContentPartPr>
              <p14:xfrm>
                <a:off x="8571477" y="1052368"/>
                <a:ext cx="94680" cy="216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3049E4DE-B846-4353-BCEC-31D3748C530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562837" y="1043368"/>
                  <a:ext cx="1123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76DA7C43-B94F-4CAC-818A-65A7AE338013}"/>
                    </a:ext>
                  </a:extLst>
                </p14:cNvPr>
                <p14:cNvContentPartPr/>
                <p14:nvPr/>
              </p14:nvContentPartPr>
              <p14:xfrm>
                <a:off x="8577597" y="1134088"/>
                <a:ext cx="119520" cy="1656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76DA7C43-B94F-4CAC-818A-65A7AE33801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568597" y="1125448"/>
                  <a:ext cx="137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2E1C7064-4196-44B8-8D66-E2E3BFC2B2BA}"/>
                    </a:ext>
                  </a:extLst>
                </p14:cNvPr>
                <p14:cNvContentPartPr/>
                <p14:nvPr/>
              </p14:nvContentPartPr>
              <p14:xfrm>
                <a:off x="8798637" y="955888"/>
                <a:ext cx="124920" cy="18072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2E1C7064-4196-44B8-8D66-E2E3BFC2B2B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789637" y="946888"/>
                  <a:ext cx="142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F12836B1-11B2-4A91-9325-E75160FD9DA3}"/>
                    </a:ext>
                  </a:extLst>
                </p14:cNvPr>
                <p14:cNvContentPartPr/>
                <p14:nvPr/>
              </p14:nvContentPartPr>
              <p14:xfrm>
                <a:off x="9000237" y="944008"/>
                <a:ext cx="133560" cy="11340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F12836B1-11B2-4A91-9325-E75160FD9DA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991597" y="935368"/>
                  <a:ext cx="1512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3C64867E-3868-48E8-8145-E61B1E1C40C8}"/>
                    </a:ext>
                  </a:extLst>
                </p14:cNvPr>
                <p14:cNvContentPartPr/>
                <p14:nvPr/>
              </p14:nvContentPartPr>
              <p14:xfrm>
                <a:off x="9120477" y="937888"/>
                <a:ext cx="16560" cy="22644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3C64867E-3868-48E8-8145-E61B1E1C40C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111837" y="928888"/>
                  <a:ext cx="342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581B548F-6512-4605-8FB8-DEBEFD2EFA59}"/>
                    </a:ext>
                  </a:extLst>
                </p14:cNvPr>
                <p14:cNvContentPartPr/>
                <p14:nvPr/>
              </p14:nvContentPartPr>
              <p14:xfrm>
                <a:off x="7079637" y="1404448"/>
                <a:ext cx="153720" cy="23940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581B548F-6512-4605-8FB8-DEBEFD2EFA5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070637" y="1395808"/>
                  <a:ext cx="1713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1BD7A70F-E8C0-4B4F-8A6F-F05E4DC1A73B}"/>
                    </a:ext>
                  </a:extLst>
                </p14:cNvPr>
                <p14:cNvContentPartPr/>
                <p14:nvPr/>
              </p14:nvContentPartPr>
              <p14:xfrm>
                <a:off x="7464117" y="1438648"/>
                <a:ext cx="156600" cy="16740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1BD7A70F-E8C0-4B4F-8A6F-F05E4DC1A73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455477" y="1430008"/>
                  <a:ext cx="174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01541AC4-3276-4ABC-80D0-7DC522783E16}"/>
                    </a:ext>
                  </a:extLst>
                </p14:cNvPr>
                <p14:cNvContentPartPr/>
                <p14:nvPr/>
              </p14:nvContentPartPr>
              <p14:xfrm>
                <a:off x="7707117" y="1398328"/>
                <a:ext cx="120240" cy="18504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01541AC4-3276-4ABC-80D0-7DC522783E1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698117" y="1389688"/>
                  <a:ext cx="1378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68648823-B2BB-41DF-A991-077C49357880}"/>
                    </a:ext>
                  </a:extLst>
                </p14:cNvPr>
                <p14:cNvContentPartPr/>
                <p14:nvPr/>
              </p14:nvContentPartPr>
              <p14:xfrm>
                <a:off x="7942197" y="1404808"/>
                <a:ext cx="112320" cy="15732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68648823-B2BB-41DF-A991-077C4935788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33557" y="1396168"/>
                  <a:ext cx="1299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FF4A310F-882D-41F8-80A8-C5D523C24331}"/>
                    </a:ext>
                  </a:extLst>
                </p14:cNvPr>
                <p14:cNvContentPartPr/>
                <p14:nvPr/>
              </p14:nvContentPartPr>
              <p14:xfrm>
                <a:off x="7922037" y="1493008"/>
                <a:ext cx="147600" cy="4284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FF4A310F-882D-41F8-80A8-C5D523C2433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913397" y="1484368"/>
                  <a:ext cx="165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D55FA837-A959-4C79-904C-E40C994DA9B6}"/>
                    </a:ext>
                  </a:extLst>
                </p14:cNvPr>
                <p14:cNvContentPartPr/>
                <p14:nvPr/>
              </p14:nvContentPartPr>
              <p14:xfrm>
                <a:off x="8141997" y="1401208"/>
                <a:ext cx="129600" cy="138240"/>
              </p14:xfrm>
            </p:contentPart>
          </mc:Choice>
          <mc:Fallback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D55FA837-A959-4C79-904C-E40C994DA9B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133357" y="1392208"/>
                  <a:ext cx="1472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04C1C5D1-CF58-4F19-B61F-8935F919ACC5}"/>
                    </a:ext>
                  </a:extLst>
                </p14:cNvPr>
                <p14:cNvContentPartPr/>
                <p14:nvPr/>
              </p14:nvContentPartPr>
              <p14:xfrm>
                <a:off x="8313357" y="1385728"/>
                <a:ext cx="130320" cy="15588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04C1C5D1-CF58-4F19-B61F-8935F919ACC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304717" y="1377088"/>
                  <a:ext cx="147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2CD998DC-88D5-4CDC-BBBB-0202B62B3EA5}"/>
                    </a:ext>
                  </a:extLst>
                </p14:cNvPr>
                <p14:cNvContentPartPr/>
                <p14:nvPr/>
              </p14:nvContentPartPr>
              <p14:xfrm>
                <a:off x="8540517" y="1341448"/>
                <a:ext cx="63360" cy="17352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2CD998DC-88D5-4CDC-BBBB-0202B62B3EA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31517" y="1332808"/>
                  <a:ext cx="810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C6D34109-7FA1-47D7-90BA-C3FC67C245E0}"/>
                    </a:ext>
                  </a:extLst>
                </p14:cNvPr>
                <p14:cNvContentPartPr/>
                <p14:nvPr/>
              </p14:nvContentPartPr>
              <p14:xfrm>
                <a:off x="8657157" y="1260448"/>
                <a:ext cx="91080" cy="12204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C6D34109-7FA1-47D7-90BA-C3FC67C245E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648157" y="1251808"/>
                  <a:ext cx="1087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FA01518E-B056-46C1-87B0-0C0094E7E653}"/>
                    </a:ext>
                  </a:extLst>
                </p14:cNvPr>
                <p14:cNvContentPartPr/>
                <p14:nvPr/>
              </p14:nvContentPartPr>
              <p14:xfrm>
                <a:off x="8827077" y="1410928"/>
                <a:ext cx="143640" cy="8316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FA01518E-B056-46C1-87B0-0C0094E7E65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818077" y="1402288"/>
                  <a:ext cx="161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83ADAB16-F356-479F-8FFE-C970E02163EB}"/>
                    </a:ext>
                  </a:extLst>
                </p14:cNvPr>
                <p14:cNvContentPartPr/>
                <p14:nvPr/>
              </p14:nvContentPartPr>
              <p14:xfrm>
                <a:off x="9101037" y="1310128"/>
                <a:ext cx="139320" cy="10800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83ADAB16-F356-479F-8FFE-C970E02163E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092037" y="1301128"/>
                  <a:ext cx="1569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E09A617E-F1F4-4FAB-B661-7B39E78029B9}"/>
                    </a:ext>
                  </a:extLst>
                </p14:cNvPr>
                <p14:cNvContentPartPr/>
                <p14:nvPr/>
              </p14:nvContentPartPr>
              <p14:xfrm>
                <a:off x="9233157" y="1300048"/>
                <a:ext cx="6120" cy="18072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E09A617E-F1F4-4FAB-B661-7B39E78029B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224157" y="1291408"/>
                  <a:ext cx="23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89A19255-0153-4B48-98F5-84F58D068E8C}"/>
                    </a:ext>
                  </a:extLst>
                </p14:cNvPr>
                <p14:cNvContentPartPr/>
                <p14:nvPr/>
              </p14:nvContentPartPr>
              <p14:xfrm>
                <a:off x="9346557" y="1296088"/>
                <a:ext cx="135000" cy="21276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89A19255-0153-4B48-98F5-84F58D068E8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337917" y="1287088"/>
                  <a:ext cx="152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2B1BA79D-BB34-484B-A858-F87B1CD46771}"/>
                    </a:ext>
                  </a:extLst>
                </p14:cNvPr>
                <p14:cNvContentPartPr/>
                <p14:nvPr/>
              </p14:nvContentPartPr>
              <p14:xfrm>
                <a:off x="7059837" y="1889728"/>
                <a:ext cx="143280" cy="27144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2B1BA79D-BB34-484B-A858-F87B1CD4677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051197" y="1881088"/>
                  <a:ext cx="1609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3E10661F-79FA-4C3B-B1DD-7EE0D6992C89}"/>
                    </a:ext>
                  </a:extLst>
                </p14:cNvPr>
                <p14:cNvContentPartPr/>
                <p14:nvPr/>
              </p14:nvContentPartPr>
              <p14:xfrm>
                <a:off x="7349997" y="1915288"/>
                <a:ext cx="122760" cy="19908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3E10661F-79FA-4C3B-B1DD-7EE0D6992C8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340997" y="1906288"/>
                  <a:ext cx="140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A6613649-882D-4C0F-BF78-973C396D5560}"/>
                    </a:ext>
                  </a:extLst>
                </p14:cNvPr>
                <p14:cNvContentPartPr/>
                <p14:nvPr/>
              </p14:nvContentPartPr>
              <p14:xfrm>
                <a:off x="7677237" y="1849408"/>
                <a:ext cx="140040" cy="21492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A6613649-882D-4C0F-BF78-973C396D556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668237" y="1840768"/>
                  <a:ext cx="1576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4BC7F8F5-8F00-4614-9054-60919948C9A2}"/>
                    </a:ext>
                  </a:extLst>
                </p14:cNvPr>
                <p14:cNvContentPartPr/>
                <p14:nvPr/>
              </p14:nvContentPartPr>
              <p14:xfrm>
                <a:off x="7705677" y="1943728"/>
                <a:ext cx="148680" cy="5076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4BC7F8F5-8F00-4614-9054-60919948C9A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697037" y="1934728"/>
                  <a:ext cx="166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C4A103C6-60B6-4C41-893F-FD090830CDA3}"/>
                    </a:ext>
                  </a:extLst>
                </p14:cNvPr>
                <p14:cNvContentPartPr/>
                <p14:nvPr/>
              </p14:nvContentPartPr>
              <p14:xfrm>
                <a:off x="7877037" y="1765168"/>
                <a:ext cx="104400" cy="9684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C4A103C6-60B6-4C41-893F-FD090830CDA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868397" y="1756168"/>
                  <a:ext cx="122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B0BC95B0-536E-45A5-9C4C-0C23A1BD0EE5}"/>
                    </a:ext>
                  </a:extLst>
                </p14:cNvPr>
                <p14:cNvContentPartPr/>
                <p14:nvPr/>
              </p14:nvContentPartPr>
              <p14:xfrm>
                <a:off x="8070357" y="1802968"/>
                <a:ext cx="171000" cy="23400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B0BC95B0-536E-45A5-9C4C-0C23A1BD0EE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061357" y="1794328"/>
                  <a:ext cx="1886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C288B849-C4D1-4DDC-AD6E-1FDB1DC23307}"/>
                    </a:ext>
                  </a:extLst>
                </p14:cNvPr>
                <p14:cNvContentPartPr/>
                <p14:nvPr/>
              </p14:nvContentPartPr>
              <p14:xfrm>
                <a:off x="8283477" y="1835008"/>
                <a:ext cx="133920" cy="14544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C288B849-C4D1-4DDC-AD6E-1FDB1DC2330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274837" y="1826368"/>
                  <a:ext cx="1515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09264FB5-4AEF-4391-A2E0-6F86F0997B2D}"/>
                    </a:ext>
                  </a:extLst>
                </p14:cNvPr>
                <p14:cNvContentPartPr/>
                <p14:nvPr/>
              </p14:nvContentPartPr>
              <p14:xfrm>
                <a:off x="8436477" y="1718008"/>
                <a:ext cx="91080" cy="9108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09264FB5-4AEF-4391-A2E0-6F86F0997B2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427837" y="1709008"/>
                  <a:ext cx="1087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B63A7F81-E80F-4B12-9809-FB7C79007C61}"/>
                    </a:ext>
                  </a:extLst>
                </p14:cNvPr>
                <p14:cNvContentPartPr/>
                <p14:nvPr/>
              </p14:nvContentPartPr>
              <p14:xfrm>
                <a:off x="8622597" y="1837528"/>
                <a:ext cx="101520" cy="144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B63A7F81-E80F-4B12-9809-FB7C79007C6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613957" y="1828528"/>
                  <a:ext cx="119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FCD18E25-7033-465F-ADCF-0656F2199D9B}"/>
                    </a:ext>
                  </a:extLst>
                </p14:cNvPr>
                <p14:cNvContentPartPr/>
                <p14:nvPr/>
              </p14:nvContentPartPr>
              <p14:xfrm>
                <a:off x="8641677" y="1913848"/>
                <a:ext cx="114480" cy="1116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FCD18E25-7033-465F-ADCF-0656F2199D9B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632677" y="1905208"/>
                  <a:ext cx="132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70CB4330-6B36-4258-954A-4187D35B8394}"/>
                    </a:ext>
                  </a:extLst>
                </p14:cNvPr>
                <p14:cNvContentPartPr/>
                <p14:nvPr/>
              </p14:nvContentPartPr>
              <p14:xfrm>
                <a:off x="8869197" y="1763368"/>
                <a:ext cx="115560" cy="7488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70CB4330-6B36-4258-954A-4187D35B839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860197" y="1754368"/>
                  <a:ext cx="133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40EE2D4E-278D-492A-89CB-443188DCAB4B}"/>
                    </a:ext>
                  </a:extLst>
                </p14:cNvPr>
                <p14:cNvContentPartPr/>
                <p14:nvPr/>
              </p14:nvContentPartPr>
              <p14:xfrm>
                <a:off x="8983317" y="1737448"/>
                <a:ext cx="20520" cy="17928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40EE2D4E-278D-492A-89CB-443188DCAB4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974677" y="1728448"/>
                  <a:ext cx="38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E9983121-1C54-4A04-8B6C-93D70759BA16}"/>
                    </a:ext>
                  </a:extLst>
                </p14:cNvPr>
                <p14:cNvContentPartPr/>
                <p14:nvPr/>
              </p14:nvContentPartPr>
              <p14:xfrm>
                <a:off x="9071517" y="1750408"/>
                <a:ext cx="153720" cy="13896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E9983121-1C54-4A04-8B6C-93D70759BA1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062517" y="1741768"/>
                  <a:ext cx="171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23801615-5737-426F-9E3B-63DF6080FCE3}"/>
                    </a:ext>
                  </a:extLst>
                </p14:cNvPr>
                <p14:cNvContentPartPr/>
                <p14:nvPr/>
              </p14:nvContentPartPr>
              <p14:xfrm>
                <a:off x="8985477" y="3296248"/>
                <a:ext cx="189720" cy="12492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23801615-5737-426F-9E3B-63DF6080FCE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981157" y="3291928"/>
                  <a:ext cx="198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5EDDEF39-4C94-4CBD-A651-978D57ED4ACC}"/>
                    </a:ext>
                  </a:extLst>
                </p14:cNvPr>
                <p14:cNvContentPartPr/>
                <p14:nvPr/>
              </p14:nvContentPartPr>
              <p14:xfrm>
                <a:off x="8820237" y="2786488"/>
                <a:ext cx="107280" cy="13680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5EDDEF39-4C94-4CBD-A651-978D57ED4AC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815917" y="2782168"/>
                  <a:ext cx="115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4D41970E-8574-4F62-85BE-0CFB41FEA51F}"/>
                    </a:ext>
                  </a:extLst>
                </p14:cNvPr>
                <p14:cNvContentPartPr/>
                <p14:nvPr/>
              </p14:nvContentPartPr>
              <p14:xfrm>
                <a:off x="8955597" y="2765248"/>
                <a:ext cx="83880" cy="6228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4D41970E-8574-4F62-85BE-0CFB41FEA51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951277" y="2760928"/>
                  <a:ext cx="92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56F27C27-D75C-48F6-9B9E-3AB99BE47E7C}"/>
                    </a:ext>
                  </a:extLst>
                </p14:cNvPr>
                <p14:cNvContentPartPr/>
                <p14:nvPr/>
              </p14:nvContentPartPr>
              <p14:xfrm>
                <a:off x="8974677" y="2783968"/>
                <a:ext cx="93600" cy="11988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56F27C27-D75C-48F6-9B9E-3AB99BE47E7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970357" y="2779648"/>
                  <a:ext cx="1022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54E6086B-5335-4981-8488-191C406C6C59}"/>
                    </a:ext>
                  </a:extLst>
                </p14:cNvPr>
                <p14:cNvContentPartPr/>
                <p14:nvPr/>
              </p14:nvContentPartPr>
              <p14:xfrm>
                <a:off x="9112557" y="2802688"/>
                <a:ext cx="48600" cy="396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54E6086B-5335-4981-8488-191C406C6C5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108237" y="2798368"/>
                  <a:ext cx="572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024B5BA6-B7EB-4CCC-ACC9-E7ECFAF858D4}"/>
                    </a:ext>
                  </a:extLst>
                </p14:cNvPr>
                <p14:cNvContentPartPr/>
                <p14:nvPr/>
              </p14:nvContentPartPr>
              <p14:xfrm>
                <a:off x="9174837" y="2729608"/>
                <a:ext cx="111600" cy="11952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024B5BA6-B7EB-4CCC-ACC9-E7ECFAF858D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170517" y="2725288"/>
                  <a:ext cx="120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B3C0493E-45D7-4F45-819A-400432189143}"/>
                    </a:ext>
                  </a:extLst>
                </p14:cNvPr>
                <p14:cNvContentPartPr/>
                <p14:nvPr/>
              </p14:nvContentPartPr>
              <p14:xfrm>
                <a:off x="9155757" y="2709808"/>
                <a:ext cx="134640" cy="14436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B3C0493E-45D7-4F45-819A-40043218914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151437" y="2705488"/>
                  <a:ext cx="143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7645A022-F58F-4E0B-80BD-63A91497F568}"/>
                    </a:ext>
                  </a:extLst>
                </p14:cNvPr>
                <p14:cNvContentPartPr/>
                <p14:nvPr/>
              </p14:nvContentPartPr>
              <p14:xfrm>
                <a:off x="7957317" y="2862088"/>
                <a:ext cx="36360" cy="1476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7645A022-F58F-4E0B-80BD-63A91497F56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952997" y="2857768"/>
                  <a:ext cx="45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000A79C1-D039-477F-81C7-A14EA881F014}"/>
                    </a:ext>
                  </a:extLst>
                </p14:cNvPr>
                <p14:cNvContentPartPr/>
                <p14:nvPr/>
              </p14:nvContentPartPr>
              <p14:xfrm>
                <a:off x="10087797" y="2729608"/>
                <a:ext cx="360" cy="36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000A79C1-D039-477F-81C7-A14EA881F01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083477" y="272528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7C36B2D2-9AA4-43B3-835A-85C62F83F9DF}"/>
                    </a:ext>
                  </a:extLst>
                </p14:cNvPr>
                <p14:cNvContentPartPr/>
                <p14:nvPr/>
              </p14:nvContentPartPr>
              <p14:xfrm>
                <a:off x="7316877" y="3428368"/>
                <a:ext cx="676800" cy="16452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7C36B2D2-9AA4-43B3-835A-85C62F83F9DF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312557" y="3424048"/>
                  <a:ext cx="6854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37A1BD7D-D958-4CD9-9507-68D5C16A8D0A}"/>
                    </a:ext>
                  </a:extLst>
                </p14:cNvPr>
                <p14:cNvContentPartPr/>
                <p14:nvPr/>
              </p14:nvContentPartPr>
              <p14:xfrm>
                <a:off x="7319757" y="2977648"/>
                <a:ext cx="816120" cy="36540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37A1BD7D-D958-4CD9-9507-68D5C16A8D0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315437" y="2973328"/>
                  <a:ext cx="8247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90397689-8A9C-426B-A58F-C19035919381}"/>
                    </a:ext>
                  </a:extLst>
                </p14:cNvPr>
                <p14:cNvContentPartPr/>
                <p14:nvPr/>
              </p14:nvContentPartPr>
              <p14:xfrm>
                <a:off x="7835997" y="2655808"/>
                <a:ext cx="683640" cy="47628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90397689-8A9C-426B-A58F-C1903591938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831677" y="2651488"/>
                  <a:ext cx="69228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9F2CC182-93A2-47C9-98DD-9A899C03821E}"/>
                    </a:ext>
                  </a:extLst>
                </p14:cNvPr>
                <p14:cNvContentPartPr/>
                <p14:nvPr/>
              </p14:nvContentPartPr>
              <p14:xfrm>
                <a:off x="8422077" y="2127688"/>
                <a:ext cx="142560" cy="57096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9F2CC182-93A2-47C9-98DD-9A899C03821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417757" y="2123368"/>
                  <a:ext cx="15120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261E4C80-03C2-4DD2-AD55-0DBD3B0BE36A}"/>
                    </a:ext>
                  </a:extLst>
                </p14:cNvPr>
                <p14:cNvContentPartPr/>
                <p14:nvPr/>
              </p14:nvContentPartPr>
              <p14:xfrm>
                <a:off x="10071597" y="2142088"/>
                <a:ext cx="261000" cy="28800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261E4C80-03C2-4DD2-AD55-0DBD3B0BE36A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067277" y="2137768"/>
                  <a:ext cx="2696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B6108C87-609C-4965-8305-929DC6DF03BE}"/>
                    </a:ext>
                  </a:extLst>
                </p14:cNvPr>
                <p14:cNvContentPartPr/>
                <p14:nvPr/>
              </p14:nvContentPartPr>
              <p14:xfrm>
                <a:off x="9211917" y="2943808"/>
                <a:ext cx="436320" cy="8460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B6108C87-609C-4965-8305-929DC6DF03B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207597" y="2939488"/>
                  <a:ext cx="4449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ED5512E9-CFD6-4AF3-B57A-84FE9D94DDC4}"/>
                    </a:ext>
                  </a:extLst>
                </p14:cNvPr>
                <p14:cNvContentPartPr/>
                <p14:nvPr/>
              </p14:nvContentPartPr>
              <p14:xfrm>
                <a:off x="8929317" y="2984848"/>
                <a:ext cx="420120" cy="9864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ED5512E9-CFD6-4AF3-B57A-84FE9D94DDC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924997" y="2980528"/>
                  <a:ext cx="428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C8392678-76F4-46B5-89AC-127702E7079E}"/>
                    </a:ext>
                  </a:extLst>
                </p14:cNvPr>
                <p14:cNvContentPartPr/>
                <p14:nvPr/>
              </p14:nvContentPartPr>
              <p14:xfrm>
                <a:off x="7969197" y="2694688"/>
                <a:ext cx="20520" cy="684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C8392678-76F4-46B5-89AC-127702E7079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964877" y="2690368"/>
                  <a:ext cx="291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C1422A1F-A8C9-4B86-B3BD-0B0FBFD6B3D1}"/>
                    </a:ext>
                  </a:extLst>
                </p14:cNvPr>
                <p14:cNvContentPartPr/>
                <p14:nvPr/>
              </p14:nvContentPartPr>
              <p14:xfrm>
                <a:off x="7843197" y="2702608"/>
                <a:ext cx="218520" cy="17172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C1422A1F-A8C9-4B86-B3BD-0B0FBFD6B3D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838877" y="2698288"/>
                  <a:ext cx="227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E445CB45-CD1C-4C85-B96F-1DA0B826ECDA}"/>
                    </a:ext>
                  </a:extLst>
                </p14:cNvPr>
                <p14:cNvContentPartPr/>
                <p14:nvPr/>
              </p14:nvContentPartPr>
              <p14:xfrm>
                <a:off x="9329997" y="2932648"/>
                <a:ext cx="89640" cy="684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E445CB45-CD1C-4C85-B96F-1DA0B826ECD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325677" y="2928328"/>
                  <a:ext cx="982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09443C16-CFED-4BD9-A49D-EA48AF0438E3}"/>
                    </a:ext>
                  </a:extLst>
                </p14:cNvPr>
                <p14:cNvContentPartPr/>
                <p14:nvPr/>
              </p14:nvContentPartPr>
              <p14:xfrm>
                <a:off x="9471477" y="2929768"/>
                <a:ext cx="110520" cy="1584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09443C16-CFED-4BD9-A49D-EA48AF0438E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467157" y="2925448"/>
                  <a:ext cx="119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6CC64FC0-AA44-49A2-8C64-3EFA44824B8E}"/>
                    </a:ext>
                  </a:extLst>
                </p14:cNvPr>
                <p14:cNvContentPartPr/>
                <p14:nvPr/>
              </p14:nvContentPartPr>
              <p14:xfrm>
                <a:off x="9644637" y="2963968"/>
                <a:ext cx="234720" cy="21132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6CC64FC0-AA44-49A2-8C64-3EFA44824B8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640317" y="2959648"/>
                  <a:ext cx="243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FF6BAF58-0E53-4123-9EBF-8E5EF0BD9E9D}"/>
                    </a:ext>
                  </a:extLst>
                </p14:cNvPr>
                <p14:cNvContentPartPr/>
                <p14:nvPr/>
              </p14:nvContentPartPr>
              <p14:xfrm>
                <a:off x="9523317" y="2978368"/>
                <a:ext cx="69480" cy="36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FF6BAF58-0E53-4123-9EBF-8E5EF0BD9E9D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518997" y="2974048"/>
                  <a:ext cx="78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84611304-260C-4011-A9F5-77B442FF5341}"/>
                    </a:ext>
                  </a:extLst>
                </p14:cNvPr>
                <p14:cNvContentPartPr/>
                <p14:nvPr/>
              </p14:nvContentPartPr>
              <p14:xfrm>
                <a:off x="9606477" y="2109688"/>
                <a:ext cx="360" cy="36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84611304-260C-4011-A9F5-77B442FF534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602157" y="210536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64" name="Entrada de lápiz 263">
                  <a:extLst>
                    <a:ext uri="{FF2B5EF4-FFF2-40B4-BE49-F238E27FC236}">
                      <a16:creationId xmlns:a16="http://schemas.microsoft.com/office/drawing/2014/main" id="{635F1420-4490-4D27-A8D3-B178B2D00D97}"/>
                    </a:ext>
                  </a:extLst>
                </p14:cNvPr>
                <p14:cNvContentPartPr/>
                <p14:nvPr/>
              </p14:nvContentPartPr>
              <p14:xfrm>
                <a:off x="10290117" y="2387968"/>
                <a:ext cx="167760" cy="240480"/>
              </p14:xfrm>
            </p:contentPart>
          </mc:Choice>
          <mc:Fallback>
            <p:pic>
              <p:nvPicPr>
                <p:cNvPr id="264" name="Entrada de lápiz 263">
                  <a:extLst>
                    <a:ext uri="{FF2B5EF4-FFF2-40B4-BE49-F238E27FC236}">
                      <a16:creationId xmlns:a16="http://schemas.microsoft.com/office/drawing/2014/main" id="{635F1420-4490-4D27-A8D3-B178B2D00D9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285797" y="2383648"/>
                  <a:ext cx="1764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FDBF5FAA-A0FE-4F08-8463-60D4D86AAE1B}"/>
                    </a:ext>
                  </a:extLst>
                </p14:cNvPr>
                <p14:cNvContentPartPr/>
                <p14:nvPr/>
              </p14:nvContentPartPr>
              <p14:xfrm>
                <a:off x="10499997" y="2418928"/>
                <a:ext cx="144000" cy="19152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FDBF5FAA-A0FE-4F08-8463-60D4D86AAE1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495677" y="2414608"/>
                  <a:ext cx="152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536691AB-1BDC-4BB2-8EC6-7330CA8EA151}"/>
                    </a:ext>
                  </a:extLst>
                </p14:cNvPr>
                <p14:cNvContentPartPr/>
                <p14:nvPr/>
              </p14:nvContentPartPr>
              <p14:xfrm>
                <a:off x="7941117" y="3942088"/>
                <a:ext cx="360" cy="36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536691AB-1BDC-4BB2-8EC6-7330CA8EA15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936797" y="393776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25E2A7C1-4E3C-4EC2-B8CC-69179C6E9553}"/>
                    </a:ext>
                  </a:extLst>
                </p14:cNvPr>
                <p14:cNvContentPartPr/>
                <p14:nvPr/>
              </p14:nvContentPartPr>
              <p14:xfrm>
                <a:off x="7868037" y="4012288"/>
                <a:ext cx="5400" cy="19224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25E2A7C1-4E3C-4EC2-B8CC-69179C6E9553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7863717" y="4007968"/>
                  <a:ext cx="14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D39442F9-2D69-4099-A74F-2FD3F14BBF2B}"/>
                    </a:ext>
                  </a:extLst>
                </p14:cNvPr>
                <p14:cNvContentPartPr/>
                <p14:nvPr/>
              </p14:nvContentPartPr>
              <p14:xfrm>
                <a:off x="7826637" y="4004368"/>
                <a:ext cx="16560" cy="298800"/>
              </p14:xfrm>
            </p:contentPart>
          </mc:Choice>
          <mc:Fallback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D39442F9-2D69-4099-A74F-2FD3F14BBF2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822317" y="4000048"/>
                  <a:ext cx="252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99A29E6D-6D80-48E6-A943-A39C54CA9BD1}"/>
                    </a:ext>
                  </a:extLst>
                </p14:cNvPr>
                <p14:cNvContentPartPr/>
                <p14:nvPr/>
              </p14:nvContentPartPr>
              <p14:xfrm>
                <a:off x="7824837" y="4091848"/>
                <a:ext cx="18360" cy="277920"/>
              </p14:xfrm>
            </p:contentPart>
          </mc:Choice>
          <mc:Fallback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99A29E6D-6D80-48E6-A943-A39C54CA9BD1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820517" y="4087528"/>
                  <a:ext cx="270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426F6D92-319C-4D3C-BC94-2F78E99A3FC4}"/>
                    </a:ext>
                  </a:extLst>
                </p14:cNvPr>
                <p14:cNvContentPartPr/>
                <p14:nvPr/>
              </p14:nvContentPartPr>
              <p14:xfrm>
                <a:off x="7817997" y="4047568"/>
                <a:ext cx="37440" cy="274320"/>
              </p14:xfrm>
            </p:contentPart>
          </mc:Choice>
          <mc:Fallback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426F6D92-319C-4D3C-BC94-2F78E99A3FC4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813677" y="4043248"/>
                  <a:ext cx="460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42" name="Entrada de lápiz 341">
                  <a:extLst>
                    <a:ext uri="{FF2B5EF4-FFF2-40B4-BE49-F238E27FC236}">
                      <a16:creationId xmlns:a16="http://schemas.microsoft.com/office/drawing/2014/main" id="{8A8509B9-1D8D-403C-B10D-DB7A466926B3}"/>
                    </a:ext>
                  </a:extLst>
                </p14:cNvPr>
                <p14:cNvContentPartPr/>
                <p14:nvPr/>
              </p14:nvContentPartPr>
              <p14:xfrm>
                <a:off x="8651757" y="1715128"/>
                <a:ext cx="3160080" cy="2097360"/>
              </p14:xfrm>
            </p:contentPart>
          </mc:Choice>
          <mc:Fallback>
            <p:pic>
              <p:nvPicPr>
                <p:cNvPr id="342" name="Entrada de lápiz 341">
                  <a:extLst>
                    <a:ext uri="{FF2B5EF4-FFF2-40B4-BE49-F238E27FC236}">
                      <a16:creationId xmlns:a16="http://schemas.microsoft.com/office/drawing/2014/main" id="{8A8509B9-1D8D-403C-B10D-DB7A466926B3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647437" y="1710808"/>
                  <a:ext cx="3168720" cy="210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352" name="Entrada de lápiz 351">
                <a:extLst>
                  <a:ext uri="{FF2B5EF4-FFF2-40B4-BE49-F238E27FC236}">
                    <a16:creationId xmlns:a16="http://schemas.microsoft.com/office/drawing/2014/main" id="{74E05252-EF98-4E88-A72C-CC69D9FE1687}"/>
                  </a:ext>
                </a:extLst>
              </p14:cNvPr>
              <p14:cNvContentPartPr/>
              <p14:nvPr/>
            </p14:nvContentPartPr>
            <p14:xfrm>
              <a:off x="10755957" y="3774328"/>
              <a:ext cx="360" cy="360"/>
            </p14:xfrm>
          </p:contentPart>
        </mc:Choice>
        <mc:Fallback>
          <p:pic>
            <p:nvPicPr>
              <p:cNvPr id="352" name="Entrada de lápiz 351">
                <a:extLst>
                  <a:ext uri="{FF2B5EF4-FFF2-40B4-BE49-F238E27FC236}">
                    <a16:creationId xmlns:a16="http://schemas.microsoft.com/office/drawing/2014/main" id="{74E05252-EF98-4E88-A72C-CC69D9FE1687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10702317" y="366668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360" name="Entrada de lápiz 359">
                <a:extLst>
                  <a:ext uri="{FF2B5EF4-FFF2-40B4-BE49-F238E27FC236}">
                    <a16:creationId xmlns:a16="http://schemas.microsoft.com/office/drawing/2014/main" id="{55775DDC-4D2F-41F4-80D0-3DAC7D9CE2AC}"/>
                  </a:ext>
                </a:extLst>
              </p14:cNvPr>
              <p14:cNvContentPartPr/>
              <p14:nvPr/>
            </p14:nvContentPartPr>
            <p14:xfrm>
              <a:off x="7140477" y="2480128"/>
              <a:ext cx="360" cy="360"/>
            </p14:xfrm>
          </p:contentPart>
        </mc:Choice>
        <mc:Fallback>
          <p:pic>
            <p:nvPicPr>
              <p:cNvPr id="360" name="Entrada de lápiz 359">
                <a:extLst>
                  <a:ext uri="{FF2B5EF4-FFF2-40B4-BE49-F238E27FC236}">
                    <a16:creationId xmlns:a16="http://schemas.microsoft.com/office/drawing/2014/main" id="{55775DDC-4D2F-41F4-80D0-3DAC7D9CE2AC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7086837" y="2372128"/>
                <a:ext cx="108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" name="Grupo 430">
            <a:extLst>
              <a:ext uri="{FF2B5EF4-FFF2-40B4-BE49-F238E27FC236}">
                <a16:creationId xmlns:a16="http://schemas.microsoft.com/office/drawing/2014/main" id="{B951D881-64A1-4465-A26E-332A42318322}"/>
              </a:ext>
            </a:extLst>
          </p:cNvPr>
          <p:cNvGrpSpPr/>
          <p:nvPr/>
        </p:nvGrpSpPr>
        <p:grpSpPr>
          <a:xfrm>
            <a:off x="9496317" y="3219928"/>
            <a:ext cx="380160" cy="390600"/>
            <a:chOff x="9496317" y="3219928"/>
            <a:chExt cx="380160" cy="39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426" name="Entrada de lápiz 425">
                  <a:extLst>
                    <a:ext uri="{FF2B5EF4-FFF2-40B4-BE49-F238E27FC236}">
                      <a16:creationId xmlns:a16="http://schemas.microsoft.com/office/drawing/2014/main" id="{824E863D-A396-490D-8D19-37052C9969CF}"/>
                    </a:ext>
                  </a:extLst>
                </p14:cNvPr>
                <p14:cNvContentPartPr/>
                <p14:nvPr/>
              </p14:nvContentPartPr>
              <p14:xfrm>
                <a:off x="9555717" y="3219928"/>
                <a:ext cx="220680" cy="132840"/>
              </p14:xfrm>
            </p:contentPart>
          </mc:Choice>
          <mc:Fallback>
            <p:pic>
              <p:nvPicPr>
                <p:cNvPr id="426" name="Entrada de lápiz 425">
                  <a:extLst>
                    <a:ext uri="{FF2B5EF4-FFF2-40B4-BE49-F238E27FC236}">
                      <a16:creationId xmlns:a16="http://schemas.microsoft.com/office/drawing/2014/main" id="{824E863D-A396-490D-8D19-37052C9969CF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546717" y="3211288"/>
                  <a:ext cx="238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427" name="Entrada de lápiz 426">
                  <a:extLst>
                    <a:ext uri="{FF2B5EF4-FFF2-40B4-BE49-F238E27FC236}">
                      <a16:creationId xmlns:a16="http://schemas.microsoft.com/office/drawing/2014/main" id="{728F1E7C-E19A-45A4-9356-D229816DE501}"/>
                    </a:ext>
                  </a:extLst>
                </p14:cNvPr>
                <p14:cNvContentPartPr/>
                <p14:nvPr/>
              </p14:nvContentPartPr>
              <p14:xfrm>
                <a:off x="9496317" y="3483448"/>
                <a:ext cx="50400" cy="3240"/>
              </p14:xfrm>
            </p:contentPart>
          </mc:Choice>
          <mc:Fallback>
            <p:pic>
              <p:nvPicPr>
                <p:cNvPr id="427" name="Entrada de lápiz 426">
                  <a:extLst>
                    <a:ext uri="{FF2B5EF4-FFF2-40B4-BE49-F238E27FC236}">
                      <a16:creationId xmlns:a16="http://schemas.microsoft.com/office/drawing/2014/main" id="{728F1E7C-E19A-45A4-9356-D229816DE50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487677" y="3474448"/>
                  <a:ext cx="680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428" name="Entrada de lápiz 427">
                  <a:extLst>
                    <a:ext uri="{FF2B5EF4-FFF2-40B4-BE49-F238E27FC236}">
                      <a16:creationId xmlns:a16="http://schemas.microsoft.com/office/drawing/2014/main" id="{DA6775FF-01E7-4A32-AF5F-2C4D2F0F08DA}"/>
                    </a:ext>
                  </a:extLst>
                </p14:cNvPr>
                <p14:cNvContentPartPr/>
                <p14:nvPr/>
              </p14:nvContentPartPr>
              <p14:xfrm>
                <a:off x="9496317" y="3485248"/>
                <a:ext cx="75600" cy="45360"/>
              </p14:xfrm>
            </p:contentPart>
          </mc:Choice>
          <mc:Fallback>
            <p:pic>
              <p:nvPicPr>
                <p:cNvPr id="428" name="Entrada de lápiz 427">
                  <a:extLst>
                    <a:ext uri="{FF2B5EF4-FFF2-40B4-BE49-F238E27FC236}">
                      <a16:creationId xmlns:a16="http://schemas.microsoft.com/office/drawing/2014/main" id="{DA6775FF-01E7-4A32-AF5F-2C4D2F0F08D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487677" y="3476248"/>
                  <a:ext cx="93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429" name="Entrada de lápiz 428">
                  <a:extLst>
                    <a:ext uri="{FF2B5EF4-FFF2-40B4-BE49-F238E27FC236}">
                      <a16:creationId xmlns:a16="http://schemas.microsoft.com/office/drawing/2014/main" id="{910591DA-2362-479B-BBCE-D1938A15DBAC}"/>
                    </a:ext>
                  </a:extLst>
                </p14:cNvPr>
                <p14:cNvContentPartPr/>
                <p14:nvPr/>
              </p14:nvContentPartPr>
              <p14:xfrm>
                <a:off x="9683877" y="3476968"/>
                <a:ext cx="70560" cy="133560"/>
              </p14:xfrm>
            </p:contentPart>
          </mc:Choice>
          <mc:Fallback>
            <p:pic>
              <p:nvPicPr>
                <p:cNvPr id="429" name="Entrada de lápiz 428">
                  <a:extLst>
                    <a:ext uri="{FF2B5EF4-FFF2-40B4-BE49-F238E27FC236}">
                      <a16:creationId xmlns:a16="http://schemas.microsoft.com/office/drawing/2014/main" id="{910591DA-2362-479B-BBCE-D1938A15DBAC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674877" y="3468328"/>
                  <a:ext cx="88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430" name="Entrada de lápiz 429">
                  <a:extLst>
                    <a:ext uri="{FF2B5EF4-FFF2-40B4-BE49-F238E27FC236}">
                      <a16:creationId xmlns:a16="http://schemas.microsoft.com/office/drawing/2014/main" id="{66A2EF00-4079-439F-A289-462C2C6049CE}"/>
                    </a:ext>
                  </a:extLst>
                </p14:cNvPr>
                <p14:cNvContentPartPr/>
                <p14:nvPr/>
              </p14:nvContentPartPr>
              <p14:xfrm>
                <a:off x="9786117" y="3433048"/>
                <a:ext cx="90360" cy="161640"/>
              </p14:xfrm>
            </p:contentPart>
          </mc:Choice>
          <mc:Fallback>
            <p:pic>
              <p:nvPicPr>
                <p:cNvPr id="430" name="Entrada de lápiz 429">
                  <a:extLst>
                    <a:ext uri="{FF2B5EF4-FFF2-40B4-BE49-F238E27FC236}">
                      <a16:creationId xmlns:a16="http://schemas.microsoft.com/office/drawing/2014/main" id="{66A2EF00-4079-439F-A289-462C2C6049C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777117" y="3424408"/>
                  <a:ext cx="10800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9">
            <p14:nvContentPartPr>
              <p14:cNvPr id="432" name="Entrada de lápiz 431">
                <a:extLst>
                  <a:ext uri="{FF2B5EF4-FFF2-40B4-BE49-F238E27FC236}">
                    <a16:creationId xmlns:a16="http://schemas.microsoft.com/office/drawing/2014/main" id="{9CE64A1D-17F2-4938-8F3A-D61B9A303987}"/>
                  </a:ext>
                </a:extLst>
              </p14:cNvPr>
              <p14:cNvContentPartPr/>
              <p14:nvPr/>
            </p14:nvContentPartPr>
            <p14:xfrm>
              <a:off x="9078717" y="3245488"/>
              <a:ext cx="80640" cy="195840"/>
            </p14:xfrm>
          </p:contentPart>
        </mc:Choice>
        <mc:Fallback>
          <p:pic>
            <p:nvPicPr>
              <p:cNvPr id="432" name="Entrada de lápiz 431">
                <a:extLst>
                  <a:ext uri="{FF2B5EF4-FFF2-40B4-BE49-F238E27FC236}">
                    <a16:creationId xmlns:a16="http://schemas.microsoft.com/office/drawing/2014/main" id="{9CE64A1D-17F2-4938-8F3A-D61B9A303987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9069717" y="3236488"/>
                <a:ext cx="98280" cy="21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" name="Grupo 440">
            <a:extLst>
              <a:ext uri="{FF2B5EF4-FFF2-40B4-BE49-F238E27FC236}">
                <a16:creationId xmlns:a16="http://schemas.microsoft.com/office/drawing/2014/main" id="{19B745B2-376C-440C-A0D1-921611FEC9E5}"/>
              </a:ext>
            </a:extLst>
          </p:cNvPr>
          <p:cNvGrpSpPr/>
          <p:nvPr/>
        </p:nvGrpSpPr>
        <p:grpSpPr>
          <a:xfrm>
            <a:off x="8346117" y="3533488"/>
            <a:ext cx="381960" cy="250560"/>
            <a:chOff x="8346117" y="3533488"/>
            <a:chExt cx="38196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438" name="Entrada de lápiz 437">
                  <a:extLst>
                    <a:ext uri="{FF2B5EF4-FFF2-40B4-BE49-F238E27FC236}">
                      <a16:creationId xmlns:a16="http://schemas.microsoft.com/office/drawing/2014/main" id="{027CCBB5-1584-4C57-BC4F-438ECA45BE03}"/>
                    </a:ext>
                  </a:extLst>
                </p14:cNvPr>
                <p14:cNvContentPartPr/>
                <p14:nvPr/>
              </p14:nvContentPartPr>
              <p14:xfrm>
                <a:off x="8346117" y="3608728"/>
                <a:ext cx="160560" cy="175320"/>
              </p14:xfrm>
            </p:contentPart>
          </mc:Choice>
          <mc:Fallback>
            <p:pic>
              <p:nvPicPr>
                <p:cNvPr id="438" name="Entrada de lápiz 437">
                  <a:extLst>
                    <a:ext uri="{FF2B5EF4-FFF2-40B4-BE49-F238E27FC236}">
                      <a16:creationId xmlns:a16="http://schemas.microsoft.com/office/drawing/2014/main" id="{027CCBB5-1584-4C57-BC4F-438ECA45BE0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337117" y="3600088"/>
                  <a:ext cx="1782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439" name="Entrada de lápiz 438">
                  <a:extLst>
                    <a:ext uri="{FF2B5EF4-FFF2-40B4-BE49-F238E27FC236}">
                      <a16:creationId xmlns:a16="http://schemas.microsoft.com/office/drawing/2014/main" id="{FEFCDDB9-85E1-4FDA-945D-0AB45F08B43B}"/>
                    </a:ext>
                  </a:extLst>
                </p14:cNvPr>
                <p14:cNvContentPartPr/>
                <p14:nvPr/>
              </p14:nvContentPartPr>
              <p14:xfrm>
                <a:off x="8561397" y="3550768"/>
                <a:ext cx="120600" cy="106560"/>
              </p14:xfrm>
            </p:contentPart>
          </mc:Choice>
          <mc:Fallback>
            <p:pic>
              <p:nvPicPr>
                <p:cNvPr id="439" name="Entrada de lápiz 438">
                  <a:extLst>
                    <a:ext uri="{FF2B5EF4-FFF2-40B4-BE49-F238E27FC236}">
                      <a16:creationId xmlns:a16="http://schemas.microsoft.com/office/drawing/2014/main" id="{FEFCDDB9-85E1-4FDA-945D-0AB45F08B43B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552757" y="3542128"/>
                  <a:ext cx="138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440" name="Entrada de lápiz 439">
                  <a:extLst>
                    <a:ext uri="{FF2B5EF4-FFF2-40B4-BE49-F238E27FC236}">
                      <a16:creationId xmlns:a16="http://schemas.microsoft.com/office/drawing/2014/main" id="{EABBF8C9-C547-478F-8E5C-5F96F5F2C66F}"/>
                    </a:ext>
                  </a:extLst>
                </p14:cNvPr>
                <p14:cNvContentPartPr/>
                <p14:nvPr/>
              </p14:nvContentPartPr>
              <p14:xfrm>
                <a:off x="8672997" y="3533488"/>
                <a:ext cx="55080" cy="155880"/>
              </p14:xfrm>
            </p:contentPart>
          </mc:Choice>
          <mc:Fallback>
            <p:pic>
              <p:nvPicPr>
                <p:cNvPr id="440" name="Entrada de lápiz 439">
                  <a:extLst>
                    <a:ext uri="{FF2B5EF4-FFF2-40B4-BE49-F238E27FC236}">
                      <a16:creationId xmlns:a16="http://schemas.microsoft.com/office/drawing/2014/main" id="{EABBF8C9-C547-478F-8E5C-5F96F5F2C66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664357" y="3524488"/>
                  <a:ext cx="7272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upo 443">
            <a:extLst>
              <a:ext uri="{FF2B5EF4-FFF2-40B4-BE49-F238E27FC236}">
                <a16:creationId xmlns:a16="http://schemas.microsoft.com/office/drawing/2014/main" id="{D97F61CF-7E36-483D-A1AF-48E37C577C5A}"/>
              </a:ext>
            </a:extLst>
          </p:cNvPr>
          <p:cNvGrpSpPr/>
          <p:nvPr/>
        </p:nvGrpSpPr>
        <p:grpSpPr>
          <a:xfrm>
            <a:off x="6978477" y="2326768"/>
            <a:ext cx="172080" cy="335880"/>
            <a:chOff x="6978477" y="2326768"/>
            <a:chExt cx="172080" cy="33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442" name="Entrada de lápiz 441">
                  <a:extLst>
                    <a:ext uri="{FF2B5EF4-FFF2-40B4-BE49-F238E27FC236}">
                      <a16:creationId xmlns:a16="http://schemas.microsoft.com/office/drawing/2014/main" id="{02A265B7-9E2E-4789-B2E7-B7FFA47AA2CB}"/>
                    </a:ext>
                  </a:extLst>
                </p14:cNvPr>
                <p14:cNvContentPartPr/>
                <p14:nvPr/>
              </p14:nvContentPartPr>
              <p14:xfrm>
                <a:off x="6978477" y="2326768"/>
                <a:ext cx="172080" cy="335880"/>
              </p14:xfrm>
            </p:contentPart>
          </mc:Choice>
          <mc:Fallback>
            <p:pic>
              <p:nvPicPr>
                <p:cNvPr id="442" name="Entrada de lápiz 441">
                  <a:extLst>
                    <a:ext uri="{FF2B5EF4-FFF2-40B4-BE49-F238E27FC236}">
                      <a16:creationId xmlns:a16="http://schemas.microsoft.com/office/drawing/2014/main" id="{02A265B7-9E2E-4789-B2E7-B7FFA47AA2CB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6969477" y="2318128"/>
                  <a:ext cx="18972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443" name="Entrada de lápiz 442">
                  <a:extLst>
                    <a:ext uri="{FF2B5EF4-FFF2-40B4-BE49-F238E27FC236}">
                      <a16:creationId xmlns:a16="http://schemas.microsoft.com/office/drawing/2014/main" id="{0344CCE9-C392-4388-8193-F0650B217364}"/>
                    </a:ext>
                  </a:extLst>
                </p14:cNvPr>
                <p14:cNvContentPartPr/>
                <p14:nvPr/>
              </p14:nvContentPartPr>
              <p14:xfrm>
                <a:off x="6979197" y="2474368"/>
                <a:ext cx="104040" cy="70920"/>
              </p14:xfrm>
            </p:contentPart>
          </mc:Choice>
          <mc:Fallback>
            <p:pic>
              <p:nvPicPr>
                <p:cNvPr id="443" name="Entrada de lápiz 442">
                  <a:extLst>
                    <a:ext uri="{FF2B5EF4-FFF2-40B4-BE49-F238E27FC236}">
                      <a16:creationId xmlns:a16="http://schemas.microsoft.com/office/drawing/2014/main" id="{0344CCE9-C392-4388-8193-F0650B217364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6970557" y="2465368"/>
                  <a:ext cx="121680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1">
            <p14:nvContentPartPr>
              <p14:cNvPr id="445" name="Entrada de lápiz 444">
                <a:extLst>
                  <a:ext uri="{FF2B5EF4-FFF2-40B4-BE49-F238E27FC236}">
                    <a16:creationId xmlns:a16="http://schemas.microsoft.com/office/drawing/2014/main" id="{F14FC8F1-3898-4737-A33F-764E049F2EB3}"/>
                  </a:ext>
                </a:extLst>
              </p14:cNvPr>
              <p14:cNvContentPartPr/>
              <p14:nvPr/>
            </p14:nvContentPartPr>
            <p14:xfrm>
              <a:off x="10451397" y="1241728"/>
              <a:ext cx="267480" cy="255240"/>
            </p14:xfrm>
          </p:contentPart>
        </mc:Choice>
        <mc:Fallback>
          <p:pic>
            <p:nvPicPr>
              <p:cNvPr id="445" name="Entrada de lápiz 444">
                <a:extLst>
                  <a:ext uri="{FF2B5EF4-FFF2-40B4-BE49-F238E27FC236}">
                    <a16:creationId xmlns:a16="http://schemas.microsoft.com/office/drawing/2014/main" id="{F14FC8F1-3898-4737-A33F-764E049F2EB3}"/>
                  </a:ext>
                </a:extLst>
              </p:cNvPr>
              <p:cNvPicPr/>
              <p:nvPr/>
            </p:nvPicPr>
            <p:blipFill>
              <a:blip r:embed="rId422"/>
              <a:stretch>
                <a:fillRect/>
              </a:stretch>
            </p:blipFill>
            <p:spPr>
              <a:xfrm>
                <a:off x="10442397" y="1233088"/>
                <a:ext cx="2851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3">
            <p14:nvContentPartPr>
              <p14:cNvPr id="447" name="Entrada de lápiz 446">
                <a:extLst>
                  <a:ext uri="{FF2B5EF4-FFF2-40B4-BE49-F238E27FC236}">
                    <a16:creationId xmlns:a16="http://schemas.microsoft.com/office/drawing/2014/main" id="{2E1D1838-8191-4EF7-B485-31A8CE4B3F17}"/>
                  </a:ext>
                </a:extLst>
              </p14:cNvPr>
              <p14:cNvContentPartPr/>
              <p14:nvPr/>
            </p14:nvContentPartPr>
            <p14:xfrm>
              <a:off x="2483877" y="3874408"/>
              <a:ext cx="345960" cy="228240"/>
            </p14:xfrm>
          </p:contentPart>
        </mc:Choice>
        <mc:Fallback>
          <p:pic>
            <p:nvPicPr>
              <p:cNvPr id="447" name="Entrada de lápiz 446">
                <a:extLst>
                  <a:ext uri="{FF2B5EF4-FFF2-40B4-BE49-F238E27FC236}">
                    <a16:creationId xmlns:a16="http://schemas.microsoft.com/office/drawing/2014/main" id="{2E1D1838-8191-4EF7-B485-31A8CE4B3F17}"/>
                  </a:ext>
                </a:extLst>
              </p:cNvPr>
              <p:cNvPicPr/>
              <p:nvPr/>
            </p:nvPicPr>
            <p:blipFill>
              <a:blip r:embed="rId424"/>
              <a:stretch>
                <a:fillRect/>
              </a:stretch>
            </p:blipFill>
            <p:spPr>
              <a:xfrm>
                <a:off x="2475237" y="3865768"/>
                <a:ext cx="36360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5">
            <p14:nvContentPartPr>
              <p14:cNvPr id="448" name="Entrada de lápiz 447">
                <a:extLst>
                  <a:ext uri="{FF2B5EF4-FFF2-40B4-BE49-F238E27FC236}">
                    <a16:creationId xmlns:a16="http://schemas.microsoft.com/office/drawing/2014/main" id="{09A764CA-1A4C-411D-B114-04B244454217}"/>
                  </a:ext>
                </a:extLst>
              </p14:cNvPr>
              <p14:cNvContentPartPr/>
              <p14:nvPr/>
            </p14:nvContentPartPr>
            <p14:xfrm>
              <a:off x="2623197" y="4341328"/>
              <a:ext cx="300960" cy="262080"/>
            </p14:xfrm>
          </p:contentPart>
        </mc:Choice>
        <mc:Fallback>
          <p:pic>
            <p:nvPicPr>
              <p:cNvPr id="448" name="Entrada de lápiz 447">
                <a:extLst>
                  <a:ext uri="{FF2B5EF4-FFF2-40B4-BE49-F238E27FC236}">
                    <a16:creationId xmlns:a16="http://schemas.microsoft.com/office/drawing/2014/main" id="{09A764CA-1A4C-411D-B114-04B244454217}"/>
                  </a:ext>
                </a:extLst>
              </p:cNvPr>
              <p:cNvPicPr/>
              <p:nvPr/>
            </p:nvPicPr>
            <p:blipFill>
              <a:blip r:embed="rId426"/>
              <a:stretch>
                <a:fillRect/>
              </a:stretch>
            </p:blipFill>
            <p:spPr>
              <a:xfrm>
                <a:off x="2614197" y="4332688"/>
                <a:ext cx="31860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7">
            <p14:nvContentPartPr>
              <p14:cNvPr id="449" name="Entrada de lápiz 448">
                <a:extLst>
                  <a:ext uri="{FF2B5EF4-FFF2-40B4-BE49-F238E27FC236}">
                    <a16:creationId xmlns:a16="http://schemas.microsoft.com/office/drawing/2014/main" id="{A9F2B980-3520-4C68-A41C-AC4F1BCA066B}"/>
                  </a:ext>
                </a:extLst>
              </p14:cNvPr>
              <p14:cNvContentPartPr/>
              <p14:nvPr/>
            </p14:nvContentPartPr>
            <p14:xfrm>
              <a:off x="2717517" y="4891408"/>
              <a:ext cx="294120" cy="179280"/>
            </p14:xfrm>
          </p:contentPart>
        </mc:Choice>
        <mc:Fallback>
          <p:pic>
            <p:nvPicPr>
              <p:cNvPr id="449" name="Entrada de lápiz 448">
                <a:extLst>
                  <a:ext uri="{FF2B5EF4-FFF2-40B4-BE49-F238E27FC236}">
                    <a16:creationId xmlns:a16="http://schemas.microsoft.com/office/drawing/2014/main" id="{A9F2B980-3520-4C68-A41C-AC4F1BCA066B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2708517" y="4882408"/>
                <a:ext cx="31176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9">
            <p14:nvContentPartPr>
              <p14:cNvPr id="450" name="Entrada de lápiz 449">
                <a:extLst>
                  <a:ext uri="{FF2B5EF4-FFF2-40B4-BE49-F238E27FC236}">
                    <a16:creationId xmlns:a16="http://schemas.microsoft.com/office/drawing/2014/main" id="{D8152829-D19E-40EB-A362-0C176AA9C741}"/>
                  </a:ext>
                </a:extLst>
              </p14:cNvPr>
              <p14:cNvContentPartPr/>
              <p14:nvPr/>
            </p14:nvContentPartPr>
            <p14:xfrm>
              <a:off x="10736877" y="2420728"/>
              <a:ext cx="4320" cy="5760"/>
            </p14:xfrm>
          </p:contentPart>
        </mc:Choice>
        <mc:Fallback>
          <p:pic>
            <p:nvPicPr>
              <p:cNvPr id="450" name="Entrada de lápiz 449">
                <a:extLst>
                  <a:ext uri="{FF2B5EF4-FFF2-40B4-BE49-F238E27FC236}">
                    <a16:creationId xmlns:a16="http://schemas.microsoft.com/office/drawing/2014/main" id="{D8152829-D19E-40EB-A362-0C176AA9C741}"/>
                  </a:ext>
                </a:extLst>
              </p:cNvPr>
              <p:cNvPicPr/>
              <p:nvPr/>
            </p:nvPicPr>
            <p:blipFill>
              <a:blip r:embed="rId430"/>
              <a:stretch>
                <a:fillRect/>
              </a:stretch>
            </p:blipFill>
            <p:spPr>
              <a:xfrm>
                <a:off x="10728237" y="2411728"/>
                <a:ext cx="219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451" name="Entrada de lápiz 450">
                <a:extLst>
                  <a:ext uri="{FF2B5EF4-FFF2-40B4-BE49-F238E27FC236}">
                    <a16:creationId xmlns:a16="http://schemas.microsoft.com/office/drawing/2014/main" id="{C6A0A1A7-9ACA-4E4C-9F7C-C7E07624F2C1}"/>
                  </a:ext>
                </a:extLst>
              </p14:cNvPr>
              <p14:cNvContentPartPr/>
              <p14:nvPr/>
            </p14:nvContentPartPr>
            <p14:xfrm>
              <a:off x="5852397" y="3613048"/>
              <a:ext cx="290520" cy="286920"/>
            </p14:xfrm>
          </p:contentPart>
        </mc:Choice>
        <mc:Fallback>
          <p:pic>
            <p:nvPicPr>
              <p:cNvPr id="451" name="Entrada de lápiz 450">
                <a:extLst>
                  <a:ext uri="{FF2B5EF4-FFF2-40B4-BE49-F238E27FC236}">
                    <a16:creationId xmlns:a16="http://schemas.microsoft.com/office/drawing/2014/main" id="{C6A0A1A7-9ACA-4E4C-9F7C-C7E07624F2C1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5843757" y="3604408"/>
                <a:ext cx="30816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3">
            <p14:nvContentPartPr>
              <p14:cNvPr id="452" name="Entrada de lápiz 451">
                <a:extLst>
                  <a:ext uri="{FF2B5EF4-FFF2-40B4-BE49-F238E27FC236}">
                    <a16:creationId xmlns:a16="http://schemas.microsoft.com/office/drawing/2014/main" id="{3214C052-7C5E-4392-A593-92C5364E7872}"/>
                  </a:ext>
                </a:extLst>
              </p14:cNvPr>
              <p14:cNvContentPartPr/>
              <p14:nvPr/>
            </p14:nvContentPartPr>
            <p14:xfrm>
              <a:off x="5527677" y="4450408"/>
              <a:ext cx="268560" cy="259200"/>
            </p14:xfrm>
          </p:contentPart>
        </mc:Choice>
        <mc:Fallback>
          <p:pic>
            <p:nvPicPr>
              <p:cNvPr id="452" name="Entrada de lápiz 451">
                <a:extLst>
                  <a:ext uri="{FF2B5EF4-FFF2-40B4-BE49-F238E27FC236}">
                    <a16:creationId xmlns:a16="http://schemas.microsoft.com/office/drawing/2014/main" id="{3214C052-7C5E-4392-A593-92C5364E7872}"/>
                  </a:ext>
                </a:extLst>
              </p:cNvPr>
              <p:cNvPicPr/>
              <p:nvPr/>
            </p:nvPicPr>
            <p:blipFill>
              <a:blip r:embed="rId434"/>
              <a:stretch>
                <a:fillRect/>
              </a:stretch>
            </p:blipFill>
            <p:spPr>
              <a:xfrm>
                <a:off x="5519037" y="4441768"/>
                <a:ext cx="28620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5">
            <p14:nvContentPartPr>
              <p14:cNvPr id="453" name="Entrada de lápiz 452">
                <a:extLst>
                  <a:ext uri="{FF2B5EF4-FFF2-40B4-BE49-F238E27FC236}">
                    <a16:creationId xmlns:a16="http://schemas.microsoft.com/office/drawing/2014/main" id="{EA357298-2968-4E4B-A175-2750AC0FE31A}"/>
                  </a:ext>
                </a:extLst>
              </p14:cNvPr>
              <p14:cNvContentPartPr/>
              <p14:nvPr/>
            </p14:nvContentPartPr>
            <p14:xfrm>
              <a:off x="8496237" y="3286888"/>
              <a:ext cx="114480" cy="112680"/>
            </p14:xfrm>
          </p:contentPart>
        </mc:Choice>
        <mc:Fallback>
          <p:pic>
            <p:nvPicPr>
              <p:cNvPr id="453" name="Entrada de lápiz 452">
                <a:extLst>
                  <a:ext uri="{FF2B5EF4-FFF2-40B4-BE49-F238E27FC236}">
                    <a16:creationId xmlns:a16="http://schemas.microsoft.com/office/drawing/2014/main" id="{EA357298-2968-4E4B-A175-2750AC0FE31A}"/>
                  </a:ext>
                </a:extLst>
              </p:cNvPr>
              <p:cNvPicPr/>
              <p:nvPr/>
            </p:nvPicPr>
            <p:blipFill>
              <a:blip r:embed="rId436"/>
              <a:stretch>
                <a:fillRect/>
              </a:stretch>
            </p:blipFill>
            <p:spPr>
              <a:xfrm>
                <a:off x="8487597" y="3277888"/>
                <a:ext cx="1321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7">
            <p14:nvContentPartPr>
              <p14:cNvPr id="454" name="Entrada de lápiz 453">
                <a:extLst>
                  <a:ext uri="{FF2B5EF4-FFF2-40B4-BE49-F238E27FC236}">
                    <a16:creationId xmlns:a16="http://schemas.microsoft.com/office/drawing/2014/main" id="{859D8B68-D9CF-40B1-83F3-D1CE5B7C5528}"/>
                  </a:ext>
                </a:extLst>
              </p14:cNvPr>
              <p14:cNvContentPartPr/>
              <p14:nvPr/>
            </p14:nvContentPartPr>
            <p14:xfrm>
              <a:off x="3129357" y="176128"/>
              <a:ext cx="222840" cy="133200"/>
            </p14:xfrm>
          </p:contentPart>
        </mc:Choice>
        <mc:Fallback>
          <p:pic>
            <p:nvPicPr>
              <p:cNvPr id="454" name="Entrada de lápiz 453">
                <a:extLst>
                  <a:ext uri="{FF2B5EF4-FFF2-40B4-BE49-F238E27FC236}">
                    <a16:creationId xmlns:a16="http://schemas.microsoft.com/office/drawing/2014/main" id="{859D8B68-D9CF-40B1-83F3-D1CE5B7C5528}"/>
                  </a:ext>
                </a:extLst>
              </p:cNvPr>
              <p:cNvPicPr/>
              <p:nvPr/>
            </p:nvPicPr>
            <p:blipFill>
              <a:blip r:embed="rId438"/>
              <a:stretch>
                <a:fillRect/>
              </a:stretch>
            </p:blipFill>
            <p:spPr>
              <a:xfrm>
                <a:off x="3120357" y="167128"/>
                <a:ext cx="24048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9">
            <p14:nvContentPartPr>
              <p14:cNvPr id="455" name="Entrada de lápiz 454">
                <a:extLst>
                  <a:ext uri="{FF2B5EF4-FFF2-40B4-BE49-F238E27FC236}">
                    <a16:creationId xmlns:a16="http://schemas.microsoft.com/office/drawing/2014/main" id="{8478EDB7-6889-4FB4-A5CD-793A4900583C}"/>
                  </a:ext>
                </a:extLst>
              </p14:cNvPr>
              <p14:cNvContentPartPr/>
              <p14:nvPr/>
            </p14:nvContentPartPr>
            <p14:xfrm>
              <a:off x="8221557" y="3413608"/>
              <a:ext cx="630360" cy="507960"/>
            </p14:xfrm>
          </p:contentPart>
        </mc:Choice>
        <mc:Fallback>
          <p:pic>
            <p:nvPicPr>
              <p:cNvPr id="455" name="Entrada de lápiz 454">
                <a:extLst>
                  <a:ext uri="{FF2B5EF4-FFF2-40B4-BE49-F238E27FC236}">
                    <a16:creationId xmlns:a16="http://schemas.microsoft.com/office/drawing/2014/main" id="{8478EDB7-6889-4FB4-A5CD-793A4900583C}"/>
                  </a:ext>
                </a:extLst>
              </p:cNvPr>
              <p:cNvPicPr/>
              <p:nvPr/>
            </p:nvPicPr>
            <p:blipFill>
              <a:blip r:embed="rId440"/>
              <a:stretch>
                <a:fillRect/>
              </a:stretch>
            </p:blipFill>
            <p:spPr>
              <a:xfrm>
                <a:off x="8212557" y="3404968"/>
                <a:ext cx="648000" cy="5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1">
            <p14:nvContentPartPr>
              <p14:cNvPr id="456" name="Entrada de lápiz 455">
                <a:extLst>
                  <a:ext uri="{FF2B5EF4-FFF2-40B4-BE49-F238E27FC236}">
                    <a16:creationId xmlns:a16="http://schemas.microsoft.com/office/drawing/2014/main" id="{0A09EA60-7C6B-4990-9833-9B41C0ACCED4}"/>
                  </a:ext>
                </a:extLst>
              </p14:cNvPr>
              <p14:cNvContentPartPr/>
              <p14:nvPr/>
            </p14:nvContentPartPr>
            <p14:xfrm>
              <a:off x="8672637" y="4105528"/>
              <a:ext cx="789480" cy="661680"/>
            </p14:xfrm>
          </p:contentPart>
        </mc:Choice>
        <mc:Fallback>
          <p:pic>
            <p:nvPicPr>
              <p:cNvPr id="456" name="Entrada de lápiz 455">
                <a:extLst>
                  <a:ext uri="{FF2B5EF4-FFF2-40B4-BE49-F238E27FC236}">
                    <a16:creationId xmlns:a16="http://schemas.microsoft.com/office/drawing/2014/main" id="{0A09EA60-7C6B-4990-9833-9B41C0ACCED4}"/>
                  </a:ext>
                </a:extLst>
              </p:cNvPr>
              <p:cNvPicPr/>
              <p:nvPr/>
            </p:nvPicPr>
            <p:blipFill>
              <a:blip r:embed="rId442"/>
              <a:stretch>
                <a:fillRect/>
              </a:stretch>
            </p:blipFill>
            <p:spPr>
              <a:xfrm>
                <a:off x="8663637" y="4096528"/>
                <a:ext cx="807120" cy="67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3">
            <p14:nvContentPartPr>
              <p14:cNvPr id="457" name="Entrada de lápiz 456">
                <a:extLst>
                  <a:ext uri="{FF2B5EF4-FFF2-40B4-BE49-F238E27FC236}">
                    <a16:creationId xmlns:a16="http://schemas.microsoft.com/office/drawing/2014/main" id="{F00E989E-034A-48E2-9C39-ED7246B80A69}"/>
                  </a:ext>
                </a:extLst>
              </p14:cNvPr>
              <p14:cNvContentPartPr/>
              <p14:nvPr/>
            </p14:nvContentPartPr>
            <p14:xfrm>
              <a:off x="10118397" y="2173768"/>
              <a:ext cx="705960" cy="689400"/>
            </p14:xfrm>
          </p:contentPart>
        </mc:Choice>
        <mc:Fallback>
          <p:pic>
            <p:nvPicPr>
              <p:cNvPr id="457" name="Entrada de lápiz 456">
                <a:extLst>
                  <a:ext uri="{FF2B5EF4-FFF2-40B4-BE49-F238E27FC236}">
                    <a16:creationId xmlns:a16="http://schemas.microsoft.com/office/drawing/2014/main" id="{F00E989E-034A-48E2-9C39-ED7246B80A69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10109757" y="2164768"/>
                <a:ext cx="723600" cy="70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5">
            <p14:nvContentPartPr>
              <p14:cNvPr id="458" name="Entrada de lápiz 457">
                <a:extLst>
                  <a:ext uri="{FF2B5EF4-FFF2-40B4-BE49-F238E27FC236}">
                    <a16:creationId xmlns:a16="http://schemas.microsoft.com/office/drawing/2014/main" id="{DF057E84-6DFC-4F24-BA44-DBE750192BFE}"/>
                  </a:ext>
                </a:extLst>
              </p14:cNvPr>
              <p14:cNvContentPartPr/>
              <p14:nvPr/>
            </p14:nvContentPartPr>
            <p14:xfrm>
              <a:off x="9377517" y="3280048"/>
              <a:ext cx="584640" cy="441720"/>
            </p14:xfrm>
          </p:contentPart>
        </mc:Choice>
        <mc:Fallback>
          <p:pic>
            <p:nvPicPr>
              <p:cNvPr id="458" name="Entrada de lápiz 457">
                <a:extLst>
                  <a:ext uri="{FF2B5EF4-FFF2-40B4-BE49-F238E27FC236}">
                    <a16:creationId xmlns:a16="http://schemas.microsoft.com/office/drawing/2014/main" id="{DF057E84-6DFC-4F24-BA44-DBE750192BFE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9368517" y="3271048"/>
                <a:ext cx="60228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7">
            <p14:nvContentPartPr>
              <p14:cNvPr id="459" name="Entrada de lápiz 458">
                <a:extLst>
                  <a:ext uri="{FF2B5EF4-FFF2-40B4-BE49-F238E27FC236}">
                    <a16:creationId xmlns:a16="http://schemas.microsoft.com/office/drawing/2014/main" id="{CCD87A42-D779-418F-943E-46AE111EE0F2}"/>
                  </a:ext>
                </a:extLst>
              </p14:cNvPr>
              <p14:cNvContentPartPr/>
              <p14:nvPr/>
            </p14:nvContentPartPr>
            <p14:xfrm>
              <a:off x="8066397" y="2358448"/>
              <a:ext cx="232920" cy="236880"/>
            </p14:xfrm>
          </p:contentPart>
        </mc:Choice>
        <mc:Fallback>
          <p:pic>
            <p:nvPicPr>
              <p:cNvPr id="459" name="Entrada de lápiz 458">
                <a:extLst>
                  <a:ext uri="{FF2B5EF4-FFF2-40B4-BE49-F238E27FC236}">
                    <a16:creationId xmlns:a16="http://schemas.microsoft.com/office/drawing/2014/main" id="{CCD87A42-D779-418F-943E-46AE111EE0F2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8057757" y="2349448"/>
                <a:ext cx="25056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460" name="Entrada de lápiz 459">
                <a:extLst>
                  <a:ext uri="{FF2B5EF4-FFF2-40B4-BE49-F238E27FC236}">
                    <a16:creationId xmlns:a16="http://schemas.microsoft.com/office/drawing/2014/main" id="{7A5E635A-40BA-4BE5-BC0F-9F316CF69305}"/>
                  </a:ext>
                </a:extLst>
              </p14:cNvPr>
              <p14:cNvContentPartPr/>
              <p14:nvPr/>
            </p14:nvContentPartPr>
            <p14:xfrm>
              <a:off x="8931117" y="2513248"/>
              <a:ext cx="133560" cy="143280"/>
            </p14:xfrm>
          </p:contentPart>
        </mc:Choice>
        <mc:Fallback>
          <p:pic>
            <p:nvPicPr>
              <p:cNvPr id="460" name="Entrada de lápiz 459">
                <a:extLst>
                  <a:ext uri="{FF2B5EF4-FFF2-40B4-BE49-F238E27FC236}">
                    <a16:creationId xmlns:a16="http://schemas.microsoft.com/office/drawing/2014/main" id="{7A5E635A-40BA-4BE5-BC0F-9F316CF69305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8922477" y="2504608"/>
                <a:ext cx="1512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1">
            <p14:nvContentPartPr>
              <p14:cNvPr id="461" name="Entrada de lápiz 460">
                <a:extLst>
                  <a:ext uri="{FF2B5EF4-FFF2-40B4-BE49-F238E27FC236}">
                    <a16:creationId xmlns:a16="http://schemas.microsoft.com/office/drawing/2014/main" id="{DB6CEAFE-E6A8-4A27-87C9-B5CD598AB9D0}"/>
                  </a:ext>
                </a:extLst>
              </p14:cNvPr>
              <p14:cNvContentPartPr/>
              <p14:nvPr/>
            </p14:nvContentPartPr>
            <p14:xfrm>
              <a:off x="9237837" y="3070528"/>
              <a:ext cx="118440" cy="75240"/>
            </p14:xfrm>
          </p:contentPart>
        </mc:Choice>
        <mc:Fallback>
          <p:pic>
            <p:nvPicPr>
              <p:cNvPr id="461" name="Entrada de lápiz 460">
                <a:extLst>
                  <a:ext uri="{FF2B5EF4-FFF2-40B4-BE49-F238E27FC236}">
                    <a16:creationId xmlns:a16="http://schemas.microsoft.com/office/drawing/2014/main" id="{DB6CEAFE-E6A8-4A27-87C9-B5CD598AB9D0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9229197" y="3061528"/>
                <a:ext cx="1360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3">
            <p14:nvContentPartPr>
              <p14:cNvPr id="464" name="Entrada de lápiz 463">
                <a:extLst>
                  <a:ext uri="{FF2B5EF4-FFF2-40B4-BE49-F238E27FC236}">
                    <a16:creationId xmlns:a16="http://schemas.microsoft.com/office/drawing/2014/main" id="{939A9C98-5EEF-4074-9983-77561D1FE55C}"/>
                  </a:ext>
                </a:extLst>
              </p14:cNvPr>
              <p14:cNvContentPartPr/>
              <p14:nvPr/>
            </p14:nvContentPartPr>
            <p14:xfrm>
              <a:off x="8637717" y="3761728"/>
              <a:ext cx="360" cy="360"/>
            </p14:xfrm>
          </p:contentPart>
        </mc:Choice>
        <mc:Fallback>
          <p:pic>
            <p:nvPicPr>
              <p:cNvPr id="464" name="Entrada de lápiz 463">
                <a:extLst>
                  <a:ext uri="{FF2B5EF4-FFF2-40B4-BE49-F238E27FC236}">
                    <a16:creationId xmlns:a16="http://schemas.microsoft.com/office/drawing/2014/main" id="{939A9C98-5EEF-4074-9983-77561D1FE55C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8583717" y="365408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5">
            <p14:nvContentPartPr>
              <p14:cNvPr id="465" name="Entrada de lápiz 464">
                <a:extLst>
                  <a:ext uri="{FF2B5EF4-FFF2-40B4-BE49-F238E27FC236}">
                    <a16:creationId xmlns:a16="http://schemas.microsoft.com/office/drawing/2014/main" id="{610D029D-2FD9-42D1-9519-7FBA0CE2285B}"/>
                  </a:ext>
                </a:extLst>
              </p14:cNvPr>
              <p14:cNvContentPartPr/>
              <p14:nvPr/>
            </p14:nvContentPartPr>
            <p14:xfrm>
              <a:off x="9140637" y="4616368"/>
              <a:ext cx="360" cy="18360"/>
            </p14:xfrm>
          </p:contentPart>
        </mc:Choice>
        <mc:Fallback>
          <p:pic>
            <p:nvPicPr>
              <p:cNvPr id="465" name="Entrada de lápiz 464">
                <a:extLst>
                  <a:ext uri="{FF2B5EF4-FFF2-40B4-BE49-F238E27FC236}">
                    <a16:creationId xmlns:a16="http://schemas.microsoft.com/office/drawing/2014/main" id="{610D029D-2FD9-42D1-9519-7FBA0CE2285B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9086997" y="4508368"/>
                <a:ext cx="1080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7">
            <p14:nvContentPartPr>
              <p14:cNvPr id="466" name="Entrada de lápiz 465">
                <a:extLst>
                  <a:ext uri="{FF2B5EF4-FFF2-40B4-BE49-F238E27FC236}">
                    <a16:creationId xmlns:a16="http://schemas.microsoft.com/office/drawing/2014/main" id="{DBBDDA64-CB5C-4416-832D-183393A5283E}"/>
                  </a:ext>
                </a:extLst>
              </p14:cNvPr>
              <p14:cNvContentPartPr/>
              <p14:nvPr/>
            </p14:nvContentPartPr>
            <p14:xfrm>
              <a:off x="9968277" y="3443488"/>
              <a:ext cx="360" cy="360"/>
            </p14:xfrm>
          </p:contentPart>
        </mc:Choice>
        <mc:Fallback>
          <p:pic>
            <p:nvPicPr>
              <p:cNvPr id="466" name="Entrada de lápiz 465">
                <a:extLst>
                  <a:ext uri="{FF2B5EF4-FFF2-40B4-BE49-F238E27FC236}">
                    <a16:creationId xmlns:a16="http://schemas.microsoft.com/office/drawing/2014/main" id="{DBBDDA64-CB5C-4416-832D-183393A5283E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9914637" y="333584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8">
            <p14:nvContentPartPr>
              <p14:cNvPr id="467" name="Entrada de lápiz 466">
                <a:extLst>
                  <a:ext uri="{FF2B5EF4-FFF2-40B4-BE49-F238E27FC236}">
                    <a16:creationId xmlns:a16="http://schemas.microsoft.com/office/drawing/2014/main" id="{1EADE68C-9D13-4D9B-B90A-4ABB78B24BCD}"/>
                  </a:ext>
                </a:extLst>
              </p14:cNvPr>
              <p14:cNvContentPartPr/>
              <p14:nvPr/>
            </p14:nvContentPartPr>
            <p14:xfrm>
              <a:off x="10464357" y="2703688"/>
              <a:ext cx="9360" cy="6840"/>
            </p14:xfrm>
          </p:contentPart>
        </mc:Choice>
        <mc:Fallback>
          <p:pic>
            <p:nvPicPr>
              <p:cNvPr id="467" name="Entrada de lápiz 466">
                <a:extLst>
                  <a:ext uri="{FF2B5EF4-FFF2-40B4-BE49-F238E27FC236}">
                    <a16:creationId xmlns:a16="http://schemas.microsoft.com/office/drawing/2014/main" id="{1EADE68C-9D13-4D9B-B90A-4ABB78B24BCD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10410717" y="2595688"/>
                <a:ext cx="117000" cy="22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3815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3E9B1273-9FD7-4D5F-9CFC-CB82FE27E16B}"/>
              </a:ext>
            </a:extLst>
          </p:cNvPr>
          <p:cNvGrpSpPr/>
          <p:nvPr/>
        </p:nvGrpSpPr>
        <p:grpSpPr>
          <a:xfrm>
            <a:off x="684237" y="319768"/>
            <a:ext cx="1089360" cy="398520"/>
            <a:chOff x="684237" y="319768"/>
            <a:chExt cx="108936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39828FDA-013A-4919-A698-3AE1F10A7473}"/>
                    </a:ext>
                  </a:extLst>
                </p14:cNvPr>
                <p14:cNvContentPartPr/>
                <p14:nvPr/>
              </p14:nvContentPartPr>
              <p14:xfrm>
                <a:off x="684237" y="324808"/>
                <a:ext cx="177840" cy="3934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39828FDA-013A-4919-A698-3AE1F10A747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6237" y="307168"/>
                  <a:ext cx="2134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1BE0691F-38C1-4552-9D57-3A9BB096060F}"/>
                    </a:ext>
                  </a:extLst>
                </p14:cNvPr>
                <p14:cNvContentPartPr/>
                <p14:nvPr/>
              </p14:nvContentPartPr>
              <p14:xfrm>
                <a:off x="698277" y="424888"/>
                <a:ext cx="221760" cy="1670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1BE0691F-38C1-4552-9D57-3A9BB096060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0277" y="406888"/>
                  <a:ext cx="2574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64DA8390-CBCD-420F-B082-2CE40EEB89AD}"/>
                    </a:ext>
                  </a:extLst>
                </p14:cNvPr>
                <p14:cNvContentPartPr/>
                <p14:nvPr/>
              </p14:nvContentPartPr>
              <p14:xfrm>
                <a:off x="950637" y="342088"/>
                <a:ext cx="214920" cy="2300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64DA8390-CBCD-420F-B082-2CE40EEB89A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2997" y="324088"/>
                  <a:ext cx="250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74B23835-F892-44D8-9FF6-693F393D4D7B}"/>
                    </a:ext>
                  </a:extLst>
                </p14:cNvPr>
                <p14:cNvContentPartPr/>
                <p14:nvPr/>
              </p14:nvContentPartPr>
              <p14:xfrm>
                <a:off x="1241877" y="319768"/>
                <a:ext cx="187560" cy="3470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74B23835-F892-44D8-9FF6-693F393D4D7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23877" y="302128"/>
                  <a:ext cx="2232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588C447E-F51C-444C-8E76-F819180C6222}"/>
                    </a:ext>
                  </a:extLst>
                </p14:cNvPr>
                <p14:cNvContentPartPr/>
                <p14:nvPr/>
              </p14:nvContentPartPr>
              <p14:xfrm>
                <a:off x="1605837" y="392848"/>
                <a:ext cx="167760" cy="28368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588C447E-F51C-444C-8E76-F819180C622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88197" y="375208"/>
                  <a:ext cx="20340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6B7FB520-B8A1-437D-AAE7-E1A6F95A214B}"/>
              </a:ext>
            </a:extLst>
          </p:cNvPr>
          <p:cNvGrpSpPr/>
          <p:nvPr/>
        </p:nvGrpSpPr>
        <p:grpSpPr>
          <a:xfrm>
            <a:off x="1819677" y="196648"/>
            <a:ext cx="1407600" cy="433440"/>
            <a:chOff x="1819677" y="196648"/>
            <a:chExt cx="1407600" cy="43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2A4BDA99-79CC-443B-990E-58347C1E4ED7}"/>
                    </a:ext>
                  </a:extLst>
                </p14:cNvPr>
                <p14:cNvContentPartPr/>
                <p14:nvPr/>
              </p14:nvContentPartPr>
              <p14:xfrm>
                <a:off x="1819677" y="389968"/>
                <a:ext cx="232560" cy="24012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2A4BDA99-79CC-443B-990E-58347C1E4ED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11037" y="380968"/>
                  <a:ext cx="250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05339102-2B2A-4C51-8A1D-78D852F34E0E}"/>
                    </a:ext>
                  </a:extLst>
                </p14:cNvPr>
                <p14:cNvContentPartPr/>
                <p14:nvPr/>
              </p14:nvContentPartPr>
              <p14:xfrm>
                <a:off x="2088957" y="196648"/>
                <a:ext cx="99720" cy="1663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05339102-2B2A-4C51-8A1D-78D852F34E0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80317" y="188008"/>
                  <a:ext cx="117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49D0745A-4F20-43C3-BA71-6B1E213752F2}"/>
                    </a:ext>
                  </a:extLst>
                </p14:cNvPr>
                <p14:cNvContentPartPr/>
                <p14:nvPr/>
              </p14:nvContentPartPr>
              <p14:xfrm>
                <a:off x="2313597" y="347488"/>
                <a:ext cx="122760" cy="684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49D0745A-4F20-43C3-BA71-6B1E213752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04597" y="338488"/>
                  <a:ext cx="140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37266FBE-71B0-4B2F-818C-8A4F1E73FD5C}"/>
                    </a:ext>
                  </a:extLst>
                </p14:cNvPr>
                <p14:cNvContentPartPr/>
                <p14:nvPr/>
              </p14:nvContentPartPr>
              <p14:xfrm>
                <a:off x="2363637" y="431008"/>
                <a:ext cx="212760" cy="579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37266FBE-71B0-4B2F-818C-8A4F1E73FD5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54637" y="422368"/>
                  <a:ext cx="230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E7841996-8BCF-42B2-BFA8-A6871ED6F6F5}"/>
                    </a:ext>
                  </a:extLst>
                </p14:cNvPr>
                <p14:cNvContentPartPr/>
                <p14:nvPr/>
              </p14:nvContentPartPr>
              <p14:xfrm>
                <a:off x="2690877" y="238408"/>
                <a:ext cx="220320" cy="25128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E7841996-8BCF-42B2-BFA8-A6871ED6F6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82237" y="229408"/>
                  <a:ext cx="2379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3859F4DE-D094-4645-9365-9B5B6A9E1591}"/>
                    </a:ext>
                  </a:extLst>
                </p14:cNvPr>
                <p14:cNvContentPartPr/>
                <p14:nvPr/>
              </p14:nvContentPartPr>
              <p14:xfrm>
                <a:off x="3002997" y="230848"/>
                <a:ext cx="161640" cy="1062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3859F4DE-D094-4645-9365-9B5B6A9E159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94357" y="222208"/>
                  <a:ext cx="1792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DDB51B67-D367-4AD6-B792-88E3F6D621DB}"/>
                    </a:ext>
                  </a:extLst>
                </p14:cNvPr>
                <p14:cNvContentPartPr/>
                <p14:nvPr/>
              </p14:nvContentPartPr>
              <p14:xfrm>
                <a:off x="3000837" y="328408"/>
                <a:ext cx="226440" cy="1828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DDB51B67-D367-4AD6-B792-88E3F6D621D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92197" y="319768"/>
                  <a:ext cx="244080" cy="20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D120C1BE-7E01-41E4-ADF2-103A994E994A}"/>
                  </a:ext>
                </a:extLst>
              </p14:cNvPr>
              <p14:cNvContentPartPr/>
              <p14:nvPr/>
            </p14:nvContentPartPr>
            <p14:xfrm>
              <a:off x="800157" y="1162168"/>
              <a:ext cx="236160" cy="22932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D120C1BE-7E01-41E4-ADF2-103A994E994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91157" y="1153168"/>
                <a:ext cx="253800" cy="24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upo 44">
            <a:extLst>
              <a:ext uri="{FF2B5EF4-FFF2-40B4-BE49-F238E27FC236}">
                <a16:creationId xmlns:a16="http://schemas.microsoft.com/office/drawing/2014/main" id="{1C434B14-CFFB-49E2-A117-B622E9BDBC3A}"/>
              </a:ext>
            </a:extLst>
          </p:cNvPr>
          <p:cNvGrpSpPr/>
          <p:nvPr/>
        </p:nvGrpSpPr>
        <p:grpSpPr>
          <a:xfrm>
            <a:off x="1185357" y="1094488"/>
            <a:ext cx="1469520" cy="321120"/>
            <a:chOff x="1185357" y="1094488"/>
            <a:chExt cx="1469520" cy="3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84878252-AFC2-4197-97D2-4EAFEF0B5936}"/>
                    </a:ext>
                  </a:extLst>
                </p14:cNvPr>
                <p14:cNvContentPartPr/>
                <p14:nvPr/>
              </p14:nvContentPartPr>
              <p14:xfrm>
                <a:off x="1256277" y="1131568"/>
                <a:ext cx="35640" cy="2325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84878252-AFC2-4197-97D2-4EAFEF0B59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47637" y="1122568"/>
                  <a:ext cx="532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5CCD75E9-6D36-414A-AC90-5624A5490E16}"/>
                    </a:ext>
                  </a:extLst>
                </p14:cNvPr>
                <p14:cNvContentPartPr/>
                <p14:nvPr/>
              </p14:nvContentPartPr>
              <p14:xfrm>
                <a:off x="1185357" y="1201048"/>
                <a:ext cx="185760" cy="1101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5CCD75E9-6D36-414A-AC90-5624A5490E1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76357" y="1192048"/>
                  <a:ext cx="2034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0B31758A-1524-41D6-BEE7-A4141ED1449D}"/>
                    </a:ext>
                  </a:extLst>
                </p14:cNvPr>
                <p14:cNvContentPartPr/>
                <p14:nvPr/>
              </p14:nvContentPartPr>
              <p14:xfrm>
                <a:off x="1446717" y="1164688"/>
                <a:ext cx="165600" cy="2386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0B31758A-1524-41D6-BEE7-A4141ED1449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438077" y="1155688"/>
                  <a:ext cx="1832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52321E7F-14A8-48EF-A3A8-8685892EE881}"/>
                    </a:ext>
                  </a:extLst>
                </p14:cNvPr>
                <p14:cNvContentPartPr/>
                <p14:nvPr/>
              </p14:nvContentPartPr>
              <p14:xfrm>
                <a:off x="1674237" y="1173688"/>
                <a:ext cx="152640" cy="24192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52321E7F-14A8-48EF-A3A8-8685892EE88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665237" y="1164688"/>
                  <a:ext cx="170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8DDC3795-1278-413C-8FE6-C3F80EF09EF4}"/>
                    </a:ext>
                  </a:extLst>
                </p14:cNvPr>
                <p14:cNvContentPartPr/>
                <p14:nvPr/>
              </p14:nvContentPartPr>
              <p14:xfrm>
                <a:off x="1900677" y="1267648"/>
                <a:ext cx="110520" cy="205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8DDC3795-1278-413C-8FE6-C3F80EF09EF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891677" y="1258648"/>
                  <a:ext cx="128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197366BC-529C-4886-B0E9-FA84323A904B}"/>
                    </a:ext>
                  </a:extLst>
                </p14:cNvPr>
                <p14:cNvContentPartPr/>
                <p14:nvPr/>
              </p14:nvContentPartPr>
              <p14:xfrm>
                <a:off x="2147277" y="1181968"/>
                <a:ext cx="161640" cy="1519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197366BC-529C-4886-B0E9-FA84323A904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38277" y="1173328"/>
                  <a:ext cx="179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4512F175-2526-4D92-8D3C-4D88E0FFC7C5}"/>
                    </a:ext>
                  </a:extLst>
                </p14:cNvPr>
                <p14:cNvContentPartPr/>
                <p14:nvPr/>
              </p14:nvContentPartPr>
              <p14:xfrm>
                <a:off x="2151237" y="1129768"/>
                <a:ext cx="137520" cy="2628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4512F175-2526-4D92-8D3C-4D88E0FFC7C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42237" y="1120768"/>
                  <a:ext cx="1551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45997D5D-4BFE-4D87-B994-797E8E0F491B}"/>
                    </a:ext>
                  </a:extLst>
                </p14:cNvPr>
                <p14:cNvContentPartPr/>
                <p14:nvPr/>
              </p14:nvContentPartPr>
              <p14:xfrm>
                <a:off x="1641837" y="1158568"/>
                <a:ext cx="89640" cy="1393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45997D5D-4BFE-4D87-B994-797E8E0F491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33197" y="1149928"/>
                  <a:ext cx="1072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7D626905-BB51-4636-B3C0-27324FB6620D}"/>
                    </a:ext>
                  </a:extLst>
                </p14:cNvPr>
                <p14:cNvContentPartPr/>
                <p14:nvPr/>
              </p14:nvContentPartPr>
              <p14:xfrm>
                <a:off x="1690077" y="1259728"/>
                <a:ext cx="83880" cy="13428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7D626905-BB51-4636-B3C0-27324FB6620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81077" y="1250728"/>
                  <a:ext cx="101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79A2A6FC-8178-4F1A-9D1B-BF6F25D7B98A}"/>
                    </a:ext>
                  </a:extLst>
                </p14:cNvPr>
                <p14:cNvContentPartPr/>
                <p14:nvPr/>
              </p14:nvContentPartPr>
              <p14:xfrm>
                <a:off x="2522037" y="1094488"/>
                <a:ext cx="43200" cy="2916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79A2A6FC-8178-4F1A-9D1B-BF6F25D7B98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13037" y="1085848"/>
                  <a:ext cx="608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DA217052-018A-4C73-94EB-99B16F157CE5}"/>
                    </a:ext>
                  </a:extLst>
                </p14:cNvPr>
                <p14:cNvContentPartPr/>
                <p14:nvPr/>
              </p14:nvContentPartPr>
              <p14:xfrm>
                <a:off x="2439957" y="1228048"/>
                <a:ext cx="214920" cy="4464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DA217052-018A-4C73-94EB-99B16F157CE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430957" y="1219048"/>
                  <a:ext cx="23256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B7BD7750-8996-490D-AC5C-DB11A9C85A6A}"/>
              </a:ext>
            </a:extLst>
          </p:cNvPr>
          <p:cNvGrpSpPr/>
          <p:nvPr/>
        </p:nvGrpSpPr>
        <p:grpSpPr>
          <a:xfrm>
            <a:off x="2783757" y="985048"/>
            <a:ext cx="1337040" cy="354240"/>
            <a:chOff x="2783757" y="985048"/>
            <a:chExt cx="1337040" cy="35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31CED52B-40B7-49D2-B077-204F719E2910}"/>
                    </a:ext>
                  </a:extLst>
                </p14:cNvPr>
                <p14:cNvContentPartPr/>
                <p14:nvPr/>
              </p14:nvContentPartPr>
              <p14:xfrm>
                <a:off x="2783757" y="1054888"/>
                <a:ext cx="139320" cy="1461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31CED52B-40B7-49D2-B077-204F719E29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74757" y="1045888"/>
                  <a:ext cx="1569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70D29308-0D47-4DED-8F0E-BFFC05061211}"/>
                    </a:ext>
                  </a:extLst>
                </p14:cNvPr>
                <p14:cNvContentPartPr/>
                <p14:nvPr/>
              </p14:nvContentPartPr>
              <p14:xfrm>
                <a:off x="2914797" y="1076488"/>
                <a:ext cx="29520" cy="26280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70D29308-0D47-4DED-8F0E-BFFC0506121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05797" y="1067848"/>
                  <a:ext cx="471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744AEACB-0168-45C6-8E75-2892AE4C40D1}"/>
                    </a:ext>
                  </a:extLst>
                </p14:cNvPr>
                <p14:cNvContentPartPr/>
                <p14:nvPr/>
              </p14:nvContentPartPr>
              <p14:xfrm>
                <a:off x="3037197" y="1099528"/>
                <a:ext cx="162360" cy="23184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744AEACB-0168-45C6-8E75-2892AE4C40D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28557" y="1090528"/>
                  <a:ext cx="180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40B3A893-DCD4-4CD1-B22F-8D89E17A7F20}"/>
                    </a:ext>
                  </a:extLst>
                </p14:cNvPr>
                <p14:cNvContentPartPr/>
                <p14:nvPr/>
              </p14:nvContentPartPr>
              <p14:xfrm>
                <a:off x="3345717" y="1143448"/>
                <a:ext cx="125640" cy="93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40B3A893-DCD4-4CD1-B22F-8D89E17A7F2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36717" y="1134448"/>
                  <a:ext cx="143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E9CCD7FC-1C36-41E9-9AC9-A2BA366DBD20}"/>
                    </a:ext>
                  </a:extLst>
                </p14:cNvPr>
                <p14:cNvContentPartPr/>
                <p14:nvPr/>
              </p14:nvContentPartPr>
              <p14:xfrm>
                <a:off x="3399717" y="1215448"/>
                <a:ext cx="151560" cy="3276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E9CCD7FC-1C36-41E9-9AC9-A2BA366DBD2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91077" y="1206448"/>
                  <a:ext cx="169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29A33E34-C62B-438D-9769-64A1D5F76B98}"/>
                    </a:ext>
                  </a:extLst>
                </p14:cNvPr>
                <p14:cNvContentPartPr/>
                <p14:nvPr/>
              </p14:nvContentPartPr>
              <p14:xfrm>
                <a:off x="3681237" y="1061008"/>
                <a:ext cx="183960" cy="24480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29A33E34-C62B-438D-9769-64A1D5F76B9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72597" y="1052368"/>
                  <a:ext cx="201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8152CFBD-25FA-41AB-B582-40871F1B7B17}"/>
                    </a:ext>
                  </a:extLst>
                </p14:cNvPr>
                <p14:cNvContentPartPr/>
                <p14:nvPr/>
              </p14:nvContentPartPr>
              <p14:xfrm>
                <a:off x="3976077" y="985048"/>
                <a:ext cx="115200" cy="14076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8152CFBD-25FA-41AB-B582-40871F1B7B1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67077" y="976048"/>
                  <a:ext cx="132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5D5E925D-C859-4B57-B176-0EE5AB620EB6}"/>
                    </a:ext>
                  </a:extLst>
                </p14:cNvPr>
                <p14:cNvContentPartPr/>
                <p14:nvPr/>
              </p14:nvContentPartPr>
              <p14:xfrm>
                <a:off x="3993717" y="1107808"/>
                <a:ext cx="127080" cy="1382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5D5E925D-C859-4B57-B176-0EE5AB620EB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984717" y="1099168"/>
                  <a:ext cx="1447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C78ADB9-EB6A-4787-92B2-468B03D3627D}"/>
              </a:ext>
            </a:extLst>
          </p:cNvPr>
          <p:cNvGrpSpPr/>
          <p:nvPr/>
        </p:nvGrpSpPr>
        <p:grpSpPr>
          <a:xfrm>
            <a:off x="1002117" y="1652488"/>
            <a:ext cx="838800" cy="251280"/>
            <a:chOff x="1002117" y="1652488"/>
            <a:chExt cx="838800" cy="2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9CB7974F-0F78-4E64-AE9F-726FD953A029}"/>
                    </a:ext>
                  </a:extLst>
                </p14:cNvPr>
                <p14:cNvContentPartPr/>
                <p14:nvPr/>
              </p14:nvContentPartPr>
              <p14:xfrm>
                <a:off x="1002117" y="1740328"/>
                <a:ext cx="180360" cy="1634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9CB7974F-0F78-4E64-AE9F-726FD953A02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3117" y="1731328"/>
                  <a:ext cx="198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74F173AB-3388-4142-9230-E4F6ACADE605}"/>
                    </a:ext>
                  </a:extLst>
                </p14:cNvPr>
                <p14:cNvContentPartPr/>
                <p14:nvPr/>
              </p14:nvContentPartPr>
              <p14:xfrm>
                <a:off x="1226397" y="1788568"/>
                <a:ext cx="116640" cy="32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74F173AB-3388-4142-9230-E4F6ACADE60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217397" y="1779928"/>
                  <a:ext cx="1342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791D68F4-89BC-4D34-9B3B-1BFB2A0FDF0F}"/>
                    </a:ext>
                  </a:extLst>
                </p14:cNvPr>
                <p14:cNvContentPartPr/>
                <p14:nvPr/>
              </p14:nvContentPartPr>
              <p14:xfrm>
                <a:off x="1430877" y="1711888"/>
                <a:ext cx="180720" cy="1029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791D68F4-89BC-4D34-9B3B-1BFB2A0FDF0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21877" y="1703248"/>
                  <a:ext cx="198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927E716F-E09F-4BB8-99B0-EDA3E74E3FC8}"/>
                    </a:ext>
                  </a:extLst>
                </p14:cNvPr>
                <p14:cNvContentPartPr/>
                <p14:nvPr/>
              </p14:nvContentPartPr>
              <p14:xfrm>
                <a:off x="1494957" y="1652488"/>
                <a:ext cx="114480" cy="19872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927E716F-E09F-4BB8-99B0-EDA3E74E3FC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85957" y="1643848"/>
                  <a:ext cx="1321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97601820-F4DC-4BFA-AD05-C8AE5DCEE096}"/>
                    </a:ext>
                  </a:extLst>
                </p14:cNvPr>
                <p14:cNvContentPartPr/>
                <p14:nvPr/>
              </p14:nvContentPartPr>
              <p14:xfrm>
                <a:off x="1725357" y="1704688"/>
                <a:ext cx="115560" cy="10404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97601820-F4DC-4BFA-AD05-C8AE5DCEE09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16357" y="1696048"/>
                  <a:ext cx="13320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C0D67DF8-4059-4BFC-A513-05EC1B1631CF}"/>
              </a:ext>
            </a:extLst>
          </p:cNvPr>
          <p:cNvGrpSpPr/>
          <p:nvPr/>
        </p:nvGrpSpPr>
        <p:grpSpPr>
          <a:xfrm>
            <a:off x="2214957" y="1531528"/>
            <a:ext cx="1423080" cy="338040"/>
            <a:chOff x="2214957" y="1531528"/>
            <a:chExt cx="142308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6D69A759-F948-4DBA-BA4A-36B6D60837ED}"/>
                    </a:ext>
                  </a:extLst>
                </p14:cNvPr>
                <p14:cNvContentPartPr/>
                <p14:nvPr/>
              </p14:nvContentPartPr>
              <p14:xfrm>
                <a:off x="2214957" y="1683088"/>
                <a:ext cx="147960" cy="18648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6D69A759-F948-4DBA-BA4A-36B6D60837E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05957" y="1674448"/>
                  <a:ext cx="1656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B34A7E43-C654-463B-8CEB-348888C40D91}"/>
                    </a:ext>
                  </a:extLst>
                </p14:cNvPr>
                <p14:cNvContentPartPr/>
                <p14:nvPr/>
              </p14:nvContentPartPr>
              <p14:xfrm>
                <a:off x="2402517" y="1657168"/>
                <a:ext cx="104760" cy="1087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B34A7E43-C654-463B-8CEB-348888C40D9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93877" y="1648168"/>
                  <a:ext cx="122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37F367E6-364D-4877-B19E-C78A00DC3D87}"/>
                    </a:ext>
                  </a:extLst>
                </p14:cNvPr>
                <p14:cNvContentPartPr/>
                <p14:nvPr/>
              </p14:nvContentPartPr>
              <p14:xfrm>
                <a:off x="2448237" y="1739248"/>
                <a:ext cx="139320" cy="9900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37F367E6-364D-4877-B19E-C78A00DC3D8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39237" y="1730248"/>
                  <a:ext cx="156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2FBEC81D-0B3C-4EEF-9980-C552C3B7232A}"/>
                    </a:ext>
                  </a:extLst>
                </p14:cNvPr>
                <p14:cNvContentPartPr/>
                <p14:nvPr/>
              </p14:nvContentPartPr>
              <p14:xfrm>
                <a:off x="2642277" y="1744648"/>
                <a:ext cx="111600" cy="75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2FBEC81D-0B3C-4EEF-9980-C552C3B7232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33277" y="1735648"/>
                  <a:ext cx="1292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28FEB7ED-F2EF-497C-ADA0-A85E6EE7ADE4}"/>
                    </a:ext>
                  </a:extLst>
                </p14:cNvPr>
                <p14:cNvContentPartPr/>
                <p14:nvPr/>
              </p14:nvContentPartPr>
              <p14:xfrm>
                <a:off x="2801397" y="1652488"/>
                <a:ext cx="130680" cy="15480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28FEB7ED-F2EF-497C-ADA0-A85E6EE7ADE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92757" y="1643848"/>
                  <a:ext cx="1483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84B17E57-5CDF-43AC-83B7-B7E98AFE430E}"/>
                    </a:ext>
                  </a:extLst>
                </p14:cNvPr>
                <p14:cNvContentPartPr/>
                <p14:nvPr/>
              </p14:nvContentPartPr>
              <p14:xfrm>
                <a:off x="3019917" y="1653928"/>
                <a:ext cx="110520" cy="12888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84B17E57-5CDF-43AC-83B7-B7E98AFE43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011277" y="1644928"/>
                  <a:ext cx="128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C9AC20A5-CD7E-4376-A0B4-0756D5D961A1}"/>
                    </a:ext>
                  </a:extLst>
                </p14:cNvPr>
                <p14:cNvContentPartPr/>
                <p14:nvPr/>
              </p14:nvContentPartPr>
              <p14:xfrm>
                <a:off x="3127197" y="1690288"/>
                <a:ext cx="157680" cy="111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C9AC20A5-CD7E-4376-A0B4-0756D5D961A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18557" y="1681648"/>
                  <a:ext cx="175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F457AA95-632A-436F-AEEE-AF50F9E6AA54}"/>
                    </a:ext>
                  </a:extLst>
                </p14:cNvPr>
                <p14:cNvContentPartPr/>
                <p14:nvPr/>
              </p14:nvContentPartPr>
              <p14:xfrm>
                <a:off x="3336717" y="1599568"/>
                <a:ext cx="133560" cy="13356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F457AA95-632A-436F-AEEE-AF50F9E6AA5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27717" y="1590928"/>
                  <a:ext cx="151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9FF3C29F-1F16-49CD-9325-E370C3C3E926}"/>
                    </a:ext>
                  </a:extLst>
                </p14:cNvPr>
                <p14:cNvContentPartPr/>
                <p14:nvPr/>
              </p14:nvContentPartPr>
              <p14:xfrm>
                <a:off x="3478197" y="1531528"/>
                <a:ext cx="124200" cy="9540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9FF3C29F-1F16-49CD-9325-E370C3C3E92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469197" y="1522888"/>
                  <a:ext cx="141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A0434594-5931-49A9-B2E4-4056991F7689}"/>
                    </a:ext>
                  </a:extLst>
                </p14:cNvPr>
                <p14:cNvContentPartPr/>
                <p14:nvPr/>
              </p14:nvContentPartPr>
              <p14:xfrm>
                <a:off x="3493677" y="1552408"/>
                <a:ext cx="144360" cy="15984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A0434594-5931-49A9-B2E4-4056991F768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84677" y="1543768"/>
                  <a:ext cx="16200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8B796500-0932-4930-8D25-DEA254F6208C}"/>
              </a:ext>
            </a:extLst>
          </p:cNvPr>
          <p:cNvGrpSpPr/>
          <p:nvPr/>
        </p:nvGrpSpPr>
        <p:grpSpPr>
          <a:xfrm>
            <a:off x="1137117" y="2045608"/>
            <a:ext cx="756000" cy="180360"/>
            <a:chOff x="1137117" y="2045608"/>
            <a:chExt cx="75600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910FBD5B-FEC7-4352-A05C-31D2BD061B86}"/>
                    </a:ext>
                  </a:extLst>
                </p14:cNvPr>
                <p14:cNvContentPartPr/>
                <p14:nvPr/>
              </p14:nvContentPartPr>
              <p14:xfrm>
                <a:off x="1137117" y="2112208"/>
                <a:ext cx="147600" cy="1137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910FBD5B-FEC7-4352-A05C-31D2BD061B8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28117" y="2103568"/>
                  <a:ext cx="165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FADF7A91-FC96-433D-B490-4DDD97854BCE}"/>
                    </a:ext>
                  </a:extLst>
                </p14:cNvPr>
                <p14:cNvContentPartPr/>
                <p14:nvPr/>
              </p14:nvContentPartPr>
              <p14:xfrm>
                <a:off x="1345557" y="2137408"/>
                <a:ext cx="138600" cy="212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FADF7A91-FC96-433D-B490-4DDD97854BC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336557" y="2128768"/>
                  <a:ext cx="156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D1F03DF1-4D30-4D79-80EA-C60E7F5A1AB4}"/>
                    </a:ext>
                  </a:extLst>
                </p14:cNvPr>
                <p14:cNvContentPartPr/>
                <p14:nvPr/>
              </p14:nvContentPartPr>
              <p14:xfrm>
                <a:off x="1528077" y="2049928"/>
                <a:ext cx="124560" cy="13932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D1F03DF1-4D30-4D79-80EA-C60E7F5A1AB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519077" y="2041288"/>
                  <a:ext cx="1422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4C4704CA-CE7E-4280-9312-355EFBDC88CC}"/>
                    </a:ext>
                  </a:extLst>
                </p14:cNvPr>
                <p14:cNvContentPartPr/>
                <p14:nvPr/>
              </p14:nvContentPartPr>
              <p14:xfrm>
                <a:off x="1778277" y="2045608"/>
                <a:ext cx="70560" cy="86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4C4704CA-CE7E-4280-9312-355EFBDC88C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69637" y="2036608"/>
                  <a:ext cx="88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B8E59651-987C-4BA1-A8D3-80E75C3F39AE}"/>
                    </a:ext>
                  </a:extLst>
                </p14:cNvPr>
                <p14:cNvContentPartPr/>
                <p14:nvPr/>
              </p14:nvContentPartPr>
              <p14:xfrm>
                <a:off x="1795557" y="2106088"/>
                <a:ext cx="97560" cy="2304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B8E59651-987C-4BA1-A8D3-80E75C3F39A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786557" y="2097088"/>
                  <a:ext cx="11520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769476CC-F2BD-439B-A35A-757DCA20A2B8}"/>
              </a:ext>
            </a:extLst>
          </p:cNvPr>
          <p:cNvGrpSpPr/>
          <p:nvPr/>
        </p:nvGrpSpPr>
        <p:grpSpPr>
          <a:xfrm>
            <a:off x="2380917" y="1982968"/>
            <a:ext cx="146520" cy="265320"/>
            <a:chOff x="2380917" y="1982968"/>
            <a:chExt cx="14652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71AD847B-B1A2-40DE-B6DF-C546E4A8D743}"/>
                    </a:ext>
                  </a:extLst>
                </p14:cNvPr>
                <p14:cNvContentPartPr/>
                <p14:nvPr/>
              </p14:nvContentPartPr>
              <p14:xfrm>
                <a:off x="2385237" y="1982968"/>
                <a:ext cx="99720" cy="11880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71AD847B-B1A2-40DE-B6DF-C546E4A8D7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376597" y="1974328"/>
                  <a:ext cx="1173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4ACE8AEE-64A0-4858-A488-7949AA28DB3F}"/>
                    </a:ext>
                  </a:extLst>
                </p14:cNvPr>
                <p14:cNvContentPartPr/>
                <p14:nvPr/>
              </p14:nvContentPartPr>
              <p14:xfrm>
                <a:off x="2380917" y="2115808"/>
                <a:ext cx="146520" cy="13248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4ACE8AEE-64A0-4858-A488-7949AA28DB3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71917" y="2107168"/>
                  <a:ext cx="16416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A997DC60-2959-4E85-8A79-DD2F8DFC67FD}"/>
                  </a:ext>
                </a:extLst>
              </p14:cNvPr>
              <p14:cNvContentPartPr/>
              <p14:nvPr/>
            </p14:nvContentPartPr>
            <p14:xfrm>
              <a:off x="565437" y="2912128"/>
              <a:ext cx="75960" cy="13860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A997DC60-2959-4E85-8A79-DD2F8DFC67F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56797" y="2903488"/>
                <a:ext cx="936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F0CED31A-286B-409D-8B26-FCEE60E3DB25}"/>
                  </a:ext>
                </a:extLst>
              </p14:cNvPr>
              <p14:cNvContentPartPr/>
              <p14:nvPr/>
            </p14:nvContentPartPr>
            <p14:xfrm>
              <a:off x="369957" y="605248"/>
              <a:ext cx="45720" cy="5436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F0CED31A-286B-409D-8B26-FCEE60E3DB2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60957" y="596248"/>
                <a:ext cx="6336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upo 104">
            <a:extLst>
              <a:ext uri="{FF2B5EF4-FFF2-40B4-BE49-F238E27FC236}">
                <a16:creationId xmlns:a16="http://schemas.microsoft.com/office/drawing/2014/main" id="{46BA6863-3227-4A8A-A506-0C9BE95A65B2}"/>
              </a:ext>
            </a:extLst>
          </p:cNvPr>
          <p:cNvGrpSpPr/>
          <p:nvPr/>
        </p:nvGrpSpPr>
        <p:grpSpPr>
          <a:xfrm>
            <a:off x="1142157" y="2801968"/>
            <a:ext cx="1325880" cy="319680"/>
            <a:chOff x="1142157" y="2801968"/>
            <a:chExt cx="132588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161B186D-BDE7-4350-A1FE-E880A2D2F61F}"/>
                    </a:ext>
                  </a:extLst>
                </p14:cNvPr>
                <p14:cNvContentPartPr/>
                <p14:nvPr/>
              </p14:nvContentPartPr>
              <p14:xfrm>
                <a:off x="1142157" y="2849488"/>
                <a:ext cx="127080" cy="27216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161B186D-BDE7-4350-A1FE-E880A2D2F61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33157" y="2840848"/>
                  <a:ext cx="1447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792A3859-32DA-4304-901C-5988AFC7C992}"/>
                    </a:ext>
                  </a:extLst>
                </p14:cNvPr>
                <p14:cNvContentPartPr/>
                <p14:nvPr/>
              </p14:nvContentPartPr>
              <p14:xfrm>
                <a:off x="1389477" y="2844088"/>
                <a:ext cx="122760" cy="1490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792A3859-32DA-4304-901C-5988AFC7C99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80477" y="2835448"/>
                  <a:ext cx="1404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7B1D034D-351E-4A11-80AA-E98590DCF47B}"/>
                    </a:ext>
                  </a:extLst>
                </p14:cNvPr>
                <p14:cNvContentPartPr/>
                <p14:nvPr/>
              </p14:nvContentPartPr>
              <p14:xfrm>
                <a:off x="1508637" y="2817088"/>
                <a:ext cx="53640" cy="25344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7B1D034D-351E-4A11-80AA-E98590DCF47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99997" y="2808448"/>
                  <a:ext cx="712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3D9BAB89-2FBB-4A80-997C-7F5E3995820F}"/>
                    </a:ext>
                  </a:extLst>
                </p14:cNvPr>
                <p14:cNvContentPartPr/>
                <p14:nvPr/>
              </p14:nvContentPartPr>
              <p14:xfrm>
                <a:off x="1641117" y="2823568"/>
                <a:ext cx="203760" cy="26352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3D9BAB89-2FBB-4A80-997C-7F5E3995820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32477" y="2814568"/>
                  <a:ext cx="2214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2BA45123-6C6A-4EE8-983E-ABE0569E78F2}"/>
                    </a:ext>
                  </a:extLst>
                </p14:cNvPr>
                <p14:cNvContentPartPr/>
                <p14:nvPr/>
              </p14:nvContentPartPr>
              <p14:xfrm>
                <a:off x="1907517" y="2875768"/>
                <a:ext cx="262800" cy="15552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2BA45123-6C6A-4EE8-983E-ABE0569E78F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98877" y="2867128"/>
                  <a:ext cx="2804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D8091A77-769D-4712-A06B-65C13E78C82C}"/>
                    </a:ext>
                  </a:extLst>
                </p14:cNvPr>
                <p14:cNvContentPartPr/>
                <p14:nvPr/>
              </p14:nvContentPartPr>
              <p14:xfrm>
                <a:off x="2354637" y="2801968"/>
                <a:ext cx="54360" cy="2440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D8091A77-769D-4712-A06B-65C13E78C82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45637" y="2792968"/>
                  <a:ext cx="720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FE34E70F-3AAB-4CB9-9649-DCD0419F225C}"/>
                    </a:ext>
                  </a:extLst>
                </p14:cNvPr>
                <p14:cNvContentPartPr/>
                <p14:nvPr/>
              </p14:nvContentPartPr>
              <p14:xfrm>
                <a:off x="2261397" y="2908168"/>
                <a:ext cx="206640" cy="6156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FE34E70F-3AAB-4CB9-9649-DCD0419F225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52757" y="2899528"/>
                  <a:ext cx="22428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33001053-3529-4C27-8182-C371E90F0F5D}"/>
              </a:ext>
            </a:extLst>
          </p:cNvPr>
          <p:cNvGrpSpPr/>
          <p:nvPr/>
        </p:nvGrpSpPr>
        <p:grpSpPr>
          <a:xfrm>
            <a:off x="2646237" y="2713408"/>
            <a:ext cx="1377000" cy="359280"/>
            <a:chOff x="2646237" y="2713408"/>
            <a:chExt cx="1377000" cy="35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DEADDF31-F889-4351-A267-2774A0967A37}"/>
                    </a:ext>
                  </a:extLst>
                </p14:cNvPr>
                <p14:cNvContentPartPr/>
                <p14:nvPr/>
              </p14:nvContentPartPr>
              <p14:xfrm>
                <a:off x="2646237" y="2808088"/>
                <a:ext cx="126720" cy="20412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DEADDF31-F889-4351-A267-2774A0967A3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37237" y="2799448"/>
                  <a:ext cx="1443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E584D8ED-B28D-485B-9F8C-68E16FA3E61A}"/>
                    </a:ext>
                  </a:extLst>
                </p14:cNvPr>
                <p14:cNvContentPartPr/>
                <p14:nvPr/>
              </p14:nvContentPartPr>
              <p14:xfrm>
                <a:off x="2763597" y="2816368"/>
                <a:ext cx="66600" cy="25632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E584D8ED-B28D-485B-9F8C-68E16FA3E61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754597" y="2807368"/>
                  <a:ext cx="842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D8F9AE28-86A9-4624-91A6-3AD534EDEF72}"/>
                    </a:ext>
                  </a:extLst>
                </p14:cNvPr>
                <p14:cNvContentPartPr/>
                <p14:nvPr/>
              </p14:nvContentPartPr>
              <p14:xfrm>
                <a:off x="2875557" y="2818168"/>
                <a:ext cx="225000" cy="19692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D8F9AE28-86A9-4624-91A6-3AD534EDEF7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66917" y="2809168"/>
                  <a:ext cx="242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AD5E093D-922F-4386-83C5-C995B2FA5ED4}"/>
                    </a:ext>
                  </a:extLst>
                </p14:cNvPr>
                <p14:cNvContentPartPr/>
                <p14:nvPr/>
              </p14:nvContentPartPr>
              <p14:xfrm>
                <a:off x="3154197" y="2842288"/>
                <a:ext cx="109440" cy="324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AD5E093D-922F-4386-83C5-C995B2FA5ED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45557" y="2833648"/>
                  <a:ext cx="127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F478777C-728C-4426-8845-416DD2BF4878}"/>
                    </a:ext>
                  </a:extLst>
                </p14:cNvPr>
                <p14:cNvContentPartPr/>
                <p14:nvPr/>
              </p14:nvContentPartPr>
              <p14:xfrm>
                <a:off x="3207477" y="2737528"/>
                <a:ext cx="383040" cy="24048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F478777C-728C-4426-8845-416DD2BF487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98477" y="2728888"/>
                  <a:ext cx="4006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585E6345-6030-4A5B-B0B8-5B8BD019795D}"/>
                    </a:ext>
                  </a:extLst>
                </p14:cNvPr>
                <p14:cNvContentPartPr/>
                <p14:nvPr/>
              </p14:nvContentPartPr>
              <p14:xfrm>
                <a:off x="3700317" y="2776768"/>
                <a:ext cx="145800" cy="18036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585E6345-6030-4A5B-B0B8-5B8BD019795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91677" y="2767768"/>
                  <a:ext cx="163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43DD3699-5584-46D0-866A-894D05CD26D7}"/>
                    </a:ext>
                  </a:extLst>
                </p14:cNvPr>
                <p14:cNvContentPartPr/>
                <p14:nvPr/>
              </p14:nvContentPartPr>
              <p14:xfrm>
                <a:off x="3871677" y="2713408"/>
                <a:ext cx="151560" cy="22788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43DD3699-5584-46D0-866A-894D05CD26D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63037" y="2704768"/>
                  <a:ext cx="16920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BBFEEB50-01C5-4219-8A30-3CF71A07CDD3}"/>
              </a:ext>
            </a:extLst>
          </p:cNvPr>
          <p:cNvGrpSpPr/>
          <p:nvPr/>
        </p:nvGrpSpPr>
        <p:grpSpPr>
          <a:xfrm>
            <a:off x="2088237" y="3334408"/>
            <a:ext cx="629280" cy="188640"/>
            <a:chOff x="2088237" y="3334408"/>
            <a:chExt cx="629280" cy="1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09C7B462-C229-4419-9A99-AD9D6DB6F1B5}"/>
                    </a:ext>
                  </a:extLst>
                </p14:cNvPr>
                <p14:cNvContentPartPr/>
                <p14:nvPr/>
              </p14:nvContentPartPr>
              <p14:xfrm>
                <a:off x="2088237" y="3334408"/>
                <a:ext cx="460440" cy="1886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09C7B462-C229-4419-9A99-AD9D6DB6F1B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079237" y="3325768"/>
                  <a:ext cx="4780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0D21C029-6258-431B-BBD8-BC6C1BA430E6}"/>
                    </a:ext>
                  </a:extLst>
                </p14:cNvPr>
                <p14:cNvContentPartPr/>
                <p14:nvPr/>
              </p14:nvContentPartPr>
              <p14:xfrm>
                <a:off x="2576037" y="3376168"/>
                <a:ext cx="105480" cy="1116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0D21C029-6258-431B-BBD8-BC6C1BA430E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67397" y="3367168"/>
                  <a:ext cx="123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3F98CB75-438C-4695-9618-6A439328C239}"/>
                    </a:ext>
                  </a:extLst>
                </p14:cNvPr>
                <p14:cNvContentPartPr/>
                <p14:nvPr/>
              </p14:nvContentPartPr>
              <p14:xfrm>
                <a:off x="2612037" y="3448168"/>
                <a:ext cx="105480" cy="2844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3F98CB75-438C-4695-9618-6A439328C23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03397" y="3439168"/>
                  <a:ext cx="12312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D3EC44B4-76C7-4B4E-980A-1120EE7FB18A}"/>
              </a:ext>
            </a:extLst>
          </p:cNvPr>
          <p:cNvGrpSpPr/>
          <p:nvPr/>
        </p:nvGrpSpPr>
        <p:grpSpPr>
          <a:xfrm>
            <a:off x="2897877" y="3171328"/>
            <a:ext cx="1587600" cy="345240"/>
            <a:chOff x="2897877" y="3171328"/>
            <a:chExt cx="1587600" cy="34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C070B952-D9D3-4249-B786-C4841B7B7940}"/>
                    </a:ext>
                  </a:extLst>
                </p14:cNvPr>
                <p14:cNvContentPartPr/>
                <p14:nvPr/>
              </p14:nvContentPartPr>
              <p14:xfrm>
                <a:off x="2897877" y="3316408"/>
                <a:ext cx="34560" cy="16092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C070B952-D9D3-4249-B786-C4841B7B794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888877" y="3307768"/>
                  <a:ext cx="52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CD6772CC-486B-46CD-8D9E-417760EB2E1E}"/>
                    </a:ext>
                  </a:extLst>
                </p14:cNvPr>
                <p14:cNvContentPartPr/>
                <p14:nvPr/>
              </p14:nvContentPartPr>
              <p14:xfrm>
                <a:off x="3004797" y="3309208"/>
                <a:ext cx="130680" cy="20736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CD6772CC-486B-46CD-8D9E-417760EB2E1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996157" y="3300208"/>
                  <a:ext cx="1483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9FBA88BD-BBFC-4C45-8AC9-10B3537681C1}"/>
                    </a:ext>
                  </a:extLst>
                </p14:cNvPr>
                <p14:cNvContentPartPr/>
                <p14:nvPr/>
              </p14:nvContentPartPr>
              <p14:xfrm>
                <a:off x="3165357" y="3274648"/>
                <a:ext cx="129600" cy="21024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9FBA88BD-BBFC-4C45-8AC9-10B3537681C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156357" y="3265648"/>
                  <a:ext cx="147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6953425D-8E76-4C9A-9671-1E120C77F23E}"/>
                    </a:ext>
                  </a:extLst>
                </p14:cNvPr>
                <p14:cNvContentPartPr/>
                <p14:nvPr/>
              </p14:nvContentPartPr>
              <p14:xfrm>
                <a:off x="3343557" y="3357088"/>
                <a:ext cx="97560" cy="1836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6953425D-8E76-4C9A-9671-1E120C77F23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334917" y="3348448"/>
                  <a:ext cx="115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04454C82-6745-4318-8020-82E5E010F445}"/>
                    </a:ext>
                  </a:extLst>
                </p14:cNvPr>
                <p14:cNvContentPartPr/>
                <p14:nvPr/>
              </p14:nvContentPartPr>
              <p14:xfrm>
                <a:off x="3558117" y="3240088"/>
                <a:ext cx="111960" cy="19980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04454C82-6745-4318-8020-82E5E010F44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549117" y="3231088"/>
                  <a:ext cx="1296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A99FC340-9F0B-4FD4-AD0E-48865802EBDC}"/>
                    </a:ext>
                  </a:extLst>
                </p14:cNvPr>
                <p14:cNvContentPartPr/>
                <p14:nvPr/>
              </p14:nvContentPartPr>
              <p14:xfrm>
                <a:off x="3718317" y="3271408"/>
                <a:ext cx="103680" cy="9396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A99FC340-9F0B-4FD4-AD0E-48865802EBD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709677" y="3262768"/>
                  <a:ext cx="1213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D0B3F27D-7D33-4EDB-A22E-361FEBB8131B}"/>
                    </a:ext>
                  </a:extLst>
                </p14:cNvPr>
                <p14:cNvContentPartPr/>
                <p14:nvPr/>
              </p14:nvContentPartPr>
              <p14:xfrm>
                <a:off x="3833517" y="3221728"/>
                <a:ext cx="6480" cy="1915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D0B3F27D-7D33-4EDB-A22E-361FEBB8131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24877" y="3213088"/>
                  <a:ext cx="24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94A749C9-8428-4259-930F-7E3EDCF5E36E}"/>
                    </a:ext>
                  </a:extLst>
                </p14:cNvPr>
                <p14:cNvContentPartPr/>
                <p14:nvPr/>
              </p14:nvContentPartPr>
              <p14:xfrm>
                <a:off x="3972117" y="3287608"/>
                <a:ext cx="116640" cy="2304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94A749C9-8428-4259-930F-7E3EDCF5E36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63117" y="3278968"/>
                  <a:ext cx="134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3B3AAD86-6E58-49A2-82E8-1C850C395507}"/>
                    </a:ext>
                  </a:extLst>
                </p14:cNvPr>
                <p14:cNvContentPartPr/>
                <p14:nvPr/>
              </p14:nvContentPartPr>
              <p14:xfrm>
                <a:off x="4127277" y="3182128"/>
                <a:ext cx="130320" cy="20052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3B3AAD86-6E58-49A2-82E8-1C850C39550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118637" y="3173488"/>
                  <a:ext cx="1479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DC51E601-6395-4C9E-B70B-31B79A102A5C}"/>
                    </a:ext>
                  </a:extLst>
                </p14:cNvPr>
                <p14:cNvContentPartPr/>
                <p14:nvPr/>
              </p14:nvContentPartPr>
              <p14:xfrm>
                <a:off x="4354797" y="3171328"/>
                <a:ext cx="130680" cy="19872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DC51E601-6395-4C9E-B70B-31B79A102A5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345797" y="3162328"/>
                  <a:ext cx="14832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2106A67A-AC37-48FA-9E9A-0B64F15A2EAE}"/>
              </a:ext>
            </a:extLst>
          </p:cNvPr>
          <p:cNvGrpSpPr/>
          <p:nvPr/>
        </p:nvGrpSpPr>
        <p:grpSpPr>
          <a:xfrm>
            <a:off x="2233317" y="3864688"/>
            <a:ext cx="1032480" cy="304560"/>
            <a:chOff x="2233317" y="3864688"/>
            <a:chExt cx="1032480" cy="3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456B6361-3A87-4FD8-A35A-FCA91B900EA5}"/>
                    </a:ext>
                  </a:extLst>
                </p14:cNvPr>
                <p14:cNvContentPartPr/>
                <p14:nvPr/>
              </p14:nvContentPartPr>
              <p14:xfrm>
                <a:off x="2233317" y="3883408"/>
                <a:ext cx="352080" cy="28584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456B6361-3A87-4FD8-A35A-FCA91B900EA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224677" y="3874768"/>
                  <a:ext cx="3697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CBC837E8-59E4-4E8D-BC45-2DD4D651AFA1}"/>
                    </a:ext>
                  </a:extLst>
                </p14:cNvPr>
                <p14:cNvContentPartPr/>
                <p14:nvPr/>
              </p14:nvContentPartPr>
              <p14:xfrm>
                <a:off x="2652357" y="3973768"/>
                <a:ext cx="111600" cy="2664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CBC837E8-59E4-4E8D-BC45-2DD4D651AFA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43357" y="3964768"/>
                  <a:ext cx="129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6707E208-E6E6-4538-B8A2-AFB5ABF4B24F}"/>
                    </a:ext>
                  </a:extLst>
                </p14:cNvPr>
                <p14:cNvContentPartPr/>
                <p14:nvPr/>
              </p14:nvContentPartPr>
              <p14:xfrm>
                <a:off x="2703477" y="4006888"/>
                <a:ext cx="142560" cy="6804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6707E208-E6E6-4538-B8A2-AFB5ABF4B24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94477" y="3998248"/>
                  <a:ext cx="1602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47DF5AE7-B8C8-4CF9-9797-5DE14D8A1124}"/>
                    </a:ext>
                  </a:extLst>
                </p14:cNvPr>
                <p14:cNvContentPartPr/>
                <p14:nvPr/>
              </p14:nvContentPartPr>
              <p14:xfrm>
                <a:off x="2901117" y="3864688"/>
                <a:ext cx="153000" cy="24192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47DF5AE7-B8C8-4CF9-9797-5DE14D8A11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892477" y="3855688"/>
                  <a:ext cx="1706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FB866D27-6B7B-4010-AFE0-16CFD54FD404}"/>
                    </a:ext>
                  </a:extLst>
                </p14:cNvPr>
                <p14:cNvContentPartPr/>
                <p14:nvPr/>
              </p14:nvContentPartPr>
              <p14:xfrm>
                <a:off x="3148437" y="3877288"/>
                <a:ext cx="117360" cy="21672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FB866D27-6B7B-4010-AFE0-16CFD54FD40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139437" y="3868288"/>
                  <a:ext cx="135000" cy="23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E95D1D53-670E-4B22-B37C-2ECE25B05C3B}"/>
                  </a:ext>
                </a:extLst>
              </p14:cNvPr>
              <p14:cNvContentPartPr/>
              <p14:nvPr/>
            </p14:nvContentPartPr>
            <p14:xfrm>
              <a:off x="1092117" y="2234968"/>
              <a:ext cx="1756080" cy="19584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E95D1D53-670E-4B22-B37C-2ECE25B05C3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83117" y="2225968"/>
                <a:ext cx="177372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4A3A0A74-EE6A-4369-A599-E42A58868BDF}"/>
                  </a:ext>
                </a:extLst>
              </p14:cNvPr>
              <p14:cNvContentPartPr/>
              <p14:nvPr/>
            </p14:nvContentPartPr>
            <p14:xfrm>
              <a:off x="5288637" y="1545208"/>
              <a:ext cx="66600" cy="684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4A3A0A74-EE6A-4369-A599-E42A58868BDF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279997" y="1536568"/>
                <a:ext cx="8424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upo 129">
            <a:extLst>
              <a:ext uri="{FF2B5EF4-FFF2-40B4-BE49-F238E27FC236}">
                <a16:creationId xmlns:a16="http://schemas.microsoft.com/office/drawing/2014/main" id="{2B177EA4-D1F0-49EC-A8E3-DBCC857953B3}"/>
              </a:ext>
            </a:extLst>
          </p:cNvPr>
          <p:cNvGrpSpPr/>
          <p:nvPr/>
        </p:nvGrpSpPr>
        <p:grpSpPr>
          <a:xfrm>
            <a:off x="1520877" y="2485168"/>
            <a:ext cx="334080" cy="138960"/>
            <a:chOff x="1520877" y="2485168"/>
            <a:chExt cx="33408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278484E2-7E70-447C-8B80-F0003CE6E3A0}"/>
                    </a:ext>
                  </a:extLst>
                </p14:cNvPr>
                <p14:cNvContentPartPr/>
                <p14:nvPr/>
              </p14:nvContentPartPr>
              <p14:xfrm>
                <a:off x="1520877" y="2485168"/>
                <a:ext cx="143640" cy="13896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278484E2-7E70-447C-8B80-F0003CE6E3A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511877" y="2476168"/>
                  <a:ext cx="1612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5C43CC93-A80A-46F7-A4A2-53E403DF72EB}"/>
                    </a:ext>
                  </a:extLst>
                </p14:cNvPr>
                <p14:cNvContentPartPr/>
                <p14:nvPr/>
              </p14:nvContentPartPr>
              <p14:xfrm>
                <a:off x="1728237" y="2502448"/>
                <a:ext cx="92520" cy="576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5C43CC93-A80A-46F7-A4A2-53E403DF72E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719597" y="2493808"/>
                  <a:ext cx="11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544CDC10-1B9A-406A-9C4A-C7A3623F8CCF}"/>
                    </a:ext>
                  </a:extLst>
                </p14:cNvPr>
                <p14:cNvContentPartPr/>
                <p14:nvPr/>
              </p14:nvContentPartPr>
              <p14:xfrm>
                <a:off x="1756317" y="2537728"/>
                <a:ext cx="98640" cy="3384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544CDC10-1B9A-406A-9C4A-C7A3623F8CC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747677" y="2529088"/>
                  <a:ext cx="11628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F53A7F1A-BA3F-43DE-B79E-F031328B7CE8}"/>
                  </a:ext>
                </a:extLst>
              </p14:cNvPr>
              <p14:cNvContentPartPr/>
              <p14:nvPr/>
            </p14:nvContentPartPr>
            <p14:xfrm>
              <a:off x="2131437" y="1962808"/>
              <a:ext cx="132840" cy="18000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F53A7F1A-BA3F-43DE-B79E-F031328B7CE8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122797" y="1953808"/>
                <a:ext cx="150480" cy="19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upo 138">
            <a:extLst>
              <a:ext uri="{FF2B5EF4-FFF2-40B4-BE49-F238E27FC236}">
                <a16:creationId xmlns:a16="http://schemas.microsoft.com/office/drawing/2014/main" id="{7080D404-EDC2-463B-B812-E4CC0AD33610}"/>
              </a:ext>
            </a:extLst>
          </p:cNvPr>
          <p:cNvGrpSpPr/>
          <p:nvPr/>
        </p:nvGrpSpPr>
        <p:grpSpPr>
          <a:xfrm>
            <a:off x="2043957" y="2374288"/>
            <a:ext cx="717120" cy="255600"/>
            <a:chOff x="2043957" y="2374288"/>
            <a:chExt cx="71712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270CD38D-8CAD-4890-AB9C-802EF4ECA865}"/>
                    </a:ext>
                  </a:extLst>
                </p14:cNvPr>
                <p14:cNvContentPartPr/>
                <p14:nvPr/>
              </p14:nvContentPartPr>
              <p14:xfrm>
                <a:off x="2043957" y="2434048"/>
                <a:ext cx="134640" cy="19584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270CD38D-8CAD-4890-AB9C-802EF4ECA86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35317" y="2425408"/>
                  <a:ext cx="152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E02C0878-FD8B-492B-953C-143D01ED4C12}"/>
                    </a:ext>
                  </a:extLst>
                </p14:cNvPr>
                <p14:cNvContentPartPr/>
                <p14:nvPr/>
              </p14:nvContentPartPr>
              <p14:xfrm>
                <a:off x="2060877" y="2439448"/>
                <a:ext cx="125640" cy="13392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E02C0878-FD8B-492B-953C-143D01ED4C1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052237" y="2430808"/>
                  <a:ext cx="143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32715CB8-95AA-495E-BE57-729084E52266}"/>
                    </a:ext>
                  </a:extLst>
                </p14:cNvPr>
                <p14:cNvContentPartPr/>
                <p14:nvPr/>
              </p14:nvContentPartPr>
              <p14:xfrm>
                <a:off x="2335557" y="2394448"/>
                <a:ext cx="35280" cy="16812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32715CB8-95AA-495E-BE57-729084E5226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326917" y="2385448"/>
                  <a:ext cx="529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1F6E9F39-A0DE-488B-BFB8-DA4D3D40C0F4}"/>
                    </a:ext>
                  </a:extLst>
                </p14:cNvPr>
                <p14:cNvContentPartPr/>
                <p14:nvPr/>
              </p14:nvContentPartPr>
              <p14:xfrm>
                <a:off x="2282637" y="2466448"/>
                <a:ext cx="130680" cy="4176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1F6E9F39-A0DE-488B-BFB8-DA4D3D40C0F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273637" y="2457808"/>
                  <a:ext cx="148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BB03DB22-7AF8-4C22-8682-D147FB01AECF}"/>
                    </a:ext>
                  </a:extLst>
                </p14:cNvPr>
                <p14:cNvContentPartPr/>
                <p14:nvPr/>
              </p14:nvContentPartPr>
              <p14:xfrm>
                <a:off x="2482797" y="2414968"/>
                <a:ext cx="122760" cy="14400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BB03DB22-7AF8-4C22-8682-D147FB01AEC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474157" y="2406328"/>
                  <a:ext cx="1404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085872D3-CF5D-40CC-9323-B02FC5E6DF2C}"/>
                    </a:ext>
                  </a:extLst>
                </p14:cNvPr>
                <p14:cNvContentPartPr/>
                <p14:nvPr/>
              </p14:nvContentPartPr>
              <p14:xfrm>
                <a:off x="2625717" y="2374288"/>
                <a:ext cx="102600" cy="9288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085872D3-CF5D-40CC-9323-B02FC5E6DF2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17077" y="2365288"/>
                  <a:ext cx="120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F83F6A3B-F26B-453B-A6CD-3C94964AC20D}"/>
                    </a:ext>
                  </a:extLst>
                </p14:cNvPr>
                <p14:cNvContentPartPr/>
                <p14:nvPr/>
              </p14:nvContentPartPr>
              <p14:xfrm>
                <a:off x="2630037" y="2414968"/>
                <a:ext cx="131040" cy="14220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F83F6A3B-F26B-453B-A6CD-3C94964AC20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621397" y="2406328"/>
                  <a:ext cx="148680" cy="15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BBEDEB8B-2587-4E4C-80F8-1EBDA64E47C0}"/>
                  </a:ext>
                </a:extLst>
              </p14:cNvPr>
              <p14:cNvContentPartPr/>
              <p14:nvPr/>
            </p14:nvContentPartPr>
            <p14:xfrm>
              <a:off x="5800917" y="146968"/>
              <a:ext cx="227880" cy="130572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BBEDEB8B-2587-4E4C-80F8-1EBDA64E47C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791917" y="137968"/>
                <a:ext cx="245520" cy="132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upo 154">
            <a:extLst>
              <a:ext uri="{FF2B5EF4-FFF2-40B4-BE49-F238E27FC236}">
                <a16:creationId xmlns:a16="http://schemas.microsoft.com/office/drawing/2014/main" id="{1580AB14-C167-421C-A3D0-063F95F0B8D3}"/>
              </a:ext>
            </a:extLst>
          </p:cNvPr>
          <p:cNvGrpSpPr/>
          <p:nvPr/>
        </p:nvGrpSpPr>
        <p:grpSpPr>
          <a:xfrm>
            <a:off x="5911077" y="1648888"/>
            <a:ext cx="196920" cy="174240"/>
            <a:chOff x="5911077" y="1648888"/>
            <a:chExt cx="196920" cy="1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138D6DEE-66DA-44AE-A223-EC234EA7E00B}"/>
                    </a:ext>
                  </a:extLst>
                </p14:cNvPr>
                <p14:cNvContentPartPr/>
                <p14:nvPr/>
              </p14:nvContentPartPr>
              <p14:xfrm>
                <a:off x="5911077" y="1648888"/>
                <a:ext cx="170640" cy="3384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138D6DEE-66DA-44AE-A223-EC234EA7E00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902077" y="1640248"/>
                  <a:ext cx="188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47708618-D041-4F26-8091-95EF771B5DB0}"/>
                    </a:ext>
                  </a:extLst>
                </p14:cNvPr>
                <p14:cNvContentPartPr/>
                <p14:nvPr/>
              </p14:nvContentPartPr>
              <p14:xfrm>
                <a:off x="6022317" y="1775968"/>
                <a:ext cx="85680" cy="4716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47708618-D041-4F26-8091-95EF771B5DB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013317" y="1767328"/>
                  <a:ext cx="10332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2DEDD501-46F7-4E54-92DF-BC6E2B29A9B5}"/>
                  </a:ext>
                </a:extLst>
              </p14:cNvPr>
              <p14:cNvContentPartPr/>
              <p14:nvPr/>
            </p14:nvContentPartPr>
            <p14:xfrm>
              <a:off x="5981277" y="2152888"/>
              <a:ext cx="104400" cy="147852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2DEDD501-46F7-4E54-92DF-BC6E2B29A9B5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972277" y="2143888"/>
                <a:ext cx="122040" cy="14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C1BEBA6F-E43F-4AC2-A61E-5906CDC91BC0}"/>
                  </a:ext>
                </a:extLst>
              </p14:cNvPr>
              <p14:cNvContentPartPr/>
              <p14:nvPr/>
            </p14:nvContentPartPr>
            <p14:xfrm>
              <a:off x="5926917" y="3764608"/>
              <a:ext cx="213840" cy="12132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C1BEBA6F-E43F-4AC2-A61E-5906CDC91BC0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918277" y="3755608"/>
                <a:ext cx="23148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47" name="Entrada de lápiz 146">
                <a:extLst>
                  <a:ext uri="{FF2B5EF4-FFF2-40B4-BE49-F238E27FC236}">
                    <a16:creationId xmlns:a16="http://schemas.microsoft.com/office/drawing/2014/main" id="{93A47F39-97EA-4ABF-A540-1BFE1E48BC5D}"/>
                  </a:ext>
                </a:extLst>
              </p14:cNvPr>
              <p14:cNvContentPartPr/>
              <p14:nvPr/>
            </p14:nvContentPartPr>
            <p14:xfrm>
              <a:off x="6007197" y="4087168"/>
              <a:ext cx="360" cy="360"/>
            </p14:xfrm>
          </p:contentPart>
        </mc:Choice>
        <mc:Fallback>
          <p:pic>
            <p:nvPicPr>
              <p:cNvPr id="147" name="Entrada de lápiz 146">
                <a:extLst>
                  <a:ext uri="{FF2B5EF4-FFF2-40B4-BE49-F238E27FC236}">
                    <a16:creationId xmlns:a16="http://schemas.microsoft.com/office/drawing/2014/main" id="{93A47F39-97EA-4ABF-A540-1BFE1E48BC5D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998197" y="407852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7EA9CD99-6A37-4553-B12C-8EB1E66CB454}"/>
                  </a:ext>
                </a:extLst>
              </p14:cNvPr>
              <p14:cNvContentPartPr/>
              <p14:nvPr/>
            </p14:nvContentPartPr>
            <p14:xfrm>
              <a:off x="6111237" y="4235128"/>
              <a:ext cx="240480" cy="122004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7EA9CD99-6A37-4553-B12C-8EB1E66CB454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102597" y="4226128"/>
                <a:ext cx="258120" cy="123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upo 153">
            <a:extLst>
              <a:ext uri="{FF2B5EF4-FFF2-40B4-BE49-F238E27FC236}">
                <a16:creationId xmlns:a16="http://schemas.microsoft.com/office/drawing/2014/main" id="{29EFA490-A070-4603-ACC8-46567256C299}"/>
              </a:ext>
            </a:extLst>
          </p:cNvPr>
          <p:cNvGrpSpPr/>
          <p:nvPr/>
        </p:nvGrpSpPr>
        <p:grpSpPr>
          <a:xfrm>
            <a:off x="10282917" y="589768"/>
            <a:ext cx="929880" cy="226800"/>
            <a:chOff x="10282917" y="589768"/>
            <a:chExt cx="92988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D58D9E6A-978E-468B-9B5E-E599CC4680D1}"/>
                    </a:ext>
                  </a:extLst>
                </p14:cNvPr>
                <p14:cNvContentPartPr/>
                <p14:nvPr/>
              </p14:nvContentPartPr>
              <p14:xfrm>
                <a:off x="10282917" y="652768"/>
                <a:ext cx="149760" cy="2484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D58D9E6A-978E-468B-9B5E-E599CC4680D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74277" y="644128"/>
                  <a:ext cx="167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6222232A-475B-481C-A2D3-A879CD27FD00}"/>
                    </a:ext>
                  </a:extLst>
                </p14:cNvPr>
                <p14:cNvContentPartPr/>
                <p14:nvPr/>
              </p14:nvContentPartPr>
              <p14:xfrm>
                <a:off x="10305957" y="768328"/>
                <a:ext cx="169560" cy="3456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6222232A-475B-481C-A2D3-A879CD27FD0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97317" y="759328"/>
                  <a:ext cx="1872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ED4E2C9B-DD07-4F2C-909B-8D248F37F5A0}"/>
                    </a:ext>
                  </a:extLst>
                </p14:cNvPr>
                <p14:cNvContentPartPr/>
                <p14:nvPr/>
              </p14:nvContentPartPr>
              <p14:xfrm>
                <a:off x="10581717" y="611728"/>
                <a:ext cx="202680" cy="19584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ED4E2C9B-DD07-4F2C-909B-8D248F37F5A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572717" y="602728"/>
                  <a:ext cx="2203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562D574D-85FF-47DB-A658-4B88E48F04D1}"/>
                    </a:ext>
                  </a:extLst>
                </p14:cNvPr>
                <p14:cNvContentPartPr/>
                <p14:nvPr/>
              </p14:nvContentPartPr>
              <p14:xfrm>
                <a:off x="10843077" y="616408"/>
                <a:ext cx="155520" cy="20016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562D574D-85FF-47DB-A658-4B88E48F04D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834437" y="607408"/>
                  <a:ext cx="1731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DC1BE421-0B43-4BCF-8385-BA1313172F23}"/>
                    </a:ext>
                  </a:extLst>
                </p14:cNvPr>
                <p14:cNvContentPartPr/>
                <p14:nvPr/>
              </p14:nvContentPartPr>
              <p14:xfrm>
                <a:off x="10987437" y="589768"/>
                <a:ext cx="225360" cy="21384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DC1BE421-0B43-4BCF-8385-BA1313172F2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978797" y="580768"/>
                  <a:ext cx="24300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upo 168">
            <a:extLst>
              <a:ext uri="{FF2B5EF4-FFF2-40B4-BE49-F238E27FC236}">
                <a16:creationId xmlns:a16="http://schemas.microsoft.com/office/drawing/2014/main" id="{250D8BC8-9C8B-4F0B-9067-F6DD5B239555}"/>
              </a:ext>
            </a:extLst>
          </p:cNvPr>
          <p:cNvGrpSpPr/>
          <p:nvPr/>
        </p:nvGrpSpPr>
        <p:grpSpPr>
          <a:xfrm>
            <a:off x="9157557" y="571768"/>
            <a:ext cx="738360" cy="283320"/>
            <a:chOff x="9157557" y="571768"/>
            <a:chExt cx="73836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E2DA65BB-4065-4FE3-9E45-01C882862A1A}"/>
                    </a:ext>
                  </a:extLst>
                </p14:cNvPr>
                <p14:cNvContentPartPr/>
                <p14:nvPr/>
              </p14:nvContentPartPr>
              <p14:xfrm>
                <a:off x="9236037" y="635848"/>
                <a:ext cx="30600" cy="21924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E2DA65BB-4065-4FE3-9E45-01C882862A1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227037" y="626848"/>
                  <a:ext cx="48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615903F2-C0AA-433C-9FA8-41825DD6793B}"/>
                    </a:ext>
                  </a:extLst>
                </p14:cNvPr>
                <p14:cNvContentPartPr/>
                <p14:nvPr/>
              </p14:nvContentPartPr>
              <p14:xfrm>
                <a:off x="9157557" y="748528"/>
                <a:ext cx="152640" cy="4824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615903F2-C0AA-433C-9FA8-41825DD6793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148917" y="739528"/>
                  <a:ext cx="1702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E46843AA-509A-427D-9FB4-7B00ED102D74}"/>
                    </a:ext>
                  </a:extLst>
                </p14:cNvPr>
                <p14:cNvContentPartPr/>
                <p14:nvPr/>
              </p14:nvContentPartPr>
              <p14:xfrm>
                <a:off x="9395157" y="649528"/>
                <a:ext cx="96480" cy="17064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E46843AA-509A-427D-9FB4-7B00ED102D7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386517" y="640888"/>
                  <a:ext cx="114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CCC83320-048E-4F20-8148-142D28500E9C}"/>
                    </a:ext>
                  </a:extLst>
                </p14:cNvPr>
                <p14:cNvContentPartPr/>
                <p14:nvPr/>
              </p14:nvContentPartPr>
              <p14:xfrm>
                <a:off x="9579477" y="604168"/>
                <a:ext cx="127800" cy="18108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CCC83320-048E-4F20-8148-142D28500E9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570477" y="595528"/>
                  <a:ext cx="145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C82671D3-241F-444D-B993-F2037E41B0DA}"/>
                    </a:ext>
                  </a:extLst>
                </p14:cNvPr>
                <p14:cNvContentPartPr/>
                <p14:nvPr/>
              </p14:nvContentPartPr>
              <p14:xfrm>
                <a:off x="9786117" y="571768"/>
                <a:ext cx="109800" cy="23472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C82671D3-241F-444D-B993-F2037E41B0D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777117" y="563128"/>
                  <a:ext cx="1274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0A884DBC-BD5E-43A4-A990-53B78F7DA5DE}"/>
                    </a:ext>
                  </a:extLst>
                </p14:cNvPr>
                <p14:cNvContentPartPr/>
                <p14:nvPr/>
              </p14:nvContentPartPr>
              <p14:xfrm>
                <a:off x="9470397" y="603448"/>
                <a:ext cx="99720" cy="36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0A884DBC-BD5E-43A4-A990-53B78F7DA5D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461397" y="594448"/>
                  <a:ext cx="1173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upo 186">
            <a:extLst>
              <a:ext uri="{FF2B5EF4-FFF2-40B4-BE49-F238E27FC236}">
                <a16:creationId xmlns:a16="http://schemas.microsoft.com/office/drawing/2014/main" id="{19BE40EF-8154-4BD7-A72A-2F1BFD4DCD4F}"/>
              </a:ext>
            </a:extLst>
          </p:cNvPr>
          <p:cNvGrpSpPr/>
          <p:nvPr/>
        </p:nvGrpSpPr>
        <p:grpSpPr>
          <a:xfrm>
            <a:off x="6294837" y="429208"/>
            <a:ext cx="1757880" cy="546480"/>
            <a:chOff x="6294837" y="429208"/>
            <a:chExt cx="1757880" cy="54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DFFD9A38-BB3F-4E2E-9E69-533235AE0ECC}"/>
                    </a:ext>
                  </a:extLst>
                </p14:cNvPr>
                <p14:cNvContentPartPr/>
                <p14:nvPr/>
              </p14:nvContentPartPr>
              <p14:xfrm>
                <a:off x="6306717" y="670048"/>
                <a:ext cx="119520" cy="17532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DFFD9A38-BB3F-4E2E-9E69-533235AE0EC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298077" y="661048"/>
                  <a:ext cx="1371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26983DDC-805E-4E34-9C7B-8DF94AD2E235}"/>
                    </a:ext>
                  </a:extLst>
                </p14:cNvPr>
                <p14:cNvContentPartPr/>
                <p14:nvPr/>
              </p14:nvContentPartPr>
              <p14:xfrm>
                <a:off x="6294837" y="698128"/>
                <a:ext cx="127800" cy="13824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26983DDC-805E-4E34-9C7B-8DF94AD2E23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285837" y="689128"/>
                  <a:ext cx="1454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D5164251-C6C1-47C2-9B84-FA069E0D5C28}"/>
                    </a:ext>
                  </a:extLst>
                </p14:cNvPr>
                <p14:cNvContentPartPr/>
                <p14:nvPr/>
              </p14:nvContentPartPr>
              <p14:xfrm>
                <a:off x="6476277" y="643048"/>
                <a:ext cx="166680" cy="20412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D5164251-C6C1-47C2-9B84-FA069E0D5C2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467277" y="634048"/>
                  <a:ext cx="1843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83B863BF-D86E-4F8F-81E6-8663A4F42EA7}"/>
                    </a:ext>
                  </a:extLst>
                </p14:cNvPr>
                <p14:cNvContentPartPr/>
                <p14:nvPr/>
              </p14:nvContentPartPr>
              <p14:xfrm>
                <a:off x="6655557" y="692008"/>
                <a:ext cx="159840" cy="13248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83B863BF-D86E-4F8F-81E6-8663A4F42EA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646557" y="683368"/>
                  <a:ext cx="177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701BB1F7-420C-4E42-8D05-EF5066834D63}"/>
                    </a:ext>
                  </a:extLst>
                </p14:cNvPr>
                <p14:cNvContentPartPr/>
                <p14:nvPr/>
              </p14:nvContentPartPr>
              <p14:xfrm>
                <a:off x="6842037" y="612448"/>
                <a:ext cx="95040" cy="11160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701BB1F7-420C-4E42-8D05-EF5066834D6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33037" y="603808"/>
                  <a:ext cx="112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08D3000E-D84E-4E4E-AB7D-511EF3916BB1}"/>
                    </a:ext>
                  </a:extLst>
                </p14:cNvPr>
                <p14:cNvContentPartPr/>
                <p14:nvPr/>
              </p14:nvContentPartPr>
              <p14:xfrm>
                <a:off x="6843837" y="730528"/>
                <a:ext cx="125640" cy="9684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08D3000E-D84E-4E4E-AB7D-511EF3916BB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835197" y="721528"/>
                  <a:ext cx="143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0" name="Entrada de lápiz 169">
                  <a:extLst>
                    <a:ext uri="{FF2B5EF4-FFF2-40B4-BE49-F238E27FC236}">
                      <a16:creationId xmlns:a16="http://schemas.microsoft.com/office/drawing/2014/main" id="{C63DAC2F-4D1A-4482-92D9-364A89530EE3}"/>
                    </a:ext>
                  </a:extLst>
                </p14:cNvPr>
                <p14:cNvContentPartPr/>
                <p14:nvPr/>
              </p14:nvContentPartPr>
              <p14:xfrm>
                <a:off x="7120317" y="618208"/>
                <a:ext cx="29880" cy="222840"/>
              </p14:xfrm>
            </p:contentPart>
          </mc:Choice>
          <mc:Fallback>
            <p:pic>
              <p:nvPicPr>
                <p:cNvPr id="170" name="Entrada de lápiz 169">
                  <a:extLst>
                    <a:ext uri="{FF2B5EF4-FFF2-40B4-BE49-F238E27FC236}">
                      <a16:creationId xmlns:a16="http://schemas.microsoft.com/office/drawing/2014/main" id="{C63DAC2F-4D1A-4482-92D9-364A89530EE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111677" y="609568"/>
                  <a:ext cx="47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FCA552A5-F8AC-4C39-A2EE-EE0855E6AD1E}"/>
                    </a:ext>
                  </a:extLst>
                </p14:cNvPr>
                <p14:cNvContentPartPr/>
                <p14:nvPr/>
              </p14:nvContentPartPr>
              <p14:xfrm>
                <a:off x="7051197" y="733048"/>
                <a:ext cx="170640" cy="5436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FCA552A5-F8AC-4C39-A2EE-EE0855E6AD1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042557" y="724408"/>
                  <a:ext cx="1882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7EFD622B-BD76-4123-BD19-8BFFDBC24231}"/>
                    </a:ext>
                  </a:extLst>
                </p14:cNvPr>
                <p14:cNvContentPartPr/>
                <p14:nvPr/>
              </p14:nvContentPartPr>
              <p14:xfrm>
                <a:off x="7294917" y="656008"/>
                <a:ext cx="136800" cy="16416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7EFD622B-BD76-4123-BD19-8BFFDBC2423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285917" y="647008"/>
                  <a:ext cx="1544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A6A75C1B-2CB1-48DF-BB91-B6C49DD335EC}"/>
                    </a:ext>
                  </a:extLst>
                </p14:cNvPr>
                <p14:cNvContentPartPr/>
                <p14:nvPr/>
              </p14:nvContentPartPr>
              <p14:xfrm>
                <a:off x="7458357" y="602728"/>
                <a:ext cx="111960" cy="13032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A6A75C1B-2CB1-48DF-BB91-B6C49DD335E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449717" y="593728"/>
                  <a:ext cx="129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F400C4E2-2A2C-46D6-AEE9-CDCC2A981771}"/>
                    </a:ext>
                  </a:extLst>
                </p14:cNvPr>
                <p14:cNvContentPartPr/>
                <p14:nvPr/>
              </p14:nvContentPartPr>
              <p14:xfrm>
                <a:off x="7489317" y="737728"/>
                <a:ext cx="100080" cy="8532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F400C4E2-2A2C-46D6-AEE9-CDCC2A98177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480677" y="728728"/>
                  <a:ext cx="1177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B4C242E1-B478-4916-B10E-FD16B2D5F6F5}"/>
                    </a:ext>
                  </a:extLst>
                </p14:cNvPr>
                <p14:cNvContentPartPr/>
                <p14:nvPr/>
              </p14:nvContentPartPr>
              <p14:xfrm>
                <a:off x="7667517" y="700648"/>
                <a:ext cx="73440" cy="1476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B4C242E1-B478-4916-B10E-FD16B2D5F6F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658877" y="692008"/>
                  <a:ext cx="91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75614AED-DD88-4858-B21E-EEDA7FB2F003}"/>
                    </a:ext>
                  </a:extLst>
                </p14:cNvPr>
                <p14:cNvContentPartPr/>
                <p14:nvPr/>
              </p14:nvContentPartPr>
              <p14:xfrm>
                <a:off x="7805037" y="625768"/>
                <a:ext cx="55440" cy="2376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75614AED-DD88-4858-B21E-EEDA7FB2F003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796037" y="617128"/>
                  <a:ext cx="730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81DEE56B-4DCA-4877-93E7-4B82FF13C1AD}"/>
                    </a:ext>
                  </a:extLst>
                </p14:cNvPr>
                <p14:cNvContentPartPr/>
                <p14:nvPr/>
              </p14:nvContentPartPr>
              <p14:xfrm>
                <a:off x="7810077" y="616048"/>
                <a:ext cx="88560" cy="14004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81DEE56B-4DCA-4877-93E7-4B82FF13C1A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801077" y="607408"/>
                  <a:ext cx="1062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410ED230-07BF-4E1D-ADE8-9298710DE365}"/>
                    </a:ext>
                  </a:extLst>
                </p14:cNvPr>
                <p14:cNvContentPartPr/>
                <p14:nvPr/>
              </p14:nvContentPartPr>
              <p14:xfrm>
                <a:off x="7890717" y="589768"/>
                <a:ext cx="120960" cy="13572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410ED230-07BF-4E1D-ADE8-9298710DE36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881717" y="581128"/>
                  <a:ext cx="138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CB87B7A0-FB15-41AF-B033-251CB1F5C71F}"/>
                    </a:ext>
                  </a:extLst>
                </p14:cNvPr>
                <p14:cNvContentPartPr/>
                <p14:nvPr/>
              </p14:nvContentPartPr>
              <p14:xfrm>
                <a:off x="7826997" y="429208"/>
                <a:ext cx="225720" cy="54648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CB87B7A0-FB15-41AF-B033-251CB1F5C71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817997" y="420568"/>
                  <a:ext cx="243360" cy="56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3FE038F3-77C4-41B0-B2DD-C0B19947D1EA}"/>
              </a:ext>
            </a:extLst>
          </p:cNvPr>
          <p:cNvGrpSpPr/>
          <p:nvPr/>
        </p:nvGrpSpPr>
        <p:grpSpPr>
          <a:xfrm>
            <a:off x="8265837" y="530368"/>
            <a:ext cx="558720" cy="483480"/>
            <a:chOff x="8265837" y="530368"/>
            <a:chExt cx="558720" cy="48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539502A7-8D84-4AA8-A454-595FAC38B98D}"/>
                    </a:ext>
                  </a:extLst>
                </p14:cNvPr>
                <p14:cNvContentPartPr/>
                <p14:nvPr/>
              </p14:nvContentPartPr>
              <p14:xfrm>
                <a:off x="8319117" y="566368"/>
                <a:ext cx="30240" cy="22320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539502A7-8D84-4AA8-A454-595FAC38B98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310117" y="557728"/>
                  <a:ext cx="478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A3205752-3A0E-4FBB-AEF4-C0429FC7296B}"/>
                    </a:ext>
                  </a:extLst>
                </p14:cNvPr>
                <p14:cNvContentPartPr/>
                <p14:nvPr/>
              </p14:nvContentPartPr>
              <p14:xfrm>
                <a:off x="8265837" y="690928"/>
                <a:ext cx="180720" cy="5436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A3205752-3A0E-4FBB-AEF4-C0429FC7296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257197" y="681928"/>
                  <a:ext cx="198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B180EEFD-DECE-4CB0-9FF2-51EF86E151C1}"/>
                    </a:ext>
                  </a:extLst>
                </p14:cNvPr>
                <p14:cNvContentPartPr/>
                <p14:nvPr/>
              </p14:nvContentPartPr>
              <p14:xfrm>
                <a:off x="8543397" y="653488"/>
                <a:ext cx="98640" cy="14292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B180EEFD-DECE-4CB0-9FF2-51EF86E151C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534757" y="644488"/>
                  <a:ext cx="1162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73C1619D-BD7D-474D-8C9E-C43762BDD6D8}"/>
                    </a:ext>
                  </a:extLst>
                </p14:cNvPr>
                <p14:cNvContentPartPr/>
                <p14:nvPr/>
              </p14:nvContentPartPr>
              <p14:xfrm>
                <a:off x="8672277" y="628648"/>
                <a:ext cx="152280" cy="18108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73C1619D-BD7D-474D-8C9E-C43762BDD6D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663277" y="619648"/>
                  <a:ext cx="1699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E489095A-8A29-435A-BC19-E2DB1C171969}"/>
                    </a:ext>
                  </a:extLst>
                </p14:cNvPr>
                <p14:cNvContentPartPr/>
                <p14:nvPr/>
              </p14:nvContentPartPr>
              <p14:xfrm>
                <a:off x="8618637" y="530368"/>
                <a:ext cx="198720" cy="48348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E489095A-8A29-435A-BC19-E2DB1C17196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609637" y="521368"/>
                  <a:ext cx="216360" cy="50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A61E8AA9-54D4-419B-B3FA-49767CE57BED}"/>
              </a:ext>
            </a:extLst>
          </p:cNvPr>
          <p:cNvGrpSpPr/>
          <p:nvPr/>
        </p:nvGrpSpPr>
        <p:grpSpPr>
          <a:xfrm>
            <a:off x="8861997" y="1320928"/>
            <a:ext cx="316080" cy="212400"/>
            <a:chOff x="8861997" y="1320928"/>
            <a:chExt cx="316080" cy="21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61D5A9E2-6109-41BD-A96D-2C43A073FC65}"/>
                    </a:ext>
                  </a:extLst>
                </p14:cNvPr>
                <p14:cNvContentPartPr/>
                <p14:nvPr/>
              </p14:nvContentPartPr>
              <p14:xfrm>
                <a:off x="8861997" y="1378168"/>
                <a:ext cx="150480" cy="15516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61D5A9E2-6109-41BD-A96D-2C43A073FC6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853357" y="1369528"/>
                  <a:ext cx="168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4B065B58-20E8-4634-8B07-32BFBC09EDF6}"/>
                    </a:ext>
                  </a:extLst>
                </p14:cNvPr>
                <p14:cNvContentPartPr/>
                <p14:nvPr/>
              </p14:nvContentPartPr>
              <p14:xfrm>
                <a:off x="9016437" y="1320928"/>
                <a:ext cx="161640" cy="19368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4B065B58-20E8-4634-8B07-32BFBC09EDF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007437" y="1311928"/>
                  <a:ext cx="17928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upo 210">
            <a:extLst>
              <a:ext uri="{FF2B5EF4-FFF2-40B4-BE49-F238E27FC236}">
                <a16:creationId xmlns:a16="http://schemas.microsoft.com/office/drawing/2014/main" id="{F1671C94-0E4E-47E9-8037-70FB37F64993}"/>
              </a:ext>
            </a:extLst>
          </p:cNvPr>
          <p:cNvGrpSpPr/>
          <p:nvPr/>
        </p:nvGrpSpPr>
        <p:grpSpPr>
          <a:xfrm>
            <a:off x="9277077" y="1259728"/>
            <a:ext cx="436320" cy="262800"/>
            <a:chOff x="9277077" y="1259728"/>
            <a:chExt cx="43632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6270BB5F-FDEE-4F39-93C7-F53855E38844}"/>
                    </a:ext>
                  </a:extLst>
                </p14:cNvPr>
                <p14:cNvContentPartPr/>
                <p14:nvPr/>
              </p14:nvContentPartPr>
              <p14:xfrm>
                <a:off x="9381837" y="1259728"/>
                <a:ext cx="7560" cy="26280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6270BB5F-FDEE-4F39-93C7-F53855E3884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373197" y="1250728"/>
                  <a:ext cx="252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512678F7-345F-4966-B979-D977ABB0C4CF}"/>
                    </a:ext>
                  </a:extLst>
                </p14:cNvPr>
                <p14:cNvContentPartPr/>
                <p14:nvPr/>
              </p14:nvContentPartPr>
              <p14:xfrm>
                <a:off x="9277077" y="1401928"/>
                <a:ext cx="144720" cy="4176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512678F7-345F-4966-B979-D977ABB0C4C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268077" y="1393288"/>
                  <a:ext cx="162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F3F758BE-3208-46E0-9B32-48807B2E77AC}"/>
                    </a:ext>
                  </a:extLst>
                </p14:cNvPr>
                <p14:cNvContentPartPr/>
                <p14:nvPr/>
              </p14:nvContentPartPr>
              <p14:xfrm>
                <a:off x="9503517" y="1335688"/>
                <a:ext cx="62640" cy="15120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F3F758BE-3208-46E0-9B32-48807B2E77A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494517" y="1326688"/>
                  <a:ext cx="80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459E5C89-6F03-46EA-88AA-7CD80B3910DB}"/>
                    </a:ext>
                  </a:extLst>
                </p14:cNvPr>
                <p14:cNvContentPartPr/>
                <p14:nvPr/>
              </p14:nvContentPartPr>
              <p14:xfrm>
                <a:off x="9611157" y="1298248"/>
                <a:ext cx="102240" cy="17784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459E5C89-6F03-46EA-88AA-7CD80B3910D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602157" y="1289608"/>
                  <a:ext cx="11988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upo 209">
            <a:extLst>
              <a:ext uri="{FF2B5EF4-FFF2-40B4-BE49-F238E27FC236}">
                <a16:creationId xmlns:a16="http://schemas.microsoft.com/office/drawing/2014/main" id="{E9948AA3-034E-42FB-A1A6-67C6227F6225}"/>
              </a:ext>
            </a:extLst>
          </p:cNvPr>
          <p:cNvGrpSpPr/>
          <p:nvPr/>
        </p:nvGrpSpPr>
        <p:grpSpPr>
          <a:xfrm>
            <a:off x="10141797" y="1198528"/>
            <a:ext cx="838080" cy="196560"/>
            <a:chOff x="10141797" y="1198528"/>
            <a:chExt cx="83808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5A90E245-26E4-4876-B64A-2DF4B39E4A9F}"/>
                    </a:ext>
                  </a:extLst>
                </p14:cNvPr>
                <p14:cNvContentPartPr/>
                <p14:nvPr/>
              </p14:nvContentPartPr>
              <p14:xfrm>
                <a:off x="10141797" y="1284928"/>
                <a:ext cx="101520" cy="1476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5A90E245-26E4-4876-B64A-2DF4B39E4A9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132797" y="1275928"/>
                  <a:ext cx="119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36AC3808-F5CB-4B73-8DFC-B343030177FA}"/>
                    </a:ext>
                  </a:extLst>
                </p14:cNvPr>
                <p14:cNvContentPartPr/>
                <p14:nvPr/>
              </p14:nvContentPartPr>
              <p14:xfrm>
                <a:off x="10186797" y="1357648"/>
                <a:ext cx="120600" cy="1764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36AC3808-F5CB-4B73-8DFC-B343030177F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178157" y="1349008"/>
                  <a:ext cx="138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814DD33F-7FD0-41FE-9E76-66E459649680}"/>
                    </a:ext>
                  </a:extLst>
                </p14:cNvPr>
                <p14:cNvContentPartPr/>
                <p14:nvPr/>
              </p14:nvContentPartPr>
              <p14:xfrm>
                <a:off x="10423677" y="1235608"/>
                <a:ext cx="167400" cy="15948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814DD33F-7FD0-41FE-9E76-66E45964968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414677" y="1226608"/>
                  <a:ext cx="185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29D93B46-B2DC-46B7-BBD3-C1BE1EB08CF7}"/>
                    </a:ext>
                  </a:extLst>
                </p14:cNvPr>
                <p14:cNvContentPartPr/>
                <p14:nvPr/>
              </p14:nvContentPartPr>
              <p14:xfrm>
                <a:off x="10607277" y="1241368"/>
                <a:ext cx="130320" cy="13248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29D93B46-B2DC-46B7-BBD3-C1BE1EB08CF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598277" y="1232728"/>
                  <a:ext cx="147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B3AA76B6-20BB-438C-BEAF-19AD1AB8EB5E}"/>
                    </a:ext>
                  </a:extLst>
                </p14:cNvPr>
                <p14:cNvContentPartPr/>
                <p14:nvPr/>
              </p14:nvContentPartPr>
              <p14:xfrm>
                <a:off x="10805277" y="1198528"/>
                <a:ext cx="174600" cy="14184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B3AA76B6-20BB-438C-BEAF-19AD1AB8EB5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796277" y="1189528"/>
                  <a:ext cx="192240" cy="15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upo 208">
            <a:extLst>
              <a:ext uri="{FF2B5EF4-FFF2-40B4-BE49-F238E27FC236}">
                <a16:creationId xmlns:a16="http://schemas.microsoft.com/office/drawing/2014/main" id="{5B7EACC8-5058-4FF2-BCD5-DF3025F001E0}"/>
              </a:ext>
            </a:extLst>
          </p:cNvPr>
          <p:cNvGrpSpPr/>
          <p:nvPr/>
        </p:nvGrpSpPr>
        <p:grpSpPr>
          <a:xfrm>
            <a:off x="9628797" y="1693528"/>
            <a:ext cx="1524240" cy="337680"/>
            <a:chOff x="9628797" y="1693528"/>
            <a:chExt cx="1524240" cy="33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33D283FD-2572-4762-9923-3EB0729D23A6}"/>
                    </a:ext>
                  </a:extLst>
                </p14:cNvPr>
                <p14:cNvContentPartPr/>
                <p14:nvPr/>
              </p14:nvContentPartPr>
              <p14:xfrm>
                <a:off x="9628797" y="1873168"/>
                <a:ext cx="130680" cy="15804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33D283FD-2572-4762-9923-3EB0729D23A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619797" y="1864168"/>
                  <a:ext cx="148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1541E9DF-8FB8-4E65-830A-C647BA447194}"/>
                    </a:ext>
                  </a:extLst>
                </p14:cNvPr>
                <p14:cNvContentPartPr/>
                <p14:nvPr/>
              </p14:nvContentPartPr>
              <p14:xfrm>
                <a:off x="9767037" y="1863448"/>
                <a:ext cx="128520" cy="14148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1541E9DF-8FB8-4E65-830A-C647BA44719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758397" y="1854808"/>
                  <a:ext cx="146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FBDB1832-4D34-4CDB-86B2-45BC63419265}"/>
                    </a:ext>
                  </a:extLst>
                </p14:cNvPr>
                <p14:cNvContentPartPr/>
                <p14:nvPr/>
              </p14:nvContentPartPr>
              <p14:xfrm>
                <a:off x="9995277" y="1850128"/>
                <a:ext cx="185760" cy="7776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FBDB1832-4D34-4CDB-86B2-45BC6341926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986637" y="1841128"/>
                  <a:ext cx="203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AC1AC43E-19A9-4139-826F-29818285FA3F}"/>
                    </a:ext>
                  </a:extLst>
                </p14:cNvPr>
                <p14:cNvContentPartPr/>
                <p14:nvPr/>
              </p14:nvContentPartPr>
              <p14:xfrm>
                <a:off x="10260957" y="1795408"/>
                <a:ext cx="123480" cy="12600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AC1AC43E-19A9-4139-826F-29818285FA3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252317" y="1786408"/>
                  <a:ext cx="1411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9414F480-2935-44F1-B6B6-352CD42FA02F}"/>
                    </a:ext>
                  </a:extLst>
                </p14:cNvPr>
                <p14:cNvContentPartPr/>
                <p14:nvPr/>
              </p14:nvContentPartPr>
              <p14:xfrm>
                <a:off x="10411797" y="1774168"/>
                <a:ext cx="131040" cy="13032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9414F480-2935-44F1-B6B6-352CD42FA02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403157" y="1765528"/>
                  <a:ext cx="1486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E96147A1-588B-496E-9562-226F1B7F786D}"/>
                    </a:ext>
                  </a:extLst>
                </p14:cNvPr>
                <p14:cNvContentPartPr/>
                <p14:nvPr/>
              </p14:nvContentPartPr>
              <p14:xfrm>
                <a:off x="10619517" y="1759768"/>
                <a:ext cx="117720" cy="12492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E96147A1-588B-496E-9562-226F1B7F786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610877" y="1750768"/>
                  <a:ext cx="1353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72864CC2-F3CC-48E8-9DD6-456C65A13C58}"/>
                    </a:ext>
                  </a:extLst>
                </p14:cNvPr>
                <p14:cNvContentPartPr/>
                <p14:nvPr/>
              </p14:nvContentPartPr>
              <p14:xfrm>
                <a:off x="10866117" y="1775968"/>
                <a:ext cx="124560" cy="2016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72864CC2-F3CC-48E8-9DD6-456C65A13C5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57477" y="1767328"/>
                  <a:ext cx="142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48BC3D41-1FCD-4163-A318-49B326A8F106}"/>
                    </a:ext>
                  </a:extLst>
                </p14:cNvPr>
                <p14:cNvContentPartPr/>
                <p14:nvPr/>
              </p14:nvContentPartPr>
              <p14:xfrm>
                <a:off x="11056557" y="1693528"/>
                <a:ext cx="96480" cy="13752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48BC3D41-1FCD-4163-A318-49B326A8F10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047917" y="1684528"/>
                  <a:ext cx="114120" cy="15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212" name="Entrada de lápiz 211">
                <a:extLst>
                  <a:ext uri="{FF2B5EF4-FFF2-40B4-BE49-F238E27FC236}">
                    <a16:creationId xmlns:a16="http://schemas.microsoft.com/office/drawing/2014/main" id="{A2911630-D7FA-4FB0-8B30-6F5B41087875}"/>
                  </a:ext>
                </a:extLst>
              </p14:cNvPr>
              <p14:cNvContentPartPr/>
              <p14:nvPr/>
            </p14:nvContentPartPr>
            <p14:xfrm>
              <a:off x="9779997" y="1291048"/>
              <a:ext cx="144720" cy="153720"/>
            </p14:xfrm>
          </p:contentPart>
        </mc:Choice>
        <mc:Fallback>
          <p:pic>
            <p:nvPicPr>
              <p:cNvPr id="212" name="Entrada de lápiz 211">
                <a:extLst>
                  <a:ext uri="{FF2B5EF4-FFF2-40B4-BE49-F238E27FC236}">
                    <a16:creationId xmlns:a16="http://schemas.microsoft.com/office/drawing/2014/main" id="{A2911630-D7FA-4FB0-8B30-6F5B41087875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9771357" y="1282408"/>
                <a:ext cx="162360" cy="17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Grupo 220">
            <a:extLst>
              <a:ext uri="{FF2B5EF4-FFF2-40B4-BE49-F238E27FC236}">
                <a16:creationId xmlns:a16="http://schemas.microsoft.com/office/drawing/2014/main" id="{CB3FE2F3-DD2D-4AE2-B600-2E46DB443A4E}"/>
              </a:ext>
            </a:extLst>
          </p:cNvPr>
          <p:cNvGrpSpPr/>
          <p:nvPr/>
        </p:nvGrpSpPr>
        <p:grpSpPr>
          <a:xfrm>
            <a:off x="11214957" y="1621888"/>
            <a:ext cx="394920" cy="194760"/>
            <a:chOff x="11214957" y="1621888"/>
            <a:chExt cx="39492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0C05C841-5665-445E-8159-7670E977AC3E}"/>
                    </a:ext>
                  </a:extLst>
                </p14:cNvPr>
                <p14:cNvContentPartPr/>
                <p14:nvPr/>
              </p14:nvContentPartPr>
              <p14:xfrm>
                <a:off x="11214957" y="1621888"/>
                <a:ext cx="131760" cy="19476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0C05C841-5665-445E-8159-7670E977AC3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206317" y="1613248"/>
                  <a:ext cx="1494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DCB6D55F-18A0-45D4-BD7E-7533757AA904}"/>
                    </a:ext>
                  </a:extLst>
                </p14:cNvPr>
                <p14:cNvContentPartPr/>
                <p14:nvPr/>
              </p14:nvContentPartPr>
              <p14:xfrm>
                <a:off x="11431317" y="1637368"/>
                <a:ext cx="178560" cy="17280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DCB6D55F-18A0-45D4-BD7E-7533757AA90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422677" y="1628368"/>
                  <a:ext cx="19620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upo 246">
            <a:extLst>
              <a:ext uri="{FF2B5EF4-FFF2-40B4-BE49-F238E27FC236}">
                <a16:creationId xmlns:a16="http://schemas.microsoft.com/office/drawing/2014/main" id="{4EBC5754-514F-4661-8E85-40EC37681E01}"/>
              </a:ext>
            </a:extLst>
          </p:cNvPr>
          <p:cNvGrpSpPr/>
          <p:nvPr/>
        </p:nvGrpSpPr>
        <p:grpSpPr>
          <a:xfrm>
            <a:off x="6875517" y="3055768"/>
            <a:ext cx="1859040" cy="397440"/>
            <a:chOff x="6875517" y="3055768"/>
            <a:chExt cx="1859040" cy="39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2F58456A-435F-4B84-84EB-3E1958B66456}"/>
                    </a:ext>
                  </a:extLst>
                </p14:cNvPr>
                <p14:cNvContentPartPr/>
                <p14:nvPr/>
              </p14:nvContentPartPr>
              <p14:xfrm>
                <a:off x="6875517" y="3126688"/>
                <a:ext cx="408960" cy="32652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2F58456A-435F-4B84-84EB-3E1958B6645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866517" y="3118048"/>
                  <a:ext cx="4266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40C3D27D-5D27-4D86-A6C5-E9A03E089A4F}"/>
                    </a:ext>
                  </a:extLst>
                </p14:cNvPr>
                <p14:cNvContentPartPr/>
                <p14:nvPr/>
              </p14:nvContentPartPr>
              <p14:xfrm>
                <a:off x="7375197" y="3226408"/>
                <a:ext cx="151560" cy="2556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40C3D27D-5D27-4D86-A6C5-E9A03E089A4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366197" y="3217408"/>
                  <a:ext cx="1692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170EE830-9BF0-45BD-95AE-37E2A34E61BF}"/>
                    </a:ext>
                  </a:extLst>
                </p14:cNvPr>
                <p14:cNvContentPartPr/>
                <p14:nvPr/>
              </p14:nvContentPartPr>
              <p14:xfrm>
                <a:off x="7453317" y="3323608"/>
                <a:ext cx="130680" cy="3636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170EE830-9BF0-45BD-95AE-37E2A34E61B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444317" y="3314968"/>
                  <a:ext cx="148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D32C13FF-59AA-4224-9337-D268AC2446E0}"/>
                    </a:ext>
                  </a:extLst>
                </p14:cNvPr>
                <p14:cNvContentPartPr/>
                <p14:nvPr/>
              </p14:nvContentPartPr>
              <p14:xfrm>
                <a:off x="7695597" y="3190408"/>
                <a:ext cx="147240" cy="15804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D32C13FF-59AA-4224-9337-D268AC2446E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686957" y="3181408"/>
                  <a:ext cx="164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E1922CEF-FFF8-4E46-A819-0A5FF2DC65B0}"/>
                    </a:ext>
                  </a:extLst>
                </p14:cNvPr>
                <p14:cNvContentPartPr/>
                <p14:nvPr/>
              </p14:nvContentPartPr>
              <p14:xfrm>
                <a:off x="7806117" y="3153328"/>
                <a:ext cx="163440" cy="15336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E1922CEF-FFF8-4E46-A819-0A5FF2DC65B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797117" y="3144688"/>
                  <a:ext cx="1810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3F224932-D38A-4811-B197-2007070CE69A}"/>
                    </a:ext>
                  </a:extLst>
                </p14:cNvPr>
                <p14:cNvContentPartPr/>
                <p14:nvPr/>
              </p14:nvContentPartPr>
              <p14:xfrm>
                <a:off x="8067477" y="3090328"/>
                <a:ext cx="151560" cy="18324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3F224932-D38A-4811-B197-2007070CE69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058477" y="3081328"/>
                  <a:ext cx="169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C94773FE-B5DC-4262-ABD0-BBD36F6CC539}"/>
                    </a:ext>
                  </a:extLst>
                </p14:cNvPr>
                <p14:cNvContentPartPr/>
                <p14:nvPr/>
              </p14:nvContentPartPr>
              <p14:xfrm>
                <a:off x="8282757" y="3135328"/>
                <a:ext cx="139680" cy="14616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C94773FE-B5DC-4262-ABD0-BBD36F6CC53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274117" y="3126328"/>
                  <a:ext cx="1573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62804112-2C96-4B6D-BAFC-1277E9FC9846}"/>
                    </a:ext>
                  </a:extLst>
                </p14:cNvPr>
                <p14:cNvContentPartPr/>
                <p14:nvPr/>
              </p14:nvContentPartPr>
              <p14:xfrm>
                <a:off x="8510637" y="3055768"/>
                <a:ext cx="146520" cy="10512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62804112-2C96-4B6D-BAFC-1277E9FC984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501997" y="3047128"/>
                  <a:ext cx="164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08EE309D-01A7-4137-B34C-5BF603EEF2F8}"/>
                    </a:ext>
                  </a:extLst>
                </p14:cNvPr>
                <p14:cNvContentPartPr/>
                <p14:nvPr/>
              </p14:nvContentPartPr>
              <p14:xfrm>
                <a:off x="8545557" y="3135328"/>
                <a:ext cx="189000" cy="10440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08EE309D-01A7-4137-B34C-5BF603EEF2F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536917" y="3126688"/>
                  <a:ext cx="20664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upo 250">
            <a:extLst>
              <a:ext uri="{FF2B5EF4-FFF2-40B4-BE49-F238E27FC236}">
                <a16:creationId xmlns:a16="http://schemas.microsoft.com/office/drawing/2014/main" id="{CC41C75B-526F-4CD2-A285-48FF6D236761}"/>
              </a:ext>
            </a:extLst>
          </p:cNvPr>
          <p:cNvGrpSpPr/>
          <p:nvPr/>
        </p:nvGrpSpPr>
        <p:grpSpPr>
          <a:xfrm>
            <a:off x="6937077" y="3479488"/>
            <a:ext cx="2161440" cy="1395720"/>
            <a:chOff x="6937077" y="3479488"/>
            <a:chExt cx="2161440" cy="139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0A9B1795-74EF-4329-8563-D64D5D0D8E18}"/>
                    </a:ext>
                  </a:extLst>
                </p14:cNvPr>
                <p14:cNvContentPartPr/>
                <p14:nvPr/>
              </p14:nvContentPartPr>
              <p14:xfrm>
                <a:off x="7070277" y="3797008"/>
                <a:ext cx="262080" cy="19764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0A9B1795-74EF-4329-8563-D64D5D0D8E1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061637" y="3788008"/>
                  <a:ext cx="279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4CDF1126-D61C-4E0D-A9F9-4DF98FFCC20D}"/>
                    </a:ext>
                  </a:extLst>
                </p14:cNvPr>
                <p14:cNvContentPartPr/>
                <p14:nvPr/>
              </p14:nvContentPartPr>
              <p14:xfrm>
                <a:off x="7448277" y="3755608"/>
                <a:ext cx="164880" cy="504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4CDF1126-D61C-4E0D-A9F9-4DF98FFCC20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439277" y="3746608"/>
                  <a:ext cx="1825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26331AEC-702B-4681-96A8-BBBE20BBAD2C}"/>
                    </a:ext>
                  </a:extLst>
                </p14:cNvPr>
                <p14:cNvContentPartPr/>
                <p14:nvPr/>
              </p14:nvContentPartPr>
              <p14:xfrm>
                <a:off x="7516317" y="3790528"/>
                <a:ext cx="213840" cy="6336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26331AEC-702B-4681-96A8-BBBE20BBAD2C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507317" y="3781888"/>
                  <a:ext cx="2314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18BE03A5-5920-498E-816E-F054E16A8B87}"/>
                    </a:ext>
                  </a:extLst>
                </p14:cNvPr>
                <p14:cNvContentPartPr/>
                <p14:nvPr/>
              </p14:nvContentPartPr>
              <p14:xfrm>
                <a:off x="7888917" y="3584248"/>
                <a:ext cx="124560" cy="14472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18BE03A5-5920-498E-816E-F054E16A8B8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880277" y="3575608"/>
                  <a:ext cx="142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850DEA69-1619-4001-9B93-FF35B6A7733F}"/>
                    </a:ext>
                  </a:extLst>
                </p14:cNvPr>
                <p14:cNvContentPartPr/>
                <p14:nvPr/>
              </p14:nvContentPartPr>
              <p14:xfrm>
                <a:off x="7908717" y="3685048"/>
                <a:ext cx="133200" cy="14688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850DEA69-1619-4001-9B93-FF35B6A7733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900077" y="3676048"/>
                  <a:ext cx="1508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A59A6802-CC76-48CB-AE67-83ACA10DF6C1}"/>
                    </a:ext>
                  </a:extLst>
                </p14:cNvPr>
                <p14:cNvContentPartPr/>
                <p14:nvPr/>
              </p14:nvContentPartPr>
              <p14:xfrm>
                <a:off x="8175837" y="3562648"/>
                <a:ext cx="196920" cy="18324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A59A6802-CC76-48CB-AE67-83ACA10DF6C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166837" y="3553648"/>
                  <a:ext cx="2145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0AFB9ABA-662D-4F49-AC5A-B78634D5110C}"/>
                    </a:ext>
                  </a:extLst>
                </p14:cNvPr>
                <p14:cNvContentPartPr/>
                <p14:nvPr/>
              </p14:nvContentPartPr>
              <p14:xfrm>
                <a:off x="8392197" y="3552928"/>
                <a:ext cx="141480" cy="16236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0AFB9ABA-662D-4F49-AC5A-B78634D5110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383197" y="3544288"/>
                  <a:ext cx="1591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C896E5BF-6C71-40AF-8575-AD2852256CDA}"/>
                    </a:ext>
                  </a:extLst>
                </p14:cNvPr>
                <p14:cNvContentPartPr/>
                <p14:nvPr/>
              </p14:nvContentPartPr>
              <p14:xfrm>
                <a:off x="8625837" y="3479488"/>
                <a:ext cx="130320" cy="12780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C896E5BF-6C71-40AF-8575-AD2852256CD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617197" y="3470848"/>
                  <a:ext cx="1479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C74E5AA7-8D2B-4867-82B9-C45FE8B122A6}"/>
                    </a:ext>
                  </a:extLst>
                </p14:cNvPr>
                <p14:cNvContentPartPr/>
                <p14:nvPr/>
              </p14:nvContentPartPr>
              <p14:xfrm>
                <a:off x="8624397" y="3592528"/>
                <a:ext cx="160920" cy="12528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C74E5AA7-8D2B-4867-82B9-C45FE8B122A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615757" y="3583528"/>
                  <a:ext cx="178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2CA340CF-0840-4E17-8A1E-2266EE7E9E81}"/>
                    </a:ext>
                  </a:extLst>
                </p14:cNvPr>
                <p14:cNvContentPartPr/>
                <p14:nvPr/>
              </p14:nvContentPartPr>
              <p14:xfrm>
                <a:off x="7297797" y="4281928"/>
                <a:ext cx="256680" cy="20628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2CA340CF-0840-4E17-8A1E-2266EE7E9E8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289157" y="4272928"/>
                  <a:ext cx="2743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A984F1F2-0CC3-4B8F-903A-AEAF5123B5A3}"/>
                    </a:ext>
                  </a:extLst>
                </p14:cNvPr>
                <p14:cNvContentPartPr/>
                <p14:nvPr/>
              </p14:nvContentPartPr>
              <p14:xfrm>
                <a:off x="7619637" y="4271848"/>
                <a:ext cx="167760" cy="1656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A984F1F2-0CC3-4B8F-903A-AEAF5123B5A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610637" y="4263208"/>
                  <a:ext cx="185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468F9ACC-E169-4988-BB3A-40938CD1FDC4}"/>
                    </a:ext>
                  </a:extLst>
                </p14:cNvPr>
                <p14:cNvContentPartPr/>
                <p14:nvPr/>
              </p14:nvContentPartPr>
              <p14:xfrm>
                <a:off x="7692717" y="4313608"/>
                <a:ext cx="204840" cy="5184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468F9ACC-E169-4988-BB3A-40938CD1FDC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683717" y="4304608"/>
                  <a:ext cx="2224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5B9120A4-C2AE-466E-9E7F-F98CBC143F6C}"/>
                    </a:ext>
                  </a:extLst>
                </p14:cNvPr>
                <p14:cNvContentPartPr/>
                <p14:nvPr/>
              </p14:nvContentPartPr>
              <p14:xfrm>
                <a:off x="7987197" y="4140808"/>
                <a:ext cx="161280" cy="20016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5B9120A4-C2AE-466E-9E7F-F98CBC143F6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978557" y="4131808"/>
                  <a:ext cx="1789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6DB1CCC5-67CC-4F82-AB11-F0DD715D1A52}"/>
                    </a:ext>
                  </a:extLst>
                </p14:cNvPr>
                <p14:cNvContentPartPr/>
                <p14:nvPr/>
              </p14:nvContentPartPr>
              <p14:xfrm>
                <a:off x="8199597" y="4079248"/>
                <a:ext cx="122400" cy="25092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6DB1CCC5-67CC-4F82-AB11-F0DD715D1A5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190957" y="4070248"/>
                  <a:ext cx="1400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536CC1E0-BF10-4891-9148-A0A0A92C4301}"/>
                    </a:ext>
                  </a:extLst>
                </p14:cNvPr>
                <p14:cNvContentPartPr/>
                <p14:nvPr/>
              </p14:nvContentPartPr>
              <p14:xfrm>
                <a:off x="6937077" y="3790528"/>
                <a:ext cx="1931400" cy="50076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536CC1E0-BF10-4891-9148-A0A0A92C430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928437" y="3781888"/>
                  <a:ext cx="194904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05527E74-183F-4315-8AAE-4DAA9541D27E}"/>
                    </a:ext>
                  </a:extLst>
                </p14:cNvPr>
                <p14:cNvContentPartPr/>
                <p14:nvPr/>
              </p14:nvContentPartPr>
              <p14:xfrm>
                <a:off x="6992157" y="4308928"/>
                <a:ext cx="204840" cy="49536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05527E74-183F-4315-8AAE-4DAA9541D27E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983517" y="4300288"/>
                  <a:ext cx="22248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A0D335D2-4162-4EC4-9906-2DB247DD7994}"/>
                    </a:ext>
                  </a:extLst>
                </p14:cNvPr>
                <p14:cNvContentPartPr/>
                <p14:nvPr/>
              </p14:nvContentPartPr>
              <p14:xfrm>
                <a:off x="7167477" y="3794128"/>
                <a:ext cx="1931040" cy="108108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A0D335D2-4162-4EC4-9906-2DB247DD799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158837" y="3785488"/>
                  <a:ext cx="1948680" cy="10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upo 254">
            <a:extLst>
              <a:ext uri="{FF2B5EF4-FFF2-40B4-BE49-F238E27FC236}">
                <a16:creationId xmlns:a16="http://schemas.microsoft.com/office/drawing/2014/main" id="{41D41442-39CC-41D8-A229-64AEE070386C}"/>
              </a:ext>
            </a:extLst>
          </p:cNvPr>
          <p:cNvGrpSpPr/>
          <p:nvPr/>
        </p:nvGrpSpPr>
        <p:grpSpPr>
          <a:xfrm>
            <a:off x="9468237" y="2129128"/>
            <a:ext cx="1307520" cy="637200"/>
            <a:chOff x="9468237" y="2129128"/>
            <a:chExt cx="1307520" cy="63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69CE56BF-2B26-4DB5-ADC4-1FDE51FB3AEF}"/>
                    </a:ext>
                  </a:extLst>
                </p14:cNvPr>
                <p14:cNvContentPartPr/>
                <p14:nvPr/>
              </p14:nvContentPartPr>
              <p14:xfrm>
                <a:off x="9758397" y="2339728"/>
                <a:ext cx="116640" cy="15156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69CE56BF-2B26-4DB5-ADC4-1FDE51FB3AE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749397" y="2330728"/>
                  <a:ext cx="134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2F9AC09C-26A2-4026-9569-1098B18115D9}"/>
                    </a:ext>
                  </a:extLst>
                </p14:cNvPr>
                <p14:cNvContentPartPr/>
                <p14:nvPr/>
              </p14:nvContentPartPr>
              <p14:xfrm>
                <a:off x="9851997" y="2337568"/>
                <a:ext cx="152640" cy="13104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2F9AC09C-26A2-4026-9569-1098B18115D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843357" y="2328928"/>
                  <a:ext cx="170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6B4615C3-9AB5-4BE5-BC21-E15A8ACB41FE}"/>
                    </a:ext>
                  </a:extLst>
                </p14:cNvPr>
                <p14:cNvContentPartPr/>
                <p14:nvPr/>
              </p14:nvContentPartPr>
              <p14:xfrm>
                <a:off x="10032357" y="2327848"/>
                <a:ext cx="192600" cy="8856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6B4615C3-9AB5-4BE5-BC21-E15A8ACB41F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0023717" y="2318848"/>
                  <a:ext cx="2102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DAED820E-23C9-481A-A091-5A19D0B932D6}"/>
                    </a:ext>
                  </a:extLst>
                </p14:cNvPr>
                <p14:cNvContentPartPr/>
                <p14:nvPr/>
              </p14:nvContentPartPr>
              <p14:xfrm>
                <a:off x="10344477" y="2229568"/>
                <a:ext cx="134280" cy="10548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DAED820E-23C9-481A-A091-5A19D0B932D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335837" y="2220928"/>
                  <a:ext cx="151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300549F0-0DAA-43A5-BA75-D7E79859AABE}"/>
                    </a:ext>
                  </a:extLst>
                </p14:cNvPr>
                <p14:cNvContentPartPr/>
                <p14:nvPr/>
              </p14:nvContentPartPr>
              <p14:xfrm>
                <a:off x="10348077" y="2326408"/>
                <a:ext cx="184320" cy="11088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300549F0-0DAA-43A5-BA75-D7E79859AAB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339437" y="2317408"/>
                  <a:ext cx="201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D69C6FC8-61CA-4407-99F1-7566CD472472}"/>
                    </a:ext>
                  </a:extLst>
                </p14:cNvPr>
                <p14:cNvContentPartPr/>
                <p14:nvPr/>
              </p14:nvContentPartPr>
              <p14:xfrm>
                <a:off x="9576597" y="2195368"/>
                <a:ext cx="75600" cy="47772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D69C6FC8-61CA-4407-99F1-7566CD47247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567597" y="2186368"/>
                  <a:ext cx="9324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CEAD580F-316A-405A-B86C-9704F943F96C}"/>
                    </a:ext>
                  </a:extLst>
                </p14:cNvPr>
                <p14:cNvContentPartPr/>
                <p14:nvPr/>
              </p14:nvContentPartPr>
              <p14:xfrm>
                <a:off x="9468237" y="2129128"/>
                <a:ext cx="1307520" cy="63720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CEAD580F-316A-405A-B86C-9704F943F96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459597" y="2120128"/>
                  <a:ext cx="1325160" cy="65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2">
            <p14:nvContentPartPr>
              <p14:cNvPr id="257" name="Entrada de lápiz 256">
                <a:extLst>
                  <a:ext uri="{FF2B5EF4-FFF2-40B4-BE49-F238E27FC236}">
                    <a16:creationId xmlns:a16="http://schemas.microsoft.com/office/drawing/2014/main" id="{62F36AA7-642B-433C-ACBD-59519D9C8825}"/>
                  </a:ext>
                </a:extLst>
              </p14:cNvPr>
              <p14:cNvContentPartPr/>
              <p14:nvPr/>
            </p14:nvContentPartPr>
            <p14:xfrm>
              <a:off x="6305997" y="387088"/>
              <a:ext cx="696600" cy="113400"/>
            </p14:xfrm>
          </p:contentPart>
        </mc:Choice>
        <mc:Fallback>
          <p:pic>
            <p:nvPicPr>
              <p:cNvPr id="257" name="Entrada de lápiz 256">
                <a:extLst>
                  <a:ext uri="{FF2B5EF4-FFF2-40B4-BE49-F238E27FC236}">
                    <a16:creationId xmlns:a16="http://schemas.microsoft.com/office/drawing/2014/main" id="{62F36AA7-642B-433C-ACBD-59519D9C8825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6297357" y="378088"/>
                <a:ext cx="71424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4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15758C13-4EEF-465A-AEDB-7C71C4F3BE68}"/>
                  </a:ext>
                </a:extLst>
              </p14:cNvPr>
              <p14:cNvContentPartPr/>
              <p14:nvPr/>
            </p14:nvContentPartPr>
            <p14:xfrm>
              <a:off x="6537477" y="128248"/>
              <a:ext cx="241920" cy="114480"/>
            </p14:xfrm>
          </p:contentPart>
        </mc:Choice>
        <mc:Fallback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15758C13-4EEF-465A-AEDB-7C71C4F3BE68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6528477" y="119608"/>
                <a:ext cx="2595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6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3D31AD4D-F699-416A-83FB-93B62E04AA46}"/>
                  </a:ext>
                </a:extLst>
              </p14:cNvPr>
              <p14:cNvContentPartPr/>
              <p14:nvPr/>
            </p14:nvContentPartPr>
            <p14:xfrm>
              <a:off x="8630517" y="478888"/>
              <a:ext cx="21240" cy="3960"/>
            </p14:xfrm>
          </p:contentPart>
        </mc:Choice>
        <mc:Fallback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3D31AD4D-F699-416A-83FB-93B62E04AA46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8576877" y="371248"/>
                <a:ext cx="128880" cy="21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140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BC12F363-D7F5-4BC5-8C9B-60DA04AACBF9}"/>
              </a:ext>
            </a:extLst>
          </p:cNvPr>
          <p:cNvGrpSpPr/>
          <p:nvPr/>
        </p:nvGrpSpPr>
        <p:grpSpPr>
          <a:xfrm>
            <a:off x="1665237" y="292768"/>
            <a:ext cx="6150960" cy="5668920"/>
            <a:chOff x="1665237" y="292768"/>
            <a:chExt cx="6150960" cy="56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AA6B15DC-1916-4535-AE5A-91776941ABF2}"/>
                    </a:ext>
                  </a:extLst>
                </p14:cNvPr>
                <p14:cNvContentPartPr/>
                <p14:nvPr/>
              </p14:nvContentPartPr>
              <p14:xfrm>
                <a:off x="1665237" y="712528"/>
                <a:ext cx="3564360" cy="321336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AA6B15DC-1916-4535-AE5A-91776941ABF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56237" y="703888"/>
                  <a:ext cx="3582000" cy="32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147F65A8-102B-4568-BBDF-93EEBEB8DFF8}"/>
                    </a:ext>
                  </a:extLst>
                </p14:cNvPr>
                <p14:cNvContentPartPr/>
                <p14:nvPr/>
              </p14:nvContentPartPr>
              <p14:xfrm>
                <a:off x="3765837" y="1012768"/>
                <a:ext cx="3808440" cy="300708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147F65A8-102B-4568-BBDF-93EEBEB8DF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57197" y="1003768"/>
                  <a:ext cx="3826080" cy="30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6865011C-C298-4709-83F2-62F63A6387C7}"/>
                    </a:ext>
                  </a:extLst>
                </p14:cNvPr>
                <p14:cNvContentPartPr/>
                <p14:nvPr/>
              </p14:nvContentPartPr>
              <p14:xfrm>
                <a:off x="2943597" y="2927968"/>
                <a:ext cx="3848400" cy="303372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6865011C-C298-4709-83F2-62F63A6387C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34957" y="2919328"/>
                  <a:ext cx="3866040" cy="30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641A317C-22A4-4563-B396-C06D6BED5671}"/>
                    </a:ext>
                  </a:extLst>
                </p14:cNvPr>
                <p14:cNvContentPartPr/>
                <p14:nvPr/>
              </p14:nvContentPartPr>
              <p14:xfrm>
                <a:off x="5746557" y="3133528"/>
                <a:ext cx="119520" cy="14724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641A317C-22A4-4563-B396-C06D6BED56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37917" y="3124888"/>
                  <a:ext cx="137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F35E4410-8C1F-4982-A87E-D3325B2862D8}"/>
                    </a:ext>
                  </a:extLst>
                </p14:cNvPr>
                <p14:cNvContentPartPr/>
                <p14:nvPr/>
              </p14:nvContentPartPr>
              <p14:xfrm>
                <a:off x="2000037" y="469888"/>
                <a:ext cx="195480" cy="3542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F35E4410-8C1F-4982-A87E-D3325B2862D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91397" y="461248"/>
                  <a:ext cx="2131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E9DF1F09-F4A5-42DF-8232-51985EF9DE44}"/>
                    </a:ext>
                  </a:extLst>
                </p14:cNvPr>
                <p14:cNvContentPartPr/>
                <p14:nvPr/>
              </p14:nvContentPartPr>
              <p14:xfrm>
                <a:off x="2054037" y="556648"/>
                <a:ext cx="306000" cy="2005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E9DF1F09-F4A5-42DF-8232-51985EF9DE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45037" y="547648"/>
                  <a:ext cx="3236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279E82CC-A416-4F21-B9A1-C4D0A5A889E3}"/>
                    </a:ext>
                  </a:extLst>
                </p14:cNvPr>
                <p14:cNvContentPartPr/>
                <p14:nvPr/>
              </p14:nvContentPartPr>
              <p14:xfrm>
                <a:off x="7473117" y="292768"/>
                <a:ext cx="343080" cy="3866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279E82CC-A416-4F21-B9A1-C4D0A5A889E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64477" y="284128"/>
                  <a:ext cx="36072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1A955257-E5C3-4421-8A94-0D0E129ECCEA}"/>
                    </a:ext>
                  </a:extLst>
                </p14:cNvPr>
                <p14:cNvContentPartPr/>
                <p14:nvPr/>
              </p14:nvContentPartPr>
              <p14:xfrm>
                <a:off x="6908277" y="3647968"/>
                <a:ext cx="274320" cy="3020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1A955257-E5C3-4421-8A94-0D0E129ECC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99637" y="3638968"/>
                  <a:ext cx="291960" cy="31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AC990850-87A1-42D9-A2E0-2EA0C668D268}"/>
                  </a:ext>
                </a:extLst>
              </p14:cNvPr>
              <p14:cNvContentPartPr/>
              <p14:nvPr/>
            </p14:nvContentPartPr>
            <p14:xfrm>
              <a:off x="10656237" y="2287168"/>
              <a:ext cx="217800" cy="27972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AC990850-87A1-42D9-A2E0-2EA0C668D26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647597" y="2278168"/>
                <a:ext cx="235440" cy="29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upo 124">
            <a:extLst>
              <a:ext uri="{FF2B5EF4-FFF2-40B4-BE49-F238E27FC236}">
                <a16:creationId xmlns:a16="http://schemas.microsoft.com/office/drawing/2014/main" id="{94B1DCAC-984D-4C48-829F-5CF708FD7213}"/>
              </a:ext>
            </a:extLst>
          </p:cNvPr>
          <p:cNvGrpSpPr/>
          <p:nvPr/>
        </p:nvGrpSpPr>
        <p:grpSpPr>
          <a:xfrm>
            <a:off x="2493957" y="614968"/>
            <a:ext cx="8993880" cy="5096160"/>
            <a:chOff x="2493957" y="614968"/>
            <a:chExt cx="8993880" cy="50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3BA139B0-8D31-41A8-9B95-D6E6B767B2DE}"/>
                    </a:ext>
                  </a:extLst>
                </p14:cNvPr>
                <p14:cNvContentPartPr/>
                <p14:nvPr/>
              </p14:nvContentPartPr>
              <p14:xfrm>
                <a:off x="2493957" y="1777768"/>
                <a:ext cx="342360" cy="3754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3BA139B0-8D31-41A8-9B95-D6E6B767B2D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84957" y="1768768"/>
                  <a:ext cx="36000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1882202C-0DA6-4D45-9BA8-41430C9ED755}"/>
                    </a:ext>
                  </a:extLst>
                </p14:cNvPr>
                <p14:cNvContentPartPr/>
                <p14:nvPr/>
              </p14:nvContentPartPr>
              <p14:xfrm>
                <a:off x="2869797" y="1589488"/>
                <a:ext cx="207720" cy="32652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1882202C-0DA6-4D45-9BA8-41430C9ED7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60797" y="1580488"/>
                  <a:ext cx="2253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FF8F2C1D-D263-4B62-8EF0-7CB86FD8A3A4}"/>
                    </a:ext>
                  </a:extLst>
                </p14:cNvPr>
                <p14:cNvContentPartPr/>
                <p14:nvPr/>
              </p14:nvContentPartPr>
              <p14:xfrm>
                <a:off x="4226997" y="3170248"/>
                <a:ext cx="164160" cy="15084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FF8F2C1D-D263-4B62-8EF0-7CB86FD8A3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18357" y="3161248"/>
                  <a:ext cx="1818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D3660817-C8BC-4DEA-AF41-A7C819125815}"/>
                    </a:ext>
                  </a:extLst>
                </p14:cNvPr>
                <p14:cNvContentPartPr/>
                <p14:nvPr/>
              </p14:nvContentPartPr>
              <p14:xfrm>
                <a:off x="4288557" y="3269968"/>
                <a:ext cx="159840" cy="18036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D3660817-C8BC-4DEA-AF41-A7C81912581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79917" y="3261328"/>
                  <a:ext cx="1774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627B2DEB-08C4-432F-89E8-6C58CB9ED766}"/>
                    </a:ext>
                  </a:extLst>
                </p14:cNvPr>
                <p14:cNvContentPartPr/>
                <p14:nvPr/>
              </p14:nvContentPartPr>
              <p14:xfrm>
                <a:off x="6122397" y="2030128"/>
                <a:ext cx="66600" cy="28656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627B2DEB-08C4-432F-89E8-6C58CB9ED76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13757" y="2021488"/>
                  <a:ext cx="84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C42AA8DB-868B-4DEF-93A2-C0BBD3929A80}"/>
                    </a:ext>
                  </a:extLst>
                </p14:cNvPr>
                <p14:cNvContentPartPr/>
                <p14:nvPr/>
              </p14:nvContentPartPr>
              <p14:xfrm>
                <a:off x="5995317" y="1966408"/>
                <a:ext cx="192600" cy="23652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C42AA8DB-868B-4DEF-93A2-C0BBD3929A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86317" y="1957768"/>
                  <a:ext cx="2102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652A896A-73AC-4F83-8134-42BE1376E998}"/>
                    </a:ext>
                  </a:extLst>
                </p14:cNvPr>
                <p14:cNvContentPartPr/>
                <p14:nvPr/>
              </p14:nvContentPartPr>
              <p14:xfrm>
                <a:off x="6278637" y="1952008"/>
                <a:ext cx="237960" cy="26712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652A896A-73AC-4F83-8134-42BE1376E99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69997" y="1943368"/>
                  <a:ext cx="2556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73C2EA84-C204-46D1-A1F0-47B8923B0F34}"/>
                    </a:ext>
                  </a:extLst>
                </p14:cNvPr>
                <p14:cNvContentPartPr/>
                <p14:nvPr/>
              </p14:nvContentPartPr>
              <p14:xfrm>
                <a:off x="5162277" y="3499648"/>
                <a:ext cx="61560" cy="24372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73C2EA84-C204-46D1-A1F0-47B8923B0F3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53637" y="3490648"/>
                  <a:ext cx="792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383302CC-5F73-4990-85E7-CB904DD49B61}"/>
                    </a:ext>
                  </a:extLst>
                </p14:cNvPr>
                <p14:cNvContentPartPr/>
                <p14:nvPr/>
              </p14:nvContentPartPr>
              <p14:xfrm>
                <a:off x="5317077" y="3418288"/>
                <a:ext cx="155520" cy="28692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383302CC-5F73-4990-85E7-CB904DD49B6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08077" y="3409648"/>
                  <a:ext cx="1731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2A782244-5ECC-4962-849D-450D2CF6A1E7}"/>
                    </a:ext>
                  </a:extLst>
                </p14:cNvPr>
                <p14:cNvContentPartPr/>
                <p14:nvPr/>
              </p14:nvContentPartPr>
              <p14:xfrm>
                <a:off x="4850877" y="4590808"/>
                <a:ext cx="183600" cy="34380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2A782244-5ECC-4962-849D-450D2CF6A1E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42237" y="4581808"/>
                  <a:ext cx="2012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9B9102B9-BA21-452D-8426-63894731A3B3}"/>
                    </a:ext>
                  </a:extLst>
                </p14:cNvPr>
                <p14:cNvContentPartPr/>
                <p14:nvPr/>
              </p14:nvContentPartPr>
              <p14:xfrm>
                <a:off x="5126277" y="4579288"/>
                <a:ext cx="156600" cy="1933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9B9102B9-BA21-452D-8426-63894731A3B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17637" y="4570648"/>
                  <a:ext cx="174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228698BB-7F1A-424B-86A2-FEF553F59F06}"/>
                    </a:ext>
                  </a:extLst>
                </p14:cNvPr>
                <p14:cNvContentPartPr/>
                <p14:nvPr/>
              </p14:nvContentPartPr>
              <p14:xfrm>
                <a:off x="5280357" y="4618168"/>
                <a:ext cx="19800" cy="29160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228698BB-7F1A-424B-86A2-FEF553F59F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71357" y="4609168"/>
                  <a:ext cx="374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18462EAB-85C1-4351-918F-37BC0F143024}"/>
                    </a:ext>
                  </a:extLst>
                </p14:cNvPr>
                <p14:cNvContentPartPr/>
                <p14:nvPr/>
              </p14:nvContentPartPr>
              <p14:xfrm>
                <a:off x="3352197" y="3568768"/>
                <a:ext cx="96120" cy="16452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18462EAB-85C1-4351-918F-37BC0F14302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43197" y="3559768"/>
                  <a:ext cx="113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CB036776-9071-46F3-9EAD-D9C838756E0B}"/>
                    </a:ext>
                  </a:extLst>
                </p14:cNvPr>
                <p14:cNvContentPartPr/>
                <p14:nvPr/>
              </p14:nvContentPartPr>
              <p14:xfrm>
                <a:off x="3488277" y="3480568"/>
                <a:ext cx="134280" cy="14796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CB036776-9071-46F3-9EAD-D9C838756E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79637" y="3471928"/>
                  <a:ext cx="1519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961E61C5-D531-41F1-A57C-9756012DE3E4}"/>
                    </a:ext>
                  </a:extLst>
                </p14:cNvPr>
                <p14:cNvContentPartPr/>
                <p14:nvPr/>
              </p14:nvContentPartPr>
              <p14:xfrm>
                <a:off x="3592317" y="3478768"/>
                <a:ext cx="84600" cy="25920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961E61C5-D531-41F1-A57C-9756012DE3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83317" y="3470128"/>
                  <a:ext cx="1022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3A090899-9EF8-4D7E-B23B-1695724F459C}"/>
                    </a:ext>
                  </a:extLst>
                </p14:cNvPr>
                <p14:cNvContentPartPr/>
                <p14:nvPr/>
              </p14:nvContentPartPr>
              <p14:xfrm>
                <a:off x="8641677" y="936088"/>
                <a:ext cx="181800" cy="18432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3A090899-9EF8-4D7E-B23B-1695724F459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32677" y="927088"/>
                  <a:ext cx="199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F9A016AD-8DB8-44C7-ABF8-C7EA8D945FFA}"/>
                    </a:ext>
                  </a:extLst>
                </p14:cNvPr>
                <p14:cNvContentPartPr/>
                <p14:nvPr/>
              </p14:nvContentPartPr>
              <p14:xfrm>
                <a:off x="8820957" y="700648"/>
                <a:ext cx="111600" cy="39276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F9A016AD-8DB8-44C7-ABF8-C7EA8D945FF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12317" y="692008"/>
                  <a:ext cx="1292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61A2863C-8691-46A0-8561-976937F5BFC9}"/>
                    </a:ext>
                  </a:extLst>
                </p14:cNvPr>
                <p14:cNvContentPartPr/>
                <p14:nvPr/>
              </p14:nvContentPartPr>
              <p14:xfrm>
                <a:off x="9181677" y="1008808"/>
                <a:ext cx="1842120" cy="21960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61A2863C-8691-46A0-8561-976937F5BF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73037" y="999808"/>
                  <a:ext cx="18597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7778934B-3B10-4C4B-B6B3-0669E2A86405}"/>
                    </a:ext>
                  </a:extLst>
                </p14:cNvPr>
                <p14:cNvContentPartPr/>
                <p14:nvPr/>
              </p14:nvContentPartPr>
              <p14:xfrm>
                <a:off x="9772077" y="1382128"/>
                <a:ext cx="241920" cy="25920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7778934B-3B10-4C4B-B6B3-0669E2A8640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763077" y="1373488"/>
                  <a:ext cx="2595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5D2FC59F-FAEE-44F1-AC5B-E1F0EE3F24E7}"/>
                    </a:ext>
                  </a:extLst>
                </p14:cNvPr>
                <p14:cNvContentPartPr/>
                <p14:nvPr/>
              </p14:nvContentPartPr>
              <p14:xfrm>
                <a:off x="10050717" y="1379968"/>
                <a:ext cx="230400" cy="1990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5D2FC59F-FAEE-44F1-AC5B-E1F0EE3F24E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41717" y="1370968"/>
                  <a:ext cx="2480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494B31A2-E2EE-4135-89BF-CA2243E2543A}"/>
                    </a:ext>
                  </a:extLst>
                </p14:cNvPr>
                <p14:cNvContentPartPr/>
                <p14:nvPr/>
              </p14:nvContentPartPr>
              <p14:xfrm>
                <a:off x="10349877" y="1330648"/>
                <a:ext cx="245520" cy="21636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494B31A2-E2EE-4135-89BF-CA2243E2543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341237" y="1322008"/>
                  <a:ext cx="2631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12247CF5-7900-4B90-9C55-61F29C75B8F7}"/>
                    </a:ext>
                  </a:extLst>
                </p14:cNvPr>
                <p14:cNvContentPartPr/>
                <p14:nvPr/>
              </p14:nvContentPartPr>
              <p14:xfrm>
                <a:off x="9857397" y="614968"/>
                <a:ext cx="194040" cy="17748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12247CF5-7900-4B90-9C55-61F29C75B8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48757" y="606328"/>
                  <a:ext cx="2116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E770008A-D733-48F5-AFE5-236C635A28CF}"/>
                    </a:ext>
                  </a:extLst>
                </p14:cNvPr>
                <p14:cNvContentPartPr/>
                <p14:nvPr/>
              </p14:nvContentPartPr>
              <p14:xfrm>
                <a:off x="9879717" y="740608"/>
                <a:ext cx="219600" cy="20700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E770008A-D733-48F5-AFE5-236C635A28C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70717" y="731968"/>
                  <a:ext cx="2372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4FFD8827-092F-44C5-87C2-06AB7605ADC6}"/>
                    </a:ext>
                  </a:extLst>
                </p14:cNvPr>
                <p14:cNvContentPartPr/>
                <p14:nvPr/>
              </p14:nvContentPartPr>
              <p14:xfrm>
                <a:off x="8681637" y="2206168"/>
                <a:ext cx="166320" cy="35820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4FFD8827-092F-44C5-87C2-06AB7605ADC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72997" y="2197168"/>
                  <a:ext cx="1839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3DB19EF1-D0CE-46E9-8547-D56670054333}"/>
                    </a:ext>
                  </a:extLst>
                </p14:cNvPr>
                <p14:cNvContentPartPr/>
                <p14:nvPr/>
              </p14:nvContentPartPr>
              <p14:xfrm>
                <a:off x="8905197" y="2154688"/>
                <a:ext cx="77760" cy="44244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3DB19EF1-D0CE-46E9-8547-D5667005433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896197" y="2145688"/>
                  <a:ext cx="9540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6C981A1E-F90E-4DFC-84BA-09791E0A2006}"/>
                    </a:ext>
                  </a:extLst>
                </p14:cNvPr>
                <p14:cNvContentPartPr/>
                <p14:nvPr/>
              </p14:nvContentPartPr>
              <p14:xfrm>
                <a:off x="9615837" y="2142448"/>
                <a:ext cx="231840" cy="3261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6C981A1E-F90E-4DFC-84BA-09791E0A200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06837" y="2133448"/>
                  <a:ext cx="2494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ECEA46D1-3D84-47C7-B2CC-5A45B03C591E}"/>
                    </a:ext>
                  </a:extLst>
                </p14:cNvPr>
                <p14:cNvContentPartPr/>
                <p14:nvPr/>
              </p14:nvContentPartPr>
              <p14:xfrm>
                <a:off x="9881157" y="2125888"/>
                <a:ext cx="194760" cy="29376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ECEA46D1-3D84-47C7-B2CC-5A45B03C591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72517" y="2116888"/>
                  <a:ext cx="2124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2519338E-D580-40F0-9885-B55A9A51E3B0}"/>
                    </a:ext>
                  </a:extLst>
                </p14:cNvPr>
                <p14:cNvContentPartPr/>
                <p14:nvPr/>
              </p14:nvContentPartPr>
              <p14:xfrm>
                <a:off x="9337917" y="2542408"/>
                <a:ext cx="1112760" cy="10044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2519338E-D580-40F0-9885-B55A9A51E3B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29277" y="2533408"/>
                  <a:ext cx="1130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4A1359F3-AF71-4B27-A9D6-98268E2486B4}"/>
                    </a:ext>
                  </a:extLst>
                </p14:cNvPr>
                <p14:cNvContentPartPr/>
                <p14:nvPr/>
              </p14:nvContentPartPr>
              <p14:xfrm>
                <a:off x="8441157" y="4590088"/>
                <a:ext cx="38520" cy="24192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4A1359F3-AF71-4B27-A9D6-98268E2486B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32517" y="4581448"/>
                  <a:ext cx="561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BD7D6F3E-FFDC-42D3-9B5C-C9F505981E3C}"/>
                    </a:ext>
                  </a:extLst>
                </p14:cNvPr>
                <p14:cNvContentPartPr/>
                <p14:nvPr/>
              </p14:nvContentPartPr>
              <p14:xfrm>
                <a:off x="8532597" y="4605568"/>
                <a:ext cx="141480" cy="17568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BD7D6F3E-FFDC-42D3-9B5C-C9F505981E3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23597" y="4596568"/>
                  <a:ext cx="159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F5C14C8D-F932-43D6-8135-50B624577C2E}"/>
                    </a:ext>
                  </a:extLst>
                </p14:cNvPr>
                <p14:cNvContentPartPr/>
                <p14:nvPr/>
              </p14:nvContentPartPr>
              <p14:xfrm>
                <a:off x="8648517" y="4611688"/>
                <a:ext cx="47520" cy="22032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F5C14C8D-F932-43D6-8135-50B624577C2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39877" y="4603048"/>
                  <a:ext cx="65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446E7938-8763-4EBE-80F8-96D57921E53F}"/>
                    </a:ext>
                  </a:extLst>
                </p14:cNvPr>
                <p14:cNvContentPartPr/>
                <p14:nvPr/>
              </p14:nvContentPartPr>
              <p14:xfrm>
                <a:off x="8780997" y="4556248"/>
                <a:ext cx="206640" cy="23904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446E7938-8763-4EBE-80F8-96D57921E53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71997" y="4547608"/>
                  <a:ext cx="2242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1C2C48C6-5978-41C9-8295-3FFD36CF2802}"/>
                    </a:ext>
                  </a:extLst>
                </p14:cNvPr>
                <p14:cNvContentPartPr/>
                <p14:nvPr/>
              </p14:nvContentPartPr>
              <p14:xfrm>
                <a:off x="8287077" y="4918048"/>
                <a:ext cx="801360" cy="11160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1C2C48C6-5978-41C9-8295-3FFD36CF280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278077" y="4909048"/>
                  <a:ext cx="819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EA0A1068-1732-41F0-B871-7E5F53B51820}"/>
                    </a:ext>
                  </a:extLst>
                </p14:cNvPr>
                <p14:cNvContentPartPr/>
                <p14:nvPr/>
              </p14:nvContentPartPr>
              <p14:xfrm>
                <a:off x="8474277" y="5121808"/>
                <a:ext cx="271080" cy="1717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EA0A1068-1732-41F0-B871-7E5F53B5182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65637" y="5113168"/>
                  <a:ext cx="2887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86C48D07-6F5A-4BA2-B026-E728F9C136B1}"/>
                    </a:ext>
                  </a:extLst>
                </p14:cNvPr>
                <p14:cNvContentPartPr/>
                <p14:nvPr/>
              </p14:nvContentPartPr>
              <p14:xfrm>
                <a:off x="8745717" y="5120368"/>
                <a:ext cx="173160" cy="15192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86C48D07-6F5A-4BA2-B026-E728F9C136B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37077" y="5111368"/>
                  <a:ext cx="190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82143A42-94B2-4B48-8114-2DC96240B643}"/>
                    </a:ext>
                  </a:extLst>
                </p14:cNvPr>
                <p14:cNvContentPartPr/>
                <p14:nvPr/>
              </p14:nvContentPartPr>
              <p14:xfrm>
                <a:off x="8933277" y="5094088"/>
                <a:ext cx="196920" cy="21024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82143A42-94B2-4B48-8114-2DC96240B64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24277" y="5085088"/>
                  <a:ext cx="2145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51FB1564-BEE6-469C-9FEE-1AE8BC6557AC}"/>
                    </a:ext>
                  </a:extLst>
                </p14:cNvPr>
                <p14:cNvContentPartPr/>
                <p14:nvPr/>
              </p14:nvContentPartPr>
              <p14:xfrm>
                <a:off x="4288557" y="2191408"/>
                <a:ext cx="203040" cy="2725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51FB1564-BEE6-469C-9FEE-1AE8BC6557A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79557" y="2182768"/>
                  <a:ext cx="2206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F6C301CB-51BF-4E19-AEDE-8DA74F6FDD3D}"/>
                    </a:ext>
                  </a:extLst>
                </p14:cNvPr>
                <p14:cNvContentPartPr/>
                <p14:nvPr/>
              </p14:nvContentPartPr>
              <p14:xfrm>
                <a:off x="4415997" y="2136688"/>
                <a:ext cx="262440" cy="2487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F6C301CB-51BF-4E19-AEDE-8DA74F6FDD3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06997" y="2127688"/>
                  <a:ext cx="2800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7602C4B9-A1C0-4F74-9DD2-F5BB6661926A}"/>
                    </a:ext>
                  </a:extLst>
                </p14:cNvPr>
                <p14:cNvContentPartPr/>
                <p14:nvPr/>
              </p14:nvContentPartPr>
              <p14:xfrm>
                <a:off x="4198557" y="1933648"/>
                <a:ext cx="417240" cy="8316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7602C4B9-A1C0-4F74-9DD2-F5BB6661926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89557" y="1925008"/>
                  <a:ext cx="4348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41CE6719-2D53-49F2-B7D7-84540060DCA1}"/>
                    </a:ext>
                  </a:extLst>
                </p14:cNvPr>
                <p14:cNvContentPartPr/>
                <p14:nvPr/>
              </p14:nvContentPartPr>
              <p14:xfrm>
                <a:off x="4105317" y="2410648"/>
                <a:ext cx="877320" cy="28872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41CE6719-2D53-49F2-B7D7-84540060DCA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96317" y="2401648"/>
                  <a:ext cx="8949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89596CD1-88FE-4013-B334-69657CB23E5D}"/>
                    </a:ext>
                  </a:extLst>
                </p14:cNvPr>
                <p14:cNvContentPartPr/>
                <p14:nvPr/>
              </p14:nvContentPartPr>
              <p14:xfrm>
                <a:off x="4454877" y="2680288"/>
                <a:ext cx="485280" cy="20124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89596CD1-88FE-4013-B334-69657CB23E5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446237" y="2671288"/>
                  <a:ext cx="502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6F1CE24F-9A0F-4392-BE10-59069D7ED160}"/>
                    </a:ext>
                  </a:extLst>
                </p14:cNvPr>
                <p14:cNvContentPartPr/>
                <p14:nvPr/>
              </p14:nvContentPartPr>
              <p14:xfrm>
                <a:off x="9498477" y="2830768"/>
                <a:ext cx="243720" cy="22320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6F1CE24F-9A0F-4392-BE10-59069D7ED16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89477" y="2821768"/>
                  <a:ext cx="261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121F898A-A117-4E7D-80B8-2DE45623A768}"/>
                    </a:ext>
                  </a:extLst>
                </p14:cNvPr>
                <p14:cNvContentPartPr/>
                <p14:nvPr/>
              </p14:nvContentPartPr>
              <p14:xfrm>
                <a:off x="9785037" y="2834008"/>
                <a:ext cx="153000" cy="2156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121F898A-A117-4E7D-80B8-2DE45623A76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76037" y="2825368"/>
                  <a:ext cx="1706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832C84C0-97A5-4E56-8696-51CBD5014433}"/>
                    </a:ext>
                  </a:extLst>
                </p14:cNvPr>
                <p14:cNvContentPartPr/>
                <p14:nvPr/>
              </p14:nvContentPartPr>
              <p14:xfrm>
                <a:off x="9935157" y="2831848"/>
                <a:ext cx="235440" cy="21672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832C84C0-97A5-4E56-8696-51CBD501443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926517" y="2822848"/>
                  <a:ext cx="2530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FCB39192-7E88-43D0-B8E0-362166FF3603}"/>
                    </a:ext>
                  </a:extLst>
                </p14:cNvPr>
                <p14:cNvContentPartPr/>
                <p14:nvPr/>
              </p14:nvContentPartPr>
              <p14:xfrm>
                <a:off x="7333797" y="3517648"/>
                <a:ext cx="95400" cy="44136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FCB39192-7E88-43D0-B8E0-362166FF360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25157" y="3508648"/>
                  <a:ext cx="1130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62F13399-8C2E-495B-941F-419421D66EDC}"/>
                    </a:ext>
                  </a:extLst>
                </p14:cNvPr>
                <p14:cNvContentPartPr/>
                <p14:nvPr/>
              </p14:nvContentPartPr>
              <p14:xfrm>
                <a:off x="7673637" y="3612328"/>
                <a:ext cx="190440" cy="32832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62F13399-8C2E-495B-941F-419421D66ED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664637" y="3603328"/>
                  <a:ext cx="2080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2C9B69A5-7662-450A-91EA-E483EF09C25F}"/>
                    </a:ext>
                  </a:extLst>
                </p14:cNvPr>
                <p14:cNvContentPartPr/>
                <p14:nvPr/>
              </p14:nvContentPartPr>
              <p14:xfrm>
                <a:off x="7683717" y="3777928"/>
                <a:ext cx="225000" cy="579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2C9B69A5-7662-450A-91EA-E483EF09C25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674717" y="3769288"/>
                  <a:ext cx="242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E892808A-BBBD-4662-BB69-7354942F76C6}"/>
                    </a:ext>
                  </a:extLst>
                </p14:cNvPr>
                <p14:cNvContentPartPr/>
                <p14:nvPr/>
              </p14:nvContentPartPr>
              <p14:xfrm>
                <a:off x="8227677" y="3524488"/>
                <a:ext cx="59400" cy="37872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E892808A-BBBD-4662-BB69-7354942F76C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19037" y="3515848"/>
                  <a:ext cx="770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677DAD13-46DB-4DDD-B097-C02C5E5605F9}"/>
                    </a:ext>
                  </a:extLst>
                </p14:cNvPr>
                <p14:cNvContentPartPr/>
                <p14:nvPr/>
              </p14:nvContentPartPr>
              <p14:xfrm>
                <a:off x="8156757" y="3732928"/>
                <a:ext cx="164880" cy="5364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677DAD13-46DB-4DDD-B097-C02C5E5605F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147757" y="3724288"/>
                  <a:ext cx="182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8C782CD7-71A4-4B06-95B7-91AB86592A9B}"/>
                    </a:ext>
                  </a:extLst>
                </p14:cNvPr>
                <p14:cNvContentPartPr/>
                <p14:nvPr/>
              </p14:nvContentPartPr>
              <p14:xfrm>
                <a:off x="8316957" y="3693328"/>
                <a:ext cx="204840" cy="1648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8C782CD7-71A4-4B06-95B7-91AB86592A9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08317" y="3684328"/>
                  <a:ext cx="2224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27CB8DB0-49D0-44E6-B013-2331196D3223}"/>
                    </a:ext>
                  </a:extLst>
                </p14:cNvPr>
                <p14:cNvContentPartPr/>
                <p14:nvPr/>
              </p14:nvContentPartPr>
              <p14:xfrm>
                <a:off x="8598477" y="3647248"/>
                <a:ext cx="193680" cy="16452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27CB8DB0-49D0-44E6-B013-2331196D322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589837" y="3638608"/>
                  <a:ext cx="2113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878F56FB-CC93-4F40-95F9-A46C7535B32B}"/>
                    </a:ext>
                  </a:extLst>
                </p14:cNvPr>
                <p14:cNvContentPartPr/>
                <p14:nvPr/>
              </p14:nvContentPartPr>
              <p14:xfrm>
                <a:off x="8858757" y="3628528"/>
                <a:ext cx="323280" cy="16524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878F56FB-CC93-4F40-95F9-A46C7535B32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849757" y="3619528"/>
                  <a:ext cx="3409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AA38B00D-3621-43C0-A8B5-D34831BB56AF}"/>
                    </a:ext>
                  </a:extLst>
                </p14:cNvPr>
                <p14:cNvContentPartPr/>
                <p14:nvPr/>
              </p14:nvContentPartPr>
              <p14:xfrm>
                <a:off x="9393717" y="3480568"/>
                <a:ext cx="389880" cy="2811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AA38B00D-3621-43C0-A8B5-D34831BB56A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384717" y="3471568"/>
                  <a:ext cx="4075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620A0F10-A2D3-4D97-BC2A-1A2A205A5944}"/>
                    </a:ext>
                  </a:extLst>
                </p14:cNvPr>
                <p14:cNvContentPartPr/>
                <p14:nvPr/>
              </p14:nvContentPartPr>
              <p14:xfrm>
                <a:off x="10137477" y="3537448"/>
                <a:ext cx="155880" cy="15372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620A0F10-A2D3-4D97-BC2A-1A2A205A594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28477" y="3528448"/>
                  <a:ext cx="1735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A1E1541E-DB5D-489E-878D-7D80FF272566}"/>
                    </a:ext>
                  </a:extLst>
                </p14:cNvPr>
                <p14:cNvContentPartPr/>
                <p14:nvPr/>
              </p14:nvContentPartPr>
              <p14:xfrm>
                <a:off x="10330077" y="3541768"/>
                <a:ext cx="159840" cy="10836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A1E1541E-DB5D-489E-878D-7D80FF27256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321077" y="3533128"/>
                  <a:ext cx="177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BD09DF3E-7FB4-40EA-8FFB-EFDEFC282826}"/>
                    </a:ext>
                  </a:extLst>
                </p14:cNvPr>
                <p14:cNvContentPartPr/>
                <p14:nvPr/>
              </p14:nvContentPartPr>
              <p14:xfrm>
                <a:off x="10388397" y="3327208"/>
                <a:ext cx="23400" cy="8964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BD09DF3E-7FB4-40EA-8FFB-EFDEFC28282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379397" y="3318568"/>
                  <a:ext cx="410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7968C670-09E1-4DBF-80D7-5F28423F8073}"/>
                    </a:ext>
                  </a:extLst>
                </p14:cNvPr>
                <p14:cNvContentPartPr/>
                <p14:nvPr/>
              </p14:nvContentPartPr>
              <p14:xfrm>
                <a:off x="10543557" y="3462568"/>
                <a:ext cx="58320" cy="15912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7968C670-09E1-4DBF-80D7-5F28423F807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534917" y="3453568"/>
                  <a:ext cx="75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2D996493-FE9E-4BD5-BE11-01FB8B2DC671}"/>
                    </a:ext>
                  </a:extLst>
                </p14:cNvPr>
                <p14:cNvContentPartPr/>
                <p14:nvPr/>
              </p14:nvContentPartPr>
              <p14:xfrm>
                <a:off x="10648317" y="3512968"/>
                <a:ext cx="103320" cy="11988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2D996493-FE9E-4BD5-BE11-01FB8B2DC67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639677" y="3504328"/>
                  <a:ext cx="1209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C138120F-F288-4A5C-90A5-4050DE38F208}"/>
                    </a:ext>
                  </a:extLst>
                </p14:cNvPr>
                <p14:cNvContentPartPr/>
                <p14:nvPr/>
              </p14:nvContentPartPr>
              <p14:xfrm>
                <a:off x="10878717" y="3447448"/>
                <a:ext cx="331560" cy="16092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C138120F-F288-4A5C-90A5-4050DE38F20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870077" y="3438448"/>
                  <a:ext cx="3492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463B5549-24B8-49BD-BBFE-912F00981974}"/>
                    </a:ext>
                  </a:extLst>
                </p14:cNvPr>
                <p14:cNvContentPartPr/>
                <p14:nvPr/>
              </p14:nvContentPartPr>
              <p14:xfrm>
                <a:off x="11266797" y="3404968"/>
                <a:ext cx="221040" cy="1778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463B5549-24B8-49BD-BBFE-912F0098197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57797" y="3395968"/>
                  <a:ext cx="238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A47AA034-784A-4837-80C0-22D7194D1189}"/>
                    </a:ext>
                  </a:extLst>
                </p14:cNvPr>
                <p14:cNvContentPartPr/>
                <p14:nvPr/>
              </p14:nvContentPartPr>
              <p14:xfrm>
                <a:off x="7586877" y="4184728"/>
                <a:ext cx="397800" cy="24768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A47AA034-784A-4837-80C0-22D7194D118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577877" y="4175728"/>
                  <a:ext cx="4154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459EF83D-B457-4B19-8176-1318C54973B4}"/>
                    </a:ext>
                  </a:extLst>
                </p14:cNvPr>
                <p14:cNvContentPartPr/>
                <p14:nvPr/>
              </p14:nvContentPartPr>
              <p14:xfrm>
                <a:off x="8168637" y="4097968"/>
                <a:ext cx="105480" cy="20484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459EF83D-B457-4B19-8176-1318C54973B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159997" y="4089328"/>
                  <a:ext cx="12312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0D6B1A04-EA4F-4CC1-B4F2-68BEF17365B9}"/>
                    </a:ext>
                  </a:extLst>
                </p14:cNvPr>
                <p14:cNvContentPartPr/>
                <p14:nvPr/>
              </p14:nvContentPartPr>
              <p14:xfrm>
                <a:off x="8273757" y="4128568"/>
                <a:ext cx="119160" cy="16128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0D6B1A04-EA4F-4CC1-B4F2-68BEF17365B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264757" y="4119928"/>
                  <a:ext cx="136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1BF64B9D-CFA0-4748-8199-3EAA56181D6E}"/>
                    </a:ext>
                  </a:extLst>
                </p14:cNvPr>
                <p14:cNvContentPartPr/>
                <p14:nvPr/>
              </p14:nvContentPartPr>
              <p14:xfrm>
                <a:off x="8442237" y="4120648"/>
                <a:ext cx="82080" cy="15012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1BF64B9D-CFA0-4748-8199-3EAA56181D6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33237" y="4111648"/>
                  <a:ext cx="997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41498BB7-466D-4666-AA7E-BAFBC2403CFB}"/>
                    </a:ext>
                  </a:extLst>
                </p14:cNvPr>
                <p14:cNvContentPartPr/>
                <p14:nvPr/>
              </p14:nvContentPartPr>
              <p14:xfrm>
                <a:off x="8768757" y="4122448"/>
                <a:ext cx="112680" cy="1195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41498BB7-466D-4666-AA7E-BAFBC2403CF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760117" y="4113448"/>
                  <a:ext cx="130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1158F0A7-43CE-4C5B-A477-29C45EB6D1AA}"/>
                    </a:ext>
                  </a:extLst>
                </p14:cNvPr>
                <p14:cNvContentPartPr/>
                <p14:nvPr/>
              </p14:nvContentPartPr>
              <p14:xfrm>
                <a:off x="8876037" y="4101928"/>
                <a:ext cx="315000" cy="13212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1158F0A7-43CE-4C5B-A477-29C45EB6D1A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67037" y="4092928"/>
                  <a:ext cx="3326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070D5A40-504D-4026-9224-EC4653646D68}"/>
                    </a:ext>
                  </a:extLst>
                </p14:cNvPr>
                <p14:cNvContentPartPr/>
                <p14:nvPr/>
              </p14:nvContentPartPr>
              <p14:xfrm>
                <a:off x="9184557" y="3971608"/>
                <a:ext cx="178200" cy="23256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070D5A40-504D-4026-9224-EC4653646D6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175557" y="3962608"/>
                  <a:ext cx="1958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D7188E46-2255-4823-A558-023AD1048DFB}"/>
                    </a:ext>
                  </a:extLst>
                </p14:cNvPr>
                <p14:cNvContentPartPr/>
                <p14:nvPr/>
              </p14:nvContentPartPr>
              <p14:xfrm>
                <a:off x="9365997" y="4001488"/>
                <a:ext cx="79560" cy="16272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D7188E46-2255-4823-A558-023AD1048DF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357357" y="3992848"/>
                  <a:ext cx="97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0BC0F204-CFC3-459C-8950-B32B444B854A}"/>
                    </a:ext>
                  </a:extLst>
                </p14:cNvPr>
                <p14:cNvContentPartPr/>
                <p14:nvPr/>
              </p14:nvContentPartPr>
              <p14:xfrm>
                <a:off x="9481557" y="3934888"/>
                <a:ext cx="221760" cy="21528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0BC0F204-CFC3-459C-8950-B32B444B854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472557" y="3926248"/>
                  <a:ext cx="2394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B52756D4-D624-4F0C-A1BF-E6F9D1A0DFF6}"/>
                    </a:ext>
                  </a:extLst>
                </p14:cNvPr>
                <p14:cNvContentPartPr/>
                <p14:nvPr/>
              </p14:nvContentPartPr>
              <p14:xfrm>
                <a:off x="9721317" y="4006888"/>
                <a:ext cx="202320" cy="11520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B52756D4-D624-4F0C-A1BF-E6F9D1A0DFF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712677" y="3998248"/>
                  <a:ext cx="2199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CF4D86F6-D859-4FC4-A3CF-5C8DFD38070B}"/>
                    </a:ext>
                  </a:extLst>
                </p14:cNvPr>
                <p14:cNvContentPartPr/>
                <p14:nvPr/>
              </p14:nvContentPartPr>
              <p14:xfrm>
                <a:off x="10000677" y="3988888"/>
                <a:ext cx="137520" cy="12672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CF4D86F6-D859-4FC4-A3CF-5C8DFD38070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992037" y="3980248"/>
                  <a:ext cx="155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D22E79B0-B358-4F06-BBE6-921F9FB1AD58}"/>
                    </a:ext>
                  </a:extLst>
                </p14:cNvPr>
                <p14:cNvContentPartPr/>
                <p14:nvPr/>
              </p14:nvContentPartPr>
              <p14:xfrm>
                <a:off x="9975837" y="3879088"/>
                <a:ext cx="119160" cy="23616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D22E79B0-B358-4F06-BBE6-921F9FB1AD5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967197" y="3870088"/>
                  <a:ext cx="1368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D9F26242-400E-491B-80BE-9B654653540E}"/>
                    </a:ext>
                  </a:extLst>
                </p14:cNvPr>
                <p14:cNvContentPartPr/>
                <p14:nvPr/>
              </p14:nvContentPartPr>
              <p14:xfrm>
                <a:off x="9989517" y="4004368"/>
                <a:ext cx="153720" cy="446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D9F26242-400E-491B-80BE-9B654653540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980517" y="3995368"/>
                  <a:ext cx="1713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DA648A3B-9A7A-4860-8010-118F9C4CAF1C}"/>
                    </a:ext>
                  </a:extLst>
                </p14:cNvPr>
                <p14:cNvContentPartPr/>
                <p14:nvPr/>
              </p14:nvContentPartPr>
              <p14:xfrm>
                <a:off x="10129917" y="3977368"/>
                <a:ext cx="177480" cy="11916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DA648A3B-9A7A-4860-8010-118F9C4CAF1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120917" y="3968368"/>
                  <a:ext cx="1951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7333C014-5D72-4C2F-AEF1-70782AF13AB9}"/>
                    </a:ext>
                  </a:extLst>
                </p14:cNvPr>
                <p14:cNvContentPartPr/>
                <p14:nvPr/>
              </p14:nvContentPartPr>
              <p14:xfrm>
                <a:off x="10305957" y="3942088"/>
                <a:ext cx="119880" cy="23256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7333C014-5D72-4C2F-AEF1-70782AF13AB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97317" y="3933448"/>
                  <a:ext cx="1375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627840E3-7F28-48F8-AF60-6AA24DAD0784}"/>
                    </a:ext>
                  </a:extLst>
                </p14:cNvPr>
                <p14:cNvContentPartPr/>
                <p14:nvPr/>
              </p14:nvContentPartPr>
              <p14:xfrm>
                <a:off x="7672557" y="3164488"/>
                <a:ext cx="200520" cy="32148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627840E3-7F28-48F8-AF60-6AA24DAD078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663917" y="3155848"/>
                  <a:ext cx="2181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48386508-3718-4D33-9A0B-E27D1484390D}"/>
                    </a:ext>
                  </a:extLst>
                </p14:cNvPr>
                <p14:cNvContentPartPr/>
                <p14:nvPr/>
              </p14:nvContentPartPr>
              <p14:xfrm>
                <a:off x="7868037" y="3292288"/>
                <a:ext cx="80640" cy="18072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48386508-3718-4D33-9A0B-E27D1484390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859397" y="3283288"/>
                  <a:ext cx="982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077EA8ED-2301-475E-BA19-6435E74B8650}"/>
                    </a:ext>
                  </a:extLst>
                </p14:cNvPr>
                <p14:cNvContentPartPr/>
                <p14:nvPr/>
              </p14:nvContentPartPr>
              <p14:xfrm>
                <a:off x="7977477" y="3212008"/>
                <a:ext cx="327600" cy="18036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077EA8ED-2301-475E-BA19-6435E74B865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968837" y="3203368"/>
                  <a:ext cx="3452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CB4C20D6-F77A-49E1-9F26-D743F5910278}"/>
                    </a:ext>
                  </a:extLst>
                </p14:cNvPr>
                <p14:cNvContentPartPr/>
                <p14:nvPr/>
              </p14:nvContentPartPr>
              <p14:xfrm>
                <a:off x="8362317" y="3252688"/>
                <a:ext cx="152280" cy="9576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CB4C20D6-F77A-49E1-9F26-D743F591027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53677" y="3243688"/>
                  <a:ext cx="1699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83651065-D39B-45A5-808C-22C453383899}"/>
                    </a:ext>
                  </a:extLst>
                </p14:cNvPr>
                <p14:cNvContentPartPr/>
                <p14:nvPr/>
              </p14:nvContentPartPr>
              <p14:xfrm>
                <a:off x="8485437" y="3101848"/>
                <a:ext cx="240480" cy="23832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83651065-D39B-45A5-808C-22C45338389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76437" y="3093208"/>
                  <a:ext cx="2581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BD1E9F7B-661B-41BD-A027-AA686FF3888B}"/>
                    </a:ext>
                  </a:extLst>
                </p14:cNvPr>
                <p14:cNvContentPartPr/>
                <p14:nvPr/>
              </p14:nvContentPartPr>
              <p14:xfrm>
                <a:off x="8783877" y="3266008"/>
                <a:ext cx="29520" cy="6336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BD1E9F7B-661B-41BD-A027-AA686FF3888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775237" y="3257368"/>
                  <a:ext cx="471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1FBD0D81-91CC-4E02-8206-059418CB7A55}"/>
                    </a:ext>
                  </a:extLst>
                </p14:cNvPr>
                <p14:cNvContentPartPr/>
                <p14:nvPr/>
              </p14:nvContentPartPr>
              <p14:xfrm>
                <a:off x="8777757" y="3108688"/>
                <a:ext cx="244800" cy="26964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1FBD0D81-91CC-4E02-8206-059418CB7A5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69117" y="3099688"/>
                  <a:ext cx="2624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C29FDB87-770B-4138-8450-C4C85F54F7B2}"/>
                    </a:ext>
                  </a:extLst>
                </p14:cNvPr>
                <p14:cNvContentPartPr/>
                <p14:nvPr/>
              </p14:nvContentPartPr>
              <p14:xfrm>
                <a:off x="9128757" y="3141088"/>
                <a:ext cx="198720" cy="24516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C29FDB87-770B-4138-8450-C4C85F54F7B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119757" y="3132088"/>
                  <a:ext cx="2163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4C7853F0-6F79-4E37-918F-807E42BB09E6}"/>
                    </a:ext>
                  </a:extLst>
                </p14:cNvPr>
                <p14:cNvContentPartPr/>
                <p14:nvPr/>
              </p14:nvContentPartPr>
              <p14:xfrm>
                <a:off x="9367077" y="3231808"/>
                <a:ext cx="210960" cy="10656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4C7853F0-6F79-4E37-918F-807E42BB09E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58077" y="3222808"/>
                  <a:ext cx="228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DF1ECD55-4FE4-4CF7-BCDC-D6FC2CDEAE80}"/>
                    </a:ext>
                  </a:extLst>
                </p14:cNvPr>
                <p14:cNvContentPartPr/>
                <p14:nvPr/>
              </p14:nvContentPartPr>
              <p14:xfrm>
                <a:off x="9577677" y="3219928"/>
                <a:ext cx="155520" cy="14292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DF1ECD55-4FE4-4CF7-BCDC-D6FC2CDEAE8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568677" y="3211288"/>
                  <a:ext cx="173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76023F7E-ECC8-4693-AB10-F0E418E7129D}"/>
                    </a:ext>
                  </a:extLst>
                </p14:cNvPr>
                <p14:cNvContentPartPr/>
                <p14:nvPr/>
              </p14:nvContentPartPr>
              <p14:xfrm>
                <a:off x="3211437" y="3159808"/>
                <a:ext cx="913320" cy="76392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76023F7E-ECC8-4693-AB10-F0E418E7129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202437" y="3150808"/>
                  <a:ext cx="93096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BB7EC254-56F7-499B-859F-F4C66D626E09}"/>
                    </a:ext>
                  </a:extLst>
                </p14:cNvPr>
                <p14:cNvContentPartPr/>
                <p14:nvPr/>
              </p14:nvContentPartPr>
              <p14:xfrm>
                <a:off x="3113157" y="2997448"/>
                <a:ext cx="2241000" cy="176436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BB7EC254-56F7-499B-859F-F4C66D626E0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04517" y="2988448"/>
                  <a:ext cx="2258640" cy="178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6BC8CE33-43C2-4FED-8EA7-1B0DA3D1A826}"/>
                    </a:ext>
                  </a:extLst>
                </p14:cNvPr>
                <p14:cNvContentPartPr/>
                <p14:nvPr/>
              </p14:nvContentPartPr>
              <p14:xfrm>
                <a:off x="3792477" y="3457888"/>
                <a:ext cx="2444400" cy="186732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6BC8CE33-43C2-4FED-8EA7-1B0DA3D1A82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783837" y="3449248"/>
                  <a:ext cx="2462040" cy="18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BC9C1729-1125-4E06-8800-5C49BE5FB4E1}"/>
                    </a:ext>
                  </a:extLst>
                </p14:cNvPr>
                <p14:cNvContentPartPr/>
                <p14:nvPr/>
              </p14:nvContentPartPr>
              <p14:xfrm>
                <a:off x="4829637" y="4078168"/>
                <a:ext cx="1863360" cy="163296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BC9C1729-1125-4E06-8800-5C49BE5FB4E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20997" y="4069528"/>
                  <a:ext cx="1881000" cy="165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D09BAD9F-280C-4613-915D-40373CD80004}"/>
                    </a:ext>
                  </a:extLst>
                </p14:cNvPr>
                <p14:cNvContentPartPr/>
                <p14:nvPr/>
              </p14:nvContentPartPr>
              <p14:xfrm>
                <a:off x="4278477" y="1154968"/>
                <a:ext cx="2089800" cy="182376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D09BAD9F-280C-4613-915D-40373CD8000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269837" y="1146328"/>
                  <a:ext cx="2107440" cy="18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EC0D2157-A460-43E9-817E-38161318FD9D}"/>
                    </a:ext>
                  </a:extLst>
                </p14:cNvPr>
                <p14:cNvContentPartPr/>
                <p14:nvPr/>
              </p14:nvContentPartPr>
              <p14:xfrm>
                <a:off x="7202757" y="1120768"/>
                <a:ext cx="326160" cy="33840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EC0D2157-A460-43E9-817E-38161318FD9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193757" y="1111768"/>
                  <a:ext cx="3438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E004B40C-5004-41E4-A574-EFB6B2485E91}"/>
                    </a:ext>
                  </a:extLst>
                </p14:cNvPr>
                <p14:cNvContentPartPr/>
                <p14:nvPr/>
              </p14:nvContentPartPr>
              <p14:xfrm>
                <a:off x="5635317" y="2409568"/>
                <a:ext cx="640800" cy="65124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E004B40C-5004-41E4-A574-EFB6B2485E9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626677" y="2400928"/>
                  <a:ext cx="658440" cy="6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CBD7F5F7-CBD9-4440-9C22-09F77AE46CFC}"/>
                    </a:ext>
                  </a:extLst>
                </p14:cNvPr>
                <p14:cNvContentPartPr/>
                <p14:nvPr/>
              </p14:nvContentPartPr>
              <p14:xfrm>
                <a:off x="6127437" y="1908448"/>
                <a:ext cx="1275840" cy="124524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CBD7F5F7-CBD9-4440-9C22-09F77AE46C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118437" y="1899808"/>
                  <a:ext cx="1293480" cy="126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70359612-9D30-46F6-BA72-155412824A6E}"/>
                  </a:ext>
                </a:extLst>
              </p14:cNvPr>
              <p14:cNvContentPartPr/>
              <p14:nvPr/>
            </p14:nvContentPartPr>
            <p14:xfrm>
              <a:off x="3965997" y="1845448"/>
              <a:ext cx="808920" cy="382680"/>
            </p14:xfrm>
          </p:contentPart>
        </mc:Choice>
        <mc:Fallback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70359612-9D30-46F6-BA72-155412824A6E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911997" y="1737808"/>
                <a:ext cx="91656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875D8907-0811-4425-8CE6-D71E3409525E}"/>
                  </a:ext>
                </a:extLst>
              </p14:cNvPr>
              <p14:cNvContentPartPr/>
              <p14:nvPr/>
            </p14:nvContentPartPr>
            <p14:xfrm>
              <a:off x="3823797" y="2118688"/>
              <a:ext cx="1184760" cy="53676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875D8907-0811-4425-8CE6-D71E3409525E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769797" y="2010688"/>
                <a:ext cx="1292400" cy="75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24946F11-A464-43D1-818F-8A73BB5145DD}"/>
                  </a:ext>
                </a:extLst>
              </p14:cNvPr>
              <p14:cNvContentPartPr/>
              <p14:nvPr/>
            </p14:nvContentPartPr>
            <p14:xfrm>
              <a:off x="3909837" y="2480128"/>
              <a:ext cx="1190880" cy="55908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24946F11-A464-43D1-818F-8A73BB5145DD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856197" y="2372128"/>
                <a:ext cx="1298520" cy="77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8C74C052-888A-49A1-8533-FEEFC24ACE1F}"/>
                  </a:ext>
                </a:extLst>
              </p14:cNvPr>
              <p14:cNvContentPartPr/>
              <p14:nvPr/>
            </p14:nvContentPartPr>
            <p14:xfrm>
              <a:off x="3482877" y="2845168"/>
              <a:ext cx="1587600" cy="90900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8C74C052-888A-49A1-8533-FEEFC24ACE1F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429237" y="2737168"/>
                <a:ext cx="1695240" cy="11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DC27C9CF-48DA-4C4A-8F98-BC0D5A5A93E5}"/>
                  </a:ext>
                </a:extLst>
              </p14:cNvPr>
              <p14:cNvContentPartPr/>
              <p14:nvPr/>
            </p14:nvContentPartPr>
            <p14:xfrm>
              <a:off x="3916677" y="3165208"/>
              <a:ext cx="875160" cy="62784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DC27C9CF-48DA-4C4A-8F98-BC0D5A5A93E5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863037" y="3057208"/>
                <a:ext cx="982800" cy="84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5AD36488-87C6-4A6C-B032-5ED64D2FA58A}"/>
                  </a:ext>
                </a:extLst>
              </p14:cNvPr>
              <p14:cNvContentPartPr/>
              <p14:nvPr/>
            </p14:nvContentPartPr>
            <p14:xfrm>
              <a:off x="3227277" y="3440968"/>
              <a:ext cx="226800" cy="23760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5AD36488-87C6-4A6C-B032-5ED64D2FA58A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173637" y="3332968"/>
                <a:ext cx="33444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32" name="Entrada de lápiz 131">
                <a:extLst>
                  <a:ext uri="{FF2B5EF4-FFF2-40B4-BE49-F238E27FC236}">
                    <a16:creationId xmlns:a16="http://schemas.microsoft.com/office/drawing/2014/main" id="{305809F6-4396-43A6-A201-EC65C44BDCB6}"/>
                  </a:ext>
                </a:extLst>
              </p14:cNvPr>
              <p14:cNvContentPartPr/>
              <p14:nvPr/>
            </p14:nvContentPartPr>
            <p14:xfrm>
              <a:off x="3747477" y="3082048"/>
              <a:ext cx="438120" cy="223920"/>
            </p14:xfrm>
          </p:contentPart>
        </mc:Choice>
        <mc:Fallback>
          <p:pic>
            <p:nvPicPr>
              <p:cNvPr id="132" name="Entrada de lápiz 131">
                <a:extLst>
                  <a:ext uri="{FF2B5EF4-FFF2-40B4-BE49-F238E27FC236}">
                    <a16:creationId xmlns:a16="http://schemas.microsoft.com/office/drawing/2014/main" id="{305809F6-4396-43A6-A201-EC65C44BDCB6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693837" y="2974408"/>
                <a:ext cx="54576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1CAC08BF-6FA2-4462-BB2D-7B9A7296D9B7}"/>
                  </a:ext>
                </a:extLst>
              </p14:cNvPr>
              <p14:cNvContentPartPr/>
              <p14:nvPr/>
            </p14:nvContentPartPr>
            <p14:xfrm>
              <a:off x="4000197" y="2779288"/>
              <a:ext cx="145800" cy="16524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1CAC08BF-6FA2-4462-BB2D-7B9A7296D9B7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3946197" y="2671648"/>
                <a:ext cx="25344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12CB4E87-8794-4B78-A67B-8818FF892577}"/>
                  </a:ext>
                </a:extLst>
              </p14:cNvPr>
              <p14:cNvContentPartPr/>
              <p14:nvPr/>
            </p14:nvContentPartPr>
            <p14:xfrm>
              <a:off x="4787517" y="2699008"/>
              <a:ext cx="45360" cy="15552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12CB4E87-8794-4B78-A67B-8818FF892577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733877" y="2591368"/>
                <a:ext cx="153000" cy="37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189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BC2D5E9B-DD2A-4BF0-A57D-75FC661C06A6}"/>
                  </a:ext>
                </a:extLst>
              </p14:cNvPr>
              <p14:cNvContentPartPr/>
              <p14:nvPr/>
            </p14:nvContentPartPr>
            <p14:xfrm>
              <a:off x="3230877" y="524968"/>
              <a:ext cx="213480" cy="30096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BC2D5E9B-DD2A-4BF0-A57D-75FC661C06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1877" y="516328"/>
                <a:ext cx="23112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ED472CC0-6257-4097-9AD7-CE66FEEA9CAA}"/>
                  </a:ext>
                </a:extLst>
              </p14:cNvPr>
              <p14:cNvContentPartPr/>
              <p14:nvPr/>
            </p14:nvContentPartPr>
            <p14:xfrm>
              <a:off x="3434637" y="493288"/>
              <a:ext cx="249840" cy="22932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ED472CC0-6257-4097-9AD7-CE66FEEA9C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25997" y="484648"/>
                <a:ext cx="2674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16479802-B5E6-44C4-BD58-5BA41C34A871}"/>
                  </a:ext>
                </a:extLst>
              </p14:cNvPr>
              <p14:cNvContentPartPr/>
              <p14:nvPr/>
            </p14:nvContentPartPr>
            <p14:xfrm>
              <a:off x="3901917" y="372688"/>
              <a:ext cx="134640" cy="31392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16479802-B5E6-44C4-BD58-5BA41C34A87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92917" y="363688"/>
                <a:ext cx="1522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56BDDE43-3A50-4F6E-9803-304D80411EC3}"/>
                  </a:ext>
                </a:extLst>
              </p14:cNvPr>
              <p14:cNvContentPartPr/>
              <p14:nvPr/>
            </p14:nvContentPartPr>
            <p14:xfrm>
              <a:off x="4000917" y="537208"/>
              <a:ext cx="216000" cy="17316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56BDDE43-3A50-4F6E-9803-304D80411E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92277" y="528568"/>
                <a:ext cx="2336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DCB226E9-73EE-470B-B6A8-0DAF975A8521}"/>
                  </a:ext>
                </a:extLst>
              </p14:cNvPr>
              <p14:cNvContentPartPr/>
              <p14:nvPr/>
            </p14:nvContentPartPr>
            <p14:xfrm>
              <a:off x="4609317" y="498688"/>
              <a:ext cx="306000" cy="19872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DCB226E9-73EE-470B-B6A8-0DAF975A85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00317" y="490048"/>
                <a:ext cx="3236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3F0FD1A3-7948-47FA-8373-3D4E7242BB5D}"/>
                  </a:ext>
                </a:extLst>
              </p14:cNvPr>
              <p14:cNvContentPartPr/>
              <p14:nvPr/>
            </p14:nvContentPartPr>
            <p14:xfrm>
              <a:off x="4973277" y="505168"/>
              <a:ext cx="381240" cy="19368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3F0FD1A3-7948-47FA-8373-3D4E7242BB5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964277" y="496528"/>
                <a:ext cx="39888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3A41E838-E851-4B70-894B-E4C6A93C0179}"/>
                  </a:ext>
                </a:extLst>
              </p14:cNvPr>
              <p14:cNvContentPartPr/>
              <p14:nvPr/>
            </p14:nvContentPartPr>
            <p14:xfrm>
              <a:off x="5335797" y="500488"/>
              <a:ext cx="204840" cy="19908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3A41E838-E851-4B70-894B-E4C6A93C017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26797" y="491848"/>
                <a:ext cx="2224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4B2CFF7A-1310-4633-9AC0-48EAEB5912A7}"/>
                  </a:ext>
                </a:extLst>
              </p14:cNvPr>
              <p14:cNvContentPartPr/>
              <p14:nvPr/>
            </p14:nvContentPartPr>
            <p14:xfrm>
              <a:off x="5486997" y="440368"/>
              <a:ext cx="193680" cy="24480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4B2CFF7A-1310-4633-9AC0-48EAEB5912A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78357" y="431368"/>
                <a:ext cx="2113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9480DDDA-DF0E-4A42-BECF-022B0CAD1577}"/>
                  </a:ext>
                </a:extLst>
              </p14:cNvPr>
              <p14:cNvContentPartPr/>
              <p14:nvPr/>
            </p14:nvContentPartPr>
            <p14:xfrm>
              <a:off x="6165237" y="361888"/>
              <a:ext cx="266400" cy="25380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9480DDDA-DF0E-4A42-BECF-022B0CAD157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56237" y="352888"/>
                <a:ext cx="28404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44DE4BED-8994-490F-A92A-7304B4F2418D}"/>
                  </a:ext>
                </a:extLst>
              </p14:cNvPr>
              <p14:cNvContentPartPr/>
              <p14:nvPr/>
            </p14:nvContentPartPr>
            <p14:xfrm>
              <a:off x="6457917" y="419488"/>
              <a:ext cx="134280" cy="17064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44DE4BED-8994-490F-A92A-7304B4F2418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48917" y="410488"/>
                <a:ext cx="1519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A6DF5241-A385-4A89-8A6A-652F9A8D83C4}"/>
                  </a:ext>
                </a:extLst>
              </p14:cNvPr>
              <p14:cNvContentPartPr/>
              <p14:nvPr/>
            </p14:nvContentPartPr>
            <p14:xfrm>
              <a:off x="6646557" y="376288"/>
              <a:ext cx="108720" cy="25452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A6DF5241-A385-4A89-8A6A-652F9A8D83C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637557" y="367288"/>
                <a:ext cx="12636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3D51AB19-FE91-4DF8-BBDD-6AACDFF4611A}"/>
                  </a:ext>
                </a:extLst>
              </p14:cNvPr>
              <p14:cNvContentPartPr/>
              <p14:nvPr/>
            </p14:nvContentPartPr>
            <p14:xfrm>
              <a:off x="7152717" y="381688"/>
              <a:ext cx="176760" cy="18432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3D51AB19-FE91-4DF8-BBDD-6AACDFF4611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143717" y="372688"/>
                <a:ext cx="19440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56D54B74-2796-421B-B490-DC2B956047E2}"/>
                  </a:ext>
                </a:extLst>
              </p14:cNvPr>
              <p14:cNvContentPartPr/>
              <p14:nvPr/>
            </p14:nvContentPartPr>
            <p14:xfrm>
              <a:off x="7328757" y="411208"/>
              <a:ext cx="328320" cy="17496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56D54B74-2796-421B-B490-DC2B956047E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20117" y="402568"/>
                <a:ext cx="34596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850F3E5F-0FBC-428C-AC1B-89E68BB807DA}"/>
                  </a:ext>
                </a:extLst>
              </p14:cNvPr>
              <p14:cNvContentPartPr/>
              <p14:nvPr/>
            </p14:nvContentPartPr>
            <p14:xfrm>
              <a:off x="7664637" y="312928"/>
              <a:ext cx="171000" cy="28512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850F3E5F-0FBC-428C-AC1B-89E68BB807D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655637" y="304288"/>
                <a:ext cx="18864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D0AF98DB-7872-42BE-B16B-B2CA0F328B66}"/>
                  </a:ext>
                </a:extLst>
              </p14:cNvPr>
              <p14:cNvContentPartPr/>
              <p14:nvPr/>
            </p14:nvContentPartPr>
            <p14:xfrm>
              <a:off x="7847157" y="409408"/>
              <a:ext cx="72360" cy="18972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D0AF98DB-7872-42BE-B16B-B2CA0F328B6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838157" y="400768"/>
                <a:ext cx="900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00E71E83-F7E9-4F1E-8C0A-814B7A671248}"/>
                  </a:ext>
                </a:extLst>
              </p14:cNvPr>
              <p14:cNvContentPartPr/>
              <p14:nvPr/>
            </p14:nvContentPartPr>
            <p14:xfrm>
              <a:off x="7934997" y="333088"/>
              <a:ext cx="178200" cy="25236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00E71E83-F7E9-4F1E-8C0A-814B7A67124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925997" y="324088"/>
                <a:ext cx="1958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59D526F8-E0B6-49B0-A24C-CD73051740F0}"/>
                  </a:ext>
                </a:extLst>
              </p14:cNvPr>
              <p14:cNvContentPartPr/>
              <p14:nvPr/>
            </p14:nvContentPartPr>
            <p14:xfrm>
              <a:off x="8139477" y="412288"/>
              <a:ext cx="246960" cy="16092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59D526F8-E0B6-49B0-A24C-CD73051740F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30837" y="403288"/>
                <a:ext cx="2646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92E3B937-32D6-443F-BAA9-30AD05F5A576}"/>
                  </a:ext>
                </a:extLst>
              </p14:cNvPr>
              <p14:cNvContentPartPr/>
              <p14:nvPr/>
            </p14:nvContentPartPr>
            <p14:xfrm>
              <a:off x="8462397" y="279808"/>
              <a:ext cx="58320" cy="25992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92E3B937-32D6-443F-BAA9-30AD05F5A57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453397" y="270808"/>
                <a:ext cx="7596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4B6E13A3-3B96-4CFD-8D1E-55536A51F440}"/>
                  </a:ext>
                </a:extLst>
              </p14:cNvPr>
              <p14:cNvContentPartPr/>
              <p14:nvPr/>
            </p14:nvContentPartPr>
            <p14:xfrm>
              <a:off x="8415237" y="353608"/>
              <a:ext cx="270720" cy="16812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4B6E13A3-3B96-4CFD-8D1E-55536A51F44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06237" y="344968"/>
                <a:ext cx="2883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452AFC4B-A2D8-4237-9046-27A6D1C04965}"/>
                  </a:ext>
                </a:extLst>
              </p14:cNvPr>
              <p14:cNvContentPartPr/>
              <p14:nvPr/>
            </p14:nvContentPartPr>
            <p14:xfrm>
              <a:off x="8672637" y="342808"/>
              <a:ext cx="150840" cy="25344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452AFC4B-A2D8-4237-9046-27A6D1C0496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663997" y="334168"/>
                <a:ext cx="16848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198D523B-E3C9-41F2-BB5A-7962B14208F9}"/>
                  </a:ext>
                </a:extLst>
              </p14:cNvPr>
              <p14:cNvContentPartPr/>
              <p14:nvPr/>
            </p14:nvContentPartPr>
            <p14:xfrm>
              <a:off x="3283797" y="843928"/>
              <a:ext cx="2477520" cy="5076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198D523B-E3C9-41F2-BB5A-7962B14208F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274797" y="835288"/>
                <a:ext cx="249516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upo 40">
            <a:extLst>
              <a:ext uri="{FF2B5EF4-FFF2-40B4-BE49-F238E27FC236}">
                <a16:creationId xmlns:a16="http://schemas.microsoft.com/office/drawing/2014/main" id="{45D14E98-8E55-4D29-A9E5-F7BE8F1A7D3F}"/>
              </a:ext>
            </a:extLst>
          </p:cNvPr>
          <p:cNvGrpSpPr/>
          <p:nvPr/>
        </p:nvGrpSpPr>
        <p:grpSpPr>
          <a:xfrm>
            <a:off x="567957" y="68848"/>
            <a:ext cx="2133000" cy="833400"/>
            <a:chOff x="567957" y="68848"/>
            <a:chExt cx="2133000" cy="83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7CF8A485-D042-4B1E-BDB1-08D509008BD6}"/>
                    </a:ext>
                  </a:extLst>
                </p14:cNvPr>
                <p14:cNvContentPartPr/>
                <p14:nvPr/>
              </p14:nvContentPartPr>
              <p14:xfrm>
                <a:off x="576597" y="470608"/>
                <a:ext cx="225720" cy="43164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7CF8A485-D042-4B1E-BDB1-08D509008BD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7957" y="461968"/>
                  <a:ext cx="24336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ED05A05A-520E-41B3-AE34-A5C073138752}"/>
                    </a:ext>
                  </a:extLst>
                </p14:cNvPr>
                <p14:cNvContentPartPr/>
                <p14:nvPr/>
              </p14:nvContentPartPr>
              <p14:xfrm>
                <a:off x="567957" y="708928"/>
                <a:ext cx="349200" cy="11124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ED05A05A-520E-41B3-AE34-A5C0731387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8957" y="699928"/>
                  <a:ext cx="366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A5D08154-A946-4BC9-9282-3DA301359E98}"/>
                    </a:ext>
                  </a:extLst>
                </p14:cNvPr>
                <p14:cNvContentPartPr/>
                <p14:nvPr/>
              </p14:nvContentPartPr>
              <p14:xfrm>
                <a:off x="1277877" y="391408"/>
                <a:ext cx="96120" cy="48744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A5D08154-A946-4BC9-9282-3DA301359E9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269237" y="382768"/>
                  <a:ext cx="11376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D361408D-FCD4-4E03-8869-B6C103A681E2}"/>
                    </a:ext>
                  </a:extLst>
                </p14:cNvPr>
                <p14:cNvContentPartPr/>
                <p14:nvPr/>
              </p14:nvContentPartPr>
              <p14:xfrm>
                <a:off x="1229277" y="678328"/>
                <a:ext cx="174600" cy="1029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D361408D-FCD4-4E03-8869-B6C103A681E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20637" y="669328"/>
                  <a:ext cx="192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4816918E-4BE9-4417-9786-80406A0242A8}"/>
                    </a:ext>
                  </a:extLst>
                </p14:cNvPr>
                <p14:cNvContentPartPr/>
                <p14:nvPr/>
              </p14:nvContentPartPr>
              <p14:xfrm>
                <a:off x="1430517" y="622168"/>
                <a:ext cx="209880" cy="19152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4816918E-4BE9-4417-9786-80406A0242A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21517" y="613528"/>
                  <a:ext cx="227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4C347A5A-6A7B-4484-9D56-8A92B1919FCA}"/>
                    </a:ext>
                  </a:extLst>
                </p14:cNvPr>
                <p14:cNvContentPartPr/>
                <p14:nvPr/>
              </p14:nvContentPartPr>
              <p14:xfrm>
                <a:off x="1620237" y="625048"/>
                <a:ext cx="189720" cy="20160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4C347A5A-6A7B-4484-9D56-8A92B1919F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11237" y="616408"/>
                  <a:ext cx="207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E057DCE1-9411-4BB4-8475-5219B178F7BB}"/>
                    </a:ext>
                  </a:extLst>
                </p14:cNvPr>
                <p14:cNvContentPartPr/>
                <p14:nvPr/>
              </p14:nvContentPartPr>
              <p14:xfrm>
                <a:off x="1831917" y="609568"/>
                <a:ext cx="263520" cy="2365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E057DCE1-9411-4BB4-8475-5219B178F7B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22917" y="600928"/>
                  <a:ext cx="2811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15911AE7-E4B3-484F-B003-847D8F377FBF}"/>
                    </a:ext>
                  </a:extLst>
                </p14:cNvPr>
                <p14:cNvContentPartPr/>
                <p14:nvPr/>
              </p14:nvContentPartPr>
              <p14:xfrm>
                <a:off x="2307837" y="419488"/>
                <a:ext cx="393120" cy="3650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15911AE7-E4B3-484F-B003-847D8F377F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98837" y="410848"/>
                  <a:ext cx="4107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E50B1AE4-760E-4366-A7F1-7A61BD768566}"/>
                    </a:ext>
                  </a:extLst>
                </p14:cNvPr>
                <p14:cNvContentPartPr/>
                <p14:nvPr/>
              </p14:nvContentPartPr>
              <p14:xfrm>
                <a:off x="671277" y="150928"/>
                <a:ext cx="145800" cy="24480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E50B1AE4-760E-4366-A7F1-7A61BD76856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2277" y="141928"/>
                  <a:ext cx="1634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7ED84818-C326-43F6-81F2-902E6035FF49}"/>
                    </a:ext>
                  </a:extLst>
                </p14:cNvPr>
                <p14:cNvContentPartPr/>
                <p14:nvPr/>
              </p14:nvContentPartPr>
              <p14:xfrm>
                <a:off x="833637" y="209608"/>
                <a:ext cx="61560" cy="11196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7ED84818-C326-43F6-81F2-902E6035FF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24637" y="200608"/>
                  <a:ext cx="79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1984F721-E751-4B96-A607-10D15BAC9646}"/>
                    </a:ext>
                  </a:extLst>
                </p14:cNvPr>
                <p14:cNvContentPartPr/>
                <p14:nvPr/>
              </p14:nvContentPartPr>
              <p14:xfrm>
                <a:off x="955677" y="177568"/>
                <a:ext cx="322200" cy="15012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1984F721-E751-4B96-A607-10D15BAC964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7037" y="168928"/>
                  <a:ext cx="339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F844E210-3F3A-4490-9A4D-066DC800572D}"/>
                    </a:ext>
                  </a:extLst>
                </p14:cNvPr>
                <p14:cNvContentPartPr/>
                <p14:nvPr/>
              </p14:nvContentPartPr>
              <p14:xfrm>
                <a:off x="1315677" y="205648"/>
                <a:ext cx="170640" cy="864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F844E210-3F3A-4490-9A4D-066DC800572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306677" y="197008"/>
                  <a:ext cx="188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B1A01A02-74AF-4810-B257-764EED044E60}"/>
                    </a:ext>
                  </a:extLst>
                </p14:cNvPr>
                <p14:cNvContentPartPr/>
                <p14:nvPr/>
              </p14:nvContentPartPr>
              <p14:xfrm>
                <a:off x="1443837" y="86848"/>
                <a:ext cx="235080" cy="21024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B1A01A02-74AF-4810-B257-764EED044E6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434837" y="77848"/>
                  <a:ext cx="252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8E72C566-11AD-4AC0-8617-72FF6C9CF94A}"/>
                    </a:ext>
                  </a:extLst>
                </p14:cNvPr>
                <p14:cNvContentPartPr/>
                <p14:nvPr/>
              </p14:nvContentPartPr>
              <p14:xfrm>
                <a:off x="1652277" y="212128"/>
                <a:ext cx="69480" cy="8244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8E72C566-11AD-4AC0-8617-72FF6C9CF94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43277" y="203488"/>
                  <a:ext cx="87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DCADF583-8A80-4488-BC76-DFDBEC089B48}"/>
                    </a:ext>
                  </a:extLst>
                </p14:cNvPr>
                <p14:cNvContentPartPr/>
                <p14:nvPr/>
              </p14:nvContentPartPr>
              <p14:xfrm>
                <a:off x="1730397" y="105928"/>
                <a:ext cx="192600" cy="18144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DCADF583-8A80-4488-BC76-DFDBEC089B4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21397" y="96928"/>
                  <a:ext cx="2102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D3F10E6F-33B0-4C50-9CA0-FDECE9D4EC28}"/>
                    </a:ext>
                  </a:extLst>
                </p14:cNvPr>
                <p14:cNvContentPartPr/>
                <p14:nvPr/>
              </p14:nvContentPartPr>
              <p14:xfrm>
                <a:off x="2023437" y="100528"/>
                <a:ext cx="232200" cy="20628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D3F10E6F-33B0-4C50-9CA0-FDECE9D4EC2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14797" y="91528"/>
                  <a:ext cx="2498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E11FDA14-2D8B-4D39-8E99-9FF916F5D6D2}"/>
                    </a:ext>
                  </a:extLst>
                </p14:cNvPr>
                <p14:cNvContentPartPr/>
                <p14:nvPr/>
              </p14:nvContentPartPr>
              <p14:xfrm>
                <a:off x="2279037" y="145528"/>
                <a:ext cx="184320" cy="12060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E11FDA14-2D8B-4D39-8E99-9FF916F5D6D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70037" y="136528"/>
                  <a:ext cx="201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AA4A78F1-77C2-4C0F-B2C0-E8D036B45D38}"/>
                    </a:ext>
                  </a:extLst>
                </p14:cNvPr>
                <p14:cNvContentPartPr/>
                <p14:nvPr/>
              </p14:nvContentPartPr>
              <p14:xfrm>
                <a:off x="2478117" y="68848"/>
                <a:ext cx="159480" cy="21852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AA4A78F1-77C2-4C0F-B2C0-E8D036B45D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69117" y="59848"/>
                  <a:ext cx="17712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1C53B2E4-92E9-4360-B601-D21251C01461}"/>
              </a:ext>
            </a:extLst>
          </p:cNvPr>
          <p:cNvGrpSpPr/>
          <p:nvPr/>
        </p:nvGrpSpPr>
        <p:grpSpPr>
          <a:xfrm>
            <a:off x="9635997" y="278368"/>
            <a:ext cx="515520" cy="291600"/>
            <a:chOff x="9635997" y="278368"/>
            <a:chExt cx="51552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E3D24BA1-49B1-4403-BED9-6AD0D75C50CE}"/>
                    </a:ext>
                  </a:extLst>
                </p14:cNvPr>
                <p14:cNvContentPartPr/>
                <p14:nvPr/>
              </p14:nvContentPartPr>
              <p14:xfrm>
                <a:off x="9635997" y="315808"/>
                <a:ext cx="240840" cy="24048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E3D24BA1-49B1-4403-BED9-6AD0D75C50C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26997" y="306808"/>
                  <a:ext cx="2584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E27FEB68-C65A-4093-B71A-B81B2BDB7C2B}"/>
                    </a:ext>
                  </a:extLst>
                </p14:cNvPr>
                <p14:cNvContentPartPr/>
                <p14:nvPr/>
              </p14:nvContentPartPr>
              <p14:xfrm>
                <a:off x="9949917" y="278368"/>
                <a:ext cx="185400" cy="17136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E27FEB68-C65A-4093-B71A-B81B2BDB7C2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941277" y="269368"/>
                  <a:ext cx="2030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733F55AC-F43F-4470-AC36-50D627AB8986}"/>
                    </a:ext>
                  </a:extLst>
                </p14:cNvPr>
                <p14:cNvContentPartPr/>
                <p14:nvPr/>
              </p14:nvContentPartPr>
              <p14:xfrm>
                <a:off x="9951357" y="437848"/>
                <a:ext cx="200160" cy="13212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733F55AC-F43F-4470-AC36-50D627AB898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42717" y="428848"/>
                  <a:ext cx="217800" cy="14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65C86453-9D4E-4CCF-A979-97C83E6E2E47}"/>
                  </a:ext>
                </a:extLst>
              </p14:cNvPr>
              <p14:cNvContentPartPr/>
              <p14:nvPr/>
            </p14:nvContentPartPr>
            <p14:xfrm>
              <a:off x="9377157" y="672208"/>
              <a:ext cx="986760" cy="5436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65C86453-9D4E-4CCF-A979-97C83E6E2E4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368517" y="663208"/>
                <a:ext cx="10044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upo 48">
            <a:extLst>
              <a:ext uri="{FF2B5EF4-FFF2-40B4-BE49-F238E27FC236}">
                <a16:creationId xmlns:a16="http://schemas.microsoft.com/office/drawing/2014/main" id="{48D41E4C-F5BD-478D-8125-7618BF53907B}"/>
              </a:ext>
            </a:extLst>
          </p:cNvPr>
          <p:cNvGrpSpPr/>
          <p:nvPr/>
        </p:nvGrpSpPr>
        <p:grpSpPr>
          <a:xfrm>
            <a:off x="9632757" y="904048"/>
            <a:ext cx="596520" cy="243720"/>
            <a:chOff x="9632757" y="904048"/>
            <a:chExt cx="59652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95294A6C-3B09-4F9F-B39C-4CC7F711D660}"/>
                    </a:ext>
                  </a:extLst>
                </p14:cNvPr>
                <p14:cNvContentPartPr/>
                <p14:nvPr/>
              </p14:nvContentPartPr>
              <p14:xfrm>
                <a:off x="9632757" y="904048"/>
                <a:ext cx="235800" cy="24372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95294A6C-3B09-4F9F-B39C-4CC7F711D66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623757" y="895408"/>
                  <a:ext cx="2534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893B9114-4121-4F5C-AD75-81386DCD36CB}"/>
                    </a:ext>
                  </a:extLst>
                </p14:cNvPr>
                <p14:cNvContentPartPr/>
                <p14:nvPr/>
              </p14:nvContentPartPr>
              <p14:xfrm>
                <a:off x="9841917" y="917008"/>
                <a:ext cx="149400" cy="16776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893B9114-4121-4F5C-AD75-81386DCD36C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33277" y="908368"/>
                  <a:ext cx="1670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E908C3BD-9E83-49D2-9CF2-F44E0BF57495}"/>
                    </a:ext>
                  </a:extLst>
                </p14:cNvPr>
                <p14:cNvContentPartPr/>
                <p14:nvPr/>
              </p14:nvContentPartPr>
              <p14:xfrm>
                <a:off x="9989517" y="942568"/>
                <a:ext cx="239760" cy="10512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E908C3BD-9E83-49D2-9CF2-F44E0BF5749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80517" y="933928"/>
                  <a:ext cx="25740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5600E1A0-E631-4F6A-B3C4-9FB9C71E64B2}"/>
              </a:ext>
            </a:extLst>
          </p:cNvPr>
          <p:cNvGrpSpPr/>
          <p:nvPr/>
        </p:nvGrpSpPr>
        <p:grpSpPr>
          <a:xfrm>
            <a:off x="634197" y="1970728"/>
            <a:ext cx="293040" cy="399600"/>
            <a:chOff x="634197" y="1970728"/>
            <a:chExt cx="293040" cy="39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DA218218-493C-4D13-B39A-EB7030B9F465}"/>
                    </a:ext>
                  </a:extLst>
                </p14:cNvPr>
                <p14:cNvContentPartPr/>
                <p14:nvPr/>
              </p14:nvContentPartPr>
              <p14:xfrm>
                <a:off x="638157" y="1970728"/>
                <a:ext cx="162720" cy="39960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DA218218-493C-4D13-B39A-EB7030B9F46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9157" y="1962088"/>
                  <a:ext cx="1803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FC5B9ED3-8504-429E-A1BD-230EB4C7674B}"/>
                    </a:ext>
                  </a:extLst>
                </p14:cNvPr>
                <p14:cNvContentPartPr/>
                <p14:nvPr/>
              </p14:nvContentPartPr>
              <p14:xfrm>
                <a:off x="634197" y="2181688"/>
                <a:ext cx="293040" cy="734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FC5B9ED3-8504-429E-A1BD-230EB4C7674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25197" y="2172688"/>
                  <a:ext cx="31068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id="{C3451929-4B3A-46AF-B3E2-1C47DEE385B2}"/>
              </a:ext>
            </a:extLst>
          </p:cNvPr>
          <p:cNvGrpSpPr/>
          <p:nvPr/>
        </p:nvGrpSpPr>
        <p:grpSpPr>
          <a:xfrm>
            <a:off x="1259517" y="1889008"/>
            <a:ext cx="1765440" cy="471600"/>
            <a:chOff x="1259517" y="1889008"/>
            <a:chExt cx="1765440" cy="47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2472007B-776E-4978-B44B-F5D380A36983}"/>
                    </a:ext>
                  </a:extLst>
                </p14:cNvPr>
                <p14:cNvContentPartPr/>
                <p14:nvPr/>
              </p14:nvContentPartPr>
              <p14:xfrm>
                <a:off x="1300557" y="1909888"/>
                <a:ext cx="76320" cy="4507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2472007B-776E-4978-B44B-F5D380A3698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91557" y="1901248"/>
                  <a:ext cx="9396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A9367BD6-9DD4-4491-829F-83404A60DBE7}"/>
                    </a:ext>
                  </a:extLst>
                </p14:cNvPr>
                <p14:cNvContentPartPr/>
                <p14:nvPr/>
              </p14:nvContentPartPr>
              <p14:xfrm>
                <a:off x="1259517" y="2167288"/>
                <a:ext cx="206640" cy="7704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A9367BD6-9DD4-4491-829F-83404A60DBE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50517" y="2158288"/>
                  <a:ext cx="224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51149591-C833-4C90-A681-BECD3057996B}"/>
                    </a:ext>
                  </a:extLst>
                </p14:cNvPr>
                <p14:cNvContentPartPr/>
                <p14:nvPr/>
              </p14:nvContentPartPr>
              <p14:xfrm>
                <a:off x="1469397" y="2118688"/>
                <a:ext cx="262440" cy="2012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51149591-C833-4C90-A681-BECD3057996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60397" y="2109688"/>
                  <a:ext cx="2800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83FA4A66-6828-4727-8FD6-9D08146AE493}"/>
                    </a:ext>
                  </a:extLst>
                </p14:cNvPr>
                <p14:cNvContentPartPr/>
                <p14:nvPr/>
              </p14:nvContentPartPr>
              <p14:xfrm>
                <a:off x="1708437" y="2106808"/>
                <a:ext cx="163800" cy="17316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83FA4A66-6828-4727-8FD6-9D08146AE49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699437" y="2098168"/>
                  <a:ext cx="1814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4908BF5E-5943-47C9-A710-D70EC8FF9415}"/>
                    </a:ext>
                  </a:extLst>
                </p14:cNvPr>
                <p14:cNvContentPartPr/>
                <p14:nvPr/>
              </p14:nvContentPartPr>
              <p14:xfrm>
                <a:off x="1910757" y="2094208"/>
                <a:ext cx="263880" cy="17496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4908BF5E-5943-47C9-A710-D70EC8FF941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01757" y="2085568"/>
                  <a:ext cx="281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A98E3788-210F-449A-9499-DEBE285AF1C3}"/>
                    </a:ext>
                  </a:extLst>
                </p14:cNvPr>
                <p14:cNvContentPartPr/>
                <p14:nvPr/>
              </p14:nvContentPartPr>
              <p14:xfrm>
                <a:off x="2309277" y="1889008"/>
                <a:ext cx="304200" cy="33444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A98E3788-210F-449A-9499-DEBE285AF1C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300277" y="1880368"/>
                  <a:ext cx="3218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87B0AFA9-DDF2-4AC9-B684-9A7875AC0880}"/>
                    </a:ext>
                  </a:extLst>
                </p14:cNvPr>
                <p14:cNvContentPartPr/>
                <p14:nvPr/>
              </p14:nvContentPartPr>
              <p14:xfrm>
                <a:off x="2866917" y="1913128"/>
                <a:ext cx="158040" cy="24372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87B0AFA9-DDF2-4AC9-B684-9A7875AC088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57917" y="1904488"/>
                  <a:ext cx="1756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04C723C0-5133-4E6B-BAA7-10947B629764}"/>
                    </a:ext>
                  </a:extLst>
                </p14:cNvPr>
                <p14:cNvContentPartPr/>
                <p14:nvPr/>
              </p14:nvContentPartPr>
              <p14:xfrm>
                <a:off x="2868717" y="2094208"/>
                <a:ext cx="139680" cy="3096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04C723C0-5133-4E6B-BAA7-10947B62976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859717" y="2085568"/>
                  <a:ext cx="15732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82CFCBEF-1E6F-4A10-84EF-E4C0902CA83A}"/>
              </a:ext>
            </a:extLst>
          </p:cNvPr>
          <p:cNvGrpSpPr/>
          <p:nvPr/>
        </p:nvGrpSpPr>
        <p:grpSpPr>
          <a:xfrm>
            <a:off x="3532557" y="1723768"/>
            <a:ext cx="913320" cy="418680"/>
            <a:chOff x="3532557" y="1723768"/>
            <a:chExt cx="913320" cy="41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F4A1329D-BE8E-4847-A71E-A65E3D9E9479}"/>
                    </a:ext>
                  </a:extLst>
                </p14:cNvPr>
                <p14:cNvContentPartPr/>
                <p14:nvPr/>
              </p14:nvContentPartPr>
              <p14:xfrm>
                <a:off x="3532557" y="1756888"/>
                <a:ext cx="273600" cy="38556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F4A1329D-BE8E-4847-A71E-A65E3D9E947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523557" y="1748248"/>
                  <a:ext cx="29124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5486B9F1-9542-45A4-8722-62550BBF3E69}"/>
                    </a:ext>
                  </a:extLst>
                </p14:cNvPr>
                <p14:cNvContentPartPr/>
                <p14:nvPr/>
              </p14:nvContentPartPr>
              <p14:xfrm>
                <a:off x="3821637" y="1919248"/>
                <a:ext cx="227160" cy="2048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5486B9F1-9542-45A4-8722-62550BBF3E6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12637" y="1910608"/>
                  <a:ext cx="2448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DC401E69-D1FF-46BB-B4CC-C19B40DA14C6}"/>
                    </a:ext>
                  </a:extLst>
                </p14:cNvPr>
                <p14:cNvContentPartPr/>
                <p14:nvPr/>
              </p14:nvContentPartPr>
              <p14:xfrm>
                <a:off x="4036917" y="1723768"/>
                <a:ext cx="236160" cy="37296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DC401E69-D1FF-46BB-B4CC-C19B40DA14C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28277" y="1715128"/>
                  <a:ext cx="2538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23173B0E-9ED2-4F97-85B3-76182047417F}"/>
                    </a:ext>
                  </a:extLst>
                </p14:cNvPr>
                <p14:cNvContentPartPr/>
                <p14:nvPr/>
              </p14:nvContentPartPr>
              <p14:xfrm>
                <a:off x="4172277" y="1922848"/>
                <a:ext cx="273600" cy="18792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23173B0E-9ED2-4F97-85B3-76182047417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63637" y="1914208"/>
                  <a:ext cx="29124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FA119965-C2CD-4F91-9673-08EB930D77D8}"/>
              </a:ext>
            </a:extLst>
          </p:cNvPr>
          <p:cNvGrpSpPr/>
          <p:nvPr/>
        </p:nvGrpSpPr>
        <p:grpSpPr>
          <a:xfrm>
            <a:off x="4771677" y="1823488"/>
            <a:ext cx="621360" cy="310320"/>
            <a:chOff x="4771677" y="1823488"/>
            <a:chExt cx="62136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FA4F6E87-9B60-4D1C-9519-24960B2C5446}"/>
                    </a:ext>
                  </a:extLst>
                </p14:cNvPr>
                <p14:cNvContentPartPr/>
                <p14:nvPr/>
              </p14:nvContentPartPr>
              <p14:xfrm>
                <a:off x="4771677" y="1855528"/>
                <a:ext cx="183600" cy="2782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FA4F6E87-9B60-4D1C-9519-24960B2C544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63037" y="1846528"/>
                  <a:ext cx="2012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EE88F30D-117B-429A-A01F-65C824CCBBC8}"/>
                    </a:ext>
                  </a:extLst>
                </p14:cNvPr>
                <p14:cNvContentPartPr/>
                <p14:nvPr/>
              </p14:nvContentPartPr>
              <p14:xfrm>
                <a:off x="5030877" y="1823488"/>
                <a:ext cx="362160" cy="21636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EE88F30D-117B-429A-A01F-65C824CCBBC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022237" y="1814848"/>
                  <a:ext cx="37980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39674774-4C19-44BB-84FF-4C155563DFAD}"/>
              </a:ext>
            </a:extLst>
          </p:cNvPr>
          <p:cNvGrpSpPr/>
          <p:nvPr/>
        </p:nvGrpSpPr>
        <p:grpSpPr>
          <a:xfrm>
            <a:off x="5886957" y="1578688"/>
            <a:ext cx="757440" cy="353160"/>
            <a:chOff x="5886957" y="1578688"/>
            <a:chExt cx="75744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7932FB4D-29D7-42B5-994E-246862A7E5D2}"/>
                    </a:ext>
                  </a:extLst>
                </p14:cNvPr>
                <p14:cNvContentPartPr/>
                <p14:nvPr/>
              </p14:nvContentPartPr>
              <p14:xfrm>
                <a:off x="5886957" y="1757968"/>
                <a:ext cx="295920" cy="1447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7932FB4D-29D7-42B5-994E-246862A7E5D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77957" y="1749328"/>
                  <a:ext cx="313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5D652D35-7218-4DEE-B8B1-B58351B8890D}"/>
                    </a:ext>
                  </a:extLst>
                </p14:cNvPr>
                <p14:cNvContentPartPr/>
                <p14:nvPr/>
              </p14:nvContentPartPr>
              <p14:xfrm>
                <a:off x="6137877" y="1724848"/>
                <a:ext cx="153720" cy="20700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5D652D35-7218-4DEE-B8B1-B58351B8890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29237" y="1715848"/>
                  <a:ext cx="1713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21A44683-B62C-44F2-A38B-770731A2E1C2}"/>
                    </a:ext>
                  </a:extLst>
                </p14:cNvPr>
                <p14:cNvContentPartPr/>
                <p14:nvPr/>
              </p14:nvContentPartPr>
              <p14:xfrm>
                <a:off x="6375117" y="1578688"/>
                <a:ext cx="55440" cy="29052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21A44683-B62C-44F2-A38B-770731A2E1C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66117" y="1569688"/>
                  <a:ext cx="730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801646E9-FF46-497E-98F3-FA40D9E8245D}"/>
                    </a:ext>
                  </a:extLst>
                </p14:cNvPr>
                <p14:cNvContentPartPr/>
                <p14:nvPr/>
              </p14:nvContentPartPr>
              <p14:xfrm>
                <a:off x="6341997" y="1706848"/>
                <a:ext cx="302400" cy="17856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801646E9-FF46-497E-98F3-FA40D9E8245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332997" y="1698208"/>
                  <a:ext cx="32004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037BB825-B82E-4965-A4F5-31DABB2D9821}"/>
              </a:ext>
            </a:extLst>
          </p:cNvPr>
          <p:cNvGrpSpPr/>
          <p:nvPr/>
        </p:nvGrpSpPr>
        <p:grpSpPr>
          <a:xfrm>
            <a:off x="7255677" y="1471408"/>
            <a:ext cx="1242000" cy="435960"/>
            <a:chOff x="7255677" y="1471408"/>
            <a:chExt cx="124200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EDAC00AB-CAA3-41AE-A601-7F52D25AE15E}"/>
                    </a:ext>
                  </a:extLst>
                </p14:cNvPr>
                <p14:cNvContentPartPr/>
                <p14:nvPr/>
              </p14:nvContentPartPr>
              <p14:xfrm>
                <a:off x="7255677" y="1641688"/>
                <a:ext cx="302040" cy="19404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EDAC00AB-CAA3-41AE-A601-7F52D25AE15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247037" y="1633048"/>
                  <a:ext cx="319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498974CD-F849-4D17-9C8F-8C1BC55D83C1}"/>
                    </a:ext>
                  </a:extLst>
                </p14:cNvPr>
                <p14:cNvContentPartPr/>
                <p14:nvPr/>
              </p14:nvContentPartPr>
              <p14:xfrm>
                <a:off x="7800717" y="1471408"/>
                <a:ext cx="85680" cy="43596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498974CD-F849-4D17-9C8F-8C1BC55D83C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91717" y="1462408"/>
                  <a:ext cx="10332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3" name="Entrada de lápiz 72">
                  <a:extLst>
                    <a:ext uri="{FF2B5EF4-FFF2-40B4-BE49-F238E27FC236}">
                      <a16:creationId xmlns:a16="http://schemas.microsoft.com/office/drawing/2014/main" id="{A460AF2A-E6DA-4548-9DA2-94213868E7A3}"/>
                    </a:ext>
                  </a:extLst>
                </p14:cNvPr>
                <p14:cNvContentPartPr/>
                <p14:nvPr/>
              </p14:nvContentPartPr>
              <p14:xfrm>
                <a:off x="7806837" y="1683088"/>
                <a:ext cx="310320" cy="162360"/>
              </p14:xfrm>
            </p:contentPart>
          </mc:Choice>
          <mc:Fallback>
            <p:pic>
              <p:nvPicPr>
                <p:cNvPr id="73" name="Entrada de lápiz 72">
                  <a:extLst>
                    <a:ext uri="{FF2B5EF4-FFF2-40B4-BE49-F238E27FC236}">
                      <a16:creationId xmlns:a16="http://schemas.microsoft.com/office/drawing/2014/main" id="{A460AF2A-E6DA-4548-9DA2-94213868E7A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798197" y="1674448"/>
                  <a:ext cx="327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DA78098C-2F35-4861-9D5E-B55C4709A736}"/>
                    </a:ext>
                  </a:extLst>
                </p14:cNvPr>
                <p14:cNvContentPartPr/>
                <p14:nvPr/>
              </p14:nvContentPartPr>
              <p14:xfrm>
                <a:off x="8136597" y="1653568"/>
                <a:ext cx="133560" cy="16812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DA78098C-2F35-4861-9D5E-B55C4709A73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27597" y="1644568"/>
                  <a:ext cx="151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BF731C1E-1B51-4DE2-B3C8-C3106EDE1A00}"/>
                    </a:ext>
                  </a:extLst>
                </p14:cNvPr>
                <p14:cNvContentPartPr/>
                <p14:nvPr/>
              </p14:nvContentPartPr>
              <p14:xfrm>
                <a:off x="8299317" y="1630888"/>
                <a:ext cx="198360" cy="1796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BF731C1E-1B51-4DE2-B3C8-C3106EDE1A0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90677" y="1622248"/>
                  <a:ext cx="21600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F8314CD4-425E-4418-9144-960B21FF7E09}"/>
              </a:ext>
            </a:extLst>
          </p:cNvPr>
          <p:cNvGrpSpPr/>
          <p:nvPr/>
        </p:nvGrpSpPr>
        <p:grpSpPr>
          <a:xfrm>
            <a:off x="8990517" y="1344328"/>
            <a:ext cx="1750680" cy="454320"/>
            <a:chOff x="8990517" y="1344328"/>
            <a:chExt cx="1750680" cy="45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6F99043B-8FC6-4A52-B1FE-E9DD150A35B7}"/>
                    </a:ext>
                  </a:extLst>
                </p14:cNvPr>
                <p14:cNvContentPartPr/>
                <p14:nvPr/>
              </p14:nvContentPartPr>
              <p14:xfrm>
                <a:off x="8990517" y="1520368"/>
                <a:ext cx="488160" cy="27828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6F99043B-8FC6-4A52-B1FE-E9DD150A35B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81877" y="1511368"/>
                  <a:ext cx="5058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ADB3609B-2F19-4815-B1A5-A4F4D9E9E46C}"/>
                    </a:ext>
                  </a:extLst>
                </p14:cNvPr>
                <p14:cNvContentPartPr/>
                <p14:nvPr/>
              </p14:nvContentPartPr>
              <p14:xfrm>
                <a:off x="9656877" y="1510288"/>
                <a:ext cx="228600" cy="25488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ADB3609B-2F19-4815-B1A5-A4F4D9E9E46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647877" y="1501288"/>
                  <a:ext cx="2462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EE8C5E85-913E-46CB-9763-604640C5A985}"/>
                    </a:ext>
                  </a:extLst>
                </p14:cNvPr>
                <p14:cNvContentPartPr/>
                <p14:nvPr/>
              </p14:nvContentPartPr>
              <p14:xfrm>
                <a:off x="10062957" y="1626568"/>
                <a:ext cx="187200" cy="12528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EE8C5E85-913E-46CB-9763-604640C5A98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53957" y="1617568"/>
                  <a:ext cx="2048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B789621D-1BAC-42FB-9AC2-ECFAA71EDAC1}"/>
                    </a:ext>
                  </a:extLst>
                </p14:cNvPr>
                <p14:cNvContentPartPr/>
                <p14:nvPr/>
              </p14:nvContentPartPr>
              <p14:xfrm>
                <a:off x="10506117" y="1557088"/>
                <a:ext cx="235080" cy="16524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B789621D-1BAC-42FB-9AC2-ECFAA71EDAC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497477" y="1548448"/>
                  <a:ext cx="2527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0C3903A9-3810-461E-8A7E-05171D29D30B}"/>
                    </a:ext>
                  </a:extLst>
                </p14:cNvPr>
                <p14:cNvContentPartPr/>
                <p14:nvPr/>
              </p14:nvContentPartPr>
              <p14:xfrm>
                <a:off x="10250877" y="1344328"/>
                <a:ext cx="92520" cy="13212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0C3903A9-3810-461E-8A7E-05171D29D30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42237" y="1335328"/>
                  <a:ext cx="11016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F2996DC5-B56C-4B05-A87E-22D50D9AB09C}"/>
              </a:ext>
            </a:extLst>
          </p:cNvPr>
          <p:cNvGrpSpPr/>
          <p:nvPr/>
        </p:nvGrpSpPr>
        <p:grpSpPr>
          <a:xfrm>
            <a:off x="585957" y="2679208"/>
            <a:ext cx="1398240" cy="564480"/>
            <a:chOff x="585957" y="2679208"/>
            <a:chExt cx="1398240" cy="56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B408202F-69EF-4FBE-80A7-52DB0B177CE6}"/>
                    </a:ext>
                  </a:extLst>
                </p14:cNvPr>
                <p14:cNvContentPartPr/>
                <p14:nvPr/>
              </p14:nvContentPartPr>
              <p14:xfrm>
                <a:off x="585957" y="2788648"/>
                <a:ext cx="275400" cy="45504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B408202F-69EF-4FBE-80A7-52DB0B177CE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6957" y="2780008"/>
                  <a:ext cx="29304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E9FF4F00-E1A3-47F2-BE77-621599D9054D}"/>
                    </a:ext>
                  </a:extLst>
                </p14:cNvPr>
                <p14:cNvContentPartPr/>
                <p14:nvPr/>
              </p14:nvContentPartPr>
              <p14:xfrm>
                <a:off x="1026957" y="2778568"/>
                <a:ext cx="101520" cy="27432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E9FF4F00-E1A3-47F2-BE77-621599D9054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17957" y="2769568"/>
                  <a:ext cx="119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EDBABB6E-46F3-476E-8994-47944C260EA0}"/>
                    </a:ext>
                  </a:extLst>
                </p14:cNvPr>
                <p14:cNvContentPartPr/>
                <p14:nvPr/>
              </p14:nvContentPartPr>
              <p14:xfrm>
                <a:off x="1227117" y="2785408"/>
                <a:ext cx="157320" cy="30168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EDBABB6E-46F3-476E-8994-47944C260EA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18477" y="2776408"/>
                  <a:ext cx="1749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66944FC1-B827-499B-8B65-4FC92ADF164B}"/>
                    </a:ext>
                  </a:extLst>
                </p14:cNvPr>
                <p14:cNvContentPartPr/>
                <p14:nvPr/>
              </p14:nvContentPartPr>
              <p14:xfrm>
                <a:off x="1247277" y="2798368"/>
                <a:ext cx="325080" cy="23184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66944FC1-B827-499B-8B65-4FC92ADF164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238637" y="2789368"/>
                  <a:ext cx="3427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8F8F2B6C-B99E-45EE-AED4-D4A145C06216}"/>
                    </a:ext>
                  </a:extLst>
                </p14:cNvPr>
                <p14:cNvContentPartPr/>
                <p14:nvPr/>
              </p14:nvContentPartPr>
              <p14:xfrm>
                <a:off x="1679277" y="2775688"/>
                <a:ext cx="183600" cy="23472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8F8F2B6C-B99E-45EE-AED4-D4A145C0621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70277" y="2767048"/>
                  <a:ext cx="2012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FB77E880-DE2B-487D-8FB9-98CCE444E787}"/>
                    </a:ext>
                  </a:extLst>
                </p14:cNvPr>
                <p14:cNvContentPartPr/>
                <p14:nvPr/>
              </p14:nvContentPartPr>
              <p14:xfrm>
                <a:off x="1866477" y="2679208"/>
                <a:ext cx="117720" cy="48348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FB77E880-DE2B-487D-8FB9-98CCE444E78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857837" y="2670568"/>
                  <a:ext cx="135360" cy="50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EDC8EC52-96F9-4E5F-95A2-765083997ACE}"/>
              </a:ext>
            </a:extLst>
          </p:cNvPr>
          <p:cNvGrpSpPr/>
          <p:nvPr/>
        </p:nvGrpSpPr>
        <p:grpSpPr>
          <a:xfrm>
            <a:off x="2220357" y="2505328"/>
            <a:ext cx="2328120" cy="1062720"/>
            <a:chOff x="2220357" y="2505328"/>
            <a:chExt cx="2328120" cy="10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28D16D6B-1DA6-4BE1-A024-1D182682EF5B}"/>
                    </a:ext>
                  </a:extLst>
                </p14:cNvPr>
                <p14:cNvContentPartPr/>
                <p14:nvPr/>
              </p14:nvContentPartPr>
              <p14:xfrm>
                <a:off x="2220357" y="2884768"/>
                <a:ext cx="218880" cy="5256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28D16D6B-1DA6-4BE1-A024-1D182682EF5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211357" y="2875768"/>
                  <a:ext cx="236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C7C5ADBE-5410-4C69-9CA3-2D2DE1751E44}"/>
                    </a:ext>
                  </a:extLst>
                </p14:cNvPr>
                <p14:cNvContentPartPr/>
                <p14:nvPr/>
              </p14:nvContentPartPr>
              <p14:xfrm>
                <a:off x="2309637" y="2961448"/>
                <a:ext cx="146520" cy="6804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C7C5ADBE-5410-4C69-9CA3-2D2DE1751E4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300637" y="2952448"/>
                  <a:ext cx="164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5BB3D22E-216C-44C1-9A8F-C3D760D034C5}"/>
                    </a:ext>
                  </a:extLst>
                </p14:cNvPr>
                <p14:cNvContentPartPr/>
                <p14:nvPr/>
              </p14:nvContentPartPr>
              <p14:xfrm>
                <a:off x="2636157" y="2713768"/>
                <a:ext cx="235800" cy="37188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5BB3D22E-216C-44C1-9A8F-C3D760D034C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27517" y="2705128"/>
                  <a:ext cx="2534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8A7D75A7-F656-4860-B3E9-48EF90B77232}"/>
                    </a:ext>
                  </a:extLst>
                </p14:cNvPr>
                <p14:cNvContentPartPr/>
                <p14:nvPr/>
              </p14:nvContentPartPr>
              <p14:xfrm>
                <a:off x="3031077" y="2683888"/>
                <a:ext cx="116640" cy="24192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8A7D75A7-F656-4860-B3E9-48EF90B7723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022077" y="2674888"/>
                  <a:ext cx="134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AA9DA00E-B800-482E-B51B-F585D4DBF2AC}"/>
                    </a:ext>
                  </a:extLst>
                </p14:cNvPr>
                <p14:cNvContentPartPr/>
                <p14:nvPr/>
              </p14:nvContentPartPr>
              <p14:xfrm>
                <a:off x="3207477" y="2673088"/>
                <a:ext cx="163800" cy="26712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AA9DA00E-B800-482E-B51B-F585D4DBF2A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98477" y="2664088"/>
                  <a:ext cx="1814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890BA805-3AD6-4C24-BAA0-B66A13BEA751}"/>
                    </a:ext>
                  </a:extLst>
                </p14:cNvPr>
                <p14:cNvContentPartPr/>
                <p14:nvPr/>
              </p14:nvContentPartPr>
              <p14:xfrm>
                <a:off x="3464877" y="2693608"/>
                <a:ext cx="173880" cy="21924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890BA805-3AD6-4C24-BAA0-B66A13BEA75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56237" y="2684968"/>
                  <a:ext cx="191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93FF2375-921A-4556-9092-D6DE9B84E17A}"/>
                    </a:ext>
                  </a:extLst>
                </p14:cNvPr>
                <p14:cNvContentPartPr/>
                <p14:nvPr/>
              </p14:nvContentPartPr>
              <p14:xfrm>
                <a:off x="3741357" y="2657248"/>
                <a:ext cx="196560" cy="24984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93FF2375-921A-4556-9092-D6DE9B84E17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32717" y="2648248"/>
                  <a:ext cx="2142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C527BBF8-83F6-437C-AECA-6D02EC86ABC8}"/>
                    </a:ext>
                  </a:extLst>
                </p14:cNvPr>
                <p14:cNvContentPartPr/>
                <p14:nvPr/>
              </p14:nvContentPartPr>
              <p14:xfrm>
                <a:off x="4012077" y="2505328"/>
                <a:ext cx="88560" cy="43380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C527BBF8-83F6-437C-AECA-6D02EC86ABC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003077" y="2496328"/>
                  <a:ext cx="1062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263B2F28-FD4F-4EDF-855A-E3B4239495DA}"/>
                    </a:ext>
                  </a:extLst>
                </p14:cNvPr>
                <p14:cNvContentPartPr/>
                <p14:nvPr/>
              </p14:nvContentPartPr>
              <p14:xfrm>
                <a:off x="2440677" y="3027328"/>
                <a:ext cx="2107800" cy="16344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263B2F28-FD4F-4EDF-855A-E3B4239495D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32037" y="3018328"/>
                  <a:ext cx="2125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A7F50A7A-0681-4955-9D3B-61B4114F1FF6}"/>
                    </a:ext>
                  </a:extLst>
                </p14:cNvPr>
                <p14:cNvContentPartPr/>
                <p14:nvPr/>
              </p14:nvContentPartPr>
              <p14:xfrm>
                <a:off x="2919117" y="3293008"/>
                <a:ext cx="193680" cy="275040"/>
              </p14:xfrm>
            </p:contentPart>
          </mc:Choice>
          <mc:Fallback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A7F50A7A-0681-4955-9D3B-61B4114F1FF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910117" y="3284008"/>
                  <a:ext cx="2113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50941579-8A72-403A-A903-04DEBBF3BDF7}"/>
                    </a:ext>
                  </a:extLst>
                </p14:cNvPr>
                <p14:cNvContentPartPr/>
                <p14:nvPr/>
              </p14:nvContentPartPr>
              <p14:xfrm>
                <a:off x="3206397" y="3285808"/>
                <a:ext cx="99720" cy="16992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50941579-8A72-403A-A903-04DEBBF3BDF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197397" y="3277168"/>
                  <a:ext cx="117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3943F12B-EEA8-4A0F-B513-CC692803B739}"/>
                    </a:ext>
                  </a:extLst>
                </p14:cNvPr>
                <p14:cNvContentPartPr/>
                <p14:nvPr/>
              </p14:nvContentPartPr>
              <p14:xfrm>
                <a:off x="3389637" y="3264928"/>
                <a:ext cx="159120" cy="19116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3943F12B-EEA8-4A0F-B513-CC692803B73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80997" y="3256288"/>
                  <a:ext cx="176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8969A08A-F1C2-441C-9734-B66BC2D86F7E}"/>
                    </a:ext>
                  </a:extLst>
                </p14:cNvPr>
                <p14:cNvContentPartPr/>
                <p14:nvPr/>
              </p14:nvContentPartPr>
              <p14:xfrm>
                <a:off x="3640197" y="3180328"/>
                <a:ext cx="98640" cy="36108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8969A08A-F1C2-441C-9734-B66BC2D86F7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31557" y="3171688"/>
                  <a:ext cx="116280" cy="37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0F1FCA69-1E43-42FE-BCC6-455CBAFEF78B}"/>
              </a:ext>
            </a:extLst>
          </p:cNvPr>
          <p:cNvGrpSpPr/>
          <p:nvPr/>
        </p:nvGrpSpPr>
        <p:grpSpPr>
          <a:xfrm>
            <a:off x="643917" y="4188328"/>
            <a:ext cx="1312200" cy="526320"/>
            <a:chOff x="643917" y="4188328"/>
            <a:chExt cx="1312200" cy="52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B8E35EF4-5176-41C5-9879-1A0F3F1F1714}"/>
                    </a:ext>
                  </a:extLst>
                </p14:cNvPr>
                <p14:cNvContentPartPr/>
                <p14:nvPr/>
              </p14:nvContentPartPr>
              <p14:xfrm>
                <a:off x="643917" y="4229728"/>
                <a:ext cx="132120" cy="48492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B8E35EF4-5176-41C5-9879-1A0F3F1F171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35277" y="4220728"/>
                  <a:ext cx="14976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CED21A1D-F436-4B9B-88DE-99E0EA5E30FC}"/>
                    </a:ext>
                  </a:extLst>
                </p14:cNvPr>
                <p14:cNvContentPartPr/>
                <p14:nvPr/>
              </p14:nvContentPartPr>
              <p14:xfrm>
                <a:off x="675957" y="4223608"/>
                <a:ext cx="260640" cy="23400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CED21A1D-F436-4B9B-88DE-99E0EA5E30F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67317" y="4214968"/>
                  <a:ext cx="2782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0D7E38B0-B4D3-4919-9EBC-0EFFA7648FC2}"/>
                    </a:ext>
                  </a:extLst>
                </p14:cNvPr>
                <p14:cNvContentPartPr/>
                <p14:nvPr/>
              </p14:nvContentPartPr>
              <p14:xfrm>
                <a:off x="1147197" y="4222528"/>
                <a:ext cx="160560" cy="29772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0D7E38B0-B4D3-4919-9EBC-0EFFA7648FC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38197" y="4213528"/>
                  <a:ext cx="1782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BD017B3B-8B97-4B7D-8ADA-D6CF9C7BBE1F}"/>
                    </a:ext>
                  </a:extLst>
                </p14:cNvPr>
                <p14:cNvContentPartPr/>
                <p14:nvPr/>
              </p14:nvContentPartPr>
              <p14:xfrm>
                <a:off x="1496037" y="4226128"/>
                <a:ext cx="190800" cy="33372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BD017B3B-8B97-4B7D-8ADA-D6CF9C7BBE1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87037" y="4217128"/>
                  <a:ext cx="2084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3E5B0C12-2D74-4B32-B7C8-56BC2FF415E4}"/>
                    </a:ext>
                  </a:extLst>
                </p14:cNvPr>
                <p14:cNvContentPartPr/>
                <p14:nvPr/>
              </p14:nvContentPartPr>
              <p14:xfrm>
                <a:off x="1858557" y="4188328"/>
                <a:ext cx="97560" cy="31032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3E5B0C12-2D74-4B32-B7C8-56BC2FF415E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49917" y="4179328"/>
                  <a:ext cx="11520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5CDAF37E-53D5-4A7F-82AC-8F49503019F6}"/>
              </a:ext>
            </a:extLst>
          </p:cNvPr>
          <p:cNvGrpSpPr/>
          <p:nvPr/>
        </p:nvGrpSpPr>
        <p:grpSpPr>
          <a:xfrm>
            <a:off x="2185437" y="4076368"/>
            <a:ext cx="1432080" cy="497160"/>
            <a:chOff x="2185437" y="4076368"/>
            <a:chExt cx="1432080" cy="49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FE8F7E74-9566-4CAE-A609-091B9B4C50A5}"/>
                    </a:ext>
                  </a:extLst>
                </p14:cNvPr>
                <p14:cNvContentPartPr/>
                <p14:nvPr/>
              </p14:nvContentPartPr>
              <p14:xfrm>
                <a:off x="2185437" y="4276528"/>
                <a:ext cx="276120" cy="27828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FE8F7E74-9566-4CAE-A609-091B9B4C50A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176437" y="4267528"/>
                  <a:ext cx="2937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1C0A647A-FA07-47B0-BCF0-AA04449DF895}"/>
                    </a:ext>
                  </a:extLst>
                </p14:cNvPr>
                <p14:cNvContentPartPr/>
                <p14:nvPr/>
              </p14:nvContentPartPr>
              <p14:xfrm>
                <a:off x="2551557" y="4278328"/>
                <a:ext cx="172080" cy="22608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1C0A647A-FA07-47B0-BCF0-AA04449DF89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42917" y="4269328"/>
                  <a:ext cx="1897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FDF2300D-22C1-4A8C-AAAC-D6184B03BD8B}"/>
                    </a:ext>
                  </a:extLst>
                </p14:cNvPr>
                <p14:cNvContentPartPr/>
                <p14:nvPr/>
              </p14:nvContentPartPr>
              <p14:xfrm>
                <a:off x="2853237" y="4273648"/>
                <a:ext cx="235080" cy="22068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FDF2300D-22C1-4A8C-AAAC-D6184B03BD8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844597" y="4265008"/>
                  <a:ext cx="2527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3CC54128-890C-49CE-AD6D-579C5164A85B}"/>
                    </a:ext>
                  </a:extLst>
                </p14:cNvPr>
                <p14:cNvContentPartPr/>
                <p14:nvPr/>
              </p14:nvContentPartPr>
              <p14:xfrm>
                <a:off x="3095157" y="4076368"/>
                <a:ext cx="148680" cy="49716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3CC54128-890C-49CE-AD6D-579C5164A85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086157" y="4067728"/>
                  <a:ext cx="16632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37915DA9-68F8-4D8E-85F6-64C46D5CDAED}"/>
                    </a:ext>
                  </a:extLst>
                </p14:cNvPr>
                <p14:cNvContentPartPr/>
                <p14:nvPr/>
              </p14:nvContentPartPr>
              <p14:xfrm>
                <a:off x="3382797" y="4308208"/>
                <a:ext cx="225720" cy="684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37915DA9-68F8-4D8E-85F6-64C46D5CDAE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73797" y="4299208"/>
                  <a:ext cx="243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0E48186D-6EFD-4747-BDAB-4194D59DDDD9}"/>
                    </a:ext>
                  </a:extLst>
                </p14:cNvPr>
                <p14:cNvContentPartPr/>
                <p14:nvPr/>
              </p14:nvContentPartPr>
              <p14:xfrm>
                <a:off x="3440757" y="4449688"/>
                <a:ext cx="176760" cy="684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0E48186D-6EFD-4747-BDAB-4194D59DDDD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432117" y="4440688"/>
                  <a:ext cx="194400" cy="2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8EE80326-AF29-4F16-8B4C-22A297B5C61D}"/>
                  </a:ext>
                </a:extLst>
              </p14:cNvPr>
              <p14:cNvContentPartPr/>
              <p14:nvPr/>
            </p14:nvContentPartPr>
            <p14:xfrm>
              <a:off x="3927117" y="3997888"/>
              <a:ext cx="269640" cy="43956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8EE80326-AF29-4F16-8B4C-22A297B5C61D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918117" y="3989248"/>
                <a:ext cx="28728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D57BE04A-ED4D-44F9-9394-592A3DD75238}"/>
                  </a:ext>
                </a:extLst>
              </p14:cNvPr>
              <p14:cNvContentPartPr/>
              <p14:nvPr/>
            </p14:nvContentPartPr>
            <p14:xfrm>
              <a:off x="4352637" y="3932008"/>
              <a:ext cx="195840" cy="379080"/>
            </p14:xfrm>
          </p:contentPart>
        </mc:Choice>
        <mc:Fallback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D57BE04A-ED4D-44F9-9394-592A3DD75238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343997" y="3923368"/>
                <a:ext cx="21348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A2C954F9-5E36-4E23-92E7-5D42128749FB}"/>
                  </a:ext>
                </a:extLst>
              </p14:cNvPr>
              <p14:cNvContentPartPr/>
              <p14:nvPr/>
            </p14:nvContentPartPr>
            <p14:xfrm>
              <a:off x="4604277" y="4006168"/>
              <a:ext cx="186840" cy="33624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A2C954F9-5E36-4E23-92E7-5D42128749FB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595277" y="3997168"/>
                <a:ext cx="20448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CE7E0964-2396-4775-9DEA-24B3BFFEEDB3}"/>
                  </a:ext>
                </a:extLst>
              </p14:cNvPr>
              <p14:cNvContentPartPr/>
              <p14:nvPr/>
            </p14:nvContentPartPr>
            <p14:xfrm>
              <a:off x="4644237" y="4183648"/>
              <a:ext cx="198720" cy="4716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CE7E0964-2396-4775-9DEA-24B3BFFEEDB3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635597" y="4175008"/>
                <a:ext cx="2163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903B7971-C071-4FDC-ABB1-58A68FD94EB9}"/>
                  </a:ext>
                </a:extLst>
              </p14:cNvPr>
              <p14:cNvContentPartPr/>
              <p14:nvPr/>
            </p14:nvContentPartPr>
            <p14:xfrm>
              <a:off x="4939797" y="4007248"/>
              <a:ext cx="239040" cy="29484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903B7971-C071-4FDC-ABB1-58A68FD94EB9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931157" y="3998608"/>
                <a:ext cx="25668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31" name="Entrada de lápiz 130">
                <a:extLst>
                  <a:ext uri="{FF2B5EF4-FFF2-40B4-BE49-F238E27FC236}">
                    <a16:creationId xmlns:a16="http://schemas.microsoft.com/office/drawing/2014/main" id="{7D4DA00D-2101-4F66-82A2-58E607D24A18}"/>
                  </a:ext>
                </a:extLst>
              </p14:cNvPr>
              <p14:cNvContentPartPr/>
              <p14:nvPr/>
            </p14:nvContentPartPr>
            <p14:xfrm>
              <a:off x="5371797" y="3952888"/>
              <a:ext cx="159840" cy="310320"/>
            </p14:xfrm>
          </p:contentPart>
        </mc:Choice>
        <mc:Fallback>
          <p:pic>
            <p:nvPicPr>
              <p:cNvPr id="131" name="Entrada de lápiz 130">
                <a:extLst>
                  <a:ext uri="{FF2B5EF4-FFF2-40B4-BE49-F238E27FC236}">
                    <a16:creationId xmlns:a16="http://schemas.microsoft.com/office/drawing/2014/main" id="{7D4DA00D-2101-4F66-82A2-58E607D24A18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363157" y="3944248"/>
                <a:ext cx="17748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32" name="Entrada de lápiz 131">
                <a:extLst>
                  <a:ext uri="{FF2B5EF4-FFF2-40B4-BE49-F238E27FC236}">
                    <a16:creationId xmlns:a16="http://schemas.microsoft.com/office/drawing/2014/main" id="{2FF282E4-32D2-4277-8303-F343921B7523}"/>
                  </a:ext>
                </a:extLst>
              </p14:cNvPr>
              <p14:cNvContentPartPr/>
              <p14:nvPr/>
            </p14:nvContentPartPr>
            <p14:xfrm>
              <a:off x="5574117" y="3960088"/>
              <a:ext cx="207360" cy="304560"/>
            </p14:xfrm>
          </p:contentPart>
        </mc:Choice>
        <mc:Fallback>
          <p:pic>
            <p:nvPicPr>
              <p:cNvPr id="132" name="Entrada de lápiz 131">
                <a:extLst>
                  <a:ext uri="{FF2B5EF4-FFF2-40B4-BE49-F238E27FC236}">
                    <a16:creationId xmlns:a16="http://schemas.microsoft.com/office/drawing/2014/main" id="{2FF282E4-32D2-4277-8303-F343921B7523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565477" y="3951448"/>
                <a:ext cx="2250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929A307F-FA04-4AC5-978C-47A3BA8F6844}"/>
                  </a:ext>
                </a:extLst>
              </p14:cNvPr>
              <p14:cNvContentPartPr/>
              <p14:nvPr/>
            </p14:nvContentPartPr>
            <p14:xfrm>
              <a:off x="5834757" y="3952888"/>
              <a:ext cx="188640" cy="27252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929A307F-FA04-4AC5-978C-47A3BA8F684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826117" y="3944248"/>
                <a:ext cx="20628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D57CB756-6CB3-45A0-A62A-585CA9717BA8}"/>
                  </a:ext>
                </a:extLst>
              </p14:cNvPr>
              <p14:cNvContentPartPr/>
              <p14:nvPr/>
            </p14:nvContentPartPr>
            <p14:xfrm>
              <a:off x="6063357" y="3944968"/>
              <a:ext cx="151560" cy="23940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D57CB756-6CB3-45A0-A62A-585CA9717BA8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054357" y="3935968"/>
                <a:ext cx="16920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AC01026E-6C78-484A-9A9D-94AAF98CBB99}"/>
                  </a:ext>
                </a:extLst>
              </p14:cNvPr>
              <p14:cNvContentPartPr/>
              <p14:nvPr/>
            </p14:nvContentPartPr>
            <p14:xfrm>
              <a:off x="6240837" y="3834808"/>
              <a:ext cx="102600" cy="49788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AC01026E-6C78-484A-9A9D-94AAF98CBB99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6231837" y="3826168"/>
                <a:ext cx="120240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A5A98B62-10BF-4878-8BF5-998B0F4C4D8A}"/>
                  </a:ext>
                </a:extLst>
              </p14:cNvPr>
              <p14:cNvContentPartPr/>
              <p14:nvPr/>
            </p14:nvContentPartPr>
            <p14:xfrm>
              <a:off x="6372957" y="3726808"/>
              <a:ext cx="158760" cy="68004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A5A98B62-10BF-4878-8BF5-998B0F4C4D8A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6363957" y="3717808"/>
                <a:ext cx="176400" cy="6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59921E56-BC29-4728-B919-D6FC8A9D86C1}"/>
                  </a:ext>
                </a:extLst>
              </p14:cNvPr>
              <p14:cNvContentPartPr/>
              <p14:nvPr/>
            </p14:nvContentPartPr>
            <p14:xfrm>
              <a:off x="3972117" y="4449688"/>
              <a:ext cx="3288240" cy="12528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59921E56-BC29-4728-B919-D6FC8A9D86C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3963117" y="4440688"/>
                <a:ext cx="33058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0A6428D0-8236-409F-BDEB-D6BBE259B6A8}"/>
                  </a:ext>
                </a:extLst>
              </p14:cNvPr>
              <p14:cNvContentPartPr/>
              <p14:nvPr/>
            </p14:nvContentPartPr>
            <p14:xfrm>
              <a:off x="5292597" y="4764328"/>
              <a:ext cx="245520" cy="33696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0A6428D0-8236-409F-BDEB-D6BBE259B6A8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283597" y="4755688"/>
                <a:ext cx="26316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8B9E39CD-3133-400B-8AE0-9C928A7D5BA4}"/>
                  </a:ext>
                </a:extLst>
              </p14:cNvPr>
              <p14:cNvContentPartPr/>
              <p14:nvPr/>
            </p14:nvContentPartPr>
            <p14:xfrm>
              <a:off x="5705517" y="4717168"/>
              <a:ext cx="198720" cy="26820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8B9E39CD-3133-400B-8AE0-9C928A7D5BA4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696877" y="4708528"/>
                <a:ext cx="21636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CE149EDF-42FB-46A6-A4AC-71F10E311752}"/>
                  </a:ext>
                </a:extLst>
              </p14:cNvPr>
              <p14:cNvContentPartPr/>
              <p14:nvPr/>
            </p14:nvContentPartPr>
            <p14:xfrm>
              <a:off x="5888037" y="4667128"/>
              <a:ext cx="266760" cy="303120"/>
            </p14:xfrm>
          </p:contentPart>
        </mc:Choice>
        <mc:Fallback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CE149EDF-42FB-46A6-A4AC-71F10E311752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879397" y="4658488"/>
                <a:ext cx="28440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41" name="Entrada de lápiz 140">
                <a:extLst>
                  <a:ext uri="{FF2B5EF4-FFF2-40B4-BE49-F238E27FC236}">
                    <a16:creationId xmlns:a16="http://schemas.microsoft.com/office/drawing/2014/main" id="{6176B63F-625D-4FAA-84E2-17344001316A}"/>
                  </a:ext>
                </a:extLst>
              </p14:cNvPr>
              <p14:cNvContentPartPr/>
              <p14:nvPr/>
            </p14:nvContentPartPr>
            <p14:xfrm>
              <a:off x="6159477" y="4654168"/>
              <a:ext cx="223920" cy="235800"/>
            </p14:xfrm>
          </p:contentPart>
        </mc:Choice>
        <mc:Fallback>
          <p:pic>
            <p:nvPicPr>
              <p:cNvPr id="141" name="Entrada de lápiz 140">
                <a:extLst>
                  <a:ext uri="{FF2B5EF4-FFF2-40B4-BE49-F238E27FC236}">
                    <a16:creationId xmlns:a16="http://schemas.microsoft.com/office/drawing/2014/main" id="{6176B63F-625D-4FAA-84E2-17344001316A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6150837" y="4645528"/>
                <a:ext cx="2415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DC922790-12EE-4986-AB05-F9A89A7BF9B9}"/>
                  </a:ext>
                </a:extLst>
              </p14:cNvPr>
              <p14:cNvContentPartPr/>
              <p14:nvPr/>
            </p14:nvContentPartPr>
            <p14:xfrm>
              <a:off x="6430197" y="4658848"/>
              <a:ext cx="187920" cy="28260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DC922790-12EE-4986-AB05-F9A89A7BF9B9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6421197" y="4649848"/>
                <a:ext cx="20556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D25AF322-99E2-40B5-AD6C-3E2EC6C0E509}"/>
                  </a:ext>
                </a:extLst>
              </p14:cNvPr>
              <p14:cNvContentPartPr/>
              <p14:nvPr/>
            </p14:nvContentPartPr>
            <p14:xfrm>
              <a:off x="6627477" y="4582888"/>
              <a:ext cx="142560" cy="40788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D25AF322-99E2-40B5-AD6C-3E2EC6C0E509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618477" y="4574248"/>
                <a:ext cx="160200" cy="4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5559F55F-AA60-4708-B291-D4F5DC5E4146}"/>
                  </a:ext>
                </a:extLst>
              </p14:cNvPr>
              <p14:cNvContentPartPr/>
              <p14:nvPr/>
            </p14:nvContentPartPr>
            <p14:xfrm>
              <a:off x="8025357" y="4242328"/>
              <a:ext cx="3865320" cy="10584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5559F55F-AA60-4708-B291-D4F5DC5E4146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8016717" y="4233328"/>
                <a:ext cx="38829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3DF47C79-24CE-4EB5-8898-EA69C0061CAE}"/>
                  </a:ext>
                </a:extLst>
              </p14:cNvPr>
              <p14:cNvContentPartPr/>
              <p14:nvPr/>
            </p14:nvContentPartPr>
            <p14:xfrm>
              <a:off x="7994397" y="3899608"/>
              <a:ext cx="352080" cy="279000"/>
            </p14:xfrm>
          </p:contentPart>
        </mc:Choice>
        <mc:Fallback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3DF47C79-24CE-4EB5-8898-EA69C0061CA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7985397" y="3890608"/>
                <a:ext cx="3697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5E8CA471-C359-4F20-906F-E852645ED7F5}"/>
                  </a:ext>
                </a:extLst>
              </p14:cNvPr>
              <p14:cNvContentPartPr/>
              <p14:nvPr/>
            </p14:nvContentPartPr>
            <p14:xfrm>
              <a:off x="8358357" y="3888808"/>
              <a:ext cx="228600" cy="19584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5E8CA471-C359-4F20-906F-E852645ED7F5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349357" y="3879808"/>
                <a:ext cx="24624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B47B0E8F-DEE8-4514-8540-9E2DC992485C}"/>
                  </a:ext>
                </a:extLst>
              </p14:cNvPr>
              <p14:cNvContentPartPr/>
              <p14:nvPr/>
            </p14:nvContentPartPr>
            <p14:xfrm>
              <a:off x="8906277" y="3727528"/>
              <a:ext cx="91800" cy="346680"/>
            </p14:xfrm>
          </p:contentPart>
        </mc:Choice>
        <mc:Fallback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B47B0E8F-DEE8-4514-8540-9E2DC992485C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8897277" y="3718888"/>
                <a:ext cx="1094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57" name="Entrada de lápiz 156">
                <a:extLst>
                  <a:ext uri="{FF2B5EF4-FFF2-40B4-BE49-F238E27FC236}">
                    <a16:creationId xmlns:a16="http://schemas.microsoft.com/office/drawing/2014/main" id="{3FEA840C-4D44-4968-BC37-81C6DC99C344}"/>
                  </a:ext>
                </a:extLst>
              </p14:cNvPr>
              <p14:cNvContentPartPr/>
              <p14:nvPr/>
            </p14:nvContentPartPr>
            <p14:xfrm>
              <a:off x="8861277" y="3861808"/>
              <a:ext cx="254880" cy="73440"/>
            </p14:xfrm>
          </p:contentPart>
        </mc:Choice>
        <mc:Fallback>
          <p:pic>
            <p:nvPicPr>
              <p:cNvPr id="157" name="Entrada de lápiz 156">
                <a:extLst>
                  <a:ext uri="{FF2B5EF4-FFF2-40B4-BE49-F238E27FC236}">
                    <a16:creationId xmlns:a16="http://schemas.microsoft.com/office/drawing/2014/main" id="{3FEA840C-4D44-4968-BC37-81C6DC99C344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852277" y="3853168"/>
                <a:ext cx="2725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58" name="Entrada de lápiz 157">
                <a:extLst>
                  <a:ext uri="{FF2B5EF4-FFF2-40B4-BE49-F238E27FC236}">
                    <a16:creationId xmlns:a16="http://schemas.microsoft.com/office/drawing/2014/main" id="{8FCB3109-CFC1-455B-9F01-5CAAC4283E00}"/>
                  </a:ext>
                </a:extLst>
              </p14:cNvPr>
              <p14:cNvContentPartPr/>
              <p14:nvPr/>
            </p14:nvContentPartPr>
            <p14:xfrm>
              <a:off x="9310197" y="3762808"/>
              <a:ext cx="60480" cy="208440"/>
            </p14:xfrm>
          </p:contentPart>
        </mc:Choice>
        <mc:Fallback>
          <p:pic>
            <p:nvPicPr>
              <p:cNvPr id="158" name="Entrada de lápiz 157">
                <a:extLst>
                  <a:ext uri="{FF2B5EF4-FFF2-40B4-BE49-F238E27FC236}">
                    <a16:creationId xmlns:a16="http://schemas.microsoft.com/office/drawing/2014/main" id="{8FCB3109-CFC1-455B-9F01-5CAAC4283E00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9301197" y="3753808"/>
                <a:ext cx="781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608F3F7A-FB87-4F03-86A4-22C40388ECA5}"/>
                  </a:ext>
                </a:extLst>
              </p14:cNvPr>
              <p14:cNvContentPartPr/>
              <p14:nvPr/>
            </p14:nvContentPartPr>
            <p14:xfrm>
              <a:off x="9514677" y="3727528"/>
              <a:ext cx="221400" cy="231120"/>
            </p14:xfrm>
          </p:contentPart>
        </mc:Choice>
        <mc:Fallback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608F3F7A-FB87-4F03-86A4-22C40388ECA5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9506037" y="3718888"/>
                <a:ext cx="23904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39BEC7A3-1C53-4BBA-9008-346C40526796}"/>
                  </a:ext>
                </a:extLst>
              </p14:cNvPr>
              <p14:cNvContentPartPr/>
              <p14:nvPr/>
            </p14:nvContentPartPr>
            <p14:xfrm>
              <a:off x="10045677" y="3704128"/>
              <a:ext cx="404280" cy="274320"/>
            </p14:xfrm>
          </p:contentPart>
        </mc:Choice>
        <mc:Fallback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39BEC7A3-1C53-4BBA-9008-346C40526796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036677" y="3695488"/>
                <a:ext cx="4219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DEDC49F9-D525-4E71-B98E-B95FE6E83C1D}"/>
                  </a:ext>
                </a:extLst>
              </p14:cNvPr>
              <p14:cNvContentPartPr/>
              <p14:nvPr/>
            </p14:nvContentPartPr>
            <p14:xfrm>
              <a:off x="10420437" y="3667048"/>
              <a:ext cx="241920" cy="16992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DEDC49F9-D525-4E71-B98E-B95FE6E83C1D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0411437" y="3658408"/>
                <a:ext cx="25956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62" name="Entrada de lápiz 161">
                <a:extLst>
                  <a:ext uri="{FF2B5EF4-FFF2-40B4-BE49-F238E27FC236}">
                    <a16:creationId xmlns:a16="http://schemas.microsoft.com/office/drawing/2014/main" id="{C670F173-FEE0-4471-9326-830F6F9941B1}"/>
                  </a:ext>
                </a:extLst>
              </p14:cNvPr>
              <p14:cNvContentPartPr/>
              <p14:nvPr/>
            </p14:nvContentPartPr>
            <p14:xfrm>
              <a:off x="10530597" y="3879448"/>
              <a:ext cx="225000" cy="157320"/>
            </p14:xfrm>
          </p:contentPart>
        </mc:Choice>
        <mc:Fallback>
          <p:pic>
            <p:nvPicPr>
              <p:cNvPr id="162" name="Entrada de lápiz 161">
                <a:extLst>
                  <a:ext uri="{FF2B5EF4-FFF2-40B4-BE49-F238E27FC236}">
                    <a16:creationId xmlns:a16="http://schemas.microsoft.com/office/drawing/2014/main" id="{C670F173-FEE0-4471-9326-830F6F9941B1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0521597" y="3870448"/>
                <a:ext cx="24264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F266BEC6-0BA0-402F-ADBD-8AC2B8CB069B}"/>
                  </a:ext>
                </a:extLst>
              </p14:cNvPr>
              <p14:cNvContentPartPr/>
              <p14:nvPr/>
            </p14:nvContentPartPr>
            <p14:xfrm>
              <a:off x="9191757" y="4509088"/>
              <a:ext cx="228960" cy="360720"/>
            </p14:xfrm>
          </p:contentPart>
        </mc:Choice>
        <mc:Fallback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F266BEC6-0BA0-402F-ADBD-8AC2B8CB069B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9183117" y="4500448"/>
                <a:ext cx="24660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22A52ABC-E398-4E57-BC1D-198AD8A50C0B}"/>
                  </a:ext>
                </a:extLst>
              </p14:cNvPr>
              <p14:cNvContentPartPr/>
              <p14:nvPr/>
            </p14:nvContentPartPr>
            <p14:xfrm>
              <a:off x="9524397" y="4557688"/>
              <a:ext cx="204480" cy="26892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22A52ABC-E398-4E57-BC1D-198AD8A50C0B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515757" y="4549048"/>
                <a:ext cx="22212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3D677458-05FF-42F4-8683-031EF64D72CC}"/>
                  </a:ext>
                </a:extLst>
              </p14:cNvPr>
              <p14:cNvContentPartPr/>
              <p14:nvPr/>
            </p14:nvContentPartPr>
            <p14:xfrm>
              <a:off x="9808437" y="4515208"/>
              <a:ext cx="197280" cy="27468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3D677458-05FF-42F4-8683-031EF64D72CC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799797" y="4506208"/>
                <a:ext cx="21492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61BBD3FC-4FC0-475B-AD8C-1581882420B6}"/>
                  </a:ext>
                </a:extLst>
              </p14:cNvPr>
              <p14:cNvContentPartPr/>
              <p14:nvPr/>
            </p14:nvContentPartPr>
            <p14:xfrm>
              <a:off x="9512157" y="4484608"/>
              <a:ext cx="172080" cy="142200"/>
            </p14:xfrm>
          </p:contentPart>
        </mc:Choice>
        <mc:Fallback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61BBD3FC-4FC0-475B-AD8C-1581882420B6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503157" y="4475968"/>
                <a:ext cx="18972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3D0469AC-55F2-4213-AC4F-0F5719AB340B}"/>
                  </a:ext>
                </a:extLst>
              </p14:cNvPr>
              <p14:cNvContentPartPr/>
              <p14:nvPr/>
            </p14:nvContentPartPr>
            <p14:xfrm>
              <a:off x="8386077" y="4938928"/>
              <a:ext cx="194040" cy="15696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3D0469AC-55F2-4213-AC4F-0F5719AB340B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8377077" y="4930288"/>
                <a:ext cx="2116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F5C8E009-A45D-4FCD-95E3-A39259557B8A}"/>
                  </a:ext>
                </a:extLst>
              </p14:cNvPr>
              <p14:cNvContentPartPr/>
              <p14:nvPr/>
            </p14:nvContentPartPr>
            <p14:xfrm>
              <a:off x="8566437" y="4920928"/>
              <a:ext cx="36360" cy="209520"/>
            </p14:xfrm>
          </p:contentPart>
        </mc:Choice>
        <mc:Fallback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F5C8E009-A45D-4FCD-95E3-A39259557B8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8557797" y="4912288"/>
                <a:ext cx="540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49E4FD9A-F5CD-42E0-BCD3-FF22D66CECF1}"/>
                  </a:ext>
                </a:extLst>
              </p14:cNvPr>
              <p14:cNvContentPartPr/>
              <p14:nvPr/>
            </p14:nvContentPartPr>
            <p14:xfrm>
              <a:off x="8620437" y="4917328"/>
              <a:ext cx="261000" cy="21816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49E4FD9A-F5CD-42E0-BCD3-FF22D66CECF1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611797" y="4908328"/>
                <a:ext cx="2786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4560CFF5-731C-4D4F-A1D5-59A3C13695A4}"/>
                  </a:ext>
                </a:extLst>
              </p14:cNvPr>
              <p14:cNvContentPartPr/>
              <p14:nvPr/>
            </p14:nvContentPartPr>
            <p14:xfrm>
              <a:off x="8310837" y="5280568"/>
              <a:ext cx="754200" cy="9324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4560CFF5-731C-4D4F-A1D5-59A3C13695A4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8302197" y="5271928"/>
                <a:ext cx="7718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5F7BCB4A-1487-4ABA-9F38-54553FFCC0B5}"/>
                  </a:ext>
                </a:extLst>
              </p14:cNvPr>
              <p14:cNvContentPartPr/>
              <p14:nvPr/>
            </p14:nvContentPartPr>
            <p14:xfrm>
              <a:off x="8560317" y="5468848"/>
              <a:ext cx="150840" cy="22428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5F7BCB4A-1487-4ABA-9F38-54553FFCC0B5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551677" y="5459848"/>
                <a:ext cx="16848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72" name="Entrada de lápiz 171">
                <a:extLst>
                  <a:ext uri="{FF2B5EF4-FFF2-40B4-BE49-F238E27FC236}">
                    <a16:creationId xmlns:a16="http://schemas.microsoft.com/office/drawing/2014/main" id="{AE62E692-342D-430F-BA61-54593EEF9137}"/>
                  </a:ext>
                </a:extLst>
              </p14:cNvPr>
              <p14:cNvContentPartPr/>
              <p14:nvPr/>
            </p14:nvContentPartPr>
            <p14:xfrm>
              <a:off x="8791797" y="5427448"/>
              <a:ext cx="119520" cy="227520"/>
            </p14:xfrm>
          </p:contentPart>
        </mc:Choice>
        <mc:Fallback>
          <p:pic>
            <p:nvPicPr>
              <p:cNvPr id="172" name="Entrada de lápiz 171">
                <a:extLst>
                  <a:ext uri="{FF2B5EF4-FFF2-40B4-BE49-F238E27FC236}">
                    <a16:creationId xmlns:a16="http://schemas.microsoft.com/office/drawing/2014/main" id="{AE62E692-342D-430F-BA61-54593EEF9137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783157" y="5418808"/>
                <a:ext cx="1371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73" name="Entrada de lápiz 172">
                <a:extLst>
                  <a:ext uri="{FF2B5EF4-FFF2-40B4-BE49-F238E27FC236}">
                    <a16:creationId xmlns:a16="http://schemas.microsoft.com/office/drawing/2014/main" id="{119AF445-3B81-42FA-A6A7-37A459003533}"/>
                  </a:ext>
                </a:extLst>
              </p14:cNvPr>
              <p14:cNvContentPartPr/>
              <p14:nvPr/>
            </p14:nvContentPartPr>
            <p14:xfrm>
              <a:off x="8981877" y="5445448"/>
              <a:ext cx="131760" cy="106920"/>
            </p14:xfrm>
          </p:contentPart>
        </mc:Choice>
        <mc:Fallback>
          <p:pic>
            <p:nvPicPr>
              <p:cNvPr id="173" name="Entrada de lápiz 172">
                <a:extLst>
                  <a:ext uri="{FF2B5EF4-FFF2-40B4-BE49-F238E27FC236}">
                    <a16:creationId xmlns:a16="http://schemas.microsoft.com/office/drawing/2014/main" id="{119AF445-3B81-42FA-A6A7-37A459003533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8973237" y="5436808"/>
                <a:ext cx="14940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74" name="Entrada de lápiz 173">
                <a:extLst>
                  <a:ext uri="{FF2B5EF4-FFF2-40B4-BE49-F238E27FC236}">
                    <a16:creationId xmlns:a16="http://schemas.microsoft.com/office/drawing/2014/main" id="{A6B705A8-2F08-4110-A54A-35E3C2F036DA}"/>
                  </a:ext>
                </a:extLst>
              </p14:cNvPr>
              <p14:cNvContentPartPr/>
              <p14:nvPr/>
            </p14:nvContentPartPr>
            <p14:xfrm>
              <a:off x="9109677" y="5429248"/>
              <a:ext cx="20160" cy="265320"/>
            </p14:xfrm>
          </p:contentPart>
        </mc:Choice>
        <mc:Fallback>
          <p:pic>
            <p:nvPicPr>
              <p:cNvPr id="174" name="Entrada de lápiz 173">
                <a:extLst>
                  <a:ext uri="{FF2B5EF4-FFF2-40B4-BE49-F238E27FC236}">
                    <a16:creationId xmlns:a16="http://schemas.microsoft.com/office/drawing/2014/main" id="{A6B705A8-2F08-4110-A54A-35E3C2F036DA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101037" y="5420608"/>
                <a:ext cx="3780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75" name="Entrada de lápiz 174">
                <a:extLst>
                  <a:ext uri="{FF2B5EF4-FFF2-40B4-BE49-F238E27FC236}">
                    <a16:creationId xmlns:a16="http://schemas.microsoft.com/office/drawing/2014/main" id="{2C3D4DB6-AC58-4CDD-ADC9-F2FAFE8BDFDC}"/>
                  </a:ext>
                </a:extLst>
              </p14:cNvPr>
              <p14:cNvContentPartPr/>
              <p14:nvPr/>
            </p14:nvContentPartPr>
            <p14:xfrm>
              <a:off x="8884317" y="5256448"/>
              <a:ext cx="316800" cy="64440"/>
            </p14:xfrm>
          </p:contentPart>
        </mc:Choice>
        <mc:Fallback>
          <p:pic>
            <p:nvPicPr>
              <p:cNvPr id="175" name="Entrada de lápiz 174">
                <a:extLst>
                  <a:ext uri="{FF2B5EF4-FFF2-40B4-BE49-F238E27FC236}">
                    <a16:creationId xmlns:a16="http://schemas.microsoft.com/office/drawing/2014/main" id="{2C3D4DB6-AC58-4CDD-ADC9-F2FAFE8BDFDC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8875317" y="5247448"/>
                <a:ext cx="33444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F3FDFA86-73DC-4746-9828-29B36125A37C}"/>
                  </a:ext>
                </a:extLst>
              </p14:cNvPr>
              <p14:cNvContentPartPr/>
              <p14:nvPr/>
            </p14:nvContentPartPr>
            <p14:xfrm>
              <a:off x="9272397" y="5362648"/>
              <a:ext cx="61200" cy="283320"/>
            </p14:xfrm>
          </p:contentPart>
        </mc:Choice>
        <mc:Fallback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F3FDFA86-73DC-4746-9828-29B36125A37C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9263397" y="5354008"/>
                <a:ext cx="7884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78" name="Entrada de lápiz 177">
                <a:extLst>
                  <a:ext uri="{FF2B5EF4-FFF2-40B4-BE49-F238E27FC236}">
                    <a16:creationId xmlns:a16="http://schemas.microsoft.com/office/drawing/2014/main" id="{6D6F5580-1C8F-499C-A1C7-2877D2089856}"/>
                  </a:ext>
                </a:extLst>
              </p14:cNvPr>
              <p14:cNvContentPartPr/>
              <p14:nvPr/>
            </p14:nvContentPartPr>
            <p14:xfrm>
              <a:off x="9367077" y="5441488"/>
              <a:ext cx="195840" cy="227520"/>
            </p14:xfrm>
          </p:contentPart>
        </mc:Choice>
        <mc:Fallback>
          <p:pic>
            <p:nvPicPr>
              <p:cNvPr id="178" name="Entrada de lápiz 177">
                <a:extLst>
                  <a:ext uri="{FF2B5EF4-FFF2-40B4-BE49-F238E27FC236}">
                    <a16:creationId xmlns:a16="http://schemas.microsoft.com/office/drawing/2014/main" id="{6D6F5580-1C8F-499C-A1C7-2877D2089856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9358437" y="5432488"/>
                <a:ext cx="2134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179" name="Entrada de lápiz 178">
                <a:extLst>
                  <a:ext uri="{FF2B5EF4-FFF2-40B4-BE49-F238E27FC236}">
                    <a16:creationId xmlns:a16="http://schemas.microsoft.com/office/drawing/2014/main" id="{DA188269-4A64-4020-A389-F71EC3CA1BB7}"/>
                  </a:ext>
                </a:extLst>
              </p14:cNvPr>
              <p14:cNvContentPartPr/>
              <p14:nvPr/>
            </p14:nvContentPartPr>
            <p14:xfrm>
              <a:off x="9556797" y="5485408"/>
              <a:ext cx="143640" cy="144360"/>
            </p14:xfrm>
          </p:contentPart>
        </mc:Choice>
        <mc:Fallback>
          <p:pic>
            <p:nvPicPr>
              <p:cNvPr id="179" name="Entrada de lápiz 178">
                <a:extLst>
                  <a:ext uri="{FF2B5EF4-FFF2-40B4-BE49-F238E27FC236}">
                    <a16:creationId xmlns:a16="http://schemas.microsoft.com/office/drawing/2014/main" id="{DA188269-4A64-4020-A389-F71EC3CA1BB7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9548157" y="5476408"/>
                <a:ext cx="1612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180" name="Entrada de lápiz 179">
                <a:extLst>
                  <a:ext uri="{FF2B5EF4-FFF2-40B4-BE49-F238E27FC236}">
                    <a16:creationId xmlns:a16="http://schemas.microsoft.com/office/drawing/2014/main" id="{AFD23E10-023C-40A6-AED2-4151E398631D}"/>
                  </a:ext>
                </a:extLst>
              </p14:cNvPr>
              <p14:cNvContentPartPr/>
              <p14:nvPr/>
            </p14:nvContentPartPr>
            <p14:xfrm>
              <a:off x="9717717" y="5432848"/>
              <a:ext cx="157680" cy="222120"/>
            </p14:xfrm>
          </p:contentPart>
        </mc:Choice>
        <mc:Fallback>
          <p:pic>
            <p:nvPicPr>
              <p:cNvPr id="180" name="Entrada de lápiz 179">
                <a:extLst>
                  <a:ext uri="{FF2B5EF4-FFF2-40B4-BE49-F238E27FC236}">
                    <a16:creationId xmlns:a16="http://schemas.microsoft.com/office/drawing/2014/main" id="{AFD23E10-023C-40A6-AED2-4151E398631D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9709077" y="5424208"/>
                <a:ext cx="1753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181" name="Entrada de lápiz 180">
                <a:extLst>
                  <a:ext uri="{FF2B5EF4-FFF2-40B4-BE49-F238E27FC236}">
                    <a16:creationId xmlns:a16="http://schemas.microsoft.com/office/drawing/2014/main" id="{4463F48E-E303-4281-8B92-7ED50A5A139B}"/>
                  </a:ext>
                </a:extLst>
              </p14:cNvPr>
              <p14:cNvContentPartPr/>
              <p14:nvPr/>
            </p14:nvContentPartPr>
            <p14:xfrm>
              <a:off x="8939397" y="4929208"/>
              <a:ext cx="95400" cy="213840"/>
            </p14:xfrm>
          </p:contentPart>
        </mc:Choice>
        <mc:Fallback>
          <p:pic>
            <p:nvPicPr>
              <p:cNvPr id="181" name="Entrada de lápiz 180">
                <a:extLst>
                  <a:ext uri="{FF2B5EF4-FFF2-40B4-BE49-F238E27FC236}">
                    <a16:creationId xmlns:a16="http://schemas.microsoft.com/office/drawing/2014/main" id="{4463F48E-E303-4281-8B92-7ED50A5A139B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8930397" y="4920208"/>
                <a:ext cx="1130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182" name="Entrada de lápiz 181">
                <a:extLst>
                  <a:ext uri="{FF2B5EF4-FFF2-40B4-BE49-F238E27FC236}">
                    <a16:creationId xmlns:a16="http://schemas.microsoft.com/office/drawing/2014/main" id="{3C91248F-95CC-4F17-A558-5087AA7EEFD2}"/>
                  </a:ext>
                </a:extLst>
              </p14:cNvPr>
              <p14:cNvContentPartPr/>
              <p14:nvPr/>
            </p14:nvContentPartPr>
            <p14:xfrm>
              <a:off x="9115797" y="5022088"/>
              <a:ext cx="165600" cy="169200"/>
            </p14:xfrm>
          </p:contentPart>
        </mc:Choice>
        <mc:Fallback>
          <p:pic>
            <p:nvPicPr>
              <p:cNvPr id="182" name="Entrada de lápiz 181">
                <a:extLst>
                  <a:ext uri="{FF2B5EF4-FFF2-40B4-BE49-F238E27FC236}">
                    <a16:creationId xmlns:a16="http://schemas.microsoft.com/office/drawing/2014/main" id="{3C91248F-95CC-4F17-A558-5087AA7EEFD2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9106797" y="5013088"/>
                <a:ext cx="1832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83" name="Entrada de lápiz 182">
                <a:extLst>
                  <a:ext uri="{FF2B5EF4-FFF2-40B4-BE49-F238E27FC236}">
                    <a16:creationId xmlns:a16="http://schemas.microsoft.com/office/drawing/2014/main" id="{E4CDCB4C-7495-4E7C-9C76-DC52B4777E2B}"/>
                  </a:ext>
                </a:extLst>
              </p14:cNvPr>
              <p14:cNvContentPartPr/>
              <p14:nvPr/>
            </p14:nvContentPartPr>
            <p14:xfrm>
              <a:off x="9306237" y="5023888"/>
              <a:ext cx="146520" cy="142920"/>
            </p14:xfrm>
          </p:contentPart>
        </mc:Choice>
        <mc:Fallback>
          <p:pic>
            <p:nvPicPr>
              <p:cNvPr id="183" name="Entrada de lápiz 182">
                <a:extLst>
                  <a:ext uri="{FF2B5EF4-FFF2-40B4-BE49-F238E27FC236}">
                    <a16:creationId xmlns:a16="http://schemas.microsoft.com/office/drawing/2014/main" id="{E4CDCB4C-7495-4E7C-9C76-DC52B4777E2B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9297237" y="5014888"/>
                <a:ext cx="1641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0">
            <p14:nvContentPartPr>
              <p14:cNvPr id="184" name="Entrada de lápiz 183">
                <a:extLst>
                  <a:ext uri="{FF2B5EF4-FFF2-40B4-BE49-F238E27FC236}">
                    <a16:creationId xmlns:a16="http://schemas.microsoft.com/office/drawing/2014/main" id="{E8D13B71-2BA0-41AD-8E1D-A10B603D58AC}"/>
                  </a:ext>
                </a:extLst>
              </p14:cNvPr>
              <p14:cNvContentPartPr/>
              <p14:nvPr/>
            </p14:nvContentPartPr>
            <p14:xfrm>
              <a:off x="9502437" y="5031808"/>
              <a:ext cx="189720" cy="114840"/>
            </p14:xfrm>
          </p:contentPart>
        </mc:Choice>
        <mc:Fallback>
          <p:pic>
            <p:nvPicPr>
              <p:cNvPr id="184" name="Entrada de lápiz 183">
                <a:extLst>
                  <a:ext uri="{FF2B5EF4-FFF2-40B4-BE49-F238E27FC236}">
                    <a16:creationId xmlns:a16="http://schemas.microsoft.com/office/drawing/2014/main" id="{E8D13B71-2BA0-41AD-8E1D-A10B603D58AC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9493437" y="5023168"/>
                <a:ext cx="20736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185" name="Entrada de lápiz 184">
                <a:extLst>
                  <a:ext uri="{FF2B5EF4-FFF2-40B4-BE49-F238E27FC236}">
                    <a16:creationId xmlns:a16="http://schemas.microsoft.com/office/drawing/2014/main" id="{CF37A3F6-2DD4-40E7-8436-CFF4CB8CA365}"/>
                  </a:ext>
                </a:extLst>
              </p14:cNvPr>
              <p14:cNvContentPartPr/>
              <p14:nvPr/>
            </p14:nvContentPartPr>
            <p14:xfrm>
              <a:off x="9228837" y="5019208"/>
              <a:ext cx="220680" cy="175320"/>
            </p14:xfrm>
          </p:contentPart>
        </mc:Choice>
        <mc:Fallback>
          <p:pic>
            <p:nvPicPr>
              <p:cNvPr id="185" name="Entrada de lápiz 184">
                <a:extLst>
                  <a:ext uri="{FF2B5EF4-FFF2-40B4-BE49-F238E27FC236}">
                    <a16:creationId xmlns:a16="http://schemas.microsoft.com/office/drawing/2014/main" id="{CF37A3F6-2DD4-40E7-8436-CFF4CB8CA365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9220197" y="5010568"/>
                <a:ext cx="23832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86" name="Entrada de lápiz 185">
                <a:extLst>
                  <a:ext uri="{FF2B5EF4-FFF2-40B4-BE49-F238E27FC236}">
                    <a16:creationId xmlns:a16="http://schemas.microsoft.com/office/drawing/2014/main" id="{83B6AEE6-99A4-4BF3-A3B6-6823E2C7F8B1}"/>
                  </a:ext>
                </a:extLst>
              </p14:cNvPr>
              <p14:cNvContentPartPr/>
              <p14:nvPr/>
            </p14:nvContentPartPr>
            <p14:xfrm>
              <a:off x="9421437" y="5303248"/>
              <a:ext cx="379080" cy="389880"/>
            </p14:xfrm>
          </p:contentPart>
        </mc:Choice>
        <mc:Fallback>
          <p:pic>
            <p:nvPicPr>
              <p:cNvPr id="186" name="Entrada de lápiz 185">
                <a:extLst>
                  <a:ext uri="{FF2B5EF4-FFF2-40B4-BE49-F238E27FC236}">
                    <a16:creationId xmlns:a16="http://schemas.microsoft.com/office/drawing/2014/main" id="{83B6AEE6-99A4-4BF3-A3B6-6823E2C7F8B1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9412437" y="5294248"/>
                <a:ext cx="39672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91" name="Entrada de lápiz 190">
                <a:extLst>
                  <a:ext uri="{FF2B5EF4-FFF2-40B4-BE49-F238E27FC236}">
                    <a16:creationId xmlns:a16="http://schemas.microsoft.com/office/drawing/2014/main" id="{F55DE2B8-6776-40E7-B9BF-7DE7B2B11466}"/>
                  </a:ext>
                </a:extLst>
              </p14:cNvPr>
              <p14:cNvContentPartPr/>
              <p14:nvPr/>
            </p14:nvContentPartPr>
            <p14:xfrm>
              <a:off x="7898277" y="3650128"/>
              <a:ext cx="129600" cy="614160"/>
            </p14:xfrm>
          </p:contentPart>
        </mc:Choice>
        <mc:Fallback>
          <p:pic>
            <p:nvPicPr>
              <p:cNvPr id="191" name="Entrada de lápiz 190">
                <a:extLst>
                  <a:ext uri="{FF2B5EF4-FFF2-40B4-BE49-F238E27FC236}">
                    <a16:creationId xmlns:a16="http://schemas.microsoft.com/office/drawing/2014/main" id="{F55DE2B8-6776-40E7-B9BF-7DE7B2B11466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7889277" y="3641128"/>
                <a:ext cx="147240" cy="63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192" name="Entrada de lápiz 191">
                <a:extLst>
                  <a:ext uri="{FF2B5EF4-FFF2-40B4-BE49-F238E27FC236}">
                    <a16:creationId xmlns:a16="http://schemas.microsoft.com/office/drawing/2014/main" id="{50933F6D-BA13-447C-AF7C-019A717C7701}"/>
                  </a:ext>
                </a:extLst>
              </p14:cNvPr>
              <p14:cNvContentPartPr/>
              <p14:nvPr/>
            </p14:nvContentPartPr>
            <p14:xfrm>
              <a:off x="10950357" y="3632128"/>
              <a:ext cx="152640" cy="494280"/>
            </p14:xfrm>
          </p:contentPart>
        </mc:Choice>
        <mc:Fallback>
          <p:pic>
            <p:nvPicPr>
              <p:cNvPr id="192" name="Entrada de lápiz 191">
                <a:extLst>
                  <a:ext uri="{FF2B5EF4-FFF2-40B4-BE49-F238E27FC236}">
                    <a16:creationId xmlns:a16="http://schemas.microsoft.com/office/drawing/2014/main" id="{50933F6D-BA13-447C-AF7C-019A717C7701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0941717" y="3623128"/>
                <a:ext cx="17028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193" name="Entrada de lápiz 192">
                <a:extLst>
                  <a:ext uri="{FF2B5EF4-FFF2-40B4-BE49-F238E27FC236}">
                    <a16:creationId xmlns:a16="http://schemas.microsoft.com/office/drawing/2014/main" id="{8655915E-3967-4D82-8B1E-821146F03F28}"/>
                  </a:ext>
                </a:extLst>
              </p14:cNvPr>
              <p14:cNvContentPartPr/>
              <p14:nvPr/>
            </p14:nvContentPartPr>
            <p14:xfrm>
              <a:off x="11121717" y="3823288"/>
              <a:ext cx="194760" cy="313200"/>
            </p14:xfrm>
          </p:contentPart>
        </mc:Choice>
        <mc:Fallback>
          <p:pic>
            <p:nvPicPr>
              <p:cNvPr id="193" name="Entrada de lápiz 192">
                <a:extLst>
                  <a:ext uri="{FF2B5EF4-FFF2-40B4-BE49-F238E27FC236}">
                    <a16:creationId xmlns:a16="http://schemas.microsoft.com/office/drawing/2014/main" id="{8655915E-3967-4D82-8B1E-821146F03F28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1113077" y="3814288"/>
                <a:ext cx="21240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194" name="Entrada de lápiz 193">
                <a:extLst>
                  <a:ext uri="{FF2B5EF4-FFF2-40B4-BE49-F238E27FC236}">
                    <a16:creationId xmlns:a16="http://schemas.microsoft.com/office/drawing/2014/main" id="{27FA76C5-11C8-42C4-8036-05062B36EF1D}"/>
                  </a:ext>
                </a:extLst>
              </p14:cNvPr>
              <p14:cNvContentPartPr/>
              <p14:nvPr/>
            </p14:nvContentPartPr>
            <p14:xfrm>
              <a:off x="11394237" y="3930208"/>
              <a:ext cx="206640" cy="227160"/>
            </p14:xfrm>
          </p:contentPart>
        </mc:Choice>
        <mc:Fallback>
          <p:pic>
            <p:nvPicPr>
              <p:cNvPr id="194" name="Entrada de lápiz 193">
                <a:extLst>
                  <a:ext uri="{FF2B5EF4-FFF2-40B4-BE49-F238E27FC236}">
                    <a16:creationId xmlns:a16="http://schemas.microsoft.com/office/drawing/2014/main" id="{27FA76C5-11C8-42C4-8036-05062B36EF1D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1385597" y="3921208"/>
                <a:ext cx="22428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195" name="Entrada de lápiz 194">
                <a:extLst>
                  <a:ext uri="{FF2B5EF4-FFF2-40B4-BE49-F238E27FC236}">
                    <a16:creationId xmlns:a16="http://schemas.microsoft.com/office/drawing/2014/main" id="{0A4324A0-3CBB-4AA4-8B03-59DAD7DBB383}"/>
                  </a:ext>
                </a:extLst>
              </p14:cNvPr>
              <p14:cNvContentPartPr/>
              <p14:nvPr/>
            </p14:nvContentPartPr>
            <p14:xfrm>
              <a:off x="11583597" y="3873688"/>
              <a:ext cx="345960" cy="189000"/>
            </p14:xfrm>
          </p:contentPart>
        </mc:Choice>
        <mc:Fallback>
          <p:pic>
            <p:nvPicPr>
              <p:cNvPr id="195" name="Entrada de lápiz 194">
                <a:extLst>
                  <a:ext uri="{FF2B5EF4-FFF2-40B4-BE49-F238E27FC236}">
                    <a16:creationId xmlns:a16="http://schemas.microsoft.com/office/drawing/2014/main" id="{0A4324A0-3CBB-4AA4-8B03-59DAD7DBB383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1574957" y="3865048"/>
                <a:ext cx="363600" cy="20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1" name="Grupo 200">
            <a:extLst>
              <a:ext uri="{FF2B5EF4-FFF2-40B4-BE49-F238E27FC236}">
                <a16:creationId xmlns:a16="http://schemas.microsoft.com/office/drawing/2014/main" id="{4B563CCA-5711-4181-B1FD-EB3CA7535385}"/>
              </a:ext>
            </a:extLst>
          </p:cNvPr>
          <p:cNvGrpSpPr/>
          <p:nvPr/>
        </p:nvGrpSpPr>
        <p:grpSpPr>
          <a:xfrm>
            <a:off x="10220637" y="4341328"/>
            <a:ext cx="944280" cy="470880"/>
            <a:chOff x="10220637" y="4341328"/>
            <a:chExt cx="944280" cy="47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A39A5991-B8AF-4520-A1B4-8A6FC3BE7CBD}"/>
                    </a:ext>
                  </a:extLst>
                </p14:cNvPr>
                <p14:cNvContentPartPr/>
                <p14:nvPr/>
              </p14:nvContentPartPr>
              <p14:xfrm>
                <a:off x="10301997" y="4341328"/>
                <a:ext cx="181800" cy="36000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A39A5991-B8AF-4520-A1B4-8A6FC3BE7CB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293357" y="4332688"/>
                  <a:ext cx="1994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07EBAFE4-BF00-4798-9445-A116E1716E74}"/>
                    </a:ext>
                  </a:extLst>
                </p14:cNvPr>
                <p14:cNvContentPartPr/>
                <p14:nvPr/>
              </p14:nvContentPartPr>
              <p14:xfrm>
                <a:off x="10522677" y="4530328"/>
                <a:ext cx="156600" cy="24516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07EBAFE4-BF00-4798-9445-A116E1716E7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513677" y="4521688"/>
                  <a:ext cx="1742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32CFB0E5-3A70-4B3B-ACE9-7E03C929C04C}"/>
                    </a:ext>
                  </a:extLst>
                </p14:cNvPr>
                <p14:cNvContentPartPr/>
                <p14:nvPr/>
              </p14:nvContentPartPr>
              <p14:xfrm>
                <a:off x="10744437" y="4517368"/>
                <a:ext cx="420480" cy="23616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32CFB0E5-3A70-4B3B-ACE9-7E03C929C04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735797" y="4508728"/>
                  <a:ext cx="438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95CF899D-EEDC-4746-9FB5-840B823BC60D}"/>
                    </a:ext>
                  </a:extLst>
                </p14:cNvPr>
                <p14:cNvContentPartPr/>
                <p14:nvPr/>
              </p14:nvContentPartPr>
              <p14:xfrm>
                <a:off x="10303077" y="4657768"/>
                <a:ext cx="7200" cy="936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95CF899D-EEDC-4746-9FB5-840B823BC60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294437" y="4649128"/>
                  <a:ext cx="248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61612440-4D72-4036-817A-FC74BD105E1C}"/>
                    </a:ext>
                  </a:extLst>
                </p14:cNvPr>
                <p14:cNvContentPartPr/>
                <p14:nvPr/>
              </p14:nvContentPartPr>
              <p14:xfrm>
                <a:off x="10220637" y="4657768"/>
                <a:ext cx="89640" cy="15444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61612440-4D72-4036-817A-FC74BD105E1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211997" y="4649128"/>
                  <a:ext cx="1072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49DBEA7C-5073-4D4C-B768-67EFBFDD3732}"/>
                    </a:ext>
                  </a:extLst>
                </p14:cNvPr>
                <p14:cNvContentPartPr/>
                <p14:nvPr/>
              </p14:nvContentPartPr>
              <p14:xfrm>
                <a:off x="10262037" y="4664248"/>
                <a:ext cx="49320" cy="13104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49DBEA7C-5073-4D4C-B768-67EFBFDD373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253037" y="4655248"/>
                  <a:ext cx="6696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upo 203">
            <a:extLst>
              <a:ext uri="{FF2B5EF4-FFF2-40B4-BE49-F238E27FC236}">
                <a16:creationId xmlns:a16="http://schemas.microsoft.com/office/drawing/2014/main" id="{B95E4371-B7FA-4E54-AD06-F6DB15474ED2}"/>
              </a:ext>
            </a:extLst>
          </p:cNvPr>
          <p:cNvGrpSpPr/>
          <p:nvPr/>
        </p:nvGrpSpPr>
        <p:grpSpPr>
          <a:xfrm>
            <a:off x="7446117" y="4234048"/>
            <a:ext cx="309960" cy="153720"/>
            <a:chOff x="7446117" y="4234048"/>
            <a:chExt cx="309960" cy="15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08B3133B-2B13-4FE2-8B44-1E667D67315C}"/>
                    </a:ext>
                  </a:extLst>
                </p14:cNvPr>
                <p14:cNvContentPartPr/>
                <p14:nvPr/>
              </p14:nvContentPartPr>
              <p14:xfrm>
                <a:off x="7446117" y="4253128"/>
                <a:ext cx="177840" cy="1836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08B3133B-2B13-4FE2-8B44-1E667D67315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437477" y="4244128"/>
                  <a:ext cx="195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1F936A7B-1EBA-4671-A4BE-89C2922BD036}"/>
                    </a:ext>
                  </a:extLst>
                </p14:cNvPr>
                <p14:cNvContentPartPr/>
                <p14:nvPr/>
              </p14:nvContentPartPr>
              <p14:xfrm>
                <a:off x="7488237" y="4359328"/>
                <a:ext cx="267840" cy="2844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1F936A7B-1EBA-4671-A4BE-89C2922BD03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479597" y="4350688"/>
                  <a:ext cx="285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A25B9E77-32CB-42FD-AC85-CE1793D13ED5}"/>
                    </a:ext>
                  </a:extLst>
                </p14:cNvPr>
                <p14:cNvContentPartPr/>
                <p14:nvPr/>
              </p14:nvContentPartPr>
              <p14:xfrm>
                <a:off x="7564557" y="4234048"/>
                <a:ext cx="133560" cy="2376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A25B9E77-32CB-42FD-AC85-CE1793D13ED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555557" y="4225408"/>
                  <a:ext cx="151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D1F58B7D-2459-4328-ADC3-6714E8D5A753}"/>
                    </a:ext>
                  </a:extLst>
                </p14:cNvPr>
                <p14:cNvContentPartPr/>
                <p14:nvPr/>
              </p14:nvContentPartPr>
              <p14:xfrm>
                <a:off x="7679757" y="4255648"/>
                <a:ext cx="360" cy="36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D1F58B7D-2459-4328-ADC3-6714E8D5A75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670757" y="42470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upo 205">
            <a:extLst>
              <a:ext uri="{FF2B5EF4-FFF2-40B4-BE49-F238E27FC236}">
                <a16:creationId xmlns:a16="http://schemas.microsoft.com/office/drawing/2014/main" id="{C2018485-C486-40FD-90BA-17BEEF9DB7BA}"/>
              </a:ext>
            </a:extLst>
          </p:cNvPr>
          <p:cNvGrpSpPr/>
          <p:nvPr/>
        </p:nvGrpSpPr>
        <p:grpSpPr>
          <a:xfrm>
            <a:off x="7613517" y="5108488"/>
            <a:ext cx="393120" cy="178920"/>
            <a:chOff x="7613517" y="5108488"/>
            <a:chExt cx="393120" cy="1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C658C167-73A7-4B16-A137-47FE0A418491}"/>
                    </a:ext>
                  </a:extLst>
                </p14:cNvPr>
                <p14:cNvContentPartPr/>
                <p14:nvPr/>
              </p14:nvContentPartPr>
              <p14:xfrm>
                <a:off x="7613517" y="5108488"/>
                <a:ext cx="275760" cy="6264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C658C167-73A7-4B16-A137-47FE0A41849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604517" y="5099848"/>
                  <a:ext cx="2934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49CFAE3C-AFAA-412B-8054-12161F1F0050}"/>
                    </a:ext>
                  </a:extLst>
                </p14:cNvPr>
                <p14:cNvContentPartPr/>
                <p14:nvPr/>
              </p14:nvContentPartPr>
              <p14:xfrm>
                <a:off x="7745637" y="5216848"/>
                <a:ext cx="261000" cy="5076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49CFAE3C-AFAA-412B-8054-12161F1F005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736997" y="5207848"/>
                  <a:ext cx="2786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F1D37F98-A04C-4928-AB1C-9CE0B407E5AA}"/>
                    </a:ext>
                  </a:extLst>
                </p14:cNvPr>
                <p14:cNvContentPartPr/>
                <p14:nvPr/>
              </p14:nvContentPartPr>
              <p14:xfrm>
                <a:off x="7751757" y="5287048"/>
                <a:ext cx="360" cy="3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F1D37F98-A04C-4928-AB1C-9CE0B407E5A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743117" y="52780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1">
            <p14:nvContentPartPr>
              <p14:cNvPr id="210" name="Entrada de lápiz 209">
                <a:extLst>
                  <a:ext uri="{FF2B5EF4-FFF2-40B4-BE49-F238E27FC236}">
                    <a16:creationId xmlns:a16="http://schemas.microsoft.com/office/drawing/2014/main" id="{4CD51C41-21F5-4B2E-AA5F-933D20A70140}"/>
                  </a:ext>
                </a:extLst>
              </p14:cNvPr>
              <p14:cNvContentPartPr/>
              <p14:nvPr/>
            </p14:nvContentPartPr>
            <p14:xfrm>
              <a:off x="8493357" y="2965048"/>
              <a:ext cx="360" cy="360"/>
            </p14:xfrm>
          </p:contentPart>
        </mc:Choice>
        <mc:Fallback>
          <p:pic>
            <p:nvPicPr>
              <p:cNvPr id="210" name="Entrada de lápiz 209">
                <a:extLst>
                  <a:ext uri="{FF2B5EF4-FFF2-40B4-BE49-F238E27FC236}">
                    <a16:creationId xmlns:a16="http://schemas.microsoft.com/office/drawing/2014/main" id="{4CD51C41-21F5-4B2E-AA5F-933D20A70140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8484357" y="2956048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3134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3BFC9AA5-D634-4570-AFCA-ADDADE4DF763}"/>
              </a:ext>
            </a:extLst>
          </p:cNvPr>
          <p:cNvGrpSpPr/>
          <p:nvPr/>
        </p:nvGrpSpPr>
        <p:grpSpPr>
          <a:xfrm>
            <a:off x="234237" y="231928"/>
            <a:ext cx="4215240" cy="791640"/>
            <a:chOff x="234237" y="231928"/>
            <a:chExt cx="4215240" cy="79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1E1BA79A-9DC6-475C-8E7D-E66C9D3C84C5}"/>
                    </a:ext>
                  </a:extLst>
                </p14:cNvPr>
                <p14:cNvContentPartPr/>
                <p14:nvPr/>
              </p14:nvContentPartPr>
              <p14:xfrm>
                <a:off x="393717" y="451168"/>
                <a:ext cx="106560" cy="57240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1E1BA79A-9DC6-475C-8E7D-E66C9D3C84C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4717" y="442168"/>
                  <a:ext cx="12420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DA8FDE7F-6149-4212-BCAD-992AAE3F7B67}"/>
                    </a:ext>
                  </a:extLst>
                </p14:cNvPr>
                <p14:cNvContentPartPr/>
                <p14:nvPr/>
              </p14:nvContentPartPr>
              <p14:xfrm>
                <a:off x="234237" y="374848"/>
                <a:ext cx="375840" cy="40608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DA8FDE7F-6149-4212-BCAD-992AAE3F7B6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5237" y="366208"/>
                  <a:ext cx="3934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E28E53D1-15FB-4598-8DD0-147148098ED6}"/>
                    </a:ext>
                  </a:extLst>
                </p14:cNvPr>
                <p14:cNvContentPartPr/>
                <p14:nvPr/>
              </p14:nvContentPartPr>
              <p14:xfrm>
                <a:off x="780357" y="341008"/>
                <a:ext cx="138600" cy="40428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E28E53D1-15FB-4598-8DD0-147148098ED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1717" y="332368"/>
                  <a:ext cx="15624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EE8FC8EA-F5B6-441F-9F83-CB34E755EDC1}"/>
                    </a:ext>
                  </a:extLst>
                </p14:cNvPr>
                <p14:cNvContentPartPr/>
                <p14:nvPr/>
              </p14:nvContentPartPr>
              <p14:xfrm>
                <a:off x="1058637" y="391768"/>
                <a:ext cx="155880" cy="39060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EE8FC8EA-F5B6-441F-9F83-CB34E755ED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9637" y="382768"/>
                  <a:ext cx="1735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1FE598D3-FE31-434D-B931-19D51BB7B31D}"/>
                    </a:ext>
                  </a:extLst>
                </p14:cNvPr>
                <p14:cNvContentPartPr/>
                <p14:nvPr/>
              </p14:nvContentPartPr>
              <p14:xfrm>
                <a:off x="1083117" y="587248"/>
                <a:ext cx="235800" cy="1022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1FE598D3-FE31-434D-B931-19D51BB7B31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74117" y="578248"/>
                  <a:ext cx="253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3496AE78-F9A3-470D-8AF5-441BC33458B7}"/>
                    </a:ext>
                  </a:extLst>
                </p14:cNvPr>
                <p14:cNvContentPartPr/>
                <p14:nvPr/>
              </p14:nvContentPartPr>
              <p14:xfrm>
                <a:off x="1345917" y="436048"/>
                <a:ext cx="230760" cy="2959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3496AE78-F9A3-470D-8AF5-441BC33458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36917" y="427048"/>
                  <a:ext cx="2484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DEC4FEEF-A87D-4770-A25A-F08485A53EC5}"/>
                    </a:ext>
                  </a:extLst>
                </p14:cNvPr>
                <p14:cNvContentPartPr/>
                <p14:nvPr/>
              </p14:nvContentPartPr>
              <p14:xfrm>
                <a:off x="1638597" y="479968"/>
                <a:ext cx="216360" cy="2642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DEC4FEEF-A87D-4770-A25A-F08485A53EC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29957" y="470968"/>
                  <a:ext cx="2340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F7A1B37E-B3A3-4E60-BEE6-A3ADCB04F7E8}"/>
                    </a:ext>
                  </a:extLst>
                </p14:cNvPr>
                <p14:cNvContentPartPr/>
                <p14:nvPr/>
              </p14:nvContentPartPr>
              <p14:xfrm>
                <a:off x="1827597" y="311128"/>
                <a:ext cx="167760" cy="44028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F7A1B37E-B3A3-4E60-BEE6-A3ADCB04F7E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18597" y="302488"/>
                  <a:ext cx="18540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8B870286-8B87-40C5-AA53-9D964A6B8A5F}"/>
                    </a:ext>
                  </a:extLst>
                </p14:cNvPr>
                <p14:cNvContentPartPr/>
                <p14:nvPr/>
              </p14:nvContentPartPr>
              <p14:xfrm>
                <a:off x="2117037" y="555568"/>
                <a:ext cx="235800" cy="68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8B870286-8B87-40C5-AA53-9D964A6B8A5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08397" y="546568"/>
                  <a:ext cx="253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289AD423-EE97-46D1-A437-64E88387E72C}"/>
                    </a:ext>
                  </a:extLst>
                </p14:cNvPr>
                <p14:cNvContentPartPr/>
                <p14:nvPr/>
              </p14:nvContentPartPr>
              <p14:xfrm>
                <a:off x="2170317" y="697048"/>
                <a:ext cx="312120" cy="590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289AD423-EE97-46D1-A437-64E88387E72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61317" y="688408"/>
                  <a:ext cx="329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89EFB337-A451-4DB2-A5A7-94BB76B2185D}"/>
                    </a:ext>
                  </a:extLst>
                </p14:cNvPr>
                <p14:cNvContentPartPr/>
                <p14:nvPr/>
              </p14:nvContentPartPr>
              <p14:xfrm>
                <a:off x="2634357" y="512368"/>
                <a:ext cx="120600" cy="4536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89EFB337-A451-4DB2-A5A7-94BB76B218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25357" y="503368"/>
                  <a:ext cx="13824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7E1124D0-4F35-4AE6-915D-F841AC510C43}"/>
                    </a:ext>
                  </a:extLst>
                </p14:cNvPr>
                <p14:cNvContentPartPr/>
                <p14:nvPr/>
              </p14:nvContentPartPr>
              <p14:xfrm>
                <a:off x="2585037" y="399688"/>
                <a:ext cx="269280" cy="32184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7E1124D0-4F35-4AE6-915D-F841AC510C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76397" y="391048"/>
                  <a:ext cx="2869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D5955942-C768-43D8-846F-DA2AA5ACBEAC}"/>
                    </a:ext>
                  </a:extLst>
                </p14:cNvPr>
                <p14:cNvContentPartPr/>
                <p14:nvPr/>
              </p14:nvContentPartPr>
              <p14:xfrm>
                <a:off x="2951877" y="378088"/>
                <a:ext cx="106560" cy="3240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D5955942-C768-43D8-846F-DA2AA5ACBEA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42877" y="369088"/>
                  <a:ext cx="1242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34A15C9D-CFF4-457D-8FB4-2D58633002ED}"/>
                    </a:ext>
                  </a:extLst>
                </p14:cNvPr>
                <p14:cNvContentPartPr/>
                <p14:nvPr/>
              </p14:nvContentPartPr>
              <p14:xfrm>
                <a:off x="3151317" y="396448"/>
                <a:ext cx="198720" cy="3326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34A15C9D-CFF4-457D-8FB4-2D58633002E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42317" y="387448"/>
                  <a:ext cx="2163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7EEF8421-EF31-48D5-A516-A31BBC0AAA04}"/>
                    </a:ext>
                  </a:extLst>
                </p14:cNvPr>
                <p14:cNvContentPartPr/>
                <p14:nvPr/>
              </p14:nvContentPartPr>
              <p14:xfrm>
                <a:off x="3360837" y="285208"/>
                <a:ext cx="138600" cy="45108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7EEF8421-EF31-48D5-A516-A31BBC0AAA0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51837" y="276208"/>
                  <a:ext cx="15624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BB68224C-9476-4D17-8903-E8B193279DA1}"/>
                    </a:ext>
                  </a:extLst>
                </p14:cNvPr>
                <p14:cNvContentPartPr/>
                <p14:nvPr/>
              </p14:nvContentPartPr>
              <p14:xfrm>
                <a:off x="3623277" y="388888"/>
                <a:ext cx="83520" cy="45648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BB68224C-9476-4D17-8903-E8B193279D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14277" y="379888"/>
                  <a:ext cx="10116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A8553745-BAD5-4ACF-9A57-F94690787292}"/>
                    </a:ext>
                  </a:extLst>
                </p14:cNvPr>
                <p14:cNvContentPartPr/>
                <p14:nvPr/>
              </p14:nvContentPartPr>
              <p14:xfrm>
                <a:off x="3592317" y="379888"/>
                <a:ext cx="230040" cy="25560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A8553745-BAD5-4ACF-9A57-F9469078729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83317" y="370888"/>
                  <a:ext cx="2476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344C770C-9008-4C7E-AC25-C9694801162E}"/>
                    </a:ext>
                  </a:extLst>
                </p14:cNvPr>
                <p14:cNvContentPartPr/>
                <p14:nvPr/>
              </p14:nvContentPartPr>
              <p14:xfrm>
                <a:off x="3922797" y="326608"/>
                <a:ext cx="110520" cy="38808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344C770C-9008-4C7E-AC25-C969480116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14157" y="317968"/>
                  <a:ext cx="12816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6B3BA3B1-8460-49A5-B930-6A566FE75FC9}"/>
                    </a:ext>
                  </a:extLst>
                </p14:cNvPr>
                <p14:cNvContentPartPr/>
                <p14:nvPr/>
              </p14:nvContentPartPr>
              <p14:xfrm>
                <a:off x="4115037" y="347488"/>
                <a:ext cx="199800" cy="28332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6B3BA3B1-8460-49A5-B930-6A566FE75FC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06397" y="338488"/>
                  <a:ext cx="2174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4AA36E58-6C46-40E8-9FBB-75C497BEBD43}"/>
                    </a:ext>
                  </a:extLst>
                </p14:cNvPr>
                <p14:cNvContentPartPr/>
                <p14:nvPr/>
              </p14:nvContentPartPr>
              <p14:xfrm>
                <a:off x="4364877" y="231928"/>
                <a:ext cx="84600" cy="5403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4AA36E58-6C46-40E8-9FBB-75C497BEBD4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355877" y="223288"/>
                  <a:ext cx="102240" cy="55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A7FA9DBE-B448-4640-881E-120E9CBEFCBC}"/>
                  </a:ext>
                </a:extLst>
              </p14:cNvPr>
              <p14:cNvContentPartPr/>
              <p14:nvPr/>
            </p14:nvContentPartPr>
            <p14:xfrm>
              <a:off x="4955637" y="333808"/>
              <a:ext cx="354600" cy="30888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A7FA9DBE-B448-4640-881E-120E9CBEFCB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946637" y="325168"/>
                <a:ext cx="372240" cy="32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upo 27">
            <a:extLst>
              <a:ext uri="{FF2B5EF4-FFF2-40B4-BE49-F238E27FC236}">
                <a16:creationId xmlns:a16="http://schemas.microsoft.com/office/drawing/2014/main" id="{B2E2FAE1-622F-4550-B4AA-49591D21213F}"/>
              </a:ext>
            </a:extLst>
          </p:cNvPr>
          <p:cNvGrpSpPr/>
          <p:nvPr/>
        </p:nvGrpSpPr>
        <p:grpSpPr>
          <a:xfrm>
            <a:off x="451677" y="1437208"/>
            <a:ext cx="707760" cy="645480"/>
            <a:chOff x="451677" y="1437208"/>
            <a:chExt cx="707760" cy="64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609F9E54-48FF-4F74-9281-8F102A12A6D5}"/>
                    </a:ext>
                  </a:extLst>
                </p14:cNvPr>
                <p14:cNvContentPartPr/>
                <p14:nvPr/>
              </p14:nvContentPartPr>
              <p14:xfrm>
                <a:off x="571917" y="1457008"/>
                <a:ext cx="36360" cy="6256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609F9E54-48FF-4F74-9281-8F102A12A6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2917" y="1448008"/>
                  <a:ext cx="5400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1E290E76-90DB-499B-8283-032A27B4F0CA}"/>
                    </a:ext>
                  </a:extLst>
                </p14:cNvPr>
                <p14:cNvContentPartPr/>
                <p14:nvPr/>
              </p14:nvContentPartPr>
              <p14:xfrm>
                <a:off x="451677" y="1466728"/>
                <a:ext cx="329760" cy="3448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1E290E76-90DB-499B-8283-032A27B4F0C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2677" y="1458088"/>
                  <a:ext cx="347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A6C5E38C-216D-4EFE-BCD2-FA3E11DF438F}"/>
                    </a:ext>
                  </a:extLst>
                </p14:cNvPr>
                <p14:cNvContentPartPr/>
                <p14:nvPr/>
              </p14:nvContentPartPr>
              <p14:xfrm>
                <a:off x="977637" y="1437208"/>
                <a:ext cx="181800" cy="37260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A6C5E38C-216D-4EFE-BCD2-FA3E11DF438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8637" y="1428208"/>
                  <a:ext cx="199440" cy="39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246361F4-DFE6-4360-A69C-D73A2D4C9F3F}"/>
              </a:ext>
            </a:extLst>
          </p:cNvPr>
          <p:cNvGrpSpPr/>
          <p:nvPr/>
        </p:nvGrpSpPr>
        <p:grpSpPr>
          <a:xfrm>
            <a:off x="1377597" y="1289248"/>
            <a:ext cx="2100960" cy="641160"/>
            <a:chOff x="1377597" y="1289248"/>
            <a:chExt cx="2100960" cy="64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A59B76A7-F016-4FDD-9085-27DC78C387F9}"/>
                    </a:ext>
                  </a:extLst>
                </p14:cNvPr>
                <p14:cNvContentPartPr/>
                <p14:nvPr/>
              </p14:nvContentPartPr>
              <p14:xfrm>
                <a:off x="1386237" y="1410928"/>
                <a:ext cx="185400" cy="3373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A59B76A7-F016-4FDD-9085-27DC78C387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377597" y="1402288"/>
                  <a:ext cx="2030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6C109608-363A-469E-B6A7-F47EA10EE0C8}"/>
                    </a:ext>
                  </a:extLst>
                </p14:cNvPr>
                <p14:cNvContentPartPr/>
                <p14:nvPr/>
              </p14:nvContentPartPr>
              <p14:xfrm>
                <a:off x="1377597" y="1601008"/>
                <a:ext cx="191880" cy="11016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6C109608-363A-469E-B6A7-F47EA10EE0C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68597" y="1592368"/>
                  <a:ext cx="2095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D3AEEAB5-C6F0-4D73-90D9-E263B057663B}"/>
                    </a:ext>
                  </a:extLst>
                </p14:cNvPr>
                <p14:cNvContentPartPr/>
                <p14:nvPr/>
              </p14:nvContentPartPr>
              <p14:xfrm>
                <a:off x="1681077" y="1445128"/>
                <a:ext cx="66600" cy="2491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D3AEEAB5-C6F0-4D73-90D9-E263B057663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72437" y="1436488"/>
                  <a:ext cx="842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7720D2CA-2254-4C9C-85C1-C12AAB450C51}"/>
                    </a:ext>
                  </a:extLst>
                </p14:cNvPr>
                <p14:cNvContentPartPr/>
                <p14:nvPr/>
              </p14:nvContentPartPr>
              <p14:xfrm>
                <a:off x="1807437" y="1449088"/>
                <a:ext cx="264960" cy="30780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7720D2CA-2254-4C9C-85C1-C12AAB450C5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98797" y="1440088"/>
                  <a:ext cx="28260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774DF87D-2E5D-4766-ACB2-5604E5186F87}"/>
                    </a:ext>
                  </a:extLst>
                </p14:cNvPr>
                <p14:cNvContentPartPr/>
                <p14:nvPr/>
              </p14:nvContentPartPr>
              <p14:xfrm>
                <a:off x="2090037" y="1320928"/>
                <a:ext cx="120600" cy="45108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774DF87D-2E5D-4766-ACB2-5604E5186F8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81397" y="1311928"/>
                  <a:ext cx="13824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FA72BF8A-3B40-4C4B-A17A-8A47D2F8AD35}"/>
                    </a:ext>
                  </a:extLst>
                </p14:cNvPr>
                <p14:cNvContentPartPr/>
                <p14:nvPr/>
              </p14:nvContentPartPr>
              <p14:xfrm>
                <a:off x="2318637" y="1510288"/>
                <a:ext cx="151560" cy="2736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FA72BF8A-3B40-4C4B-A17A-8A47D2F8AD3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09637" y="1501288"/>
                  <a:ext cx="169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818AD43D-07DF-45AC-848F-B1AD6D634A19}"/>
                    </a:ext>
                  </a:extLst>
                </p14:cNvPr>
                <p14:cNvContentPartPr/>
                <p14:nvPr/>
              </p14:nvContentPartPr>
              <p14:xfrm>
                <a:off x="2402877" y="1658968"/>
                <a:ext cx="111600" cy="684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818AD43D-07DF-45AC-848F-B1AD6D634A1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93877" y="1649968"/>
                  <a:ext cx="129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D02A3ADE-198E-4626-AA65-42FCFAB9F913}"/>
                    </a:ext>
                  </a:extLst>
                </p14:cNvPr>
                <p14:cNvContentPartPr/>
                <p14:nvPr/>
              </p14:nvContentPartPr>
              <p14:xfrm>
                <a:off x="2702397" y="1476808"/>
                <a:ext cx="88200" cy="45360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D02A3ADE-198E-4626-AA65-42FCFAB9F91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93397" y="1467808"/>
                  <a:ext cx="10584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8EE59744-F0C8-4C41-AD47-9DF989AE80B8}"/>
                    </a:ext>
                  </a:extLst>
                </p14:cNvPr>
                <p14:cNvContentPartPr/>
                <p14:nvPr/>
              </p14:nvContentPartPr>
              <p14:xfrm>
                <a:off x="2659197" y="1445488"/>
                <a:ext cx="231840" cy="23544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8EE59744-F0C8-4C41-AD47-9DF989AE80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50557" y="1436488"/>
                  <a:ext cx="2494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E3758AD2-3B40-4B16-8727-B53D7A35F826}"/>
                    </a:ext>
                  </a:extLst>
                </p14:cNvPr>
                <p14:cNvContentPartPr/>
                <p14:nvPr/>
              </p14:nvContentPartPr>
              <p14:xfrm>
                <a:off x="2968797" y="1395808"/>
                <a:ext cx="88560" cy="25380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E3758AD2-3B40-4B16-8727-B53D7A35F82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960157" y="1386808"/>
                  <a:ext cx="106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9C127F8E-91D3-445C-A289-B2A0B4C2DA80}"/>
                    </a:ext>
                  </a:extLst>
                </p14:cNvPr>
                <p14:cNvContentPartPr/>
                <p14:nvPr/>
              </p14:nvContentPartPr>
              <p14:xfrm>
                <a:off x="3184437" y="1369168"/>
                <a:ext cx="177840" cy="27540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9C127F8E-91D3-445C-A289-B2A0B4C2DA8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75437" y="1360528"/>
                  <a:ext cx="1954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E204B86D-141A-4AC2-92C8-8369A640BFCC}"/>
                    </a:ext>
                  </a:extLst>
                </p14:cNvPr>
                <p14:cNvContentPartPr/>
                <p14:nvPr/>
              </p14:nvContentPartPr>
              <p14:xfrm>
                <a:off x="3364797" y="1289248"/>
                <a:ext cx="113760" cy="48168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E204B86D-141A-4AC2-92C8-8369A640BF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55797" y="1280608"/>
                  <a:ext cx="131400" cy="49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31375D76-F9D0-412E-9DE5-1690F3920BF7}"/>
                  </a:ext>
                </a:extLst>
              </p14:cNvPr>
              <p14:cNvContentPartPr/>
              <p14:nvPr/>
            </p14:nvContentPartPr>
            <p14:xfrm>
              <a:off x="3754677" y="1267648"/>
              <a:ext cx="452160" cy="29016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31375D76-F9D0-412E-9DE5-1690F3920BF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745677" y="1259008"/>
                <a:ext cx="46980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82430DD2-7892-4D90-8E3F-0B870A156CAE}"/>
                  </a:ext>
                </a:extLst>
              </p14:cNvPr>
              <p14:cNvContentPartPr/>
              <p14:nvPr/>
            </p14:nvContentPartPr>
            <p14:xfrm>
              <a:off x="5513997" y="184768"/>
              <a:ext cx="478800" cy="141228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82430DD2-7892-4D90-8E3F-0B870A156CA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505357" y="175768"/>
                <a:ext cx="496440" cy="142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upo 59">
            <a:extLst>
              <a:ext uri="{FF2B5EF4-FFF2-40B4-BE49-F238E27FC236}">
                <a16:creationId xmlns:a16="http://schemas.microsoft.com/office/drawing/2014/main" id="{A5F9D596-5C55-4AF1-99D6-72132C4AD8D8}"/>
              </a:ext>
            </a:extLst>
          </p:cNvPr>
          <p:cNvGrpSpPr/>
          <p:nvPr/>
        </p:nvGrpSpPr>
        <p:grpSpPr>
          <a:xfrm>
            <a:off x="6385917" y="700648"/>
            <a:ext cx="2715120" cy="429480"/>
            <a:chOff x="6385917" y="700648"/>
            <a:chExt cx="2715120" cy="42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8BBFA24C-CAD7-49D5-B063-E70E7CC31213}"/>
                    </a:ext>
                  </a:extLst>
                </p14:cNvPr>
                <p14:cNvContentPartPr/>
                <p14:nvPr/>
              </p14:nvContentPartPr>
              <p14:xfrm>
                <a:off x="6566277" y="700648"/>
                <a:ext cx="82440" cy="36540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8BBFA24C-CAD7-49D5-B063-E70E7CC3121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557637" y="692008"/>
                  <a:ext cx="1000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D9C094DA-FEF4-4801-B579-0AD8739300FF}"/>
                    </a:ext>
                  </a:extLst>
                </p14:cNvPr>
                <p14:cNvContentPartPr/>
                <p14:nvPr/>
              </p14:nvContentPartPr>
              <p14:xfrm>
                <a:off x="6451077" y="1042288"/>
                <a:ext cx="255960" cy="5904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D9C094DA-FEF4-4801-B579-0AD8739300F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42437" y="1033648"/>
                  <a:ext cx="273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4F1C3DB4-AC0F-4F8E-8934-0E7A21B59134}"/>
                    </a:ext>
                  </a:extLst>
                </p14:cNvPr>
                <p14:cNvContentPartPr/>
                <p14:nvPr/>
              </p14:nvContentPartPr>
              <p14:xfrm>
                <a:off x="6385917" y="750328"/>
                <a:ext cx="298080" cy="464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4F1C3DB4-AC0F-4F8E-8934-0E7A21B5913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377277" y="741328"/>
                  <a:ext cx="3157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1B24BE43-2C68-40BD-A553-DF9C4414B694}"/>
                    </a:ext>
                  </a:extLst>
                </p14:cNvPr>
                <p14:cNvContentPartPr/>
                <p14:nvPr/>
              </p14:nvContentPartPr>
              <p14:xfrm>
                <a:off x="6783717" y="874528"/>
                <a:ext cx="181800" cy="17172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1B24BE43-2C68-40BD-A553-DF9C4414B69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75077" y="865888"/>
                  <a:ext cx="1994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EE113E25-E549-4B9B-95E0-E45FFD407ED0}"/>
                    </a:ext>
                  </a:extLst>
                </p14:cNvPr>
                <p14:cNvContentPartPr/>
                <p14:nvPr/>
              </p14:nvContentPartPr>
              <p14:xfrm>
                <a:off x="6990717" y="727288"/>
                <a:ext cx="135360" cy="3225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EE113E25-E549-4B9B-95E0-E45FFD407E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81717" y="718288"/>
                  <a:ext cx="1530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C9FF2F87-C7A1-484F-BECA-57C54D9FCEE7}"/>
                    </a:ext>
                  </a:extLst>
                </p14:cNvPr>
                <p14:cNvContentPartPr/>
                <p14:nvPr/>
              </p14:nvContentPartPr>
              <p14:xfrm>
                <a:off x="7178637" y="881008"/>
                <a:ext cx="169560" cy="17424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C9FF2F87-C7A1-484F-BECA-57C54D9FCEE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69637" y="872368"/>
                  <a:ext cx="187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B89D375A-B9B7-44CA-BB5B-4C1D08B13ED3}"/>
                    </a:ext>
                  </a:extLst>
                </p14:cNvPr>
                <p14:cNvContentPartPr/>
                <p14:nvPr/>
              </p14:nvContentPartPr>
              <p14:xfrm>
                <a:off x="7334157" y="840688"/>
                <a:ext cx="193680" cy="28944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B89D375A-B9B7-44CA-BB5B-4C1D08B13ED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25157" y="832048"/>
                  <a:ext cx="2113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4F3D0AA4-B599-4BE6-9505-DC4A1C7C4060}"/>
                    </a:ext>
                  </a:extLst>
                </p14:cNvPr>
                <p14:cNvContentPartPr/>
                <p14:nvPr/>
              </p14:nvContentPartPr>
              <p14:xfrm>
                <a:off x="7523157" y="858688"/>
                <a:ext cx="186840" cy="17604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4F3D0AA4-B599-4BE6-9505-DC4A1C7C406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14517" y="849688"/>
                  <a:ext cx="204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99312A90-990A-432F-89BD-031BB7CB2D1B}"/>
                    </a:ext>
                  </a:extLst>
                </p14:cNvPr>
                <p14:cNvContentPartPr/>
                <p14:nvPr/>
              </p14:nvContentPartPr>
              <p14:xfrm>
                <a:off x="7709637" y="869128"/>
                <a:ext cx="167760" cy="14832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99312A90-990A-432F-89BD-031BB7CB2D1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00997" y="860488"/>
                  <a:ext cx="185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8B90D29D-BCEB-4F61-9DDC-37F649DAED85}"/>
                    </a:ext>
                  </a:extLst>
                </p14:cNvPr>
                <p14:cNvContentPartPr/>
                <p14:nvPr/>
              </p14:nvContentPartPr>
              <p14:xfrm>
                <a:off x="7867317" y="740248"/>
                <a:ext cx="187560" cy="28404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8B90D29D-BCEB-4F61-9DDC-37F649DAED8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58317" y="731248"/>
                  <a:ext cx="2052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6AD18DF9-3CA1-4DC9-9237-523EA9B1AEA5}"/>
                    </a:ext>
                  </a:extLst>
                </p14:cNvPr>
                <p14:cNvContentPartPr/>
                <p14:nvPr/>
              </p14:nvContentPartPr>
              <p14:xfrm>
                <a:off x="8082237" y="862648"/>
                <a:ext cx="151920" cy="1483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6AD18DF9-3CA1-4DC9-9237-523EA9B1AEA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73597" y="854008"/>
                  <a:ext cx="169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F68D20B2-0297-4368-B5EC-C2AF9BCAC153}"/>
                    </a:ext>
                  </a:extLst>
                </p14:cNvPr>
                <p14:cNvContentPartPr/>
                <p14:nvPr/>
              </p14:nvContentPartPr>
              <p14:xfrm>
                <a:off x="8245677" y="836008"/>
                <a:ext cx="171720" cy="17028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F68D20B2-0297-4368-B5EC-C2AF9BCAC15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237037" y="827368"/>
                  <a:ext cx="189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A9387853-2465-4431-942B-1D227CCEB558}"/>
                    </a:ext>
                  </a:extLst>
                </p14:cNvPr>
                <p14:cNvContentPartPr/>
                <p14:nvPr/>
              </p14:nvContentPartPr>
              <p14:xfrm>
                <a:off x="8460237" y="816208"/>
                <a:ext cx="240840" cy="1508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A9387853-2465-4431-942B-1D227CCEB55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51597" y="807208"/>
                  <a:ext cx="258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96B7A3AF-02DA-44AD-86C2-6ED77D4C822A}"/>
                    </a:ext>
                  </a:extLst>
                </p14:cNvPr>
                <p14:cNvContentPartPr/>
                <p14:nvPr/>
              </p14:nvContentPartPr>
              <p14:xfrm>
                <a:off x="8596677" y="775528"/>
                <a:ext cx="113760" cy="158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96B7A3AF-02DA-44AD-86C2-6ED77D4C822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587677" y="766528"/>
                  <a:ext cx="131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D9A6AC08-4512-4532-927A-9B745A811462}"/>
                    </a:ext>
                  </a:extLst>
                </p14:cNvPr>
                <p14:cNvContentPartPr/>
                <p14:nvPr/>
              </p14:nvContentPartPr>
              <p14:xfrm>
                <a:off x="8700717" y="793528"/>
                <a:ext cx="281880" cy="1605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D9A6AC08-4512-4532-927A-9B745A81146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92077" y="784888"/>
                  <a:ext cx="299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2A81F83C-6B4F-4684-9662-824DA40CD4EC}"/>
                    </a:ext>
                  </a:extLst>
                </p14:cNvPr>
                <p14:cNvContentPartPr/>
                <p14:nvPr/>
              </p14:nvContentPartPr>
              <p14:xfrm>
                <a:off x="9100677" y="919888"/>
                <a:ext cx="360" cy="36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2A81F83C-6B4F-4684-9662-824DA40CD4E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91677" y="9108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3FB70D58-D961-4AD4-88BB-8E8AE1FEE126}"/>
              </a:ext>
            </a:extLst>
          </p:cNvPr>
          <p:cNvGrpSpPr/>
          <p:nvPr/>
        </p:nvGrpSpPr>
        <p:grpSpPr>
          <a:xfrm>
            <a:off x="489117" y="2324248"/>
            <a:ext cx="273600" cy="349920"/>
            <a:chOff x="489117" y="2324248"/>
            <a:chExt cx="27360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6586405F-8E36-4E67-A126-7E1B6488FC9B}"/>
                    </a:ext>
                  </a:extLst>
                </p14:cNvPr>
                <p14:cNvContentPartPr/>
                <p14:nvPr/>
              </p14:nvContentPartPr>
              <p14:xfrm>
                <a:off x="489117" y="2324248"/>
                <a:ext cx="273600" cy="34992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6586405F-8E36-4E67-A126-7E1B6488FC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0477" y="2315248"/>
                  <a:ext cx="2912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E9A346AB-A437-4836-9720-BFF11F20A2EA}"/>
                    </a:ext>
                  </a:extLst>
                </p14:cNvPr>
                <p14:cNvContentPartPr/>
                <p14:nvPr/>
              </p14:nvContentPartPr>
              <p14:xfrm>
                <a:off x="552837" y="2491648"/>
                <a:ext cx="71640" cy="860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E9A346AB-A437-4836-9720-BFF11F20A2E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4197" y="2483008"/>
                  <a:ext cx="89280" cy="10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058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0170E13-CE7C-4326-ACB7-69D8DE7CA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69" y="166455"/>
            <a:ext cx="10911585" cy="2543291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6776E84D-BAF1-4F46-9C53-E736E782ADD1}"/>
              </a:ext>
            </a:extLst>
          </p:cNvPr>
          <p:cNvGrpSpPr/>
          <p:nvPr/>
        </p:nvGrpSpPr>
        <p:grpSpPr>
          <a:xfrm>
            <a:off x="453837" y="2795488"/>
            <a:ext cx="1196640" cy="712800"/>
            <a:chOff x="453837" y="2795488"/>
            <a:chExt cx="1196640" cy="71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90622EDA-FAB4-49B9-AE53-E4197832A3BB}"/>
                    </a:ext>
                  </a:extLst>
                </p14:cNvPr>
                <p14:cNvContentPartPr/>
                <p14:nvPr/>
              </p14:nvContentPartPr>
              <p14:xfrm>
                <a:off x="453837" y="3003568"/>
                <a:ext cx="711720" cy="31356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90622EDA-FAB4-49B9-AE53-E4197832A3B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5197" y="2994568"/>
                  <a:ext cx="7293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DE48BA1D-6FEF-44A4-AD7A-6245232BD167}"/>
                    </a:ext>
                  </a:extLst>
                </p14:cNvPr>
                <p14:cNvContentPartPr/>
                <p14:nvPr/>
              </p14:nvContentPartPr>
              <p14:xfrm>
                <a:off x="1249437" y="3158008"/>
                <a:ext cx="118440" cy="36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DE48BA1D-6FEF-44A4-AD7A-6245232BD16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40437" y="3149008"/>
                  <a:ext cx="136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37B4DDCC-4BF1-4A42-AD5E-7CA96A0C5D84}"/>
                    </a:ext>
                  </a:extLst>
                </p14:cNvPr>
                <p14:cNvContentPartPr/>
                <p14:nvPr/>
              </p14:nvContentPartPr>
              <p14:xfrm>
                <a:off x="1265277" y="3255208"/>
                <a:ext cx="122760" cy="39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37B4DDCC-4BF1-4A42-AD5E-7CA96A0C5D8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56637" y="3246568"/>
                  <a:ext cx="1404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D3A7F15F-1D55-4493-8D09-A056E127B91D}"/>
                    </a:ext>
                  </a:extLst>
                </p14:cNvPr>
                <p14:cNvContentPartPr/>
                <p14:nvPr/>
              </p14:nvContentPartPr>
              <p14:xfrm>
                <a:off x="1496757" y="2795488"/>
                <a:ext cx="153720" cy="71280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D3A7F15F-1D55-4493-8D09-A056E127B91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87757" y="2786488"/>
                  <a:ext cx="171360" cy="73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2A2F3BBF-4F9C-47FD-8414-0ED0AA8A3308}"/>
                  </a:ext>
                </a:extLst>
              </p14:cNvPr>
              <p14:cNvContentPartPr/>
              <p14:nvPr/>
            </p14:nvContentPartPr>
            <p14:xfrm>
              <a:off x="1755237" y="3002848"/>
              <a:ext cx="66600" cy="25092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2A2F3BBF-4F9C-47FD-8414-0ED0AA8A330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46237" y="2994208"/>
                <a:ext cx="842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BBAF66C4-DA13-469C-B564-228EFE2A536F}"/>
                  </a:ext>
                </a:extLst>
              </p14:cNvPr>
              <p14:cNvContentPartPr/>
              <p14:nvPr/>
            </p14:nvContentPartPr>
            <p14:xfrm>
              <a:off x="1917597" y="3057208"/>
              <a:ext cx="93600" cy="13464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BBAF66C4-DA13-469C-B564-228EFE2A536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08957" y="3048208"/>
                <a:ext cx="1112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7EC2E203-7645-4A8A-8AC2-B5A4A67C667E}"/>
                  </a:ext>
                </a:extLst>
              </p14:cNvPr>
              <p14:cNvContentPartPr/>
              <p14:nvPr/>
            </p14:nvContentPartPr>
            <p14:xfrm>
              <a:off x="2082117" y="3170608"/>
              <a:ext cx="8280" cy="7236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7EC2E203-7645-4A8A-8AC2-B5A4A67C667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073117" y="3161608"/>
                <a:ext cx="2592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16551D05-F382-4A98-AFDB-F68887C73A07}"/>
                  </a:ext>
                </a:extLst>
              </p14:cNvPr>
              <p14:cNvContentPartPr/>
              <p14:nvPr/>
            </p14:nvContentPartPr>
            <p14:xfrm>
              <a:off x="2186157" y="3073048"/>
              <a:ext cx="91800" cy="10368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16551D05-F382-4A98-AFDB-F68887C73A0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77157" y="3064048"/>
                <a:ext cx="10944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E05273E5-C020-4F87-833E-E24A9AB59392}"/>
                  </a:ext>
                </a:extLst>
              </p14:cNvPr>
              <p14:cNvContentPartPr/>
              <p14:nvPr/>
            </p14:nvContentPartPr>
            <p14:xfrm>
              <a:off x="2338437" y="3172408"/>
              <a:ext cx="7200" cy="8064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E05273E5-C020-4F87-833E-E24A9AB593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329797" y="3163408"/>
                <a:ext cx="248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71DB9C70-4982-49AD-8042-89D8F7F88955}"/>
                  </a:ext>
                </a:extLst>
              </p14:cNvPr>
              <p14:cNvContentPartPr/>
              <p14:nvPr/>
            </p14:nvContentPartPr>
            <p14:xfrm>
              <a:off x="2443557" y="3080248"/>
              <a:ext cx="95760" cy="8316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71DB9C70-4982-49AD-8042-89D8F7F8895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34917" y="3071608"/>
                <a:ext cx="1134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5390C67E-F09C-4214-85DC-F33F760553B8}"/>
                  </a:ext>
                </a:extLst>
              </p14:cNvPr>
              <p14:cNvContentPartPr/>
              <p14:nvPr/>
            </p14:nvContentPartPr>
            <p14:xfrm>
              <a:off x="2618877" y="2966848"/>
              <a:ext cx="35280" cy="21024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5390C67E-F09C-4214-85DC-F33F760553B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609877" y="2957848"/>
                <a:ext cx="5292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EEC0236E-D140-4015-9404-2729E5AB8345}"/>
                  </a:ext>
                </a:extLst>
              </p14:cNvPr>
              <p14:cNvContentPartPr/>
              <p14:nvPr/>
            </p14:nvContentPartPr>
            <p14:xfrm>
              <a:off x="2718237" y="3120208"/>
              <a:ext cx="106920" cy="14112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EEC0236E-D140-4015-9404-2729E5AB834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709597" y="3111208"/>
                <a:ext cx="12456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upo 62">
            <a:extLst>
              <a:ext uri="{FF2B5EF4-FFF2-40B4-BE49-F238E27FC236}">
                <a16:creationId xmlns:a16="http://schemas.microsoft.com/office/drawing/2014/main" id="{8DCDA1B3-B140-4997-8765-4F3BB8DC5B39}"/>
              </a:ext>
            </a:extLst>
          </p:cNvPr>
          <p:cNvGrpSpPr/>
          <p:nvPr/>
        </p:nvGrpSpPr>
        <p:grpSpPr>
          <a:xfrm>
            <a:off x="5428677" y="2920048"/>
            <a:ext cx="953640" cy="313920"/>
            <a:chOff x="5428677" y="2920048"/>
            <a:chExt cx="953640" cy="31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981C89D6-592C-4FF5-96AB-A79242E81F09}"/>
                    </a:ext>
                  </a:extLst>
                </p14:cNvPr>
                <p14:cNvContentPartPr/>
                <p14:nvPr/>
              </p14:nvContentPartPr>
              <p14:xfrm>
                <a:off x="5502117" y="2939848"/>
                <a:ext cx="78840" cy="1418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981C89D6-592C-4FF5-96AB-A79242E81F0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493477" y="2930848"/>
                  <a:ext cx="964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0F083BB0-CA67-4399-86BD-965AECD2F685}"/>
                    </a:ext>
                  </a:extLst>
                </p14:cNvPr>
                <p14:cNvContentPartPr/>
                <p14:nvPr/>
              </p14:nvContentPartPr>
              <p14:xfrm>
                <a:off x="5622357" y="3035248"/>
                <a:ext cx="40320" cy="878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0F083BB0-CA67-4399-86BD-965AECD2F68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613717" y="3026608"/>
                  <a:ext cx="57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43A11237-6614-45BB-8494-D6D9CE21695C}"/>
                    </a:ext>
                  </a:extLst>
                </p14:cNvPr>
                <p14:cNvContentPartPr/>
                <p14:nvPr/>
              </p14:nvContentPartPr>
              <p14:xfrm>
                <a:off x="5749437" y="2965048"/>
                <a:ext cx="145800" cy="11484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43A11237-6614-45BB-8494-D6D9CE21695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40797" y="2956048"/>
                  <a:ext cx="163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D42B5389-B867-4989-A7A5-80E444FAFA89}"/>
                    </a:ext>
                  </a:extLst>
                </p14:cNvPr>
                <p14:cNvContentPartPr/>
                <p14:nvPr/>
              </p14:nvContentPartPr>
              <p14:xfrm>
                <a:off x="5951037" y="3047848"/>
                <a:ext cx="51480" cy="8244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D42B5389-B867-4989-A7A5-80E444FAFA8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942397" y="3039208"/>
                  <a:ext cx="69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A838F848-BEFC-4A00-9350-D59943FCB8A2}"/>
                    </a:ext>
                  </a:extLst>
                </p14:cNvPr>
                <p14:cNvContentPartPr/>
                <p14:nvPr/>
              </p14:nvContentPartPr>
              <p14:xfrm>
                <a:off x="6076677" y="2967568"/>
                <a:ext cx="88200" cy="13536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A838F848-BEFC-4A00-9350-D59943FCB8A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067677" y="2958928"/>
                  <a:ext cx="105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48C48F90-5314-458E-9E53-A811A73DEFA7}"/>
                    </a:ext>
                  </a:extLst>
                </p14:cNvPr>
                <p14:cNvContentPartPr/>
                <p14:nvPr/>
              </p14:nvContentPartPr>
              <p14:xfrm>
                <a:off x="5428677" y="2920048"/>
                <a:ext cx="132120" cy="28800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48C48F90-5314-458E-9E53-A811A73DEFA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419677" y="2911048"/>
                  <a:ext cx="1497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F99553B7-4082-4175-8578-BB2A4FD49F11}"/>
                    </a:ext>
                  </a:extLst>
                </p14:cNvPr>
                <p14:cNvContentPartPr/>
                <p14:nvPr/>
              </p14:nvContentPartPr>
              <p14:xfrm>
                <a:off x="6255597" y="2930848"/>
                <a:ext cx="26280" cy="17604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F99553B7-4082-4175-8578-BB2A4FD49F1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246957" y="2921848"/>
                  <a:ext cx="43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9BDA1561-F775-4DFC-B007-82A22FE2B083}"/>
                    </a:ext>
                  </a:extLst>
                </p14:cNvPr>
                <p14:cNvContentPartPr/>
                <p14:nvPr/>
              </p14:nvContentPartPr>
              <p14:xfrm>
                <a:off x="6253797" y="3127408"/>
                <a:ext cx="128520" cy="1065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9BDA1561-F775-4DFC-B007-82A22FE2B08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244797" y="3118408"/>
                  <a:ext cx="146160" cy="12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B382B0E5-F497-4D11-B524-C991E91C47B7}"/>
                  </a:ext>
                </a:extLst>
              </p14:cNvPr>
              <p14:cNvContentPartPr/>
              <p14:nvPr/>
            </p14:nvContentPartPr>
            <p14:xfrm>
              <a:off x="6564117" y="2929048"/>
              <a:ext cx="75960" cy="22644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B382B0E5-F497-4D11-B524-C991E91C47B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55117" y="2920048"/>
                <a:ext cx="9360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upo 68">
            <a:extLst>
              <a:ext uri="{FF2B5EF4-FFF2-40B4-BE49-F238E27FC236}">
                <a16:creationId xmlns:a16="http://schemas.microsoft.com/office/drawing/2014/main" id="{DCA1E17B-7566-407A-9433-B26C7CB6F997}"/>
              </a:ext>
            </a:extLst>
          </p:cNvPr>
          <p:cNvGrpSpPr/>
          <p:nvPr/>
        </p:nvGrpSpPr>
        <p:grpSpPr>
          <a:xfrm>
            <a:off x="6767517" y="2967928"/>
            <a:ext cx="457560" cy="250560"/>
            <a:chOff x="6767517" y="2967928"/>
            <a:chExt cx="45756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1B1FEB2E-F898-4E5B-9CFC-DF3C1387DB1C}"/>
                    </a:ext>
                  </a:extLst>
                </p14:cNvPr>
                <p14:cNvContentPartPr/>
                <p14:nvPr/>
              </p14:nvContentPartPr>
              <p14:xfrm>
                <a:off x="6767517" y="2967928"/>
                <a:ext cx="120960" cy="15696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1B1FEB2E-F898-4E5B-9CFC-DF3C1387DB1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758877" y="2958928"/>
                  <a:ext cx="1386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D4C95A9E-0A99-4566-A725-0BBE6803E7F8}"/>
                    </a:ext>
                  </a:extLst>
                </p14:cNvPr>
                <p14:cNvContentPartPr/>
                <p14:nvPr/>
              </p14:nvContentPartPr>
              <p14:xfrm>
                <a:off x="6921237" y="3083128"/>
                <a:ext cx="56520" cy="7236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D4C95A9E-0A99-4566-A725-0BBE6803E7F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912237" y="3074128"/>
                  <a:ext cx="74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D982DE29-B0E4-4C6A-8487-3DA4C3278955}"/>
                    </a:ext>
                  </a:extLst>
                </p14:cNvPr>
                <p14:cNvContentPartPr/>
                <p14:nvPr/>
              </p14:nvContentPartPr>
              <p14:xfrm>
                <a:off x="7068117" y="2985568"/>
                <a:ext cx="65520" cy="15444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D982DE29-B0E4-4C6A-8487-3DA4C327895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59477" y="2976928"/>
                  <a:ext cx="83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678539A9-0C35-4DCA-B3CE-DA498FF72620}"/>
                    </a:ext>
                  </a:extLst>
                </p14:cNvPr>
                <p14:cNvContentPartPr/>
                <p14:nvPr/>
              </p14:nvContentPartPr>
              <p14:xfrm>
                <a:off x="7190517" y="3138928"/>
                <a:ext cx="34560" cy="7956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678539A9-0C35-4DCA-B3CE-DA498FF7262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181877" y="3130288"/>
                  <a:ext cx="5220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7F19847F-73DE-40C9-8EE5-216419962C93}"/>
              </a:ext>
            </a:extLst>
          </p:cNvPr>
          <p:cNvGrpSpPr/>
          <p:nvPr/>
        </p:nvGrpSpPr>
        <p:grpSpPr>
          <a:xfrm>
            <a:off x="7362237" y="2877568"/>
            <a:ext cx="260640" cy="258120"/>
            <a:chOff x="7362237" y="2877568"/>
            <a:chExt cx="26064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1A9151AC-63D0-4B5C-95C9-147298A36ECE}"/>
                    </a:ext>
                  </a:extLst>
                </p14:cNvPr>
                <p14:cNvContentPartPr/>
                <p14:nvPr/>
              </p14:nvContentPartPr>
              <p14:xfrm>
                <a:off x="7362237" y="2965768"/>
                <a:ext cx="129600" cy="11592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1A9151AC-63D0-4B5C-95C9-147298A36EC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353237" y="2956768"/>
                  <a:ext cx="147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A45A2C7D-3BE5-49AB-AB0A-221B9EA1B2C0}"/>
                    </a:ext>
                  </a:extLst>
                </p14:cNvPr>
                <p14:cNvContentPartPr/>
                <p14:nvPr/>
              </p14:nvContentPartPr>
              <p14:xfrm>
                <a:off x="7551237" y="2877568"/>
                <a:ext cx="71640" cy="25812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A45A2C7D-3BE5-49AB-AB0A-221B9EA1B2C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542597" y="2868568"/>
                  <a:ext cx="89280" cy="2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C3BC276C-87F8-4B4A-A8BF-B4695F430BD9}"/>
                  </a:ext>
                </a:extLst>
              </p14:cNvPr>
              <p14:cNvContentPartPr/>
              <p14:nvPr/>
            </p14:nvContentPartPr>
            <p14:xfrm>
              <a:off x="7769757" y="3056848"/>
              <a:ext cx="86400" cy="8856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C3BC276C-87F8-4B4A-A8BF-B4695F430BD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761117" y="3048208"/>
                <a:ext cx="1040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7491EB78-AE58-4D39-AC8E-A36707AF5683}"/>
                  </a:ext>
                </a:extLst>
              </p14:cNvPr>
              <p14:cNvContentPartPr/>
              <p14:nvPr/>
            </p14:nvContentPartPr>
            <p14:xfrm>
              <a:off x="9161877" y="2983048"/>
              <a:ext cx="41400" cy="10584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7491EB78-AE58-4D39-AC8E-A36707AF568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152877" y="2974048"/>
                <a:ext cx="59040" cy="12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upo 89">
            <a:extLst>
              <a:ext uri="{FF2B5EF4-FFF2-40B4-BE49-F238E27FC236}">
                <a16:creationId xmlns:a16="http://schemas.microsoft.com/office/drawing/2014/main" id="{493F8D77-445B-400E-8BCA-76282B19A1D9}"/>
              </a:ext>
            </a:extLst>
          </p:cNvPr>
          <p:cNvGrpSpPr/>
          <p:nvPr/>
        </p:nvGrpSpPr>
        <p:grpSpPr>
          <a:xfrm>
            <a:off x="9350517" y="2866768"/>
            <a:ext cx="307440" cy="230040"/>
            <a:chOff x="9350517" y="2866768"/>
            <a:chExt cx="307440" cy="2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90F0CD0F-91B8-489F-9411-681F62931F7B}"/>
                    </a:ext>
                  </a:extLst>
                </p14:cNvPr>
                <p14:cNvContentPartPr/>
                <p14:nvPr/>
              </p14:nvContentPartPr>
              <p14:xfrm>
                <a:off x="9350517" y="2866768"/>
                <a:ext cx="131040" cy="17784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90F0CD0F-91B8-489F-9411-681F62931F7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41877" y="2857768"/>
                  <a:ext cx="148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F95EA0B1-991F-4443-9800-961D5C0E2092}"/>
                    </a:ext>
                  </a:extLst>
                </p14:cNvPr>
                <p14:cNvContentPartPr/>
                <p14:nvPr/>
              </p14:nvContentPartPr>
              <p14:xfrm>
                <a:off x="9505677" y="2867488"/>
                <a:ext cx="67680" cy="17136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F95EA0B1-991F-4443-9800-961D5C0E209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497037" y="2858848"/>
                  <a:ext cx="853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FBBFBEED-7269-4E8B-A32C-001C25C95CC4}"/>
                    </a:ext>
                  </a:extLst>
                </p14:cNvPr>
                <p14:cNvContentPartPr/>
                <p14:nvPr/>
              </p14:nvContentPartPr>
              <p14:xfrm>
                <a:off x="9630597" y="3013648"/>
                <a:ext cx="27360" cy="8316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FBBFBEED-7269-4E8B-A32C-001C25C95CC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621957" y="3005008"/>
                  <a:ext cx="45000" cy="10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86" name="Entrada de lápiz 85">
                <a:extLst>
                  <a:ext uri="{FF2B5EF4-FFF2-40B4-BE49-F238E27FC236}">
                    <a16:creationId xmlns:a16="http://schemas.microsoft.com/office/drawing/2014/main" id="{3C90DDA1-1576-41D9-8C9C-F2278FDED2FD}"/>
                  </a:ext>
                </a:extLst>
              </p14:cNvPr>
              <p14:cNvContentPartPr/>
              <p14:nvPr/>
            </p14:nvContentPartPr>
            <p14:xfrm>
              <a:off x="9814197" y="2893768"/>
              <a:ext cx="141480" cy="204120"/>
            </p14:xfrm>
          </p:contentPart>
        </mc:Choice>
        <mc:Fallback>
          <p:pic>
            <p:nvPicPr>
              <p:cNvPr id="86" name="Entrada de lápiz 85">
                <a:extLst>
                  <a:ext uri="{FF2B5EF4-FFF2-40B4-BE49-F238E27FC236}">
                    <a16:creationId xmlns:a16="http://schemas.microsoft.com/office/drawing/2014/main" id="{3C90DDA1-1576-41D9-8C9C-F2278FDED2F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805557" y="2885128"/>
                <a:ext cx="15912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upo 91">
            <a:extLst>
              <a:ext uri="{FF2B5EF4-FFF2-40B4-BE49-F238E27FC236}">
                <a16:creationId xmlns:a16="http://schemas.microsoft.com/office/drawing/2014/main" id="{02B1D20D-7676-4EE0-B219-1EF7D89DB28D}"/>
              </a:ext>
            </a:extLst>
          </p:cNvPr>
          <p:cNvGrpSpPr/>
          <p:nvPr/>
        </p:nvGrpSpPr>
        <p:grpSpPr>
          <a:xfrm>
            <a:off x="10091037" y="2803768"/>
            <a:ext cx="368640" cy="378000"/>
            <a:chOff x="10091037" y="2803768"/>
            <a:chExt cx="36864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DA73CDCC-7931-47A5-A439-B820B9DD4C33}"/>
                    </a:ext>
                  </a:extLst>
                </p14:cNvPr>
                <p14:cNvContentPartPr/>
                <p14:nvPr/>
              </p14:nvContentPartPr>
              <p14:xfrm>
                <a:off x="10091037" y="2886568"/>
                <a:ext cx="113040" cy="15192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DA73CDCC-7931-47A5-A439-B820B9DD4C3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82397" y="2877928"/>
                  <a:ext cx="1306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B26A81D3-1227-403C-86A9-93554DB78740}"/>
                    </a:ext>
                  </a:extLst>
                </p14:cNvPr>
                <p14:cNvContentPartPr/>
                <p14:nvPr/>
              </p14:nvContentPartPr>
              <p14:xfrm>
                <a:off x="10217757" y="2803768"/>
                <a:ext cx="113760" cy="27000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B26A81D3-1227-403C-86A9-93554DB7874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209117" y="2794768"/>
                  <a:ext cx="1314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8CCAA7AE-93FC-475B-8537-1D0498E29914}"/>
                    </a:ext>
                  </a:extLst>
                </p14:cNvPr>
                <p14:cNvContentPartPr/>
                <p14:nvPr/>
              </p14:nvContentPartPr>
              <p14:xfrm>
                <a:off x="10287957" y="3031648"/>
                <a:ext cx="171720" cy="15012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8CCAA7AE-93FC-475B-8537-1D0498E2991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279317" y="3023008"/>
                  <a:ext cx="18936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79379D15-53B8-482B-98C9-379B7F1C5DE5}"/>
              </a:ext>
            </a:extLst>
          </p:cNvPr>
          <p:cNvGrpSpPr/>
          <p:nvPr/>
        </p:nvGrpSpPr>
        <p:grpSpPr>
          <a:xfrm>
            <a:off x="10664157" y="2585608"/>
            <a:ext cx="1075680" cy="496080"/>
            <a:chOff x="10664157" y="2585608"/>
            <a:chExt cx="1075680" cy="49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0205ED6F-83A2-477D-A84D-79F72BCB4F48}"/>
                    </a:ext>
                  </a:extLst>
                </p14:cNvPr>
                <p14:cNvContentPartPr/>
                <p14:nvPr/>
              </p14:nvContentPartPr>
              <p14:xfrm>
                <a:off x="10777557" y="2846248"/>
                <a:ext cx="128160" cy="15624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0205ED6F-83A2-477D-A84D-79F72BCB4F4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768917" y="2837248"/>
                  <a:ext cx="1458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8E1493E6-5EC7-4CCD-87C5-4675A7BC1301}"/>
                    </a:ext>
                  </a:extLst>
                </p14:cNvPr>
                <p14:cNvContentPartPr/>
                <p14:nvPr/>
              </p14:nvContentPartPr>
              <p14:xfrm>
                <a:off x="10961517" y="2956048"/>
                <a:ext cx="55440" cy="9144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8E1493E6-5EC7-4CCD-87C5-4675A7BC130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952517" y="2947048"/>
                  <a:ext cx="73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E08C6EFC-DEBC-422E-B825-95EBB13F36BD}"/>
                    </a:ext>
                  </a:extLst>
                </p14:cNvPr>
                <p14:cNvContentPartPr/>
                <p14:nvPr/>
              </p14:nvContentPartPr>
              <p14:xfrm>
                <a:off x="11086437" y="2861008"/>
                <a:ext cx="108720" cy="11160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E08C6EFC-DEBC-422E-B825-95EBB13F36B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077797" y="2852008"/>
                  <a:ext cx="1263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0B7065A7-AB22-4129-B627-97FA70EFCEDD}"/>
                    </a:ext>
                  </a:extLst>
                </p14:cNvPr>
                <p14:cNvContentPartPr/>
                <p14:nvPr/>
              </p14:nvContentPartPr>
              <p14:xfrm>
                <a:off x="11217837" y="2952448"/>
                <a:ext cx="40320" cy="11196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0B7065A7-AB22-4129-B627-97FA70EFCED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209197" y="2943448"/>
                  <a:ext cx="57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4E2C2AFE-0126-4996-A300-AD15A1AD6750}"/>
                    </a:ext>
                  </a:extLst>
                </p14:cNvPr>
                <p14:cNvContentPartPr/>
                <p14:nvPr/>
              </p14:nvContentPartPr>
              <p14:xfrm>
                <a:off x="11291997" y="2857768"/>
                <a:ext cx="137520" cy="17604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4E2C2AFE-0126-4996-A300-AD15A1AD675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283357" y="2848768"/>
                  <a:ext cx="1551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78DCECCF-CDB2-43CA-B414-3DFE60235C57}"/>
                    </a:ext>
                  </a:extLst>
                </p14:cNvPr>
                <p14:cNvContentPartPr/>
                <p14:nvPr/>
              </p14:nvContentPartPr>
              <p14:xfrm>
                <a:off x="10664157" y="2745808"/>
                <a:ext cx="134280" cy="3301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78DCECCF-CDB2-43CA-B414-3DFE60235C5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655517" y="2737168"/>
                  <a:ext cx="1519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D4BB0F2F-2F1B-4303-9F6A-86A27111E7F9}"/>
                    </a:ext>
                  </a:extLst>
                </p14:cNvPr>
                <p14:cNvContentPartPr/>
                <p14:nvPr/>
              </p14:nvContentPartPr>
              <p14:xfrm>
                <a:off x="11535717" y="2770288"/>
                <a:ext cx="25560" cy="22644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D4BB0F2F-2F1B-4303-9F6A-86A27111E7F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526717" y="2761648"/>
                  <a:ext cx="432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6DCB17B7-677D-4CAE-838F-6838C185C9E4}"/>
                    </a:ext>
                  </a:extLst>
                </p14:cNvPr>
                <p14:cNvContentPartPr/>
                <p14:nvPr/>
              </p14:nvContentPartPr>
              <p14:xfrm>
                <a:off x="11489637" y="2585608"/>
                <a:ext cx="250200" cy="49608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6DCB17B7-677D-4CAE-838F-6838C185C9E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480637" y="2576608"/>
                  <a:ext cx="267840" cy="51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CA6F5977-68AD-4086-A38D-BFB07B1BAFA7}"/>
              </a:ext>
            </a:extLst>
          </p:cNvPr>
          <p:cNvGrpSpPr/>
          <p:nvPr/>
        </p:nvGrpSpPr>
        <p:grpSpPr>
          <a:xfrm>
            <a:off x="625917" y="3740128"/>
            <a:ext cx="228960" cy="316440"/>
            <a:chOff x="625917" y="3740128"/>
            <a:chExt cx="22896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CA3C7C04-E073-48A1-B8E0-5A00C32FA655}"/>
                    </a:ext>
                  </a:extLst>
                </p14:cNvPr>
                <p14:cNvContentPartPr/>
                <p14:nvPr/>
              </p14:nvContentPartPr>
              <p14:xfrm>
                <a:off x="625917" y="3740128"/>
                <a:ext cx="228960" cy="31644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CA3C7C04-E073-48A1-B8E0-5A00C32FA65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17277" y="3731488"/>
                  <a:ext cx="2466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5FB7A69E-DA2F-463F-91C6-F18C26B43176}"/>
                    </a:ext>
                  </a:extLst>
                </p14:cNvPr>
                <p14:cNvContentPartPr/>
                <p14:nvPr/>
              </p14:nvContentPartPr>
              <p14:xfrm>
                <a:off x="675237" y="3770728"/>
                <a:ext cx="142560" cy="27360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5FB7A69E-DA2F-463F-91C6-F18C26B4317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66237" y="3762088"/>
                  <a:ext cx="16020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34BD8C7A-44AC-43F5-A820-982AE55A8FF9}"/>
              </a:ext>
            </a:extLst>
          </p:cNvPr>
          <p:cNvGrpSpPr/>
          <p:nvPr/>
        </p:nvGrpSpPr>
        <p:grpSpPr>
          <a:xfrm>
            <a:off x="975117" y="3716008"/>
            <a:ext cx="1546200" cy="353520"/>
            <a:chOff x="975117" y="3716008"/>
            <a:chExt cx="1546200" cy="35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97731357-D637-4FA9-B7C9-1C758F44FDDA}"/>
                    </a:ext>
                  </a:extLst>
                </p14:cNvPr>
                <p14:cNvContentPartPr/>
                <p14:nvPr/>
              </p14:nvContentPartPr>
              <p14:xfrm>
                <a:off x="975117" y="3716008"/>
                <a:ext cx="74160" cy="30852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97731357-D637-4FA9-B7C9-1C758F44FDD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66477" y="3707008"/>
                  <a:ext cx="918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D5C2CCAD-5121-4B96-8D82-10B84BCEFDF3}"/>
                    </a:ext>
                  </a:extLst>
                </p14:cNvPr>
                <p14:cNvContentPartPr/>
                <p14:nvPr/>
              </p14:nvContentPartPr>
              <p14:xfrm>
                <a:off x="1151877" y="3873688"/>
                <a:ext cx="128880" cy="13140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D5C2CCAD-5121-4B96-8D82-10B84BCEFDF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42877" y="3864688"/>
                  <a:ext cx="146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6BF22594-27EE-4E48-9A4F-11E2C68B5401}"/>
                    </a:ext>
                  </a:extLst>
                </p14:cNvPr>
                <p14:cNvContentPartPr/>
                <p14:nvPr/>
              </p14:nvContentPartPr>
              <p14:xfrm>
                <a:off x="1307397" y="3988168"/>
                <a:ext cx="37440" cy="8136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6BF22594-27EE-4E48-9A4F-11E2C68B540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98757" y="3979168"/>
                  <a:ext cx="55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39D8C8E8-CE33-4A29-9A15-DB2FD467235B}"/>
                    </a:ext>
                  </a:extLst>
                </p14:cNvPr>
                <p14:cNvContentPartPr/>
                <p14:nvPr/>
              </p14:nvContentPartPr>
              <p14:xfrm>
                <a:off x="1438077" y="3869008"/>
                <a:ext cx="139320" cy="10728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39D8C8E8-CE33-4A29-9A15-DB2FD467235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429437" y="3860368"/>
                  <a:ext cx="1569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73A4E8DD-2749-4A9A-BD38-16F2295007E1}"/>
                    </a:ext>
                  </a:extLst>
                </p14:cNvPr>
                <p14:cNvContentPartPr/>
                <p14:nvPr/>
              </p14:nvContentPartPr>
              <p14:xfrm>
                <a:off x="1656237" y="3948568"/>
                <a:ext cx="24480" cy="8964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73A4E8DD-2749-4A9A-BD38-16F2295007E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647237" y="3939568"/>
                  <a:ext cx="42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DE37B13E-7028-4D8C-AFEF-F0141F1DE4E0}"/>
                    </a:ext>
                  </a:extLst>
                </p14:cNvPr>
                <p14:cNvContentPartPr/>
                <p14:nvPr/>
              </p14:nvContentPartPr>
              <p14:xfrm>
                <a:off x="1772157" y="3886288"/>
                <a:ext cx="96480" cy="10404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DE37B13E-7028-4D8C-AFEF-F0141F1DE4E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763517" y="3877288"/>
                  <a:ext cx="114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9CCA0511-12C6-440A-97B6-A32A92437EA9}"/>
                    </a:ext>
                  </a:extLst>
                </p14:cNvPr>
                <p14:cNvContentPartPr/>
                <p14:nvPr/>
              </p14:nvContentPartPr>
              <p14:xfrm>
                <a:off x="1912557" y="3723928"/>
                <a:ext cx="81360" cy="33912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9CCA0511-12C6-440A-97B6-A32A92437EA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903917" y="3715288"/>
                  <a:ext cx="990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0BCFA61B-74EB-4587-B308-CEDDB10573FE}"/>
                    </a:ext>
                  </a:extLst>
                </p14:cNvPr>
                <p14:cNvContentPartPr/>
                <p14:nvPr/>
              </p14:nvContentPartPr>
              <p14:xfrm>
                <a:off x="2115237" y="3888088"/>
                <a:ext cx="100440" cy="2016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0BCFA61B-74EB-4587-B308-CEDDB10573F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106237" y="3879088"/>
                  <a:ext cx="118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87C690AD-E13A-4A82-99DF-743F2BD2413B}"/>
                    </a:ext>
                  </a:extLst>
                </p14:cNvPr>
                <p14:cNvContentPartPr/>
                <p14:nvPr/>
              </p14:nvContentPartPr>
              <p14:xfrm>
                <a:off x="2108037" y="3975568"/>
                <a:ext cx="160560" cy="1836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87C690AD-E13A-4A82-99DF-743F2BD2413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099397" y="3966568"/>
                  <a:ext cx="178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7D014ABE-8D14-4DB0-9161-30EBA083EA28}"/>
                    </a:ext>
                  </a:extLst>
                </p14:cNvPr>
                <p14:cNvContentPartPr/>
                <p14:nvPr/>
              </p14:nvContentPartPr>
              <p14:xfrm>
                <a:off x="2366517" y="3747328"/>
                <a:ext cx="154800" cy="19188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7D014ABE-8D14-4DB0-9161-30EBA083EA2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357877" y="3738688"/>
                  <a:ext cx="17244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964C817A-6A04-45AD-9206-9744B9F72681}"/>
                  </a:ext>
                </a:extLst>
              </p14:cNvPr>
              <p14:cNvContentPartPr/>
              <p14:nvPr/>
            </p14:nvContentPartPr>
            <p14:xfrm>
              <a:off x="1201197" y="3741928"/>
              <a:ext cx="8280" cy="756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964C817A-6A04-45AD-9206-9744B9F72681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192557" y="3733288"/>
                <a:ext cx="259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0A443920-7CA4-4BA5-8294-226E6BA74C78}"/>
                  </a:ext>
                </a:extLst>
              </p14:cNvPr>
              <p14:cNvContentPartPr/>
              <p14:nvPr/>
            </p14:nvContentPartPr>
            <p14:xfrm>
              <a:off x="1565877" y="3782608"/>
              <a:ext cx="2520" cy="216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0A443920-7CA4-4BA5-8294-226E6BA74C78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557237" y="3773608"/>
                <a:ext cx="201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708DC461-454B-413F-AC6A-0F66A2DDE0E2}"/>
                  </a:ext>
                </a:extLst>
              </p14:cNvPr>
              <p14:cNvContentPartPr/>
              <p14:nvPr/>
            </p14:nvContentPartPr>
            <p14:xfrm>
              <a:off x="1742277" y="3779008"/>
              <a:ext cx="360" cy="360"/>
            </p14:xfrm>
          </p:contentPart>
        </mc:Choice>
        <mc:Fallback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708DC461-454B-413F-AC6A-0F66A2DDE0E2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733637" y="377000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upo 125">
            <a:extLst>
              <a:ext uri="{FF2B5EF4-FFF2-40B4-BE49-F238E27FC236}">
                <a16:creationId xmlns:a16="http://schemas.microsoft.com/office/drawing/2014/main" id="{F65C13B2-B0A2-465C-9517-464D575350EB}"/>
              </a:ext>
            </a:extLst>
          </p:cNvPr>
          <p:cNvGrpSpPr/>
          <p:nvPr/>
        </p:nvGrpSpPr>
        <p:grpSpPr>
          <a:xfrm>
            <a:off x="651117" y="4310008"/>
            <a:ext cx="163800" cy="207720"/>
            <a:chOff x="651117" y="4310008"/>
            <a:chExt cx="16380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7AEE789C-76E3-4929-8CEC-33490C535E89}"/>
                    </a:ext>
                  </a:extLst>
                </p14:cNvPr>
                <p14:cNvContentPartPr/>
                <p14:nvPr/>
              </p14:nvContentPartPr>
              <p14:xfrm>
                <a:off x="651117" y="4317208"/>
                <a:ext cx="163800" cy="20052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7AEE789C-76E3-4929-8CEC-33490C535E8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2117" y="4308208"/>
                  <a:ext cx="181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8BAA3880-7D56-45BC-8F19-E51DD6D8B674}"/>
                    </a:ext>
                  </a:extLst>
                </p14:cNvPr>
                <p14:cNvContentPartPr/>
                <p14:nvPr/>
              </p14:nvContentPartPr>
              <p14:xfrm>
                <a:off x="673077" y="4310008"/>
                <a:ext cx="133560" cy="18648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8BAA3880-7D56-45BC-8F19-E51DD6D8B67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4437" y="4301008"/>
                  <a:ext cx="15120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77B43845-68BF-4715-A589-DB92E5E3984D}"/>
              </a:ext>
            </a:extLst>
          </p:cNvPr>
          <p:cNvGrpSpPr/>
          <p:nvPr/>
        </p:nvGrpSpPr>
        <p:grpSpPr>
          <a:xfrm>
            <a:off x="1037397" y="4223248"/>
            <a:ext cx="991440" cy="297000"/>
            <a:chOff x="1037397" y="4223248"/>
            <a:chExt cx="991440" cy="29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1875FB36-0CF6-4774-9E87-6DCB7BDB9F92}"/>
                    </a:ext>
                  </a:extLst>
                </p14:cNvPr>
                <p14:cNvContentPartPr/>
                <p14:nvPr/>
              </p14:nvContentPartPr>
              <p14:xfrm>
                <a:off x="1037397" y="4293808"/>
                <a:ext cx="127080" cy="22392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1875FB36-0CF6-4774-9E87-6DCB7BDB9F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28757" y="4284808"/>
                  <a:ext cx="1447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850052C1-89EE-4F71-A87C-32758833C0B8}"/>
                    </a:ext>
                  </a:extLst>
                </p14:cNvPr>
                <p14:cNvContentPartPr/>
                <p14:nvPr/>
              </p14:nvContentPartPr>
              <p14:xfrm>
                <a:off x="1294077" y="4330168"/>
                <a:ext cx="79920" cy="9108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850052C1-89EE-4F71-A87C-32758833C0B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285437" y="4321528"/>
                  <a:ext cx="975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5EB0CF4B-166F-4CF4-B6AC-2667A65BB0DE}"/>
                    </a:ext>
                  </a:extLst>
                </p14:cNvPr>
                <p14:cNvContentPartPr/>
                <p14:nvPr/>
              </p14:nvContentPartPr>
              <p14:xfrm>
                <a:off x="1434837" y="4415488"/>
                <a:ext cx="7200" cy="7704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5EB0CF4B-166F-4CF4-B6AC-2667A65BB0D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25837" y="4406488"/>
                  <a:ext cx="248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263D0819-81FB-4B45-82D0-F21302EDB77B}"/>
                    </a:ext>
                  </a:extLst>
                </p14:cNvPr>
                <p14:cNvContentPartPr/>
                <p14:nvPr/>
              </p14:nvContentPartPr>
              <p14:xfrm>
                <a:off x="1535637" y="4349968"/>
                <a:ext cx="122760" cy="9468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263D0819-81FB-4B45-82D0-F21302EDB77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526997" y="4340968"/>
                  <a:ext cx="140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3E67E0B0-C20E-41CF-8DBB-9C60716069C0}"/>
                    </a:ext>
                  </a:extLst>
                </p14:cNvPr>
                <p14:cNvContentPartPr/>
                <p14:nvPr/>
              </p14:nvContentPartPr>
              <p14:xfrm>
                <a:off x="1715277" y="4436008"/>
                <a:ext cx="6480" cy="8424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3E67E0B0-C20E-41CF-8DBB-9C60716069C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706637" y="4427368"/>
                  <a:ext cx="241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43557795-CE3D-4837-ABF2-F816BBDDAE3E}"/>
                    </a:ext>
                  </a:extLst>
                </p14:cNvPr>
                <p14:cNvContentPartPr/>
                <p14:nvPr/>
              </p14:nvContentPartPr>
              <p14:xfrm>
                <a:off x="1811757" y="4304248"/>
                <a:ext cx="62640" cy="13392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43557795-CE3D-4837-ABF2-F816BBDDAE3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802757" y="4295608"/>
                  <a:ext cx="80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BFF16509-4916-451B-8B93-996EBE2C66DA}"/>
                    </a:ext>
                  </a:extLst>
                </p14:cNvPr>
                <p14:cNvContentPartPr/>
                <p14:nvPr/>
              </p14:nvContentPartPr>
              <p14:xfrm>
                <a:off x="1991037" y="4223248"/>
                <a:ext cx="37800" cy="23940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BFF16509-4916-451B-8B93-996EBE2C66D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82037" y="4214608"/>
                  <a:ext cx="5544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47A5C456-8EE7-4E88-ADAA-18EBB8BA9ED2}"/>
              </a:ext>
            </a:extLst>
          </p:cNvPr>
          <p:cNvGrpSpPr/>
          <p:nvPr/>
        </p:nvGrpSpPr>
        <p:grpSpPr>
          <a:xfrm>
            <a:off x="2190117" y="4238728"/>
            <a:ext cx="373320" cy="185040"/>
            <a:chOff x="2190117" y="4238728"/>
            <a:chExt cx="373320" cy="18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F7EADC58-5B06-4E3A-8990-D3F235F8E1C8}"/>
                    </a:ext>
                  </a:extLst>
                </p14:cNvPr>
                <p14:cNvContentPartPr/>
                <p14:nvPr/>
              </p14:nvContentPartPr>
              <p14:xfrm>
                <a:off x="2191197" y="4295608"/>
                <a:ext cx="44280" cy="1224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F7EADC58-5B06-4E3A-8990-D3F235F8E1C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82557" y="4286608"/>
                  <a:ext cx="61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4F307282-60F6-4F57-A106-FD9F7C7A7006}"/>
                    </a:ext>
                  </a:extLst>
                </p14:cNvPr>
                <p14:cNvContentPartPr/>
                <p14:nvPr/>
              </p14:nvContentPartPr>
              <p14:xfrm>
                <a:off x="2190117" y="4353928"/>
                <a:ext cx="109440" cy="864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4F307282-60F6-4F57-A106-FD9F7C7A700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181477" y="4345288"/>
                  <a:ext cx="127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88CD09EC-D22F-4EB2-9E1A-6F9599FBBFB8}"/>
                    </a:ext>
                  </a:extLst>
                </p14:cNvPr>
                <p14:cNvContentPartPr/>
                <p14:nvPr/>
              </p14:nvContentPartPr>
              <p14:xfrm>
                <a:off x="2428797" y="4238728"/>
                <a:ext cx="134640" cy="18504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88CD09EC-D22F-4EB2-9E1A-6F9599FBBFB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19797" y="4229728"/>
                  <a:ext cx="15228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upo 140">
            <a:extLst>
              <a:ext uri="{FF2B5EF4-FFF2-40B4-BE49-F238E27FC236}">
                <a16:creationId xmlns:a16="http://schemas.microsoft.com/office/drawing/2014/main" id="{EF6AA06C-D28F-459D-95D8-B248D6176814}"/>
              </a:ext>
            </a:extLst>
          </p:cNvPr>
          <p:cNvGrpSpPr/>
          <p:nvPr/>
        </p:nvGrpSpPr>
        <p:grpSpPr>
          <a:xfrm>
            <a:off x="685317" y="4794928"/>
            <a:ext cx="199800" cy="199080"/>
            <a:chOff x="685317" y="4794928"/>
            <a:chExt cx="19980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FE29FD64-E66E-451B-A92B-E0710EBD5F94}"/>
                    </a:ext>
                  </a:extLst>
                </p14:cNvPr>
                <p14:cNvContentPartPr/>
                <p14:nvPr/>
              </p14:nvContentPartPr>
              <p14:xfrm>
                <a:off x="685317" y="4794928"/>
                <a:ext cx="169560" cy="19908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FE29FD64-E66E-451B-A92B-E0710EBD5F9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76317" y="4785928"/>
                  <a:ext cx="187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53D0C68C-DCCD-4A8E-98CC-1B346906F249}"/>
                    </a:ext>
                  </a:extLst>
                </p14:cNvPr>
                <p14:cNvContentPartPr/>
                <p14:nvPr/>
              </p14:nvContentPartPr>
              <p14:xfrm>
                <a:off x="711237" y="4811128"/>
                <a:ext cx="173880" cy="16452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53D0C68C-DCCD-4A8E-98CC-1B346906F24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02237" y="4802128"/>
                  <a:ext cx="19152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FF973937-24F0-42DC-AA3D-865D0DD255B6}"/>
              </a:ext>
            </a:extLst>
          </p:cNvPr>
          <p:cNvGrpSpPr/>
          <p:nvPr/>
        </p:nvGrpSpPr>
        <p:grpSpPr>
          <a:xfrm>
            <a:off x="1066197" y="4670368"/>
            <a:ext cx="1460160" cy="331200"/>
            <a:chOff x="1066197" y="4670368"/>
            <a:chExt cx="146016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FD2477C0-469F-4951-BD15-6133A7067170}"/>
                    </a:ext>
                  </a:extLst>
                </p14:cNvPr>
                <p14:cNvContentPartPr/>
                <p14:nvPr/>
              </p14:nvContentPartPr>
              <p14:xfrm>
                <a:off x="1066197" y="4778728"/>
                <a:ext cx="73440" cy="20304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FD2477C0-469F-4951-BD15-6133A706717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57197" y="4769728"/>
                  <a:ext cx="910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109FE7B4-9308-48B3-A5F3-69D8F42536C7}"/>
                    </a:ext>
                  </a:extLst>
                </p14:cNvPr>
                <p14:cNvContentPartPr/>
                <p14:nvPr/>
              </p14:nvContentPartPr>
              <p14:xfrm>
                <a:off x="1235397" y="4823368"/>
                <a:ext cx="93600" cy="12312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109FE7B4-9308-48B3-A5F3-69D8F42536C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226397" y="4814368"/>
                  <a:ext cx="111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EE324F20-D1D6-4253-9E2E-55E8896D745E}"/>
                    </a:ext>
                  </a:extLst>
                </p14:cNvPr>
                <p14:cNvContentPartPr/>
                <p14:nvPr/>
              </p14:nvContentPartPr>
              <p14:xfrm>
                <a:off x="1398477" y="4925608"/>
                <a:ext cx="17280" cy="7596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EE324F20-D1D6-4253-9E2E-55E8896D745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89837" y="4916608"/>
                  <a:ext cx="349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BEE387F8-7E71-40E7-B2C6-11E79DCA0D2D}"/>
                    </a:ext>
                  </a:extLst>
                </p14:cNvPr>
                <p14:cNvContentPartPr/>
                <p14:nvPr/>
              </p14:nvContentPartPr>
              <p14:xfrm>
                <a:off x="1542837" y="4812928"/>
                <a:ext cx="70200" cy="1274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BEE387F8-7E71-40E7-B2C6-11E79DCA0D2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34197" y="4803928"/>
                  <a:ext cx="878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BA59D48F-592C-46F8-BA17-D4ABFED6039C}"/>
                    </a:ext>
                  </a:extLst>
                </p14:cNvPr>
                <p14:cNvContentPartPr/>
                <p14:nvPr/>
              </p14:nvContentPartPr>
              <p14:xfrm>
                <a:off x="1701237" y="4915528"/>
                <a:ext cx="5400" cy="8496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BA59D48F-592C-46F8-BA17-D4ABFED6039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92597" y="4906888"/>
                  <a:ext cx="23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39860874-2CA1-40B4-9403-7CA1F873E2A6}"/>
                    </a:ext>
                  </a:extLst>
                </p14:cNvPr>
                <p14:cNvContentPartPr/>
                <p14:nvPr/>
              </p14:nvContentPartPr>
              <p14:xfrm>
                <a:off x="1821117" y="4827328"/>
                <a:ext cx="113040" cy="7380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39860874-2CA1-40B4-9403-7CA1F873E2A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12117" y="4818328"/>
                  <a:ext cx="130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B504E9AF-C901-468C-BF57-B9FA645A1DC0}"/>
                    </a:ext>
                  </a:extLst>
                </p14:cNvPr>
                <p14:cNvContentPartPr/>
                <p14:nvPr/>
              </p14:nvContentPartPr>
              <p14:xfrm>
                <a:off x="1954677" y="4670368"/>
                <a:ext cx="64800" cy="22752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B504E9AF-C901-468C-BF57-B9FA645A1DC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946037" y="4661728"/>
                  <a:ext cx="82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57B3787E-67BD-4FFE-BB39-3057F938AC3B}"/>
                    </a:ext>
                  </a:extLst>
                </p14:cNvPr>
                <p14:cNvContentPartPr/>
                <p14:nvPr/>
              </p14:nvContentPartPr>
              <p14:xfrm>
                <a:off x="2149077" y="4748848"/>
                <a:ext cx="101520" cy="396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57B3787E-67BD-4FFE-BB39-3057F938AC3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140437" y="4740208"/>
                  <a:ext cx="1191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BAE2BDE1-0128-4006-AF41-700C9D2EFD55}"/>
                    </a:ext>
                  </a:extLst>
                </p14:cNvPr>
                <p14:cNvContentPartPr/>
                <p14:nvPr/>
              </p14:nvContentPartPr>
              <p14:xfrm>
                <a:off x="2188317" y="4812928"/>
                <a:ext cx="100440" cy="1836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BAE2BDE1-0128-4006-AF41-700C9D2EFD5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179317" y="4803928"/>
                  <a:ext cx="118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15D33253-E983-4106-8FC9-FF0E31FC9E4A}"/>
                    </a:ext>
                  </a:extLst>
                </p14:cNvPr>
                <p14:cNvContentPartPr/>
                <p14:nvPr/>
              </p14:nvContentPartPr>
              <p14:xfrm>
                <a:off x="2396037" y="4683328"/>
                <a:ext cx="130320" cy="18648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15D33253-E983-4106-8FC9-FF0E31FC9E4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387037" y="4674688"/>
                  <a:ext cx="14796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B30A6649-C3BE-4D31-AB38-86F998A3E74C}"/>
                  </a:ext>
                </a:extLst>
              </p14:cNvPr>
              <p14:cNvContentPartPr/>
              <p14:nvPr/>
            </p14:nvContentPartPr>
            <p14:xfrm>
              <a:off x="2374797" y="2677408"/>
              <a:ext cx="352080" cy="97560"/>
            </p14:xfrm>
          </p:contentPart>
        </mc:Choice>
        <mc:Fallback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B30A6649-C3BE-4D31-AB38-86F998A3E74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365797" y="2668768"/>
                <a:ext cx="369720" cy="11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upo 169">
            <a:extLst>
              <a:ext uri="{FF2B5EF4-FFF2-40B4-BE49-F238E27FC236}">
                <a16:creationId xmlns:a16="http://schemas.microsoft.com/office/drawing/2014/main" id="{0D9CF3BA-448F-4C66-9090-84895F02C6F5}"/>
              </a:ext>
            </a:extLst>
          </p:cNvPr>
          <p:cNvGrpSpPr/>
          <p:nvPr/>
        </p:nvGrpSpPr>
        <p:grpSpPr>
          <a:xfrm>
            <a:off x="3381717" y="3631048"/>
            <a:ext cx="253080" cy="232920"/>
            <a:chOff x="3381717" y="3631048"/>
            <a:chExt cx="25308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B2A0703E-251E-4041-8D4B-FB9DA47383C4}"/>
                    </a:ext>
                  </a:extLst>
                </p14:cNvPr>
                <p14:cNvContentPartPr/>
                <p14:nvPr/>
              </p14:nvContentPartPr>
              <p14:xfrm>
                <a:off x="3381717" y="3631048"/>
                <a:ext cx="206640" cy="23292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B2A0703E-251E-4041-8D4B-FB9DA47383C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373077" y="3622408"/>
                  <a:ext cx="2242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8C38E9D9-BB2F-48DE-9236-272D08C241C6}"/>
                    </a:ext>
                  </a:extLst>
                </p14:cNvPr>
                <p14:cNvContentPartPr/>
                <p14:nvPr/>
              </p14:nvContentPartPr>
              <p14:xfrm>
                <a:off x="3415917" y="3633928"/>
                <a:ext cx="218880" cy="21492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8C38E9D9-BB2F-48DE-9236-272D08C241C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06917" y="3624928"/>
                  <a:ext cx="23652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upo 168">
            <a:extLst>
              <a:ext uri="{FF2B5EF4-FFF2-40B4-BE49-F238E27FC236}">
                <a16:creationId xmlns:a16="http://schemas.microsoft.com/office/drawing/2014/main" id="{8C5C0A33-87CE-4A29-A5C3-1A6145D477F0}"/>
              </a:ext>
            </a:extLst>
          </p:cNvPr>
          <p:cNvGrpSpPr/>
          <p:nvPr/>
        </p:nvGrpSpPr>
        <p:grpSpPr>
          <a:xfrm>
            <a:off x="3779157" y="3594328"/>
            <a:ext cx="1098360" cy="325440"/>
            <a:chOff x="3779157" y="3594328"/>
            <a:chExt cx="109836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B88AB958-1F8F-4B4A-87A7-9318A573C0A1}"/>
                    </a:ext>
                  </a:extLst>
                </p14:cNvPr>
                <p14:cNvContentPartPr/>
                <p14:nvPr/>
              </p14:nvContentPartPr>
              <p14:xfrm>
                <a:off x="3779157" y="3712408"/>
                <a:ext cx="73080" cy="15192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B88AB958-1F8F-4B4A-87A7-9318A573C0A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770157" y="3703408"/>
                  <a:ext cx="907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275017DE-C676-42FE-BFC9-21037B955082}"/>
                    </a:ext>
                  </a:extLst>
                </p14:cNvPr>
                <p14:cNvContentPartPr/>
                <p14:nvPr/>
              </p14:nvContentPartPr>
              <p14:xfrm>
                <a:off x="3982917" y="3701248"/>
                <a:ext cx="56520" cy="11520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275017DE-C676-42FE-BFC9-21037B95508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974277" y="3692248"/>
                  <a:ext cx="74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EFA914F9-9D17-42A6-A5C3-201E355D3CCE}"/>
                    </a:ext>
                  </a:extLst>
                </p14:cNvPr>
                <p14:cNvContentPartPr/>
                <p14:nvPr/>
              </p14:nvContentPartPr>
              <p14:xfrm>
                <a:off x="4093077" y="3791608"/>
                <a:ext cx="14400" cy="11664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EFA914F9-9D17-42A6-A5C3-201E355D3CC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84437" y="3782608"/>
                  <a:ext cx="32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68058D66-37FC-493E-823C-157A3AFE6F66}"/>
                    </a:ext>
                  </a:extLst>
                </p14:cNvPr>
                <p14:cNvContentPartPr/>
                <p14:nvPr/>
              </p14:nvContentPartPr>
              <p14:xfrm>
                <a:off x="4225917" y="3714208"/>
                <a:ext cx="138240" cy="10152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68058D66-37FC-493E-823C-157A3AFE6F6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216917" y="3705208"/>
                  <a:ext cx="155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96D9D676-041A-4507-8194-E2F6B04A027C}"/>
                    </a:ext>
                  </a:extLst>
                </p14:cNvPr>
                <p14:cNvContentPartPr/>
                <p14:nvPr/>
              </p14:nvContentPartPr>
              <p14:xfrm>
                <a:off x="4400877" y="3790528"/>
                <a:ext cx="40320" cy="12924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96D9D676-041A-4507-8194-E2F6B04A027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391877" y="3781888"/>
                  <a:ext cx="579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43437A04-8EB5-4F73-BE9A-2DCA74165DAE}"/>
                    </a:ext>
                  </a:extLst>
                </p14:cNvPr>
                <p14:cNvContentPartPr/>
                <p14:nvPr/>
              </p14:nvContentPartPr>
              <p14:xfrm>
                <a:off x="4565037" y="3728968"/>
                <a:ext cx="126720" cy="10188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43437A04-8EB5-4F73-BE9A-2DCA74165DA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556397" y="3719968"/>
                  <a:ext cx="1443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5C75E851-83AE-4721-B655-E6039E248BC7}"/>
                    </a:ext>
                  </a:extLst>
                </p14:cNvPr>
                <p14:cNvContentPartPr/>
                <p14:nvPr/>
              </p14:nvContentPartPr>
              <p14:xfrm>
                <a:off x="4809837" y="3594328"/>
                <a:ext cx="67680" cy="24372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5C75E851-83AE-4721-B655-E6039E248BC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800837" y="3585328"/>
                  <a:ext cx="85320" cy="26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upo 166">
            <a:extLst>
              <a:ext uri="{FF2B5EF4-FFF2-40B4-BE49-F238E27FC236}">
                <a16:creationId xmlns:a16="http://schemas.microsoft.com/office/drawing/2014/main" id="{11CCD3E8-BE50-4013-A865-3BC6309B6532}"/>
              </a:ext>
            </a:extLst>
          </p:cNvPr>
          <p:cNvGrpSpPr/>
          <p:nvPr/>
        </p:nvGrpSpPr>
        <p:grpSpPr>
          <a:xfrm>
            <a:off x="5086317" y="3602968"/>
            <a:ext cx="429840" cy="204840"/>
            <a:chOff x="5086317" y="3602968"/>
            <a:chExt cx="429840" cy="2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49B7DC8F-19CE-408E-B4C3-48303511FAB7}"/>
                    </a:ext>
                  </a:extLst>
                </p14:cNvPr>
                <p14:cNvContentPartPr/>
                <p14:nvPr/>
              </p14:nvContentPartPr>
              <p14:xfrm>
                <a:off x="5100357" y="3656248"/>
                <a:ext cx="89640" cy="864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49B7DC8F-19CE-408E-B4C3-48303511FAB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091357" y="3647608"/>
                  <a:ext cx="107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83109149-F4AD-47A3-8F66-40C5F61A1CD8}"/>
                    </a:ext>
                  </a:extLst>
                </p14:cNvPr>
                <p14:cNvContentPartPr/>
                <p14:nvPr/>
              </p14:nvContentPartPr>
              <p14:xfrm>
                <a:off x="5086317" y="3718528"/>
                <a:ext cx="162720" cy="1584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83109149-F4AD-47A3-8F66-40C5F61A1CD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77317" y="3709888"/>
                  <a:ext cx="1803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C1CE5332-A023-48FB-88A5-4671DA5216E3}"/>
                    </a:ext>
                  </a:extLst>
                </p14:cNvPr>
                <p14:cNvContentPartPr/>
                <p14:nvPr/>
              </p14:nvContentPartPr>
              <p14:xfrm>
                <a:off x="5323557" y="3602968"/>
                <a:ext cx="192600" cy="20484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C1CE5332-A023-48FB-88A5-4671DA5216E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14917" y="3593968"/>
                  <a:ext cx="210240" cy="22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500C2598-05A0-4FCE-BC28-FDA1F48BDBC5}"/>
                  </a:ext>
                </a:extLst>
              </p14:cNvPr>
              <p14:cNvContentPartPr/>
              <p14:nvPr/>
            </p14:nvContentPartPr>
            <p14:xfrm>
              <a:off x="5924037" y="2732488"/>
              <a:ext cx="140760" cy="4968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500C2598-05A0-4FCE-BC28-FDA1F48BDBC5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915037" y="2723488"/>
                <a:ext cx="15840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upo 186">
            <a:extLst>
              <a:ext uri="{FF2B5EF4-FFF2-40B4-BE49-F238E27FC236}">
                <a16:creationId xmlns:a16="http://schemas.microsoft.com/office/drawing/2014/main" id="{6BC3A03C-3EFA-4DC5-8087-E400515AC10C}"/>
              </a:ext>
            </a:extLst>
          </p:cNvPr>
          <p:cNvGrpSpPr/>
          <p:nvPr/>
        </p:nvGrpSpPr>
        <p:grpSpPr>
          <a:xfrm>
            <a:off x="3455877" y="4168888"/>
            <a:ext cx="218880" cy="209880"/>
            <a:chOff x="3455877" y="4168888"/>
            <a:chExt cx="21888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2768AEFA-E480-44B6-8BC1-2388662F21AE}"/>
                    </a:ext>
                  </a:extLst>
                </p14:cNvPr>
                <p14:cNvContentPartPr/>
                <p14:nvPr/>
              </p14:nvContentPartPr>
              <p14:xfrm>
                <a:off x="3455877" y="4168888"/>
                <a:ext cx="190800" cy="20988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2768AEFA-E480-44B6-8BC1-2388662F21A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447237" y="4159888"/>
                  <a:ext cx="2084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D005F603-8BA1-4E08-8B72-052E6D002263}"/>
                    </a:ext>
                  </a:extLst>
                </p14:cNvPr>
                <p14:cNvContentPartPr/>
                <p14:nvPr/>
              </p14:nvContentPartPr>
              <p14:xfrm>
                <a:off x="3549117" y="4179328"/>
                <a:ext cx="125640" cy="11304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D005F603-8BA1-4E08-8B72-052E6D00226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540117" y="4170328"/>
                  <a:ext cx="14328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EBFEBF45-0D90-4629-907A-B5E65DE6079A}"/>
              </a:ext>
            </a:extLst>
          </p:cNvPr>
          <p:cNvGrpSpPr/>
          <p:nvPr/>
        </p:nvGrpSpPr>
        <p:grpSpPr>
          <a:xfrm>
            <a:off x="3849717" y="4155928"/>
            <a:ext cx="317880" cy="258120"/>
            <a:chOff x="3849717" y="4155928"/>
            <a:chExt cx="31788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6B3F0BC2-EA10-4C77-80E1-610EECA8A621}"/>
                    </a:ext>
                  </a:extLst>
                </p14:cNvPr>
                <p14:cNvContentPartPr/>
                <p14:nvPr/>
              </p14:nvContentPartPr>
              <p14:xfrm>
                <a:off x="3849717" y="4155928"/>
                <a:ext cx="117360" cy="23760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6B3F0BC2-EA10-4C77-80E1-610EECA8A62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41077" y="4146928"/>
                  <a:ext cx="1350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FD43607D-2BE2-42CB-BDE4-DF0C01E61E46}"/>
                    </a:ext>
                  </a:extLst>
                </p14:cNvPr>
                <p14:cNvContentPartPr/>
                <p14:nvPr/>
              </p14:nvContentPartPr>
              <p14:xfrm>
                <a:off x="4040877" y="4192648"/>
                <a:ext cx="82800" cy="14184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FD43607D-2BE2-42CB-BDE4-DF0C01E61E4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032237" y="4184008"/>
                  <a:ext cx="1004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D358D035-3A02-4686-86A6-8C503F29A8EF}"/>
                    </a:ext>
                  </a:extLst>
                </p14:cNvPr>
                <p14:cNvContentPartPr/>
                <p14:nvPr/>
              </p14:nvContentPartPr>
              <p14:xfrm>
                <a:off x="4146357" y="4292008"/>
                <a:ext cx="21240" cy="12204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D358D035-3A02-4686-86A6-8C503F29A8E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137357" y="4283008"/>
                  <a:ext cx="3888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130ADF84-A66E-49E8-89A8-94ED3D47D172}"/>
              </a:ext>
            </a:extLst>
          </p:cNvPr>
          <p:cNvGrpSpPr/>
          <p:nvPr/>
        </p:nvGrpSpPr>
        <p:grpSpPr>
          <a:xfrm>
            <a:off x="4323477" y="4065568"/>
            <a:ext cx="619920" cy="309240"/>
            <a:chOff x="4323477" y="4065568"/>
            <a:chExt cx="61992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99CA4A8A-5026-417F-B391-2852D2737711}"/>
                    </a:ext>
                  </a:extLst>
                </p14:cNvPr>
                <p14:cNvContentPartPr/>
                <p14:nvPr/>
              </p14:nvContentPartPr>
              <p14:xfrm>
                <a:off x="4323477" y="4183648"/>
                <a:ext cx="67680" cy="13788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99CA4A8A-5026-417F-B391-2852D273771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314837" y="4175008"/>
                  <a:ext cx="853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6FBEB062-75A8-48F8-B018-E54C560840B0}"/>
                    </a:ext>
                  </a:extLst>
                </p14:cNvPr>
                <p14:cNvContentPartPr/>
                <p14:nvPr/>
              </p14:nvContentPartPr>
              <p14:xfrm>
                <a:off x="4478997" y="4277248"/>
                <a:ext cx="19440" cy="9756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6FBEB062-75A8-48F8-B018-E54C560840B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470357" y="4268608"/>
                  <a:ext cx="37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DA36112C-627A-446E-84BD-360FDE2FAB1D}"/>
                    </a:ext>
                  </a:extLst>
                </p14:cNvPr>
                <p14:cNvContentPartPr/>
                <p14:nvPr/>
              </p14:nvContentPartPr>
              <p14:xfrm>
                <a:off x="4615077" y="4225048"/>
                <a:ext cx="154080" cy="8820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DA36112C-627A-446E-84BD-360FDE2FAB1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606077" y="4216408"/>
                  <a:ext cx="171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F0CD1547-504C-4D78-9C4C-F2DC6F36D352}"/>
                    </a:ext>
                  </a:extLst>
                </p14:cNvPr>
                <p14:cNvContentPartPr/>
                <p14:nvPr/>
              </p14:nvContentPartPr>
              <p14:xfrm>
                <a:off x="4896957" y="4065568"/>
                <a:ext cx="46440" cy="24552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F0CD1547-504C-4D78-9C4C-F2DC6F36D35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887957" y="4056928"/>
                  <a:ext cx="64080" cy="26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81" name="Entrada de lápiz 180">
                <a:extLst>
                  <a:ext uri="{FF2B5EF4-FFF2-40B4-BE49-F238E27FC236}">
                    <a16:creationId xmlns:a16="http://schemas.microsoft.com/office/drawing/2014/main" id="{DA71A1DB-E00B-40F2-82D5-42A68A6A98F6}"/>
                  </a:ext>
                </a:extLst>
              </p14:cNvPr>
              <p14:cNvContentPartPr/>
              <p14:nvPr/>
            </p14:nvContentPartPr>
            <p14:xfrm>
              <a:off x="5157597" y="4160968"/>
              <a:ext cx="117720" cy="68760"/>
            </p14:xfrm>
          </p:contentPart>
        </mc:Choice>
        <mc:Fallback>
          <p:pic>
            <p:nvPicPr>
              <p:cNvPr id="181" name="Entrada de lápiz 180">
                <a:extLst>
                  <a:ext uri="{FF2B5EF4-FFF2-40B4-BE49-F238E27FC236}">
                    <a16:creationId xmlns:a16="http://schemas.microsoft.com/office/drawing/2014/main" id="{DA71A1DB-E00B-40F2-82D5-42A68A6A98F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148597" y="4152328"/>
                <a:ext cx="135360" cy="8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upo 183">
            <a:extLst>
              <a:ext uri="{FF2B5EF4-FFF2-40B4-BE49-F238E27FC236}">
                <a16:creationId xmlns:a16="http://schemas.microsoft.com/office/drawing/2014/main" id="{15FEB3B4-8E85-4DA2-8E69-4E87EFA772EA}"/>
              </a:ext>
            </a:extLst>
          </p:cNvPr>
          <p:cNvGrpSpPr/>
          <p:nvPr/>
        </p:nvGrpSpPr>
        <p:grpSpPr>
          <a:xfrm>
            <a:off x="5429037" y="4020928"/>
            <a:ext cx="141480" cy="216360"/>
            <a:chOff x="5429037" y="4020928"/>
            <a:chExt cx="141480" cy="21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F77DAA33-108C-4B0E-8008-8C63C1B5FD09}"/>
                    </a:ext>
                  </a:extLst>
                </p14:cNvPr>
                <p14:cNvContentPartPr/>
                <p14:nvPr/>
              </p14:nvContentPartPr>
              <p14:xfrm>
                <a:off x="5479077" y="4020928"/>
                <a:ext cx="34200" cy="21456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F77DAA33-108C-4B0E-8008-8C63C1B5FD0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470437" y="4012288"/>
                  <a:ext cx="518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1E14C5E8-D7EF-43D7-9352-62533EF72F8A}"/>
                    </a:ext>
                  </a:extLst>
                </p14:cNvPr>
                <p14:cNvContentPartPr/>
                <p14:nvPr/>
              </p14:nvContentPartPr>
              <p14:xfrm>
                <a:off x="5429037" y="4233328"/>
                <a:ext cx="141480" cy="396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1E14C5E8-D7EF-43D7-9352-62533EF72F8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420037" y="4224328"/>
                  <a:ext cx="15912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88" name="Entrada de lápiz 187">
                <a:extLst>
                  <a:ext uri="{FF2B5EF4-FFF2-40B4-BE49-F238E27FC236}">
                    <a16:creationId xmlns:a16="http://schemas.microsoft.com/office/drawing/2014/main" id="{4A04DD49-C666-45D9-A29D-309EB857A109}"/>
                  </a:ext>
                </a:extLst>
              </p14:cNvPr>
              <p14:cNvContentPartPr/>
              <p14:nvPr/>
            </p14:nvContentPartPr>
            <p14:xfrm>
              <a:off x="7111317" y="2742208"/>
              <a:ext cx="146520" cy="86760"/>
            </p14:xfrm>
          </p:contentPart>
        </mc:Choice>
        <mc:Fallback>
          <p:pic>
            <p:nvPicPr>
              <p:cNvPr id="188" name="Entrada de lápiz 187">
                <a:extLst>
                  <a:ext uri="{FF2B5EF4-FFF2-40B4-BE49-F238E27FC236}">
                    <a16:creationId xmlns:a16="http://schemas.microsoft.com/office/drawing/2014/main" id="{4A04DD49-C666-45D9-A29D-309EB857A10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102677" y="2733568"/>
                <a:ext cx="164160" cy="10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upo 202">
            <a:extLst>
              <a:ext uri="{FF2B5EF4-FFF2-40B4-BE49-F238E27FC236}">
                <a16:creationId xmlns:a16="http://schemas.microsoft.com/office/drawing/2014/main" id="{4F63D4F9-8F16-4FE4-9A4E-D3B208DE3BA3}"/>
              </a:ext>
            </a:extLst>
          </p:cNvPr>
          <p:cNvGrpSpPr/>
          <p:nvPr/>
        </p:nvGrpSpPr>
        <p:grpSpPr>
          <a:xfrm>
            <a:off x="3491517" y="4730848"/>
            <a:ext cx="253080" cy="232920"/>
            <a:chOff x="3491517" y="4730848"/>
            <a:chExt cx="25308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FF466F39-1FDA-42E5-93A5-AA20DFA80623}"/>
                    </a:ext>
                  </a:extLst>
                </p14:cNvPr>
                <p14:cNvContentPartPr/>
                <p14:nvPr/>
              </p14:nvContentPartPr>
              <p14:xfrm>
                <a:off x="3491517" y="4730848"/>
                <a:ext cx="253080" cy="23292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FF466F39-1FDA-42E5-93A5-AA20DFA8062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482517" y="4721848"/>
                  <a:ext cx="2707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D97322FD-179B-41B1-9F82-A6E0E8589BE4}"/>
                    </a:ext>
                  </a:extLst>
                </p14:cNvPr>
                <p14:cNvContentPartPr/>
                <p14:nvPr/>
              </p14:nvContentPartPr>
              <p14:xfrm>
                <a:off x="3575037" y="4755328"/>
                <a:ext cx="152640" cy="20484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D97322FD-179B-41B1-9F82-A6E0E8589BE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566397" y="4746328"/>
                  <a:ext cx="170280" cy="22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91" name="Entrada de lápiz 190">
                <a:extLst>
                  <a:ext uri="{FF2B5EF4-FFF2-40B4-BE49-F238E27FC236}">
                    <a16:creationId xmlns:a16="http://schemas.microsoft.com/office/drawing/2014/main" id="{E057D08B-E30F-4897-BA4F-A2990343653C}"/>
                  </a:ext>
                </a:extLst>
              </p14:cNvPr>
              <p14:cNvContentPartPr/>
              <p14:nvPr/>
            </p14:nvContentPartPr>
            <p14:xfrm>
              <a:off x="3945837" y="4693048"/>
              <a:ext cx="97560" cy="224640"/>
            </p14:xfrm>
          </p:contentPart>
        </mc:Choice>
        <mc:Fallback>
          <p:pic>
            <p:nvPicPr>
              <p:cNvPr id="191" name="Entrada de lápiz 190">
                <a:extLst>
                  <a:ext uri="{FF2B5EF4-FFF2-40B4-BE49-F238E27FC236}">
                    <a16:creationId xmlns:a16="http://schemas.microsoft.com/office/drawing/2014/main" id="{E057D08B-E30F-4897-BA4F-A2990343653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3937197" y="4684048"/>
                <a:ext cx="11520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97" name="Entrada de lápiz 196">
                <a:extLst>
                  <a:ext uri="{FF2B5EF4-FFF2-40B4-BE49-F238E27FC236}">
                    <a16:creationId xmlns:a16="http://schemas.microsoft.com/office/drawing/2014/main" id="{1C9F42CD-E932-4E5B-A696-98236480D6C3}"/>
                  </a:ext>
                </a:extLst>
              </p14:cNvPr>
              <p14:cNvContentPartPr/>
              <p14:nvPr/>
            </p14:nvContentPartPr>
            <p14:xfrm>
              <a:off x="4961037" y="4619968"/>
              <a:ext cx="53640" cy="222840"/>
            </p14:xfrm>
          </p:contentPart>
        </mc:Choice>
        <mc:Fallback>
          <p:pic>
            <p:nvPicPr>
              <p:cNvPr id="197" name="Entrada de lápiz 196">
                <a:extLst>
                  <a:ext uri="{FF2B5EF4-FFF2-40B4-BE49-F238E27FC236}">
                    <a16:creationId xmlns:a16="http://schemas.microsoft.com/office/drawing/2014/main" id="{1C9F42CD-E932-4E5B-A696-98236480D6C3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952037" y="4610968"/>
                <a:ext cx="71280" cy="24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upo 218">
            <a:extLst>
              <a:ext uri="{FF2B5EF4-FFF2-40B4-BE49-F238E27FC236}">
                <a16:creationId xmlns:a16="http://schemas.microsoft.com/office/drawing/2014/main" id="{A3AE57CF-D568-4C20-991B-1AFC18879C60}"/>
              </a:ext>
            </a:extLst>
          </p:cNvPr>
          <p:cNvGrpSpPr/>
          <p:nvPr/>
        </p:nvGrpSpPr>
        <p:grpSpPr>
          <a:xfrm>
            <a:off x="7105557" y="3496768"/>
            <a:ext cx="285840" cy="257760"/>
            <a:chOff x="7105557" y="3496768"/>
            <a:chExt cx="28584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4209C9B5-278F-480C-8CC5-378226596861}"/>
                    </a:ext>
                  </a:extLst>
                </p14:cNvPr>
                <p14:cNvContentPartPr/>
                <p14:nvPr/>
              </p14:nvContentPartPr>
              <p14:xfrm>
                <a:off x="7105557" y="3496768"/>
                <a:ext cx="208800" cy="2577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4209C9B5-278F-480C-8CC5-3782265968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096557" y="3488128"/>
                  <a:ext cx="2264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87EE6DE1-D758-4446-BC63-C245F0F26F0F}"/>
                    </a:ext>
                  </a:extLst>
                </p14:cNvPr>
                <p14:cNvContentPartPr/>
                <p14:nvPr/>
              </p14:nvContentPartPr>
              <p14:xfrm>
                <a:off x="7119597" y="3551848"/>
                <a:ext cx="271800" cy="19872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87EE6DE1-D758-4446-BC63-C245F0F26F0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110597" y="3542848"/>
                  <a:ext cx="289440" cy="21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207" name="Entrada de lápiz 206">
                <a:extLst>
                  <a:ext uri="{FF2B5EF4-FFF2-40B4-BE49-F238E27FC236}">
                    <a16:creationId xmlns:a16="http://schemas.microsoft.com/office/drawing/2014/main" id="{5C4CEFED-F38C-4FC3-AC59-3E4C7488A6EF}"/>
                  </a:ext>
                </a:extLst>
              </p14:cNvPr>
              <p14:cNvContentPartPr/>
              <p14:nvPr/>
            </p14:nvContentPartPr>
            <p14:xfrm>
              <a:off x="7532877" y="3526648"/>
              <a:ext cx="168120" cy="196920"/>
            </p14:xfrm>
          </p:contentPart>
        </mc:Choice>
        <mc:Fallback>
          <p:pic>
            <p:nvPicPr>
              <p:cNvPr id="207" name="Entrada de lápiz 206">
                <a:extLst>
                  <a:ext uri="{FF2B5EF4-FFF2-40B4-BE49-F238E27FC236}">
                    <a16:creationId xmlns:a16="http://schemas.microsoft.com/office/drawing/2014/main" id="{5C4CEFED-F38C-4FC3-AC59-3E4C7488A6EF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524237" y="3517648"/>
                <a:ext cx="185760" cy="21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upo 216">
            <a:extLst>
              <a:ext uri="{FF2B5EF4-FFF2-40B4-BE49-F238E27FC236}">
                <a16:creationId xmlns:a16="http://schemas.microsoft.com/office/drawing/2014/main" id="{8EE90C09-166D-49AE-8BD8-F6A9C177BEE7}"/>
              </a:ext>
            </a:extLst>
          </p:cNvPr>
          <p:cNvGrpSpPr/>
          <p:nvPr/>
        </p:nvGrpSpPr>
        <p:grpSpPr>
          <a:xfrm>
            <a:off x="8205717" y="3463288"/>
            <a:ext cx="349200" cy="289800"/>
            <a:chOff x="8205717" y="3463288"/>
            <a:chExt cx="349200" cy="28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C09E3CDB-72E1-4F16-86AC-E2EE01420151}"/>
                    </a:ext>
                  </a:extLst>
                </p14:cNvPr>
                <p14:cNvContentPartPr/>
                <p14:nvPr/>
              </p14:nvContentPartPr>
              <p14:xfrm>
                <a:off x="8205717" y="3632848"/>
                <a:ext cx="27360" cy="12024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C09E3CDB-72E1-4F16-86AC-E2EE0142015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197077" y="3624208"/>
                  <a:ext cx="450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D135ED5D-2612-4E86-AD92-93AD0D0068A7}"/>
                    </a:ext>
                  </a:extLst>
                </p14:cNvPr>
                <p14:cNvContentPartPr/>
                <p14:nvPr/>
              </p14:nvContentPartPr>
              <p14:xfrm>
                <a:off x="8294997" y="3529168"/>
                <a:ext cx="108720" cy="14544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D135ED5D-2612-4E86-AD92-93AD0D0068A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285997" y="3520528"/>
                  <a:ext cx="126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6397E493-86BE-43AF-893A-0B429FE7D099}"/>
                    </a:ext>
                  </a:extLst>
                </p14:cNvPr>
                <p14:cNvContentPartPr/>
                <p14:nvPr/>
              </p14:nvContentPartPr>
              <p14:xfrm>
                <a:off x="8504517" y="3463288"/>
                <a:ext cx="50400" cy="22104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6397E493-86BE-43AF-893A-0B429FE7D09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495517" y="3454648"/>
                  <a:ext cx="680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upo 215">
            <a:extLst>
              <a:ext uri="{FF2B5EF4-FFF2-40B4-BE49-F238E27FC236}">
                <a16:creationId xmlns:a16="http://schemas.microsoft.com/office/drawing/2014/main" id="{3D6FDB1D-1B2C-4F6D-A691-00C8FE670F85}"/>
              </a:ext>
            </a:extLst>
          </p:cNvPr>
          <p:cNvGrpSpPr/>
          <p:nvPr/>
        </p:nvGrpSpPr>
        <p:grpSpPr>
          <a:xfrm>
            <a:off x="8703597" y="3538168"/>
            <a:ext cx="116640" cy="95040"/>
            <a:chOff x="8703597" y="3538168"/>
            <a:chExt cx="11664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99FBD65F-7817-4B00-91B5-1410099EE18C}"/>
                    </a:ext>
                  </a:extLst>
                </p14:cNvPr>
                <p14:cNvContentPartPr/>
                <p14:nvPr/>
              </p14:nvContentPartPr>
              <p14:xfrm>
                <a:off x="8703597" y="3538168"/>
                <a:ext cx="116640" cy="864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99FBD65F-7817-4B00-91B5-1410099EE18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694957" y="3529528"/>
                  <a:ext cx="134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08F2D417-BFC2-4CEF-8537-E5F1CC2ECAD9}"/>
                    </a:ext>
                  </a:extLst>
                </p14:cNvPr>
                <p14:cNvContentPartPr/>
                <p14:nvPr/>
              </p14:nvContentPartPr>
              <p14:xfrm>
                <a:off x="8713677" y="3618448"/>
                <a:ext cx="80640" cy="1476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08F2D417-BFC2-4CEF-8537-E5F1CC2ECAD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705037" y="3609808"/>
                  <a:ext cx="9828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220" name="Entrada de lápiz 219">
                <a:extLst>
                  <a:ext uri="{FF2B5EF4-FFF2-40B4-BE49-F238E27FC236}">
                    <a16:creationId xmlns:a16="http://schemas.microsoft.com/office/drawing/2014/main" id="{5356FF61-DE45-470A-9F8D-FC028EC1EFA2}"/>
                  </a:ext>
                </a:extLst>
              </p14:cNvPr>
              <p14:cNvContentPartPr/>
              <p14:nvPr/>
            </p14:nvContentPartPr>
            <p14:xfrm>
              <a:off x="2549037" y="2567608"/>
              <a:ext cx="6480" cy="300600"/>
            </p14:xfrm>
          </p:contentPart>
        </mc:Choice>
        <mc:Fallback>
          <p:pic>
            <p:nvPicPr>
              <p:cNvPr id="220" name="Entrada de lápiz 219">
                <a:extLst>
                  <a:ext uri="{FF2B5EF4-FFF2-40B4-BE49-F238E27FC236}">
                    <a16:creationId xmlns:a16="http://schemas.microsoft.com/office/drawing/2014/main" id="{5356FF61-DE45-470A-9F8D-FC028EC1EFA2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2540037" y="2558608"/>
                <a:ext cx="2412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221" name="Entrada de lápiz 220">
                <a:extLst>
                  <a:ext uri="{FF2B5EF4-FFF2-40B4-BE49-F238E27FC236}">
                    <a16:creationId xmlns:a16="http://schemas.microsoft.com/office/drawing/2014/main" id="{4B5E0672-AF7B-4C0B-8D45-30B8DA9D5C90}"/>
                  </a:ext>
                </a:extLst>
              </p14:cNvPr>
              <p14:cNvContentPartPr/>
              <p14:nvPr/>
            </p14:nvContentPartPr>
            <p14:xfrm>
              <a:off x="3638397" y="2691088"/>
              <a:ext cx="8280" cy="159120"/>
            </p14:xfrm>
          </p:contentPart>
        </mc:Choice>
        <mc:Fallback>
          <p:pic>
            <p:nvPicPr>
              <p:cNvPr id="221" name="Entrada de lápiz 220">
                <a:extLst>
                  <a:ext uri="{FF2B5EF4-FFF2-40B4-BE49-F238E27FC236}">
                    <a16:creationId xmlns:a16="http://schemas.microsoft.com/office/drawing/2014/main" id="{4B5E0672-AF7B-4C0B-8D45-30B8DA9D5C90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629397" y="2682088"/>
                <a:ext cx="25920" cy="17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upo 222">
            <a:extLst>
              <a:ext uri="{FF2B5EF4-FFF2-40B4-BE49-F238E27FC236}">
                <a16:creationId xmlns:a16="http://schemas.microsoft.com/office/drawing/2014/main" id="{E1279D4B-A1F7-4441-8142-BCFAC6155709}"/>
              </a:ext>
            </a:extLst>
          </p:cNvPr>
          <p:cNvGrpSpPr/>
          <p:nvPr/>
        </p:nvGrpSpPr>
        <p:grpSpPr>
          <a:xfrm>
            <a:off x="2965197" y="2647168"/>
            <a:ext cx="2252880" cy="596160"/>
            <a:chOff x="2965197" y="2647168"/>
            <a:chExt cx="2252880" cy="59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5D0B3591-9651-435E-A125-EF1B28BF38CE}"/>
                    </a:ext>
                  </a:extLst>
                </p14:cNvPr>
                <p14:cNvContentPartPr/>
                <p14:nvPr/>
              </p14:nvContentPartPr>
              <p14:xfrm>
                <a:off x="3060957" y="2988088"/>
                <a:ext cx="108720" cy="14292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5D0B3591-9651-435E-A125-EF1B28BF38C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052317" y="2979448"/>
                  <a:ext cx="126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9EA68567-7436-4755-AFD1-025384F8FEE2}"/>
                    </a:ext>
                  </a:extLst>
                </p14:cNvPr>
                <p14:cNvContentPartPr/>
                <p14:nvPr/>
              </p14:nvContentPartPr>
              <p14:xfrm>
                <a:off x="2965197" y="2891968"/>
                <a:ext cx="130320" cy="31140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9EA68567-7436-4755-AFD1-025384F8FEE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956557" y="2883328"/>
                  <a:ext cx="1479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6A675A8F-6E29-4F0E-9C12-EE485E40EE3F}"/>
                    </a:ext>
                  </a:extLst>
                </p14:cNvPr>
                <p14:cNvContentPartPr/>
                <p14:nvPr/>
              </p14:nvContentPartPr>
              <p14:xfrm>
                <a:off x="3266517" y="3100048"/>
                <a:ext cx="42480" cy="11196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6A675A8F-6E29-4F0E-9C12-EE485E40EE3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257517" y="3091408"/>
                  <a:ext cx="60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780803FA-761E-43E7-A430-D1F104E1B089}"/>
                    </a:ext>
                  </a:extLst>
                </p14:cNvPr>
                <p14:cNvContentPartPr/>
                <p14:nvPr/>
              </p14:nvContentPartPr>
              <p14:xfrm>
                <a:off x="3424557" y="2990608"/>
                <a:ext cx="113760" cy="10908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780803FA-761E-43E7-A430-D1F104E1B08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415557" y="2981968"/>
                  <a:ext cx="131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D571CC1D-CE54-4D46-AF45-D0F039620F0B}"/>
                    </a:ext>
                  </a:extLst>
                </p14:cNvPr>
                <p14:cNvContentPartPr/>
                <p14:nvPr/>
              </p14:nvContentPartPr>
              <p14:xfrm>
                <a:off x="3564957" y="3110848"/>
                <a:ext cx="17280" cy="8856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D571CC1D-CE54-4D46-AF45-D0F039620F0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556317" y="3102208"/>
                  <a:ext cx="34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6A342D05-8C85-4CE1-99BD-E13402EEAFC2}"/>
                    </a:ext>
                  </a:extLst>
                </p14:cNvPr>
                <p14:cNvContentPartPr/>
                <p14:nvPr/>
              </p14:nvContentPartPr>
              <p14:xfrm>
                <a:off x="3632277" y="2979448"/>
                <a:ext cx="110880" cy="18324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6A342D05-8C85-4CE1-99BD-E13402EEAFC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623277" y="2970448"/>
                  <a:ext cx="128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DD391DC8-42CB-4414-8E15-91D3629E85A4}"/>
                    </a:ext>
                  </a:extLst>
                </p14:cNvPr>
                <p14:cNvContentPartPr/>
                <p14:nvPr/>
              </p14:nvContentPartPr>
              <p14:xfrm>
                <a:off x="3767637" y="2897368"/>
                <a:ext cx="115560" cy="33660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DD391DC8-42CB-4414-8E15-91D3629E85A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758637" y="2888728"/>
                  <a:ext cx="1332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4FFE03B2-2000-4D52-A6BA-68E8D6AE6787}"/>
                    </a:ext>
                  </a:extLst>
                </p14:cNvPr>
                <p14:cNvContentPartPr/>
                <p14:nvPr/>
              </p14:nvContentPartPr>
              <p14:xfrm>
                <a:off x="3964917" y="3120208"/>
                <a:ext cx="84600" cy="12312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4FFE03B2-2000-4D52-A6BA-68E8D6AE678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956277" y="3111208"/>
                  <a:ext cx="102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37B3FE4B-D1E3-4F94-A7BA-EDF27A66A17D}"/>
                    </a:ext>
                  </a:extLst>
                </p14:cNvPr>
                <p14:cNvContentPartPr/>
                <p14:nvPr/>
              </p14:nvContentPartPr>
              <p14:xfrm>
                <a:off x="4229517" y="2939848"/>
                <a:ext cx="147600" cy="17748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37B3FE4B-D1E3-4F94-A7BA-EDF27A66A17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220877" y="2930848"/>
                  <a:ext cx="165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EF471B10-28E1-4C4F-9D37-A1145E061B2C}"/>
                    </a:ext>
                  </a:extLst>
                </p14:cNvPr>
                <p14:cNvContentPartPr/>
                <p14:nvPr/>
              </p14:nvContentPartPr>
              <p14:xfrm>
                <a:off x="4174437" y="2887648"/>
                <a:ext cx="87480" cy="26820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EF471B10-28E1-4C4F-9D37-A1145E061B2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165437" y="2878648"/>
                  <a:ext cx="1051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935DCE79-2998-4A1E-8B52-CA2ED6E3FEC7}"/>
                    </a:ext>
                  </a:extLst>
                </p14:cNvPr>
                <p14:cNvContentPartPr/>
                <p14:nvPr/>
              </p14:nvContentPartPr>
              <p14:xfrm>
                <a:off x="4403037" y="3083128"/>
                <a:ext cx="61560" cy="932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935DCE79-2998-4A1E-8B52-CA2ED6E3FEC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394037" y="3074128"/>
                  <a:ext cx="79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03DC06F1-A4C7-4180-998C-269A2BD9C7FC}"/>
                    </a:ext>
                  </a:extLst>
                </p14:cNvPr>
                <p14:cNvContentPartPr/>
                <p14:nvPr/>
              </p14:nvContentPartPr>
              <p14:xfrm>
                <a:off x="4547037" y="2939848"/>
                <a:ext cx="96480" cy="16740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03DC06F1-A4C7-4180-998C-269A2BD9C7F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38397" y="2930848"/>
                  <a:ext cx="1141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F0E19737-EAE2-4002-A1E8-8FB1B3F13623}"/>
                    </a:ext>
                  </a:extLst>
                </p14:cNvPr>
                <p14:cNvContentPartPr/>
                <p14:nvPr/>
              </p14:nvContentPartPr>
              <p14:xfrm>
                <a:off x="4752237" y="2950648"/>
                <a:ext cx="129960" cy="13176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F0E19737-EAE2-4002-A1E8-8FB1B3F1362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743237" y="2941648"/>
                  <a:ext cx="147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620B6073-BA3A-454F-8F6C-2AD42E43DD5D}"/>
                    </a:ext>
                  </a:extLst>
                </p14:cNvPr>
                <p14:cNvContentPartPr/>
                <p14:nvPr/>
              </p14:nvContentPartPr>
              <p14:xfrm>
                <a:off x="4917837" y="2881168"/>
                <a:ext cx="90720" cy="23472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620B6073-BA3A-454F-8F6C-2AD42E43DD5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909197" y="2872168"/>
                  <a:ext cx="1083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F3011E25-11E3-4162-B32C-2515543C5E37}"/>
                    </a:ext>
                  </a:extLst>
                </p14:cNvPr>
                <p14:cNvContentPartPr/>
                <p14:nvPr/>
              </p14:nvContentPartPr>
              <p14:xfrm>
                <a:off x="4604277" y="3088528"/>
                <a:ext cx="62640" cy="1357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F3011E25-11E3-4162-B32C-2515543C5E3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595277" y="3079528"/>
                  <a:ext cx="802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C751AC53-D99C-4886-878C-E6DE2105335F}"/>
                    </a:ext>
                  </a:extLst>
                </p14:cNvPr>
                <p14:cNvContentPartPr/>
                <p14:nvPr/>
              </p14:nvContentPartPr>
              <p14:xfrm>
                <a:off x="5115477" y="3048928"/>
                <a:ext cx="102600" cy="17424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C751AC53-D99C-4886-878C-E6DE2105335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106477" y="3039928"/>
                  <a:ext cx="120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0834939D-043A-4729-9F48-D50CA82CB0ED}"/>
                    </a:ext>
                  </a:extLst>
                </p14:cNvPr>
                <p14:cNvContentPartPr/>
                <p14:nvPr/>
              </p14:nvContentPartPr>
              <p14:xfrm>
                <a:off x="3514197" y="2782888"/>
                <a:ext cx="241920" cy="5364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0834939D-043A-4729-9F48-D50CA82CB0E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505197" y="2774248"/>
                  <a:ext cx="259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D180DA2C-D932-45D7-A8F1-56064643A38E}"/>
                    </a:ext>
                  </a:extLst>
                </p14:cNvPr>
                <p14:cNvContentPartPr/>
                <p14:nvPr/>
              </p14:nvContentPartPr>
              <p14:xfrm>
                <a:off x="4532277" y="2704408"/>
                <a:ext cx="206640" cy="7164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D180DA2C-D932-45D7-A8F1-56064643A38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23277" y="2695768"/>
                  <a:ext cx="2242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111D4068-DAC4-43FF-B511-5140322599BE}"/>
                    </a:ext>
                  </a:extLst>
                </p14:cNvPr>
                <p14:cNvContentPartPr/>
                <p14:nvPr/>
              </p14:nvContentPartPr>
              <p14:xfrm>
                <a:off x="4624797" y="2647168"/>
                <a:ext cx="20880" cy="23256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111D4068-DAC4-43FF-B511-5140322599B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615797" y="2638528"/>
                  <a:ext cx="3852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upo 231">
            <a:extLst>
              <a:ext uri="{FF2B5EF4-FFF2-40B4-BE49-F238E27FC236}">
                <a16:creationId xmlns:a16="http://schemas.microsoft.com/office/drawing/2014/main" id="{E6A2C874-C62A-430E-B531-49DE18EC040B}"/>
              </a:ext>
            </a:extLst>
          </p:cNvPr>
          <p:cNvGrpSpPr/>
          <p:nvPr/>
        </p:nvGrpSpPr>
        <p:grpSpPr>
          <a:xfrm>
            <a:off x="8023197" y="2809888"/>
            <a:ext cx="935280" cy="353458"/>
            <a:chOff x="8023197" y="2809888"/>
            <a:chExt cx="935280" cy="35345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91C538CC-BA0A-459A-889B-16883757A560}"/>
                    </a:ext>
                  </a:extLst>
                </p14:cNvPr>
                <p14:cNvContentPartPr/>
                <p14:nvPr/>
              </p14:nvContentPartPr>
              <p14:xfrm>
                <a:off x="8023197" y="2871088"/>
                <a:ext cx="123840" cy="18756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91C538CC-BA0A-459A-889B-16883757A56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014557" y="2862448"/>
                  <a:ext cx="141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7092FCB8-B791-4978-8C97-78455500DAB8}"/>
                    </a:ext>
                  </a:extLst>
                </p14:cNvPr>
                <p14:cNvContentPartPr/>
                <p14:nvPr/>
              </p14:nvContentPartPr>
              <p14:xfrm>
                <a:off x="8872077" y="2809888"/>
                <a:ext cx="86400" cy="28980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7092FCB8-B791-4978-8C97-78455500DAB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863437" y="2801248"/>
                  <a:ext cx="1040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170CC3AC-F58C-4372-BD72-8B2F7B082D6A}"/>
                    </a:ext>
                  </a:extLst>
                </p14:cNvPr>
                <p14:cNvContentPartPr/>
                <p14:nvPr/>
              </p14:nvContentPartPr>
              <p14:xfrm>
                <a:off x="8188077" y="2960666"/>
                <a:ext cx="96120" cy="9756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170CC3AC-F58C-4372-BD72-8B2F7B082D6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179437" y="2951666"/>
                  <a:ext cx="113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008EE046-9CB9-4812-B58B-01C872A048C4}"/>
                    </a:ext>
                  </a:extLst>
                </p14:cNvPr>
                <p14:cNvContentPartPr/>
                <p14:nvPr/>
              </p14:nvContentPartPr>
              <p14:xfrm>
                <a:off x="8328117" y="3028706"/>
                <a:ext cx="27360" cy="12672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008EE046-9CB9-4812-B58B-01C872A048C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319117" y="3020066"/>
                  <a:ext cx="45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0E23D378-1E1F-4090-B730-FE04A9404C86}"/>
                    </a:ext>
                  </a:extLst>
                </p14:cNvPr>
                <p14:cNvContentPartPr/>
                <p14:nvPr/>
              </p14:nvContentPartPr>
              <p14:xfrm>
                <a:off x="8415237" y="2941226"/>
                <a:ext cx="62280" cy="13788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0E23D378-1E1F-4090-B730-FE04A9404C8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406597" y="2932586"/>
                  <a:ext cx="79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30" name="Entrada de lápiz 229">
                  <a:extLst>
                    <a:ext uri="{FF2B5EF4-FFF2-40B4-BE49-F238E27FC236}">
                      <a16:creationId xmlns:a16="http://schemas.microsoft.com/office/drawing/2014/main" id="{6BA9ACF6-86A4-45AE-9FA7-906B95A2B78B}"/>
                    </a:ext>
                  </a:extLst>
                </p14:cNvPr>
                <p14:cNvContentPartPr/>
                <p14:nvPr/>
              </p14:nvContentPartPr>
              <p14:xfrm>
                <a:off x="8562477" y="3063986"/>
                <a:ext cx="43560" cy="99360"/>
              </p14:xfrm>
            </p:contentPart>
          </mc:Choice>
          <mc:Fallback>
            <p:pic>
              <p:nvPicPr>
                <p:cNvPr id="230" name="Entrada de lápiz 229">
                  <a:extLst>
                    <a:ext uri="{FF2B5EF4-FFF2-40B4-BE49-F238E27FC236}">
                      <a16:creationId xmlns:a16="http://schemas.microsoft.com/office/drawing/2014/main" id="{6BA9ACF6-86A4-45AE-9FA7-906B95A2B78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53837" y="3054986"/>
                  <a:ext cx="612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27E354DA-F2D1-4AE6-98AA-9CC45713D1C8}"/>
                    </a:ext>
                  </a:extLst>
                </p14:cNvPr>
                <p14:cNvContentPartPr/>
                <p14:nvPr/>
              </p14:nvContentPartPr>
              <p14:xfrm>
                <a:off x="8661837" y="2932226"/>
                <a:ext cx="115560" cy="16632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27E354DA-F2D1-4AE6-98AA-9CC45713D1C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652837" y="2923586"/>
                  <a:ext cx="13320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upo 236">
            <a:extLst>
              <a:ext uri="{FF2B5EF4-FFF2-40B4-BE49-F238E27FC236}">
                <a16:creationId xmlns:a16="http://schemas.microsoft.com/office/drawing/2014/main" id="{9E0CF0BC-506E-48DE-A899-E7C0856061E7}"/>
              </a:ext>
            </a:extLst>
          </p:cNvPr>
          <p:cNvGrpSpPr/>
          <p:nvPr/>
        </p:nvGrpSpPr>
        <p:grpSpPr>
          <a:xfrm>
            <a:off x="4098477" y="4701117"/>
            <a:ext cx="616320" cy="196920"/>
            <a:chOff x="4098477" y="4701117"/>
            <a:chExt cx="616320" cy="1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8FBA8362-0E59-484A-ABE2-21813FB8C798}"/>
                    </a:ext>
                  </a:extLst>
                </p14:cNvPr>
                <p14:cNvContentPartPr/>
                <p14:nvPr/>
              </p14:nvContentPartPr>
              <p14:xfrm>
                <a:off x="4098477" y="4742517"/>
                <a:ext cx="116280" cy="10764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8FBA8362-0E59-484A-ABE2-21813FB8C79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089477" y="4733877"/>
                  <a:ext cx="1339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0270C1F1-6F79-406F-B596-E36A9B9B1E72}"/>
                    </a:ext>
                  </a:extLst>
                </p14:cNvPr>
                <p14:cNvContentPartPr/>
                <p14:nvPr/>
              </p14:nvContentPartPr>
              <p14:xfrm>
                <a:off x="4283517" y="4813797"/>
                <a:ext cx="26280" cy="8424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0270C1F1-6F79-406F-B596-E36A9B9B1E7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274877" y="4804797"/>
                  <a:ext cx="43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EE2CAD46-4FC4-467F-84A8-16CBDB05D83D}"/>
                    </a:ext>
                  </a:extLst>
                </p14:cNvPr>
                <p14:cNvContentPartPr/>
                <p14:nvPr/>
              </p14:nvContentPartPr>
              <p14:xfrm>
                <a:off x="4407717" y="4719837"/>
                <a:ext cx="86400" cy="15372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EE2CAD46-4FC4-467F-84A8-16CBDB05D83D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399077" y="4711197"/>
                  <a:ext cx="1040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CFA46A83-D139-4A50-9388-390A471932CC}"/>
                    </a:ext>
                  </a:extLst>
                </p14:cNvPr>
                <p14:cNvContentPartPr/>
                <p14:nvPr/>
              </p14:nvContentPartPr>
              <p14:xfrm>
                <a:off x="4617237" y="4701117"/>
                <a:ext cx="97560" cy="16164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CFA46A83-D139-4A50-9388-390A471932C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608597" y="4692477"/>
                  <a:ext cx="11520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upo 238">
            <a:extLst>
              <a:ext uri="{FF2B5EF4-FFF2-40B4-BE49-F238E27FC236}">
                <a16:creationId xmlns:a16="http://schemas.microsoft.com/office/drawing/2014/main" id="{8E45EBC5-91BC-43EE-A767-AF82616DE081}"/>
              </a:ext>
            </a:extLst>
          </p:cNvPr>
          <p:cNvGrpSpPr/>
          <p:nvPr/>
        </p:nvGrpSpPr>
        <p:grpSpPr>
          <a:xfrm>
            <a:off x="5183517" y="4602477"/>
            <a:ext cx="326880" cy="209880"/>
            <a:chOff x="5183517" y="4602477"/>
            <a:chExt cx="326880" cy="20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2B3EDB31-27EA-4BFB-A256-1C51D0A90574}"/>
                    </a:ext>
                  </a:extLst>
                </p14:cNvPr>
                <p14:cNvContentPartPr/>
                <p14:nvPr/>
              </p14:nvContentPartPr>
              <p14:xfrm>
                <a:off x="5183517" y="4671448"/>
                <a:ext cx="168840" cy="7344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2B3EDB31-27EA-4BFB-A256-1C51D0A9057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174517" y="4662448"/>
                  <a:ext cx="1864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A06B6E48-B13D-44F0-BDAD-707A47FEF367}"/>
                    </a:ext>
                  </a:extLst>
                </p14:cNvPr>
                <p14:cNvContentPartPr/>
                <p14:nvPr/>
              </p14:nvContentPartPr>
              <p14:xfrm>
                <a:off x="5382957" y="4602477"/>
                <a:ext cx="127440" cy="20988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A06B6E48-B13D-44F0-BDAD-707A47FEF36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374317" y="4593477"/>
                  <a:ext cx="145080" cy="22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240" name="Entrada de lápiz 239">
                <a:extLst>
                  <a:ext uri="{FF2B5EF4-FFF2-40B4-BE49-F238E27FC236}">
                    <a16:creationId xmlns:a16="http://schemas.microsoft.com/office/drawing/2014/main" id="{4F350A46-7B0A-414B-A178-5CC9703F9655}"/>
                  </a:ext>
                </a:extLst>
              </p14:cNvPr>
              <p14:cNvContentPartPr/>
              <p14:nvPr/>
            </p14:nvContentPartPr>
            <p14:xfrm>
              <a:off x="8478237" y="2637597"/>
              <a:ext cx="267840" cy="77040"/>
            </p14:xfrm>
          </p:contentPart>
        </mc:Choice>
        <mc:Fallback>
          <p:pic>
            <p:nvPicPr>
              <p:cNvPr id="240" name="Entrada de lápiz 239">
                <a:extLst>
                  <a:ext uri="{FF2B5EF4-FFF2-40B4-BE49-F238E27FC236}">
                    <a16:creationId xmlns:a16="http://schemas.microsoft.com/office/drawing/2014/main" id="{4F350A46-7B0A-414B-A178-5CC9703F9655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8469597" y="2628957"/>
                <a:ext cx="285480" cy="9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5" name="Grupo 244">
            <a:extLst>
              <a:ext uri="{FF2B5EF4-FFF2-40B4-BE49-F238E27FC236}">
                <a16:creationId xmlns:a16="http://schemas.microsoft.com/office/drawing/2014/main" id="{0BFA7010-5A7C-4E24-8C6D-AE4D6692CABE}"/>
              </a:ext>
            </a:extLst>
          </p:cNvPr>
          <p:cNvGrpSpPr/>
          <p:nvPr/>
        </p:nvGrpSpPr>
        <p:grpSpPr>
          <a:xfrm>
            <a:off x="7745637" y="3532557"/>
            <a:ext cx="303840" cy="289080"/>
            <a:chOff x="7745637" y="3532557"/>
            <a:chExt cx="30384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54326AD9-FAF0-42AC-8981-B59FDE004D37}"/>
                    </a:ext>
                  </a:extLst>
                </p14:cNvPr>
                <p14:cNvContentPartPr/>
                <p14:nvPr/>
              </p14:nvContentPartPr>
              <p14:xfrm>
                <a:off x="7745637" y="3532557"/>
                <a:ext cx="98640" cy="17892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54326AD9-FAF0-42AC-8981-B59FDE004D3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736997" y="3523917"/>
                  <a:ext cx="1162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687C77B0-DF61-45D4-A980-3576D077DA17}"/>
                    </a:ext>
                  </a:extLst>
                </p14:cNvPr>
                <p14:cNvContentPartPr/>
                <p14:nvPr/>
              </p14:nvContentPartPr>
              <p14:xfrm>
                <a:off x="7967397" y="3533637"/>
                <a:ext cx="82080" cy="17604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687C77B0-DF61-45D4-A980-3576D077DA1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958397" y="3524997"/>
                  <a:ext cx="997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0AC658DA-9250-4AB9-973E-2F4A0D56536B}"/>
                    </a:ext>
                  </a:extLst>
                </p14:cNvPr>
                <p14:cNvContentPartPr/>
                <p14:nvPr/>
              </p14:nvContentPartPr>
              <p14:xfrm>
                <a:off x="7895037" y="3704997"/>
                <a:ext cx="12240" cy="11664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0AC658DA-9250-4AB9-973E-2F4A0D56536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886397" y="3695997"/>
                  <a:ext cx="29880" cy="13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44" name="Entrada de lápiz 243">
                <a:extLst>
                  <a:ext uri="{FF2B5EF4-FFF2-40B4-BE49-F238E27FC236}">
                    <a16:creationId xmlns:a16="http://schemas.microsoft.com/office/drawing/2014/main" id="{6E5C0182-A679-4B88-9F48-03E8DD2879D0}"/>
                  </a:ext>
                </a:extLst>
              </p14:cNvPr>
              <p14:cNvContentPartPr/>
              <p14:nvPr/>
            </p14:nvContentPartPr>
            <p14:xfrm>
              <a:off x="8991237" y="3472077"/>
              <a:ext cx="159840" cy="162000"/>
            </p14:xfrm>
          </p:contentPart>
        </mc:Choice>
        <mc:Fallback>
          <p:pic>
            <p:nvPicPr>
              <p:cNvPr id="244" name="Entrada de lápiz 243">
                <a:extLst>
                  <a:ext uri="{FF2B5EF4-FFF2-40B4-BE49-F238E27FC236}">
                    <a16:creationId xmlns:a16="http://schemas.microsoft.com/office/drawing/2014/main" id="{6E5C0182-A679-4B88-9F48-03E8DD2879D0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8982597" y="3463437"/>
                <a:ext cx="1774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46" name="Entrada de lápiz 245">
                <a:extLst>
                  <a:ext uri="{FF2B5EF4-FFF2-40B4-BE49-F238E27FC236}">
                    <a16:creationId xmlns:a16="http://schemas.microsoft.com/office/drawing/2014/main" id="{64447A3C-52FC-43C0-82BD-57DD9886EE4B}"/>
                  </a:ext>
                </a:extLst>
              </p14:cNvPr>
              <p14:cNvContentPartPr/>
              <p14:nvPr/>
            </p14:nvContentPartPr>
            <p14:xfrm>
              <a:off x="9882237" y="2680797"/>
              <a:ext cx="197640" cy="23400"/>
            </p14:xfrm>
          </p:contentPart>
        </mc:Choice>
        <mc:Fallback>
          <p:pic>
            <p:nvPicPr>
              <p:cNvPr id="246" name="Entrada de lápiz 245">
                <a:extLst>
                  <a:ext uri="{FF2B5EF4-FFF2-40B4-BE49-F238E27FC236}">
                    <a16:creationId xmlns:a16="http://schemas.microsoft.com/office/drawing/2014/main" id="{64447A3C-52FC-43C0-82BD-57DD9886EE4B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9873597" y="2672157"/>
                <a:ext cx="215280" cy="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upo 263">
            <a:extLst>
              <a:ext uri="{FF2B5EF4-FFF2-40B4-BE49-F238E27FC236}">
                <a16:creationId xmlns:a16="http://schemas.microsoft.com/office/drawing/2014/main" id="{D3861F75-2125-47E2-A270-6C254439A8AF}"/>
              </a:ext>
            </a:extLst>
          </p:cNvPr>
          <p:cNvGrpSpPr/>
          <p:nvPr/>
        </p:nvGrpSpPr>
        <p:grpSpPr>
          <a:xfrm>
            <a:off x="7162437" y="3924957"/>
            <a:ext cx="212760" cy="286920"/>
            <a:chOff x="7162437" y="3924957"/>
            <a:chExt cx="21276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CB5FB939-8A9F-4BE2-8A64-FF800F869B74}"/>
                    </a:ext>
                  </a:extLst>
                </p14:cNvPr>
                <p14:cNvContentPartPr/>
                <p14:nvPr/>
              </p14:nvContentPartPr>
              <p14:xfrm>
                <a:off x="7162437" y="3924957"/>
                <a:ext cx="202680" cy="27216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CB5FB939-8A9F-4BE2-8A64-FF800F869B7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53797" y="3915957"/>
                  <a:ext cx="2203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7574E8EA-1F0A-4617-B614-6CE415F9BAE2}"/>
                    </a:ext>
                  </a:extLst>
                </p14:cNvPr>
                <p14:cNvContentPartPr/>
                <p14:nvPr/>
              </p14:nvContentPartPr>
              <p14:xfrm>
                <a:off x="7177557" y="3981837"/>
                <a:ext cx="197640" cy="23004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7574E8EA-1F0A-4617-B614-6CE415F9BAE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168917" y="3972837"/>
                  <a:ext cx="215280" cy="24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36E18803-6D6C-4980-9445-2FCCEFC6F47D}"/>
                  </a:ext>
                </a:extLst>
              </p14:cNvPr>
              <p14:cNvContentPartPr/>
              <p14:nvPr/>
            </p14:nvContentPartPr>
            <p14:xfrm>
              <a:off x="7547997" y="4054557"/>
              <a:ext cx="86040" cy="236520"/>
            </p14:xfrm>
          </p:contentPart>
        </mc:Choice>
        <mc:Fallback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36E18803-6D6C-4980-9445-2FCCEFC6F47D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7538997" y="4045917"/>
                <a:ext cx="103680" cy="25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upo 262">
            <a:extLst>
              <a:ext uri="{FF2B5EF4-FFF2-40B4-BE49-F238E27FC236}">
                <a16:creationId xmlns:a16="http://schemas.microsoft.com/office/drawing/2014/main" id="{8C6FC517-0DE8-4B83-B058-B63D63368754}"/>
              </a:ext>
            </a:extLst>
          </p:cNvPr>
          <p:cNvGrpSpPr/>
          <p:nvPr/>
        </p:nvGrpSpPr>
        <p:grpSpPr>
          <a:xfrm>
            <a:off x="7781637" y="4067877"/>
            <a:ext cx="129960" cy="234000"/>
            <a:chOff x="7781637" y="4067877"/>
            <a:chExt cx="129960" cy="23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864846FD-7163-47E2-85B5-E06881B6266F}"/>
                    </a:ext>
                  </a:extLst>
                </p14:cNvPr>
                <p14:cNvContentPartPr/>
                <p14:nvPr/>
              </p14:nvContentPartPr>
              <p14:xfrm>
                <a:off x="7781637" y="4067877"/>
                <a:ext cx="106920" cy="18108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864846FD-7163-47E2-85B5-E06881B6266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772637" y="4058877"/>
                  <a:ext cx="1245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9FAEE935-F8D8-44C4-BA22-48C4222E4CD0}"/>
                    </a:ext>
                  </a:extLst>
                </p14:cNvPr>
                <p14:cNvContentPartPr/>
                <p14:nvPr/>
              </p14:nvContentPartPr>
              <p14:xfrm>
                <a:off x="7900077" y="4206117"/>
                <a:ext cx="11520" cy="9576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9FAEE935-F8D8-44C4-BA22-48C4222E4CD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891437" y="4197477"/>
                  <a:ext cx="29160" cy="11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upo 261">
            <a:extLst>
              <a:ext uri="{FF2B5EF4-FFF2-40B4-BE49-F238E27FC236}">
                <a16:creationId xmlns:a16="http://schemas.microsoft.com/office/drawing/2014/main" id="{8A5D0236-470E-466D-948D-28A5EF4970F9}"/>
              </a:ext>
            </a:extLst>
          </p:cNvPr>
          <p:cNvGrpSpPr/>
          <p:nvPr/>
        </p:nvGrpSpPr>
        <p:grpSpPr>
          <a:xfrm>
            <a:off x="8064237" y="3932157"/>
            <a:ext cx="562320" cy="325800"/>
            <a:chOff x="8064237" y="3932157"/>
            <a:chExt cx="56232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B1140606-AC79-47F3-B211-A37055B65B36}"/>
                    </a:ext>
                  </a:extLst>
                </p14:cNvPr>
                <p14:cNvContentPartPr/>
                <p14:nvPr/>
              </p14:nvContentPartPr>
              <p14:xfrm>
                <a:off x="8064237" y="4064277"/>
                <a:ext cx="138960" cy="12240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B1140606-AC79-47F3-B211-A37055B65B3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055597" y="4055637"/>
                  <a:ext cx="1566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9C628D64-AB66-429B-9F76-15573F4473FA}"/>
                    </a:ext>
                  </a:extLst>
                </p14:cNvPr>
                <p14:cNvContentPartPr/>
                <p14:nvPr/>
              </p14:nvContentPartPr>
              <p14:xfrm>
                <a:off x="8223717" y="4168317"/>
                <a:ext cx="33480" cy="8964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9C628D64-AB66-429B-9F76-15573F4473F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215077" y="4159317"/>
                  <a:ext cx="51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A7D3EE53-3146-45E9-AECC-24302823585A}"/>
                    </a:ext>
                  </a:extLst>
                </p14:cNvPr>
                <p14:cNvContentPartPr/>
                <p14:nvPr/>
              </p14:nvContentPartPr>
              <p14:xfrm>
                <a:off x="8390037" y="4062837"/>
                <a:ext cx="91800" cy="15444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A7D3EE53-3146-45E9-AECC-24302823585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381037" y="4053837"/>
                  <a:ext cx="1094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3E2D164F-4BCB-4361-856D-8F894066E447}"/>
                    </a:ext>
                  </a:extLst>
                </p14:cNvPr>
                <p14:cNvContentPartPr/>
                <p14:nvPr/>
              </p14:nvContentPartPr>
              <p14:xfrm>
                <a:off x="8590557" y="3932157"/>
                <a:ext cx="36000" cy="26352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3E2D164F-4BCB-4361-856D-8F894066E44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581557" y="3923157"/>
                  <a:ext cx="5364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upo 260">
            <a:extLst>
              <a:ext uri="{FF2B5EF4-FFF2-40B4-BE49-F238E27FC236}">
                <a16:creationId xmlns:a16="http://schemas.microsoft.com/office/drawing/2014/main" id="{9E8E13FC-0FD4-4598-BE50-8C51B35EBC3B}"/>
              </a:ext>
            </a:extLst>
          </p:cNvPr>
          <p:cNvGrpSpPr/>
          <p:nvPr/>
        </p:nvGrpSpPr>
        <p:grpSpPr>
          <a:xfrm>
            <a:off x="8797917" y="4029357"/>
            <a:ext cx="117720" cy="82440"/>
            <a:chOff x="8797917" y="4029357"/>
            <a:chExt cx="117720" cy="8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0BD5340C-4610-4325-8D23-473EE02D5B40}"/>
                    </a:ext>
                  </a:extLst>
                </p14:cNvPr>
                <p14:cNvContentPartPr/>
                <p14:nvPr/>
              </p14:nvContentPartPr>
              <p14:xfrm>
                <a:off x="8825997" y="4029357"/>
                <a:ext cx="60480" cy="1044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0BD5340C-4610-4325-8D23-473EE02D5B4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817357" y="4020717"/>
                  <a:ext cx="78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2A75147E-24D3-4CD2-B6B5-7FA01E6B5820}"/>
                    </a:ext>
                  </a:extLst>
                </p14:cNvPr>
                <p14:cNvContentPartPr/>
                <p14:nvPr/>
              </p14:nvContentPartPr>
              <p14:xfrm>
                <a:off x="8797917" y="4107837"/>
                <a:ext cx="117720" cy="396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2A75147E-24D3-4CD2-B6B5-7FA01E6B582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789277" y="4099197"/>
                  <a:ext cx="13536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upo 259">
            <a:extLst>
              <a:ext uri="{FF2B5EF4-FFF2-40B4-BE49-F238E27FC236}">
                <a16:creationId xmlns:a16="http://schemas.microsoft.com/office/drawing/2014/main" id="{5F7D61E8-4BCD-4CB3-A83E-FD7940B89DAF}"/>
              </a:ext>
            </a:extLst>
          </p:cNvPr>
          <p:cNvGrpSpPr/>
          <p:nvPr/>
        </p:nvGrpSpPr>
        <p:grpSpPr>
          <a:xfrm>
            <a:off x="9079437" y="3977517"/>
            <a:ext cx="129600" cy="192960"/>
            <a:chOff x="9079437" y="3977517"/>
            <a:chExt cx="129600" cy="19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2271F1EA-B5C8-4BD7-A90A-1B7BEF701663}"/>
                    </a:ext>
                  </a:extLst>
                </p14:cNvPr>
                <p14:cNvContentPartPr/>
                <p14:nvPr/>
              </p14:nvContentPartPr>
              <p14:xfrm>
                <a:off x="9108597" y="3977517"/>
                <a:ext cx="28080" cy="18648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2271F1EA-B5C8-4BD7-A90A-1B7BEF701663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099957" y="3968517"/>
                  <a:ext cx="45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11AFF17F-8F22-45C5-90B1-511DEAF4B2AD}"/>
                    </a:ext>
                  </a:extLst>
                </p14:cNvPr>
                <p14:cNvContentPartPr/>
                <p14:nvPr/>
              </p14:nvContentPartPr>
              <p14:xfrm>
                <a:off x="9079437" y="4159317"/>
                <a:ext cx="129600" cy="1116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11AFF17F-8F22-45C5-90B1-511DEAF4B2A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070797" y="4150317"/>
                  <a:ext cx="14724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upo 275">
            <a:extLst>
              <a:ext uri="{FF2B5EF4-FFF2-40B4-BE49-F238E27FC236}">
                <a16:creationId xmlns:a16="http://schemas.microsoft.com/office/drawing/2014/main" id="{533DDA71-DE09-48A8-8D5B-27489CFF7D75}"/>
              </a:ext>
            </a:extLst>
          </p:cNvPr>
          <p:cNvGrpSpPr/>
          <p:nvPr/>
        </p:nvGrpSpPr>
        <p:grpSpPr>
          <a:xfrm>
            <a:off x="6702717" y="4507077"/>
            <a:ext cx="1404720" cy="542520"/>
            <a:chOff x="6702717" y="4507077"/>
            <a:chExt cx="1404720" cy="54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773081E4-9D50-443D-B60D-141F8CC8DA88}"/>
                    </a:ext>
                  </a:extLst>
                </p14:cNvPr>
                <p14:cNvContentPartPr/>
                <p14:nvPr/>
              </p14:nvContentPartPr>
              <p14:xfrm>
                <a:off x="6702717" y="4635237"/>
                <a:ext cx="37440" cy="41436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773081E4-9D50-443D-B60D-141F8CC8DA8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694077" y="4626237"/>
                  <a:ext cx="5508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66BDFA34-A1F6-4BD1-9195-9AE361B105A5}"/>
                    </a:ext>
                  </a:extLst>
                </p14:cNvPr>
                <p14:cNvContentPartPr/>
                <p14:nvPr/>
              </p14:nvContentPartPr>
              <p14:xfrm>
                <a:off x="6712797" y="4634517"/>
                <a:ext cx="183960" cy="18756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66BDFA34-A1F6-4BD1-9195-9AE361B105A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703797" y="4625517"/>
                  <a:ext cx="2016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65D9A98A-725F-4B73-AA29-93025DDFBF3B}"/>
                    </a:ext>
                  </a:extLst>
                </p14:cNvPr>
                <p14:cNvContentPartPr/>
                <p14:nvPr/>
              </p14:nvContentPartPr>
              <p14:xfrm>
                <a:off x="7017357" y="4585557"/>
                <a:ext cx="162720" cy="27324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65D9A98A-725F-4B73-AA29-93025DDFBF3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008357" y="4576917"/>
                  <a:ext cx="1803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72293257-077B-4377-9137-0EF518A04BAF}"/>
                    </a:ext>
                  </a:extLst>
                </p14:cNvPr>
                <p14:cNvContentPartPr/>
                <p14:nvPr/>
              </p14:nvContentPartPr>
              <p14:xfrm>
                <a:off x="7263957" y="4619037"/>
                <a:ext cx="147600" cy="18504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72293257-077B-4377-9137-0EF518A04BA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254957" y="4610037"/>
                  <a:ext cx="1652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2AEB16A5-DE17-423B-95BC-E6F0ACB44ED3}"/>
                    </a:ext>
                  </a:extLst>
                </p14:cNvPr>
                <p14:cNvContentPartPr/>
                <p14:nvPr/>
              </p14:nvContentPartPr>
              <p14:xfrm>
                <a:off x="7304997" y="4589157"/>
                <a:ext cx="126720" cy="19044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2AEB16A5-DE17-423B-95BC-E6F0ACB44ED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295997" y="4580517"/>
                  <a:ext cx="1443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2CD9535E-9C52-443A-84C9-9550FD67CB69}"/>
                    </a:ext>
                  </a:extLst>
                </p14:cNvPr>
                <p14:cNvContentPartPr/>
                <p14:nvPr/>
              </p14:nvContentPartPr>
              <p14:xfrm>
                <a:off x="7564557" y="4660437"/>
                <a:ext cx="98640" cy="576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2CD9535E-9C52-443A-84C9-9550FD67CB6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555557" y="4651437"/>
                  <a:ext cx="116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DC0D1E16-6234-44C0-ABDC-DA3DB2CCFFA7}"/>
                    </a:ext>
                  </a:extLst>
                </p14:cNvPr>
                <p14:cNvContentPartPr/>
                <p14:nvPr/>
              </p14:nvContentPartPr>
              <p14:xfrm>
                <a:off x="7613517" y="4704717"/>
                <a:ext cx="124560" cy="864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DC0D1E16-6234-44C0-ABDC-DA3DB2CCFFA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604517" y="4695717"/>
                  <a:ext cx="1422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FBB0B8E5-1210-461E-AF9E-FCDDA97A6ADA}"/>
                    </a:ext>
                  </a:extLst>
                </p14:cNvPr>
                <p14:cNvContentPartPr/>
                <p14:nvPr/>
              </p14:nvContentPartPr>
              <p14:xfrm>
                <a:off x="7780917" y="4575477"/>
                <a:ext cx="156960" cy="18180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FBB0B8E5-1210-461E-AF9E-FCDDA97A6ADA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771917" y="4566837"/>
                  <a:ext cx="174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0CFBAB4E-FAA5-4ED7-B368-EB8AED8018DC}"/>
                    </a:ext>
                  </a:extLst>
                </p14:cNvPr>
                <p14:cNvContentPartPr/>
                <p14:nvPr/>
              </p14:nvContentPartPr>
              <p14:xfrm>
                <a:off x="8039397" y="4507077"/>
                <a:ext cx="68040" cy="27720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0CFBAB4E-FAA5-4ED7-B368-EB8AED8018D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030397" y="4498437"/>
                  <a:ext cx="8568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277" name="Entrada de lápiz 276">
                <a:extLst>
                  <a:ext uri="{FF2B5EF4-FFF2-40B4-BE49-F238E27FC236}">
                    <a16:creationId xmlns:a16="http://schemas.microsoft.com/office/drawing/2014/main" id="{AFC7A040-810A-4E92-8B8D-6C48A9090FCE}"/>
                  </a:ext>
                </a:extLst>
              </p14:cNvPr>
              <p14:cNvContentPartPr/>
              <p14:nvPr/>
            </p14:nvContentPartPr>
            <p14:xfrm>
              <a:off x="2618157" y="3685197"/>
              <a:ext cx="372960" cy="198360"/>
            </p14:xfrm>
          </p:contentPart>
        </mc:Choice>
        <mc:Fallback>
          <p:pic>
            <p:nvPicPr>
              <p:cNvPr id="277" name="Entrada de lápiz 276">
                <a:extLst>
                  <a:ext uri="{FF2B5EF4-FFF2-40B4-BE49-F238E27FC236}">
                    <a16:creationId xmlns:a16="http://schemas.microsoft.com/office/drawing/2014/main" id="{AFC7A040-810A-4E92-8B8D-6C48A9090FCE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2609517" y="3676197"/>
                <a:ext cx="3906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3" name="Grupo 282">
            <a:extLst>
              <a:ext uri="{FF2B5EF4-FFF2-40B4-BE49-F238E27FC236}">
                <a16:creationId xmlns:a16="http://schemas.microsoft.com/office/drawing/2014/main" id="{491E33D9-E339-4827-99D4-E65759F99B0B}"/>
              </a:ext>
            </a:extLst>
          </p:cNvPr>
          <p:cNvGrpSpPr/>
          <p:nvPr/>
        </p:nvGrpSpPr>
        <p:grpSpPr>
          <a:xfrm>
            <a:off x="8280957" y="4446237"/>
            <a:ext cx="908280" cy="489240"/>
            <a:chOff x="8280957" y="4446237"/>
            <a:chExt cx="90828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4BD02610-C4EA-4E9F-A7F8-ABDDEEE9D275}"/>
                    </a:ext>
                  </a:extLst>
                </p14:cNvPr>
                <p14:cNvContentPartPr/>
                <p14:nvPr/>
              </p14:nvContentPartPr>
              <p14:xfrm>
                <a:off x="8280957" y="4592757"/>
                <a:ext cx="112680" cy="864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4BD02610-C4EA-4E9F-A7F8-ABDDEEE9D275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271957" y="4584117"/>
                  <a:ext cx="1303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C7849C40-06E4-4B28-8B4A-3D781C3D8A20}"/>
                    </a:ext>
                  </a:extLst>
                </p14:cNvPr>
                <p14:cNvContentPartPr/>
                <p14:nvPr/>
              </p14:nvContentPartPr>
              <p14:xfrm>
                <a:off x="8280957" y="4703637"/>
                <a:ext cx="127800" cy="2664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C7849C40-06E4-4B28-8B4A-3D781C3D8A2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271957" y="4694997"/>
                  <a:ext cx="145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53853797-EBF0-4A30-8367-86EE222B3D8E}"/>
                    </a:ext>
                  </a:extLst>
                </p14:cNvPr>
                <p14:cNvContentPartPr/>
                <p14:nvPr/>
              </p14:nvContentPartPr>
              <p14:xfrm>
                <a:off x="8628717" y="4446237"/>
                <a:ext cx="17280" cy="17388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53853797-EBF0-4A30-8367-86EE222B3D8E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619717" y="4437237"/>
                  <a:ext cx="349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3453F332-3DF8-4DF3-83BF-9F6F55566A66}"/>
                    </a:ext>
                  </a:extLst>
                </p14:cNvPr>
                <p14:cNvContentPartPr/>
                <p14:nvPr/>
              </p14:nvContentPartPr>
              <p14:xfrm>
                <a:off x="8506317" y="4668717"/>
                <a:ext cx="682920" cy="1116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3453F332-3DF8-4DF3-83BF-9F6F55566A66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497677" y="4659717"/>
                  <a:ext cx="700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E4EC714E-ED5D-4200-BA45-07D27D852C5E}"/>
                    </a:ext>
                  </a:extLst>
                </p14:cNvPr>
                <p14:cNvContentPartPr/>
                <p14:nvPr/>
              </p14:nvContentPartPr>
              <p14:xfrm>
                <a:off x="8621157" y="4748637"/>
                <a:ext cx="127800" cy="8784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E4EC714E-ED5D-4200-BA45-07D27D852C5E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612157" y="4739997"/>
                  <a:ext cx="1454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7F757DDC-5386-4CF8-9B12-A3A150CB4BFF}"/>
                    </a:ext>
                  </a:extLst>
                </p14:cNvPr>
                <p14:cNvContentPartPr/>
                <p14:nvPr/>
              </p14:nvContentPartPr>
              <p14:xfrm>
                <a:off x="8609637" y="4802997"/>
                <a:ext cx="156600" cy="13248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7F757DDC-5386-4CF8-9B12-A3A150CB4BF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600637" y="4793997"/>
                  <a:ext cx="17424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3">
            <p14:nvContentPartPr>
              <p14:cNvPr id="284" name="Entrada de lápiz 283">
                <a:extLst>
                  <a:ext uri="{FF2B5EF4-FFF2-40B4-BE49-F238E27FC236}">
                    <a16:creationId xmlns:a16="http://schemas.microsoft.com/office/drawing/2014/main" id="{E4501857-0870-4ECF-8B34-F5D6E16BDB52}"/>
                  </a:ext>
                </a:extLst>
              </p14:cNvPr>
              <p14:cNvContentPartPr/>
              <p14:nvPr/>
            </p14:nvContentPartPr>
            <p14:xfrm>
              <a:off x="2620677" y="4239597"/>
              <a:ext cx="247320" cy="99000"/>
            </p14:xfrm>
          </p:contentPart>
        </mc:Choice>
        <mc:Fallback>
          <p:pic>
            <p:nvPicPr>
              <p:cNvPr id="284" name="Entrada de lápiz 283">
                <a:extLst>
                  <a:ext uri="{FF2B5EF4-FFF2-40B4-BE49-F238E27FC236}">
                    <a16:creationId xmlns:a16="http://schemas.microsoft.com/office/drawing/2014/main" id="{E4501857-0870-4ECF-8B34-F5D6E16BDB52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2612037" y="4230597"/>
                <a:ext cx="26496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5">
            <p14:nvContentPartPr>
              <p14:cNvPr id="285" name="Entrada de lápiz 284">
                <a:extLst>
                  <a:ext uri="{FF2B5EF4-FFF2-40B4-BE49-F238E27FC236}">
                    <a16:creationId xmlns:a16="http://schemas.microsoft.com/office/drawing/2014/main" id="{4C90A723-95A9-4B26-9357-4364B47E5365}"/>
                  </a:ext>
                </a:extLst>
              </p14:cNvPr>
              <p14:cNvContentPartPr/>
              <p14:nvPr/>
            </p14:nvContentPartPr>
            <p14:xfrm>
              <a:off x="2627157" y="4689237"/>
              <a:ext cx="218880" cy="90360"/>
            </p14:xfrm>
          </p:contentPart>
        </mc:Choice>
        <mc:Fallback>
          <p:pic>
            <p:nvPicPr>
              <p:cNvPr id="285" name="Entrada de lápiz 284">
                <a:extLst>
                  <a:ext uri="{FF2B5EF4-FFF2-40B4-BE49-F238E27FC236}">
                    <a16:creationId xmlns:a16="http://schemas.microsoft.com/office/drawing/2014/main" id="{4C90A723-95A9-4B26-9357-4364B47E5365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2618517" y="4680597"/>
                <a:ext cx="23652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7">
            <p14:nvContentPartPr>
              <p14:cNvPr id="286" name="Entrada de lápiz 285">
                <a:extLst>
                  <a:ext uri="{FF2B5EF4-FFF2-40B4-BE49-F238E27FC236}">
                    <a16:creationId xmlns:a16="http://schemas.microsoft.com/office/drawing/2014/main" id="{D2366D26-6E6B-4EBB-8CC8-6B18C6178703}"/>
                  </a:ext>
                </a:extLst>
              </p14:cNvPr>
              <p14:cNvContentPartPr/>
              <p14:nvPr/>
            </p14:nvContentPartPr>
            <p14:xfrm>
              <a:off x="5673477" y="3561717"/>
              <a:ext cx="295920" cy="115560"/>
            </p14:xfrm>
          </p:contentPart>
        </mc:Choice>
        <mc:Fallback>
          <p:pic>
            <p:nvPicPr>
              <p:cNvPr id="286" name="Entrada de lápiz 285">
                <a:extLst>
                  <a:ext uri="{FF2B5EF4-FFF2-40B4-BE49-F238E27FC236}">
                    <a16:creationId xmlns:a16="http://schemas.microsoft.com/office/drawing/2014/main" id="{D2366D26-6E6B-4EBB-8CC8-6B18C6178703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5664837" y="3552717"/>
                <a:ext cx="3135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9">
            <p14:nvContentPartPr>
              <p14:cNvPr id="287" name="Entrada de lápiz 286">
                <a:extLst>
                  <a:ext uri="{FF2B5EF4-FFF2-40B4-BE49-F238E27FC236}">
                    <a16:creationId xmlns:a16="http://schemas.microsoft.com/office/drawing/2014/main" id="{B2A1841A-C87C-404F-80F7-3409B694AF1C}"/>
                  </a:ext>
                </a:extLst>
              </p14:cNvPr>
              <p14:cNvContentPartPr/>
              <p14:nvPr/>
            </p14:nvContentPartPr>
            <p14:xfrm>
              <a:off x="5695437" y="4079037"/>
              <a:ext cx="240840" cy="105840"/>
            </p14:xfrm>
          </p:contentPart>
        </mc:Choice>
        <mc:Fallback>
          <p:pic>
            <p:nvPicPr>
              <p:cNvPr id="287" name="Entrada de lápiz 286">
                <a:extLst>
                  <a:ext uri="{FF2B5EF4-FFF2-40B4-BE49-F238E27FC236}">
                    <a16:creationId xmlns:a16="http://schemas.microsoft.com/office/drawing/2014/main" id="{B2A1841A-C87C-404F-80F7-3409B694AF1C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5686797" y="4070037"/>
                <a:ext cx="2584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1">
            <p14:nvContentPartPr>
              <p14:cNvPr id="288" name="Entrada de lápiz 287">
                <a:extLst>
                  <a:ext uri="{FF2B5EF4-FFF2-40B4-BE49-F238E27FC236}">
                    <a16:creationId xmlns:a16="http://schemas.microsoft.com/office/drawing/2014/main" id="{315BE202-F48A-40FD-B1F8-040D2CA541F2}"/>
                  </a:ext>
                </a:extLst>
              </p14:cNvPr>
              <p14:cNvContentPartPr/>
              <p14:nvPr/>
            </p14:nvContentPartPr>
            <p14:xfrm>
              <a:off x="5634237" y="4515357"/>
              <a:ext cx="345240" cy="159120"/>
            </p14:xfrm>
          </p:contentPart>
        </mc:Choice>
        <mc:Fallback>
          <p:pic>
            <p:nvPicPr>
              <p:cNvPr id="288" name="Entrada de lápiz 287">
                <a:extLst>
                  <a:ext uri="{FF2B5EF4-FFF2-40B4-BE49-F238E27FC236}">
                    <a16:creationId xmlns:a16="http://schemas.microsoft.com/office/drawing/2014/main" id="{315BE202-F48A-40FD-B1F8-040D2CA541F2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5625597" y="4506357"/>
                <a:ext cx="36288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3">
            <p14:nvContentPartPr>
              <p14:cNvPr id="289" name="Entrada de lápiz 288">
                <a:extLst>
                  <a:ext uri="{FF2B5EF4-FFF2-40B4-BE49-F238E27FC236}">
                    <a16:creationId xmlns:a16="http://schemas.microsoft.com/office/drawing/2014/main" id="{4ADD50E0-D995-4939-869F-A5D60DF98A8D}"/>
                  </a:ext>
                </a:extLst>
              </p14:cNvPr>
              <p14:cNvContentPartPr/>
              <p14:nvPr/>
            </p14:nvContentPartPr>
            <p14:xfrm>
              <a:off x="9380037" y="4029357"/>
              <a:ext cx="222840" cy="98640"/>
            </p14:xfrm>
          </p:contentPart>
        </mc:Choice>
        <mc:Fallback>
          <p:pic>
            <p:nvPicPr>
              <p:cNvPr id="289" name="Entrada de lápiz 288">
                <a:extLst>
                  <a:ext uri="{FF2B5EF4-FFF2-40B4-BE49-F238E27FC236}">
                    <a16:creationId xmlns:a16="http://schemas.microsoft.com/office/drawing/2014/main" id="{4ADD50E0-D995-4939-869F-A5D60DF98A8D}"/>
                  </a:ext>
                </a:extLst>
              </p:cNvPr>
              <p:cNvPicPr/>
              <p:nvPr/>
            </p:nvPicPr>
            <p:blipFill>
              <a:blip r:embed="rId394"/>
              <a:stretch>
                <a:fillRect/>
              </a:stretch>
            </p:blipFill>
            <p:spPr>
              <a:xfrm>
                <a:off x="9371397" y="4020717"/>
                <a:ext cx="2404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90" name="Entrada de lápiz 289">
                <a:extLst>
                  <a:ext uri="{FF2B5EF4-FFF2-40B4-BE49-F238E27FC236}">
                    <a16:creationId xmlns:a16="http://schemas.microsoft.com/office/drawing/2014/main" id="{8EFE572E-D7E9-40DD-8602-B793E4568E31}"/>
                  </a:ext>
                </a:extLst>
              </p14:cNvPr>
              <p14:cNvContentPartPr/>
              <p14:nvPr/>
            </p14:nvContentPartPr>
            <p14:xfrm>
              <a:off x="9281037" y="3522837"/>
              <a:ext cx="257760" cy="81360"/>
            </p14:xfrm>
          </p:contentPart>
        </mc:Choice>
        <mc:Fallback>
          <p:pic>
            <p:nvPicPr>
              <p:cNvPr id="290" name="Entrada de lápiz 289">
                <a:extLst>
                  <a:ext uri="{FF2B5EF4-FFF2-40B4-BE49-F238E27FC236}">
                    <a16:creationId xmlns:a16="http://schemas.microsoft.com/office/drawing/2014/main" id="{8EFE572E-D7E9-40DD-8602-B793E4568E31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9272397" y="3514197"/>
                <a:ext cx="275400" cy="9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0152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0CA87DC4-C32D-4182-A0B4-7F2DE5CEC7D7}"/>
                  </a:ext>
                </a:extLst>
              </p14:cNvPr>
              <p14:cNvContentPartPr/>
              <p14:nvPr/>
            </p14:nvContentPartPr>
            <p14:xfrm>
              <a:off x="689277" y="642117"/>
              <a:ext cx="65520" cy="4608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0CA87DC4-C32D-4182-A0B4-7F2DE5CEC7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0277" y="633117"/>
                <a:ext cx="8316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6BF90A0F-B17A-4FE8-BB06-F2321618651B}"/>
                  </a:ext>
                </a:extLst>
              </p14:cNvPr>
              <p14:cNvContentPartPr/>
              <p14:nvPr/>
            </p14:nvContentPartPr>
            <p14:xfrm>
              <a:off x="743277" y="660837"/>
              <a:ext cx="179640" cy="20592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6BF90A0F-B17A-4FE8-BB06-F232161865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277" y="652197"/>
                <a:ext cx="1972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2304ACAA-4566-482E-B6F9-AB7E540179CC}"/>
                  </a:ext>
                </a:extLst>
              </p14:cNvPr>
              <p14:cNvContentPartPr/>
              <p14:nvPr/>
            </p14:nvContentPartPr>
            <p14:xfrm>
              <a:off x="990237" y="618717"/>
              <a:ext cx="129960" cy="2743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2304ACAA-4566-482E-B6F9-AB7E540179C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1597" y="609717"/>
                <a:ext cx="1476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17929B6-3983-4A9D-B22F-BC8037130F25}"/>
                  </a:ext>
                </a:extLst>
              </p14:cNvPr>
              <p14:cNvContentPartPr/>
              <p14:nvPr/>
            </p14:nvContentPartPr>
            <p14:xfrm>
              <a:off x="1182117" y="672717"/>
              <a:ext cx="138600" cy="1994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17929B6-3983-4A9D-B22F-BC8037130F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73477" y="663717"/>
                <a:ext cx="15624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34F5587D-EECD-4087-966D-0171352928B6}"/>
                  </a:ext>
                </a:extLst>
              </p14:cNvPr>
              <p14:cNvContentPartPr/>
              <p14:nvPr/>
            </p14:nvContentPartPr>
            <p14:xfrm>
              <a:off x="1190037" y="657237"/>
              <a:ext cx="117720" cy="19836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34F5587D-EECD-4087-966D-0171352928B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81397" y="648597"/>
                <a:ext cx="135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40763C05-E6CF-4FB8-8E48-AA01FDBB15C2}"/>
                  </a:ext>
                </a:extLst>
              </p14:cNvPr>
              <p14:cNvContentPartPr/>
              <p14:nvPr/>
            </p14:nvContentPartPr>
            <p14:xfrm>
              <a:off x="1373637" y="717717"/>
              <a:ext cx="132480" cy="10764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40763C05-E6CF-4FB8-8E48-AA01FDBB15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64637" y="709077"/>
                <a:ext cx="15012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96298506-CF1E-420D-A61F-6E203247235F}"/>
                  </a:ext>
                </a:extLst>
              </p14:cNvPr>
              <p14:cNvContentPartPr/>
              <p14:nvPr/>
            </p14:nvContentPartPr>
            <p14:xfrm>
              <a:off x="1580997" y="670197"/>
              <a:ext cx="182880" cy="1828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96298506-CF1E-420D-A61F-6E203247235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72357" y="661197"/>
                <a:ext cx="2005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52AD133F-173D-4F39-BDEF-8EFEFF8891E3}"/>
                  </a:ext>
                </a:extLst>
              </p14:cNvPr>
              <p14:cNvContentPartPr/>
              <p14:nvPr/>
            </p14:nvContentPartPr>
            <p14:xfrm>
              <a:off x="1784397" y="576237"/>
              <a:ext cx="88560" cy="3474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52AD133F-173D-4F39-BDEF-8EFEFF8891E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75757" y="567237"/>
                <a:ext cx="106200" cy="36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upo 15">
            <a:extLst>
              <a:ext uri="{FF2B5EF4-FFF2-40B4-BE49-F238E27FC236}">
                <a16:creationId xmlns:a16="http://schemas.microsoft.com/office/drawing/2014/main" id="{677314C2-12E4-4F76-9859-2E6CD70595B2}"/>
              </a:ext>
            </a:extLst>
          </p:cNvPr>
          <p:cNvGrpSpPr/>
          <p:nvPr/>
        </p:nvGrpSpPr>
        <p:grpSpPr>
          <a:xfrm>
            <a:off x="2082117" y="587397"/>
            <a:ext cx="857160" cy="672120"/>
            <a:chOff x="2082117" y="587397"/>
            <a:chExt cx="857160" cy="67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51250A9D-5109-4148-BF86-F2A35D2259FF}"/>
                    </a:ext>
                  </a:extLst>
                </p14:cNvPr>
                <p14:cNvContentPartPr/>
                <p14:nvPr/>
              </p14:nvContentPartPr>
              <p14:xfrm>
                <a:off x="2097957" y="703317"/>
                <a:ext cx="115560" cy="104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51250A9D-5109-4148-BF86-F2A35D2259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89317" y="694317"/>
                  <a:ext cx="133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947F2BD6-17C6-41F9-8EE1-468357D972FF}"/>
                    </a:ext>
                  </a:extLst>
                </p14:cNvPr>
                <p14:cNvContentPartPr/>
                <p14:nvPr/>
              </p14:nvContentPartPr>
              <p14:xfrm>
                <a:off x="2082117" y="769917"/>
                <a:ext cx="119520" cy="111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947F2BD6-17C6-41F9-8EE1-468357D972F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73117" y="761277"/>
                  <a:ext cx="137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7586701A-8530-44A0-B8E6-BF199430F152}"/>
                    </a:ext>
                  </a:extLst>
                </p14:cNvPr>
                <p14:cNvContentPartPr/>
                <p14:nvPr/>
              </p14:nvContentPartPr>
              <p14:xfrm>
                <a:off x="2444637" y="587397"/>
                <a:ext cx="164520" cy="2264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7586701A-8530-44A0-B8E6-BF199430F15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35997" y="578757"/>
                  <a:ext cx="1821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8153FF1B-6A66-4050-A2A6-277672C7FBFF}"/>
                    </a:ext>
                  </a:extLst>
                </p14:cNvPr>
                <p14:cNvContentPartPr/>
                <p14:nvPr/>
              </p14:nvContentPartPr>
              <p14:xfrm>
                <a:off x="2339517" y="905277"/>
                <a:ext cx="599760" cy="2664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8153FF1B-6A66-4050-A2A6-277672C7FBF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30877" y="896277"/>
                  <a:ext cx="617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66BF2CDB-841E-4702-ABF1-820394AC1F84}"/>
                    </a:ext>
                  </a:extLst>
                </p14:cNvPr>
                <p14:cNvContentPartPr/>
                <p14:nvPr/>
              </p14:nvContentPartPr>
              <p14:xfrm>
                <a:off x="2480997" y="1004997"/>
                <a:ext cx="128880" cy="11052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66BF2CDB-841E-4702-ABF1-820394AC1F8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72357" y="995997"/>
                  <a:ext cx="1465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5035E5A4-2891-4510-AFAC-B74E495F7FF0}"/>
                    </a:ext>
                  </a:extLst>
                </p14:cNvPr>
                <p14:cNvContentPartPr/>
                <p14:nvPr/>
              </p14:nvContentPartPr>
              <p14:xfrm>
                <a:off x="2450037" y="1106877"/>
                <a:ext cx="178560" cy="1526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5035E5A4-2891-4510-AFAC-B74E495F7F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41037" y="1097877"/>
                  <a:ext cx="196200" cy="17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616ADA44-CF06-4907-8611-BE764AA91B17}"/>
                  </a:ext>
                </a:extLst>
              </p14:cNvPr>
              <p14:cNvContentPartPr/>
              <p14:nvPr/>
            </p14:nvContentPartPr>
            <p14:xfrm>
              <a:off x="4253277" y="615117"/>
              <a:ext cx="9720" cy="33012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616ADA44-CF06-4907-8611-BE764AA91B1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244637" y="606117"/>
                <a:ext cx="2736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6BB9ADBB-0F36-4873-8B22-9A8E3EF72392}"/>
                  </a:ext>
                </a:extLst>
              </p14:cNvPr>
              <p14:cNvContentPartPr/>
              <p14:nvPr/>
            </p14:nvContentPartPr>
            <p14:xfrm>
              <a:off x="4266597" y="559317"/>
              <a:ext cx="209160" cy="18792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6BB9ADBB-0F36-4873-8B22-9A8E3EF7239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57597" y="550677"/>
                <a:ext cx="2268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260EB26C-E862-498C-8D3D-4D44C24B95C3}"/>
                  </a:ext>
                </a:extLst>
              </p14:cNvPr>
              <p14:cNvContentPartPr/>
              <p14:nvPr/>
            </p14:nvContentPartPr>
            <p14:xfrm>
              <a:off x="4562157" y="543837"/>
              <a:ext cx="167760" cy="21204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260EB26C-E862-498C-8D3D-4D44C24B95C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553157" y="534837"/>
                <a:ext cx="1854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ACD21105-298F-4BF4-A0F7-794A59985E9C}"/>
                  </a:ext>
                </a:extLst>
              </p14:cNvPr>
              <p14:cNvContentPartPr/>
              <p14:nvPr/>
            </p14:nvContentPartPr>
            <p14:xfrm>
              <a:off x="4770597" y="543837"/>
              <a:ext cx="170640" cy="17784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ACD21105-298F-4BF4-A0F7-794A59985E9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761957" y="534837"/>
                <a:ext cx="1882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EC90573B-D8D4-428F-B913-635DF5DE7EF8}"/>
                  </a:ext>
                </a:extLst>
              </p14:cNvPr>
              <p14:cNvContentPartPr/>
              <p14:nvPr/>
            </p14:nvContentPartPr>
            <p14:xfrm>
              <a:off x="5018997" y="602517"/>
              <a:ext cx="140760" cy="7344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EC90573B-D8D4-428F-B913-635DF5DE7EF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10357" y="593517"/>
                <a:ext cx="1584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DAC774FE-12E4-4E21-9F75-E189D404E045}"/>
                  </a:ext>
                </a:extLst>
              </p14:cNvPr>
              <p14:cNvContentPartPr/>
              <p14:nvPr/>
            </p14:nvContentPartPr>
            <p14:xfrm>
              <a:off x="5232837" y="560037"/>
              <a:ext cx="127440" cy="15876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DAC774FE-12E4-4E21-9F75-E189D404E04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23837" y="551037"/>
                <a:ext cx="1450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DE4D9B74-EC2A-4757-8193-4F3529C5E752}"/>
                  </a:ext>
                </a:extLst>
              </p14:cNvPr>
              <p14:cNvContentPartPr/>
              <p14:nvPr/>
            </p14:nvContentPartPr>
            <p14:xfrm>
              <a:off x="5418957" y="492357"/>
              <a:ext cx="49320" cy="26100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DE4D9B74-EC2A-4757-8193-4F3529C5E75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410317" y="483717"/>
                <a:ext cx="6696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C1B4999B-5236-4D03-9523-F38E326A04C9}"/>
                  </a:ext>
                </a:extLst>
              </p14:cNvPr>
              <p14:cNvContentPartPr/>
              <p14:nvPr/>
            </p14:nvContentPartPr>
            <p14:xfrm>
              <a:off x="5622357" y="587037"/>
              <a:ext cx="131760" cy="396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C1B4999B-5236-4D03-9523-F38E326A04C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613717" y="578037"/>
                <a:ext cx="1494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74FF2C04-0C23-45D0-B006-D5A752124C0A}"/>
                  </a:ext>
                </a:extLst>
              </p14:cNvPr>
              <p14:cNvContentPartPr/>
              <p14:nvPr/>
            </p14:nvContentPartPr>
            <p14:xfrm>
              <a:off x="5626317" y="682437"/>
              <a:ext cx="205920" cy="144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74FF2C04-0C23-45D0-B006-D5A752124C0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617677" y="673797"/>
                <a:ext cx="22356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upo 27">
            <a:extLst>
              <a:ext uri="{FF2B5EF4-FFF2-40B4-BE49-F238E27FC236}">
                <a16:creationId xmlns:a16="http://schemas.microsoft.com/office/drawing/2014/main" id="{6E929ACF-23C9-4436-B483-571065EA1565}"/>
              </a:ext>
            </a:extLst>
          </p:cNvPr>
          <p:cNvGrpSpPr/>
          <p:nvPr/>
        </p:nvGrpSpPr>
        <p:grpSpPr>
          <a:xfrm>
            <a:off x="6035277" y="455277"/>
            <a:ext cx="280800" cy="229680"/>
            <a:chOff x="6035277" y="455277"/>
            <a:chExt cx="28080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E4A13EF3-2D3B-4EED-A3BB-F3DB7DDAB260}"/>
                    </a:ext>
                  </a:extLst>
                </p14:cNvPr>
                <p14:cNvContentPartPr/>
                <p14:nvPr/>
              </p14:nvContentPartPr>
              <p14:xfrm>
                <a:off x="6079197" y="455277"/>
                <a:ext cx="129600" cy="17100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E4A13EF3-2D3B-4EED-A3BB-F3DB7DDAB26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70557" y="446637"/>
                  <a:ext cx="147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44E94B57-4DDC-43A3-A8A4-644603AD3386}"/>
                    </a:ext>
                  </a:extLst>
                </p14:cNvPr>
                <p14:cNvContentPartPr/>
                <p14:nvPr/>
              </p14:nvContentPartPr>
              <p14:xfrm>
                <a:off x="6035277" y="681717"/>
                <a:ext cx="280800" cy="32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44E94B57-4DDC-43A3-A8A4-644603AD338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26277" y="672717"/>
                  <a:ext cx="298440" cy="2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B1C335FF-5EC6-4FD6-B762-317CE6FC03B4}"/>
                  </a:ext>
                </a:extLst>
              </p14:cNvPr>
              <p14:cNvContentPartPr/>
              <p14:nvPr/>
            </p14:nvContentPartPr>
            <p14:xfrm>
              <a:off x="6127437" y="770637"/>
              <a:ext cx="120960" cy="11916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B1C335FF-5EC6-4FD6-B762-317CE6FC03B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118437" y="761637"/>
                <a:ext cx="13860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D97BFBAA-C723-4022-88CF-B48784C0199D}"/>
                  </a:ext>
                </a:extLst>
              </p14:cNvPr>
              <p14:cNvContentPartPr/>
              <p14:nvPr/>
            </p14:nvContentPartPr>
            <p14:xfrm>
              <a:off x="6114117" y="904197"/>
              <a:ext cx="143280" cy="12636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D97BFBAA-C723-4022-88CF-B48784C0199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105477" y="895557"/>
                <a:ext cx="1609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C730BA3E-F634-41B0-9B15-E1E855BB1319}"/>
                  </a:ext>
                </a:extLst>
              </p14:cNvPr>
              <p14:cNvContentPartPr/>
              <p14:nvPr/>
            </p14:nvContentPartPr>
            <p14:xfrm>
              <a:off x="7339917" y="572637"/>
              <a:ext cx="37440" cy="35820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C730BA3E-F634-41B0-9B15-E1E855BB131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31277" y="563637"/>
                <a:ext cx="5508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CC3E0139-644D-4851-BC48-81F667501804}"/>
                  </a:ext>
                </a:extLst>
              </p14:cNvPr>
              <p14:cNvContentPartPr/>
              <p14:nvPr/>
            </p14:nvContentPartPr>
            <p14:xfrm>
              <a:off x="7321917" y="556437"/>
              <a:ext cx="163800" cy="14004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CC3E0139-644D-4851-BC48-81F66750180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312917" y="547437"/>
                <a:ext cx="18144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1327D1A2-2ACA-4018-811C-E96667C4141C}"/>
                  </a:ext>
                </a:extLst>
              </p14:cNvPr>
              <p14:cNvContentPartPr/>
              <p14:nvPr/>
            </p14:nvContentPartPr>
            <p14:xfrm>
              <a:off x="7574637" y="504237"/>
              <a:ext cx="143280" cy="23616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1327D1A2-2ACA-4018-811C-E96667C4141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565997" y="495237"/>
                <a:ext cx="1609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C6BE7A7F-1205-45F2-A746-A3B57002D084}"/>
                  </a:ext>
                </a:extLst>
              </p14:cNvPr>
              <p14:cNvContentPartPr/>
              <p14:nvPr/>
            </p14:nvContentPartPr>
            <p14:xfrm>
              <a:off x="7781997" y="529437"/>
              <a:ext cx="164880" cy="18792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C6BE7A7F-1205-45F2-A746-A3B57002D08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772997" y="520437"/>
                <a:ext cx="1825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51258675-EDBC-45D8-8DB3-ADABF7B8BF9A}"/>
                  </a:ext>
                </a:extLst>
              </p14:cNvPr>
              <p14:cNvContentPartPr/>
              <p14:nvPr/>
            </p14:nvContentPartPr>
            <p14:xfrm>
              <a:off x="7778397" y="499557"/>
              <a:ext cx="156960" cy="21420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51258675-EDBC-45D8-8DB3-ADABF7B8BF9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769757" y="490917"/>
                <a:ext cx="17460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DB4DDC9E-4FDB-4861-9186-AB3108CF58B5}"/>
                  </a:ext>
                </a:extLst>
              </p14:cNvPr>
              <p14:cNvContentPartPr/>
              <p14:nvPr/>
            </p14:nvContentPartPr>
            <p14:xfrm>
              <a:off x="8044437" y="552837"/>
              <a:ext cx="91440" cy="216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DB4DDC9E-4FDB-4861-9186-AB3108CF58B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035437" y="543837"/>
                <a:ext cx="109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05CD0662-8FCC-4E9B-8DF6-B6C74E34529B}"/>
                  </a:ext>
                </a:extLst>
              </p14:cNvPr>
              <p14:cNvContentPartPr/>
              <p14:nvPr/>
            </p14:nvContentPartPr>
            <p14:xfrm>
              <a:off x="8047317" y="642837"/>
              <a:ext cx="118440" cy="576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05CD0662-8FCC-4E9B-8DF6-B6C74E34529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38677" y="634197"/>
                <a:ext cx="1360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B8034960-45BA-4FD1-9287-8FE55CBAA0E2}"/>
                  </a:ext>
                </a:extLst>
              </p14:cNvPr>
              <p14:cNvContentPartPr/>
              <p14:nvPr/>
            </p14:nvContentPartPr>
            <p14:xfrm>
              <a:off x="8251797" y="536637"/>
              <a:ext cx="163440" cy="15012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B8034960-45BA-4FD1-9287-8FE55CBAA0E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242797" y="527637"/>
                <a:ext cx="18108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71C72AD2-8819-4288-A4C6-59C4E2CF1C3F}"/>
                  </a:ext>
                </a:extLst>
              </p14:cNvPr>
              <p14:cNvContentPartPr/>
              <p14:nvPr/>
            </p14:nvContentPartPr>
            <p14:xfrm>
              <a:off x="8447277" y="437277"/>
              <a:ext cx="101160" cy="28260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71C72AD2-8819-4288-A4C6-59C4E2CF1C3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438277" y="428637"/>
                <a:ext cx="11880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ED8DE0AD-3BCA-4222-945E-4EDA7A627746}"/>
                  </a:ext>
                </a:extLst>
              </p14:cNvPr>
              <p14:cNvContentPartPr/>
              <p14:nvPr/>
            </p14:nvContentPartPr>
            <p14:xfrm>
              <a:off x="8654637" y="515757"/>
              <a:ext cx="145800" cy="684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ED8DE0AD-3BCA-4222-945E-4EDA7A62774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645997" y="507117"/>
                <a:ext cx="1634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F33D48D1-0556-4506-B880-19670B733BA2}"/>
                  </a:ext>
                </a:extLst>
              </p14:cNvPr>
              <p14:cNvContentPartPr/>
              <p14:nvPr/>
            </p14:nvContentPartPr>
            <p14:xfrm>
              <a:off x="8683797" y="615837"/>
              <a:ext cx="159840" cy="684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F33D48D1-0556-4506-B880-19670B733BA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674797" y="607197"/>
                <a:ext cx="17748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upo 46">
            <a:extLst>
              <a:ext uri="{FF2B5EF4-FFF2-40B4-BE49-F238E27FC236}">
                <a16:creationId xmlns:a16="http://schemas.microsoft.com/office/drawing/2014/main" id="{1EF3CD90-B7FE-47BC-B133-854C9813576F}"/>
              </a:ext>
            </a:extLst>
          </p:cNvPr>
          <p:cNvGrpSpPr/>
          <p:nvPr/>
        </p:nvGrpSpPr>
        <p:grpSpPr>
          <a:xfrm>
            <a:off x="9077637" y="369237"/>
            <a:ext cx="290880" cy="207360"/>
            <a:chOff x="9077637" y="369237"/>
            <a:chExt cx="290880" cy="20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99AC032D-73EB-4FDA-A88D-41C5412BDE79}"/>
                    </a:ext>
                  </a:extLst>
                </p14:cNvPr>
                <p14:cNvContentPartPr/>
                <p14:nvPr/>
              </p14:nvContentPartPr>
              <p14:xfrm>
                <a:off x="9164757" y="369237"/>
                <a:ext cx="20520" cy="18684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99AC032D-73EB-4FDA-A88D-41C5412BDE7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55757" y="360237"/>
                  <a:ext cx="381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6CAEE19E-B467-4503-8B31-8388FD1CEFEA}"/>
                    </a:ext>
                  </a:extLst>
                </p14:cNvPr>
                <p14:cNvContentPartPr/>
                <p14:nvPr/>
              </p14:nvContentPartPr>
              <p14:xfrm>
                <a:off x="9077637" y="569757"/>
                <a:ext cx="290880" cy="684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6CAEE19E-B467-4503-8B31-8388FD1CEFE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68637" y="561117"/>
                  <a:ext cx="30852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0B995432-8D61-4B97-B7CC-E53AB1B23594}"/>
              </a:ext>
            </a:extLst>
          </p:cNvPr>
          <p:cNvGrpSpPr/>
          <p:nvPr/>
        </p:nvGrpSpPr>
        <p:grpSpPr>
          <a:xfrm>
            <a:off x="9099957" y="700797"/>
            <a:ext cx="193680" cy="265680"/>
            <a:chOff x="9099957" y="700797"/>
            <a:chExt cx="19368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673C002B-3404-4D4A-AFB7-488AFB0E88CB}"/>
                    </a:ext>
                  </a:extLst>
                </p14:cNvPr>
                <p14:cNvContentPartPr/>
                <p14:nvPr/>
              </p14:nvContentPartPr>
              <p14:xfrm>
                <a:off x="9119037" y="700797"/>
                <a:ext cx="144000" cy="11160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673C002B-3404-4D4A-AFB7-488AFB0E88C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10037" y="691797"/>
                  <a:ext cx="161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1EAB62AC-93FC-44B5-80F7-ECA034770B3D}"/>
                    </a:ext>
                  </a:extLst>
                </p14:cNvPr>
                <p14:cNvContentPartPr/>
                <p14:nvPr/>
              </p14:nvContentPartPr>
              <p14:xfrm>
                <a:off x="9099957" y="818517"/>
                <a:ext cx="193680" cy="14796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1EAB62AC-93FC-44B5-80F7-ECA034770B3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091317" y="809877"/>
                  <a:ext cx="21132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DD7D1E89-7E0F-476E-98E7-F29A42D643F2}"/>
              </a:ext>
            </a:extLst>
          </p:cNvPr>
          <p:cNvGrpSpPr/>
          <p:nvPr/>
        </p:nvGrpSpPr>
        <p:grpSpPr>
          <a:xfrm>
            <a:off x="2064837" y="1434477"/>
            <a:ext cx="1267200" cy="689040"/>
            <a:chOff x="2064837" y="1434477"/>
            <a:chExt cx="1267200" cy="68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F9926260-D0D6-4BCC-8B2F-E7B1F57EDC71}"/>
                    </a:ext>
                  </a:extLst>
                </p14:cNvPr>
                <p14:cNvContentPartPr/>
                <p14:nvPr/>
              </p14:nvContentPartPr>
              <p14:xfrm>
                <a:off x="2064837" y="1808157"/>
                <a:ext cx="302040" cy="3153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F9926260-D0D6-4BCC-8B2F-E7B1F57EDC7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56197" y="1799157"/>
                  <a:ext cx="31968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D112863F-E018-427F-836A-387506F56F52}"/>
                    </a:ext>
                  </a:extLst>
                </p14:cNvPr>
                <p14:cNvContentPartPr/>
                <p14:nvPr/>
              </p14:nvContentPartPr>
              <p14:xfrm>
                <a:off x="2100117" y="1821837"/>
                <a:ext cx="230760" cy="25848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D112863F-E018-427F-836A-387506F56F5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091117" y="1813197"/>
                  <a:ext cx="2484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B98A20D1-E8E1-42BF-96B4-828F79C96618}"/>
                    </a:ext>
                  </a:extLst>
                </p14:cNvPr>
                <p14:cNvContentPartPr/>
                <p14:nvPr/>
              </p14:nvContentPartPr>
              <p14:xfrm>
                <a:off x="2462997" y="1903917"/>
                <a:ext cx="172800" cy="183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B98A20D1-E8E1-42BF-96B4-828F79C9661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53997" y="1895277"/>
                  <a:ext cx="190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6F29D083-249E-409F-8010-C54AD0048505}"/>
                    </a:ext>
                  </a:extLst>
                </p14:cNvPr>
                <p14:cNvContentPartPr/>
                <p14:nvPr/>
              </p14:nvContentPartPr>
              <p14:xfrm>
                <a:off x="2500797" y="1968717"/>
                <a:ext cx="109440" cy="3384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6F29D083-249E-409F-8010-C54AD004850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92157" y="1960077"/>
                  <a:ext cx="127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408522C0-08E9-46F9-9473-3393F8E2C4C6}"/>
                    </a:ext>
                  </a:extLst>
                </p14:cNvPr>
                <p14:cNvContentPartPr/>
                <p14:nvPr/>
              </p14:nvContentPartPr>
              <p14:xfrm>
                <a:off x="2232237" y="1434477"/>
                <a:ext cx="27360" cy="19944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408522C0-08E9-46F9-9473-3393F8E2C4C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23597" y="1425477"/>
                  <a:ext cx="450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0A6B1B28-5FFE-4255-A066-CA1C7590AB0F}"/>
                    </a:ext>
                  </a:extLst>
                </p14:cNvPr>
                <p14:cNvContentPartPr/>
                <p14:nvPr/>
              </p14:nvContentPartPr>
              <p14:xfrm>
                <a:off x="2205237" y="1577757"/>
                <a:ext cx="147600" cy="9072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0A6B1B28-5FFE-4255-A066-CA1C7590AB0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96597" y="1568757"/>
                  <a:ext cx="1652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F380ADD6-E910-481D-8246-58318B5A6A71}"/>
                    </a:ext>
                  </a:extLst>
                </p14:cNvPr>
                <p14:cNvContentPartPr/>
                <p14:nvPr/>
              </p14:nvContentPartPr>
              <p14:xfrm>
                <a:off x="2406837" y="1545357"/>
                <a:ext cx="63360" cy="957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F380ADD6-E910-481D-8246-58318B5A6A7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97837" y="1536357"/>
                  <a:ext cx="81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B4062392-ECE1-42CE-B0AF-F8A351D0F973}"/>
                    </a:ext>
                  </a:extLst>
                </p14:cNvPr>
                <p14:cNvContentPartPr/>
                <p14:nvPr/>
              </p14:nvContentPartPr>
              <p14:xfrm>
                <a:off x="2532837" y="1581357"/>
                <a:ext cx="360" cy="50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B4062392-ECE1-42CE-B0AF-F8A351D0F97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24197" y="1572357"/>
                  <a:ext cx="18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41B75DFB-5892-447D-B0AE-143DA3E3C12F}"/>
                    </a:ext>
                  </a:extLst>
                </p14:cNvPr>
                <p14:cNvContentPartPr/>
                <p14:nvPr/>
              </p14:nvContentPartPr>
              <p14:xfrm>
                <a:off x="2582517" y="1494237"/>
                <a:ext cx="78840" cy="12852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41B75DFB-5892-447D-B0AE-143DA3E3C12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73877" y="1485597"/>
                  <a:ext cx="964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D12923B1-C18B-4F94-A614-5A2B10C06AC1}"/>
                    </a:ext>
                  </a:extLst>
                </p14:cNvPr>
                <p14:cNvContentPartPr/>
                <p14:nvPr/>
              </p14:nvContentPartPr>
              <p14:xfrm>
                <a:off x="2545077" y="1596477"/>
                <a:ext cx="160560" cy="1296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D12923B1-C18B-4F94-A614-5A2B10C06AC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36077" y="1587837"/>
                  <a:ext cx="178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8F16C301-0C32-443C-9FC8-C02ED48DC6F3}"/>
                    </a:ext>
                  </a:extLst>
                </p14:cNvPr>
                <p14:cNvContentPartPr/>
                <p14:nvPr/>
              </p14:nvContentPartPr>
              <p14:xfrm>
                <a:off x="2691237" y="1910037"/>
                <a:ext cx="97560" cy="12996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8F16C301-0C32-443C-9FC8-C02ED48DC6F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82597" y="1901397"/>
                  <a:ext cx="1152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7B1EDDDF-A8F9-4986-A85C-6CAF50E24E1F}"/>
                    </a:ext>
                  </a:extLst>
                </p14:cNvPr>
                <p14:cNvContentPartPr/>
                <p14:nvPr/>
              </p14:nvContentPartPr>
              <p14:xfrm>
                <a:off x="2782317" y="1907517"/>
                <a:ext cx="98640" cy="13428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7B1EDDDF-A8F9-4986-A85C-6CAF50E24E1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73677" y="1898877"/>
                  <a:ext cx="1162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79D230E8-43AC-4F4E-B376-263C7792CF03}"/>
                    </a:ext>
                  </a:extLst>
                </p14:cNvPr>
                <p14:cNvContentPartPr/>
                <p14:nvPr/>
              </p14:nvContentPartPr>
              <p14:xfrm>
                <a:off x="2959437" y="2011197"/>
                <a:ext cx="57240" cy="7272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79D230E8-43AC-4F4E-B376-263C7792CF0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950437" y="2002557"/>
                  <a:ext cx="74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702763C9-D2FA-4AC6-9A47-725329736837}"/>
                    </a:ext>
                  </a:extLst>
                </p14:cNvPr>
                <p14:cNvContentPartPr/>
                <p14:nvPr/>
              </p14:nvContentPartPr>
              <p14:xfrm>
                <a:off x="2960877" y="1954317"/>
                <a:ext cx="11520" cy="5724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702763C9-D2FA-4AC6-9A47-72532973683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51877" y="1945677"/>
                  <a:ext cx="29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BEE0E0F8-0ADE-4571-BFC5-EA67078FA1C3}"/>
                    </a:ext>
                  </a:extLst>
                </p14:cNvPr>
                <p14:cNvContentPartPr/>
                <p14:nvPr/>
              </p14:nvContentPartPr>
              <p14:xfrm>
                <a:off x="2909757" y="1546077"/>
                <a:ext cx="17280" cy="1436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BEE0E0F8-0ADE-4571-BFC5-EA67078FA1C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901117" y="1537437"/>
                  <a:ext cx="34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6EBE415F-DB41-41BA-AB04-0DA084CDEB33}"/>
                    </a:ext>
                  </a:extLst>
                </p14:cNvPr>
                <p14:cNvContentPartPr/>
                <p14:nvPr/>
              </p14:nvContentPartPr>
              <p14:xfrm>
                <a:off x="2877717" y="1667037"/>
                <a:ext cx="125640" cy="7416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6EBE415F-DB41-41BA-AB04-0DA084CDEB3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868717" y="1658037"/>
                  <a:ext cx="143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EDEC7A49-C703-4131-A68E-E87746297BF6}"/>
                    </a:ext>
                  </a:extLst>
                </p14:cNvPr>
                <p14:cNvContentPartPr/>
                <p14:nvPr/>
              </p14:nvContentPartPr>
              <p14:xfrm>
                <a:off x="3076077" y="1642557"/>
                <a:ext cx="84600" cy="8136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EDEC7A49-C703-4131-A68E-E87746297BF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067437" y="1633917"/>
                  <a:ext cx="1022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E095CD23-A292-484F-BEC3-C5642F16068F}"/>
                    </a:ext>
                  </a:extLst>
                </p14:cNvPr>
                <p14:cNvContentPartPr/>
                <p14:nvPr/>
              </p14:nvContentPartPr>
              <p14:xfrm>
                <a:off x="3175437" y="1555077"/>
                <a:ext cx="156600" cy="13644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E095CD23-A292-484F-BEC3-C5642F16068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166437" y="1546437"/>
                  <a:ext cx="174240" cy="15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14807833-C5EC-43FB-8F4B-10A77681681E}"/>
                  </a:ext>
                </a:extLst>
              </p14:cNvPr>
              <p14:cNvContentPartPr/>
              <p14:nvPr/>
            </p14:nvContentPartPr>
            <p14:xfrm>
              <a:off x="3337797" y="1543557"/>
              <a:ext cx="120240" cy="21132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14807833-C5EC-43FB-8F4B-10A77681681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328797" y="1534557"/>
                <a:ext cx="137880" cy="22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upo 84">
            <a:extLst>
              <a:ext uri="{FF2B5EF4-FFF2-40B4-BE49-F238E27FC236}">
                <a16:creationId xmlns:a16="http://schemas.microsoft.com/office/drawing/2014/main" id="{82815400-943B-4BED-94B5-5E9580C8AF4B}"/>
              </a:ext>
            </a:extLst>
          </p:cNvPr>
          <p:cNvGrpSpPr/>
          <p:nvPr/>
        </p:nvGrpSpPr>
        <p:grpSpPr>
          <a:xfrm>
            <a:off x="3959877" y="1643637"/>
            <a:ext cx="1266480" cy="409680"/>
            <a:chOff x="3959877" y="1643637"/>
            <a:chExt cx="126648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5A59D630-29E4-47CB-BB35-358D7358D478}"/>
                    </a:ext>
                  </a:extLst>
                </p14:cNvPr>
                <p14:cNvContentPartPr/>
                <p14:nvPr/>
              </p14:nvContentPartPr>
              <p14:xfrm>
                <a:off x="4009197" y="1756317"/>
                <a:ext cx="3240" cy="29700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5A59D630-29E4-47CB-BB35-358D7358D47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000197" y="1747317"/>
                  <a:ext cx="208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1" name="Entrada de lápiz 70">
                  <a:extLst>
                    <a:ext uri="{FF2B5EF4-FFF2-40B4-BE49-F238E27FC236}">
                      <a16:creationId xmlns:a16="http://schemas.microsoft.com/office/drawing/2014/main" id="{0B70C0F8-5283-4759-9640-2A6A3484D2D5}"/>
                    </a:ext>
                  </a:extLst>
                </p14:cNvPr>
                <p14:cNvContentPartPr/>
                <p14:nvPr/>
              </p14:nvContentPartPr>
              <p14:xfrm>
                <a:off x="3959877" y="1755597"/>
                <a:ext cx="175680" cy="164880"/>
              </p14:xfrm>
            </p:contentPart>
          </mc:Choice>
          <mc:Fallback>
            <p:pic>
              <p:nvPicPr>
                <p:cNvPr id="71" name="Entrada de lápiz 70">
                  <a:extLst>
                    <a:ext uri="{FF2B5EF4-FFF2-40B4-BE49-F238E27FC236}">
                      <a16:creationId xmlns:a16="http://schemas.microsoft.com/office/drawing/2014/main" id="{0B70C0F8-5283-4759-9640-2A6A3484D2D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951237" y="1746597"/>
                  <a:ext cx="193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2" name="Entrada de lápiz 71">
                  <a:extLst>
                    <a:ext uri="{FF2B5EF4-FFF2-40B4-BE49-F238E27FC236}">
                      <a16:creationId xmlns:a16="http://schemas.microsoft.com/office/drawing/2014/main" id="{8BCD8DD6-C7A6-48F5-8BFE-5A64CEDA9D70}"/>
                    </a:ext>
                  </a:extLst>
                </p14:cNvPr>
                <p14:cNvContentPartPr/>
                <p14:nvPr/>
              </p14:nvContentPartPr>
              <p14:xfrm>
                <a:off x="4205397" y="1730757"/>
                <a:ext cx="114480" cy="247320"/>
              </p14:xfrm>
            </p:contentPart>
          </mc:Choice>
          <mc:Fallback>
            <p:pic>
              <p:nvPicPr>
                <p:cNvPr id="72" name="Entrada de lápiz 71">
                  <a:extLst>
                    <a:ext uri="{FF2B5EF4-FFF2-40B4-BE49-F238E27FC236}">
                      <a16:creationId xmlns:a16="http://schemas.microsoft.com/office/drawing/2014/main" id="{8BCD8DD6-C7A6-48F5-8BFE-5A64CEDA9D7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96757" y="1722117"/>
                  <a:ext cx="132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Entrada de lápiz 73">
                  <a:extLst>
                    <a:ext uri="{FF2B5EF4-FFF2-40B4-BE49-F238E27FC236}">
                      <a16:creationId xmlns:a16="http://schemas.microsoft.com/office/drawing/2014/main" id="{DCDFE932-F867-4A78-B044-B0E97CF23351}"/>
                    </a:ext>
                  </a:extLst>
                </p14:cNvPr>
                <p14:cNvContentPartPr/>
                <p14:nvPr/>
              </p14:nvContentPartPr>
              <p14:xfrm>
                <a:off x="4417797" y="1739757"/>
                <a:ext cx="172440" cy="190440"/>
              </p14:xfrm>
            </p:contentPart>
          </mc:Choice>
          <mc:Fallback>
            <p:pic>
              <p:nvPicPr>
                <p:cNvPr id="74" name="Entrada de lápiz 73">
                  <a:extLst>
                    <a:ext uri="{FF2B5EF4-FFF2-40B4-BE49-F238E27FC236}">
                      <a16:creationId xmlns:a16="http://schemas.microsoft.com/office/drawing/2014/main" id="{DCDFE932-F867-4A78-B044-B0E97CF2335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09157" y="1731117"/>
                  <a:ext cx="1900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E074CC83-FCF5-4F0B-86E9-3E878E63E685}"/>
                    </a:ext>
                  </a:extLst>
                </p14:cNvPr>
                <p14:cNvContentPartPr/>
                <p14:nvPr/>
              </p14:nvContentPartPr>
              <p14:xfrm>
                <a:off x="4475037" y="1742637"/>
                <a:ext cx="122400" cy="2372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E074CC83-FCF5-4F0B-86E9-3E878E63E68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466397" y="1733637"/>
                  <a:ext cx="140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7EF7ABA7-49C4-4A8C-8A3D-4A6FBC238C17}"/>
                    </a:ext>
                  </a:extLst>
                </p14:cNvPr>
                <p14:cNvContentPartPr/>
                <p14:nvPr/>
              </p14:nvContentPartPr>
              <p14:xfrm>
                <a:off x="4653237" y="1838037"/>
                <a:ext cx="125640" cy="36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7EF7ABA7-49C4-4A8C-8A3D-4A6FBC238C1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644597" y="1829397"/>
                  <a:ext cx="1432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F6C3B86D-B24E-4784-91E5-5D40464EF915}"/>
                    </a:ext>
                  </a:extLst>
                </p14:cNvPr>
                <p14:cNvContentPartPr/>
                <p14:nvPr/>
              </p14:nvContentPartPr>
              <p14:xfrm>
                <a:off x="4684557" y="1897797"/>
                <a:ext cx="79560" cy="684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F6C3B86D-B24E-4784-91E5-5D40464EF91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675557" y="1888797"/>
                  <a:ext cx="97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2F3BC3BA-007D-4D04-843C-355F49EB194E}"/>
                    </a:ext>
                  </a:extLst>
                </p14:cNvPr>
                <p14:cNvContentPartPr/>
                <p14:nvPr/>
              </p14:nvContentPartPr>
              <p14:xfrm>
                <a:off x="4894797" y="1803837"/>
                <a:ext cx="53640" cy="9612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2F3BC3BA-007D-4D04-843C-355F49EB194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85797" y="1795197"/>
                  <a:ext cx="71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6854ECA7-A7FC-4D6E-A8EA-BACA5022DED3}"/>
                    </a:ext>
                  </a:extLst>
                </p14:cNvPr>
                <p14:cNvContentPartPr/>
                <p14:nvPr/>
              </p14:nvContentPartPr>
              <p14:xfrm>
                <a:off x="4787517" y="1753077"/>
                <a:ext cx="95040" cy="14688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6854ECA7-A7FC-4D6E-A8EA-BACA5022DED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778877" y="1744077"/>
                  <a:ext cx="1126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D20A35E0-3AC7-4D37-A851-B0B99FFCDF08}"/>
                    </a:ext>
                  </a:extLst>
                </p14:cNvPr>
                <p14:cNvContentPartPr/>
                <p14:nvPr/>
              </p14:nvContentPartPr>
              <p14:xfrm>
                <a:off x="4868877" y="1749837"/>
                <a:ext cx="119520" cy="13932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D20A35E0-3AC7-4D37-A851-B0B99FFCDF0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860237" y="1740837"/>
                  <a:ext cx="137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FC829ED6-94F9-4489-B9FB-6193577D9E68}"/>
                    </a:ext>
                  </a:extLst>
                </p14:cNvPr>
                <p14:cNvContentPartPr/>
                <p14:nvPr/>
              </p14:nvContentPartPr>
              <p14:xfrm>
                <a:off x="5040597" y="1830117"/>
                <a:ext cx="68760" cy="8604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FC829ED6-94F9-4489-B9FB-6193577D9E6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31597" y="1821117"/>
                  <a:ext cx="86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FF5273FD-FC63-457D-88AE-98D637244082}"/>
                    </a:ext>
                  </a:extLst>
                </p14:cNvPr>
                <p14:cNvContentPartPr/>
                <p14:nvPr/>
              </p14:nvContentPartPr>
              <p14:xfrm>
                <a:off x="5040237" y="1761717"/>
                <a:ext cx="33480" cy="6876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FF5273FD-FC63-457D-88AE-98D63724408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31237" y="1752717"/>
                  <a:ext cx="51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180386C1-5D41-44DA-ADB6-09333EA4BDD4}"/>
                    </a:ext>
                  </a:extLst>
                </p14:cNvPr>
                <p14:cNvContentPartPr/>
                <p14:nvPr/>
              </p14:nvContentPartPr>
              <p14:xfrm>
                <a:off x="5129517" y="1643637"/>
                <a:ext cx="96840" cy="30852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180386C1-5D41-44DA-ADB6-09333EA4BDD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20517" y="1634637"/>
                  <a:ext cx="114480" cy="32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10BF46BC-E49F-4342-B4C0-EE776DE233B3}"/>
              </a:ext>
            </a:extLst>
          </p:cNvPr>
          <p:cNvGrpSpPr/>
          <p:nvPr/>
        </p:nvGrpSpPr>
        <p:grpSpPr>
          <a:xfrm>
            <a:off x="5400957" y="1780437"/>
            <a:ext cx="141840" cy="72360"/>
            <a:chOff x="5400957" y="1780437"/>
            <a:chExt cx="141840" cy="7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1F3E2DE3-5327-4B65-9763-F68F323B1A86}"/>
                    </a:ext>
                  </a:extLst>
                </p14:cNvPr>
                <p14:cNvContentPartPr/>
                <p14:nvPr/>
              </p14:nvContentPartPr>
              <p14:xfrm>
                <a:off x="5400957" y="1780437"/>
                <a:ext cx="132480" cy="504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1F3E2DE3-5327-4B65-9763-F68F323B1A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91957" y="1771797"/>
                  <a:ext cx="1501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AF7F401D-19D2-4EE1-BDC7-9D00D6EE56DB}"/>
                    </a:ext>
                  </a:extLst>
                </p14:cNvPr>
                <p14:cNvContentPartPr/>
                <p14:nvPr/>
              </p14:nvContentPartPr>
              <p14:xfrm>
                <a:off x="5402037" y="1834437"/>
                <a:ext cx="140760" cy="1836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AF7F401D-19D2-4EE1-BDC7-9D00D6EE56D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393037" y="1825797"/>
                  <a:ext cx="1584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53B2DC81-ACCF-4456-8A38-32EFE8C1F95D}"/>
              </a:ext>
            </a:extLst>
          </p:cNvPr>
          <p:cNvGrpSpPr/>
          <p:nvPr/>
        </p:nvGrpSpPr>
        <p:grpSpPr>
          <a:xfrm>
            <a:off x="5712357" y="1656237"/>
            <a:ext cx="276840" cy="254160"/>
            <a:chOff x="5712357" y="1656237"/>
            <a:chExt cx="276840" cy="25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035F86DF-9556-4CAA-B158-8F63C5DF0357}"/>
                    </a:ext>
                  </a:extLst>
                </p14:cNvPr>
                <p14:cNvContentPartPr/>
                <p14:nvPr/>
              </p14:nvContentPartPr>
              <p14:xfrm>
                <a:off x="5712357" y="1656237"/>
                <a:ext cx="143640" cy="25416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035F86DF-9556-4CAA-B158-8F63C5DF035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03717" y="1647597"/>
                  <a:ext cx="1612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7243DE48-5863-4037-A4AE-6E31231FE450}"/>
                    </a:ext>
                  </a:extLst>
                </p14:cNvPr>
                <p14:cNvContentPartPr/>
                <p14:nvPr/>
              </p14:nvContentPartPr>
              <p14:xfrm>
                <a:off x="5930877" y="1798437"/>
                <a:ext cx="58320" cy="9432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7243DE48-5863-4037-A4AE-6E31231FE45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22237" y="1789797"/>
                  <a:ext cx="75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3D238774-3D3B-463A-BEDF-353F654B5FA6}"/>
                    </a:ext>
                  </a:extLst>
                </p14:cNvPr>
                <p14:cNvContentPartPr/>
                <p14:nvPr/>
              </p14:nvContentPartPr>
              <p14:xfrm>
                <a:off x="5966157" y="1686837"/>
                <a:ext cx="360" cy="36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3D238774-3D3B-463A-BEDF-353F654B5FA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957157" y="167783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98413428-8F51-4661-89B1-0068D8DFECFC}"/>
                  </a:ext>
                </a:extLst>
              </p14:cNvPr>
              <p14:cNvContentPartPr/>
              <p14:nvPr/>
            </p14:nvContentPartPr>
            <p14:xfrm>
              <a:off x="2407557" y="2419797"/>
              <a:ext cx="139680" cy="15804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98413428-8F51-4661-89B1-0068D8DFECFC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398917" y="2411157"/>
                <a:ext cx="15732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A3EFD199-8F07-4662-AA64-739DE00B45EB}"/>
                  </a:ext>
                </a:extLst>
              </p14:cNvPr>
              <p14:cNvContentPartPr/>
              <p14:nvPr/>
            </p14:nvContentPartPr>
            <p14:xfrm>
              <a:off x="2436717" y="3032517"/>
              <a:ext cx="16560" cy="12024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A3EFD199-8F07-4662-AA64-739DE00B45EB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2428077" y="3023517"/>
                <a:ext cx="3420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A49284FC-2E3C-4CF8-A849-49FA7F35EA5E}"/>
                  </a:ext>
                </a:extLst>
              </p14:cNvPr>
              <p14:cNvContentPartPr/>
              <p14:nvPr/>
            </p14:nvContentPartPr>
            <p14:xfrm>
              <a:off x="2387757" y="3616797"/>
              <a:ext cx="127800" cy="19584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A49284FC-2E3C-4CF8-A849-49FA7F35EA5E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2378757" y="3607797"/>
                <a:ext cx="14544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79995752-CC02-4DC2-B2BE-ADB97117F16D}"/>
                  </a:ext>
                </a:extLst>
              </p14:cNvPr>
              <p14:cNvContentPartPr/>
              <p14:nvPr/>
            </p14:nvContentPartPr>
            <p14:xfrm>
              <a:off x="2443917" y="4251837"/>
              <a:ext cx="182520" cy="19836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79995752-CC02-4DC2-B2BE-ADB97117F16D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2434917" y="4243197"/>
                <a:ext cx="20016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upo 100">
            <a:extLst>
              <a:ext uri="{FF2B5EF4-FFF2-40B4-BE49-F238E27FC236}">
                <a16:creationId xmlns:a16="http://schemas.microsoft.com/office/drawing/2014/main" id="{E31E2943-0C0B-42DC-852F-84B5EEF5ECBC}"/>
              </a:ext>
            </a:extLst>
          </p:cNvPr>
          <p:cNvGrpSpPr/>
          <p:nvPr/>
        </p:nvGrpSpPr>
        <p:grpSpPr>
          <a:xfrm>
            <a:off x="4587357" y="2152677"/>
            <a:ext cx="354960" cy="373320"/>
            <a:chOff x="4587357" y="2152677"/>
            <a:chExt cx="35496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1846FD96-3C2B-4319-A2F1-69867E0334C9}"/>
                    </a:ext>
                  </a:extLst>
                </p14:cNvPr>
                <p14:cNvContentPartPr/>
                <p14:nvPr/>
              </p14:nvContentPartPr>
              <p14:xfrm>
                <a:off x="4611117" y="2161677"/>
                <a:ext cx="9360" cy="13824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1846FD96-3C2B-4319-A2F1-69867E0334C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602477" y="2153037"/>
                  <a:ext cx="270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F5D239C8-8A1F-4E69-AC36-A316A049431D}"/>
                    </a:ext>
                  </a:extLst>
                </p14:cNvPr>
                <p14:cNvContentPartPr/>
                <p14:nvPr/>
              </p14:nvContentPartPr>
              <p14:xfrm>
                <a:off x="4587357" y="2152677"/>
                <a:ext cx="199800" cy="32580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F5D239C8-8A1F-4E69-AC36-A316A049431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578357" y="2144037"/>
                  <a:ext cx="2174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57E63753-0667-400A-890A-E10237C076C6}"/>
                    </a:ext>
                  </a:extLst>
                </p14:cNvPr>
                <p14:cNvContentPartPr/>
                <p14:nvPr/>
              </p14:nvContentPartPr>
              <p14:xfrm>
                <a:off x="4794357" y="2300637"/>
                <a:ext cx="124920" cy="10692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57E63753-0667-400A-890A-E10237C076C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785357" y="2291637"/>
                  <a:ext cx="1425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755626BB-5AB8-464E-8F6F-85166BCA44C9}"/>
                    </a:ext>
                  </a:extLst>
                </p14:cNvPr>
                <p14:cNvContentPartPr/>
                <p14:nvPr/>
              </p14:nvContentPartPr>
              <p14:xfrm>
                <a:off x="4799037" y="2401797"/>
                <a:ext cx="143280" cy="12420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755626BB-5AB8-464E-8F6F-85166BCA44C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790037" y="2392797"/>
                  <a:ext cx="160920" cy="14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7EF6EC36-C971-45F9-8343-467E256CEB12}"/>
                  </a:ext>
                </a:extLst>
              </p14:cNvPr>
              <p14:cNvContentPartPr/>
              <p14:nvPr/>
            </p14:nvContentPartPr>
            <p14:xfrm>
              <a:off x="2423757" y="2956197"/>
              <a:ext cx="21960" cy="21852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7EF6EC36-C971-45F9-8343-467E256CEB12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2415117" y="2947197"/>
                <a:ext cx="396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5D1BCC47-0D40-4C37-8B8B-28C7980DC7F1}"/>
                  </a:ext>
                </a:extLst>
              </p14:cNvPr>
              <p14:cNvContentPartPr/>
              <p14:nvPr/>
            </p14:nvContentPartPr>
            <p14:xfrm>
              <a:off x="3797517" y="4490877"/>
              <a:ext cx="2520360" cy="7164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5D1BCC47-0D40-4C37-8B8B-28C7980DC7F1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3788877" y="4482237"/>
                <a:ext cx="253800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upo 120">
            <a:extLst>
              <a:ext uri="{FF2B5EF4-FFF2-40B4-BE49-F238E27FC236}">
                <a16:creationId xmlns:a16="http://schemas.microsoft.com/office/drawing/2014/main" id="{6EB2ABD5-5B62-4384-B97C-5EC01F6A880A}"/>
              </a:ext>
            </a:extLst>
          </p:cNvPr>
          <p:cNvGrpSpPr/>
          <p:nvPr/>
        </p:nvGrpSpPr>
        <p:grpSpPr>
          <a:xfrm>
            <a:off x="4722357" y="4726677"/>
            <a:ext cx="333000" cy="310680"/>
            <a:chOff x="4722357" y="4726677"/>
            <a:chExt cx="33300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28A8A162-4D2D-4904-BD07-A8ECE1399E39}"/>
                    </a:ext>
                  </a:extLst>
                </p14:cNvPr>
                <p14:cNvContentPartPr/>
                <p14:nvPr/>
              </p14:nvContentPartPr>
              <p14:xfrm>
                <a:off x="4854837" y="4726677"/>
                <a:ext cx="23400" cy="27864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28A8A162-4D2D-4904-BD07-A8ECE1399E3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845837" y="4717677"/>
                  <a:ext cx="410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F188EE05-ADCD-4263-8E81-CDAA93BAAD28}"/>
                    </a:ext>
                  </a:extLst>
                </p14:cNvPr>
                <p14:cNvContentPartPr/>
                <p14:nvPr/>
              </p14:nvContentPartPr>
              <p14:xfrm>
                <a:off x="4722357" y="5013597"/>
                <a:ext cx="333000" cy="2376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F188EE05-ADCD-4263-8E81-CDAA93BAAD2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4713717" y="5004957"/>
                  <a:ext cx="35064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7C417473-B495-4EEE-A456-E66CC735B799}"/>
                  </a:ext>
                </a:extLst>
              </p14:cNvPr>
              <p14:cNvContentPartPr/>
              <p14:nvPr/>
            </p14:nvContentPartPr>
            <p14:xfrm>
              <a:off x="6543237" y="1409997"/>
              <a:ext cx="81360" cy="609840"/>
            </p14:xfrm>
          </p:contentPart>
        </mc:Choice>
        <mc:Fallback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7C417473-B495-4EEE-A456-E66CC735B799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6534597" y="1401357"/>
                <a:ext cx="99000" cy="62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upo 138">
            <a:extLst>
              <a:ext uri="{FF2B5EF4-FFF2-40B4-BE49-F238E27FC236}">
                <a16:creationId xmlns:a16="http://schemas.microsoft.com/office/drawing/2014/main" id="{19CE9CCA-8932-4C23-BA20-3E1059CF1797}"/>
              </a:ext>
            </a:extLst>
          </p:cNvPr>
          <p:cNvGrpSpPr/>
          <p:nvPr/>
        </p:nvGrpSpPr>
        <p:grpSpPr>
          <a:xfrm>
            <a:off x="6439197" y="2148357"/>
            <a:ext cx="192960" cy="141840"/>
            <a:chOff x="6439197" y="2148357"/>
            <a:chExt cx="192960" cy="14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D1B4A773-9040-4C79-AFB5-EF260DE299E7}"/>
                    </a:ext>
                  </a:extLst>
                </p14:cNvPr>
                <p14:cNvContentPartPr/>
                <p14:nvPr/>
              </p14:nvContentPartPr>
              <p14:xfrm>
                <a:off x="6439197" y="2148357"/>
                <a:ext cx="166680" cy="3816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D1B4A773-9040-4C79-AFB5-EF260DE299E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430197" y="2139357"/>
                  <a:ext cx="184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02325854-8EDA-41F2-B43F-EA498526DD89}"/>
                    </a:ext>
                  </a:extLst>
                </p14:cNvPr>
                <p14:cNvContentPartPr/>
                <p14:nvPr/>
              </p14:nvContentPartPr>
              <p14:xfrm>
                <a:off x="6472317" y="2253837"/>
                <a:ext cx="159840" cy="3636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02325854-8EDA-41F2-B43F-EA498526DD8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463317" y="2244837"/>
                  <a:ext cx="177480" cy="5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EF1131A2-C755-45CB-AA76-F23D58A619DB}"/>
                  </a:ext>
                </a:extLst>
              </p14:cNvPr>
              <p14:cNvContentPartPr/>
              <p14:nvPr/>
            </p14:nvContentPartPr>
            <p14:xfrm>
              <a:off x="6574557" y="2594397"/>
              <a:ext cx="16920" cy="65376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EF1131A2-C755-45CB-AA76-F23D58A619DB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6565917" y="2585757"/>
                <a:ext cx="34560" cy="67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upo 137">
            <a:extLst>
              <a:ext uri="{FF2B5EF4-FFF2-40B4-BE49-F238E27FC236}">
                <a16:creationId xmlns:a16="http://schemas.microsoft.com/office/drawing/2014/main" id="{D31038EE-B342-4F4D-BC0C-0A49B0849EAB}"/>
              </a:ext>
            </a:extLst>
          </p:cNvPr>
          <p:cNvGrpSpPr/>
          <p:nvPr/>
        </p:nvGrpSpPr>
        <p:grpSpPr>
          <a:xfrm>
            <a:off x="6496077" y="3422037"/>
            <a:ext cx="221040" cy="110880"/>
            <a:chOff x="6496077" y="3422037"/>
            <a:chExt cx="221040" cy="1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B18BAEBD-C09A-4252-90BA-3F6EC9290273}"/>
                    </a:ext>
                  </a:extLst>
                </p14:cNvPr>
                <p14:cNvContentPartPr/>
                <p14:nvPr/>
              </p14:nvContentPartPr>
              <p14:xfrm>
                <a:off x="6496077" y="3422037"/>
                <a:ext cx="129600" cy="2196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B18BAEBD-C09A-4252-90BA-3F6EC929027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487437" y="3413037"/>
                  <a:ext cx="147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FD02B4C9-D11C-4091-8E3F-364616E59C31}"/>
                    </a:ext>
                  </a:extLst>
                </p14:cNvPr>
                <p14:cNvContentPartPr/>
                <p14:nvPr/>
              </p14:nvContentPartPr>
              <p14:xfrm>
                <a:off x="6552237" y="3482157"/>
                <a:ext cx="164880" cy="5076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FD02B4C9-D11C-4091-8E3F-364616E59C3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543597" y="3473517"/>
                  <a:ext cx="18252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B1A1C4A0-17C5-4D4E-93A0-69E25826AD35}"/>
              </a:ext>
            </a:extLst>
          </p:cNvPr>
          <p:cNvGrpSpPr/>
          <p:nvPr/>
        </p:nvGrpSpPr>
        <p:grpSpPr>
          <a:xfrm>
            <a:off x="6548277" y="3888597"/>
            <a:ext cx="200880" cy="1427040"/>
            <a:chOff x="6548277" y="3888597"/>
            <a:chExt cx="200880" cy="142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3D2588FF-872E-4B14-9466-55F8E766FB8D}"/>
                    </a:ext>
                  </a:extLst>
                </p14:cNvPr>
                <p14:cNvContentPartPr/>
                <p14:nvPr/>
              </p14:nvContentPartPr>
              <p14:xfrm>
                <a:off x="6667437" y="3888597"/>
                <a:ext cx="45360" cy="61740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3D2588FF-872E-4B14-9466-55F8E766FB8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658797" y="3879597"/>
                  <a:ext cx="6300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08B2C996-4FD8-4BD8-A42D-8ACAEAD1F985}"/>
                    </a:ext>
                  </a:extLst>
                </p14:cNvPr>
                <p14:cNvContentPartPr/>
                <p14:nvPr/>
              </p14:nvContentPartPr>
              <p14:xfrm>
                <a:off x="6548277" y="4607157"/>
                <a:ext cx="200880" cy="4176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08B2C996-4FD8-4BD8-A42D-8ACAEAD1F98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539637" y="4598517"/>
                  <a:ext cx="218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A5255692-F207-4A64-A4A4-BD4A1349A1F7}"/>
                    </a:ext>
                  </a:extLst>
                </p14:cNvPr>
                <p14:cNvContentPartPr/>
                <p14:nvPr/>
              </p14:nvContentPartPr>
              <p14:xfrm>
                <a:off x="6651597" y="4752237"/>
                <a:ext cx="18360" cy="10944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A5255692-F207-4A64-A4A4-BD4A1349A1F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642597" y="4743597"/>
                  <a:ext cx="36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ABE4D9D1-9F0B-4FD2-B376-ADCF53E0C64B}"/>
                    </a:ext>
                  </a:extLst>
                </p14:cNvPr>
                <p14:cNvContentPartPr/>
                <p14:nvPr/>
              </p14:nvContentPartPr>
              <p14:xfrm>
                <a:off x="6655557" y="4779237"/>
                <a:ext cx="360" cy="36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ABE4D9D1-9F0B-4FD2-B376-ADCF53E0C64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46557" y="477059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645F8CA0-980B-478E-B019-297A5A71070C}"/>
                    </a:ext>
                  </a:extLst>
                </p14:cNvPr>
                <p14:cNvContentPartPr/>
                <p14:nvPr/>
              </p14:nvContentPartPr>
              <p14:xfrm>
                <a:off x="6620277" y="4721997"/>
                <a:ext cx="47520" cy="59364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645F8CA0-980B-478E-B019-297A5A71070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611637" y="4713357"/>
                  <a:ext cx="65160" cy="61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5C223636-E2A7-4829-B349-ED91460583CF}"/>
              </a:ext>
            </a:extLst>
          </p:cNvPr>
          <p:cNvGrpSpPr/>
          <p:nvPr/>
        </p:nvGrpSpPr>
        <p:grpSpPr>
          <a:xfrm>
            <a:off x="6536397" y="5427597"/>
            <a:ext cx="199440" cy="519480"/>
            <a:chOff x="6536397" y="5427597"/>
            <a:chExt cx="199440" cy="51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8BF8D0E7-19DB-4E99-A394-6368EAD2796E}"/>
                    </a:ext>
                  </a:extLst>
                </p14:cNvPr>
                <p14:cNvContentPartPr/>
                <p14:nvPr/>
              </p14:nvContentPartPr>
              <p14:xfrm>
                <a:off x="6536397" y="5427597"/>
                <a:ext cx="152640" cy="4464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8BF8D0E7-19DB-4E99-A394-6368EAD2796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27397" y="5418597"/>
                  <a:ext cx="1702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0172CA80-614E-4773-B9A8-580EB4723444}"/>
                    </a:ext>
                  </a:extLst>
                </p14:cNvPr>
                <p14:cNvContentPartPr/>
                <p14:nvPr/>
              </p14:nvContentPartPr>
              <p14:xfrm>
                <a:off x="6612357" y="5452797"/>
                <a:ext cx="123480" cy="3636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0172CA80-614E-4773-B9A8-580EB472344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03717" y="5443797"/>
                  <a:ext cx="141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AFED0161-9924-4C3E-B784-3326D6AF69AB}"/>
                    </a:ext>
                  </a:extLst>
                </p14:cNvPr>
                <p14:cNvContentPartPr/>
                <p14:nvPr/>
              </p14:nvContentPartPr>
              <p14:xfrm>
                <a:off x="6658437" y="5524077"/>
                <a:ext cx="26640" cy="42300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AFED0161-9924-4C3E-B784-3326D6AF69A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649797" y="5515077"/>
                  <a:ext cx="44280" cy="44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upo 140">
            <a:extLst>
              <a:ext uri="{FF2B5EF4-FFF2-40B4-BE49-F238E27FC236}">
                <a16:creationId xmlns:a16="http://schemas.microsoft.com/office/drawing/2014/main" id="{B3698B92-DC46-42F8-B4D8-06F36B7685A0}"/>
              </a:ext>
            </a:extLst>
          </p:cNvPr>
          <p:cNvGrpSpPr/>
          <p:nvPr/>
        </p:nvGrpSpPr>
        <p:grpSpPr>
          <a:xfrm>
            <a:off x="4495557" y="3923157"/>
            <a:ext cx="478440" cy="396360"/>
            <a:chOff x="4495557" y="3923157"/>
            <a:chExt cx="47844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2853B258-A76F-451C-B537-129EA673266B}"/>
                    </a:ext>
                  </a:extLst>
                </p14:cNvPr>
                <p14:cNvContentPartPr/>
                <p14:nvPr/>
              </p14:nvContentPartPr>
              <p14:xfrm>
                <a:off x="4495557" y="3923157"/>
                <a:ext cx="196200" cy="39636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2853B258-A76F-451C-B537-129EA673266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486917" y="3914157"/>
                  <a:ext cx="21384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76A5F93F-E399-4227-9B54-8675CD72C57F}"/>
                    </a:ext>
                  </a:extLst>
                </p14:cNvPr>
                <p14:cNvContentPartPr/>
                <p14:nvPr/>
              </p14:nvContentPartPr>
              <p14:xfrm>
                <a:off x="4795077" y="3987957"/>
                <a:ext cx="149400" cy="14220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76A5F93F-E399-4227-9B54-8675CD72C57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786077" y="3979317"/>
                  <a:ext cx="167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B229FCA1-7CED-4E26-B82A-B8B3DED7161C}"/>
                    </a:ext>
                  </a:extLst>
                </p14:cNvPr>
                <p14:cNvContentPartPr/>
                <p14:nvPr/>
              </p14:nvContentPartPr>
              <p14:xfrm>
                <a:off x="4808757" y="4103877"/>
                <a:ext cx="165240" cy="15156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B229FCA1-7CED-4E26-B82A-B8B3DED7161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799757" y="4095237"/>
                  <a:ext cx="182880" cy="16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0BEBF6E9-3EF0-4C8F-91F3-90B4BA11E91B}"/>
                  </a:ext>
                </a:extLst>
              </p14:cNvPr>
              <p14:cNvContentPartPr/>
              <p14:nvPr/>
            </p14:nvContentPartPr>
            <p14:xfrm>
              <a:off x="4387917" y="3871677"/>
              <a:ext cx="13680" cy="19404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0BEBF6E9-3EF0-4C8F-91F3-90B4BA11E91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378917" y="3863037"/>
                <a:ext cx="3132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268" name="Entrada de lápiz 267">
                <a:extLst>
                  <a:ext uri="{FF2B5EF4-FFF2-40B4-BE49-F238E27FC236}">
                    <a16:creationId xmlns:a16="http://schemas.microsoft.com/office/drawing/2014/main" id="{7023937F-C4D6-4FE5-BC3B-2DEBD92A4BEF}"/>
                  </a:ext>
                </a:extLst>
              </p14:cNvPr>
              <p14:cNvContentPartPr/>
              <p14:nvPr/>
            </p14:nvContentPartPr>
            <p14:xfrm>
              <a:off x="5116917" y="2276157"/>
              <a:ext cx="230400" cy="122760"/>
            </p14:xfrm>
          </p:contentPart>
        </mc:Choice>
        <mc:Fallback>
          <p:pic>
            <p:nvPicPr>
              <p:cNvPr id="268" name="Entrada de lápiz 267">
                <a:extLst>
                  <a:ext uri="{FF2B5EF4-FFF2-40B4-BE49-F238E27FC236}">
                    <a16:creationId xmlns:a16="http://schemas.microsoft.com/office/drawing/2014/main" id="{7023937F-C4D6-4FE5-BC3B-2DEBD92A4BEF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107917" y="2267517"/>
                <a:ext cx="24804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286" name="Entrada de lápiz 285">
                <a:extLst>
                  <a:ext uri="{FF2B5EF4-FFF2-40B4-BE49-F238E27FC236}">
                    <a16:creationId xmlns:a16="http://schemas.microsoft.com/office/drawing/2014/main" id="{8AAEAA17-47E0-483C-A8F8-A195A15958B2}"/>
                  </a:ext>
                </a:extLst>
              </p14:cNvPr>
              <p14:cNvContentPartPr/>
              <p14:nvPr/>
            </p14:nvContentPartPr>
            <p14:xfrm>
              <a:off x="7526397" y="4132317"/>
              <a:ext cx="42480" cy="35640"/>
            </p14:xfrm>
          </p:contentPart>
        </mc:Choice>
        <mc:Fallback>
          <p:pic>
            <p:nvPicPr>
              <p:cNvPr id="286" name="Entrada de lápiz 285">
                <a:extLst>
                  <a:ext uri="{FF2B5EF4-FFF2-40B4-BE49-F238E27FC236}">
                    <a16:creationId xmlns:a16="http://schemas.microsoft.com/office/drawing/2014/main" id="{8AAEAA17-47E0-483C-A8F8-A195A15958B2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517397" y="4123317"/>
                <a:ext cx="601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2F60EFC9-E465-4141-AA19-B3CB1E10CB23}"/>
                  </a:ext>
                </a:extLst>
              </p14:cNvPr>
              <p14:cNvContentPartPr/>
              <p14:nvPr/>
            </p14:nvContentPartPr>
            <p14:xfrm>
              <a:off x="4476117" y="2826597"/>
              <a:ext cx="151560" cy="18900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2F60EFC9-E465-4141-AA19-B3CB1E10CB2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4467117" y="2817957"/>
                <a:ext cx="16920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F1CBE49B-5BF9-475E-B633-3E38BE25DC2D}"/>
                  </a:ext>
                </a:extLst>
              </p14:cNvPr>
              <p14:cNvContentPartPr/>
              <p14:nvPr/>
            </p14:nvContentPartPr>
            <p14:xfrm>
              <a:off x="4602117" y="2825157"/>
              <a:ext cx="183600" cy="32040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F1CBE49B-5BF9-475E-B633-3E38BE25DC2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4593477" y="2816517"/>
                <a:ext cx="20124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57602CD1-2F51-414E-B862-A7636A6A9505}"/>
                  </a:ext>
                </a:extLst>
              </p14:cNvPr>
              <p14:cNvContentPartPr/>
              <p14:nvPr/>
            </p14:nvContentPartPr>
            <p14:xfrm>
              <a:off x="4831797" y="2933877"/>
              <a:ext cx="114120" cy="12096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57602CD1-2F51-414E-B862-A7636A6A9505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822797" y="2924877"/>
                <a:ext cx="13176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D68E2D14-6762-45F4-A0A7-CCE529A5E644}"/>
                  </a:ext>
                </a:extLst>
              </p14:cNvPr>
              <p14:cNvContentPartPr/>
              <p14:nvPr/>
            </p14:nvContentPartPr>
            <p14:xfrm>
              <a:off x="4815597" y="3047637"/>
              <a:ext cx="172080" cy="11736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D68E2D14-6762-45F4-A0A7-CCE529A5E64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806957" y="3038997"/>
                <a:ext cx="18972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303" name="Entrada de lápiz 302">
                <a:extLst>
                  <a:ext uri="{FF2B5EF4-FFF2-40B4-BE49-F238E27FC236}">
                    <a16:creationId xmlns:a16="http://schemas.microsoft.com/office/drawing/2014/main" id="{8F1975CD-0D97-488E-931E-937EF9A1D3AC}"/>
                  </a:ext>
                </a:extLst>
              </p14:cNvPr>
              <p14:cNvContentPartPr/>
              <p14:nvPr/>
            </p14:nvContentPartPr>
            <p14:xfrm>
              <a:off x="4179477" y="3245277"/>
              <a:ext cx="1253880" cy="42120"/>
            </p14:xfrm>
          </p:contentPart>
        </mc:Choice>
        <mc:Fallback>
          <p:pic>
            <p:nvPicPr>
              <p:cNvPr id="303" name="Entrada de lápiz 302">
                <a:extLst>
                  <a:ext uri="{FF2B5EF4-FFF2-40B4-BE49-F238E27FC236}">
                    <a16:creationId xmlns:a16="http://schemas.microsoft.com/office/drawing/2014/main" id="{8F1975CD-0D97-488E-931E-937EF9A1D3AC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170477" y="3236277"/>
                <a:ext cx="127152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0" name="Grupo 339">
            <a:extLst>
              <a:ext uri="{FF2B5EF4-FFF2-40B4-BE49-F238E27FC236}">
                <a16:creationId xmlns:a16="http://schemas.microsoft.com/office/drawing/2014/main" id="{C5EAEE5F-A455-4093-93F4-BE5B65B77A03}"/>
              </a:ext>
            </a:extLst>
          </p:cNvPr>
          <p:cNvGrpSpPr/>
          <p:nvPr/>
        </p:nvGrpSpPr>
        <p:grpSpPr>
          <a:xfrm>
            <a:off x="4165437" y="3374157"/>
            <a:ext cx="1226880" cy="482400"/>
            <a:chOff x="4165437" y="3374157"/>
            <a:chExt cx="1226880" cy="48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763C765D-8F7F-451C-BCB2-424194EA7DDD}"/>
                    </a:ext>
                  </a:extLst>
                </p14:cNvPr>
                <p14:cNvContentPartPr/>
                <p14:nvPr/>
              </p14:nvContentPartPr>
              <p14:xfrm>
                <a:off x="4462077" y="3380277"/>
                <a:ext cx="164880" cy="15372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763C765D-8F7F-451C-BCB2-424194EA7DD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453077" y="3371637"/>
                  <a:ext cx="1825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2798A0E6-7284-4DEA-870E-B9744C11F2C7}"/>
                    </a:ext>
                  </a:extLst>
                </p14:cNvPr>
                <p14:cNvContentPartPr/>
                <p14:nvPr/>
              </p14:nvContentPartPr>
              <p14:xfrm>
                <a:off x="4617957" y="3374157"/>
                <a:ext cx="218160" cy="35748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2798A0E6-7284-4DEA-870E-B9744C11F2C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608957" y="3365157"/>
                  <a:ext cx="2358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26E467EB-8215-40C5-88A0-CBD878E80018}"/>
                    </a:ext>
                  </a:extLst>
                </p14:cNvPr>
                <p14:cNvContentPartPr/>
                <p14:nvPr/>
              </p14:nvContentPartPr>
              <p14:xfrm>
                <a:off x="4845117" y="3515997"/>
                <a:ext cx="118080" cy="11916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26E467EB-8215-40C5-88A0-CBD878E8001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836117" y="3507357"/>
                  <a:ext cx="1357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9B37370F-5A84-40FE-A197-1850C879AB9F}"/>
                    </a:ext>
                  </a:extLst>
                </p14:cNvPr>
                <p14:cNvContentPartPr/>
                <p14:nvPr/>
              </p14:nvContentPartPr>
              <p14:xfrm>
                <a:off x="4855917" y="3632637"/>
                <a:ext cx="169560" cy="11052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9B37370F-5A84-40FE-A197-1850C879AB9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846917" y="3623997"/>
                  <a:ext cx="187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339" name="Entrada de lápiz 338">
                  <a:extLst>
                    <a:ext uri="{FF2B5EF4-FFF2-40B4-BE49-F238E27FC236}">
                      <a16:creationId xmlns:a16="http://schemas.microsoft.com/office/drawing/2014/main" id="{E499EC2F-1000-4D53-B51A-94BCB6859285}"/>
                    </a:ext>
                  </a:extLst>
                </p14:cNvPr>
                <p14:cNvContentPartPr/>
                <p14:nvPr/>
              </p14:nvContentPartPr>
              <p14:xfrm>
                <a:off x="4165437" y="3792477"/>
                <a:ext cx="1226880" cy="64080"/>
              </p14:xfrm>
            </p:contentPart>
          </mc:Choice>
          <mc:Fallback>
            <p:pic>
              <p:nvPicPr>
                <p:cNvPr id="339" name="Entrada de lápiz 338">
                  <a:extLst>
                    <a:ext uri="{FF2B5EF4-FFF2-40B4-BE49-F238E27FC236}">
                      <a16:creationId xmlns:a16="http://schemas.microsoft.com/office/drawing/2014/main" id="{E499EC2F-1000-4D53-B51A-94BCB685928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56437" y="3783477"/>
                  <a:ext cx="124452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Grupo 347">
            <a:extLst>
              <a:ext uri="{FF2B5EF4-FFF2-40B4-BE49-F238E27FC236}">
                <a16:creationId xmlns:a16="http://schemas.microsoft.com/office/drawing/2014/main" id="{82FFFE32-6B36-49BF-88E7-C8B8B1C8AC23}"/>
              </a:ext>
            </a:extLst>
          </p:cNvPr>
          <p:cNvGrpSpPr/>
          <p:nvPr/>
        </p:nvGrpSpPr>
        <p:grpSpPr>
          <a:xfrm>
            <a:off x="6960477" y="1173117"/>
            <a:ext cx="5233680" cy="3770640"/>
            <a:chOff x="6960477" y="1173117"/>
            <a:chExt cx="5233680" cy="377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1AF4369A-4453-4117-8247-1EB84432A544}"/>
                    </a:ext>
                  </a:extLst>
                </p14:cNvPr>
                <p14:cNvContentPartPr/>
                <p14:nvPr/>
              </p14:nvContentPartPr>
              <p14:xfrm>
                <a:off x="7141557" y="1342317"/>
                <a:ext cx="25560" cy="36540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1AF4369A-4453-4117-8247-1EB84432A54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32557" y="1333677"/>
                  <a:ext cx="432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1037A44E-00E6-4D96-85DF-32B112C51020}"/>
                    </a:ext>
                  </a:extLst>
                </p14:cNvPr>
                <p14:cNvContentPartPr/>
                <p14:nvPr/>
              </p14:nvContentPartPr>
              <p14:xfrm>
                <a:off x="6960477" y="1313517"/>
                <a:ext cx="421920" cy="7380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1037A44E-00E6-4D96-85DF-32B112C5102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951837" y="1304877"/>
                  <a:ext cx="439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494C4AC3-49C0-4B93-834B-D6B8CF435925}"/>
                    </a:ext>
                  </a:extLst>
                </p14:cNvPr>
                <p14:cNvContentPartPr/>
                <p14:nvPr/>
              </p14:nvContentPartPr>
              <p14:xfrm>
                <a:off x="7035357" y="1532397"/>
                <a:ext cx="220680" cy="2304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494C4AC3-49C0-4B93-834B-D6B8CF43592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026357" y="1523757"/>
                  <a:ext cx="238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FA09F49F-6FA6-468C-979F-4637805A2C23}"/>
                    </a:ext>
                  </a:extLst>
                </p14:cNvPr>
                <p14:cNvContentPartPr/>
                <p14:nvPr/>
              </p14:nvContentPartPr>
              <p14:xfrm>
                <a:off x="7346757" y="1648677"/>
                <a:ext cx="145800" cy="15444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FA09F49F-6FA6-468C-979F-4637805A2C2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337757" y="1640037"/>
                  <a:ext cx="1634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8B2C123E-64EC-4FE8-8E32-8E18C5090AA9}"/>
                    </a:ext>
                  </a:extLst>
                </p14:cNvPr>
                <p14:cNvContentPartPr/>
                <p14:nvPr/>
              </p14:nvContentPartPr>
              <p14:xfrm>
                <a:off x="7387077" y="1665237"/>
                <a:ext cx="95400" cy="14256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8B2C123E-64EC-4FE8-8E32-8E18C5090AA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378077" y="1656237"/>
                  <a:ext cx="113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30EA60D7-E4AF-41C6-B752-18D5945A5D12}"/>
                    </a:ext>
                  </a:extLst>
                </p14:cNvPr>
                <p14:cNvContentPartPr/>
                <p14:nvPr/>
              </p14:nvContentPartPr>
              <p14:xfrm>
                <a:off x="7612437" y="1345197"/>
                <a:ext cx="92520" cy="23112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30EA60D7-E4AF-41C6-B752-18D5945A5D1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603797" y="1336197"/>
                  <a:ext cx="110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E11A2180-D50E-4C41-8151-28F36FF4227F}"/>
                    </a:ext>
                  </a:extLst>
                </p14:cNvPr>
                <p14:cNvContentPartPr/>
                <p14:nvPr/>
              </p14:nvContentPartPr>
              <p14:xfrm>
                <a:off x="7730877" y="1394877"/>
                <a:ext cx="101160" cy="11376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E11A2180-D50E-4C41-8151-28F36FF4227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721877" y="1385877"/>
                  <a:ext cx="1188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EAE24F51-13EA-49D5-BD54-AECBB8C6800B}"/>
                    </a:ext>
                  </a:extLst>
                </p14:cNvPr>
                <p14:cNvContentPartPr/>
                <p14:nvPr/>
              </p14:nvContentPartPr>
              <p14:xfrm>
                <a:off x="7807197" y="1357797"/>
                <a:ext cx="178560" cy="12600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EAE24F51-13EA-49D5-BD54-AECBB8C6800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798197" y="1348797"/>
                  <a:ext cx="196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2" name="Entrada de lápiz 151">
                  <a:extLst>
                    <a:ext uri="{FF2B5EF4-FFF2-40B4-BE49-F238E27FC236}">
                      <a16:creationId xmlns:a16="http://schemas.microsoft.com/office/drawing/2014/main" id="{FC66FF9A-59C4-439E-A01E-A5E46C9B3968}"/>
                    </a:ext>
                  </a:extLst>
                </p14:cNvPr>
                <p14:cNvContentPartPr/>
                <p14:nvPr/>
              </p14:nvContentPartPr>
              <p14:xfrm>
                <a:off x="7986117" y="1282917"/>
                <a:ext cx="58320" cy="310320"/>
              </p14:xfrm>
            </p:contentPart>
          </mc:Choice>
          <mc:Fallback>
            <p:pic>
              <p:nvPicPr>
                <p:cNvPr id="152" name="Entrada de lápiz 151">
                  <a:extLst>
                    <a:ext uri="{FF2B5EF4-FFF2-40B4-BE49-F238E27FC236}">
                      <a16:creationId xmlns:a16="http://schemas.microsoft.com/office/drawing/2014/main" id="{FC66FF9A-59C4-439E-A01E-A5E46C9B396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977477" y="1273917"/>
                  <a:ext cx="7596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3C9179C2-26FD-4FB5-8886-0009D400065B}"/>
                    </a:ext>
                  </a:extLst>
                </p14:cNvPr>
                <p14:cNvContentPartPr/>
                <p14:nvPr/>
              </p14:nvContentPartPr>
              <p14:xfrm>
                <a:off x="9186717" y="1333317"/>
                <a:ext cx="19440" cy="34992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3C9179C2-26FD-4FB5-8886-0009D400065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177717" y="1324677"/>
                  <a:ext cx="370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4D7A1A0A-B874-4541-AF18-48F0716E97FB}"/>
                    </a:ext>
                  </a:extLst>
                </p14:cNvPr>
                <p14:cNvContentPartPr/>
                <p14:nvPr/>
              </p14:nvContentPartPr>
              <p14:xfrm>
                <a:off x="9059637" y="1270317"/>
                <a:ext cx="294840" cy="3924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4D7A1A0A-B874-4541-AF18-48F0716E97F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050637" y="1261317"/>
                  <a:ext cx="312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8681C8D1-210F-4063-8758-7A61869B4ADE}"/>
                    </a:ext>
                  </a:extLst>
                </p14:cNvPr>
                <p14:cNvContentPartPr/>
                <p14:nvPr/>
              </p14:nvContentPartPr>
              <p14:xfrm>
                <a:off x="9073677" y="1447077"/>
                <a:ext cx="223920" cy="3384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8681C8D1-210F-4063-8758-7A61869B4AD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64677" y="1438077"/>
                  <a:ext cx="2415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75699D64-0834-4189-80DE-AFD24798917E}"/>
                    </a:ext>
                  </a:extLst>
                </p14:cNvPr>
                <p14:cNvContentPartPr/>
                <p14:nvPr/>
              </p14:nvContentPartPr>
              <p14:xfrm>
                <a:off x="9458517" y="1315317"/>
                <a:ext cx="126360" cy="25812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75699D64-0834-4189-80DE-AFD24798917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449877" y="1306677"/>
                  <a:ext cx="1440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D38AACCD-A62B-4068-8443-A20278F3F76B}"/>
                    </a:ext>
                  </a:extLst>
                </p14:cNvPr>
                <p14:cNvContentPartPr/>
                <p14:nvPr/>
              </p14:nvContentPartPr>
              <p14:xfrm>
                <a:off x="9596757" y="1366797"/>
                <a:ext cx="129600" cy="13428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D38AACCD-A62B-4068-8443-A20278F3F76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588117" y="1358157"/>
                  <a:ext cx="147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09D71AC4-22BA-4565-AB31-4A1CA4766C6B}"/>
                    </a:ext>
                  </a:extLst>
                </p14:cNvPr>
                <p14:cNvContentPartPr/>
                <p14:nvPr/>
              </p14:nvContentPartPr>
              <p14:xfrm>
                <a:off x="9709077" y="1338717"/>
                <a:ext cx="151560" cy="13896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09D71AC4-22BA-4565-AB31-4A1CA4766C6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700077" y="1330077"/>
                  <a:ext cx="1692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1BD982A8-E17C-4FEB-BF77-8D3C35E22D38}"/>
                    </a:ext>
                  </a:extLst>
                </p14:cNvPr>
                <p14:cNvContentPartPr/>
                <p14:nvPr/>
              </p14:nvContentPartPr>
              <p14:xfrm>
                <a:off x="9940197" y="1249437"/>
                <a:ext cx="68400" cy="31392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1BD982A8-E17C-4FEB-BF77-8D3C35E22D3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931557" y="1240797"/>
                  <a:ext cx="8604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F731137B-CB34-41B2-8BC0-5C661D77D734}"/>
                    </a:ext>
                  </a:extLst>
                </p14:cNvPr>
                <p14:cNvContentPartPr/>
                <p14:nvPr/>
              </p14:nvContentPartPr>
              <p14:xfrm>
                <a:off x="10809957" y="1218837"/>
                <a:ext cx="31320" cy="27216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F731137B-CB34-41B2-8BC0-5C661D77D73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801317" y="1210197"/>
                  <a:ext cx="489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119A6BF8-F0FC-4F1E-9714-0FB3F10EA407}"/>
                    </a:ext>
                  </a:extLst>
                </p14:cNvPr>
                <p14:cNvContentPartPr/>
                <p14:nvPr/>
              </p14:nvContentPartPr>
              <p14:xfrm>
                <a:off x="10776117" y="1173117"/>
                <a:ext cx="209880" cy="3276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119A6BF8-F0FC-4F1E-9714-0FB3F10EA40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767117" y="1164117"/>
                  <a:ext cx="227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E1601FD2-C35D-42C9-BD0C-C6DBBED0F8FE}"/>
                    </a:ext>
                  </a:extLst>
                </p14:cNvPr>
                <p14:cNvContentPartPr/>
                <p14:nvPr/>
              </p14:nvContentPartPr>
              <p14:xfrm>
                <a:off x="10874397" y="1322517"/>
                <a:ext cx="132480" cy="1656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E1601FD2-C35D-42C9-BD0C-C6DBBED0F8F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865397" y="1313877"/>
                  <a:ext cx="150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9CD0EC6D-3AFA-4D2B-80FE-5CF0E723058D}"/>
                    </a:ext>
                  </a:extLst>
                </p14:cNvPr>
                <p14:cNvContentPartPr/>
                <p14:nvPr/>
              </p14:nvContentPartPr>
              <p14:xfrm>
                <a:off x="11075637" y="1245117"/>
                <a:ext cx="112680" cy="25164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9CD0EC6D-3AFA-4D2B-80FE-5CF0E723058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066637" y="1236117"/>
                  <a:ext cx="1303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4EC9EB83-40C2-48C2-8A80-06FA709E9CB2}"/>
                    </a:ext>
                  </a:extLst>
                </p14:cNvPr>
                <p14:cNvContentPartPr/>
                <p14:nvPr/>
              </p14:nvContentPartPr>
              <p14:xfrm>
                <a:off x="11264997" y="1277517"/>
                <a:ext cx="165600" cy="14472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4EC9EB83-40C2-48C2-8A80-06FA709E9CB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256357" y="1268517"/>
                  <a:ext cx="1832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2552EB8E-A769-419C-B890-58BCDEF3969A}"/>
                    </a:ext>
                  </a:extLst>
                </p14:cNvPr>
                <p14:cNvContentPartPr/>
                <p14:nvPr/>
              </p14:nvContentPartPr>
              <p14:xfrm>
                <a:off x="11500437" y="1181037"/>
                <a:ext cx="63360" cy="27792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2552EB8E-A769-419C-B890-58BCDEF3969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491797" y="1172397"/>
                  <a:ext cx="81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52844FA1-A2DB-46A7-9DC4-7759C618DA7C}"/>
                    </a:ext>
                  </a:extLst>
                </p14:cNvPr>
                <p14:cNvContentPartPr/>
                <p14:nvPr/>
              </p14:nvContentPartPr>
              <p14:xfrm>
                <a:off x="7153437" y="2229357"/>
                <a:ext cx="33120" cy="36684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52844FA1-A2DB-46A7-9DC4-7759C618DA7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144797" y="2220717"/>
                  <a:ext cx="507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BB5C5E60-FF8C-4555-BDEF-08699896C9AD}"/>
                    </a:ext>
                  </a:extLst>
                </p14:cNvPr>
                <p14:cNvContentPartPr/>
                <p14:nvPr/>
              </p14:nvContentPartPr>
              <p14:xfrm>
                <a:off x="7062357" y="2267877"/>
                <a:ext cx="208080" cy="4824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BB5C5E60-FF8C-4555-BDEF-08699896C9A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053717" y="2259237"/>
                  <a:ext cx="225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E605E77E-2E65-4BFA-978E-79DB725FA09E}"/>
                    </a:ext>
                  </a:extLst>
                </p14:cNvPr>
                <p14:cNvContentPartPr/>
                <p14:nvPr/>
              </p14:nvContentPartPr>
              <p14:xfrm>
                <a:off x="7057317" y="2417637"/>
                <a:ext cx="244800" cy="3276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E605E77E-2E65-4BFA-978E-79DB725FA09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048677" y="2408997"/>
                  <a:ext cx="262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538C51B6-7B6A-4CC1-A95E-9C6C8DBA6C2E}"/>
                    </a:ext>
                  </a:extLst>
                </p14:cNvPr>
                <p14:cNvContentPartPr/>
                <p14:nvPr/>
              </p14:nvContentPartPr>
              <p14:xfrm>
                <a:off x="7450797" y="2275437"/>
                <a:ext cx="101880" cy="27540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538C51B6-7B6A-4CC1-A95E-9C6C8DBA6C2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442157" y="2266437"/>
                  <a:ext cx="1195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2EEA7676-C0D9-4535-8558-949F982D67DC}"/>
                    </a:ext>
                  </a:extLst>
                </p14:cNvPr>
                <p14:cNvContentPartPr/>
                <p14:nvPr/>
              </p14:nvContentPartPr>
              <p14:xfrm>
                <a:off x="7588317" y="2311797"/>
                <a:ext cx="174600" cy="14004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2EEA7676-C0D9-4535-8558-949F982D67D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579677" y="2303157"/>
                  <a:ext cx="192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3650055F-A0E1-47AA-B52B-D2A1336682E4}"/>
                    </a:ext>
                  </a:extLst>
                </p14:cNvPr>
                <p14:cNvContentPartPr/>
                <p14:nvPr/>
              </p14:nvContentPartPr>
              <p14:xfrm>
                <a:off x="7717557" y="2322237"/>
                <a:ext cx="360" cy="36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3650055F-A0E1-47AA-B52B-D2A1336682E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08917" y="231323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4ECA8617-2878-44F6-8244-5A27EF0579F3}"/>
                    </a:ext>
                  </a:extLst>
                </p14:cNvPr>
                <p14:cNvContentPartPr/>
                <p14:nvPr/>
              </p14:nvContentPartPr>
              <p14:xfrm>
                <a:off x="7547997" y="2275437"/>
                <a:ext cx="205200" cy="18864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4ECA8617-2878-44F6-8244-5A27EF0579F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7538997" y="2266797"/>
                  <a:ext cx="2228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52E39E0E-AF9A-4F45-A69E-577D165CEE2A}"/>
                    </a:ext>
                  </a:extLst>
                </p14:cNvPr>
                <p14:cNvContentPartPr/>
                <p14:nvPr/>
              </p14:nvContentPartPr>
              <p14:xfrm>
                <a:off x="7753917" y="2217477"/>
                <a:ext cx="146520" cy="32472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52E39E0E-AF9A-4F45-A69E-577D165CEE2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7744917" y="2208837"/>
                  <a:ext cx="1641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F0D35DD6-760F-4E1C-8C51-6AF8153EE395}"/>
                    </a:ext>
                  </a:extLst>
                </p14:cNvPr>
                <p14:cNvContentPartPr/>
                <p14:nvPr/>
              </p14:nvContentPartPr>
              <p14:xfrm>
                <a:off x="8135517" y="2306037"/>
                <a:ext cx="152640" cy="1440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F0D35DD6-760F-4E1C-8C51-6AF8153EE395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126877" y="2297397"/>
                  <a:ext cx="170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0D480CFF-CC7F-43CF-AC89-5BBB19F37AD0}"/>
                    </a:ext>
                  </a:extLst>
                </p14:cNvPr>
                <p14:cNvContentPartPr/>
                <p14:nvPr/>
              </p14:nvContentPartPr>
              <p14:xfrm>
                <a:off x="8115717" y="2415117"/>
                <a:ext cx="171720" cy="576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0D480CFF-CC7F-43CF-AC89-5BBB19F37AD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106717" y="2406117"/>
                  <a:ext cx="189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DD40A1EC-E635-450D-AD69-EB73D5514038}"/>
                    </a:ext>
                  </a:extLst>
                </p14:cNvPr>
                <p14:cNvContentPartPr/>
                <p14:nvPr/>
              </p14:nvContentPartPr>
              <p14:xfrm>
                <a:off x="8624757" y="2077077"/>
                <a:ext cx="14400" cy="49284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DD40A1EC-E635-450D-AD69-EB73D551403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615757" y="2068077"/>
                  <a:ext cx="320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ACF5D371-C7F0-4328-93B2-797573F148E7}"/>
                    </a:ext>
                  </a:extLst>
                </p14:cNvPr>
                <p14:cNvContentPartPr/>
                <p14:nvPr/>
              </p14:nvContentPartPr>
              <p14:xfrm>
                <a:off x="8513517" y="2047197"/>
                <a:ext cx="303840" cy="24372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ACF5D371-C7F0-4328-93B2-797573F148E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504517" y="2038557"/>
                  <a:ext cx="3214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B5160C86-AB63-458F-B2B9-B1E274A6F6B2}"/>
                    </a:ext>
                  </a:extLst>
                </p14:cNvPr>
                <p14:cNvContentPartPr/>
                <p14:nvPr/>
              </p14:nvContentPartPr>
              <p14:xfrm>
                <a:off x="8845077" y="2095797"/>
                <a:ext cx="102600" cy="40068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B5160C86-AB63-458F-B2B9-B1E274A6F6B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836077" y="2087157"/>
                  <a:ext cx="12024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A89C5D2B-1211-457F-88AA-6A9522FAD5BA}"/>
                    </a:ext>
                  </a:extLst>
                </p14:cNvPr>
                <p14:cNvContentPartPr/>
                <p14:nvPr/>
              </p14:nvContentPartPr>
              <p14:xfrm>
                <a:off x="9026517" y="2164197"/>
                <a:ext cx="202680" cy="29484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A89C5D2B-1211-457F-88AA-6A9522FAD5B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017517" y="2155197"/>
                  <a:ext cx="2203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710B5831-43C6-429A-B364-F448E4BA3311}"/>
                    </a:ext>
                  </a:extLst>
                </p14:cNvPr>
                <p14:cNvContentPartPr/>
                <p14:nvPr/>
              </p14:nvContentPartPr>
              <p14:xfrm>
                <a:off x="8958117" y="2095797"/>
                <a:ext cx="303120" cy="35784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710B5831-43C6-429A-B364-F448E4BA331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949477" y="2087157"/>
                  <a:ext cx="32076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755F5A7C-374E-4FA6-AFF7-B8025CE9EC43}"/>
                    </a:ext>
                  </a:extLst>
                </p14:cNvPr>
                <p14:cNvContentPartPr/>
                <p14:nvPr/>
              </p14:nvContentPartPr>
              <p14:xfrm>
                <a:off x="9422517" y="2183637"/>
                <a:ext cx="170640" cy="18036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755F5A7C-374E-4FA6-AFF7-B8025CE9EC4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9413517" y="2174637"/>
                  <a:ext cx="188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A685B397-1662-44DA-80B6-55695BEEAD94}"/>
                    </a:ext>
                  </a:extLst>
                </p14:cNvPr>
                <p14:cNvContentPartPr/>
                <p14:nvPr/>
              </p14:nvContentPartPr>
              <p14:xfrm>
                <a:off x="9471837" y="2408637"/>
                <a:ext cx="124200" cy="1404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A685B397-1662-44DA-80B6-55695BEEAD9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463197" y="2399997"/>
                  <a:ext cx="141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C3AEDC46-FB63-4AA9-A24B-B41BB68E5A46}"/>
                    </a:ext>
                  </a:extLst>
                </p14:cNvPr>
                <p14:cNvContentPartPr/>
                <p14:nvPr/>
              </p14:nvContentPartPr>
              <p14:xfrm>
                <a:off x="9709437" y="2237277"/>
                <a:ext cx="149400" cy="16020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C3AEDC46-FB63-4AA9-A24B-B41BB68E5A4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700437" y="2228637"/>
                  <a:ext cx="167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3CBE57D0-01AB-4FFB-9990-219812409C3E}"/>
                    </a:ext>
                  </a:extLst>
                </p14:cNvPr>
                <p14:cNvContentPartPr/>
                <p14:nvPr/>
              </p14:nvContentPartPr>
              <p14:xfrm>
                <a:off x="9876477" y="2239437"/>
                <a:ext cx="151560" cy="13824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3CBE57D0-01AB-4FFB-9990-219812409C3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867477" y="2230437"/>
                  <a:ext cx="1692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5A78198A-0505-4104-9D8A-86BFD4E84D4E}"/>
                    </a:ext>
                  </a:extLst>
                </p14:cNvPr>
                <p14:cNvContentPartPr/>
                <p14:nvPr/>
              </p14:nvContentPartPr>
              <p14:xfrm>
                <a:off x="10063677" y="2007597"/>
                <a:ext cx="104760" cy="46548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5A78198A-0505-4104-9D8A-86BFD4E84D4E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054677" y="1998957"/>
                  <a:ext cx="12240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DC975C26-7D0E-41E3-AD4A-6307DA3FAB5B}"/>
                    </a:ext>
                  </a:extLst>
                </p14:cNvPr>
                <p14:cNvContentPartPr/>
                <p14:nvPr/>
              </p14:nvContentPartPr>
              <p14:xfrm>
                <a:off x="9828957" y="1887717"/>
                <a:ext cx="28080" cy="17244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DC975C26-7D0E-41E3-AD4A-6307DA3FAB5B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820317" y="1879077"/>
                  <a:ext cx="45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0011CE08-4F88-40ED-9350-10DDB1F1097B}"/>
                    </a:ext>
                  </a:extLst>
                </p14:cNvPr>
                <p14:cNvContentPartPr/>
                <p14:nvPr/>
              </p14:nvContentPartPr>
              <p14:xfrm>
                <a:off x="9819237" y="2045397"/>
                <a:ext cx="81000" cy="4572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0011CE08-4F88-40ED-9350-10DDB1F1097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810237" y="2036757"/>
                  <a:ext cx="98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B58EA01D-6CD4-49D8-B6FA-EC1D0123BF51}"/>
                    </a:ext>
                  </a:extLst>
                </p14:cNvPr>
                <p14:cNvContentPartPr/>
                <p14:nvPr/>
              </p14:nvContentPartPr>
              <p14:xfrm>
                <a:off x="7299957" y="3034317"/>
                <a:ext cx="233640" cy="22716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B58EA01D-6CD4-49D8-B6FA-EC1D0123BF51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290957" y="3025317"/>
                  <a:ext cx="2512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758A77D8-A0F9-4BD9-AFC2-D9C3C96DEB45}"/>
                    </a:ext>
                  </a:extLst>
                </p14:cNvPr>
                <p14:cNvContentPartPr/>
                <p14:nvPr/>
              </p14:nvContentPartPr>
              <p14:xfrm>
                <a:off x="7342077" y="3005517"/>
                <a:ext cx="229680" cy="23904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758A77D8-A0F9-4BD9-AFC2-D9C3C96DEB45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333437" y="2996517"/>
                  <a:ext cx="247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95F51929-958A-4D07-B909-C3F0ED093873}"/>
                    </a:ext>
                  </a:extLst>
                </p14:cNvPr>
                <p14:cNvContentPartPr/>
                <p14:nvPr/>
              </p14:nvContentPartPr>
              <p14:xfrm>
                <a:off x="7705677" y="3082917"/>
                <a:ext cx="209880" cy="13140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95F51929-958A-4D07-B909-C3F0ED09387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697037" y="3074277"/>
                  <a:ext cx="227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21F3AE5A-47D2-405B-A04B-9ACFB98A8C08}"/>
                    </a:ext>
                  </a:extLst>
                </p14:cNvPr>
                <p14:cNvContentPartPr/>
                <p14:nvPr/>
              </p14:nvContentPartPr>
              <p14:xfrm>
                <a:off x="8003037" y="3041517"/>
                <a:ext cx="205920" cy="18828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21F3AE5A-47D2-405B-A04B-9ACFB98A8C0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994037" y="3032877"/>
                  <a:ext cx="2235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05FB2FBB-AA70-4C97-BF99-7CEB15DB41C4}"/>
                    </a:ext>
                  </a:extLst>
                </p14:cNvPr>
                <p14:cNvContentPartPr/>
                <p14:nvPr/>
              </p14:nvContentPartPr>
              <p14:xfrm>
                <a:off x="8696757" y="2918757"/>
                <a:ext cx="25560" cy="30852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05FB2FBB-AA70-4C97-BF99-7CEB15DB41C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688117" y="2910117"/>
                  <a:ext cx="432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D23374F6-97C3-4F4A-A89A-0D6A02896CA6}"/>
                    </a:ext>
                  </a:extLst>
                </p14:cNvPr>
                <p14:cNvContentPartPr/>
                <p14:nvPr/>
              </p14:nvContentPartPr>
              <p14:xfrm>
                <a:off x="8677677" y="2902557"/>
                <a:ext cx="188640" cy="3276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D23374F6-97C3-4F4A-A89A-0D6A02896CA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669037" y="2893917"/>
                  <a:ext cx="206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1344AD35-48F8-47A0-BC8B-BDD802D960F6}"/>
                    </a:ext>
                  </a:extLst>
                </p14:cNvPr>
                <p14:cNvContentPartPr/>
                <p14:nvPr/>
              </p14:nvContentPartPr>
              <p14:xfrm>
                <a:off x="8702877" y="3070317"/>
                <a:ext cx="176760" cy="2736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1344AD35-48F8-47A0-BC8B-BDD802D960F6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693877" y="3061677"/>
                  <a:ext cx="1944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7EE73DB3-CBDC-4208-BBA4-C064ED888BCD}"/>
                    </a:ext>
                  </a:extLst>
                </p14:cNvPr>
                <p14:cNvContentPartPr/>
                <p14:nvPr/>
              </p14:nvContentPartPr>
              <p14:xfrm>
                <a:off x="9007077" y="2898957"/>
                <a:ext cx="128880" cy="23940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7EE73DB3-CBDC-4208-BBA4-C064ED888BC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998437" y="2890317"/>
                  <a:ext cx="1465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DA60B2DB-C089-4E6B-81E6-C826855C9F47}"/>
                    </a:ext>
                  </a:extLst>
                </p14:cNvPr>
                <p14:cNvContentPartPr/>
                <p14:nvPr/>
              </p14:nvContentPartPr>
              <p14:xfrm>
                <a:off x="9158277" y="2898957"/>
                <a:ext cx="138960" cy="19656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DA60B2DB-C089-4E6B-81E6-C826855C9F47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149637" y="2890317"/>
                  <a:ext cx="1566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DA46B8D0-59BF-48B9-8E4C-1D631EF7A090}"/>
                    </a:ext>
                  </a:extLst>
                </p14:cNvPr>
                <p14:cNvContentPartPr/>
                <p14:nvPr/>
              </p14:nvContentPartPr>
              <p14:xfrm>
                <a:off x="9156837" y="2938917"/>
                <a:ext cx="187920" cy="13464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DA46B8D0-59BF-48B9-8E4C-1D631EF7A09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147837" y="2929917"/>
                  <a:ext cx="205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B64B5CE5-D86B-4761-B3CB-673148C92F23}"/>
                    </a:ext>
                  </a:extLst>
                </p14:cNvPr>
                <p14:cNvContentPartPr/>
                <p14:nvPr/>
              </p14:nvContentPartPr>
              <p14:xfrm>
                <a:off x="9400197" y="2786277"/>
                <a:ext cx="95400" cy="31500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B64B5CE5-D86B-4761-B3CB-673148C92F2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391557" y="2777637"/>
                  <a:ext cx="1130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AB65CA34-830C-4E78-8867-0E5CF5F1223B}"/>
                    </a:ext>
                  </a:extLst>
                </p14:cNvPr>
                <p14:cNvContentPartPr/>
                <p14:nvPr/>
              </p14:nvContentPartPr>
              <p14:xfrm>
                <a:off x="9660837" y="2909757"/>
                <a:ext cx="93600" cy="1116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AB65CA34-830C-4E78-8867-0E5CF5F1223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651837" y="2901117"/>
                  <a:ext cx="111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982C801A-6717-44FD-93DA-003927FCE8F8}"/>
                    </a:ext>
                  </a:extLst>
                </p14:cNvPr>
                <p14:cNvContentPartPr/>
                <p14:nvPr/>
              </p14:nvContentPartPr>
              <p14:xfrm>
                <a:off x="9653637" y="2989317"/>
                <a:ext cx="137520" cy="2844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982C801A-6717-44FD-93DA-003927FCE8F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644997" y="2980317"/>
                  <a:ext cx="155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9AFAD7BB-DCBF-486F-B65D-ADE6FE08A445}"/>
                    </a:ext>
                  </a:extLst>
                </p14:cNvPr>
                <p14:cNvContentPartPr/>
                <p14:nvPr/>
              </p14:nvContentPartPr>
              <p14:xfrm>
                <a:off x="9889077" y="2817237"/>
                <a:ext cx="81360" cy="29772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9AFAD7BB-DCBF-486F-B65D-ADE6FE08A44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880437" y="2808237"/>
                  <a:ext cx="990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64DF38DB-86EB-455D-88EE-763B969F6530}"/>
                    </a:ext>
                  </a:extLst>
                </p14:cNvPr>
                <p14:cNvContentPartPr/>
                <p14:nvPr/>
              </p14:nvContentPartPr>
              <p14:xfrm>
                <a:off x="9883317" y="2752077"/>
                <a:ext cx="205920" cy="19080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64DF38DB-86EB-455D-88EE-763B969F6530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874317" y="2743077"/>
                  <a:ext cx="2235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403E2C2E-FFC4-4542-BBB0-3E96552E8E57}"/>
                    </a:ext>
                  </a:extLst>
                </p14:cNvPr>
                <p14:cNvContentPartPr/>
                <p14:nvPr/>
              </p14:nvContentPartPr>
              <p14:xfrm>
                <a:off x="10200837" y="2724357"/>
                <a:ext cx="142920" cy="27540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403E2C2E-FFC4-4542-BBB0-3E96552E8E5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191837" y="2715357"/>
                  <a:ext cx="1605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7DB5AD2A-2E09-4975-B844-94A3C62F0F57}"/>
                    </a:ext>
                  </a:extLst>
                </p14:cNvPr>
                <p14:cNvContentPartPr/>
                <p14:nvPr/>
              </p14:nvContentPartPr>
              <p14:xfrm>
                <a:off x="10350237" y="2723277"/>
                <a:ext cx="165600" cy="22536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7DB5AD2A-2E09-4975-B844-94A3C62F0F57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341237" y="2714637"/>
                  <a:ext cx="1832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4C0060E5-AF81-4702-AD0E-D511E8800034}"/>
                    </a:ext>
                  </a:extLst>
                </p14:cNvPr>
                <p14:cNvContentPartPr/>
                <p14:nvPr/>
              </p14:nvContentPartPr>
              <p14:xfrm>
                <a:off x="10379397" y="2698077"/>
                <a:ext cx="130680" cy="24768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4C0060E5-AF81-4702-AD0E-D511E8800034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370397" y="2689437"/>
                  <a:ext cx="1483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1D13FA41-4DD1-4599-8EB4-4B9E911708EC}"/>
                    </a:ext>
                  </a:extLst>
                </p14:cNvPr>
                <p14:cNvContentPartPr/>
                <p14:nvPr/>
              </p14:nvContentPartPr>
              <p14:xfrm>
                <a:off x="10640037" y="2760357"/>
                <a:ext cx="157320" cy="14472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1D13FA41-4DD1-4599-8EB4-4B9E911708EC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631037" y="2751357"/>
                  <a:ext cx="174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7B729482-7D84-4E6E-9F87-63641E33AEE3}"/>
                    </a:ext>
                  </a:extLst>
                </p14:cNvPr>
                <p14:cNvContentPartPr/>
                <p14:nvPr/>
              </p14:nvContentPartPr>
              <p14:xfrm>
                <a:off x="10821117" y="2759277"/>
                <a:ext cx="137880" cy="16380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7B729482-7D84-4E6E-9F87-63641E33AEE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812117" y="2750637"/>
                  <a:ext cx="1555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B1279469-88E7-4F8D-B80D-539C87C3C2DE}"/>
                    </a:ext>
                  </a:extLst>
                </p14:cNvPr>
                <p14:cNvContentPartPr/>
                <p14:nvPr/>
              </p14:nvContentPartPr>
              <p14:xfrm>
                <a:off x="10960437" y="2622477"/>
                <a:ext cx="104400" cy="32148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B1279469-88E7-4F8D-B80D-539C87C3C2D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951797" y="2613477"/>
                  <a:ext cx="1220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2AF8E95C-8973-4957-A147-F1FB0FCF896B}"/>
                    </a:ext>
                  </a:extLst>
                </p14:cNvPr>
                <p14:cNvContentPartPr/>
                <p14:nvPr/>
              </p14:nvContentPartPr>
              <p14:xfrm>
                <a:off x="11225037" y="2724357"/>
                <a:ext cx="131760" cy="36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2AF8E95C-8973-4957-A147-F1FB0FCF896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216037" y="2715357"/>
                  <a:ext cx="149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62847637-F6A7-41AE-9F08-29F7971BA173}"/>
                    </a:ext>
                  </a:extLst>
                </p14:cNvPr>
                <p14:cNvContentPartPr/>
                <p14:nvPr/>
              </p14:nvContentPartPr>
              <p14:xfrm>
                <a:off x="11235117" y="2808237"/>
                <a:ext cx="109440" cy="1116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62847637-F6A7-41AE-9F08-29F7971BA17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226117" y="2799237"/>
                  <a:ext cx="127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E5612131-A10D-4E2E-BDAB-8770D76F8FE3}"/>
                    </a:ext>
                  </a:extLst>
                </p14:cNvPr>
                <p14:cNvContentPartPr/>
                <p14:nvPr/>
              </p14:nvContentPartPr>
              <p14:xfrm>
                <a:off x="11454357" y="2696277"/>
                <a:ext cx="189000" cy="19764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E5612131-A10D-4E2E-BDAB-8770D76F8FE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445717" y="2687637"/>
                  <a:ext cx="206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0F0D5C1D-C7A0-4508-A0E0-2A25E8981D0F}"/>
                    </a:ext>
                  </a:extLst>
                </p14:cNvPr>
                <p14:cNvContentPartPr/>
                <p14:nvPr/>
              </p14:nvContentPartPr>
              <p14:xfrm>
                <a:off x="7998357" y="3601317"/>
                <a:ext cx="173520" cy="19980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0F0D5C1D-C7A0-4508-A0E0-2A25E8981D0F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989357" y="3592317"/>
                  <a:ext cx="191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6375B96A-7193-4358-A345-1E0066750237}"/>
                    </a:ext>
                  </a:extLst>
                </p14:cNvPr>
                <p14:cNvContentPartPr/>
                <p14:nvPr/>
              </p14:nvContentPartPr>
              <p14:xfrm>
                <a:off x="8048397" y="3523917"/>
                <a:ext cx="169560" cy="21132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6375B96A-7193-4358-A345-1E006675023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039757" y="3514917"/>
                  <a:ext cx="1872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38CDDAB4-FDD7-47C7-BA4E-FF46DAAF6C11}"/>
                    </a:ext>
                  </a:extLst>
                </p14:cNvPr>
                <p14:cNvContentPartPr/>
                <p14:nvPr/>
              </p14:nvContentPartPr>
              <p14:xfrm>
                <a:off x="7768677" y="3531117"/>
                <a:ext cx="133560" cy="17244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38CDDAB4-FDD7-47C7-BA4E-FF46DAAF6C1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760037" y="3522117"/>
                  <a:ext cx="151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3BAE6D67-6613-40F6-8F3A-F86BE5D94740}"/>
                    </a:ext>
                  </a:extLst>
                </p14:cNvPr>
                <p14:cNvContentPartPr/>
                <p14:nvPr/>
              </p14:nvContentPartPr>
              <p14:xfrm>
                <a:off x="7726557" y="3781677"/>
                <a:ext cx="144360" cy="2304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3BAE6D67-6613-40F6-8F3A-F86BE5D9474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717557" y="3772677"/>
                  <a:ext cx="1620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27B4B778-81C6-48DA-BDF1-5826A896EA34}"/>
                    </a:ext>
                  </a:extLst>
                </p14:cNvPr>
                <p14:cNvContentPartPr/>
                <p14:nvPr/>
              </p14:nvContentPartPr>
              <p14:xfrm>
                <a:off x="7468797" y="3599517"/>
                <a:ext cx="176040" cy="18900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27B4B778-81C6-48DA-BDF1-5826A896EA3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460157" y="3590517"/>
                  <a:ext cx="1936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5C2109BC-A01D-4D77-8D20-1FF3BFFAECFE}"/>
                    </a:ext>
                  </a:extLst>
                </p14:cNvPr>
                <p14:cNvContentPartPr/>
                <p14:nvPr/>
              </p14:nvContentPartPr>
              <p14:xfrm>
                <a:off x="8332077" y="3542637"/>
                <a:ext cx="131400" cy="16164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5C2109BC-A01D-4D77-8D20-1FF3BFFAECF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323437" y="3533997"/>
                  <a:ext cx="1490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3FB548D7-EC8C-4472-B6AF-E5877EA6660B}"/>
                    </a:ext>
                  </a:extLst>
                </p14:cNvPr>
                <p14:cNvContentPartPr/>
                <p14:nvPr/>
              </p14:nvContentPartPr>
              <p14:xfrm>
                <a:off x="8566437" y="3525717"/>
                <a:ext cx="30600" cy="22212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3FB548D7-EC8C-4472-B6AF-E5877EA6660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557797" y="3516717"/>
                  <a:ext cx="48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30DBF30F-290B-4F0A-A1AD-F47B50910802}"/>
                    </a:ext>
                  </a:extLst>
                </p14:cNvPr>
                <p14:cNvContentPartPr/>
                <p14:nvPr/>
              </p14:nvContentPartPr>
              <p14:xfrm>
                <a:off x="8506317" y="3772677"/>
                <a:ext cx="159840" cy="36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30DBF30F-290B-4F0A-A1AD-F47B50910802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497677" y="3763677"/>
                  <a:ext cx="177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9C06F9C0-95FA-4811-B1E5-9567B358EE6E}"/>
                    </a:ext>
                  </a:extLst>
                </p14:cNvPr>
                <p14:cNvContentPartPr/>
                <p14:nvPr/>
              </p14:nvContentPartPr>
              <p14:xfrm>
                <a:off x="9176637" y="3431397"/>
                <a:ext cx="34200" cy="24660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9C06F9C0-95FA-4811-B1E5-9567B358EE6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167997" y="3422397"/>
                  <a:ext cx="518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4A263649-EC19-480C-BF25-9465FC23E619}"/>
                    </a:ext>
                  </a:extLst>
                </p14:cNvPr>
                <p14:cNvContentPartPr/>
                <p14:nvPr/>
              </p14:nvContentPartPr>
              <p14:xfrm>
                <a:off x="9169797" y="3399357"/>
                <a:ext cx="130680" cy="1080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4A263649-EC19-480C-BF25-9465FC23E61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160797" y="3390717"/>
                  <a:ext cx="148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2B26DDE1-FD7E-4293-93E0-EACE568E0F71}"/>
                    </a:ext>
                  </a:extLst>
                </p14:cNvPr>
                <p14:cNvContentPartPr/>
                <p14:nvPr/>
              </p14:nvContentPartPr>
              <p14:xfrm>
                <a:off x="9191757" y="3538677"/>
                <a:ext cx="138600" cy="612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2B26DDE1-FD7E-4293-93E0-EACE568E0F7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183117" y="3529677"/>
                  <a:ext cx="156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543B4FE6-7FD6-413C-8245-24E9B85C5687}"/>
                    </a:ext>
                  </a:extLst>
                </p14:cNvPr>
                <p14:cNvContentPartPr/>
                <p14:nvPr/>
              </p14:nvContentPartPr>
              <p14:xfrm>
                <a:off x="9434397" y="3410157"/>
                <a:ext cx="110520" cy="22032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543B4FE6-7FD6-413C-8245-24E9B85C568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425757" y="3401517"/>
                  <a:ext cx="128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70364744-60B3-4FA8-A66D-32113FFAD2FE}"/>
                    </a:ext>
                  </a:extLst>
                </p14:cNvPr>
                <p14:cNvContentPartPr/>
                <p14:nvPr/>
              </p14:nvContentPartPr>
              <p14:xfrm>
                <a:off x="9570477" y="3459837"/>
                <a:ext cx="135720" cy="13824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70364744-60B3-4FA8-A66D-32113FFAD2F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561837" y="3450837"/>
                  <a:ext cx="153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63598E2A-28DF-4A0E-AA1C-38234A4E0059}"/>
                    </a:ext>
                  </a:extLst>
                </p14:cNvPr>
                <p14:cNvContentPartPr/>
                <p14:nvPr/>
              </p14:nvContentPartPr>
              <p14:xfrm>
                <a:off x="9565437" y="3434637"/>
                <a:ext cx="141480" cy="16164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63598E2A-28DF-4A0E-AA1C-38234A4E0059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556797" y="3425637"/>
                  <a:ext cx="159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1853DBD1-0FFA-4324-8FA0-94FCD4ADFBD6}"/>
                    </a:ext>
                  </a:extLst>
                </p14:cNvPr>
                <p14:cNvContentPartPr/>
                <p14:nvPr/>
              </p14:nvContentPartPr>
              <p14:xfrm>
                <a:off x="9773157" y="3326277"/>
                <a:ext cx="64440" cy="23652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1853DBD1-0FFA-4324-8FA0-94FCD4ADFBD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764157" y="3317637"/>
                  <a:ext cx="820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3" name="Entrada de lápiz 252">
                  <a:extLst>
                    <a:ext uri="{FF2B5EF4-FFF2-40B4-BE49-F238E27FC236}">
                      <a16:creationId xmlns:a16="http://schemas.microsoft.com/office/drawing/2014/main" id="{8396A97A-C72B-4B4C-A2B4-9DF0EF7BB42A}"/>
                    </a:ext>
                  </a:extLst>
                </p14:cNvPr>
                <p14:cNvContentPartPr/>
                <p14:nvPr/>
              </p14:nvContentPartPr>
              <p14:xfrm>
                <a:off x="9936237" y="3409437"/>
                <a:ext cx="135720" cy="9360"/>
              </p14:xfrm>
            </p:contentPart>
          </mc:Choice>
          <mc:Fallback>
            <p:pic>
              <p:nvPicPr>
                <p:cNvPr id="253" name="Entrada de lápiz 252">
                  <a:extLst>
                    <a:ext uri="{FF2B5EF4-FFF2-40B4-BE49-F238E27FC236}">
                      <a16:creationId xmlns:a16="http://schemas.microsoft.com/office/drawing/2014/main" id="{8396A97A-C72B-4B4C-A2B4-9DF0EF7BB42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927597" y="3400437"/>
                  <a:ext cx="153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426AEA69-48DE-4990-91D0-B9573CDA9599}"/>
                    </a:ext>
                  </a:extLst>
                </p14:cNvPr>
                <p14:cNvContentPartPr/>
                <p14:nvPr/>
              </p14:nvContentPartPr>
              <p14:xfrm>
                <a:off x="9964317" y="3485037"/>
                <a:ext cx="151560" cy="684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426AEA69-48DE-4990-91D0-B9573CDA959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955677" y="3476037"/>
                  <a:ext cx="169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509877CF-9017-45B1-860D-5A94DCC643E5}"/>
                    </a:ext>
                  </a:extLst>
                </p14:cNvPr>
                <p14:cNvContentPartPr/>
                <p14:nvPr/>
              </p14:nvContentPartPr>
              <p14:xfrm>
                <a:off x="10280037" y="3331677"/>
                <a:ext cx="47520" cy="32832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509877CF-9017-45B1-860D-5A94DCC643E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271397" y="3323037"/>
                  <a:ext cx="651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6" name="Entrada de lápiz 255">
                  <a:extLst>
                    <a:ext uri="{FF2B5EF4-FFF2-40B4-BE49-F238E27FC236}">
                      <a16:creationId xmlns:a16="http://schemas.microsoft.com/office/drawing/2014/main" id="{55CDE8C9-B84E-43C7-9BEF-016816EABA2F}"/>
                    </a:ext>
                  </a:extLst>
                </p14:cNvPr>
                <p14:cNvContentPartPr/>
                <p14:nvPr/>
              </p14:nvContentPartPr>
              <p14:xfrm>
                <a:off x="10277157" y="3294237"/>
                <a:ext cx="173160" cy="183600"/>
              </p14:xfrm>
            </p:contentPart>
          </mc:Choice>
          <mc:Fallback>
            <p:pic>
              <p:nvPicPr>
                <p:cNvPr id="256" name="Entrada de lápiz 255">
                  <a:extLst>
                    <a:ext uri="{FF2B5EF4-FFF2-40B4-BE49-F238E27FC236}">
                      <a16:creationId xmlns:a16="http://schemas.microsoft.com/office/drawing/2014/main" id="{55CDE8C9-B84E-43C7-9BEF-016816EABA2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268157" y="3285597"/>
                  <a:ext cx="190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D0F6D22B-3DAE-4C74-B5C6-8926F55531E1}"/>
                    </a:ext>
                  </a:extLst>
                </p14:cNvPr>
                <p14:cNvContentPartPr/>
                <p14:nvPr/>
              </p14:nvContentPartPr>
              <p14:xfrm>
                <a:off x="10574157" y="3271557"/>
                <a:ext cx="119160" cy="24012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D0F6D22B-3DAE-4C74-B5C6-8926F55531E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565157" y="3262557"/>
                  <a:ext cx="1368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A00A1B83-2F1B-4A00-802B-8981ABC78E36}"/>
                    </a:ext>
                  </a:extLst>
                </p14:cNvPr>
                <p14:cNvContentPartPr/>
                <p14:nvPr/>
              </p14:nvContentPartPr>
              <p14:xfrm>
                <a:off x="10712037" y="3314757"/>
                <a:ext cx="149760" cy="17640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A00A1B83-2F1B-4A00-802B-8981ABC78E36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703037" y="3305757"/>
                  <a:ext cx="167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C4AB5970-BCF8-42A1-A921-056A79BA8588}"/>
                    </a:ext>
                  </a:extLst>
                </p14:cNvPr>
                <p14:cNvContentPartPr/>
                <p14:nvPr/>
              </p14:nvContentPartPr>
              <p14:xfrm>
                <a:off x="10691877" y="3260397"/>
                <a:ext cx="158760" cy="20412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C4AB5970-BCF8-42A1-A921-056A79BA858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683237" y="3251757"/>
                  <a:ext cx="1764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1" name="Entrada de lápiz 260">
                  <a:extLst>
                    <a:ext uri="{FF2B5EF4-FFF2-40B4-BE49-F238E27FC236}">
                      <a16:creationId xmlns:a16="http://schemas.microsoft.com/office/drawing/2014/main" id="{DFBCEB31-6F25-45BD-8FA6-3C2AE55A47DF}"/>
                    </a:ext>
                  </a:extLst>
                </p14:cNvPr>
                <p14:cNvContentPartPr/>
                <p14:nvPr/>
              </p14:nvContentPartPr>
              <p14:xfrm>
                <a:off x="10989597" y="3260397"/>
                <a:ext cx="143640" cy="128160"/>
              </p14:xfrm>
            </p:contentPart>
          </mc:Choice>
          <mc:Fallback>
            <p:pic>
              <p:nvPicPr>
                <p:cNvPr id="261" name="Entrada de lápiz 260">
                  <a:extLst>
                    <a:ext uri="{FF2B5EF4-FFF2-40B4-BE49-F238E27FC236}">
                      <a16:creationId xmlns:a16="http://schemas.microsoft.com/office/drawing/2014/main" id="{DFBCEB31-6F25-45BD-8FA6-3C2AE55A47D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980597" y="3251757"/>
                  <a:ext cx="1612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9B87B42A-DADC-4FE4-A7B9-772DE0889B88}"/>
                    </a:ext>
                  </a:extLst>
                </p14:cNvPr>
                <p14:cNvContentPartPr/>
                <p14:nvPr/>
              </p14:nvContentPartPr>
              <p14:xfrm>
                <a:off x="11202357" y="3212517"/>
                <a:ext cx="146160" cy="21348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9B87B42A-DADC-4FE4-A7B9-772DE0889B88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193357" y="3203877"/>
                  <a:ext cx="1638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68F89814-082A-4EF6-9F54-942E040CB0EE}"/>
                    </a:ext>
                  </a:extLst>
                </p14:cNvPr>
                <p14:cNvContentPartPr/>
                <p14:nvPr/>
              </p14:nvContentPartPr>
              <p14:xfrm>
                <a:off x="11356437" y="3157077"/>
                <a:ext cx="102600" cy="25920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68F89814-082A-4EF6-9F54-942E040CB0EE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1347437" y="3148077"/>
                  <a:ext cx="1202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FC406D98-42BC-4BD1-BB42-CDE2A046DD0F}"/>
                    </a:ext>
                  </a:extLst>
                </p14:cNvPr>
                <p14:cNvContentPartPr/>
                <p14:nvPr/>
              </p14:nvContentPartPr>
              <p14:xfrm>
                <a:off x="11586837" y="3242397"/>
                <a:ext cx="97560" cy="1116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FC406D98-42BC-4BD1-BB42-CDE2A046DD0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1577837" y="3233757"/>
                  <a:ext cx="115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655FD7E4-136D-4952-A2A5-F928E227C0C1}"/>
                    </a:ext>
                  </a:extLst>
                </p14:cNvPr>
                <p14:cNvContentPartPr/>
                <p14:nvPr/>
              </p14:nvContentPartPr>
              <p14:xfrm>
                <a:off x="11587917" y="3311877"/>
                <a:ext cx="118440" cy="2124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655FD7E4-136D-4952-A2A5-F928E227C0C1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578917" y="3303237"/>
                  <a:ext cx="136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59D67131-1D07-4E99-A698-81193B18AEF7}"/>
                    </a:ext>
                  </a:extLst>
                </p14:cNvPr>
                <p14:cNvContentPartPr/>
                <p14:nvPr/>
              </p14:nvContentPartPr>
              <p14:xfrm>
                <a:off x="11897517" y="3037917"/>
                <a:ext cx="23760" cy="17964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59D67131-1D07-4E99-A698-81193B18AEF7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1888517" y="3029277"/>
                  <a:ext cx="414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8FF6BF29-A699-47D2-9ABB-4AF1D9AC09AE}"/>
                    </a:ext>
                  </a:extLst>
                </p14:cNvPr>
                <p14:cNvContentPartPr/>
                <p14:nvPr/>
              </p14:nvContentPartPr>
              <p14:xfrm>
                <a:off x="11821197" y="3226197"/>
                <a:ext cx="189720" cy="936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8FF6BF29-A699-47D2-9ABB-4AF1D9AC09A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812557" y="3217557"/>
                  <a:ext cx="207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966AD91E-1C09-4798-AFCF-269FDAB85580}"/>
                    </a:ext>
                  </a:extLst>
                </p14:cNvPr>
                <p14:cNvContentPartPr/>
                <p14:nvPr/>
              </p14:nvContentPartPr>
              <p14:xfrm>
                <a:off x="11860077" y="3337797"/>
                <a:ext cx="96840" cy="8928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966AD91E-1C09-4798-AFCF-269FDAB8558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851437" y="3329157"/>
                  <a:ext cx="1144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A8ECE134-8B40-4525-8245-FEF03889C3D6}"/>
                    </a:ext>
                  </a:extLst>
                </p14:cNvPr>
                <p14:cNvContentPartPr/>
                <p14:nvPr/>
              </p14:nvContentPartPr>
              <p14:xfrm>
                <a:off x="11845677" y="3402957"/>
                <a:ext cx="176760" cy="15012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A8ECE134-8B40-4525-8245-FEF03889C3D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1836677" y="3394317"/>
                  <a:ext cx="194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35845446-9392-4B88-A88B-177167E11CEA}"/>
                    </a:ext>
                  </a:extLst>
                </p14:cNvPr>
                <p14:cNvContentPartPr/>
                <p14:nvPr/>
              </p14:nvContentPartPr>
              <p14:xfrm>
                <a:off x="7193757" y="4076157"/>
                <a:ext cx="18360" cy="21924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35845446-9392-4B88-A88B-177167E11CE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184757" y="4067517"/>
                  <a:ext cx="360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569A0169-99CE-4326-8B6F-71C5B47CC743}"/>
                    </a:ext>
                  </a:extLst>
                </p14:cNvPr>
                <p14:cNvContentPartPr/>
                <p14:nvPr/>
              </p14:nvContentPartPr>
              <p14:xfrm>
                <a:off x="7060197" y="4306917"/>
                <a:ext cx="272880" cy="1224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569A0169-99CE-4326-8B6F-71C5B47CC74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051557" y="4298277"/>
                  <a:ext cx="2905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7F138BFF-12AC-4128-8DF3-5AC219365FCF}"/>
                    </a:ext>
                  </a:extLst>
                </p14:cNvPr>
                <p14:cNvContentPartPr/>
                <p14:nvPr/>
              </p14:nvContentPartPr>
              <p14:xfrm>
                <a:off x="8584797" y="4104597"/>
                <a:ext cx="221760" cy="23724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7F138BFF-12AC-4128-8DF3-5AC219365FC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575797" y="4095957"/>
                  <a:ext cx="2394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3F8A5B00-92A6-4C41-A15E-A3260489AAF4}"/>
                    </a:ext>
                  </a:extLst>
                </p14:cNvPr>
                <p14:cNvContentPartPr/>
                <p14:nvPr/>
              </p14:nvContentPartPr>
              <p14:xfrm>
                <a:off x="8295357" y="4091637"/>
                <a:ext cx="132480" cy="16524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3F8A5B00-92A6-4C41-A15E-A3260489AAF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286357" y="4082997"/>
                  <a:ext cx="1501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1F7C99C2-311B-41FB-A140-BEF03829CEA8}"/>
                    </a:ext>
                  </a:extLst>
                </p14:cNvPr>
                <p14:cNvContentPartPr/>
                <p14:nvPr/>
              </p14:nvContentPartPr>
              <p14:xfrm>
                <a:off x="7842477" y="4108917"/>
                <a:ext cx="122400" cy="11880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1F7C99C2-311B-41FB-A140-BEF03829CEA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833837" y="4099917"/>
                  <a:ext cx="1400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BCD28CEB-375F-4F4B-AF65-94F975C174FA}"/>
                    </a:ext>
                  </a:extLst>
                </p14:cNvPr>
                <p14:cNvContentPartPr/>
                <p14:nvPr/>
              </p14:nvContentPartPr>
              <p14:xfrm>
                <a:off x="7978197" y="4076157"/>
                <a:ext cx="108720" cy="15012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BCD28CEB-375F-4F4B-AF65-94F975C174FA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969557" y="4067517"/>
                  <a:ext cx="126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348D0F12-32F7-4B03-9B83-39787A635E26}"/>
                    </a:ext>
                  </a:extLst>
                </p14:cNvPr>
                <p14:cNvContentPartPr/>
                <p14:nvPr/>
              </p14:nvContentPartPr>
              <p14:xfrm>
                <a:off x="7436037" y="4061037"/>
                <a:ext cx="124560" cy="9504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348D0F12-32F7-4B03-9B83-39787A635E2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427397" y="4052037"/>
                  <a:ext cx="1422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6D81E1B0-2846-4F49-B58F-C37F58244AC6}"/>
                    </a:ext>
                  </a:extLst>
                </p14:cNvPr>
                <p14:cNvContentPartPr/>
                <p14:nvPr/>
              </p14:nvContentPartPr>
              <p14:xfrm>
                <a:off x="7440717" y="4244997"/>
                <a:ext cx="136080" cy="936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6D81E1B0-2846-4F49-B58F-C37F58244AC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431717" y="4235997"/>
                  <a:ext cx="153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BE6A5404-2009-4892-9501-3AB853345108}"/>
                    </a:ext>
                  </a:extLst>
                </p14:cNvPr>
                <p14:cNvContentPartPr/>
                <p14:nvPr/>
              </p14:nvContentPartPr>
              <p14:xfrm>
                <a:off x="9360237" y="3975357"/>
                <a:ext cx="44640" cy="23760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BE6A5404-2009-4892-9501-3AB85334510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351237" y="3966717"/>
                  <a:ext cx="622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CEC6F435-C725-4A3C-B6C5-DF0457250C4A}"/>
                    </a:ext>
                  </a:extLst>
                </p14:cNvPr>
                <p14:cNvContentPartPr/>
                <p14:nvPr/>
              </p14:nvContentPartPr>
              <p14:xfrm>
                <a:off x="9323157" y="3975357"/>
                <a:ext cx="176760" cy="2124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CEC6F435-C725-4A3C-B6C5-DF0457250C4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9314157" y="3966717"/>
                  <a:ext cx="194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CD42F25C-0A6C-49A2-9D05-B6F40663E578}"/>
                    </a:ext>
                  </a:extLst>
                </p14:cNvPr>
                <p14:cNvContentPartPr/>
                <p14:nvPr/>
              </p14:nvContentPartPr>
              <p14:xfrm>
                <a:off x="9386157" y="4064637"/>
                <a:ext cx="128520" cy="2376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CD42F25C-0A6C-49A2-9D05-B6F40663E578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377517" y="4055637"/>
                  <a:ext cx="146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59BB8E15-F298-4D1F-93DD-CFBF099DE634}"/>
                    </a:ext>
                  </a:extLst>
                </p14:cNvPr>
                <p14:cNvContentPartPr/>
                <p14:nvPr/>
              </p14:nvContentPartPr>
              <p14:xfrm>
                <a:off x="9603957" y="3926757"/>
                <a:ext cx="315720" cy="21924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59BB8E15-F298-4D1F-93DD-CFBF099DE63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595317" y="3917757"/>
                  <a:ext cx="3333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6F1B46FA-3615-4F61-88AB-B5400B806EA1}"/>
                    </a:ext>
                  </a:extLst>
                </p14:cNvPr>
                <p14:cNvContentPartPr/>
                <p14:nvPr/>
              </p14:nvContentPartPr>
              <p14:xfrm>
                <a:off x="9814197" y="3973557"/>
                <a:ext cx="116640" cy="15192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6F1B46FA-3615-4F61-88AB-B5400B806EA1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805197" y="3964917"/>
                  <a:ext cx="1342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B13A68F4-54BE-4844-AA5E-E894C6AD33C3}"/>
                    </a:ext>
                  </a:extLst>
                </p14:cNvPr>
                <p14:cNvContentPartPr/>
                <p14:nvPr/>
              </p14:nvContentPartPr>
              <p14:xfrm>
                <a:off x="9969357" y="3861957"/>
                <a:ext cx="87480" cy="262800"/>
              </p14:xfrm>
            </p:contentPart>
          </mc:Choice>
          <mc:Fallback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B13A68F4-54BE-4844-AA5E-E894C6AD33C3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960717" y="3852957"/>
                  <a:ext cx="1051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254ED3A3-43A3-47C4-8ED6-ADA8AA5B5CFF}"/>
                    </a:ext>
                  </a:extLst>
                </p14:cNvPr>
                <p14:cNvContentPartPr/>
                <p14:nvPr/>
              </p14:nvContentPartPr>
              <p14:xfrm>
                <a:off x="10194717" y="3939357"/>
                <a:ext cx="166680" cy="7884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254ED3A3-43A3-47C4-8ED6-ADA8AA5B5CF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186077" y="3930357"/>
                  <a:ext cx="184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4CB24709-1A40-4534-8C8C-DD75270868C5}"/>
                    </a:ext>
                  </a:extLst>
                </p14:cNvPr>
                <p14:cNvContentPartPr/>
                <p14:nvPr/>
              </p14:nvContentPartPr>
              <p14:xfrm>
                <a:off x="10506477" y="3859077"/>
                <a:ext cx="37440" cy="27540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4CB24709-1A40-4534-8C8C-DD75270868C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497837" y="3850437"/>
                  <a:ext cx="550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1943659C-4D22-434F-B4EE-D89A5282FF39}"/>
                    </a:ext>
                  </a:extLst>
                </p14:cNvPr>
                <p14:cNvContentPartPr/>
                <p14:nvPr/>
              </p14:nvContentPartPr>
              <p14:xfrm>
                <a:off x="10487037" y="3838197"/>
                <a:ext cx="200520" cy="17172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1943659C-4D22-434F-B4EE-D89A5282FF3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478037" y="3829557"/>
                  <a:ext cx="218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D7B2D14C-FFAE-448B-B46F-C8088996C201}"/>
                    </a:ext>
                  </a:extLst>
                </p14:cNvPr>
                <p14:cNvContentPartPr/>
                <p14:nvPr/>
              </p14:nvContentPartPr>
              <p14:xfrm>
                <a:off x="10839477" y="3785277"/>
                <a:ext cx="306720" cy="25056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D7B2D14C-FFAE-448B-B46F-C8088996C20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830477" y="3776277"/>
                  <a:ext cx="3243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033CD00E-631C-4C91-B3EC-E861AB4B1F1E}"/>
                    </a:ext>
                  </a:extLst>
                </p14:cNvPr>
                <p14:cNvContentPartPr/>
                <p14:nvPr/>
              </p14:nvContentPartPr>
              <p14:xfrm>
                <a:off x="11011197" y="3785277"/>
                <a:ext cx="147240" cy="18324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033CD00E-631C-4C91-B3EC-E861AB4B1F1E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1002197" y="3776277"/>
                  <a:ext cx="1648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5D6F354E-04A4-4009-BFAC-308BEEE12ED1}"/>
                    </a:ext>
                  </a:extLst>
                </p14:cNvPr>
                <p14:cNvContentPartPr/>
                <p14:nvPr/>
              </p14:nvContentPartPr>
              <p14:xfrm>
                <a:off x="11242677" y="3785277"/>
                <a:ext cx="156960" cy="13212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5D6F354E-04A4-4009-BFAC-308BEEE12ED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1234037" y="3776277"/>
                  <a:ext cx="1746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BDE2E042-C7E9-43C5-BBB1-55D2A38684AA}"/>
                    </a:ext>
                  </a:extLst>
                </p14:cNvPr>
                <p14:cNvContentPartPr/>
                <p14:nvPr/>
              </p14:nvContentPartPr>
              <p14:xfrm>
                <a:off x="11431317" y="3791037"/>
                <a:ext cx="150840" cy="11196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BDE2E042-C7E9-43C5-BBB1-55D2A38684A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422677" y="3782037"/>
                  <a:ext cx="1684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2F3BB1EE-6C97-47DC-AD9C-C7288E2084C5}"/>
                    </a:ext>
                  </a:extLst>
                </p14:cNvPr>
                <p14:cNvContentPartPr/>
                <p14:nvPr/>
              </p14:nvContentPartPr>
              <p14:xfrm>
                <a:off x="11564877" y="3665397"/>
                <a:ext cx="113760" cy="33912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2F3BB1EE-6C97-47DC-AD9C-C7288E2084C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555877" y="3656397"/>
                  <a:ext cx="1314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0BA9E89A-B337-48DA-B6E4-11CDF8B54F77}"/>
                    </a:ext>
                  </a:extLst>
                </p14:cNvPr>
                <p14:cNvContentPartPr/>
                <p14:nvPr/>
              </p14:nvContentPartPr>
              <p14:xfrm>
                <a:off x="11725077" y="3852957"/>
                <a:ext cx="95400" cy="756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0BA9E89A-B337-48DA-B6E4-11CDF8B54F7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1716077" y="3843957"/>
                  <a:ext cx="113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AC0B98D3-FFB7-4057-960A-DD78AE152210}"/>
                    </a:ext>
                  </a:extLst>
                </p14:cNvPr>
                <p14:cNvContentPartPr/>
                <p14:nvPr/>
              </p14:nvContentPartPr>
              <p14:xfrm>
                <a:off x="11781237" y="3901557"/>
                <a:ext cx="108720" cy="324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AC0B98D3-FFB7-4057-960A-DD78AE15221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1772237" y="3892557"/>
                  <a:ext cx="126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F24D005E-EBA6-472A-A0EE-9360B025F3AB}"/>
                    </a:ext>
                  </a:extLst>
                </p14:cNvPr>
                <p14:cNvContentPartPr/>
                <p14:nvPr/>
              </p14:nvContentPartPr>
              <p14:xfrm>
                <a:off x="11980677" y="3727317"/>
                <a:ext cx="102600" cy="109440"/>
              </p14:xfrm>
            </p:contentPart>
          </mc:Choice>
          <mc:Fallback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F24D005E-EBA6-472A-A0EE-9360B025F3A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1971677" y="3718677"/>
                  <a:ext cx="120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861F66B7-3A70-4BB6-92C4-0FC0A5DB9C0D}"/>
                    </a:ext>
                  </a:extLst>
                </p14:cNvPr>
                <p14:cNvContentPartPr/>
                <p14:nvPr/>
              </p14:nvContentPartPr>
              <p14:xfrm>
                <a:off x="12097677" y="3721197"/>
                <a:ext cx="15480" cy="192600"/>
              </p14:xfrm>
            </p:contentPart>
          </mc:Choice>
          <mc:Fallback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861F66B7-3A70-4BB6-92C4-0FC0A5DB9C0D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2089037" y="3712197"/>
                  <a:ext cx="33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E4F3FC67-7B59-4C82-A7A7-855E0B0DF1DB}"/>
                    </a:ext>
                  </a:extLst>
                </p14:cNvPr>
                <p14:cNvContentPartPr/>
                <p14:nvPr/>
              </p14:nvContentPartPr>
              <p14:xfrm>
                <a:off x="11982477" y="3994437"/>
                <a:ext cx="211680" cy="15840"/>
              </p14:xfrm>
            </p:contentPart>
          </mc:Choice>
          <mc:Fallback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E4F3FC67-7B59-4C82-A7A7-855E0B0DF1DB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1973837" y="3985437"/>
                  <a:ext cx="229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615A5F8B-596A-4FEC-A4DA-3D6E0293399B}"/>
                    </a:ext>
                  </a:extLst>
                </p14:cNvPr>
                <p14:cNvContentPartPr/>
                <p14:nvPr/>
              </p14:nvContentPartPr>
              <p14:xfrm>
                <a:off x="11988237" y="4055637"/>
                <a:ext cx="146160" cy="108000"/>
              </p14:xfrm>
            </p:contentPart>
          </mc:Choice>
          <mc:Fallback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615A5F8B-596A-4FEC-A4DA-3D6E0293399B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1979237" y="4046997"/>
                  <a:ext cx="163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A804E824-DE6D-4EEA-A8E7-D827BB6CEF81}"/>
                    </a:ext>
                  </a:extLst>
                </p14:cNvPr>
                <p14:cNvContentPartPr/>
                <p14:nvPr/>
              </p14:nvContentPartPr>
              <p14:xfrm>
                <a:off x="12013797" y="4116477"/>
                <a:ext cx="161640" cy="109080"/>
              </p14:xfrm>
            </p:contentPart>
          </mc:Choice>
          <mc:Fallback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A804E824-DE6D-4EEA-A8E7-D827BB6CEF81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2004797" y="4107837"/>
                  <a:ext cx="179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137CEF79-E8C6-47F4-BC6A-4ABD8D292729}"/>
                    </a:ext>
                  </a:extLst>
                </p14:cNvPr>
                <p14:cNvContentPartPr/>
                <p14:nvPr/>
              </p14:nvContentPartPr>
              <p14:xfrm>
                <a:off x="7869477" y="4710117"/>
                <a:ext cx="113040" cy="141120"/>
              </p14:xfrm>
            </p:contentPart>
          </mc:Choice>
          <mc:Fallback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137CEF79-E8C6-47F4-BC6A-4ABD8D292729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860837" y="4701117"/>
                  <a:ext cx="1306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14" name="Entrada de lápiz 313">
                  <a:extLst>
                    <a:ext uri="{FF2B5EF4-FFF2-40B4-BE49-F238E27FC236}">
                      <a16:creationId xmlns:a16="http://schemas.microsoft.com/office/drawing/2014/main" id="{D6248256-8067-4475-9214-059A413630C0}"/>
                    </a:ext>
                  </a:extLst>
                </p14:cNvPr>
                <p14:cNvContentPartPr/>
                <p14:nvPr/>
              </p14:nvContentPartPr>
              <p14:xfrm>
                <a:off x="8012037" y="4682037"/>
                <a:ext cx="110880" cy="173160"/>
              </p14:xfrm>
            </p:contentPart>
          </mc:Choice>
          <mc:Fallback>
            <p:pic>
              <p:nvPicPr>
                <p:cNvPr id="314" name="Entrada de lápiz 313">
                  <a:extLst>
                    <a:ext uri="{FF2B5EF4-FFF2-40B4-BE49-F238E27FC236}">
                      <a16:creationId xmlns:a16="http://schemas.microsoft.com/office/drawing/2014/main" id="{D6248256-8067-4475-9214-059A413630C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003397" y="4673397"/>
                  <a:ext cx="1285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16" name="Entrada de lápiz 315">
                  <a:extLst>
                    <a:ext uri="{FF2B5EF4-FFF2-40B4-BE49-F238E27FC236}">
                      <a16:creationId xmlns:a16="http://schemas.microsoft.com/office/drawing/2014/main" id="{C054AE13-B480-4FC6-A1E2-E152AAD4E114}"/>
                    </a:ext>
                  </a:extLst>
                </p14:cNvPr>
                <p14:cNvContentPartPr/>
                <p14:nvPr/>
              </p14:nvContentPartPr>
              <p14:xfrm>
                <a:off x="7603077" y="4589877"/>
                <a:ext cx="133200" cy="140400"/>
              </p14:xfrm>
            </p:contentPart>
          </mc:Choice>
          <mc:Fallback>
            <p:pic>
              <p:nvPicPr>
                <p:cNvPr id="316" name="Entrada de lápiz 315">
                  <a:extLst>
                    <a:ext uri="{FF2B5EF4-FFF2-40B4-BE49-F238E27FC236}">
                      <a16:creationId xmlns:a16="http://schemas.microsoft.com/office/drawing/2014/main" id="{C054AE13-B480-4FC6-A1E2-E152AAD4E114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594077" y="4580877"/>
                  <a:ext cx="150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17" name="Entrada de lápiz 316">
                  <a:extLst>
                    <a:ext uri="{FF2B5EF4-FFF2-40B4-BE49-F238E27FC236}">
                      <a16:creationId xmlns:a16="http://schemas.microsoft.com/office/drawing/2014/main" id="{2F2D565B-8B34-43D5-BDF1-B8D643767DFA}"/>
                    </a:ext>
                  </a:extLst>
                </p14:cNvPr>
                <p14:cNvContentPartPr/>
                <p14:nvPr/>
              </p14:nvContentPartPr>
              <p14:xfrm>
                <a:off x="7547277" y="4791117"/>
                <a:ext cx="163800" cy="10440"/>
              </p14:xfrm>
            </p:contentPart>
          </mc:Choice>
          <mc:Fallback>
            <p:pic>
              <p:nvPicPr>
                <p:cNvPr id="317" name="Entrada de lápiz 316">
                  <a:extLst>
                    <a:ext uri="{FF2B5EF4-FFF2-40B4-BE49-F238E27FC236}">
                      <a16:creationId xmlns:a16="http://schemas.microsoft.com/office/drawing/2014/main" id="{2F2D565B-8B34-43D5-BDF1-B8D643767DFA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538637" y="4782477"/>
                  <a:ext cx="1814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18" name="Entrada de lápiz 317">
                  <a:extLst>
                    <a:ext uri="{FF2B5EF4-FFF2-40B4-BE49-F238E27FC236}">
                      <a16:creationId xmlns:a16="http://schemas.microsoft.com/office/drawing/2014/main" id="{5BCF4B5D-D7E9-4B27-BECC-1FE3FAFFC6C2}"/>
                    </a:ext>
                  </a:extLst>
                </p14:cNvPr>
                <p14:cNvContentPartPr/>
                <p14:nvPr/>
              </p14:nvContentPartPr>
              <p14:xfrm>
                <a:off x="7192317" y="4660077"/>
                <a:ext cx="216000" cy="223560"/>
              </p14:xfrm>
            </p:contentPart>
          </mc:Choice>
          <mc:Fallback>
            <p:pic>
              <p:nvPicPr>
                <p:cNvPr id="318" name="Entrada de lápiz 317">
                  <a:extLst>
                    <a:ext uri="{FF2B5EF4-FFF2-40B4-BE49-F238E27FC236}">
                      <a16:creationId xmlns:a16="http://schemas.microsoft.com/office/drawing/2014/main" id="{5BCF4B5D-D7E9-4B27-BECC-1FE3FAFFC6C2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183677" y="4651437"/>
                  <a:ext cx="2336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20" name="Entrada de lápiz 319">
                  <a:extLst>
                    <a:ext uri="{FF2B5EF4-FFF2-40B4-BE49-F238E27FC236}">
                      <a16:creationId xmlns:a16="http://schemas.microsoft.com/office/drawing/2014/main" id="{92F0FE3A-2AF2-4887-A407-23A4B6249BD5}"/>
                    </a:ext>
                  </a:extLst>
                </p14:cNvPr>
                <p14:cNvContentPartPr/>
                <p14:nvPr/>
              </p14:nvContentPartPr>
              <p14:xfrm>
                <a:off x="8383197" y="4674837"/>
                <a:ext cx="170640" cy="109080"/>
              </p14:xfrm>
            </p:contentPart>
          </mc:Choice>
          <mc:Fallback>
            <p:pic>
              <p:nvPicPr>
                <p:cNvPr id="320" name="Entrada de lápiz 319">
                  <a:extLst>
                    <a:ext uri="{FF2B5EF4-FFF2-40B4-BE49-F238E27FC236}">
                      <a16:creationId xmlns:a16="http://schemas.microsoft.com/office/drawing/2014/main" id="{92F0FE3A-2AF2-4887-A407-23A4B6249BD5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374557" y="4666197"/>
                  <a:ext cx="188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21" name="Entrada de lápiz 320">
                  <a:extLst>
                    <a:ext uri="{FF2B5EF4-FFF2-40B4-BE49-F238E27FC236}">
                      <a16:creationId xmlns:a16="http://schemas.microsoft.com/office/drawing/2014/main" id="{C04EEFD8-7B98-40BA-BED3-051808C330A4}"/>
                    </a:ext>
                  </a:extLst>
                </p14:cNvPr>
                <p14:cNvContentPartPr/>
                <p14:nvPr/>
              </p14:nvContentPartPr>
              <p14:xfrm>
                <a:off x="8608557" y="4602477"/>
                <a:ext cx="166320" cy="156600"/>
              </p14:xfrm>
            </p:contentPart>
          </mc:Choice>
          <mc:Fallback>
            <p:pic>
              <p:nvPicPr>
                <p:cNvPr id="321" name="Entrada de lápiz 320">
                  <a:extLst>
                    <a:ext uri="{FF2B5EF4-FFF2-40B4-BE49-F238E27FC236}">
                      <a16:creationId xmlns:a16="http://schemas.microsoft.com/office/drawing/2014/main" id="{C04EEFD8-7B98-40BA-BED3-051808C330A4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599917" y="4593477"/>
                  <a:ext cx="183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22" name="Entrada de lápiz 321">
                  <a:extLst>
                    <a:ext uri="{FF2B5EF4-FFF2-40B4-BE49-F238E27FC236}">
                      <a16:creationId xmlns:a16="http://schemas.microsoft.com/office/drawing/2014/main" id="{9346B00A-8565-4A13-BA95-E5B8FC9C66FD}"/>
                    </a:ext>
                  </a:extLst>
                </p14:cNvPr>
                <p14:cNvContentPartPr/>
                <p14:nvPr/>
              </p14:nvContentPartPr>
              <p14:xfrm>
                <a:off x="9614757" y="4493757"/>
                <a:ext cx="32400" cy="187920"/>
              </p14:xfrm>
            </p:contentPart>
          </mc:Choice>
          <mc:Fallback>
            <p:pic>
              <p:nvPicPr>
                <p:cNvPr id="322" name="Entrada de lápiz 321">
                  <a:extLst>
                    <a:ext uri="{FF2B5EF4-FFF2-40B4-BE49-F238E27FC236}">
                      <a16:creationId xmlns:a16="http://schemas.microsoft.com/office/drawing/2014/main" id="{9346B00A-8565-4A13-BA95-E5B8FC9C66FD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605757" y="4484757"/>
                  <a:ext cx="500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23" name="Entrada de lápiz 322">
                  <a:extLst>
                    <a:ext uri="{FF2B5EF4-FFF2-40B4-BE49-F238E27FC236}">
                      <a16:creationId xmlns:a16="http://schemas.microsoft.com/office/drawing/2014/main" id="{75A36EAF-9F8B-4D2C-935B-18B058F6D0C2}"/>
                    </a:ext>
                  </a:extLst>
                </p14:cNvPr>
                <p14:cNvContentPartPr/>
                <p14:nvPr/>
              </p14:nvContentPartPr>
              <p14:xfrm>
                <a:off x="9619797" y="4469277"/>
                <a:ext cx="132480" cy="18360"/>
              </p14:xfrm>
            </p:contentPart>
          </mc:Choice>
          <mc:Fallback>
            <p:pic>
              <p:nvPicPr>
                <p:cNvPr id="323" name="Entrada de lápiz 322">
                  <a:extLst>
                    <a:ext uri="{FF2B5EF4-FFF2-40B4-BE49-F238E27FC236}">
                      <a16:creationId xmlns:a16="http://schemas.microsoft.com/office/drawing/2014/main" id="{75A36EAF-9F8B-4D2C-935B-18B058F6D0C2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610797" y="4460637"/>
                  <a:ext cx="150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24" name="Entrada de lápiz 323">
                  <a:extLst>
                    <a:ext uri="{FF2B5EF4-FFF2-40B4-BE49-F238E27FC236}">
                      <a16:creationId xmlns:a16="http://schemas.microsoft.com/office/drawing/2014/main" id="{1ABBE6FF-F10B-4A0F-AE13-83ED09376C78}"/>
                    </a:ext>
                  </a:extLst>
                </p14:cNvPr>
                <p14:cNvContentPartPr/>
                <p14:nvPr/>
              </p14:nvContentPartPr>
              <p14:xfrm>
                <a:off x="9659757" y="4539477"/>
                <a:ext cx="142560" cy="14040"/>
              </p14:xfrm>
            </p:contentPart>
          </mc:Choice>
          <mc:Fallback>
            <p:pic>
              <p:nvPicPr>
                <p:cNvPr id="324" name="Entrada de lápiz 323">
                  <a:extLst>
                    <a:ext uri="{FF2B5EF4-FFF2-40B4-BE49-F238E27FC236}">
                      <a16:creationId xmlns:a16="http://schemas.microsoft.com/office/drawing/2014/main" id="{1ABBE6FF-F10B-4A0F-AE13-83ED09376C7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650757" y="4530837"/>
                  <a:ext cx="160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25" name="Entrada de lápiz 324">
                  <a:extLst>
                    <a:ext uri="{FF2B5EF4-FFF2-40B4-BE49-F238E27FC236}">
                      <a16:creationId xmlns:a16="http://schemas.microsoft.com/office/drawing/2014/main" id="{F805A972-0C00-404E-9D55-431C1A60D1E8}"/>
                    </a:ext>
                  </a:extLst>
                </p14:cNvPr>
                <p14:cNvContentPartPr/>
                <p14:nvPr/>
              </p14:nvContentPartPr>
              <p14:xfrm>
                <a:off x="9859197" y="4518957"/>
                <a:ext cx="78480" cy="118440"/>
              </p14:xfrm>
            </p:contentPart>
          </mc:Choice>
          <mc:Fallback>
            <p:pic>
              <p:nvPicPr>
                <p:cNvPr id="325" name="Entrada de lápiz 324">
                  <a:extLst>
                    <a:ext uri="{FF2B5EF4-FFF2-40B4-BE49-F238E27FC236}">
                      <a16:creationId xmlns:a16="http://schemas.microsoft.com/office/drawing/2014/main" id="{F805A972-0C00-404E-9D55-431C1A60D1E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850197" y="4509957"/>
                  <a:ext cx="961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26" name="Entrada de lápiz 325">
                  <a:extLst>
                    <a:ext uri="{FF2B5EF4-FFF2-40B4-BE49-F238E27FC236}">
                      <a16:creationId xmlns:a16="http://schemas.microsoft.com/office/drawing/2014/main" id="{139C4AEC-D629-4E97-AF59-828FD10AB58B}"/>
                    </a:ext>
                  </a:extLst>
                </p14:cNvPr>
                <p14:cNvContentPartPr/>
                <p14:nvPr/>
              </p14:nvContentPartPr>
              <p14:xfrm>
                <a:off x="9873957" y="4498077"/>
                <a:ext cx="149040" cy="165960"/>
              </p14:xfrm>
            </p:contentPart>
          </mc:Choice>
          <mc:Fallback>
            <p:pic>
              <p:nvPicPr>
                <p:cNvPr id="326" name="Entrada de lápiz 325">
                  <a:extLst>
                    <a:ext uri="{FF2B5EF4-FFF2-40B4-BE49-F238E27FC236}">
                      <a16:creationId xmlns:a16="http://schemas.microsoft.com/office/drawing/2014/main" id="{139C4AEC-D629-4E97-AF59-828FD10AB58B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864957" y="4489437"/>
                  <a:ext cx="1666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27" name="Entrada de lápiz 326">
                  <a:extLst>
                    <a:ext uri="{FF2B5EF4-FFF2-40B4-BE49-F238E27FC236}">
                      <a16:creationId xmlns:a16="http://schemas.microsoft.com/office/drawing/2014/main" id="{CC475177-DCF1-46C6-B7A6-983C678A6830}"/>
                    </a:ext>
                  </a:extLst>
                </p14:cNvPr>
                <p14:cNvContentPartPr/>
                <p14:nvPr/>
              </p14:nvContentPartPr>
              <p14:xfrm>
                <a:off x="10062597" y="4496277"/>
                <a:ext cx="133560" cy="123120"/>
              </p14:xfrm>
            </p:contentPart>
          </mc:Choice>
          <mc:Fallback>
            <p:pic>
              <p:nvPicPr>
                <p:cNvPr id="327" name="Entrada de lápiz 326">
                  <a:extLst>
                    <a:ext uri="{FF2B5EF4-FFF2-40B4-BE49-F238E27FC236}">
                      <a16:creationId xmlns:a16="http://schemas.microsoft.com/office/drawing/2014/main" id="{CC475177-DCF1-46C6-B7A6-983C678A683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053597" y="4487637"/>
                  <a:ext cx="1512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28" name="Entrada de lápiz 327">
                  <a:extLst>
                    <a:ext uri="{FF2B5EF4-FFF2-40B4-BE49-F238E27FC236}">
                      <a16:creationId xmlns:a16="http://schemas.microsoft.com/office/drawing/2014/main" id="{066A7D3E-D1D1-4FD4-912C-A4522FFC924B}"/>
                    </a:ext>
                  </a:extLst>
                </p14:cNvPr>
                <p14:cNvContentPartPr/>
                <p14:nvPr/>
              </p14:nvContentPartPr>
              <p14:xfrm>
                <a:off x="10080597" y="4475757"/>
                <a:ext cx="121680" cy="135720"/>
              </p14:xfrm>
            </p:contentPart>
          </mc:Choice>
          <mc:Fallback>
            <p:pic>
              <p:nvPicPr>
                <p:cNvPr id="328" name="Entrada de lápiz 327">
                  <a:extLst>
                    <a:ext uri="{FF2B5EF4-FFF2-40B4-BE49-F238E27FC236}">
                      <a16:creationId xmlns:a16="http://schemas.microsoft.com/office/drawing/2014/main" id="{066A7D3E-D1D1-4FD4-912C-A4522FFC924B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0071957" y="4466757"/>
                  <a:ext cx="139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29" name="Entrada de lápiz 328">
                  <a:extLst>
                    <a:ext uri="{FF2B5EF4-FFF2-40B4-BE49-F238E27FC236}">
                      <a16:creationId xmlns:a16="http://schemas.microsoft.com/office/drawing/2014/main" id="{8046C025-A554-4862-8AC0-7E26673D40A2}"/>
                    </a:ext>
                  </a:extLst>
                </p14:cNvPr>
                <p14:cNvContentPartPr/>
                <p14:nvPr/>
              </p14:nvContentPartPr>
              <p14:xfrm>
                <a:off x="10260957" y="4359477"/>
                <a:ext cx="55440" cy="237240"/>
              </p14:xfrm>
            </p:contentPart>
          </mc:Choice>
          <mc:Fallback>
            <p:pic>
              <p:nvPicPr>
                <p:cNvPr id="329" name="Entrada de lápiz 328">
                  <a:extLst>
                    <a:ext uri="{FF2B5EF4-FFF2-40B4-BE49-F238E27FC236}">
                      <a16:creationId xmlns:a16="http://schemas.microsoft.com/office/drawing/2014/main" id="{8046C025-A554-4862-8AC0-7E26673D40A2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0252317" y="4350477"/>
                  <a:ext cx="730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30" name="Entrada de lápiz 329">
                  <a:extLst>
                    <a:ext uri="{FF2B5EF4-FFF2-40B4-BE49-F238E27FC236}">
                      <a16:creationId xmlns:a16="http://schemas.microsoft.com/office/drawing/2014/main" id="{444538BF-EB5C-496A-9B56-CD2FA158B301}"/>
                    </a:ext>
                  </a:extLst>
                </p14:cNvPr>
                <p14:cNvContentPartPr/>
                <p14:nvPr/>
              </p14:nvContentPartPr>
              <p14:xfrm>
                <a:off x="10422237" y="4445877"/>
                <a:ext cx="141480" cy="86040"/>
              </p14:xfrm>
            </p:contentPart>
          </mc:Choice>
          <mc:Fallback>
            <p:pic>
              <p:nvPicPr>
                <p:cNvPr id="330" name="Entrada de lápiz 329">
                  <a:extLst>
                    <a:ext uri="{FF2B5EF4-FFF2-40B4-BE49-F238E27FC236}">
                      <a16:creationId xmlns:a16="http://schemas.microsoft.com/office/drawing/2014/main" id="{444538BF-EB5C-496A-9B56-CD2FA158B301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413597" y="4437237"/>
                  <a:ext cx="159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31" name="Entrada de lápiz 330">
                  <a:extLst>
                    <a:ext uri="{FF2B5EF4-FFF2-40B4-BE49-F238E27FC236}">
                      <a16:creationId xmlns:a16="http://schemas.microsoft.com/office/drawing/2014/main" id="{B1CD859F-389E-49FF-B98F-B72FD38C3121}"/>
                    </a:ext>
                  </a:extLst>
                </p14:cNvPr>
                <p14:cNvContentPartPr/>
                <p14:nvPr/>
              </p14:nvContentPartPr>
              <p14:xfrm>
                <a:off x="10654797" y="4401597"/>
                <a:ext cx="27360" cy="255600"/>
              </p14:xfrm>
            </p:contentPart>
          </mc:Choice>
          <mc:Fallback>
            <p:pic>
              <p:nvPicPr>
                <p:cNvPr id="331" name="Entrada de lápiz 330">
                  <a:extLst>
                    <a:ext uri="{FF2B5EF4-FFF2-40B4-BE49-F238E27FC236}">
                      <a16:creationId xmlns:a16="http://schemas.microsoft.com/office/drawing/2014/main" id="{B1CD859F-389E-49FF-B98F-B72FD38C3121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646157" y="4392957"/>
                  <a:ext cx="450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32" name="Entrada de lápiz 331">
                  <a:extLst>
                    <a:ext uri="{FF2B5EF4-FFF2-40B4-BE49-F238E27FC236}">
                      <a16:creationId xmlns:a16="http://schemas.microsoft.com/office/drawing/2014/main" id="{2D45B3D2-A01B-4340-94E7-33E69E1D101D}"/>
                    </a:ext>
                  </a:extLst>
                </p14:cNvPr>
                <p14:cNvContentPartPr/>
                <p14:nvPr/>
              </p14:nvContentPartPr>
              <p14:xfrm>
                <a:off x="10642917" y="4324197"/>
                <a:ext cx="406080" cy="199440"/>
              </p14:xfrm>
            </p:contentPart>
          </mc:Choice>
          <mc:Fallback>
            <p:pic>
              <p:nvPicPr>
                <p:cNvPr id="332" name="Entrada de lápiz 331">
                  <a:extLst>
                    <a:ext uri="{FF2B5EF4-FFF2-40B4-BE49-F238E27FC236}">
                      <a16:creationId xmlns:a16="http://schemas.microsoft.com/office/drawing/2014/main" id="{2D45B3D2-A01B-4340-94E7-33E69E1D101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633917" y="4315557"/>
                  <a:ext cx="423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33" name="Entrada de lápiz 332">
                  <a:extLst>
                    <a:ext uri="{FF2B5EF4-FFF2-40B4-BE49-F238E27FC236}">
                      <a16:creationId xmlns:a16="http://schemas.microsoft.com/office/drawing/2014/main" id="{5A7AD710-0674-4724-B95B-E6B336403E23}"/>
                    </a:ext>
                  </a:extLst>
                </p14:cNvPr>
                <p14:cNvContentPartPr/>
                <p14:nvPr/>
              </p14:nvContentPartPr>
              <p14:xfrm>
                <a:off x="11095797" y="4305117"/>
                <a:ext cx="149760" cy="189720"/>
              </p14:xfrm>
            </p:contentPart>
          </mc:Choice>
          <mc:Fallback>
            <p:pic>
              <p:nvPicPr>
                <p:cNvPr id="333" name="Entrada de lápiz 332">
                  <a:extLst>
                    <a:ext uri="{FF2B5EF4-FFF2-40B4-BE49-F238E27FC236}">
                      <a16:creationId xmlns:a16="http://schemas.microsoft.com/office/drawing/2014/main" id="{5A7AD710-0674-4724-B95B-E6B336403E23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1086797" y="4296477"/>
                  <a:ext cx="1674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34" name="Entrada de lápiz 333">
                  <a:extLst>
                    <a:ext uri="{FF2B5EF4-FFF2-40B4-BE49-F238E27FC236}">
                      <a16:creationId xmlns:a16="http://schemas.microsoft.com/office/drawing/2014/main" id="{F2849BFF-8648-4503-A464-247ACEEBF323}"/>
                    </a:ext>
                  </a:extLst>
                </p14:cNvPr>
                <p14:cNvContentPartPr/>
                <p14:nvPr/>
              </p14:nvContentPartPr>
              <p14:xfrm>
                <a:off x="11085717" y="4307997"/>
                <a:ext cx="155520" cy="171720"/>
              </p14:xfrm>
            </p:contentPart>
          </mc:Choice>
          <mc:Fallback>
            <p:pic>
              <p:nvPicPr>
                <p:cNvPr id="334" name="Entrada de lápiz 333">
                  <a:extLst>
                    <a:ext uri="{FF2B5EF4-FFF2-40B4-BE49-F238E27FC236}">
                      <a16:creationId xmlns:a16="http://schemas.microsoft.com/office/drawing/2014/main" id="{F2849BFF-8648-4503-A464-247ACEEBF323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076717" y="4298997"/>
                  <a:ext cx="173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35" name="Entrada de lápiz 334">
                  <a:extLst>
                    <a:ext uri="{FF2B5EF4-FFF2-40B4-BE49-F238E27FC236}">
                      <a16:creationId xmlns:a16="http://schemas.microsoft.com/office/drawing/2014/main" id="{3E0B6C1B-858C-4C59-8DED-33F281DD30A5}"/>
                    </a:ext>
                  </a:extLst>
                </p14:cNvPr>
                <p14:cNvContentPartPr/>
                <p14:nvPr/>
              </p14:nvContentPartPr>
              <p14:xfrm>
                <a:off x="11325117" y="4263717"/>
                <a:ext cx="133920" cy="130320"/>
              </p14:xfrm>
            </p:contentPart>
          </mc:Choice>
          <mc:Fallback>
            <p:pic>
              <p:nvPicPr>
                <p:cNvPr id="335" name="Entrada de lápiz 334">
                  <a:extLst>
                    <a:ext uri="{FF2B5EF4-FFF2-40B4-BE49-F238E27FC236}">
                      <a16:creationId xmlns:a16="http://schemas.microsoft.com/office/drawing/2014/main" id="{3E0B6C1B-858C-4C59-8DED-33F281DD30A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1316117" y="4255077"/>
                  <a:ext cx="1515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36" name="Entrada de lápiz 335">
                  <a:extLst>
                    <a:ext uri="{FF2B5EF4-FFF2-40B4-BE49-F238E27FC236}">
                      <a16:creationId xmlns:a16="http://schemas.microsoft.com/office/drawing/2014/main" id="{353080A3-9387-4BD9-B98D-F04F120F7A4A}"/>
                    </a:ext>
                  </a:extLst>
                </p14:cNvPr>
                <p14:cNvContentPartPr/>
                <p14:nvPr/>
              </p14:nvContentPartPr>
              <p14:xfrm>
                <a:off x="11497557" y="4231317"/>
                <a:ext cx="105120" cy="221040"/>
              </p14:xfrm>
            </p:contentPart>
          </mc:Choice>
          <mc:Fallback>
            <p:pic>
              <p:nvPicPr>
                <p:cNvPr id="336" name="Entrada de lápiz 335">
                  <a:extLst>
                    <a:ext uri="{FF2B5EF4-FFF2-40B4-BE49-F238E27FC236}">
                      <a16:creationId xmlns:a16="http://schemas.microsoft.com/office/drawing/2014/main" id="{353080A3-9387-4BD9-B98D-F04F120F7A4A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1488917" y="4222677"/>
                  <a:ext cx="1227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37" name="Entrada de lápiz 336">
                  <a:extLst>
                    <a:ext uri="{FF2B5EF4-FFF2-40B4-BE49-F238E27FC236}">
                      <a16:creationId xmlns:a16="http://schemas.microsoft.com/office/drawing/2014/main" id="{4A206874-586E-4162-BB80-8E342FAFBA57}"/>
                    </a:ext>
                  </a:extLst>
                </p14:cNvPr>
                <p14:cNvContentPartPr/>
                <p14:nvPr/>
              </p14:nvContentPartPr>
              <p14:xfrm>
                <a:off x="11649837" y="4156437"/>
                <a:ext cx="67320" cy="349200"/>
              </p14:xfrm>
            </p:contentPart>
          </mc:Choice>
          <mc:Fallback>
            <p:pic>
              <p:nvPicPr>
                <p:cNvPr id="337" name="Entrada de lápiz 336">
                  <a:extLst>
                    <a:ext uri="{FF2B5EF4-FFF2-40B4-BE49-F238E27FC236}">
                      <a16:creationId xmlns:a16="http://schemas.microsoft.com/office/drawing/2014/main" id="{4A206874-586E-4162-BB80-8E342FAFBA57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1641197" y="4147797"/>
                  <a:ext cx="849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41" name="Entrada de lápiz 340">
                  <a:extLst>
                    <a:ext uri="{FF2B5EF4-FFF2-40B4-BE49-F238E27FC236}">
                      <a16:creationId xmlns:a16="http://schemas.microsoft.com/office/drawing/2014/main" id="{5CF9F9AA-EFA6-4405-B3BC-0A9FB4B624B9}"/>
                    </a:ext>
                  </a:extLst>
                </p14:cNvPr>
                <p14:cNvContentPartPr/>
                <p14:nvPr/>
              </p14:nvContentPartPr>
              <p14:xfrm>
                <a:off x="11731197" y="4399797"/>
                <a:ext cx="142560" cy="9360"/>
              </p14:xfrm>
            </p:contentPart>
          </mc:Choice>
          <mc:Fallback>
            <p:pic>
              <p:nvPicPr>
                <p:cNvPr id="341" name="Entrada de lápiz 340">
                  <a:extLst>
                    <a:ext uri="{FF2B5EF4-FFF2-40B4-BE49-F238E27FC236}">
                      <a16:creationId xmlns:a16="http://schemas.microsoft.com/office/drawing/2014/main" id="{5CF9F9AA-EFA6-4405-B3BC-0A9FB4B624B9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1722197" y="4391157"/>
                  <a:ext cx="1602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2" name="Entrada de lápiz 341">
                  <a:extLst>
                    <a:ext uri="{FF2B5EF4-FFF2-40B4-BE49-F238E27FC236}">
                      <a16:creationId xmlns:a16="http://schemas.microsoft.com/office/drawing/2014/main" id="{CCFB1377-7B61-4D6B-AD1E-096CBBF0FC73}"/>
                    </a:ext>
                  </a:extLst>
                </p14:cNvPr>
                <p14:cNvContentPartPr/>
                <p14:nvPr/>
              </p14:nvContentPartPr>
              <p14:xfrm>
                <a:off x="11736957" y="4482957"/>
                <a:ext cx="104400" cy="1440"/>
              </p14:xfrm>
            </p:contentPart>
          </mc:Choice>
          <mc:Fallback>
            <p:pic>
              <p:nvPicPr>
                <p:cNvPr id="342" name="Entrada de lápiz 341">
                  <a:extLst>
                    <a:ext uri="{FF2B5EF4-FFF2-40B4-BE49-F238E27FC236}">
                      <a16:creationId xmlns:a16="http://schemas.microsoft.com/office/drawing/2014/main" id="{CCFB1377-7B61-4D6B-AD1E-096CBBF0FC7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1728317" y="4473957"/>
                  <a:ext cx="1220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43" name="Entrada de lápiz 342">
                  <a:extLst>
                    <a:ext uri="{FF2B5EF4-FFF2-40B4-BE49-F238E27FC236}">
                      <a16:creationId xmlns:a16="http://schemas.microsoft.com/office/drawing/2014/main" id="{7A75B3F6-D786-446F-AB80-E564976FD7A3}"/>
                    </a:ext>
                  </a:extLst>
                </p14:cNvPr>
                <p14:cNvContentPartPr/>
                <p14:nvPr/>
              </p14:nvContentPartPr>
              <p14:xfrm>
                <a:off x="11937477" y="4332837"/>
                <a:ext cx="124560" cy="185400"/>
              </p14:xfrm>
            </p:contentPart>
          </mc:Choice>
          <mc:Fallback>
            <p:pic>
              <p:nvPicPr>
                <p:cNvPr id="343" name="Entrada de lápiz 342">
                  <a:extLst>
                    <a:ext uri="{FF2B5EF4-FFF2-40B4-BE49-F238E27FC236}">
                      <a16:creationId xmlns:a16="http://schemas.microsoft.com/office/drawing/2014/main" id="{7A75B3F6-D786-446F-AB80-E564976FD7A3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1928477" y="4324197"/>
                  <a:ext cx="1422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44" name="Entrada de lápiz 343">
                  <a:extLst>
                    <a:ext uri="{FF2B5EF4-FFF2-40B4-BE49-F238E27FC236}">
                      <a16:creationId xmlns:a16="http://schemas.microsoft.com/office/drawing/2014/main" id="{EF23AD98-9D9B-4B0E-AA8C-36E6E7D9F105}"/>
                    </a:ext>
                  </a:extLst>
                </p14:cNvPr>
                <p14:cNvContentPartPr/>
                <p14:nvPr/>
              </p14:nvContentPartPr>
              <p14:xfrm>
                <a:off x="11955477" y="4451277"/>
                <a:ext cx="151560" cy="360"/>
              </p14:xfrm>
            </p:contentPart>
          </mc:Choice>
          <mc:Fallback>
            <p:pic>
              <p:nvPicPr>
                <p:cNvPr id="344" name="Entrada de lápiz 343">
                  <a:extLst>
                    <a:ext uri="{FF2B5EF4-FFF2-40B4-BE49-F238E27FC236}">
                      <a16:creationId xmlns:a16="http://schemas.microsoft.com/office/drawing/2014/main" id="{EF23AD98-9D9B-4B0E-AA8C-36E6E7D9F105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1946837" y="4442637"/>
                  <a:ext cx="169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45" name="Entrada de lápiz 344">
                  <a:extLst>
                    <a:ext uri="{FF2B5EF4-FFF2-40B4-BE49-F238E27FC236}">
                      <a16:creationId xmlns:a16="http://schemas.microsoft.com/office/drawing/2014/main" id="{368618BA-81CA-450C-8ACF-A5808DB3F735}"/>
                    </a:ext>
                  </a:extLst>
                </p14:cNvPr>
                <p14:cNvContentPartPr/>
                <p14:nvPr/>
              </p14:nvContentPartPr>
              <p14:xfrm>
                <a:off x="11943597" y="4601037"/>
                <a:ext cx="198720" cy="6840"/>
              </p14:xfrm>
            </p:contentPart>
          </mc:Choice>
          <mc:Fallback>
            <p:pic>
              <p:nvPicPr>
                <p:cNvPr id="345" name="Entrada de lápiz 344">
                  <a:extLst>
                    <a:ext uri="{FF2B5EF4-FFF2-40B4-BE49-F238E27FC236}">
                      <a16:creationId xmlns:a16="http://schemas.microsoft.com/office/drawing/2014/main" id="{368618BA-81CA-450C-8ACF-A5808DB3F735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1934597" y="4592037"/>
                  <a:ext cx="216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46" name="Entrada de lápiz 345">
                  <a:extLst>
                    <a:ext uri="{FF2B5EF4-FFF2-40B4-BE49-F238E27FC236}">
                      <a16:creationId xmlns:a16="http://schemas.microsoft.com/office/drawing/2014/main" id="{20BE0B4C-9883-4CC9-9DD5-08D46AA553D1}"/>
                    </a:ext>
                  </a:extLst>
                </p14:cNvPr>
                <p14:cNvContentPartPr/>
                <p14:nvPr/>
              </p14:nvContentPartPr>
              <p14:xfrm>
                <a:off x="11965197" y="4696077"/>
                <a:ext cx="106920" cy="122760"/>
              </p14:xfrm>
            </p:contentPart>
          </mc:Choice>
          <mc:Fallback>
            <p:pic>
              <p:nvPicPr>
                <p:cNvPr id="346" name="Entrada de lápiz 345">
                  <a:extLst>
                    <a:ext uri="{FF2B5EF4-FFF2-40B4-BE49-F238E27FC236}">
                      <a16:creationId xmlns:a16="http://schemas.microsoft.com/office/drawing/2014/main" id="{20BE0B4C-9883-4CC9-9DD5-08D46AA553D1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1956197" y="4687077"/>
                  <a:ext cx="1245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47" name="Entrada de lápiz 346">
                  <a:extLst>
                    <a:ext uri="{FF2B5EF4-FFF2-40B4-BE49-F238E27FC236}">
                      <a16:creationId xmlns:a16="http://schemas.microsoft.com/office/drawing/2014/main" id="{E6295F4A-31B4-4C97-92C5-C85FBBF5A14F}"/>
                    </a:ext>
                  </a:extLst>
                </p14:cNvPr>
                <p14:cNvContentPartPr/>
                <p14:nvPr/>
              </p14:nvContentPartPr>
              <p14:xfrm>
                <a:off x="11941797" y="4828917"/>
                <a:ext cx="172440" cy="114840"/>
              </p14:xfrm>
            </p:contentPart>
          </mc:Choice>
          <mc:Fallback>
            <p:pic>
              <p:nvPicPr>
                <p:cNvPr id="347" name="Entrada de lápiz 346">
                  <a:extLst>
                    <a:ext uri="{FF2B5EF4-FFF2-40B4-BE49-F238E27FC236}">
                      <a16:creationId xmlns:a16="http://schemas.microsoft.com/office/drawing/2014/main" id="{E6295F4A-31B4-4C97-92C5-C85FBBF5A14F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1933157" y="4820277"/>
                  <a:ext cx="190080" cy="13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5">
            <p14:nvContentPartPr>
              <p14:cNvPr id="355" name="Entrada de lápiz 354">
                <a:extLst>
                  <a:ext uri="{FF2B5EF4-FFF2-40B4-BE49-F238E27FC236}">
                    <a16:creationId xmlns:a16="http://schemas.microsoft.com/office/drawing/2014/main" id="{260F1562-B3FC-4043-A8C3-99EF33DE46CE}"/>
                  </a:ext>
                </a:extLst>
              </p14:cNvPr>
              <p14:cNvContentPartPr/>
              <p14:nvPr/>
            </p14:nvContentPartPr>
            <p14:xfrm>
              <a:off x="7571757" y="3434637"/>
              <a:ext cx="55440" cy="38160"/>
            </p14:xfrm>
          </p:contentPart>
        </mc:Choice>
        <mc:Fallback>
          <p:pic>
            <p:nvPicPr>
              <p:cNvPr id="355" name="Entrada de lápiz 354">
                <a:extLst>
                  <a:ext uri="{FF2B5EF4-FFF2-40B4-BE49-F238E27FC236}">
                    <a16:creationId xmlns:a16="http://schemas.microsoft.com/office/drawing/2014/main" id="{260F1562-B3FC-4043-A8C3-99EF33DE46CE}"/>
                  </a:ext>
                </a:extLst>
              </p:cNvPr>
              <p:cNvPicPr/>
              <p:nvPr/>
            </p:nvPicPr>
            <p:blipFill>
              <a:blip r:embed="rId556"/>
              <a:stretch>
                <a:fillRect/>
              </a:stretch>
            </p:blipFill>
            <p:spPr>
              <a:xfrm>
                <a:off x="7562757" y="3425637"/>
                <a:ext cx="7308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77" name="Grupo 376">
            <a:extLst>
              <a:ext uri="{FF2B5EF4-FFF2-40B4-BE49-F238E27FC236}">
                <a16:creationId xmlns:a16="http://schemas.microsoft.com/office/drawing/2014/main" id="{E7013813-4A53-4D84-8514-328740593713}"/>
              </a:ext>
            </a:extLst>
          </p:cNvPr>
          <p:cNvGrpSpPr/>
          <p:nvPr/>
        </p:nvGrpSpPr>
        <p:grpSpPr>
          <a:xfrm>
            <a:off x="8752917" y="4785717"/>
            <a:ext cx="2831040" cy="528480"/>
            <a:chOff x="8752917" y="4785717"/>
            <a:chExt cx="2831040" cy="5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56" name="Entrada de lápiz 355">
                  <a:extLst>
                    <a:ext uri="{FF2B5EF4-FFF2-40B4-BE49-F238E27FC236}">
                      <a16:creationId xmlns:a16="http://schemas.microsoft.com/office/drawing/2014/main" id="{039A9115-059E-4FF4-9126-C816AC8D4362}"/>
                    </a:ext>
                  </a:extLst>
                </p14:cNvPr>
                <p14:cNvContentPartPr/>
                <p14:nvPr/>
              </p14:nvContentPartPr>
              <p14:xfrm>
                <a:off x="8791077" y="5086677"/>
                <a:ext cx="30600" cy="227520"/>
              </p14:xfrm>
            </p:contentPart>
          </mc:Choice>
          <mc:Fallback>
            <p:pic>
              <p:nvPicPr>
                <p:cNvPr id="356" name="Entrada de lápiz 355">
                  <a:extLst>
                    <a:ext uri="{FF2B5EF4-FFF2-40B4-BE49-F238E27FC236}">
                      <a16:creationId xmlns:a16="http://schemas.microsoft.com/office/drawing/2014/main" id="{039A9115-059E-4FF4-9126-C816AC8D4362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8782077" y="5078037"/>
                  <a:ext cx="48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57" name="Entrada de lápiz 356">
                  <a:extLst>
                    <a:ext uri="{FF2B5EF4-FFF2-40B4-BE49-F238E27FC236}">
                      <a16:creationId xmlns:a16="http://schemas.microsoft.com/office/drawing/2014/main" id="{80201803-3C11-49E5-B252-0A22F2BB59AB}"/>
                    </a:ext>
                  </a:extLst>
                </p14:cNvPr>
                <p14:cNvContentPartPr/>
                <p14:nvPr/>
              </p14:nvContentPartPr>
              <p14:xfrm>
                <a:off x="8752917" y="5090277"/>
                <a:ext cx="177840" cy="16560"/>
              </p14:xfrm>
            </p:contentPart>
          </mc:Choice>
          <mc:Fallback>
            <p:pic>
              <p:nvPicPr>
                <p:cNvPr id="357" name="Entrada de lápiz 356">
                  <a:extLst>
                    <a:ext uri="{FF2B5EF4-FFF2-40B4-BE49-F238E27FC236}">
                      <a16:creationId xmlns:a16="http://schemas.microsoft.com/office/drawing/2014/main" id="{80201803-3C11-49E5-B252-0A22F2BB59AB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8743917" y="5081637"/>
                  <a:ext cx="195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58" name="Entrada de lápiz 357">
                  <a:extLst>
                    <a:ext uri="{FF2B5EF4-FFF2-40B4-BE49-F238E27FC236}">
                      <a16:creationId xmlns:a16="http://schemas.microsoft.com/office/drawing/2014/main" id="{C5D6705C-37C9-4368-9622-A64B6B7D5A80}"/>
                    </a:ext>
                  </a:extLst>
                </p14:cNvPr>
                <p14:cNvContentPartPr/>
                <p14:nvPr/>
              </p14:nvContentPartPr>
              <p14:xfrm>
                <a:off x="8791797" y="5238957"/>
                <a:ext cx="160560" cy="10440"/>
              </p14:xfrm>
            </p:contentPart>
          </mc:Choice>
          <mc:Fallback>
            <p:pic>
              <p:nvPicPr>
                <p:cNvPr id="358" name="Entrada de lápiz 357">
                  <a:extLst>
                    <a:ext uri="{FF2B5EF4-FFF2-40B4-BE49-F238E27FC236}">
                      <a16:creationId xmlns:a16="http://schemas.microsoft.com/office/drawing/2014/main" id="{C5D6705C-37C9-4368-9622-A64B6B7D5A80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8783157" y="5230317"/>
                  <a:ext cx="178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59" name="Entrada de lápiz 358">
                  <a:extLst>
                    <a:ext uri="{FF2B5EF4-FFF2-40B4-BE49-F238E27FC236}">
                      <a16:creationId xmlns:a16="http://schemas.microsoft.com/office/drawing/2014/main" id="{CF3F59B5-4AB0-4CA1-A71B-3133EC818193}"/>
                    </a:ext>
                  </a:extLst>
                </p14:cNvPr>
                <p14:cNvContentPartPr/>
                <p14:nvPr/>
              </p14:nvContentPartPr>
              <p14:xfrm>
                <a:off x="9069357" y="5088477"/>
                <a:ext cx="105480" cy="207720"/>
              </p14:xfrm>
            </p:contentPart>
          </mc:Choice>
          <mc:Fallback>
            <p:pic>
              <p:nvPicPr>
                <p:cNvPr id="359" name="Entrada de lápiz 358">
                  <a:extLst>
                    <a:ext uri="{FF2B5EF4-FFF2-40B4-BE49-F238E27FC236}">
                      <a16:creationId xmlns:a16="http://schemas.microsoft.com/office/drawing/2014/main" id="{CF3F59B5-4AB0-4CA1-A71B-3133EC818193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060717" y="5079837"/>
                  <a:ext cx="1231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60" name="Entrada de lápiz 359">
                  <a:extLst>
                    <a:ext uri="{FF2B5EF4-FFF2-40B4-BE49-F238E27FC236}">
                      <a16:creationId xmlns:a16="http://schemas.microsoft.com/office/drawing/2014/main" id="{841460DE-BC87-47DA-B4F2-1C6D337101C3}"/>
                    </a:ext>
                  </a:extLst>
                </p14:cNvPr>
                <p14:cNvContentPartPr/>
                <p14:nvPr/>
              </p14:nvContentPartPr>
              <p14:xfrm>
                <a:off x="9176637" y="5098557"/>
                <a:ext cx="167760" cy="163080"/>
              </p14:xfrm>
            </p:contentPart>
          </mc:Choice>
          <mc:Fallback>
            <p:pic>
              <p:nvPicPr>
                <p:cNvPr id="360" name="Entrada de lápiz 359">
                  <a:extLst>
                    <a:ext uri="{FF2B5EF4-FFF2-40B4-BE49-F238E27FC236}">
                      <a16:creationId xmlns:a16="http://schemas.microsoft.com/office/drawing/2014/main" id="{841460DE-BC87-47DA-B4F2-1C6D337101C3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167997" y="5089557"/>
                  <a:ext cx="1854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61" name="Entrada de lápiz 360">
                  <a:extLst>
                    <a:ext uri="{FF2B5EF4-FFF2-40B4-BE49-F238E27FC236}">
                      <a16:creationId xmlns:a16="http://schemas.microsoft.com/office/drawing/2014/main" id="{6D58AA5A-437F-4219-A228-9478CDEDADCA}"/>
                    </a:ext>
                  </a:extLst>
                </p14:cNvPr>
                <p14:cNvContentPartPr/>
                <p14:nvPr/>
              </p14:nvContentPartPr>
              <p14:xfrm>
                <a:off x="9445197" y="4991997"/>
                <a:ext cx="54720" cy="240840"/>
              </p14:xfrm>
            </p:contentPart>
          </mc:Choice>
          <mc:Fallback>
            <p:pic>
              <p:nvPicPr>
                <p:cNvPr id="361" name="Entrada de lápiz 360">
                  <a:extLst>
                    <a:ext uri="{FF2B5EF4-FFF2-40B4-BE49-F238E27FC236}">
                      <a16:creationId xmlns:a16="http://schemas.microsoft.com/office/drawing/2014/main" id="{6D58AA5A-437F-4219-A228-9478CDEDADCA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436557" y="4983357"/>
                  <a:ext cx="72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62" name="Entrada de lápiz 361">
                  <a:extLst>
                    <a:ext uri="{FF2B5EF4-FFF2-40B4-BE49-F238E27FC236}">
                      <a16:creationId xmlns:a16="http://schemas.microsoft.com/office/drawing/2014/main" id="{0D6D315A-7297-4294-811C-B22D931C10B3}"/>
                    </a:ext>
                  </a:extLst>
                </p14:cNvPr>
                <p14:cNvContentPartPr/>
                <p14:nvPr/>
              </p14:nvContentPartPr>
              <p14:xfrm>
                <a:off x="9631677" y="5093157"/>
                <a:ext cx="125640" cy="5760"/>
              </p14:xfrm>
            </p:contentPart>
          </mc:Choice>
          <mc:Fallback>
            <p:pic>
              <p:nvPicPr>
                <p:cNvPr id="362" name="Entrada de lápiz 361">
                  <a:extLst>
                    <a:ext uri="{FF2B5EF4-FFF2-40B4-BE49-F238E27FC236}">
                      <a16:creationId xmlns:a16="http://schemas.microsoft.com/office/drawing/2014/main" id="{0D6D315A-7297-4294-811C-B22D931C10B3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9623037" y="5084157"/>
                  <a:ext cx="143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63" name="Entrada de lápiz 362">
                  <a:extLst>
                    <a:ext uri="{FF2B5EF4-FFF2-40B4-BE49-F238E27FC236}">
                      <a16:creationId xmlns:a16="http://schemas.microsoft.com/office/drawing/2014/main" id="{6409FB48-3E2D-4FE6-A7F6-99402BCC6483}"/>
                    </a:ext>
                  </a:extLst>
                </p14:cNvPr>
                <p14:cNvContentPartPr/>
                <p14:nvPr/>
              </p14:nvContentPartPr>
              <p14:xfrm>
                <a:off x="9643557" y="5152557"/>
                <a:ext cx="142560" cy="16560"/>
              </p14:xfrm>
            </p:contentPart>
          </mc:Choice>
          <mc:Fallback>
            <p:pic>
              <p:nvPicPr>
                <p:cNvPr id="363" name="Entrada de lápiz 362">
                  <a:extLst>
                    <a:ext uri="{FF2B5EF4-FFF2-40B4-BE49-F238E27FC236}">
                      <a16:creationId xmlns:a16="http://schemas.microsoft.com/office/drawing/2014/main" id="{6409FB48-3E2D-4FE6-A7F6-99402BCC6483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634917" y="5143917"/>
                  <a:ext cx="160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64" name="Entrada de lápiz 363">
                  <a:extLst>
                    <a:ext uri="{FF2B5EF4-FFF2-40B4-BE49-F238E27FC236}">
                      <a16:creationId xmlns:a16="http://schemas.microsoft.com/office/drawing/2014/main" id="{F0A6BD0A-70CD-4638-A9DC-11ACC29205F4}"/>
                    </a:ext>
                  </a:extLst>
                </p14:cNvPr>
                <p14:cNvContentPartPr/>
                <p14:nvPr/>
              </p14:nvContentPartPr>
              <p14:xfrm>
                <a:off x="9905277" y="5005677"/>
                <a:ext cx="7200" cy="247320"/>
              </p14:xfrm>
            </p:contentPart>
          </mc:Choice>
          <mc:Fallback>
            <p:pic>
              <p:nvPicPr>
                <p:cNvPr id="364" name="Entrada de lápiz 363">
                  <a:extLst>
                    <a:ext uri="{FF2B5EF4-FFF2-40B4-BE49-F238E27FC236}">
                      <a16:creationId xmlns:a16="http://schemas.microsoft.com/office/drawing/2014/main" id="{F0A6BD0A-70CD-4638-A9DC-11ACC29205F4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9896277" y="4996677"/>
                  <a:ext cx="248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65" name="Entrada de lápiz 364">
                  <a:extLst>
                    <a:ext uri="{FF2B5EF4-FFF2-40B4-BE49-F238E27FC236}">
                      <a16:creationId xmlns:a16="http://schemas.microsoft.com/office/drawing/2014/main" id="{F0005642-9800-45F3-B4D0-EC8F34F555B6}"/>
                    </a:ext>
                  </a:extLst>
                </p14:cNvPr>
                <p14:cNvContentPartPr/>
                <p14:nvPr/>
              </p14:nvContentPartPr>
              <p14:xfrm>
                <a:off x="9929397" y="4948797"/>
                <a:ext cx="141120" cy="169200"/>
              </p14:xfrm>
            </p:contentPart>
          </mc:Choice>
          <mc:Fallback>
            <p:pic>
              <p:nvPicPr>
                <p:cNvPr id="365" name="Entrada de lápiz 364">
                  <a:extLst>
                    <a:ext uri="{FF2B5EF4-FFF2-40B4-BE49-F238E27FC236}">
                      <a16:creationId xmlns:a16="http://schemas.microsoft.com/office/drawing/2014/main" id="{F0005642-9800-45F3-B4D0-EC8F34F555B6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9920397" y="4939797"/>
                  <a:ext cx="1587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66" name="Entrada de lápiz 365">
                  <a:extLst>
                    <a:ext uri="{FF2B5EF4-FFF2-40B4-BE49-F238E27FC236}">
                      <a16:creationId xmlns:a16="http://schemas.microsoft.com/office/drawing/2014/main" id="{3139520E-6BEE-41DF-97D4-871871B58A6F}"/>
                    </a:ext>
                  </a:extLst>
                </p14:cNvPr>
                <p14:cNvContentPartPr/>
                <p14:nvPr/>
              </p14:nvContentPartPr>
              <p14:xfrm>
                <a:off x="10156917" y="4916397"/>
                <a:ext cx="116640" cy="218520"/>
              </p14:xfrm>
            </p:contentPart>
          </mc:Choice>
          <mc:Fallback>
            <p:pic>
              <p:nvPicPr>
                <p:cNvPr id="366" name="Entrada de lápiz 365">
                  <a:extLst>
                    <a:ext uri="{FF2B5EF4-FFF2-40B4-BE49-F238E27FC236}">
                      <a16:creationId xmlns:a16="http://schemas.microsoft.com/office/drawing/2014/main" id="{3139520E-6BEE-41DF-97D4-871871B58A6F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0147917" y="4907757"/>
                  <a:ext cx="1342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67" name="Entrada de lápiz 366">
                  <a:extLst>
                    <a:ext uri="{FF2B5EF4-FFF2-40B4-BE49-F238E27FC236}">
                      <a16:creationId xmlns:a16="http://schemas.microsoft.com/office/drawing/2014/main" id="{5392F22F-698C-4E2A-B6A1-6D5B6D03BE3C}"/>
                    </a:ext>
                  </a:extLst>
                </p14:cNvPr>
                <p14:cNvContentPartPr/>
                <p14:nvPr/>
              </p14:nvContentPartPr>
              <p14:xfrm>
                <a:off x="10354197" y="4914597"/>
                <a:ext cx="142560" cy="161640"/>
              </p14:xfrm>
            </p:contentPart>
          </mc:Choice>
          <mc:Fallback>
            <p:pic>
              <p:nvPicPr>
                <p:cNvPr id="367" name="Entrada de lápiz 366">
                  <a:extLst>
                    <a:ext uri="{FF2B5EF4-FFF2-40B4-BE49-F238E27FC236}">
                      <a16:creationId xmlns:a16="http://schemas.microsoft.com/office/drawing/2014/main" id="{5392F22F-698C-4E2A-B6A1-6D5B6D03BE3C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0345197" y="4905957"/>
                  <a:ext cx="1602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68" name="Entrada de lápiz 367">
                  <a:extLst>
                    <a:ext uri="{FF2B5EF4-FFF2-40B4-BE49-F238E27FC236}">
                      <a16:creationId xmlns:a16="http://schemas.microsoft.com/office/drawing/2014/main" id="{CE27780B-2514-4264-B5CE-FFD528BBDA3C}"/>
                    </a:ext>
                  </a:extLst>
                </p14:cNvPr>
                <p14:cNvContentPartPr/>
                <p14:nvPr/>
              </p14:nvContentPartPr>
              <p14:xfrm>
                <a:off x="10339077" y="4869597"/>
                <a:ext cx="158760" cy="196560"/>
              </p14:xfrm>
            </p:contentPart>
          </mc:Choice>
          <mc:Fallback>
            <p:pic>
              <p:nvPicPr>
                <p:cNvPr id="368" name="Entrada de lápiz 367">
                  <a:extLst>
                    <a:ext uri="{FF2B5EF4-FFF2-40B4-BE49-F238E27FC236}">
                      <a16:creationId xmlns:a16="http://schemas.microsoft.com/office/drawing/2014/main" id="{CE27780B-2514-4264-B5CE-FFD528BBDA3C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0330077" y="4860597"/>
                  <a:ext cx="1764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69" name="Entrada de lápiz 368">
                  <a:extLst>
                    <a:ext uri="{FF2B5EF4-FFF2-40B4-BE49-F238E27FC236}">
                      <a16:creationId xmlns:a16="http://schemas.microsoft.com/office/drawing/2014/main" id="{6E1CD612-EC5A-4EAE-9BFC-E3D2E9C3E15B}"/>
                    </a:ext>
                  </a:extLst>
                </p14:cNvPr>
                <p14:cNvContentPartPr/>
                <p14:nvPr/>
              </p14:nvContentPartPr>
              <p14:xfrm>
                <a:off x="10568757" y="4846197"/>
                <a:ext cx="152640" cy="113760"/>
              </p14:xfrm>
            </p:contentPart>
          </mc:Choice>
          <mc:Fallback>
            <p:pic>
              <p:nvPicPr>
                <p:cNvPr id="369" name="Entrada de lápiz 368">
                  <a:extLst>
                    <a:ext uri="{FF2B5EF4-FFF2-40B4-BE49-F238E27FC236}">
                      <a16:creationId xmlns:a16="http://schemas.microsoft.com/office/drawing/2014/main" id="{6E1CD612-EC5A-4EAE-9BFC-E3D2E9C3E15B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0559757" y="4837197"/>
                  <a:ext cx="1702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70" name="Entrada de lápiz 369">
                  <a:extLst>
                    <a:ext uri="{FF2B5EF4-FFF2-40B4-BE49-F238E27FC236}">
                      <a16:creationId xmlns:a16="http://schemas.microsoft.com/office/drawing/2014/main" id="{67C1E5CE-804A-4E5F-9272-776E63781830}"/>
                    </a:ext>
                  </a:extLst>
                </p14:cNvPr>
                <p14:cNvContentPartPr/>
                <p14:nvPr/>
              </p14:nvContentPartPr>
              <p14:xfrm>
                <a:off x="10576677" y="5014677"/>
                <a:ext cx="158760" cy="12960"/>
              </p14:xfrm>
            </p:contentPart>
          </mc:Choice>
          <mc:Fallback>
            <p:pic>
              <p:nvPicPr>
                <p:cNvPr id="370" name="Entrada de lápiz 369">
                  <a:extLst>
                    <a:ext uri="{FF2B5EF4-FFF2-40B4-BE49-F238E27FC236}">
                      <a16:creationId xmlns:a16="http://schemas.microsoft.com/office/drawing/2014/main" id="{67C1E5CE-804A-4E5F-9272-776E63781830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0567677" y="5005677"/>
                  <a:ext cx="176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71" name="Entrada de lápiz 370">
                  <a:extLst>
                    <a:ext uri="{FF2B5EF4-FFF2-40B4-BE49-F238E27FC236}">
                      <a16:creationId xmlns:a16="http://schemas.microsoft.com/office/drawing/2014/main" id="{0510FBD5-806E-4A99-8F90-29FE0D7107E0}"/>
                    </a:ext>
                  </a:extLst>
                </p14:cNvPr>
                <p14:cNvContentPartPr/>
                <p14:nvPr/>
              </p14:nvContentPartPr>
              <p14:xfrm>
                <a:off x="10794837" y="4830717"/>
                <a:ext cx="120960" cy="186480"/>
              </p14:xfrm>
            </p:contentPart>
          </mc:Choice>
          <mc:Fallback>
            <p:pic>
              <p:nvPicPr>
                <p:cNvPr id="371" name="Entrada de lápiz 370">
                  <a:extLst>
                    <a:ext uri="{FF2B5EF4-FFF2-40B4-BE49-F238E27FC236}">
                      <a16:creationId xmlns:a16="http://schemas.microsoft.com/office/drawing/2014/main" id="{0510FBD5-806E-4A99-8F90-29FE0D7107E0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0786197" y="4821717"/>
                  <a:ext cx="1386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72" name="Entrada de lápiz 371">
                  <a:extLst>
                    <a:ext uri="{FF2B5EF4-FFF2-40B4-BE49-F238E27FC236}">
                      <a16:creationId xmlns:a16="http://schemas.microsoft.com/office/drawing/2014/main" id="{6A7D49F3-0861-4AAA-A1F9-94AF6DDC4456}"/>
                    </a:ext>
                  </a:extLst>
                </p14:cNvPr>
                <p14:cNvContentPartPr/>
                <p14:nvPr/>
              </p14:nvContentPartPr>
              <p14:xfrm>
                <a:off x="11056557" y="4785717"/>
                <a:ext cx="36000" cy="231120"/>
              </p14:xfrm>
            </p:contentPart>
          </mc:Choice>
          <mc:Fallback>
            <p:pic>
              <p:nvPicPr>
                <p:cNvPr id="372" name="Entrada de lápiz 371">
                  <a:extLst>
                    <a:ext uri="{FF2B5EF4-FFF2-40B4-BE49-F238E27FC236}">
                      <a16:creationId xmlns:a16="http://schemas.microsoft.com/office/drawing/2014/main" id="{6A7D49F3-0861-4AAA-A1F9-94AF6DDC4456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1047917" y="4777077"/>
                  <a:ext cx="536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73" name="Entrada de lápiz 372">
                  <a:extLst>
                    <a:ext uri="{FF2B5EF4-FFF2-40B4-BE49-F238E27FC236}">
                      <a16:creationId xmlns:a16="http://schemas.microsoft.com/office/drawing/2014/main" id="{18F59818-1F68-4799-8FF3-E463967446E5}"/>
                    </a:ext>
                  </a:extLst>
                </p14:cNvPr>
                <p14:cNvContentPartPr/>
                <p14:nvPr/>
              </p14:nvContentPartPr>
              <p14:xfrm>
                <a:off x="11208837" y="4887597"/>
                <a:ext cx="100440" cy="360"/>
              </p14:xfrm>
            </p:contentPart>
          </mc:Choice>
          <mc:Fallback>
            <p:pic>
              <p:nvPicPr>
                <p:cNvPr id="373" name="Entrada de lápiz 372">
                  <a:extLst>
                    <a:ext uri="{FF2B5EF4-FFF2-40B4-BE49-F238E27FC236}">
                      <a16:creationId xmlns:a16="http://schemas.microsoft.com/office/drawing/2014/main" id="{18F59818-1F68-4799-8FF3-E463967446E5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1200197" y="4878597"/>
                  <a:ext cx="118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74" name="Entrada de lápiz 373">
                  <a:extLst>
                    <a:ext uri="{FF2B5EF4-FFF2-40B4-BE49-F238E27FC236}">
                      <a16:creationId xmlns:a16="http://schemas.microsoft.com/office/drawing/2014/main" id="{4E4800E3-CA01-4351-8BDC-6DFF0605C76C}"/>
                    </a:ext>
                  </a:extLst>
                </p14:cNvPr>
                <p14:cNvContentPartPr/>
                <p14:nvPr/>
              </p14:nvContentPartPr>
              <p14:xfrm>
                <a:off x="11214957" y="4955997"/>
                <a:ext cx="124560" cy="360"/>
              </p14:xfrm>
            </p:contentPart>
          </mc:Choice>
          <mc:Fallback>
            <p:pic>
              <p:nvPicPr>
                <p:cNvPr id="374" name="Entrada de lápiz 373">
                  <a:extLst>
                    <a:ext uri="{FF2B5EF4-FFF2-40B4-BE49-F238E27FC236}">
                      <a16:creationId xmlns:a16="http://schemas.microsoft.com/office/drawing/2014/main" id="{4E4800E3-CA01-4351-8BDC-6DFF0605C76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206317" y="4947357"/>
                  <a:ext cx="142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75" name="Entrada de lápiz 374">
                  <a:extLst>
                    <a:ext uri="{FF2B5EF4-FFF2-40B4-BE49-F238E27FC236}">
                      <a16:creationId xmlns:a16="http://schemas.microsoft.com/office/drawing/2014/main" id="{18BAA322-2C1F-41CF-87F3-BCD5E6521D59}"/>
                    </a:ext>
                  </a:extLst>
                </p14:cNvPr>
                <p14:cNvContentPartPr/>
                <p14:nvPr/>
              </p14:nvContentPartPr>
              <p14:xfrm>
                <a:off x="11495397" y="4787517"/>
                <a:ext cx="14400" cy="195840"/>
              </p14:xfrm>
            </p:contentPart>
          </mc:Choice>
          <mc:Fallback>
            <p:pic>
              <p:nvPicPr>
                <p:cNvPr id="375" name="Entrada de lápiz 374">
                  <a:extLst>
                    <a:ext uri="{FF2B5EF4-FFF2-40B4-BE49-F238E27FC236}">
                      <a16:creationId xmlns:a16="http://schemas.microsoft.com/office/drawing/2014/main" id="{18BAA322-2C1F-41CF-87F3-BCD5E6521D59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1486757" y="4778877"/>
                  <a:ext cx="320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76" name="Entrada de lápiz 375">
                  <a:extLst>
                    <a:ext uri="{FF2B5EF4-FFF2-40B4-BE49-F238E27FC236}">
                      <a16:creationId xmlns:a16="http://schemas.microsoft.com/office/drawing/2014/main" id="{5E48DA64-E96B-484D-A593-ADD6384360C9}"/>
                    </a:ext>
                  </a:extLst>
                </p14:cNvPr>
                <p14:cNvContentPartPr/>
                <p14:nvPr/>
              </p14:nvContentPartPr>
              <p14:xfrm>
                <a:off x="11397477" y="4993797"/>
                <a:ext cx="186480" cy="24840"/>
              </p14:xfrm>
            </p:contentPart>
          </mc:Choice>
          <mc:Fallback>
            <p:pic>
              <p:nvPicPr>
                <p:cNvPr id="376" name="Entrada de lápiz 375">
                  <a:extLst>
                    <a:ext uri="{FF2B5EF4-FFF2-40B4-BE49-F238E27FC236}">
                      <a16:creationId xmlns:a16="http://schemas.microsoft.com/office/drawing/2014/main" id="{5E48DA64-E96B-484D-A593-ADD6384360C9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1388477" y="4985157"/>
                  <a:ext cx="2041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4" name="Grupo 383">
            <a:extLst>
              <a:ext uri="{FF2B5EF4-FFF2-40B4-BE49-F238E27FC236}">
                <a16:creationId xmlns:a16="http://schemas.microsoft.com/office/drawing/2014/main" id="{35241B58-1B6B-437E-9A45-CAC429C00E6B}"/>
              </a:ext>
            </a:extLst>
          </p:cNvPr>
          <p:cNvGrpSpPr/>
          <p:nvPr/>
        </p:nvGrpSpPr>
        <p:grpSpPr>
          <a:xfrm>
            <a:off x="7313997" y="5226717"/>
            <a:ext cx="747720" cy="547560"/>
            <a:chOff x="7313997" y="5226717"/>
            <a:chExt cx="747720" cy="54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49" name="Entrada de lápiz 348">
                  <a:extLst>
                    <a:ext uri="{FF2B5EF4-FFF2-40B4-BE49-F238E27FC236}">
                      <a16:creationId xmlns:a16="http://schemas.microsoft.com/office/drawing/2014/main" id="{6B48BDB5-7632-438E-87BE-3CBF6C4EA36A}"/>
                    </a:ext>
                  </a:extLst>
                </p14:cNvPr>
                <p14:cNvContentPartPr/>
                <p14:nvPr/>
              </p14:nvContentPartPr>
              <p14:xfrm>
                <a:off x="7313997" y="5288277"/>
                <a:ext cx="210960" cy="180720"/>
              </p14:xfrm>
            </p:contentPart>
          </mc:Choice>
          <mc:Fallback>
            <p:pic>
              <p:nvPicPr>
                <p:cNvPr id="349" name="Entrada de lápiz 348">
                  <a:extLst>
                    <a:ext uri="{FF2B5EF4-FFF2-40B4-BE49-F238E27FC236}">
                      <a16:creationId xmlns:a16="http://schemas.microsoft.com/office/drawing/2014/main" id="{6B48BDB5-7632-438E-87BE-3CBF6C4EA36A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7304997" y="5279637"/>
                  <a:ext cx="228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350" name="Entrada de lápiz 349">
                  <a:extLst>
                    <a:ext uri="{FF2B5EF4-FFF2-40B4-BE49-F238E27FC236}">
                      <a16:creationId xmlns:a16="http://schemas.microsoft.com/office/drawing/2014/main" id="{85E5F47D-5F2E-4FA6-9BDB-A8A47C324E72}"/>
                    </a:ext>
                  </a:extLst>
                </p14:cNvPr>
                <p14:cNvContentPartPr/>
                <p14:nvPr/>
              </p14:nvContentPartPr>
              <p14:xfrm>
                <a:off x="7352877" y="5265237"/>
                <a:ext cx="167760" cy="196920"/>
              </p14:xfrm>
            </p:contentPart>
          </mc:Choice>
          <mc:Fallback>
            <p:pic>
              <p:nvPicPr>
                <p:cNvPr id="350" name="Entrada de lápiz 349">
                  <a:extLst>
                    <a:ext uri="{FF2B5EF4-FFF2-40B4-BE49-F238E27FC236}">
                      <a16:creationId xmlns:a16="http://schemas.microsoft.com/office/drawing/2014/main" id="{85E5F47D-5F2E-4FA6-9BDB-A8A47C324E72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7344237" y="5256597"/>
                  <a:ext cx="1854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51" name="Entrada de lápiz 350">
                  <a:extLst>
                    <a:ext uri="{FF2B5EF4-FFF2-40B4-BE49-F238E27FC236}">
                      <a16:creationId xmlns:a16="http://schemas.microsoft.com/office/drawing/2014/main" id="{AA22B367-00E4-4E30-B956-8B2E54CB316E}"/>
                    </a:ext>
                  </a:extLst>
                </p14:cNvPr>
                <p14:cNvContentPartPr/>
                <p14:nvPr/>
              </p14:nvContentPartPr>
              <p14:xfrm>
                <a:off x="7595517" y="5323917"/>
                <a:ext cx="146520" cy="8640"/>
              </p14:xfrm>
            </p:contentPart>
          </mc:Choice>
          <mc:Fallback>
            <p:pic>
              <p:nvPicPr>
                <p:cNvPr id="351" name="Entrada de lápiz 350">
                  <a:extLst>
                    <a:ext uri="{FF2B5EF4-FFF2-40B4-BE49-F238E27FC236}">
                      <a16:creationId xmlns:a16="http://schemas.microsoft.com/office/drawing/2014/main" id="{AA22B367-00E4-4E30-B956-8B2E54CB316E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7586517" y="5314917"/>
                  <a:ext cx="164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52" name="Entrada de lápiz 351">
                  <a:extLst>
                    <a:ext uri="{FF2B5EF4-FFF2-40B4-BE49-F238E27FC236}">
                      <a16:creationId xmlns:a16="http://schemas.microsoft.com/office/drawing/2014/main" id="{28CEBA65-B6D2-4346-8F83-D95F8193559B}"/>
                    </a:ext>
                  </a:extLst>
                </p14:cNvPr>
                <p14:cNvContentPartPr/>
                <p14:nvPr/>
              </p14:nvContentPartPr>
              <p14:xfrm>
                <a:off x="7640517" y="5368197"/>
                <a:ext cx="158760" cy="25560"/>
              </p14:xfrm>
            </p:contentPart>
          </mc:Choice>
          <mc:Fallback>
            <p:pic>
              <p:nvPicPr>
                <p:cNvPr id="352" name="Entrada de lápiz 351">
                  <a:extLst>
                    <a:ext uri="{FF2B5EF4-FFF2-40B4-BE49-F238E27FC236}">
                      <a16:creationId xmlns:a16="http://schemas.microsoft.com/office/drawing/2014/main" id="{28CEBA65-B6D2-4346-8F83-D95F8193559B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7631877" y="5359197"/>
                  <a:ext cx="176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53" name="Entrada de lápiz 352">
                  <a:extLst>
                    <a:ext uri="{FF2B5EF4-FFF2-40B4-BE49-F238E27FC236}">
                      <a16:creationId xmlns:a16="http://schemas.microsoft.com/office/drawing/2014/main" id="{D2ED2377-7F16-4DB2-99D8-0F47E507CA5E}"/>
                    </a:ext>
                  </a:extLst>
                </p14:cNvPr>
                <p14:cNvContentPartPr/>
                <p14:nvPr/>
              </p14:nvContentPartPr>
              <p14:xfrm>
                <a:off x="7870197" y="5226717"/>
                <a:ext cx="167040" cy="142200"/>
              </p14:xfrm>
            </p:contentPart>
          </mc:Choice>
          <mc:Fallback>
            <p:pic>
              <p:nvPicPr>
                <p:cNvPr id="353" name="Entrada de lápiz 352">
                  <a:extLst>
                    <a:ext uri="{FF2B5EF4-FFF2-40B4-BE49-F238E27FC236}">
                      <a16:creationId xmlns:a16="http://schemas.microsoft.com/office/drawing/2014/main" id="{D2ED2377-7F16-4DB2-99D8-0F47E507CA5E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861197" y="5218077"/>
                  <a:ext cx="184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78" name="Entrada de lápiz 377">
                  <a:extLst>
                    <a:ext uri="{FF2B5EF4-FFF2-40B4-BE49-F238E27FC236}">
                      <a16:creationId xmlns:a16="http://schemas.microsoft.com/office/drawing/2014/main" id="{BA663AD7-5866-4150-88B7-4FF030044E9E}"/>
                    </a:ext>
                  </a:extLst>
                </p14:cNvPr>
                <p14:cNvContentPartPr/>
                <p14:nvPr/>
              </p14:nvContentPartPr>
              <p14:xfrm>
                <a:off x="7846077" y="5601837"/>
                <a:ext cx="195840" cy="132840"/>
              </p14:xfrm>
            </p:contentPart>
          </mc:Choice>
          <mc:Fallback>
            <p:pic>
              <p:nvPicPr>
                <p:cNvPr id="378" name="Entrada de lápiz 377">
                  <a:extLst>
                    <a:ext uri="{FF2B5EF4-FFF2-40B4-BE49-F238E27FC236}">
                      <a16:creationId xmlns:a16="http://schemas.microsoft.com/office/drawing/2014/main" id="{BA663AD7-5866-4150-88B7-4FF030044E9E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7837077" y="5593197"/>
                  <a:ext cx="213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79" name="Entrada de lápiz 378">
                  <a:extLst>
                    <a:ext uri="{FF2B5EF4-FFF2-40B4-BE49-F238E27FC236}">
                      <a16:creationId xmlns:a16="http://schemas.microsoft.com/office/drawing/2014/main" id="{0C6C3390-E8BB-4FFD-9D3D-E54C0C52C6E3}"/>
                    </a:ext>
                  </a:extLst>
                </p14:cNvPr>
                <p14:cNvContentPartPr/>
                <p14:nvPr/>
              </p14:nvContentPartPr>
              <p14:xfrm>
                <a:off x="7925997" y="5542797"/>
                <a:ext cx="135720" cy="168120"/>
              </p14:xfrm>
            </p:contentPart>
          </mc:Choice>
          <mc:Fallback>
            <p:pic>
              <p:nvPicPr>
                <p:cNvPr id="379" name="Entrada de lápiz 378">
                  <a:extLst>
                    <a:ext uri="{FF2B5EF4-FFF2-40B4-BE49-F238E27FC236}">
                      <a16:creationId xmlns:a16="http://schemas.microsoft.com/office/drawing/2014/main" id="{0C6C3390-E8BB-4FFD-9D3D-E54C0C52C6E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7917357" y="5534157"/>
                  <a:ext cx="153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80" name="Entrada de lápiz 379">
                  <a:extLst>
                    <a:ext uri="{FF2B5EF4-FFF2-40B4-BE49-F238E27FC236}">
                      <a16:creationId xmlns:a16="http://schemas.microsoft.com/office/drawing/2014/main" id="{B97E398D-7277-4E93-B2D6-EDEAD5E5C524}"/>
                    </a:ext>
                  </a:extLst>
                </p14:cNvPr>
                <p14:cNvContentPartPr/>
                <p14:nvPr/>
              </p14:nvContentPartPr>
              <p14:xfrm>
                <a:off x="7642677" y="5558997"/>
                <a:ext cx="133560" cy="116640"/>
              </p14:xfrm>
            </p:contentPart>
          </mc:Choice>
          <mc:Fallback>
            <p:pic>
              <p:nvPicPr>
                <p:cNvPr id="380" name="Entrada de lápiz 379">
                  <a:extLst>
                    <a:ext uri="{FF2B5EF4-FFF2-40B4-BE49-F238E27FC236}">
                      <a16:creationId xmlns:a16="http://schemas.microsoft.com/office/drawing/2014/main" id="{B97E398D-7277-4E93-B2D6-EDEAD5E5C524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7634037" y="5550357"/>
                  <a:ext cx="1512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82" name="Entrada de lápiz 381">
                  <a:extLst>
                    <a:ext uri="{FF2B5EF4-FFF2-40B4-BE49-F238E27FC236}">
                      <a16:creationId xmlns:a16="http://schemas.microsoft.com/office/drawing/2014/main" id="{297EC9C6-B59F-40F7-8B50-07431B3119BA}"/>
                    </a:ext>
                  </a:extLst>
                </p14:cNvPr>
                <p14:cNvContentPartPr/>
                <p14:nvPr/>
              </p14:nvContentPartPr>
              <p14:xfrm>
                <a:off x="7362957" y="5570877"/>
                <a:ext cx="34560" cy="2160"/>
              </p14:xfrm>
            </p:contentPart>
          </mc:Choice>
          <mc:Fallback>
            <p:pic>
              <p:nvPicPr>
                <p:cNvPr id="382" name="Entrada de lápiz 381">
                  <a:extLst>
                    <a:ext uri="{FF2B5EF4-FFF2-40B4-BE49-F238E27FC236}">
                      <a16:creationId xmlns:a16="http://schemas.microsoft.com/office/drawing/2014/main" id="{297EC9C6-B59F-40F7-8B50-07431B3119B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7354317" y="5561877"/>
                  <a:ext cx="522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83" name="Entrada de lápiz 382">
                  <a:extLst>
                    <a:ext uri="{FF2B5EF4-FFF2-40B4-BE49-F238E27FC236}">
                      <a16:creationId xmlns:a16="http://schemas.microsoft.com/office/drawing/2014/main" id="{23737BAF-F70C-4B48-8B4A-FA3BB9DD9130}"/>
                    </a:ext>
                  </a:extLst>
                </p14:cNvPr>
                <p14:cNvContentPartPr/>
                <p14:nvPr/>
              </p14:nvContentPartPr>
              <p14:xfrm>
                <a:off x="7349997" y="5543877"/>
                <a:ext cx="165960" cy="230400"/>
              </p14:xfrm>
            </p:contentPart>
          </mc:Choice>
          <mc:Fallback>
            <p:pic>
              <p:nvPicPr>
                <p:cNvPr id="383" name="Entrada de lápiz 382">
                  <a:extLst>
                    <a:ext uri="{FF2B5EF4-FFF2-40B4-BE49-F238E27FC236}">
                      <a16:creationId xmlns:a16="http://schemas.microsoft.com/office/drawing/2014/main" id="{23737BAF-F70C-4B48-8B4A-FA3BB9DD9130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7340997" y="5534877"/>
                  <a:ext cx="18360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7" name="Grupo 386">
            <a:extLst>
              <a:ext uri="{FF2B5EF4-FFF2-40B4-BE49-F238E27FC236}">
                <a16:creationId xmlns:a16="http://schemas.microsoft.com/office/drawing/2014/main" id="{650BA663-432F-49FD-ACDC-A0460DCA0383}"/>
              </a:ext>
            </a:extLst>
          </p:cNvPr>
          <p:cNvGrpSpPr/>
          <p:nvPr/>
        </p:nvGrpSpPr>
        <p:grpSpPr>
          <a:xfrm>
            <a:off x="2250957" y="5120877"/>
            <a:ext cx="286200" cy="265680"/>
            <a:chOff x="2250957" y="5120877"/>
            <a:chExt cx="28620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85" name="Entrada de lápiz 384">
                  <a:extLst>
                    <a:ext uri="{FF2B5EF4-FFF2-40B4-BE49-F238E27FC236}">
                      <a16:creationId xmlns:a16="http://schemas.microsoft.com/office/drawing/2014/main" id="{6DF66AE9-519E-4593-886B-D6A40B27D6D2}"/>
                    </a:ext>
                  </a:extLst>
                </p14:cNvPr>
                <p14:cNvContentPartPr/>
                <p14:nvPr/>
              </p14:nvContentPartPr>
              <p14:xfrm>
                <a:off x="2442837" y="5171637"/>
                <a:ext cx="43560" cy="214920"/>
              </p14:xfrm>
            </p:contentPart>
          </mc:Choice>
          <mc:Fallback>
            <p:pic>
              <p:nvPicPr>
                <p:cNvPr id="385" name="Entrada de lápiz 384">
                  <a:extLst>
                    <a:ext uri="{FF2B5EF4-FFF2-40B4-BE49-F238E27FC236}">
                      <a16:creationId xmlns:a16="http://schemas.microsoft.com/office/drawing/2014/main" id="{6DF66AE9-519E-4593-886B-D6A40B27D6D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2433837" y="5162637"/>
                  <a:ext cx="61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86" name="Entrada de lápiz 385">
                  <a:extLst>
                    <a:ext uri="{FF2B5EF4-FFF2-40B4-BE49-F238E27FC236}">
                      <a16:creationId xmlns:a16="http://schemas.microsoft.com/office/drawing/2014/main" id="{9656057D-B0FC-49E4-BF2E-F500564A0803}"/>
                    </a:ext>
                  </a:extLst>
                </p14:cNvPr>
                <p14:cNvContentPartPr/>
                <p14:nvPr/>
              </p14:nvContentPartPr>
              <p14:xfrm>
                <a:off x="2250957" y="5120877"/>
                <a:ext cx="286200" cy="190800"/>
              </p14:xfrm>
            </p:contentPart>
          </mc:Choice>
          <mc:Fallback>
            <p:pic>
              <p:nvPicPr>
                <p:cNvPr id="386" name="Entrada de lápiz 385">
                  <a:extLst>
                    <a:ext uri="{FF2B5EF4-FFF2-40B4-BE49-F238E27FC236}">
                      <a16:creationId xmlns:a16="http://schemas.microsoft.com/office/drawing/2014/main" id="{9656057D-B0FC-49E4-BF2E-F500564A0803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2242317" y="5112237"/>
                  <a:ext cx="30384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upo 397">
            <a:extLst>
              <a:ext uri="{FF2B5EF4-FFF2-40B4-BE49-F238E27FC236}">
                <a16:creationId xmlns:a16="http://schemas.microsoft.com/office/drawing/2014/main" id="{AAF58831-4147-4462-9446-62A0F8749D7B}"/>
              </a:ext>
            </a:extLst>
          </p:cNvPr>
          <p:cNvGrpSpPr/>
          <p:nvPr/>
        </p:nvGrpSpPr>
        <p:grpSpPr>
          <a:xfrm>
            <a:off x="8822037" y="5456397"/>
            <a:ext cx="973440" cy="363600"/>
            <a:chOff x="8822037" y="5456397"/>
            <a:chExt cx="973440" cy="36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88" name="Entrada de lápiz 387">
                  <a:extLst>
                    <a:ext uri="{FF2B5EF4-FFF2-40B4-BE49-F238E27FC236}">
                      <a16:creationId xmlns:a16="http://schemas.microsoft.com/office/drawing/2014/main" id="{EAFEB365-A3D4-45E8-A1C1-E78336FCD475}"/>
                    </a:ext>
                  </a:extLst>
                </p14:cNvPr>
                <p14:cNvContentPartPr/>
                <p14:nvPr/>
              </p14:nvContentPartPr>
              <p14:xfrm>
                <a:off x="8860197" y="5615157"/>
                <a:ext cx="14400" cy="204840"/>
              </p14:xfrm>
            </p:contentPart>
          </mc:Choice>
          <mc:Fallback>
            <p:pic>
              <p:nvPicPr>
                <p:cNvPr id="388" name="Entrada de lápiz 387">
                  <a:extLst>
                    <a:ext uri="{FF2B5EF4-FFF2-40B4-BE49-F238E27FC236}">
                      <a16:creationId xmlns:a16="http://schemas.microsoft.com/office/drawing/2014/main" id="{EAFEB365-A3D4-45E8-A1C1-E78336FCD475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851197" y="5606157"/>
                  <a:ext cx="320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89" name="Entrada de lápiz 388">
                  <a:extLst>
                    <a:ext uri="{FF2B5EF4-FFF2-40B4-BE49-F238E27FC236}">
                      <a16:creationId xmlns:a16="http://schemas.microsoft.com/office/drawing/2014/main" id="{90E55F97-38ED-4924-84D6-6F9ED34CD6B2}"/>
                    </a:ext>
                  </a:extLst>
                </p14:cNvPr>
                <p14:cNvContentPartPr/>
                <p14:nvPr/>
              </p14:nvContentPartPr>
              <p14:xfrm>
                <a:off x="8822037" y="5567997"/>
                <a:ext cx="188640" cy="24840"/>
              </p14:xfrm>
            </p:contentPart>
          </mc:Choice>
          <mc:Fallback>
            <p:pic>
              <p:nvPicPr>
                <p:cNvPr id="389" name="Entrada de lápiz 388">
                  <a:extLst>
                    <a:ext uri="{FF2B5EF4-FFF2-40B4-BE49-F238E27FC236}">
                      <a16:creationId xmlns:a16="http://schemas.microsoft.com/office/drawing/2014/main" id="{90E55F97-38ED-4924-84D6-6F9ED34CD6B2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813037" y="5559357"/>
                  <a:ext cx="2062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90" name="Entrada de lápiz 389">
                  <a:extLst>
                    <a:ext uri="{FF2B5EF4-FFF2-40B4-BE49-F238E27FC236}">
                      <a16:creationId xmlns:a16="http://schemas.microsoft.com/office/drawing/2014/main" id="{CC69357F-82C2-46F3-A46D-B233889394A5}"/>
                    </a:ext>
                  </a:extLst>
                </p14:cNvPr>
                <p14:cNvContentPartPr/>
                <p14:nvPr/>
              </p14:nvContentPartPr>
              <p14:xfrm>
                <a:off x="8865237" y="5682477"/>
                <a:ext cx="167760" cy="20160"/>
              </p14:xfrm>
            </p:contentPart>
          </mc:Choice>
          <mc:Fallback>
            <p:pic>
              <p:nvPicPr>
                <p:cNvPr id="390" name="Entrada de lápiz 389">
                  <a:extLst>
                    <a:ext uri="{FF2B5EF4-FFF2-40B4-BE49-F238E27FC236}">
                      <a16:creationId xmlns:a16="http://schemas.microsoft.com/office/drawing/2014/main" id="{CC69357F-82C2-46F3-A46D-B233889394A5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856237" y="5673837"/>
                  <a:ext cx="1854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91" name="Entrada de lápiz 390">
                  <a:extLst>
                    <a:ext uri="{FF2B5EF4-FFF2-40B4-BE49-F238E27FC236}">
                      <a16:creationId xmlns:a16="http://schemas.microsoft.com/office/drawing/2014/main" id="{F80F6EEE-5DBA-4EA6-B244-2F04341B4DFB}"/>
                    </a:ext>
                  </a:extLst>
                </p14:cNvPr>
                <p14:cNvContentPartPr/>
                <p14:nvPr/>
              </p14:nvContentPartPr>
              <p14:xfrm>
                <a:off x="9138837" y="5549997"/>
                <a:ext cx="231840" cy="187920"/>
              </p14:xfrm>
            </p:contentPart>
          </mc:Choice>
          <mc:Fallback>
            <p:pic>
              <p:nvPicPr>
                <p:cNvPr id="391" name="Entrada de lápiz 390">
                  <a:extLst>
                    <a:ext uri="{FF2B5EF4-FFF2-40B4-BE49-F238E27FC236}">
                      <a16:creationId xmlns:a16="http://schemas.microsoft.com/office/drawing/2014/main" id="{F80F6EEE-5DBA-4EA6-B244-2F04341B4DFB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129837" y="5541357"/>
                  <a:ext cx="2494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92" name="Entrada de lápiz 391">
                  <a:extLst>
                    <a:ext uri="{FF2B5EF4-FFF2-40B4-BE49-F238E27FC236}">
                      <a16:creationId xmlns:a16="http://schemas.microsoft.com/office/drawing/2014/main" id="{3D4EBAEE-4C1E-4B6F-8A57-E54E74C51E47}"/>
                    </a:ext>
                  </a:extLst>
                </p14:cNvPr>
                <p14:cNvContentPartPr/>
                <p14:nvPr/>
              </p14:nvContentPartPr>
              <p14:xfrm>
                <a:off x="9250797" y="5552877"/>
                <a:ext cx="132480" cy="172440"/>
              </p14:xfrm>
            </p:contentPart>
          </mc:Choice>
          <mc:Fallback>
            <p:pic>
              <p:nvPicPr>
                <p:cNvPr id="392" name="Entrada de lápiz 391">
                  <a:extLst>
                    <a:ext uri="{FF2B5EF4-FFF2-40B4-BE49-F238E27FC236}">
                      <a16:creationId xmlns:a16="http://schemas.microsoft.com/office/drawing/2014/main" id="{3D4EBAEE-4C1E-4B6F-8A57-E54E74C51E47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242157" y="5543877"/>
                  <a:ext cx="150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93" name="Entrada de lápiz 392">
                  <a:extLst>
                    <a:ext uri="{FF2B5EF4-FFF2-40B4-BE49-F238E27FC236}">
                      <a16:creationId xmlns:a16="http://schemas.microsoft.com/office/drawing/2014/main" id="{67CB4D33-BCDB-48A1-91AD-EBBCC31EC752}"/>
                    </a:ext>
                  </a:extLst>
                </p14:cNvPr>
                <p14:cNvContentPartPr/>
                <p14:nvPr/>
              </p14:nvContentPartPr>
              <p14:xfrm>
                <a:off x="9475437" y="5456397"/>
                <a:ext cx="61560" cy="241200"/>
              </p14:xfrm>
            </p:contentPart>
          </mc:Choice>
          <mc:Fallback>
            <p:pic>
              <p:nvPicPr>
                <p:cNvPr id="393" name="Entrada de lápiz 392">
                  <a:extLst>
                    <a:ext uri="{FF2B5EF4-FFF2-40B4-BE49-F238E27FC236}">
                      <a16:creationId xmlns:a16="http://schemas.microsoft.com/office/drawing/2014/main" id="{67CB4D33-BCDB-48A1-91AD-EBBCC31EC752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9466437" y="5447397"/>
                  <a:ext cx="792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94" name="Entrada de lápiz 393">
                  <a:extLst>
                    <a:ext uri="{FF2B5EF4-FFF2-40B4-BE49-F238E27FC236}">
                      <a16:creationId xmlns:a16="http://schemas.microsoft.com/office/drawing/2014/main" id="{0D29F5D9-A934-43F0-A144-65B1E5774378}"/>
                    </a:ext>
                  </a:extLst>
                </p14:cNvPr>
                <p14:cNvContentPartPr/>
                <p14:nvPr/>
              </p14:nvContentPartPr>
              <p14:xfrm>
                <a:off x="9695757" y="5546397"/>
                <a:ext cx="99720" cy="82440"/>
              </p14:xfrm>
            </p:contentPart>
          </mc:Choice>
          <mc:Fallback>
            <p:pic>
              <p:nvPicPr>
                <p:cNvPr id="394" name="Entrada de lápiz 393">
                  <a:extLst>
                    <a:ext uri="{FF2B5EF4-FFF2-40B4-BE49-F238E27FC236}">
                      <a16:creationId xmlns:a16="http://schemas.microsoft.com/office/drawing/2014/main" id="{0D29F5D9-A934-43F0-A144-65B1E577437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687117" y="5537757"/>
                  <a:ext cx="11736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7" name="Grupo 396">
            <a:extLst>
              <a:ext uri="{FF2B5EF4-FFF2-40B4-BE49-F238E27FC236}">
                <a16:creationId xmlns:a16="http://schemas.microsoft.com/office/drawing/2014/main" id="{EEAD7103-B7B0-4B89-AA20-2DAB13666F1E}"/>
              </a:ext>
            </a:extLst>
          </p:cNvPr>
          <p:cNvGrpSpPr/>
          <p:nvPr/>
        </p:nvGrpSpPr>
        <p:grpSpPr>
          <a:xfrm>
            <a:off x="10034517" y="5382597"/>
            <a:ext cx="155520" cy="236160"/>
            <a:chOff x="10034517" y="5382597"/>
            <a:chExt cx="15552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95" name="Entrada de lápiz 394">
                  <a:extLst>
                    <a:ext uri="{FF2B5EF4-FFF2-40B4-BE49-F238E27FC236}">
                      <a16:creationId xmlns:a16="http://schemas.microsoft.com/office/drawing/2014/main" id="{E1D60FFB-ED65-4930-9E35-36A0B614D2E7}"/>
                    </a:ext>
                  </a:extLst>
                </p14:cNvPr>
                <p14:cNvContentPartPr/>
                <p14:nvPr/>
              </p14:nvContentPartPr>
              <p14:xfrm>
                <a:off x="10047477" y="5382597"/>
                <a:ext cx="40320" cy="203760"/>
              </p14:xfrm>
            </p:contentPart>
          </mc:Choice>
          <mc:Fallback>
            <p:pic>
              <p:nvPicPr>
                <p:cNvPr id="395" name="Entrada de lápiz 394">
                  <a:extLst>
                    <a:ext uri="{FF2B5EF4-FFF2-40B4-BE49-F238E27FC236}">
                      <a16:creationId xmlns:a16="http://schemas.microsoft.com/office/drawing/2014/main" id="{E1D60FFB-ED65-4930-9E35-36A0B614D2E7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038837" y="5373597"/>
                  <a:ext cx="579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396" name="Entrada de lápiz 395">
                  <a:extLst>
                    <a:ext uri="{FF2B5EF4-FFF2-40B4-BE49-F238E27FC236}">
                      <a16:creationId xmlns:a16="http://schemas.microsoft.com/office/drawing/2014/main" id="{5662E471-93A3-4351-BFC6-FEB02851E2AC}"/>
                    </a:ext>
                  </a:extLst>
                </p14:cNvPr>
                <p14:cNvContentPartPr/>
                <p14:nvPr/>
              </p14:nvContentPartPr>
              <p14:xfrm>
                <a:off x="10034517" y="5604717"/>
                <a:ext cx="155520" cy="14040"/>
              </p14:xfrm>
            </p:contentPart>
          </mc:Choice>
          <mc:Fallback>
            <p:pic>
              <p:nvPicPr>
                <p:cNvPr id="396" name="Entrada de lápiz 395">
                  <a:extLst>
                    <a:ext uri="{FF2B5EF4-FFF2-40B4-BE49-F238E27FC236}">
                      <a16:creationId xmlns:a16="http://schemas.microsoft.com/office/drawing/2014/main" id="{5662E471-93A3-4351-BFC6-FEB02851E2AC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0025877" y="5596077"/>
                  <a:ext cx="17316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0">
            <p14:nvContentPartPr>
              <p14:cNvPr id="399" name="Entrada de lápiz 398">
                <a:extLst>
                  <a:ext uri="{FF2B5EF4-FFF2-40B4-BE49-F238E27FC236}">
                    <a16:creationId xmlns:a16="http://schemas.microsoft.com/office/drawing/2014/main" id="{920125F2-B8E9-4B31-9B9C-4B962A594B36}"/>
                  </a:ext>
                </a:extLst>
              </p14:cNvPr>
              <p14:cNvContentPartPr/>
              <p14:nvPr/>
            </p14:nvContentPartPr>
            <p14:xfrm>
              <a:off x="2457957" y="2479917"/>
              <a:ext cx="360" cy="2160"/>
            </p14:xfrm>
          </p:contentPart>
        </mc:Choice>
        <mc:Fallback>
          <p:pic>
            <p:nvPicPr>
              <p:cNvPr id="399" name="Entrada de lápiz 398">
                <a:extLst>
                  <a:ext uri="{FF2B5EF4-FFF2-40B4-BE49-F238E27FC236}">
                    <a16:creationId xmlns:a16="http://schemas.microsoft.com/office/drawing/2014/main" id="{920125F2-B8E9-4B31-9B9C-4B962A594B3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448957" y="2471277"/>
                <a:ext cx="18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1">
            <p14:nvContentPartPr>
              <p14:cNvPr id="400" name="Entrada de lápiz 399">
                <a:extLst>
                  <a:ext uri="{FF2B5EF4-FFF2-40B4-BE49-F238E27FC236}">
                    <a16:creationId xmlns:a16="http://schemas.microsoft.com/office/drawing/2014/main" id="{154C4A66-F041-4DDC-BF17-7B023E6596B6}"/>
                  </a:ext>
                </a:extLst>
              </p14:cNvPr>
              <p14:cNvContentPartPr/>
              <p14:nvPr/>
            </p14:nvContentPartPr>
            <p14:xfrm>
              <a:off x="5038077" y="3856557"/>
              <a:ext cx="50400" cy="56160"/>
            </p14:xfrm>
          </p:contentPart>
        </mc:Choice>
        <mc:Fallback>
          <p:pic>
            <p:nvPicPr>
              <p:cNvPr id="400" name="Entrada de lápiz 399">
                <a:extLst>
                  <a:ext uri="{FF2B5EF4-FFF2-40B4-BE49-F238E27FC236}">
                    <a16:creationId xmlns:a16="http://schemas.microsoft.com/office/drawing/2014/main" id="{154C4A66-F041-4DDC-BF17-7B023E6596B6}"/>
                  </a:ext>
                </a:extLst>
              </p:cNvPr>
              <p:cNvPicPr/>
              <p:nvPr/>
            </p:nvPicPr>
            <p:blipFill>
              <a:blip r:embed="rId642"/>
              <a:stretch>
                <a:fillRect/>
              </a:stretch>
            </p:blipFill>
            <p:spPr>
              <a:xfrm>
                <a:off x="5029437" y="3847557"/>
                <a:ext cx="68040" cy="7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621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454C477F-FB10-4040-A9DD-95080C837F8B}"/>
                  </a:ext>
                </a:extLst>
              </p14:cNvPr>
              <p14:cNvContentPartPr/>
              <p14:nvPr/>
            </p14:nvContentPartPr>
            <p14:xfrm>
              <a:off x="1708437" y="4328877"/>
              <a:ext cx="360" cy="36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454C477F-FB10-4040-A9DD-95080C837F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9437" y="431987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7" name="Entrada de lápiz 106">
                <a:extLst>
                  <a:ext uri="{FF2B5EF4-FFF2-40B4-BE49-F238E27FC236}">
                    <a16:creationId xmlns:a16="http://schemas.microsoft.com/office/drawing/2014/main" id="{0A831E16-A5A8-45C6-BCE1-1311D0583352}"/>
                  </a:ext>
                </a:extLst>
              </p14:cNvPr>
              <p14:cNvContentPartPr/>
              <p14:nvPr/>
            </p14:nvContentPartPr>
            <p14:xfrm>
              <a:off x="2872677" y="2627877"/>
              <a:ext cx="26280" cy="14760"/>
            </p14:xfrm>
          </p:contentPart>
        </mc:Choice>
        <mc:Fallback>
          <p:pic>
            <p:nvPicPr>
              <p:cNvPr id="107" name="Entrada de lápiz 106">
                <a:extLst>
                  <a:ext uri="{FF2B5EF4-FFF2-40B4-BE49-F238E27FC236}">
                    <a16:creationId xmlns:a16="http://schemas.microsoft.com/office/drawing/2014/main" id="{0A831E16-A5A8-45C6-BCE1-1311D05833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55037" y="2591877"/>
                <a:ext cx="619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F2195CE8-9752-40B3-9974-3EA6D9C3A434}"/>
                  </a:ext>
                </a:extLst>
              </p14:cNvPr>
              <p14:cNvContentPartPr/>
              <p14:nvPr/>
            </p14:nvContentPartPr>
            <p14:xfrm>
              <a:off x="1560837" y="5171277"/>
              <a:ext cx="109080" cy="8568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F2195CE8-9752-40B3-9974-3EA6D9C3A43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42837" y="5135277"/>
                <a:ext cx="1447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B5F55A64-A6EE-4FF4-98D5-0DEFF2D6760A}"/>
                  </a:ext>
                </a:extLst>
              </p14:cNvPr>
              <p14:cNvContentPartPr/>
              <p14:nvPr/>
            </p14:nvContentPartPr>
            <p14:xfrm>
              <a:off x="516837" y="5186397"/>
              <a:ext cx="1089720" cy="5616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B5F55A64-A6EE-4FF4-98D5-0DEFF2D676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8837" y="5150397"/>
                <a:ext cx="112536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89F7C35A-5FA1-45E8-B8FD-172C5EEDAC1F}"/>
                  </a:ext>
                </a:extLst>
              </p14:cNvPr>
              <p14:cNvContentPartPr/>
              <p14:nvPr/>
            </p14:nvContentPartPr>
            <p14:xfrm>
              <a:off x="1553637" y="4735317"/>
              <a:ext cx="898560" cy="7344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89F7C35A-5FA1-45E8-B8FD-172C5EEDAC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35637" y="4699317"/>
                <a:ext cx="9342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C0D55E1D-10AD-4091-95C0-88CA1DF63BAD}"/>
                  </a:ext>
                </a:extLst>
              </p14:cNvPr>
              <p14:cNvContentPartPr/>
              <p14:nvPr/>
            </p14:nvContentPartPr>
            <p14:xfrm>
              <a:off x="2427717" y="4456677"/>
              <a:ext cx="360" cy="36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C0D55E1D-10AD-4091-95C0-88CA1DF63BA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9077" y="444803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3FC838A2-3CEA-47E6-882E-976906EABF2E}"/>
                  </a:ext>
                </a:extLst>
              </p14:cNvPr>
              <p14:cNvContentPartPr/>
              <p14:nvPr/>
            </p14:nvContentPartPr>
            <p14:xfrm>
              <a:off x="742197" y="1223517"/>
              <a:ext cx="45360" cy="63792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3FC838A2-3CEA-47E6-882E-976906EABF2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3557" y="1214517"/>
                <a:ext cx="63000" cy="65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A5B9F8E5-C9D0-44E3-B26E-4B9D39859CA9}"/>
                  </a:ext>
                </a:extLst>
              </p14:cNvPr>
              <p14:cNvContentPartPr/>
              <p14:nvPr/>
            </p14:nvContentPartPr>
            <p14:xfrm>
              <a:off x="447717" y="1180677"/>
              <a:ext cx="505440" cy="8532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A5B9F8E5-C9D0-44E3-B26E-4B9D39859CA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8717" y="1172037"/>
                <a:ext cx="52308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D7E0A641-1A56-439F-BB40-91F863F9E5AE}"/>
                  </a:ext>
                </a:extLst>
              </p14:cNvPr>
              <p14:cNvContentPartPr/>
              <p14:nvPr/>
            </p14:nvContentPartPr>
            <p14:xfrm>
              <a:off x="588117" y="1470477"/>
              <a:ext cx="326880" cy="7524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D7E0A641-1A56-439F-BB40-91F863F9E5A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9117" y="1461477"/>
                <a:ext cx="3445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26F598B8-C4E4-448D-A74D-7A5ABB0B1F9F}"/>
                  </a:ext>
                </a:extLst>
              </p14:cNvPr>
              <p14:cNvContentPartPr/>
              <p14:nvPr/>
            </p14:nvContentPartPr>
            <p14:xfrm>
              <a:off x="1109037" y="1325397"/>
              <a:ext cx="149400" cy="40320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26F598B8-C4E4-448D-A74D-7A5ABB0B1F9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00397" y="1316397"/>
                <a:ext cx="16704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E82D5BA9-E254-4BCB-854E-27B2D21F8AEC}"/>
                  </a:ext>
                </a:extLst>
              </p14:cNvPr>
              <p14:cNvContentPartPr/>
              <p14:nvPr/>
            </p14:nvContentPartPr>
            <p14:xfrm>
              <a:off x="1321437" y="1393797"/>
              <a:ext cx="234720" cy="25920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E82D5BA9-E254-4BCB-854E-27B2D21F8AE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312797" y="1384797"/>
                <a:ext cx="2523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BD19C1B4-1790-489D-8722-330C103D830D}"/>
                  </a:ext>
                </a:extLst>
              </p14:cNvPr>
              <p14:cNvContentPartPr/>
              <p14:nvPr/>
            </p14:nvContentPartPr>
            <p14:xfrm>
              <a:off x="1336557" y="1344117"/>
              <a:ext cx="212760" cy="28872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BD19C1B4-1790-489D-8722-330C103D830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327557" y="1335477"/>
                <a:ext cx="23040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6A77C592-04E6-459E-B057-A664CD990C44}"/>
                  </a:ext>
                </a:extLst>
              </p14:cNvPr>
              <p14:cNvContentPartPr/>
              <p14:nvPr/>
            </p14:nvContentPartPr>
            <p14:xfrm>
              <a:off x="1622037" y="1170957"/>
              <a:ext cx="137520" cy="49572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6A77C592-04E6-459E-B057-A664CD990C4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613397" y="1162317"/>
                <a:ext cx="15516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2C01F64A-A7B0-40EE-9E36-A738AC45A9A0}"/>
                  </a:ext>
                </a:extLst>
              </p14:cNvPr>
              <p14:cNvContentPartPr/>
              <p14:nvPr/>
            </p14:nvContentPartPr>
            <p14:xfrm>
              <a:off x="1937757" y="1350597"/>
              <a:ext cx="215640" cy="1116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2C01F64A-A7B0-40EE-9E36-A738AC45A9A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928757" y="1341597"/>
                <a:ext cx="2332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DC8F18E4-B664-4E30-AC47-8573681C720D}"/>
                  </a:ext>
                </a:extLst>
              </p14:cNvPr>
              <p14:cNvContentPartPr/>
              <p14:nvPr/>
            </p14:nvContentPartPr>
            <p14:xfrm>
              <a:off x="1943877" y="1505397"/>
              <a:ext cx="172800" cy="2736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DC8F18E4-B664-4E30-AC47-8573681C720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934877" y="1496757"/>
                <a:ext cx="1904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1EC05DDB-FE65-40D2-9C05-8D807105EDA9}"/>
                  </a:ext>
                </a:extLst>
              </p14:cNvPr>
              <p14:cNvContentPartPr/>
              <p14:nvPr/>
            </p14:nvContentPartPr>
            <p14:xfrm>
              <a:off x="3463077" y="437637"/>
              <a:ext cx="213120" cy="25920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1EC05DDB-FE65-40D2-9C05-8D807105EDA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454077" y="428637"/>
                <a:ext cx="2307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873914F5-C949-4720-AD90-18AB987EA9BE}"/>
                  </a:ext>
                </a:extLst>
              </p14:cNvPr>
              <p14:cNvContentPartPr/>
              <p14:nvPr/>
            </p14:nvContentPartPr>
            <p14:xfrm>
              <a:off x="5670597" y="428637"/>
              <a:ext cx="191880" cy="28044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873914F5-C949-4720-AD90-18AB987EA9B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661597" y="419637"/>
                <a:ext cx="20952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68BF46B9-B8D6-4139-87D9-824B302F2B54}"/>
                  </a:ext>
                </a:extLst>
              </p14:cNvPr>
              <p14:cNvContentPartPr/>
              <p14:nvPr/>
            </p14:nvContentPartPr>
            <p14:xfrm>
              <a:off x="5702997" y="404157"/>
              <a:ext cx="191520" cy="25596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68BF46B9-B8D6-4139-87D9-824B302F2B5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693997" y="395157"/>
                <a:ext cx="20916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D038F34A-A36F-42E5-93F7-6D52B964396D}"/>
                  </a:ext>
                </a:extLst>
              </p14:cNvPr>
              <p14:cNvContentPartPr/>
              <p14:nvPr/>
            </p14:nvContentPartPr>
            <p14:xfrm>
              <a:off x="6018357" y="444477"/>
              <a:ext cx="236880" cy="17784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D038F34A-A36F-42E5-93F7-6D52B964396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009357" y="435837"/>
                <a:ext cx="2545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55E6CEDD-A028-45C0-A375-B6F6AED33925}"/>
                  </a:ext>
                </a:extLst>
              </p14:cNvPr>
              <p14:cNvContentPartPr/>
              <p14:nvPr/>
            </p14:nvContentPartPr>
            <p14:xfrm>
              <a:off x="6376917" y="412077"/>
              <a:ext cx="228240" cy="22140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55E6CEDD-A028-45C0-A375-B6F6AED3392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368277" y="403437"/>
                <a:ext cx="2458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26C72DB3-525B-4BEA-8570-2CA22BDAEF7C}"/>
                  </a:ext>
                </a:extLst>
              </p14:cNvPr>
              <p14:cNvContentPartPr/>
              <p14:nvPr/>
            </p14:nvContentPartPr>
            <p14:xfrm>
              <a:off x="6357837" y="981957"/>
              <a:ext cx="221760" cy="22536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26C72DB3-525B-4BEA-8570-2CA22BDAEF7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349197" y="972957"/>
                <a:ext cx="23940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215696AD-91B9-46E6-BC10-AF299634BB4C}"/>
                  </a:ext>
                </a:extLst>
              </p14:cNvPr>
              <p14:cNvContentPartPr/>
              <p14:nvPr/>
            </p14:nvContentPartPr>
            <p14:xfrm>
              <a:off x="6385917" y="903477"/>
              <a:ext cx="207720" cy="25920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215696AD-91B9-46E6-BC10-AF299634BB4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377277" y="894477"/>
                <a:ext cx="2253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D6EE164D-CC49-41AC-BEFD-7A50EEF0980F}"/>
                  </a:ext>
                </a:extLst>
              </p14:cNvPr>
              <p14:cNvContentPartPr/>
              <p14:nvPr/>
            </p14:nvContentPartPr>
            <p14:xfrm>
              <a:off x="6124557" y="931197"/>
              <a:ext cx="143640" cy="21492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D6EE164D-CC49-41AC-BEFD-7A50EEF0980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115557" y="922557"/>
                <a:ext cx="16128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9866FA9F-F640-4369-A705-CB809318C9FF}"/>
                  </a:ext>
                </a:extLst>
              </p14:cNvPr>
              <p14:cNvContentPartPr/>
              <p14:nvPr/>
            </p14:nvContentPartPr>
            <p14:xfrm>
              <a:off x="6030237" y="1227837"/>
              <a:ext cx="215640" cy="1116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9866FA9F-F640-4369-A705-CB809318C9FF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021237" y="1219197"/>
                <a:ext cx="2332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2D4C55E9-47FE-4173-B253-82AF12B293F7}"/>
                  </a:ext>
                </a:extLst>
              </p14:cNvPr>
              <p14:cNvContentPartPr/>
              <p14:nvPr/>
            </p14:nvContentPartPr>
            <p14:xfrm>
              <a:off x="5706597" y="998157"/>
              <a:ext cx="211320" cy="24300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2D4C55E9-47FE-4173-B253-82AF12B293F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697957" y="989157"/>
                <a:ext cx="2289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4DF4D1B5-88C4-4D11-B4B2-4CD86ABF4861}"/>
                  </a:ext>
                </a:extLst>
              </p14:cNvPr>
              <p14:cNvContentPartPr/>
              <p14:nvPr/>
            </p14:nvContentPartPr>
            <p14:xfrm>
              <a:off x="6881997" y="863877"/>
              <a:ext cx="263880" cy="22464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4DF4D1B5-88C4-4D11-B4B2-4CD86ABF486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872997" y="854877"/>
                <a:ext cx="28152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6B83D95B-D096-4AFB-9627-114320BC6C6C}"/>
                  </a:ext>
                </a:extLst>
              </p14:cNvPr>
              <p14:cNvContentPartPr/>
              <p14:nvPr/>
            </p14:nvContentPartPr>
            <p14:xfrm>
              <a:off x="7238037" y="885117"/>
              <a:ext cx="205560" cy="24696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6B83D95B-D096-4AFB-9627-114320BC6C6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229037" y="876117"/>
                <a:ext cx="2232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43495975-9886-4443-A272-F482991E9A57}"/>
                  </a:ext>
                </a:extLst>
              </p14:cNvPr>
              <p14:cNvContentPartPr/>
              <p14:nvPr/>
            </p14:nvContentPartPr>
            <p14:xfrm>
              <a:off x="6559437" y="1726437"/>
              <a:ext cx="241200" cy="20088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43495975-9886-4443-A272-F482991E9A5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550437" y="1717797"/>
                <a:ext cx="2588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E7A115A6-5EA0-4E85-ABA8-53845BADD4DF}"/>
                  </a:ext>
                </a:extLst>
              </p14:cNvPr>
              <p14:cNvContentPartPr/>
              <p14:nvPr/>
            </p14:nvContentPartPr>
            <p14:xfrm>
              <a:off x="6630357" y="1653357"/>
              <a:ext cx="144720" cy="20664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E7A115A6-5EA0-4E85-ABA8-53845BADD4D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621717" y="1644717"/>
                <a:ext cx="1623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F14D3746-EDD8-4734-A033-6B6FD04B5C08}"/>
                  </a:ext>
                </a:extLst>
              </p14:cNvPr>
              <p14:cNvContentPartPr/>
              <p14:nvPr/>
            </p14:nvContentPartPr>
            <p14:xfrm>
              <a:off x="6278637" y="1696557"/>
              <a:ext cx="154080" cy="18684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F14D3746-EDD8-4734-A033-6B6FD04B5C0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269637" y="1687917"/>
                <a:ext cx="17172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69A58C83-A04C-4290-A337-9166C6B8BBE8}"/>
                  </a:ext>
                </a:extLst>
              </p14:cNvPr>
              <p14:cNvContentPartPr/>
              <p14:nvPr/>
            </p14:nvContentPartPr>
            <p14:xfrm>
              <a:off x="6187557" y="1939197"/>
              <a:ext cx="279000" cy="576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69A58C83-A04C-4290-A337-9166C6B8BBE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178557" y="1930197"/>
                <a:ext cx="2966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ACD1F57A-3F88-4B7D-9A6B-C7C31A5762A1}"/>
                  </a:ext>
                </a:extLst>
              </p14:cNvPr>
              <p14:cNvContentPartPr/>
              <p14:nvPr/>
            </p14:nvContentPartPr>
            <p14:xfrm>
              <a:off x="5924037" y="1758837"/>
              <a:ext cx="96480" cy="20664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ACD1F57A-3F88-4B7D-9A6B-C7C31A5762A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915037" y="1750197"/>
                <a:ext cx="1141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74BCD409-0757-4F9D-990F-EF24142A8D20}"/>
                  </a:ext>
                </a:extLst>
              </p14:cNvPr>
              <p14:cNvContentPartPr/>
              <p14:nvPr/>
            </p14:nvContentPartPr>
            <p14:xfrm>
              <a:off x="7058397" y="1612677"/>
              <a:ext cx="206640" cy="19800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74BCD409-0757-4F9D-990F-EF24142A8D2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7049757" y="1604037"/>
                <a:ext cx="2242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E490F507-44C4-4093-8D0D-034EA9FEB625}"/>
                  </a:ext>
                </a:extLst>
              </p14:cNvPr>
              <p14:cNvContentPartPr/>
              <p14:nvPr/>
            </p14:nvContentPartPr>
            <p14:xfrm>
              <a:off x="7352877" y="1581717"/>
              <a:ext cx="182880" cy="24228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E490F507-44C4-4093-8D0D-034EA9FEB62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344237" y="1573077"/>
                <a:ext cx="20052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46EB3E12-A907-4A5D-80BF-B41A060F9E75}"/>
                  </a:ext>
                </a:extLst>
              </p14:cNvPr>
              <p14:cNvContentPartPr/>
              <p14:nvPr/>
            </p14:nvContentPartPr>
            <p14:xfrm>
              <a:off x="6796677" y="2452557"/>
              <a:ext cx="207720" cy="168480"/>
            </p14:xfrm>
          </p:contentPart>
        </mc:Choice>
        <mc:Fallback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46EB3E12-A907-4A5D-80BF-B41A060F9E7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788037" y="2443557"/>
                <a:ext cx="2253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570BC126-A257-468A-A595-9C7C809B0C16}"/>
                  </a:ext>
                </a:extLst>
              </p14:cNvPr>
              <p14:cNvContentPartPr/>
              <p14:nvPr/>
            </p14:nvContentPartPr>
            <p14:xfrm>
              <a:off x="6790917" y="2387037"/>
              <a:ext cx="187920" cy="19872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570BC126-A257-468A-A595-9C7C809B0C1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781917" y="2378397"/>
                <a:ext cx="20556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6C1D319C-B641-4042-8C3F-84AE8D8C7CF9}"/>
                  </a:ext>
                </a:extLst>
              </p14:cNvPr>
              <p14:cNvContentPartPr/>
              <p14:nvPr/>
            </p14:nvContentPartPr>
            <p14:xfrm>
              <a:off x="6486357" y="2405037"/>
              <a:ext cx="145440" cy="16164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6C1D319C-B641-4042-8C3F-84AE8D8C7CF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477357" y="2396397"/>
                <a:ext cx="1630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E722EB1D-5996-46BD-9FFA-FEDFE0CD1DF2}"/>
                  </a:ext>
                </a:extLst>
              </p14:cNvPr>
              <p14:cNvContentPartPr/>
              <p14:nvPr/>
            </p14:nvContentPartPr>
            <p14:xfrm>
              <a:off x="6402117" y="2636877"/>
              <a:ext cx="271080" cy="9360"/>
            </p14:xfrm>
          </p:contentPart>
        </mc:Choice>
        <mc:Fallback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E722EB1D-5996-46BD-9FFA-FEDFE0CD1DF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393117" y="2627877"/>
                <a:ext cx="2887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A6640293-D411-4A57-8930-C7E2D24F9DC6}"/>
                  </a:ext>
                </a:extLst>
              </p14:cNvPr>
              <p14:cNvContentPartPr/>
              <p14:nvPr/>
            </p14:nvContentPartPr>
            <p14:xfrm>
              <a:off x="5972277" y="2432397"/>
              <a:ext cx="320040" cy="247680"/>
            </p14:xfrm>
          </p:contentPart>
        </mc:Choice>
        <mc:Fallback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A6640293-D411-4A57-8930-C7E2D24F9DC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963277" y="2423757"/>
                <a:ext cx="3376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7252567E-2CAD-4AC7-B514-B82DE093A211}"/>
                  </a:ext>
                </a:extLst>
              </p14:cNvPr>
              <p14:cNvContentPartPr/>
              <p14:nvPr/>
            </p14:nvContentPartPr>
            <p14:xfrm>
              <a:off x="7235157" y="2297037"/>
              <a:ext cx="169200" cy="20304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7252567E-2CAD-4AC7-B514-B82DE093A211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226517" y="2288037"/>
                <a:ext cx="18684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FCC2E635-0F86-43EE-BCD9-8E02AFFC4954}"/>
                  </a:ext>
                </a:extLst>
              </p14:cNvPr>
              <p14:cNvContentPartPr/>
              <p14:nvPr/>
            </p14:nvContentPartPr>
            <p14:xfrm>
              <a:off x="7416237" y="2241597"/>
              <a:ext cx="221400" cy="27936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FCC2E635-0F86-43EE-BCD9-8E02AFFC495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407237" y="2232597"/>
                <a:ext cx="23904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40C1C1CE-5CC4-441B-985C-AD6243C52B83}"/>
                  </a:ext>
                </a:extLst>
              </p14:cNvPr>
              <p14:cNvContentPartPr/>
              <p14:nvPr/>
            </p14:nvContentPartPr>
            <p14:xfrm>
              <a:off x="6192597" y="3112797"/>
              <a:ext cx="208800" cy="16524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40C1C1CE-5CC4-441B-985C-AD6243C52B8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183597" y="3104157"/>
                <a:ext cx="22644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58773A25-DF87-4961-97E1-D122139107EF}"/>
                  </a:ext>
                </a:extLst>
              </p14:cNvPr>
              <p14:cNvContentPartPr/>
              <p14:nvPr/>
            </p14:nvContentPartPr>
            <p14:xfrm>
              <a:off x="6284757" y="3055917"/>
              <a:ext cx="143640" cy="19944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58773A25-DF87-4961-97E1-D122139107E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276117" y="3047277"/>
                <a:ext cx="16128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5A68780D-95BF-4771-BFDD-0370913B25BB}"/>
                  </a:ext>
                </a:extLst>
              </p14:cNvPr>
              <p14:cNvContentPartPr/>
              <p14:nvPr/>
            </p14:nvContentPartPr>
            <p14:xfrm>
              <a:off x="6603357" y="3071397"/>
              <a:ext cx="155880" cy="21312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5A68780D-95BF-4771-BFDD-0370913B25BB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594717" y="3062397"/>
                <a:ext cx="17352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06549FFE-9D85-4CDC-A7B8-6043D090D9E0}"/>
                  </a:ext>
                </a:extLst>
              </p14:cNvPr>
              <p14:cNvContentPartPr/>
              <p14:nvPr/>
            </p14:nvContentPartPr>
            <p14:xfrm>
              <a:off x="6797757" y="2966277"/>
              <a:ext cx="248760" cy="28044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06549FFE-9D85-4CDC-A7B8-6043D090D9E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6789117" y="2957277"/>
                <a:ext cx="26640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3FD41769-820E-4679-AA00-096A0797EBDE}"/>
                  </a:ext>
                </a:extLst>
              </p14:cNvPr>
              <p14:cNvContentPartPr/>
              <p14:nvPr/>
            </p14:nvContentPartPr>
            <p14:xfrm>
              <a:off x="6618477" y="3240597"/>
              <a:ext cx="170640" cy="16632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3FD41769-820E-4679-AA00-096A0797EBDE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6609477" y="3231957"/>
                <a:ext cx="1882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18004C8F-2C8F-49A6-9257-EA4EEFB53F8E}"/>
                  </a:ext>
                </a:extLst>
              </p14:cNvPr>
              <p14:cNvContentPartPr/>
              <p14:nvPr/>
            </p14:nvContentPartPr>
            <p14:xfrm>
              <a:off x="1568037" y="2922717"/>
              <a:ext cx="59400" cy="293796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18004C8F-2C8F-49A6-9257-EA4EEFB53F8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559037" y="2913717"/>
                <a:ext cx="77040" cy="29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9A8BF0B2-4AD7-48D1-8008-363AAE81E150}"/>
                  </a:ext>
                </a:extLst>
              </p14:cNvPr>
              <p14:cNvContentPartPr/>
              <p14:nvPr/>
            </p14:nvContentPartPr>
            <p14:xfrm>
              <a:off x="879717" y="5155437"/>
              <a:ext cx="5679000" cy="10296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9A8BF0B2-4AD7-48D1-8008-363AAE81E15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70717" y="5146437"/>
                <a:ext cx="569664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5789DBD6-558A-4D57-B52F-66D5D8F09023}"/>
                  </a:ext>
                </a:extLst>
              </p14:cNvPr>
              <p14:cNvContentPartPr/>
              <p14:nvPr/>
            </p14:nvContentPartPr>
            <p14:xfrm>
              <a:off x="2453997" y="5050677"/>
              <a:ext cx="30600" cy="20952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5789DBD6-558A-4D57-B52F-66D5D8F09023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444997" y="5042037"/>
                <a:ext cx="482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98" name="Entrada de lápiz 97">
                <a:extLst>
                  <a:ext uri="{FF2B5EF4-FFF2-40B4-BE49-F238E27FC236}">
                    <a16:creationId xmlns:a16="http://schemas.microsoft.com/office/drawing/2014/main" id="{B7EB18D9-DDE8-4783-A0B7-0535A3085A30}"/>
                  </a:ext>
                </a:extLst>
              </p14:cNvPr>
              <p14:cNvContentPartPr/>
              <p14:nvPr/>
            </p14:nvContentPartPr>
            <p14:xfrm>
              <a:off x="2403597" y="5467197"/>
              <a:ext cx="20520" cy="182520"/>
            </p14:xfrm>
          </p:contentPart>
        </mc:Choice>
        <mc:Fallback>
          <p:pic>
            <p:nvPicPr>
              <p:cNvPr id="98" name="Entrada de lápiz 97">
                <a:extLst>
                  <a:ext uri="{FF2B5EF4-FFF2-40B4-BE49-F238E27FC236}">
                    <a16:creationId xmlns:a16="http://schemas.microsoft.com/office/drawing/2014/main" id="{B7EB18D9-DDE8-4783-A0B7-0535A3085A30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394957" y="5458197"/>
                <a:ext cx="3816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8817A4E8-9887-4E1B-B63C-1710DCCAAD47}"/>
                  </a:ext>
                </a:extLst>
              </p14:cNvPr>
              <p14:cNvContentPartPr/>
              <p14:nvPr/>
            </p14:nvContentPartPr>
            <p14:xfrm>
              <a:off x="2325477" y="5690757"/>
              <a:ext cx="154800" cy="1044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8817A4E8-9887-4E1B-B63C-1710DCCAAD4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316837" y="5681757"/>
                <a:ext cx="1724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01" name="Entrada de lápiz 100">
                <a:extLst>
                  <a:ext uri="{FF2B5EF4-FFF2-40B4-BE49-F238E27FC236}">
                    <a16:creationId xmlns:a16="http://schemas.microsoft.com/office/drawing/2014/main" id="{F64926B6-2549-482B-98E3-DBDFFF65B981}"/>
                  </a:ext>
                </a:extLst>
              </p14:cNvPr>
              <p14:cNvContentPartPr/>
              <p14:nvPr/>
            </p14:nvContentPartPr>
            <p14:xfrm>
              <a:off x="3607797" y="5055357"/>
              <a:ext cx="32040" cy="198720"/>
            </p14:xfrm>
          </p:contentPart>
        </mc:Choice>
        <mc:Fallback>
          <p:pic>
            <p:nvPicPr>
              <p:cNvPr id="101" name="Entrada de lápiz 100">
                <a:extLst>
                  <a:ext uri="{FF2B5EF4-FFF2-40B4-BE49-F238E27FC236}">
                    <a16:creationId xmlns:a16="http://schemas.microsoft.com/office/drawing/2014/main" id="{F64926B6-2549-482B-98E3-DBDFFF65B981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598797" y="5046357"/>
                <a:ext cx="4968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19E40E60-AC28-47DF-81A2-BBEE025EBBCD}"/>
                  </a:ext>
                </a:extLst>
              </p14:cNvPr>
              <p14:cNvContentPartPr/>
              <p14:nvPr/>
            </p14:nvContentPartPr>
            <p14:xfrm>
              <a:off x="3546237" y="5460717"/>
              <a:ext cx="160560" cy="17460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19E40E60-AC28-47DF-81A2-BBEE025EBBCD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537237" y="5451717"/>
                <a:ext cx="1782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41DC0664-04C0-4018-B4B3-1993CC1FE9CA}"/>
                  </a:ext>
                </a:extLst>
              </p14:cNvPr>
              <p14:cNvContentPartPr/>
              <p14:nvPr/>
            </p14:nvContentPartPr>
            <p14:xfrm>
              <a:off x="4725597" y="5107557"/>
              <a:ext cx="16560" cy="16272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41DC0664-04C0-4018-B4B3-1993CC1FE9CA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716597" y="5098557"/>
                <a:ext cx="342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55C6664B-BF57-4441-B422-5BA00A308BB7}"/>
                  </a:ext>
                </a:extLst>
              </p14:cNvPr>
              <p14:cNvContentPartPr/>
              <p14:nvPr/>
            </p14:nvContentPartPr>
            <p14:xfrm>
              <a:off x="4663317" y="5451357"/>
              <a:ext cx="146880" cy="16236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55C6664B-BF57-4441-B422-5BA00A308BB7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654677" y="5442357"/>
                <a:ext cx="1645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C7BD8559-7974-417C-8635-9FBE7966D5BA}"/>
                  </a:ext>
                </a:extLst>
              </p14:cNvPr>
              <p14:cNvContentPartPr/>
              <p14:nvPr/>
            </p14:nvContentPartPr>
            <p14:xfrm>
              <a:off x="1591077" y="5221317"/>
              <a:ext cx="21240" cy="2448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C7BD8559-7974-417C-8635-9FBE7966D5BA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582077" y="5212317"/>
                <a:ext cx="388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2F772FF5-B426-47F2-B1E2-1295C77C3E43}"/>
                  </a:ext>
                </a:extLst>
              </p14:cNvPr>
              <p14:cNvContentPartPr/>
              <p14:nvPr/>
            </p14:nvContentPartPr>
            <p14:xfrm>
              <a:off x="2412957" y="4693197"/>
              <a:ext cx="155880" cy="17280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2F772FF5-B426-47F2-B1E2-1295C77C3E4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404317" y="4684197"/>
                <a:ext cx="1735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14AB033B-B8E7-48FB-B3B0-4028716A6A44}"/>
                  </a:ext>
                </a:extLst>
              </p14:cNvPr>
              <p14:cNvContentPartPr/>
              <p14:nvPr/>
            </p14:nvContentPartPr>
            <p14:xfrm>
              <a:off x="1557957" y="5151837"/>
              <a:ext cx="140040" cy="15984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14AB033B-B8E7-48FB-B3B0-4028716A6A44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549317" y="5142837"/>
                <a:ext cx="157680" cy="17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upo 121">
            <a:extLst>
              <a:ext uri="{FF2B5EF4-FFF2-40B4-BE49-F238E27FC236}">
                <a16:creationId xmlns:a16="http://schemas.microsoft.com/office/drawing/2014/main" id="{25A67ED9-3F32-4CFC-935D-8DA9B4F78CF2}"/>
              </a:ext>
            </a:extLst>
          </p:cNvPr>
          <p:cNvGrpSpPr/>
          <p:nvPr/>
        </p:nvGrpSpPr>
        <p:grpSpPr>
          <a:xfrm>
            <a:off x="1535997" y="4334277"/>
            <a:ext cx="188640" cy="17640"/>
            <a:chOff x="1535997" y="4334277"/>
            <a:chExt cx="188640" cy="1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BC02C866-EA81-49F7-BCCE-FD2FEA878EAD}"/>
                    </a:ext>
                  </a:extLst>
                </p14:cNvPr>
                <p14:cNvContentPartPr/>
                <p14:nvPr/>
              </p14:nvContentPartPr>
              <p14:xfrm>
                <a:off x="1541757" y="4347597"/>
                <a:ext cx="360" cy="36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BC02C866-EA81-49F7-BCCE-FD2FEA878E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33117" y="433895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0D6F9C06-A767-46AD-84E3-ECD6FE465509}"/>
                    </a:ext>
                  </a:extLst>
                </p14:cNvPr>
                <p14:cNvContentPartPr/>
                <p14:nvPr/>
              </p14:nvContentPartPr>
              <p14:xfrm>
                <a:off x="1535997" y="4334277"/>
                <a:ext cx="188640" cy="1764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0D6F9C06-A767-46AD-84E3-ECD6FE46550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526997" y="4325277"/>
                  <a:ext cx="20628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8E2ADFA1-49A8-4F93-8BCB-1C2C3E2ABD58}"/>
                  </a:ext>
                </a:extLst>
              </p14:cNvPr>
              <p14:cNvContentPartPr/>
              <p14:nvPr/>
            </p14:nvContentPartPr>
            <p14:xfrm>
              <a:off x="1129917" y="4167957"/>
              <a:ext cx="60480" cy="1332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8E2ADFA1-49A8-4F93-8BCB-1C2C3E2ABD5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21277" y="4159317"/>
                <a:ext cx="7812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upo 134">
            <a:extLst>
              <a:ext uri="{FF2B5EF4-FFF2-40B4-BE49-F238E27FC236}">
                <a16:creationId xmlns:a16="http://schemas.microsoft.com/office/drawing/2014/main" id="{C6E97482-E7AB-4C59-A802-DDBD72C27D6D}"/>
              </a:ext>
            </a:extLst>
          </p:cNvPr>
          <p:cNvGrpSpPr/>
          <p:nvPr/>
        </p:nvGrpSpPr>
        <p:grpSpPr>
          <a:xfrm>
            <a:off x="1027677" y="3815877"/>
            <a:ext cx="648720" cy="265320"/>
            <a:chOff x="1027677" y="3815877"/>
            <a:chExt cx="64872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1481FD52-2835-4539-A88A-98E06336894E}"/>
                    </a:ext>
                  </a:extLst>
                </p14:cNvPr>
                <p14:cNvContentPartPr/>
                <p14:nvPr/>
              </p14:nvContentPartPr>
              <p14:xfrm>
                <a:off x="1495317" y="3973197"/>
                <a:ext cx="181080" cy="1980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1481FD52-2835-4539-A88A-98E06336894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486677" y="3964197"/>
                  <a:ext cx="1987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303B938B-E43B-4B07-B262-4338D60974EC}"/>
                    </a:ext>
                  </a:extLst>
                </p14:cNvPr>
                <p14:cNvContentPartPr/>
                <p14:nvPr/>
              </p14:nvContentPartPr>
              <p14:xfrm>
                <a:off x="1027677" y="3815877"/>
                <a:ext cx="90000" cy="15012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303B938B-E43B-4B07-B262-4338D60974E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8677" y="3806877"/>
                  <a:ext cx="1076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25" name="Entrada de lápiz 124">
                  <a:extLst>
                    <a:ext uri="{FF2B5EF4-FFF2-40B4-BE49-F238E27FC236}">
                      <a16:creationId xmlns:a16="http://schemas.microsoft.com/office/drawing/2014/main" id="{FA954ACA-D625-42F2-B684-D6E00C83CC1F}"/>
                    </a:ext>
                  </a:extLst>
                </p14:cNvPr>
                <p14:cNvContentPartPr/>
                <p14:nvPr/>
              </p14:nvContentPartPr>
              <p14:xfrm>
                <a:off x="1139277" y="3830997"/>
                <a:ext cx="97200" cy="234360"/>
              </p14:xfrm>
            </p:contentPart>
          </mc:Choice>
          <mc:Fallback>
            <p:pic>
              <p:nvPicPr>
                <p:cNvPr id="125" name="Entrada de lápiz 124">
                  <a:extLst>
                    <a:ext uri="{FF2B5EF4-FFF2-40B4-BE49-F238E27FC236}">
                      <a16:creationId xmlns:a16="http://schemas.microsoft.com/office/drawing/2014/main" id="{FA954ACA-D625-42F2-B684-D6E00C83CC1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30637" y="3822357"/>
                  <a:ext cx="1148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EDCD958D-F002-4914-8DB1-96C52500F838}"/>
                    </a:ext>
                  </a:extLst>
                </p14:cNvPr>
                <p14:cNvContentPartPr/>
                <p14:nvPr/>
              </p14:nvContentPartPr>
              <p14:xfrm>
                <a:off x="1240437" y="3912717"/>
                <a:ext cx="100080" cy="10800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EDCD958D-F002-4914-8DB1-96C52500F83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231437" y="3904077"/>
                  <a:ext cx="1177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A6634BF5-4F96-4E0F-A105-D3D3AF65057C}"/>
                    </a:ext>
                  </a:extLst>
                </p14:cNvPr>
                <p14:cNvContentPartPr/>
                <p14:nvPr/>
              </p14:nvContentPartPr>
              <p14:xfrm>
                <a:off x="1264197" y="4003437"/>
                <a:ext cx="105480" cy="7776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A6634BF5-4F96-4E0F-A105-D3D3AF65057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255557" y="3994437"/>
                  <a:ext cx="12312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588A6E28-401D-4FD8-8749-329C5B9A8F41}"/>
              </a:ext>
            </a:extLst>
          </p:cNvPr>
          <p:cNvGrpSpPr/>
          <p:nvPr/>
        </p:nvGrpSpPr>
        <p:grpSpPr>
          <a:xfrm>
            <a:off x="1062957" y="3384957"/>
            <a:ext cx="602640" cy="207720"/>
            <a:chOff x="1062957" y="3384957"/>
            <a:chExt cx="60264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11228736-D7DA-4A36-8597-1322304163BD}"/>
                    </a:ext>
                  </a:extLst>
                </p14:cNvPr>
                <p14:cNvContentPartPr/>
                <p14:nvPr/>
              </p14:nvContentPartPr>
              <p14:xfrm>
                <a:off x="1533837" y="3545517"/>
                <a:ext cx="131760" cy="2016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11228736-D7DA-4A36-8597-1322304163B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25197" y="3536517"/>
                  <a:ext cx="1494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0BA0E5D3-5773-4805-8244-DCD09401AD83}"/>
                    </a:ext>
                  </a:extLst>
                </p14:cNvPr>
                <p14:cNvContentPartPr/>
                <p14:nvPr/>
              </p14:nvContentPartPr>
              <p14:xfrm>
                <a:off x="1062957" y="3408357"/>
                <a:ext cx="85680" cy="16488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0BA0E5D3-5773-4805-8244-DCD09401AD8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53957" y="3399717"/>
                  <a:ext cx="103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3AB9032F-193F-49E8-8D71-4A745D84946F}"/>
                    </a:ext>
                  </a:extLst>
                </p14:cNvPr>
                <p14:cNvContentPartPr/>
                <p14:nvPr/>
              </p14:nvContentPartPr>
              <p14:xfrm>
                <a:off x="1087077" y="3447957"/>
                <a:ext cx="119520" cy="6156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3AB9032F-193F-49E8-8D71-4A745D84946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78077" y="3439317"/>
                  <a:ext cx="1371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1C224940-FBBD-4FC1-ABA5-C4B6628177E2}"/>
                    </a:ext>
                  </a:extLst>
                </p14:cNvPr>
                <p14:cNvContentPartPr/>
                <p14:nvPr/>
              </p14:nvContentPartPr>
              <p14:xfrm>
                <a:off x="1197237" y="3384957"/>
                <a:ext cx="74520" cy="20772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1C224940-FBBD-4FC1-ABA5-C4B6628177E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88237" y="3375957"/>
                  <a:ext cx="921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9D4BD782-863C-4B9B-B563-6402A919C347}"/>
                    </a:ext>
                  </a:extLst>
                </p14:cNvPr>
                <p14:cNvContentPartPr/>
                <p14:nvPr/>
              </p14:nvContentPartPr>
              <p14:xfrm>
                <a:off x="1254477" y="3467037"/>
                <a:ext cx="142920" cy="12240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9D4BD782-863C-4B9B-B563-6402A919C34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45477" y="3458037"/>
                  <a:ext cx="16056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A21B6704-2B64-4F15-A8AB-41ECB85ABEB5}"/>
              </a:ext>
            </a:extLst>
          </p:cNvPr>
          <p:cNvGrpSpPr/>
          <p:nvPr/>
        </p:nvGrpSpPr>
        <p:grpSpPr>
          <a:xfrm>
            <a:off x="1176717" y="2953677"/>
            <a:ext cx="493560" cy="166680"/>
            <a:chOff x="1176717" y="2953677"/>
            <a:chExt cx="493560" cy="1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AFC99E43-9B9D-4835-A493-DFC7E5584F85}"/>
                    </a:ext>
                  </a:extLst>
                </p14:cNvPr>
                <p14:cNvContentPartPr/>
                <p14:nvPr/>
              </p14:nvContentPartPr>
              <p14:xfrm>
                <a:off x="1421517" y="3071397"/>
                <a:ext cx="248760" cy="1944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AFC99E43-9B9D-4835-A493-DFC7E5584F8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12877" y="3062397"/>
                  <a:ext cx="2664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C1DB6A10-3394-4977-ABEF-5CEA9109FADB}"/>
                    </a:ext>
                  </a:extLst>
                </p14:cNvPr>
                <p14:cNvContentPartPr/>
                <p14:nvPr/>
              </p14:nvContentPartPr>
              <p14:xfrm>
                <a:off x="1176717" y="2953677"/>
                <a:ext cx="194400" cy="16668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C1DB6A10-3394-4977-ABEF-5CEA9109FAD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67717" y="2944677"/>
                  <a:ext cx="212040" cy="18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37A84421-6917-4953-890D-E6265E496BB0}"/>
                  </a:ext>
                </a:extLst>
              </p14:cNvPr>
              <p14:cNvContentPartPr/>
              <p14:nvPr/>
            </p14:nvContentPartPr>
            <p14:xfrm>
              <a:off x="2538957" y="3853677"/>
              <a:ext cx="978840" cy="4968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37A84421-6917-4953-890D-E6265E496BB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521317" y="3818037"/>
                <a:ext cx="101448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C66F6725-0D95-40ED-9A1A-4F68C17A1696}"/>
                  </a:ext>
                </a:extLst>
              </p14:cNvPr>
              <p14:cNvContentPartPr/>
              <p14:nvPr/>
            </p14:nvContentPartPr>
            <p14:xfrm>
              <a:off x="3510597" y="3779517"/>
              <a:ext cx="124560" cy="13608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C66F6725-0D95-40ED-9A1A-4F68C17A1696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501597" y="3770877"/>
                <a:ext cx="1422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A790A05F-E5DC-4723-8267-58ED2E2FC56B}"/>
                  </a:ext>
                </a:extLst>
              </p14:cNvPr>
              <p14:cNvContentPartPr/>
              <p14:nvPr/>
            </p14:nvContentPartPr>
            <p14:xfrm>
              <a:off x="2457237" y="3833877"/>
              <a:ext cx="128160" cy="158040"/>
            </p14:xfrm>
          </p:contentPart>
        </mc:Choice>
        <mc:Fallback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A790A05F-E5DC-4723-8267-58ED2E2FC56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448237" y="3824877"/>
                <a:ext cx="14580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upo 142">
            <a:extLst>
              <a:ext uri="{FF2B5EF4-FFF2-40B4-BE49-F238E27FC236}">
                <a16:creationId xmlns:a16="http://schemas.microsoft.com/office/drawing/2014/main" id="{10ADD0B8-0D3A-44C9-AD72-1C2AFE419B43}"/>
              </a:ext>
            </a:extLst>
          </p:cNvPr>
          <p:cNvGrpSpPr/>
          <p:nvPr/>
        </p:nvGrpSpPr>
        <p:grpSpPr>
          <a:xfrm>
            <a:off x="1178517" y="4477557"/>
            <a:ext cx="463680" cy="395280"/>
            <a:chOff x="1178517" y="4477557"/>
            <a:chExt cx="463680" cy="3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649E5565-CBA8-428B-B5E0-CFBEA4390EFD}"/>
                    </a:ext>
                  </a:extLst>
                </p14:cNvPr>
                <p14:cNvContentPartPr/>
                <p14:nvPr/>
              </p14:nvContentPartPr>
              <p14:xfrm>
                <a:off x="1190037" y="4477557"/>
                <a:ext cx="53640" cy="11376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649E5565-CBA8-428B-B5E0-CFBEA4390EF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81397" y="4468557"/>
                  <a:ext cx="712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2ADFB726-888D-4018-AD61-260DE5B1B0EB}"/>
                    </a:ext>
                  </a:extLst>
                </p14:cNvPr>
                <p14:cNvContentPartPr/>
                <p14:nvPr/>
              </p14:nvContentPartPr>
              <p14:xfrm>
                <a:off x="1178517" y="4545957"/>
                <a:ext cx="180720" cy="311040"/>
              </p14:xfrm>
            </p:contentPart>
          </mc:Choice>
          <mc:Fallback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2ADFB726-888D-4018-AD61-260DE5B1B0E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69517" y="4536957"/>
                  <a:ext cx="19836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891B0EAA-A7D2-4FAF-9381-7007BFB9EDD2}"/>
                    </a:ext>
                  </a:extLst>
                </p14:cNvPr>
                <p14:cNvContentPartPr/>
                <p14:nvPr/>
              </p14:nvContentPartPr>
              <p14:xfrm>
                <a:off x="1326477" y="4706877"/>
                <a:ext cx="77400" cy="8136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891B0EAA-A7D2-4FAF-9381-7007BFB9EDD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17837" y="4697877"/>
                  <a:ext cx="95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C45C02B8-2E80-40E2-A6EF-DDBA61D0321F}"/>
                    </a:ext>
                  </a:extLst>
                </p14:cNvPr>
                <p14:cNvContentPartPr/>
                <p14:nvPr/>
              </p14:nvContentPartPr>
              <p14:xfrm>
                <a:off x="1340517" y="4779237"/>
                <a:ext cx="93600" cy="9360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C45C02B8-2E80-40E2-A6EF-DDBA61D0321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331517" y="4770597"/>
                  <a:ext cx="1112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B1A9F546-3573-4CDB-BEF7-35F1FB68DAA7}"/>
                    </a:ext>
                  </a:extLst>
                </p14:cNvPr>
                <p14:cNvContentPartPr/>
                <p14:nvPr/>
              </p14:nvContentPartPr>
              <p14:xfrm>
                <a:off x="1606917" y="4721277"/>
                <a:ext cx="35280" cy="6876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B1A9F546-3573-4CDB-BEF7-35F1FB68DAA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98277" y="4712637"/>
                  <a:ext cx="52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0AD28C0D-E30E-46DE-BCA3-1FA0AFC0FA72}"/>
                    </a:ext>
                  </a:extLst>
                </p14:cNvPr>
                <p14:cNvContentPartPr/>
                <p14:nvPr/>
              </p14:nvContentPartPr>
              <p14:xfrm>
                <a:off x="1541397" y="4723437"/>
                <a:ext cx="96480" cy="6264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0AD28C0D-E30E-46DE-BCA3-1FA0AFC0FA7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532757" y="4714797"/>
                  <a:ext cx="11412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516D1A1C-03E1-4974-A4B0-8C9C1E55BDB5}"/>
                  </a:ext>
                </a:extLst>
              </p14:cNvPr>
              <p14:cNvContentPartPr/>
              <p14:nvPr/>
            </p14:nvContentPartPr>
            <p14:xfrm>
              <a:off x="3634437" y="3401157"/>
              <a:ext cx="8280" cy="576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516D1A1C-03E1-4974-A4B0-8C9C1E55BDB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616437" y="3365517"/>
                <a:ext cx="439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B1FA29E8-B05F-44CE-A144-9DFB8A557F5F}"/>
                  </a:ext>
                </a:extLst>
              </p14:cNvPr>
              <p14:cNvContentPartPr/>
              <p14:nvPr/>
            </p14:nvContentPartPr>
            <p14:xfrm>
              <a:off x="3634437" y="3406557"/>
              <a:ext cx="360" cy="36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B1FA29E8-B05F-44CE-A144-9DFB8A557F5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616437" y="3370917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3231FF98-B867-4DC3-B3F2-1B9F0E47A8DF}"/>
                  </a:ext>
                </a:extLst>
              </p14:cNvPr>
              <p14:cNvContentPartPr/>
              <p14:nvPr/>
            </p14:nvContentPartPr>
            <p14:xfrm>
              <a:off x="3627237" y="3366957"/>
              <a:ext cx="984240" cy="3996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3231FF98-B867-4DC3-B3F2-1B9F0E47A8DF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609597" y="3330957"/>
                <a:ext cx="101988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upo 148">
            <a:extLst>
              <a:ext uri="{FF2B5EF4-FFF2-40B4-BE49-F238E27FC236}">
                <a16:creationId xmlns:a16="http://schemas.microsoft.com/office/drawing/2014/main" id="{0E828054-FDB7-428F-85DD-551245A980AC}"/>
              </a:ext>
            </a:extLst>
          </p:cNvPr>
          <p:cNvGrpSpPr/>
          <p:nvPr/>
        </p:nvGrpSpPr>
        <p:grpSpPr>
          <a:xfrm>
            <a:off x="2979957" y="437997"/>
            <a:ext cx="1743120" cy="3000960"/>
            <a:chOff x="2979957" y="437997"/>
            <a:chExt cx="1743120" cy="300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8E01C703-AF1A-449B-BA06-D9699BEA239A}"/>
                    </a:ext>
                  </a:extLst>
                </p14:cNvPr>
                <p14:cNvContentPartPr/>
                <p14:nvPr/>
              </p14:nvContentPartPr>
              <p14:xfrm>
                <a:off x="3881757" y="2600877"/>
                <a:ext cx="360" cy="36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8E01C703-AF1A-449B-BA06-D9699BEA239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73117" y="25918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3BB94ED7-DF07-45B5-ACAF-55AC353C5258}"/>
                    </a:ext>
                  </a:extLst>
                </p14:cNvPr>
                <p14:cNvContentPartPr/>
                <p14:nvPr/>
              </p14:nvContentPartPr>
              <p14:xfrm>
                <a:off x="4333557" y="3186597"/>
                <a:ext cx="360" cy="3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3BB94ED7-DF07-45B5-ACAF-55AC353C525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24917" y="317795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2851BAC3-2DD2-438A-B297-8F316B066114}"/>
                    </a:ext>
                  </a:extLst>
                </p14:cNvPr>
                <p14:cNvContentPartPr/>
                <p14:nvPr/>
              </p14:nvContentPartPr>
              <p14:xfrm>
                <a:off x="3654237" y="1009677"/>
                <a:ext cx="34200" cy="1803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2851BAC3-2DD2-438A-B297-8F316B06611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645597" y="1001037"/>
                  <a:ext cx="518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0F70AF37-4723-4873-927F-5AC750DB40D8}"/>
                    </a:ext>
                  </a:extLst>
                </p14:cNvPr>
                <p14:cNvContentPartPr/>
                <p14:nvPr/>
              </p14:nvContentPartPr>
              <p14:xfrm>
                <a:off x="3628317" y="1026957"/>
                <a:ext cx="179640" cy="44460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0F70AF37-4723-4873-927F-5AC750DB40D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19317" y="1017957"/>
                  <a:ext cx="1972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BA8F8AF9-8A48-461C-8568-A67F812AF36C}"/>
                    </a:ext>
                  </a:extLst>
                </p14:cNvPr>
                <p14:cNvContentPartPr/>
                <p14:nvPr/>
              </p14:nvContentPartPr>
              <p14:xfrm>
                <a:off x="3833517" y="1273197"/>
                <a:ext cx="153720" cy="14076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BA8F8AF9-8A48-461C-8568-A67F812AF36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24517" y="1264197"/>
                  <a:ext cx="1713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5B276B42-58A7-4306-BD7D-8298D8B66924}"/>
                    </a:ext>
                  </a:extLst>
                </p14:cNvPr>
                <p14:cNvContentPartPr/>
                <p14:nvPr/>
              </p14:nvContentPartPr>
              <p14:xfrm>
                <a:off x="3821637" y="1422597"/>
                <a:ext cx="218520" cy="14652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5B276B42-58A7-4306-BD7D-8298D8B6692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12997" y="1413597"/>
                  <a:ext cx="236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227A38A6-FE97-4BAA-A469-EC6C194AE70A}"/>
                    </a:ext>
                  </a:extLst>
                </p14:cNvPr>
                <p14:cNvContentPartPr/>
                <p14:nvPr/>
              </p14:nvContentPartPr>
              <p14:xfrm>
                <a:off x="3837837" y="1903917"/>
                <a:ext cx="44280" cy="2390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227A38A6-FE97-4BAA-A469-EC6C194AE70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28837" y="1895277"/>
                  <a:ext cx="619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E970FB05-9993-4ACD-84D2-32C1A36BE2A9}"/>
                    </a:ext>
                  </a:extLst>
                </p14:cNvPr>
                <p14:cNvContentPartPr/>
                <p14:nvPr/>
              </p14:nvContentPartPr>
              <p14:xfrm>
                <a:off x="3703557" y="1852077"/>
                <a:ext cx="195840" cy="18648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E970FB05-9993-4ACD-84D2-32C1A36BE2A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694557" y="1843437"/>
                  <a:ext cx="213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230D3175-4E31-44BA-9811-DE7048E6BED4}"/>
                    </a:ext>
                  </a:extLst>
                </p14:cNvPr>
                <p14:cNvContentPartPr/>
                <p14:nvPr/>
              </p14:nvContentPartPr>
              <p14:xfrm>
                <a:off x="3915957" y="1819317"/>
                <a:ext cx="129600" cy="4384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230D3175-4E31-44BA-9811-DE7048E6BED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906957" y="1810317"/>
                  <a:ext cx="14724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79DDA93D-8A49-4F19-9095-98E1E5FC64B3}"/>
                    </a:ext>
                  </a:extLst>
                </p14:cNvPr>
                <p14:cNvContentPartPr/>
                <p14:nvPr/>
              </p14:nvContentPartPr>
              <p14:xfrm>
                <a:off x="4108557" y="2028477"/>
                <a:ext cx="153360" cy="16416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79DDA93D-8A49-4F19-9095-98E1E5FC64B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099917" y="2019477"/>
                  <a:ext cx="1710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388FBDB4-3D82-4547-8B83-516DA8EEDF8F}"/>
                    </a:ext>
                  </a:extLst>
                </p14:cNvPr>
                <p14:cNvContentPartPr/>
                <p14:nvPr/>
              </p14:nvContentPartPr>
              <p14:xfrm>
                <a:off x="4123317" y="2152677"/>
                <a:ext cx="191880" cy="14652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388FBDB4-3D82-4547-8B83-516DA8EEDF8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114317" y="2143677"/>
                  <a:ext cx="209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F4593CB1-F318-4CE4-98F3-A6E42C1A3DD6}"/>
                    </a:ext>
                  </a:extLst>
                </p14:cNvPr>
                <p14:cNvContentPartPr/>
                <p14:nvPr/>
              </p14:nvContentPartPr>
              <p14:xfrm>
                <a:off x="3641277" y="2532477"/>
                <a:ext cx="223920" cy="27936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F4593CB1-F318-4CE4-98F3-A6E42C1A3DD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632637" y="2523837"/>
                  <a:ext cx="2415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3EADD31F-D860-4690-B230-8D940BD2095A}"/>
                    </a:ext>
                  </a:extLst>
                </p14:cNvPr>
                <p14:cNvContentPartPr/>
                <p14:nvPr/>
              </p14:nvContentPartPr>
              <p14:xfrm>
                <a:off x="3711477" y="2624277"/>
                <a:ext cx="156600" cy="8496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3EADD31F-D860-4690-B230-8D940BD2095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02477" y="2615277"/>
                  <a:ext cx="174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C6E20191-1EA8-45E0-9556-30E4D28B007C}"/>
                    </a:ext>
                  </a:extLst>
                </p14:cNvPr>
                <p14:cNvContentPartPr/>
                <p14:nvPr/>
              </p14:nvContentPartPr>
              <p14:xfrm>
                <a:off x="3888237" y="2542917"/>
                <a:ext cx="118800" cy="37368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C6E20191-1EA8-45E0-9556-30E4D28B007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879237" y="2534277"/>
                  <a:ext cx="1364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06238C74-48AB-4311-B7F3-42E1DDF0586E}"/>
                    </a:ext>
                  </a:extLst>
                </p14:cNvPr>
                <p14:cNvContentPartPr/>
                <p14:nvPr/>
              </p14:nvContentPartPr>
              <p14:xfrm>
                <a:off x="4094157" y="2664597"/>
                <a:ext cx="159480" cy="26604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06238C74-48AB-4311-B7F3-42E1DDF0586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085517" y="2655957"/>
                  <a:ext cx="177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77685AE4-3F37-4D25-B9B8-E5C451BA616C}"/>
                    </a:ext>
                  </a:extLst>
                </p14:cNvPr>
                <p14:cNvContentPartPr/>
                <p14:nvPr/>
              </p14:nvContentPartPr>
              <p14:xfrm>
                <a:off x="4000197" y="3144837"/>
                <a:ext cx="25560" cy="23580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77685AE4-3F37-4D25-B9B8-E5C451BA616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991197" y="3136197"/>
                  <a:ext cx="432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00BD9E73-5C38-4AB3-8C55-4214132EDBC1}"/>
                    </a:ext>
                  </a:extLst>
                </p14:cNvPr>
                <p14:cNvContentPartPr/>
                <p14:nvPr/>
              </p14:nvContentPartPr>
              <p14:xfrm>
                <a:off x="3866637" y="3390357"/>
                <a:ext cx="243720" cy="2196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00BD9E73-5C38-4AB3-8C55-4214132EDBC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57997" y="3381717"/>
                  <a:ext cx="261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B5F0201B-6CBA-4647-B57C-7CAF127380E7}"/>
                    </a:ext>
                  </a:extLst>
                </p14:cNvPr>
                <p14:cNvContentPartPr/>
                <p14:nvPr/>
              </p14:nvContentPartPr>
              <p14:xfrm>
                <a:off x="2979957" y="437997"/>
                <a:ext cx="437400" cy="285804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B5F0201B-6CBA-4647-B57C-7CAF127380E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971317" y="428997"/>
                  <a:ext cx="455040" cy="28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32D02222-BF86-4C47-AF07-D1279151F89F}"/>
                    </a:ext>
                  </a:extLst>
                </p14:cNvPr>
                <p14:cNvContentPartPr/>
                <p14:nvPr/>
              </p14:nvContentPartPr>
              <p14:xfrm>
                <a:off x="3572157" y="3351837"/>
                <a:ext cx="86400" cy="8712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32D02222-BF86-4C47-AF07-D1279151F89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563157" y="3343197"/>
                  <a:ext cx="1040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75477C5E-4251-4CD9-9B88-5BE1CF31ECE3}"/>
                    </a:ext>
                  </a:extLst>
                </p14:cNvPr>
                <p14:cNvContentPartPr/>
                <p14:nvPr/>
              </p14:nvContentPartPr>
              <p14:xfrm>
                <a:off x="4573677" y="3279117"/>
                <a:ext cx="149400" cy="12780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75477C5E-4251-4CD9-9B88-5BE1CF31ECE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64677" y="3270117"/>
                  <a:ext cx="16704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50" name="Entrada de lápiz 149">
                <a:extLst>
                  <a:ext uri="{FF2B5EF4-FFF2-40B4-BE49-F238E27FC236}">
                    <a16:creationId xmlns:a16="http://schemas.microsoft.com/office/drawing/2014/main" id="{52C38611-9DDF-4043-BFB4-41C23EF7A946}"/>
                  </a:ext>
                </a:extLst>
              </p14:cNvPr>
              <p14:cNvContentPartPr/>
              <p14:nvPr/>
            </p14:nvContentPartPr>
            <p14:xfrm>
              <a:off x="4887237" y="2878437"/>
              <a:ext cx="1833840" cy="104400"/>
            </p14:xfrm>
          </p:contentPart>
        </mc:Choice>
        <mc:Fallback>
          <p:pic>
            <p:nvPicPr>
              <p:cNvPr id="150" name="Entrada de lápiz 149">
                <a:extLst>
                  <a:ext uri="{FF2B5EF4-FFF2-40B4-BE49-F238E27FC236}">
                    <a16:creationId xmlns:a16="http://schemas.microsoft.com/office/drawing/2014/main" id="{52C38611-9DDF-4043-BFB4-41C23EF7A946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869597" y="2842437"/>
                <a:ext cx="18694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60872EB3-6AF3-4332-B9EE-D79099238F88}"/>
                  </a:ext>
                </a:extLst>
              </p14:cNvPr>
              <p14:cNvContentPartPr/>
              <p14:nvPr/>
            </p14:nvContentPartPr>
            <p14:xfrm>
              <a:off x="4661877" y="2902557"/>
              <a:ext cx="232560" cy="69840"/>
            </p14:xfrm>
          </p:contentPart>
        </mc:Choice>
        <mc:Fallback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60872EB3-6AF3-4332-B9EE-D79099238F88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643877" y="2866917"/>
                <a:ext cx="26820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FB0555C1-0681-441D-877D-3F692F5D447C}"/>
                  </a:ext>
                </a:extLst>
              </p14:cNvPr>
              <p14:cNvContentPartPr/>
              <p14:nvPr/>
            </p14:nvContentPartPr>
            <p14:xfrm>
              <a:off x="4637397" y="2877717"/>
              <a:ext cx="133200" cy="127080"/>
            </p14:xfrm>
          </p:contentPart>
        </mc:Choice>
        <mc:Fallback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FB0555C1-0681-441D-877D-3F692F5D447C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628397" y="2868717"/>
                <a:ext cx="150840" cy="14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2154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1F258A39-6599-41C9-B280-094A59D23589}"/>
              </a:ext>
            </a:extLst>
          </p:cNvPr>
          <p:cNvGrpSpPr/>
          <p:nvPr/>
        </p:nvGrpSpPr>
        <p:grpSpPr>
          <a:xfrm>
            <a:off x="411717" y="349077"/>
            <a:ext cx="265320" cy="513360"/>
            <a:chOff x="411717" y="349077"/>
            <a:chExt cx="265320" cy="51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Entrada de lápiz 1">
                  <a:extLst>
                    <a:ext uri="{FF2B5EF4-FFF2-40B4-BE49-F238E27FC236}">
                      <a16:creationId xmlns:a16="http://schemas.microsoft.com/office/drawing/2014/main" id="{46BE27D8-E64C-44C4-9D9C-11F723570548}"/>
                    </a:ext>
                  </a:extLst>
                </p14:cNvPr>
                <p14:cNvContentPartPr/>
                <p14:nvPr/>
              </p14:nvContentPartPr>
              <p14:xfrm>
                <a:off x="411717" y="473637"/>
                <a:ext cx="142560" cy="218880"/>
              </p14:xfrm>
            </p:contentPart>
          </mc:Choice>
          <mc:Fallback>
            <p:pic>
              <p:nvPicPr>
                <p:cNvPr id="2" name="Entrada de lápiz 1">
                  <a:extLst>
                    <a:ext uri="{FF2B5EF4-FFF2-40B4-BE49-F238E27FC236}">
                      <a16:creationId xmlns:a16="http://schemas.microsoft.com/office/drawing/2014/main" id="{46BE27D8-E64C-44C4-9D9C-11F72357054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2717" y="464637"/>
                  <a:ext cx="1602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2E8EB5B7-975B-4AB6-AB22-228E9788F4BC}"/>
                    </a:ext>
                  </a:extLst>
                </p14:cNvPr>
                <p14:cNvContentPartPr/>
                <p14:nvPr/>
              </p14:nvContentPartPr>
              <p14:xfrm>
                <a:off x="584877" y="349077"/>
                <a:ext cx="92160" cy="51336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2E8EB5B7-975B-4AB6-AB22-228E9788F4B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6237" y="340077"/>
                  <a:ext cx="109800" cy="53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78547C0-4A5C-466B-831E-BE04C6FE4A96}"/>
              </a:ext>
            </a:extLst>
          </p:cNvPr>
          <p:cNvGrpSpPr/>
          <p:nvPr/>
        </p:nvGrpSpPr>
        <p:grpSpPr>
          <a:xfrm>
            <a:off x="1133157" y="415677"/>
            <a:ext cx="963360" cy="349920"/>
            <a:chOff x="1133157" y="415677"/>
            <a:chExt cx="963360" cy="34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528D195A-2E07-46EA-9E39-4AE4064664E9}"/>
                    </a:ext>
                  </a:extLst>
                </p14:cNvPr>
                <p14:cNvContentPartPr/>
                <p14:nvPr/>
              </p14:nvContentPartPr>
              <p14:xfrm>
                <a:off x="1134957" y="415677"/>
                <a:ext cx="229320" cy="255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528D195A-2E07-46EA-9E39-4AE4064664E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6317" y="407037"/>
                  <a:ext cx="246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718A2860-BC9B-4675-9A2B-D53AB4E82040}"/>
                    </a:ext>
                  </a:extLst>
                </p14:cNvPr>
                <p14:cNvContentPartPr/>
                <p14:nvPr/>
              </p14:nvContentPartPr>
              <p14:xfrm>
                <a:off x="1133157" y="431877"/>
                <a:ext cx="226440" cy="32508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718A2860-BC9B-4675-9A2B-D53AB4E820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24157" y="423237"/>
                  <a:ext cx="2440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0D0E0BBF-E518-4865-9CE1-310D0A25A805}"/>
                    </a:ext>
                  </a:extLst>
                </p14:cNvPr>
                <p14:cNvContentPartPr/>
                <p14:nvPr/>
              </p14:nvContentPartPr>
              <p14:xfrm>
                <a:off x="1172037" y="562557"/>
                <a:ext cx="199800" cy="435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0D0E0BBF-E518-4865-9CE1-310D0A25A80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63397" y="553917"/>
                  <a:ext cx="2174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9E1CE7E1-D715-4D70-89F0-5A0EB2C4E081}"/>
                    </a:ext>
                  </a:extLst>
                </p14:cNvPr>
                <p14:cNvContentPartPr/>
                <p14:nvPr/>
              </p14:nvContentPartPr>
              <p14:xfrm>
                <a:off x="1440597" y="475437"/>
                <a:ext cx="158760" cy="2851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9E1CE7E1-D715-4D70-89F0-5A0EB2C4E08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1957" y="466437"/>
                  <a:ext cx="1764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5A8472E8-778E-4834-86C1-CAEFB5F24AC8}"/>
                    </a:ext>
                  </a:extLst>
                </p14:cNvPr>
                <p14:cNvContentPartPr/>
                <p14:nvPr/>
              </p14:nvContentPartPr>
              <p14:xfrm>
                <a:off x="1600077" y="546357"/>
                <a:ext cx="130680" cy="18252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5A8472E8-778E-4834-86C1-CAEFB5F24AC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91077" y="537717"/>
                  <a:ext cx="148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1DAA81D7-F92A-4D89-B0ED-4E6768346FD9}"/>
                    </a:ext>
                  </a:extLst>
                </p14:cNvPr>
                <p14:cNvContentPartPr/>
                <p14:nvPr/>
              </p14:nvContentPartPr>
              <p14:xfrm>
                <a:off x="1601877" y="512157"/>
                <a:ext cx="137880" cy="2210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1DAA81D7-F92A-4D89-B0ED-4E6768346FD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92877" y="503517"/>
                  <a:ext cx="155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6F0B3CD6-1753-46E7-BB7A-608E1E8905B0}"/>
                    </a:ext>
                  </a:extLst>
                </p14:cNvPr>
                <p14:cNvContentPartPr/>
                <p14:nvPr/>
              </p14:nvContentPartPr>
              <p14:xfrm>
                <a:off x="1777557" y="430077"/>
                <a:ext cx="83880" cy="33552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6F0B3CD6-1753-46E7-BB7A-608E1E8905B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68557" y="421437"/>
                  <a:ext cx="1015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AA170F71-7527-4191-922D-592A3C8AF1CD}"/>
                    </a:ext>
                  </a:extLst>
                </p14:cNvPr>
                <p14:cNvContentPartPr/>
                <p14:nvPr/>
              </p14:nvContentPartPr>
              <p14:xfrm>
                <a:off x="1973757" y="574437"/>
                <a:ext cx="122760" cy="50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AA170F71-7527-4191-922D-592A3C8AF1C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65117" y="565437"/>
                  <a:ext cx="1404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289C83D6-DA23-43A5-9671-949CAFC48899}"/>
                    </a:ext>
                  </a:extLst>
                </p14:cNvPr>
                <p14:cNvContentPartPr/>
                <p14:nvPr/>
              </p14:nvContentPartPr>
              <p14:xfrm>
                <a:off x="1975917" y="678117"/>
                <a:ext cx="107640" cy="129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289C83D6-DA23-43A5-9671-949CAFC4889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66917" y="669117"/>
                  <a:ext cx="12528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8B7BDF7-9461-4260-BF3D-7D826B030A88}"/>
              </a:ext>
            </a:extLst>
          </p:cNvPr>
          <p:cNvGrpSpPr/>
          <p:nvPr/>
        </p:nvGrpSpPr>
        <p:grpSpPr>
          <a:xfrm>
            <a:off x="2456877" y="928677"/>
            <a:ext cx="455400" cy="201240"/>
            <a:chOff x="2456877" y="928677"/>
            <a:chExt cx="455400" cy="2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4D7D73A3-B5D8-4ECF-99BB-CADE3CEBE440}"/>
                    </a:ext>
                  </a:extLst>
                </p14:cNvPr>
                <p14:cNvContentPartPr/>
                <p14:nvPr/>
              </p14:nvContentPartPr>
              <p14:xfrm>
                <a:off x="2456877" y="958557"/>
                <a:ext cx="79920" cy="11808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4D7D73A3-B5D8-4ECF-99BB-CADE3CEBE44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47877" y="949917"/>
                  <a:ext cx="97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7B1933DA-ABBA-4534-9D17-37F4221807C6}"/>
                    </a:ext>
                  </a:extLst>
                </p14:cNvPr>
                <p14:cNvContentPartPr/>
                <p14:nvPr/>
              </p14:nvContentPartPr>
              <p14:xfrm>
                <a:off x="2523117" y="963957"/>
                <a:ext cx="72360" cy="986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7B1933DA-ABBA-4534-9D17-37F4221807C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4117" y="954957"/>
                  <a:ext cx="90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AE52F812-16E5-48A4-ACA9-C0C367B0AE8A}"/>
                    </a:ext>
                  </a:extLst>
                </p14:cNvPr>
                <p14:cNvContentPartPr/>
                <p14:nvPr/>
              </p14:nvContentPartPr>
              <p14:xfrm>
                <a:off x="2654157" y="964677"/>
                <a:ext cx="360" cy="3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AE52F812-16E5-48A4-ACA9-C0C367B0AE8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45517" y="95603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708E373A-06AF-4B98-A9F2-997D30C477A6}"/>
                    </a:ext>
                  </a:extLst>
                </p14:cNvPr>
                <p14:cNvContentPartPr/>
                <p14:nvPr/>
              </p14:nvContentPartPr>
              <p14:xfrm>
                <a:off x="2624997" y="931917"/>
                <a:ext cx="123480" cy="14328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708E373A-06AF-4B98-A9F2-997D30C477A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16357" y="923277"/>
                  <a:ext cx="1411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4C1FB6CD-EBFF-4439-88C5-C525B098CBC0}"/>
                    </a:ext>
                  </a:extLst>
                </p14:cNvPr>
                <p14:cNvContentPartPr/>
                <p14:nvPr/>
              </p14:nvContentPartPr>
              <p14:xfrm>
                <a:off x="2770437" y="938397"/>
                <a:ext cx="124560" cy="13572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4C1FB6CD-EBFF-4439-88C5-C525B098CBC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61797" y="929757"/>
                  <a:ext cx="142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EA50E00C-8DC9-4B1A-9B4F-072ABA42A9E4}"/>
                    </a:ext>
                  </a:extLst>
                </p14:cNvPr>
                <p14:cNvContentPartPr/>
                <p14:nvPr/>
              </p14:nvContentPartPr>
              <p14:xfrm>
                <a:off x="2749557" y="928677"/>
                <a:ext cx="162720" cy="2012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EA50E00C-8DC9-4B1A-9B4F-072ABA42A9E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40557" y="919677"/>
                  <a:ext cx="18036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5B25F701-0C49-4EBB-B0A8-3520C1A97721}"/>
              </a:ext>
            </a:extLst>
          </p:cNvPr>
          <p:cNvGrpSpPr/>
          <p:nvPr/>
        </p:nvGrpSpPr>
        <p:grpSpPr>
          <a:xfrm>
            <a:off x="880437" y="1647237"/>
            <a:ext cx="1158840" cy="373320"/>
            <a:chOff x="880437" y="1647237"/>
            <a:chExt cx="115884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EA92083F-9A6B-4300-B336-F7E98548044D}"/>
                    </a:ext>
                  </a:extLst>
                </p14:cNvPr>
                <p14:cNvContentPartPr/>
                <p14:nvPr/>
              </p14:nvContentPartPr>
              <p14:xfrm>
                <a:off x="920757" y="1686837"/>
                <a:ext cx="180720" cy="2376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EA92083F-9A6B-4300-B336-F7E98548044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1757" y="1677837"/>
                  <a:ext cx="198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3" name="Entrada de lápiz 42">
                  <a:extLst>
                    <a:ext uri="{FF2B5EF4-FFF2-40B4-BE49-F238E27FC236}">
                      <a16:creationId xmlns:a16="http://schemas.microsoft.com/office/drawing/2014/main" id="{B819FB7F-71BC-449C-A0E2-8DE0EDDDA858}"/>
                    </a:ext>
                  </a:extLst>
                </p14:cNvPr>
                <p14:cNvContentPartPr/>
                <p14:nvPr/>
              </p14:nvContentPartPr>
              <p14:xfrm>
                <a:off x="883317" y="1717437"/>
                <a:ext cx="187920" cy="303120"/>
              </p14:xfrm>
            </p:contentPart>
          </mc:Choice>
          <mc:Fallback>
            <p:pic>
              <p:nvPicPr>
                <p:cNvPr id="43" name="Entrada de lápiz 42">
                  <a:extLst>
                    <a:ext uri="{FF2B5EF4-FFF2-40B4-BE49-F238E27FC236}">
                      <a16:creationId xmlns:a16="http://schemas.microsoft.com/office/drawing/2014/main" id="{B819FB7F-71BC-449C-A0E2-8DE0EDDDA8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4317" y="1708437"/>
                  <a:ext cx="2055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08DD3D8C-1AAD-4761-B3E8-8E52C2D297E8}"/>
                    </a:ext>
                  </a:extLst>
                </p14:cNvPr>
                <p14:cNvContentPartPr/>
                <p14:nvPr/>
              </p14:nvContentPartPr>
              <p14:xfrm>
                <a:off x="880437" y="1849917"/>
                <a:ext cx="180720" cy="4284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08DD3D8C-1AAD-4761-B3E8-8E52C2D297E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1797" y="1840917"/>
                  <a:ext cx="198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99811923-8EB8-46F8-A035-572861A478A7}"/>
                    </a:ext>
                  </a:extLst>
                </p14:cNvPr>
                <p14:cNvContentPartPr/>
                <p14:nvPr/>
              </p14:nvContentPartPr>
              <p14:xfrm>
                <a:off x="1192197" y="1703037"/>
                <a:ext cx="300960" cy="26892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99811923-8EB8-46F8-A035-572861A478A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83557" y="1694037"/>
                  <a:ext cx="3186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4766D3D5-4801-4954-95CC-6E0F04CE6794}"/>
                    </a:ext>
                  </a:extLst>
                </p14:cNvPr>
                <p14:cNvContentPartPr/>
                <p14:nvPr/>
              </p14:nvContentPartPr>
              <p14:xfrm>
                <a:off x="1346637" y="1733637"/>
                <a:ext cx="146520" cy="21384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4766D3D5-4801-4954-95CC-6E0F04CE679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37637" y="1724637"/>
                  <a:ext cx="1641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4C7302EF-7A4E-4A84-B9AA-1D81472BF59C}"/>
                    </a:ext>
                  </a:extLst>
                </p14:cNvPr>
                <p14:cNvContentPartPr/>
                <p14:nvPr/>
              </p14:nvContentPartPr>
              <p14:xfrm>
                <a:off x="1616997" y="1647237"/>
                <a:ext cx="107640" cy="29448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4C7302EF-7A4E-4A84-B9AA-1D81472BF59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08357" y="1638237"/>
                  <a:ext cx="1252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FB9D32B2-82A1-45C5-AECC-50A343F0758B}"/>
                    </a:ext>
                  </a:extLst>
                </p14:cNvPr>
                <p14:cNvContentPartPr/>
                <p14:nvPr/>
              </p14:nvContentPartPr>
              <p14:xfrm>
                <a:off x="1885557" y="1746237"/>
                <a:ext cx="153720" cy="9684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FB9D32B2-82A1-45C5-AECC-50A343F0758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76917" y="1737237"/>
                  <a:ext cx="17136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0096278E-80A6-4E52-97F6-0B89814D1DFD}"/>
              </a:ext>
            </a:extLst>
          </p:cNvPr>
          <p:cNvGrpSpPr/>
          <p:nvPr/>
        </p:nvGrpSpPr>
        <p:grpSpPr>
          <a:xfrm>
            <a:off x="2439957" y="2491797"/>
            <a:ext cx="526320" cy="262080"/>
            <a:chOff x="2439957" y="2491797"/>
            <a:chExt cx="52632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07937EB4-47F4-47D2-B7A3-97112B76144B}"/>
                    </a:ext>
                  </a:extLst>
                </p14:cNvPr>
                <p14:cNvContentPartPr/>
                <p14:nvPr/>
              </p14:nvContentPartPr>
              <p14:xfrm>
                <a:off x="2479917" y="2535717"/>
                <a:ext cx="78480" cy="21816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07937EB4-47F4-47D2-B7A3-97112B76144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70917" y="2527077"/>
                  <a:ext cx="96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97B25341-DEC2-49CE-9FD0-570D42F72A78}"/>
                    </a:ext>
                  </a:extLst>
                </p14:cNvPr>
                <p14:cNvContentPartPr/>
                <p14:nvPr/>
              </p14:nvContentPartPr>
              <p14:xfrm>
                <a:off x="2439957" y="2491797"/>
                <a:ext cx="266040" cy="9576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97B25341-DEC2-49CE-9FD0-570D42F72A7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30957" y="2482797"/>
                  <a:ext cx="283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292DA279-1DB3-4E90-946E-16370FFA92F1}"/>
                    </a:ext>
                  </a:extLst>
                </p14:cNvPr>
                <p14:cNvContentPartPr/>
                <p14:nvPr/>
              </p14:nvContentPartPr>
              <p14:xfrm>
                <a:off x="2611317" y="2638677"/>
                <a:ext cx="183600" cy="2304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292DA279-1DB3-4E90-946E-16370FFA92F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02317" y="2629677"/>
                  <a:ext cx="2012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E7539E5C-1BDB-453A-8A9A-0C3CC84CB96D}"/>
                    </a:ext>
                  </a:extLst>
                </p14:cNvPr>
                <p14:cNvContentPartPr/>
                <p14:nvPr/>
              </p14:nvContentPartPr>
              <p14:xfrm>
                <a:off x="2835597" y="2541477"/>
                <a:ext cx="130680" cy="11628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E7539E5C-1BDB-453A-8A9A-0C3CC84CB96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26957" y="2532837"/>
                  <a:ext cx="148320" cy="13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4C7F13C6-B029-4E1E-A224-CD6A75172DE9}"/>
                  </a:ext>
                </a:extLst>
              </p14:cNvPr>
              <p14:cNvContentPartPr/>
              <p14:nvPr/>
            </p14:nvContentPartPr>
            <p14:xfrm>
              <a:off x="2648397" y="1341597"/>
              <a:ext cx="176760" cy="15336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4C7F13C6-B029-4E1E-A224-CD6A75172DE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639397" y="1332957"/>
                <a:ext cx="19440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4F7D89A9-6A69-454D-A8A0-B4564E39F8AD}"/>
                  </a:ext>
                </a:extLst>
              </p14:cNvPr>
              <p14:cNvContentPartPr/>
              <p14:nvPr/>
            </p14:nvContentPartPr>
            <p14:xfrm>
              <a:off x="4818837" y="1750557"/>
              <a:ext cx="107640" cy="15840"/>
            </p14:xfrm>
          </p:contentPart>
        </mc:Choice>
        <mc:Fallback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4F7D89A9-6A69-454D-A8A0-B4564E39F8A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809837" y="1741917"/>
                <a:ext cx="12528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3" name="Entrada de lápiz 72">
                <a:extLst>
                  <a:ext uri="{FF2B5EF4-FFF2-40B4-BE49-F238E27FC236}">
                    <a16:creationId xmlns:a16="http://schemas.microsoft.com/office/drawing/2014/main" id="{A8BA990A-11C3-4EDE-8A2C-884933089087}"/>
                  </a:ext>
                </a:extLst>
              </p14:cNvPr>
              <p14:cNvContentPartPr/>
              <p14:nvPr/>
            </p14:nvContentPartPr>
            <p14:xfrm>
              <a:off x="4820637" y="1841637"/>
              <a:ext cx="124560" cy="3960"/>
            </p14:xfrm>
          </p:contentPart>
        </mc:Choice>
        <mc:Fallback>
          <p:pic>
            <p:nvPicPr>
              <p:cNvPr id="73" name="Entrada de lápiz 72">
                <a:extLst>
                  <a:ext uri="{FF2B5EF4-FFF2-40B4-BE49-F238E27FC236}">
                    <a16:creationId xmlns:a16="http://schemas.microsoft.com/office/drawing/2014/main" id="{A8BA990A-11C3-4EDE-8A2C-88493308908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811997" y="1832997"/>
                <a:ext cx="14220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upo 92">
            <a:extLst>
              <a:ext uri="{FF2B5EF4-FFF2-40B4-BE49-F238E27FC236}">
                <a16:creationId xmlns:a16="http://schemas.microsoft.com/office/drawing/2014/main" id="{83F57EC5-7401-40EB-8785-459644755E9E}"/>
              </a:ext>
            </a:extLst>
          </p:cNvPr>
          <p:cNvGrpSpPr/>
          <p:nvPr/>
        </p:nvGrpSpPr>
        <p:grpSpPr>
          <a:xfrm>
            <a:off x="2394597" y="370677"/>
            <a:ext cx="2139120" cy="446760"/>
            <a:chOff x="2394597" y="370677"/>
            <a:chExt cx="2139120" cy="4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B0AF2994-DA72-42EA-A4B7-062D699081B7}"/>
                    </a:ext>
                  </a:extLst>
                </p14:cNvPr>
                <p14:cNvContentPartPr/>
                <p14:nvPr/>
              </p14:nvContentPartPr>
              <p14:xfrm>
                <a:off x="2394597" y="378957"/>
                <a:ext cx="454320" cy="2556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B0AF2994-DA72-42EA-A4B7-062D699081B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85957" y="369957"/>
                  <a:ext cx="471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6DC3705E-B41B-4DD0-823D-6D54D9560C79}"/>
                    </a:ext>
                  </a:extLst>
                </p14:cNvPr>
                <p14:cNvContentPartPr/>
                <p14:nvPr/>
              </p14:nvContentPartPr>
              <p14:xfrm>
                <a:off x="2465157" y="405597"/>
                <a:ext cx="506880" cy="4118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6DC3705E-B41B-4DD0-823D-6D54D9560C7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56157" y="396597"/>
                  <a:ext cx="52452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8360E4B4-1CC9-4F72-910A-B3966B7C7ED8}"/>
                    </a:ext>
                  </a:extLst>
                </p14:cNvPr>
                <p14:cNvContentPartPr/>
                <p14:nvPr/>
              </p14:nvContentPartPr>
              <p14:xfrm>
                <a:off x="3011997" y="495957"/>
                <a:ext cx="215640" cy="16056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8360E4B4-1CC9-4F72-910A-B3966B7C7ED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002997" y="487317"/>
                  <a:ext cx="233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C3A77B73-8D10-4DAD-8B59-53B1DC759384}"/>
                    </a:ext>
                  </a:extLst>
                </p14:cNvPr>
                <p14:cNvContentPartPr/>
                <p14:nvPr/>
              </p14:nvContentPartPr>
              <p14:xfrm>
                <a:off x="3082197" y="485517"/>
                <a:ext cx="134640" cy="14472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C3A77B73-8D10-4DAD-8B59-53B1DC75938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73197" y="476517"/>
                  <a:ext cx="1522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62E53E8B-FD91-47E9-BB14-D7BAABEE9E3C}"/>
                    </a:ext>
                  </a:extLst>
                </p14:cNvPr>
                <p14:cNvContentPartPr/>
                <p14:nvPr/>
              </p14:nvContentPartPr>
              <p14:xfrm>
                <a:off x="3327717" y="531957"/>
                <a:ext cx="50760" cy="4392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62E53E8B-FD91-47E9-BB14-D7BAABEE9E3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18717" y="523317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2" name="Entrada de lápiz 31">
                  <a:extLst>
                    <a:ext uri="{FF2B5EF4-FFF2-40B4-BE49-F238E27FC236}">
                      <a16:creationId xmlns:a16="http://schemas.microsoft.com/office/drawing/2014/main" id="{1344E516-ACDB-4986-944B-9F60871374A6}"/>
                    </a:ext>
                  </a:extLst>
                </p14:cNvPr>
                <p14:cNvContentPartPr/>
                <p14:nvPr/>
              </p14:nvContentPartPr>
              <p14:xfrm>
                <a:off x="3526077" y="444477"/>
                <a:ext cx="51480" cy="304920"/>
              </p14:xfrm>
            </p:contentPart>
          </mc:Choice>
          <mc:Fallback>
            <p:pic>
              <p:nvPicPr>
                <p:cNvPr id="32" name="Entrada de lápiz 31">
                  <a:extLst>
                    <a:ext uri="{FF2B5EF4-FFF2-40B4-BE49-F238E27FC236}">
                      <a16:creationId xmlns:a16="http://schemas.microsoft.com/office/drawing/2014/main" id="{1344E516-ACDB-4986-944B-9F60871374A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17077" y="435837"/>
                  <a:ext cx="691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9170588C-D5BD-4596-AF10-656857903756}"/>
                    </a:ext>
                  </a:extLst>
                </p14:cNvPr>
                <p14:cNvContentPartPr/>
                <p14:nvPr/>
              </p14:nvContentPartPr>
              <p14:xfrm>
                <a:off x="3523197" y="425037"/>
                <a:ext cx="137520" cy="16056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9170588C-D5BD-4596-AF10-65685790375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14197" y="416037"/>
                  <a:ext cx="1551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2D615F85-3261-42FE-A3FF-B4F007B2617E}"/>
                    </a:ext>
                  </a:extLst>
                </p14:cNvPr>
                <p14:cNvContentPartPr/>
                <p14:nvPr/>
              </p14:nvContentPartPr>
              <p14:xfrm>
                <a:off x="3750357" y="412077"/>
                <a:ext cx="97560" cy="22464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2D615F85-3261-42FE-A3FF-B4F007B2617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41717" y="403437"/>
                  <a:ext cx="115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1F4C6AB0-3832-48C7-AB5D-42C0539AC1E7}"/>
                    </a:ext>
                  </a:extLst>
                </p14:cNvPr>
                <p14:cNvContentPartPr/>
                <p14:nvPr/>
              </p14:nvContentPartPr>
              <p14:xfrm>
                <a:off x="3860877" y="459957"/>
                <a:ext cx="129600" cy="19584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1F4C6AB0-3832-48C7-AB5D-42C0539AC1E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851877" y="450957"/>
                  <a:ext cx="147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DC2F1927-8F65-4D42-AD8C-999B6B05DB37}"/>
                    </a:ext>
                  </a:extLst>
                </p14:cNvPr>
                <p14:cNvContentPartPr/>
                <p14:nvPr/>
              </p14:nvContentPartPr>
              <p14:xfrm>
                <a:off x="3842877" y="427557"/>
                <a:ext cx="142560" cy="20052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DC2F1927-8F65-4D42-AD8C-999B6B05DB3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33877" y="418557"/>
                  <a:ext cx="1602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7" name="Entrada de lápiz 36">
                  <a:extLst>
                    <a:ext uri="{FF2B5EF4-FFF2-40B4-BE49-F238E27FC236}">
                      <a16:creationId xmlns:a16="http://schemas.microsoft.com/office/drawing/2014/main" id="{250EEB09-48BD-447D-958F-214B1E586384}"/>
                    </a:ext>
                  </a:extLst>
                </p14:cNvPr>
                <p14:cNvContentPartPr/>
                <p14:nvPr/>
              </p14:nvContentPartPr>
              <p14:xfrm>
                <a:off x="4040157" y="531237"/>
                <a:ext cx="135720" cy="82440"/>
              </p14:xfrm>
            </p:contentPart>
          </mc:Choice>
          <mc:Fallback>
            <p:pic>
              <p:nvPicPr>
                <p:cNvPr id="37" name="Entrada de lápiz 36">
                  <a:extLst>
                    <a:ext uri="{FF2B5EF4-FFF2-40B4-BE49-F238E27FC236}">
                      <a16:creationId xmlns:a16="http://schemas.microsoft.com/office/drawing/2014/main" id="{250EEB09-48BD-447D-958F-214B1E5863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31157" y="522237"/>
                  <a:ext cx="1533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8" name="Entrada de lápiz 37">
                  <a:extLst>
                    <a:ext uri="{FF2B5EF4-FFF2-40B4-BE49-F238E27FC236}">
                      <a16:creationId xmlns:a16="http://schemas.microsoft.com/office/drawing/2014/main" id="{003FBF9F-395F-42A5-A104-EA7C6AD38AFC}"/>
                    </a:ext>
                  </a:extLst>
                </p14:cNvPr>
                <p14:cNvContentPartPr/>
                <p14:nvPr/>
              </p14:nvContentPartPr>
              <p14:xfrm>
                <a:off x="4256517" y="495237"/>
                <a:ext cx="75600" cy="121320"/>
              </p14:xfrm>
            </p:contentPart>
          </mc:Choice>
          <mc:Fallback>
            <p:pic>
              <p:nvPicPr>
                <p:cNvPr id="38" name="Entrada de lápiz 37">
                  <a:extLst>
                    <a:ext uri="{FF2B5EF4-FFF2-40B4-BE49-F238E27FC236}">
                      <a16:creationId xmlns:a16="http://schemas.microsoft.com/office/drawing/2014/main" id="{003FBF9F-395F-42A5-A104-EA7C6AD38A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47877" y="486237"/>
                  <a:ext cx="932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0C80AC5C-882A-4537-9EBE-91D5F22F2C28}"/>
                    </a:ext>
                  </a:extLst>
                </p14:cNvPr>
                <p14:cNvContentPartPr/>
                <p14:nvPr/>
              </p14:nvContentPartPr>
              <p14:xfrm>
                <a:off x="4313757" y="489837"/>
                <a:ext cx="124560" cy="12960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0C80AC5C-882A-4537-9EBE-91D5F22F2C2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05117" y="480837"/>
                  <a:ext cx="142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E94EC5A9-D9D4-4D56-88EF-5BCADCB9C523}"/>
                    </a:ext>
                  </a:extLst>
                </p14:cNvPr>
                <p14:cNvContentPartPr/>
                <p14:nvPr/>
              </p14:nvContentPartPr>
              <p14:xfrm>
                <a:off x="4476117" y="370677"/>
                <a:ext cx="57600" cy="33372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E94EC5A9-D9D4-4D56-88EF-5BCADCB9C52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67117" y="362037"/>
                  <a:ext cx="752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C5C40DB2-7B51-4A88-9356-3D203DDD846F}"/>
                    </a:ext>
                  </a:extLst>
                </p14:cNvPr>
                <p14:cNvContentPartPr/>
                <p14:nvPr/>
              </p14:nvContentPartPr>
              <p14:xfrm>
                <a:off x="3301437" y="682437"/>
                <a:ext cx="25560" cy="10404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C5C40DB2-7B51-4A88-9356-3D203DDD846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92797" y="673797"/>
                  <a:ext cx="43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C612C7C3-C644-4EF0-82C4-B14F5BFA2CE8}"/>
                    </a:ext>
                  </a:extLst>
                </p14:cNvPr>
                <p14:cNvContentPartPr/>
                <p14:nvPr/>
              </p14:nvContentPartPr>
              <p14:xfrm>
                <a:off x="3246357" y="615837"/>
                <a:ext cx="57600" cy="6696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C612C7C3-C644-4EF0-82C4-B14F5BFA2CE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237717" y="607197"/>
                  <a:ext cx="75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31059239-1447-4944-96EB-214D02BA90F1}"/>
                    </a:ext>
                  </a:extLst>
                </p14:cNvPr>
                <p14:cNvContentPartPr/>
                <p14:nvPr/>
              </p14:nvContentPartPr>
              <p14:xfrm>
                <a:off x="4444077" y="541677"/>
                <a:ext cx="43560" cy="1058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31059239-1447-4944-96EB-214D02BA90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35077" y="532677"/>
                  <a:ext cx="612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7A5C940A-CAC2-49A6-AA4F-55C0390ECA10}"/>
                    </a:ext>
                  </a:extLst>
                </p14:cNvPr>
                <p14:cNvContentPartPr/>
                <p14:nvPr/>
              </p14:nvContentPartPr>
              <p14:xfrm>
                <a:off x="4455957" y="486237"/>
                <a:ext cx="17280" cy="6084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7A5C940A-CAC2-49A6-AA4F-55C0390ECA1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47317" y="477237"/>
                  <a:ext cx="3492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92426694-A13C-40D0-A721-9D46EBD3348E}"/>
              </a:ext>
            </a:extLst>
          </p:cNvPr>
          <p:cNvGrpSpPr/>
          <p:nvPr/>
        </p:nvGrpSpPr>
        <p:grpSpPr>
          <a:xfrm>
            <a:off x="2334117" y="1643637"/>
            <a:ext cx="2303640" cy="732960"/>
            <a:chOff x="2334117" y="1643637"/>
            <a:chExt cx="2303640" cy="73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314F5C17-678F-4677-A4E0-5DDEBD3799C7}"/>
                    </a:ext>
                  </a:extLst>
                </p14:cNvPr>
                <p14:cNvContentPartPr/>
                <p14:nvPr/>
              </p14:nvContentPartPr>
              <p14:xfrm>
                <a:off x="2334117" y="1691157"/>
                <a:ext cx="685440" cy="2376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314F5C17-678F-4677-A4E0-5DDEBD3799C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325117" y="1682517"/>
                  <a:ext cx="7030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2191F0C3-C5D2-405F-9214-949A46616942}"/>
                    </a:ext>
                  </a:extLst>
                </p14:cNvPr>
                <p14:cNvContentPartPr/>
                <p14:nvPr/>
              </p14:nvContentPartPr>
              <p14:xfrm>
                <a:off x="2380917" y="1695837"/>
                <a:ext cx="627840" cy="68076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2191F0C3-C5D2-405F-9214-949A4661694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72277" y="1686837"/>
                  <a:ext cx="645480" cy="69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51F9B0F5-6BDC-4D64-9439-7FF90D6BD938}"/>
                    </a:ext>
                  </a:extLst>
                </p14:cNvPr>
                <p14:cNvContentPartPr/>
                <p14:nvPr/>
              </p14:nvContentPartPr>
              <p14:xfrm>
                <a:off x="3145197" y="1832637"/>
                <a:ext cx="209880" cy="19116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51F9B0F5-6BDC-4D64-9439-7FF90D6BD93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36557" y="1823637"/>
                  <a:ext cx="2275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D71CD157-5092-4F3D-BA90-7C5A8EF2A59F}"/>
                    </a:ext>
                  </a:extLst>
                </p14:cNvPr>
                <p14:cNvContentPartPr/>
                <p14:nvPr/>
              </p14:nvContentPartPr>
              <p14:xfrm>
                <a:off x="3198837" y="1783317"/>
                <a:ext cx="141120" cy="24300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D71CD157-5092-4F3D-BA90-7C5A8EF2A59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90197" y="1774317"/>
                  <a:ext cx="1587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FC2BCDD6-CE10-4F37-9B21-77E1F78236F2}"/>
                    </a:ext>
                  </a:extLst>
                </p14:cNvPr>
                <p14:cNvContentPartPr/>
                <p14:nvPr/>
              </p14:nvContentPartPr>
              <p14:xfrm>
                <a:off x="3527157" y="1795917"/>
                <a:ext cx="2520" cy="25092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FC2BCDD6-CE10-4F37-9B21-77E1F78236F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18157" y="1786917"/>
                  <a:ext cx="201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2B836AFA-3F54-4F15-B0A6-006FC3A00CB1}"/>
                    </a:ext>
                  </a:extLst>
                </p14:cNvPr>
                <p14:cNvContentPartPr/>
                <p14:nvPr/>
              </p14:nvContentPartPr>
              <p14:xfrm>
                <a:off x="3492957" y="1743717"/>
                <a:ext cx="171360" cy="167040"/>
              </p14:xfrm>
            </p:contentPart>
          </mc:Choice>
          <mc:Fallback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2B836AFA-3F54-4F15-B0A6-006FC3A00CB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84317" y="1735077"/>
                  <a:ext cx="1890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40ABE553-C10A-472F-9E91-D379FEAE629A}"/>
                    </a:ext>
                  </a:extLst>
                </p14:cNvPr>
                <p14:cNvContentPartPr/>
                <p14:nvPr/>
              </p14:nvContentPartPr>
              <p14:xfrm>
                <a:off x="3702117" y="1723557"/>
                <a:ext cx="108000" cy="209160"/>
              </p14:xfrm>
            </p:contentPart>
          </mc:Choice>
          <mc:Fallback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40ABE553-C10A-472F-9E91-D379FEAE629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93117" y="1714917"/>
                  <a:ext cx="125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FA2C86CA-C8BD-465D-95E5-94589E637718}"/>
                    </a:ext>
                  </a:extLst>
                </p14:cNvPr>
                <p14:cNvContentPartPr/>
                <p14:nvPr/>
              </p14:nvContentPartPr>
              <p14:xfrm>
                <a:off x="3804717" y="1698357"/>
                <a:ext cx="184320" cy="163080"/>
              </p14:xfrm>
            </p:contentPart>
          </mc:Choice>
          <mc:Fallback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FA2C86CA-C8BD-465D-95E5-94589E63771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95717" y="1689717"/>
                  <a:ext cx="2019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0FE24306-82D6-4F62-BE18-9A813BF61D9F}"/>
                    </a:ext>
                  </a:extLst>
                </p14:cNvPr>
                <p14:cNvContentPartPr/>
                <p14:nvPr/>
              </p14:nvContentPartPr>
              <p14:xfrm>
                <a:off x="3868797" y="1661637"/>
                <a:ext cx="118440" cy="177120"/>
              </p14:xfrm>
            </p:contentPart>
          </mc:Choice>
          <mc:Fallback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0FE24306-82D6-4F62-BE18-9A813BF61D9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59797" y="1652637"/>
                  <a:ext cx="1360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B5B4CE14-4D26-4067-82C4-E6111A471702}"/>
                    </a:ext>
                  </a:extLst>
                </p14:cNvPr>
                <p14:cNvContentPartPr/>
                <p14:nvPr/>
              </p14:nvContentPartPr>
              <p14:xfrm>
                <a:off x="4081197" y="1734357"/>
                <a:ext cx="108720" cy="3240"/>
              </p14:xfrm>
            </p:contentPart>
          </mc:Choice>
          <mc:Fallback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B5B4CE14-4D26-4067-82C4-E6111A47170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72197" y="1725717"/>
                  <a:ext cx="126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8" name="Entrada de lápiz 67">
                  <a:extLst>
                    <a:ext uri="{FF2B5EF4-FFF2-40B4-BE49-F238E27FC236}">
                      <a16:creationId xmlns:a16="http://schemas.microsoft.com/office/drawing/2014/main" id="{D709978B-2AC7-4418-9476-F449D0F01695}"/>
                    </a:ext>
                  </a:extLst>
                </p14:cNvPr>
                <p14:cNvContentPartPr/>
                <p14:nvPr/>
              </p14:nvContentPartPr>
              <p14:xfrm>
                <a:off x="4096317" y="1829037"/>
                <a:ext cx="134640" cy="1440"/>
              </p14:xfrm>
            </p:contentPart>
          </mc:Choice>
          <mc:Fallback>
            <p:pic>
              <p:nvPicPr>
                <p:cNvPr id="68" name="Entrada de lápiz 67">
                  <a:extLst>
                    <a:ext uri="{FF2B5EF4-FFF2-40B4-BE49-F238E27FC236}">
                      <a16:creationId xmlns:a16="http://schemas.microsoft.com/office/drawing/2014/main" id="{D709978B-2AC7-4418-9476-F449D0F0169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87317" y="1820397"/>
                  <a:ext cx="1522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9" name="Entrada de lápiz 68">
                  <a:extLst>
                    <a:ext uri="{FF2B5EF4-FFF2-40B4-BE49-F238E27FC236}">
                      <a16:creationId xmlns:a16="http://schemas.microsoft.com/office/drawing/2014/main" id="{400E2266-242E-4ECA-8D7B-D474D7996F7E}"/>
                    </a:ext>
                  </a:extLst>
                </p14:cNvPr>
                <p14:cNvContentPartPr/>
                <p14:nvPr/>
              </p14:nvContentPartPr>
              <p14:xfrm>
                <a:off x="4305117" y="1721037"/>
                <a:ext cx="190080" cy="157320"/>
              </p14:xfrm>
            </p:contentPart>
          </mc:Choice>
          <mc:Fallback>
            <p:pic>
              <p:nvPicPr>
                <p:cNvPr id="69" name="Entrada de lápiz 68">
                  <a:extLst>
                    <a:ext uri="{FF2B5EF4-FFF2-40B4-BE49-F238E27FC236}">
                      <a16:creationId xmlns:a16="http://schemas.microsoft.com/office/drawing/2014/main" id="{400E2266-242E-4ECA-8D7B-D474D7996F7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96477" y="1712037"/>
                  <a:ext cx="207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0" name="Entrada de lápiz 69">
                  <a:extLst>
                    <a:ext uri="{FF2B5EF4-FFF2-40B4-BE49-F238E27FC236}">
                      <a16:creationId xmlns:a16="http://schemas.microsoft.com/office/drawing/2014/main" id="{5B63C70D-2D9E-483B-B208-DE2198666BA8}"/>
                    </a:ext>
                  </a:extLst>
                </p14:cNvPr>
                <p14:cNvContentPartPr/>
                <p14:nvPr/>
              </p14:nvContentPartPr>
              <p14:xfrm>
                <a:off x="4582317" y="1643637"/>
                <a:ext cx="55440" cy="271800"/>
              </p14:xfrm>
            </p:contentPart>
          </mc:Choice>
          <mc:Fallback>
            <p:pic>
              <p:nvPicPr>
                <p:cNvPr id="70" name="Entrada de lápiz 69">
                  <a:extLst>
                    <a:ext uri="{FF2B5EF4-FFF2-40B4-BE49-F238E27FC236}">
                      <a16:creationId xmlns:a16="http://schemas.microsoft.com/office/drawing/2014/main" id="{5B63C70D-2D9E-483B-B208-DE2198666BA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573317" y="1634637"/>
                  <a:ext cx="730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21DF9905-6818-4D2E-B55E-215A18063F70}"/>
                    </a:ext>
                  </a:extLst>
                </p14:cNvPr>
                <p14:cNvContentPartPr/>
                <p14:nvPr/>
              </p14:nvContentPartPr>
              <p14:xfrm>
                <a:off x="3381717" y="1979517"/>
                <a:ext cx="42480" cy="1285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21DF9905-6818-4D2E-B55E-215A18063F7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72717" y="1970877"/>
                  <a:ext cx="60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74A0957B-0EB0-4ADF-A988-F8FB43DBA0AF}"/>
                    </a:ext>
                  </a:extLst>
                </p14:cNvPr>
                <p14:cNvContentPartPr/>
                <p14:nvPr/>
              </p14:nvContentPartPr>
              <p14:xfrm>
                <a:off x="3414837" y="1878717"/>
                <a:ext cx="19080" cy="1656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74A0957B-0EB0-4ADF-A988-F8FB43DBA0A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05837" y="1870077"/>
                  <a:ext cx="36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9AE64680-DC2D-4705-937D-5062ED6BC257}"/>
                    </a:ext>
                  </a:extLst>
                </p14:cNvPr>
                <p14:cNvContentPartPr/>
                <p14:nvPr/>
              </p14:nvContentPartPr>
              <p14:xfrm>
                <a:off x="4503117" y="1787637"/>
                <a:ext cx="60480" cy="12024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9AE64680-DC2D-4705-937D-5062ED6BC25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494117" y="1778997"/>
                  <a:ext cx="78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0B56E06C-5080-47F8-B3F4-3054FFEE34D6}"/>
                    </a:ext>
                  </a:extLst>
                </p14:cNvPr>
                <p14:cNvContentPartPr/>
                <p14:nvPr/>
              </p14:nvContentPartPr>
              <p14:xfrm>
                <a:off x="4491957" y="1694757"/>
                <a:ext cx="360" cy="36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0B56E06C-5080-47F8-B3F4-3054FFEE34D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83317" y="168611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0CC7612D-B458-45C3-BD74-38E67DE11760}"/>
                  </a:ext>
                </a:extLst>
              </p14:cNvPr>
              <p14:cNvContentPartPr/>
              <p14:nvPr/>
            </p14:nvContentPartPr>
            <p14:xfrm>
              <a:off x="7439277" y="1547877"/>
              <a:ext cx="174600" cy="26316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0CC7612D-B458-45C3-BD74-38E67DE11760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7430277" y="1539237"/>
                <a:ext cx="192240" cy="28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upo 104">
            <a:extLst>
              <a:ext uri="{FF2B5EF4-FFF2-40B4-BE49-F238E27FC236}">
                <a16:creationId xmlns:a16="http://schemas.microsoft.com/office/drawing/2014/main" id="{0C746442-FCD7-4724-B5CE-6BBDBACA2C89}"/>
              </a:ext>
            </a:extLst>
          </p:cNvPr>
          <p:cNvGrpSpPr/>
          <p:nvPr/>
        </p:nvGrpSpPr>
        <p:grpSpPr>
          <a:xfrm>
            <a:off x="7799637" y="1483797"/>
            <a:ext cx="356040" cy="253800"/>
            <a:chOff x="7799637" y="1483797"/>
            <a:chExt cx="35604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22B25626-084E-49F1-A826-7CB76A8CA882}"/>
                    </a:ext>
                  </a:extLst>
                </p14:cNvPr>
                <p14:cNvContentPartPr/>
                <p14:nvPr/>
              </p14:nvContentPartPr>
              <p14:xfrm>
                <a:off x="7799637" y="1483797"/>
                <a:ext cx="222120" cy="25380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22B25626-084E-49F1-A826-7CB76A8CA88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790997" y="1475157"/>
                  <a:ext cx="2397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D12046DD-F9B4-4133-8E7D-C66B9DF9C7FA}"/>
                    </a:ext>
                  </a:extLst>
                </p14:cNvPr>
                <p14:cNvContentPartPr/>
                <p14:nvPr/>
              </p14:nvContentPartPr>
              <p14:xfrm>
                <a:off x="8102757" y="1592157"/>
                <a:ext cx="52920" cy="4284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D12046DD-F9B4-4133-8E7D-C66B9DF9C7FA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094117" y="1583157"/>
                  <a:ext cx="7056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2F8F825C-DD67-4F5F-A37E-750C49C75EF9}"/>
              </a:ext>
            </a:extLst>
          </p:cNvPr>
          <p:cNvGrpSpPr/>
          <p:nvPr/>
        </p:nvGrpSpPr>
        <p:grpSpPr>
          <a:xfrm>
            <a:off x="8253957" y="1399197"/>
            <a:ext cx="245880" cy="268920"/>
            <a:chOff x="8253957" y="1399197"/>
            <a:chExt cx="24588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26EAB727-3B09-4CF3-9CAF-F71F8F89C6BD}"/>
                    </a:ext>
                  </a:extLst>
                </p14:cNvPr>
                <p14:cNvContentPartPr/>
                <p14:nvPr/>
              </p14:nvContentPartPr>
              <p14:xfrm>
                <a:off x="8315517" y="1399197"/>
                <a:ext cx="132840" cy="199080"/>
              </p14:xfrm>
            </p:contentPart>
          </mc:Choice>
          <mc:Fallback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26EAB727-3B09-4CF3-9CAF-F71F8F89C6B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306517" y="1390197"/>
                  <a:ext cx="1504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579BF6D2-D051-4127-BE27-AA4FC7973E7E}"/>
                    </a:ext>
                  </a:extLst>
                </p14:cNvPr>
                <p14:cNvContentPartPr/>
                <p14:nvPr/>
              </p14:nvContentPartPr>
              <p14:xfrm>
                <a:off x="8253957" y="1646157"/>
                <a:ext cx="245880" cy="21960"/>
              </p14:xfrm>
            </p:contentPart>
          </mc:Choice>
          <mc:Fallback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579BF6D2-D051-4127-BE27-AA4FC7973E7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244957" y="1637517"/>
                  <a:ext cx="26352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041AEB99-8278-4A96-991D-A1EDC962E394}"/>
              </a:ext>
            </a:extLst>
          </p:cNvPr>
          <p:cNvGrpSpPr/>
          <p:nvPr/>
        </p:nvGrpSpPr>
        <p:grpSpPr>
          <a:xfrm>
            <a:off x="8251437" y="1768917"/>
            <a:ext cx="216360" cy="219960"/>
            <a:chOff x="8251437" y="1768917"/>
            <a:chExt cx="216360" cy="21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16FE13AD-7DB5-4C8D-B59D-40ED6CD47F98}"/>
                    </a:ext>
                  </a:extLst>
                </p14:cNvPr>
                <p14:cNvContentPartPr/>
                <p14:nvPr/>
              </p14:nvContentPartPr>
              <p14:xfrm>
                <a:off x="8299317" y="1768917"/>
                <a:ext cx="132840" cy="8496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16FE13AD-7DB5-4C8D-B59D-40ED6CD47F9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290317" y="1760277"/>
                  <a:ext cx="1504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B0F0052B-BB5B-4625-8B46-734B38FAB800}"/>
                    </a:ext>
                  </a:extLst>
                </p14:cNvPr>
                <p14:cNvContentPartPr/>
                <p14:nvPr/>
              </p14:nvContentPartPr>
              <p14:xfrm>
                <a:off x="8251437" y="1841637"/>
                <a:ext cx="216360" cy="14724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B0F0052B-BB5B-4625-8B46-734B38FAB80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242437" y="1832997"/>
                  <a:ext cx="23400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2EE29301-A7F0-4A64-8F21-E48BAF7F5582}"/>
              </a:ext>
            </a:extLst>
          </p:cNvPr>
          <p:cNvGrpSpPr/>
          <p:nvPr/>
        </p:nvGrpSpPr>
        <p:grpSpPr>
          <a:xfrm>
            <a:off x="8732757" y="1522677"/>
            <a:ext cx="172800" cy="191520"/>
            <a:chOff x="8732757" y="1522677"/>
            <a:chExt cx="17280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600E77E1-B38D-4267-88B2-7C81E1B59946}"/>
                    </a:ext>
                  </a:extLst>
                </p14:cNvPr>
                <p14:cNvContentPartPr/>
                <p14:nvPr/>
              </p14:nvContentPartPr>
              <p14:xfrm>
                <a:off x="8802597" y="1522677"/>
                <a:ext cx="10800" cy="191520"/>
              </p14:xfrm>
            </p:contentPart>
          </mc:Choice>
          <mc:Fallback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600E77E1-B38D-4267-88B2-7C81E1B5994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793957" y="1514037"/>
                  <a:ext cx="284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045C5E98-EB11-42A6-B150-FA832009D8E1}"/>
                    </a:ext>
                  </a:extLst>
                </p14:cNvPr>
                <p14:cNvContentPartPr/>
                <p14:nvPr/>
              </p14:nvContentPartPr>
              <p14:xfrm>
                <a:off x="8732757" y="1645437"/>
                <a:ext cx="172800" cy="36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045C5E98-EB11-42A6-B150-FA832009D8E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724117" y="1636437"/>
                  <a:ext cx="19044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9CB3FE4B-4424-409A-846C-16F49A62B9CD}"/>
              </a:ext>
            </a:extLst>
          </p:cNvPr>
          <p:cNvGrpSpPr/>
          <p:nvPr/>
        </p:nvGrpSpPr>
        <p:grpSpPr>
          <a:xfrm>
            <a:off x="9108597" y="1410717"/>
            <a:ext cx="352440" cy="211680"/>
            <a:chOff x="9108597" y="1410717"/>
            <a:chExt cx="35244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E81BAF09-FBD3-4ED5-B181-E8EE73705F31}"/>
                    </a:ext>
                  </a:extLst>
                </p14:cNvPr>
                <p14:cNvContentPartPr/>
                <p14:nvPr/>
              </p14:nvContentPartPr>
              <p14:xfrm>
                <a:off x="9108597" y="1410717"/>
                <a:ext cx="157680" cy="211680"/>
              </p14:xfrm>
            </p:contentPart>
          </mc:Choice>
          <mc:Fallback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E81BAF09-FBD3-4ED5-B181-E8EE73705F3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099957" y="1402077"/>
                  <a:ext cx="1753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C0B94B2E-2147-49CD-B196-FCF7C9DE0CDB}"/>
                    </a:ext>
                  </a:extLst>
                </p14:cNvPr>
                <p14:cNvContentPartPr/>
                <p14:nvPr/>
              </p14:nvContentPartPr>
              <p14:xfrm>
                <a:off x="9397317" y="1523397"/>
                <a:ext cx="63720" cy="4572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C0B94B2E-2147-49CD-B196-FCF7C9DE0CD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388317" y="1514397"/>
                  <a:ext cx="8136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69514DB5-CAC4-465B-B8CE-9FEDEE2417C6}"/>
              </a:ext>
            </a:extLst>
          </p:cNvPr>
          <p:cNvGrpSpPr/>
          <p:nvPr/>
        </p:nvGrpSpPr>
        <p:grpSpPr>
          <a:xfrm>
            <a:off x="9644637" y="1316757"/>
            <a:ext cx="248760" cy="511200"/>
            <a:chOff x="9644637" y="1316757"/>
            <a:chExt cx="248760" cy="51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4A57A948-5112-4597-85F4-2E4FF8C856AF}"/>
                    </a:ext>
                  </a:extLst>
                </p14:cNvPr>
                <p14:cNvContentPartPr/>
                <p14:nvPr/>
              </p14:nvContentPartPr>
              <p14:xfrm>
                <a:off x="9724917" y="1316757"/>
                <a:ext cx="26280" cy="17172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4A57A948-5112-4597-85F4-2E4FF8C856A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715917" y="1308117"/>
                  <a:ext cx="439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2EEEE1F0-6B79-4850-89BF-80A67F7F16B4}"/>
                    </a:ext>
                  </a:extLst>
                </p14:cNvPr>
                <p14:cNvContentPartPr/>
                <p14:nvPr/>
              </p14:nvContentPartPr>
              <p14:xfrm>
                <a:off x="9644637" y="1515477"/>
                <a:ext cx="236880" cy="324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2EEEE1F0-6B79-4850-89BF-80A67F7F16B4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635997" y="1506477"/>
                  <a:ext cx="2545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E6396E05-FA65-4A0C-AD8B-D312148D101E}"/>
                    </a:ext>
                  </a:extLst>
                </p14:cNvPr>
                <p14:cNvContentPartPr/>
                <p14:nvPr/>
              </p14:nvContentPartPr>
              <p14:xfrm>
                <a:off x="9713757" y="1579197"/>
                <a:ext cx="146880" cy="11340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E6396E05-FA65-4A0C-AD8B-D312148D101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705117" y="1570197"/>
                  <a:ext cx="164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35ED730B-5962-49FC-9B5C-F9C58DD1CB64}"/>
                    </a:ext>
                  </a:extLst>
                </p14:cNvPr>
                <p14:cNvContentPartPr/>
                <p14:nvPr/>
              </p14:nvContentPartPr>
              <p14:xfrm>
                <a:off x="9706197" y="1705557"/>
                <a:ext cx="187200" cy="12240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35ED730B-5962-49FC-9B5C-F9C58DD1CB6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697557" y="1696917"/>
                  <a:ext cx="204840" cy="14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40ACA7E1-17FF-472B-8140-EF56A83E7EFF}"/>
                  </a:ext>
                </a:extLst>
              </p14:cNvPr>
              <p14:cNvContentPartPr/>
              <p14:nvPr/>
            </p14:nvContentPartPr>
            <p14:xfrm>
              <a:off x="10117677" y="1386597"/>
              <a:ext cx="158760" cy="12960"/>
            </p14:xfrm>
          </p:contentPart>
        </mc:Choice>
        <mc:Fallback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40ACA7E1-17FF-472B-8140-EF56A83E7EFF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0109037" y="1377597"/>
                <a:ext cx="1764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23" name="Entrada de lápiz 122">
                <a:extLst>
                  <a:ext uri="{FF2B5EF4-FFF2-40B4-BE49-F238E27FC236}">
                    <a16:creationId xmlns:a16="http://schemas.microsoft.com/office/drawing/2014/main" id="{AB25FE54-D3F0-4ED8-A48E-6C0F973EBDE4}"/>
                  </a:ext>
                </a:extLst>
              </p14:cNvPr>
              <p14:cNvContentPartPr/>
              <p14:nvPr/>
            </p14:nvContentPartPr>
            <p14:xfrm>
              <a:off x="10182837" y="1481997"/>
              <a:ext cx="196920" cy="6840"/>
            </p14:xfrm>
          </p:contentPart>
        </mc:Choice>
        <mc:Fallback>
          <p:pic>
            <p:nvPicPr>
              <p:cNvPr id="123" name="Entrada de lápiz 122">
                <a:extLst>
                  <a:ext uri="{FF2B5EF4-FFF2-40B4-BE49-F238E27FC236}">
                    <a16:creationId xmlns:a16="http://schemas.microsoft.com/office/drawing/2014/main" id="{AB25FE54-D3F0-4ED8-A48E-6C0F973EBDE4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0173837" y="1473357"/>
                <a:ext cx="21456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upo 127">
            <a:extLst>
              <a:ext uri="{FF2B5EF4-FFF2-40B4-BE49-F238E27FC236}">
                <a16:creationId xmlns:a16="http://schemas.microsoft.com/office/drawing/2014/main" id="{D73D351D-4DE9-419A-BF5B-3DB317BC0EBE}"/>
              </a:ext>
            </a:extLst>
          </p:cNvPr>
          <p:cNvGrpSpPr/>
          <p:nvPr/>
        </p:nvGrpSpPr>
        <p:grpSpPr>
          <a:xfrm>
            <a:off x="5122317" y="1451397"/>
            <a:ext cx="1134360" cy="690120"/>
            <a:chOff x="5122317" y="1451397"/>
            <a:chExt cx="1134360" cy="69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75" name="Entrada de lápiz 74">
                  <a:extLst>
                    <a:ext uri="{FF2B5EF4-FFF2-40B4-BE49-F238E27FC236}">
                      <a16:creationId xmlns:a16="http://schemas.microsoft.com/office/drawing/2014/main" id="{7083F4D0-6837-419C-8875-E66B23B2FE0E}"/>
                    </a:ext>
                  </a:extLst>
                </p14:cNvPr>
                <p14:cNvContentPartPr/>
                <p14:nvPr/>
              </p14:nvContentPartPr>
              <p14:xfrm>
                <a:off x="5138157" y="1678917"/>
                <a:ext cx="187560" cy="176040"/>
              </p14:xfrm>
            </p:contentPart>
          </mc:Choice>
          <mc:Fallback>
            <p:pic>
              <p:nvPicPr>
                <p:cNvPr id="75" name="Entrada de lápiz 74">
                  <a:extLst>
                    <a:ext uri="{FF2B5EF4-FFF2-40B4-BE49-F238E27FC236}">
                      <a16:creationId xmlns:a16="http://schemas.microsoft.com/office/drawing/2014/main" id="{7083F4D0-6837-419C-8875-E66B23B2FE0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129517" y="1669917"/>
                  <a:ext cx="205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76" name="Entrada de lápiz 75">
                  <a:extLst>
                    <a:ext uri="{FF2B5EF4-FFF2-40B4-BE49-F238E27FC236}">
                      <a16:creationId xmlns:a16="http://schemas.microsoft.com/office/drawing/2014/main" id="{05EB8A7E-033E-4E9E-BC9D-B86747359F69}"/>
                    </a:ext>
                  </a:extLst>
                </p14:cNvPr>
                <p14:cNvContentPartPr/>
                <p14:nvPr/>
              </p14:nvContentPartPr>
              <p14:xfrm>
                <a:off x="5448477" y="1746237"/>
                <a:ext cx="72720" cy="32040"/>
              </p14:xfrm>
            </p:contentPart>
          </mc:Choice>
          <mc:Fallback>
            <p:pic>
              <p:nvPicPr>
                <p:cNvPr id="76" name="Entrada de lápiz 75">
                  <a:extLst>
                    <a:ext uri="{FF2B5EF4-FFF2-40B4-BE49-F238E27FC236}">
                      <a16:creationId xmlns:a16="http://schemas.microsoft.com/office/drawing/2014/main" id="{05EB8A7E-033E-4E9E-BC9D-B86747359F6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39837" y="1737237"/>
                  <a:ext cx="903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77" name="Entrada de lápiz 76">
                  <a:extLst>
                    <a:ext uri="{FF2B5EF4-FFF2-40B4-BE49-F238E27FC236}">
                      <a16:creationId xmlns:a16="http://schemas.microsoft.com/office/drawing/2014/main" id="{2483B7A8-48FF-4AB0-B60C-31CD2309BFCA}"/>
                    </a:ext>
                  </a:extLst>
                </p14:cNvPr>
                <p14:cNvContentPartPr/>
                <p14:nvPr/>
              </p14:nvContentPartPr>
              <p14:xfrm>
                <a:off x="5671317" y="1578117"/>
                <a:ext cx="36360" cy="196200"/>
              </p14:xfrm>
            </p:contentPart>
          </mc:Choice>
          <mc:Fallback>
            <p:pic>
              <p:nvPicPr>
                <p:cNvPr id="77" name="Entrada de lápiz 76">
                  <a:extLst>
                    <a:ext uri="{FF2B5EF4-FFF2-40B4-BE49-F238E27FC236}">
                      <a16:creationId xmlns:a16="http://schemas.microsoft.com/office/drawing/2014/main" id="{2483B7A8-48FF-4AB0-B60C-31CD2309BFC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662677" y="1569477"/>
                  <a:ext cx="540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78" name="Entrada de lápiz 77">
                  <a:extLst>
                    <a:ext uri="{FF2B5EF4-FFF2-40B4-BE49-F238E27FC236}">
                      <a16:creationId xmlns:a16="http://schemas.microsoft.com/office/drawing/2014/main" id="{F27DAC88-3010-4827-A43A-C2EF73C83C37}"/>
                    </a:ext>
                  </a:extLst>
                </p14:cNvPr>
                <p14:cNvContentPartPr/>
                <p14:nvPr/>
              </p14:nvContentPartPr>
              <p14:xfrm>
                <a:off x="5622357" y="1814637"/>
                <a:ext cx="189720" cy="15840"/>
              </p14:xfrm>
            </p:contentPart>
          </mc:Choice>
          <mc:Fallback>
            <p:pic>
              <p:nvPicPr>
                <p:cNvPr id="78" name="Entrada de lápiz 77">
                  <a:extLst>
                    <a:ext uri="{FF2B5EF4-FFF2-40B4-BE49-F238E27FC236}">
                      <a16:creationId xmlns:a16="http://schemas.microsoft.com/office/drawing/2014/main" id="{F27DAC88-3010-4827-A43A-C2EF73C83C3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613717" y="1805997"/>
                  <a:ext cx="2073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95A09A9E-1507-4C2D-B3B6-DADA21F4B21F}"/>
                    </a:ext>
                  </a:extLst>
                </p14:cNvPr>
                <p14:cNvContentPartPr/>
                <p14:nvPr/>
              </p14:nvContentPartPr>
              <p14:xfrm>
                <a:off x="5636397" y="1905357"/>
                <a:ext cx="145440" cy="10800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95A09A9E-1507-4C2D-B3B6-DADA21F4B21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627757" y="1896717"/>
                  <a:ext cx="163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F1E20CDD-B178-449E-BD33-B1D7690FAAAC}"/>
                    </a:ext>
                  </a:extLst>
                </p14:cNvPr>
                <p14:cNvContentPartPr/>
                <p14:nvPr/>
              </p14:nvContentPartPr>
              <p14:xfrm>
                <a:off x="5644677" y="2015517"/>
                <a:ext cx="175680" cy="12600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F1E20CDD-B178-449E-BD33-B1D7690FAAA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635677" y="2006517"/>
                  <a:ext cx="1933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206CBCF0-89D7-4755-BF6C-55DEBA7214EA}"/>
                    </a:ext>
                  </a:extLst>
                </p14:cNvPr>
                <p14:cNvContentPartPr/>
                <p14:nvPr/>
              </p14:nvContentPartPr>
              <p14:xfrm>
                <a:off x="6067317" y="1593237"/>
                <a:ext cx="41760" cy="29376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206CBCF0-89D7-4755-BF6C-55DEBA7214E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058317" y="1584597"/>
                  <a:ext cx="594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7CBE753A-3CEE-4233-965E-2407CAA1E642}"/>
                    </a:ext>
                  </a:extLst>
                </p14:cNvPr>
                <p14:cNvContentPartPr/>
                <p14:nvPr/>
              </p14:nvContentPartPr>
              <p14:xfrm>
                <a:off x="5953917" y="1762437"/>
                <a:ext cx="302760" cy="17280"/>
              </p14:xfrm>
            </p:contentPart>
          </mc:Choice>
          <mc:Fallback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7CBE753A-3CEE-4233-965E-2407CAA1E64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945277" y="1753797"/>
                  <a:ext cx="320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6" name="Entrada de lápiz 125">
                  <a:extLst>
                    <a:ext uri="{FF2B5EF4-FFF2-40B4-BE49-F238E27FC236}">
                      <a16:creationId xmlns:a16="http://schemas.microsoft.com/office/drawing/2014/main" id="{16BE7C4A-A48D-4974-8990-6D51FDA1C445}"/>
                    </a:ext>
                  </a:extLst>
                </p14:cNvPr>
                <p14:cNvContentPartPr/>
                <p14:nvPr/>
              </p14:nvContentPartPr>
              <p14:xfrm>
                <a:off x="5639277" y="1451397"/>
                <a:ext cx="172800" cy="217440"/>
              </p14:xfrm>
            </p:contentPart>
          </mc:Choice>
          <mc:Fallback>
            <p:pic>
              <p:nvPicPr>
                <p:cNvPr id="126" name="Entrada de lápiz 125">
                  <a:extLst>
                    <a:ext uri="{FF2B5EF4-FFF2-40B4-BE49-F238E27FC236}">
                      <a16:creationId xmlns:a16="http://schemas.microsoft.com/office/drawing/2014/main" id="{16BE7C4A-A48D-4974-8990-6D51FDA1C44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630637" y="1442757"/>
                  <a:ext cx="1904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974AF699-5078-4183-AA3D-8CD81EE0F0A0}"/>
                    </a:ext>
                  </a:extLst>
                </p14:cNvPr>
                <p14:cNvContentPartPr/>
                <p14:nvPr/>
              </p14:nvContentPartPr>
              <p14:xfrm>
                <a:off x="5122317" y="2002197"/>
                <a:ext cx="168840" cy="13824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974AF699-5078-4183-AA3D-8CD81EE0F0A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113677" y="1993557"/>
                  <a:ext cx="1864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upo 138">
            <a:extLst>
              <a:ext uri="{FF2B5EF4-FFF2-40B4-BE49-F238E27FC236}">
                <a16:creationId xmlns:a16="http://schemas.microsoft.com/office/drawing/2014/main" id="{8FBA7E8B-609C-4E57-AA6A-A59B00199534}"/>
              </a:ext>
            </a:extLst>
          </p:cNvPr>
          <p:cNvGrpSpPr/>
          <p:nvPr/>
        </p:nvGrpSpPr>
        <p:grpSpPr>
          <a:xfrm>
            <a:off x="4764477" y="2381997"/>
            <a:ext cx="575640" cy="213840"/>
            <a:chOff x="4764477" y="2381997"/>
            <a:chExt cx="575640" cy="21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B5C6B3CF-A168-4ED9-8F65-91600A061F71}"/>
                    </a:ext>
                  </a:extLst>
                </p14:cNvPr>
                <p14:cNvContentPartPr/>
                <p14:nvPr/>
              </p14:nvContentPartPr>
              <p14:xfrm>
                <a:off x="4764477" y="2492517"/>
                <a:ext cx="161640" cy="936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B5C6B3CF-A168-4ED9-8F65-91600A061F7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755837" y="2483877"/>
                  <a:ext cx="179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98B0DBA4-592F-4B58-9397-CCAF772C2D53}"/>
                    </a:ext>
                  </a:extLst>
                </p14:cNvPr>
                <p14:cNvContentPartPr/>
                <p14:nvPr/>
              </p14:nvContentPartPr>
              <p14:xfrm>
                <a:off x="4794717" y="2556597"/>
                <a:ext cx="135720" cy="1116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98B0DBA4-592F-4B58-9397-CCAF772C2D5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785717" y="2547597"/>
                  <a:ext cx="153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539405BB-9323-4FB8-AA18-60F096AEA837}"/>
                    </a:ext>
                  </a:extLst>
                </p14:cNvPr>
                <p14:cNvContentPartPr/>
                <p14:nvPr/>
              </p14:nvContentPartPr>
              <p14:xfrm>
                <a:off x="5131317" y="2381997"/>
                <a:ext cx="145800" cy="16812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539405BB-9323-4FB8-AA18-60F096AEA83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122317" y="2373357"/>
                  <a:ext cx="163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A3A0CC30-36CA-4700-B0E4-1FF28DB5A99C}"/>
                    </a:ext>
                  </a:extLst>
                </p14:cNvPr>
                <p14:cNvContentPartPr/>
                <p14:nvPr/>
              </p14:nvContentPartPr>
              <p14:xfrm>
                <a:off x="5104317" y="2590077"/>
                <a:ext cx="235800" cy="5760"/>
              </p14:xfrm>
            </p:contentPart>
          </mc:Choice>
          <mc:Fallback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A3A0CC30-36CA-4700-B0E4-1FF28DB5A99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095317" y="2581077"/>
                  <a:ext cx="25344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3D325C78-FF21-495E-A7F6-17B198CDE017}"/>
              </a:ext>
            </a:extLst>
          </p:cNvPr>
          <p:cNvGrpSpPr/>
          <p:nvPr/>
        </p:nvGrpSpPr>
        <p:grpSpPr>
          <a:xfrm>
            <a:off x="5084157" y="2705277"/>
            <a:ext cx="204480" cy="198720"/>
            <a:chOff x="5084157" y="2705277"/>
            <a:chExt cx="204480" cy="19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20B0DD62-F6C6-46E4-82E5-7F8C3044C1C9}"/>
                    </a:ext>
                  </a:extLst>
                </p14:cNvPr>
                <p14:cNvContentPartPr/>
                <p14:nvPr/>
              </p14:nvContentPartPr>
              <p14:xfrm>
                <a:off x="5084157" y="2705277"/>
                <a:ext cx="169920" cy="93600"/>
              </p14:xfrm>
            </p:contentPart>
          </mc:Choice>
          <mc:Fallback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20B0DD62-F6C6-46E4-82E5-7F8C3044C1C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075517" y="2696637"/>
                  <a:ext cx="187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34" name="Entrada de lápiz 133">
                  <a:extLst>
                    <a:ext uri="{FF2B5EF4-FFF2-40B4-BE49-F238E27FC236}">
                      <a16:creationId xmlns:a16="http://schemas.microsoft.com/office/drawing/2014/main" id="{6D29595F-4B9B-48B6-886E-893FCBF26E14}"/>
                    </a:ext>
                  </a:extLst>
                </p14:cNvPr>
                <p14:cNvContentPartPr/>
                <p14:nvPr/>
              </p14:nvContentPartPr>
              <p14:xfrm>
                <a:off x="5086677" y="2752077"/>
                <a:ext cx="201960" cy="151920"/>
              </p14:xfrm>
            </p:contentPart>
          </mc:Choice>
          <mc:Fallback>
            <p:pic>
              <p:nvPicPr>
                <p:cNvPr id="134" name="Entrada de lápiz 133">
                  <a:extLst>
                    <a:ext uri="{FF2B5EF4-FFF2-40B4-BE49-F238E27FC236}">
                      <a16:creationId xmlns:a16="http://schemas.microsoft.com/office/drawing/2014/main" id="{6D29595F-4B9B-48B6-886E-893FCBF26E1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078037" y="2743437"/>
                  <a:ext cx="21960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B4535786-A1FD-4066-92E1-593CF738A306}"/>
              </a:ext>
            </a:extLst>
          </p:cNvPr>
          <p:cNvGrpSpPr/>
          <p:nvPr/>
        </p:nvGrpSpPr>
        <p:grpSpPr>
          <a:xfrm>
            <a:off x="5521197" y="2427717"/>
            <a:ext cx="193680" cy="215640"/>
            <a:chOff x="5521197" y="2427717"/>
            <a:chExt cx="19368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4CECCED4-1F1E-4316-9D90-4DF15C0FED58}"/>
                    </a:ext>
                  </a:extLst>
                </p14:cNvPr>
                <p14:cNvContentPartPr/>
                <p14:nvPr/>
              </p14:nvContentPartPr>
              <p14:xfrm>
                <a:off x="5610477" y="2427717"/>
                <a:ext cx="6480" cy="215640"/>
              </p14:xfrm>
            </p:contentPart>
          </mc:Choice>
          <mc:Fallback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4CECCED4-1F1E-4316-9D90-4DF15C0FED5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601477" y="2418717"/>
                  <a:ext cx="241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945AFA91-9196-4450-A99A-533ABFE9764D}"/>
                    </a:ext>
                  </a:extLst>
                </p14:cNvPr>
                <p14:cNvContentPartPr/>
                <p14:nvPr/>
              </p14:nvContentPartPr>
              <p14:xfrm>
                <a:off x="5521197" y="2541117"/>
                <a:ext cx="193680" cy="1404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945AFA91-9196-4450-A99A-533ABFE9764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512197" y="2532477"/>
                  <a:ext cx="2113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upo 156">
            <a:extLst>
              <a:ext uri="{FF2B5EF4-FFF2-40B4-BE49-F238E27FC236}">
                <a16:creationId xmlns:a16="http://schemas.microsoft.com/office/drawing/2014/main" id="{4C255D07-B274-485E-8A5C-7DB34C741C1F}"/>
              </a:ext>
            </a:extLst>
          </p:cNvPr>
          <p:cNvGrpSpPr/>
          <p:nvPr/>
        </p:nvGrpSpPr>
        <p:grpSpPr>
          <a:xfrm>
            <a:off x="5907117" y="2285157"/>
            <a:ext cx="261000" cy="196200"/>
            <a:chOff x="5907117" y="2285157"/>
            <a:chExt cx="261000" cy="1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D5EEFBED-9C9E-40CC-A8D2-03225C51128A}"/>
                    </a:ext>
                  </a:extLst>
                </p14:cNvPr>
                <p14:cNvContentPartPr/>
                <p14:nvPr/>
              </p14:nvContentPartPr>
              <p14:xfrm>
                <a:off x="5948157" y="2285157"/>
                <a:ext cx="115200" cy="16380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D5EEFBED-9C9E-40CC-A8D2-03225C51128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939517" y="2276517"/>
                  <a:ext cx="1328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0462BD3F-8049-4398-B45C-E626598D5745}"/>
                    </a:ext>
                  </a:extLst>
                </p14:cNvPr>
                <p14:cNvContentPartPr/>
                <p14:nvPr/>
              </p14:nvContentPartPr>
              <p14:xfrm>
                <a:off x="5907117" y="2471997"/>
                <a:ext cx="261000" cy="936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0462BD3F-8049-4398-B45C-E626598D574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898117" y="2462997"/>
                  <a:ext cx="27864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upo 155">
            <a:extLst>
              <a:ext uri="{FF2B5EF4-FFF2-40B4-BE49-F238E27FC236}">
                <a16:creationId xmlns:a16="http://schemas.microsoft.com/office/drawing/2014/main" id="{11309352-76FB-4A42-80CD-FE6C646F4CE1}"/>
              </a:ext>
            </a:extLst>
          </p:cNvPr>
          <p:cNvGrpSpPr/>
          <p:nvPr/>
        </p:nvGrpSpPr>
        <p:grpSpPr>
          <a:xfrm>
            <a:off x="5891997" y="2570637"/>
            <a:ext cx="241920" cy="220320"/>
            <a:chOff x="5891997" y="2570637"/>
            <a:chExt cx="241920" cy="22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42" name="Entrada de lápiz 141">
                  <a:extLst>
                    <a:ext uri="{FF2B5EF4-FFF2-40B4-BE49-F238E27FC236}">
                      <a16:creationId xmlns:a16="http://schemas.microsoft.com/office/drawing/2014/main" id="{7BA02610-0E98-4CAF-BB95-22F0F5500BF4}"/>
                    </a:ext>
                  </a:extLst>
                </p14:cNvPr>
                <p14:cNvContentPartPr/>
                <p14:nvPr/>
              </p14:nvContentPartPr>
              <p14:xfrm>
                <a:off x="5891997" y="2570637"/>
                <a:ext cx="179280" cy="128880"/>
              </p14:xfrm>
            </p:contentPart>
          </mc:Choice>
          <mc:Fallback>
            <p:pic>
              <p:nvPicPr>
                <p:cNvPr id="142" name="Entrada de lápiz 141">
                  <a:extLst>
                    <a:ext uri="{FF2B5EF4-FFF2-40B4-BE49-F238E27FC236}">
                      <a16:creationId xmlns:a16="http://schemas.microsoft.com/office/drawing/2014/main" id="{7BA02610-0E98-4CAF-BB95-22F0F5500BF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882997" y="2561997"/>
                  <a:ext cx="196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D471F4BF-B389-4467-AB4B-37ACDD7E9CA6}"/>
                    </a:ext>
                  </a:extLst>
                </p14:cNvPr>
                <p14:cNvContentPartPr/>
                <p14:nvPr/>
              </p14:nvContentPartPr>
              <p14:xfrm>
                <a:off x="5948157" y="2615277"/>
                <a:ext cx="185760" cy="175680"/>
              </p14:xfrm>
            </p:contentPart>
          </mc:Choice>
          <mc:Fallback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D471F4BF-B389-4467-AB4B-37ACDD7E9CA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939157" y="2606277"/>
                  <a:ext cx="20340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upo 154">
            <a:extLst>
              <a:ext uri="{FF2B5EF4-FFF2-40B4-BE49-F238E27FC236}">
                <a16:creationId xmlns:a16="http://schemas.microsoft.com/office/drawing/2014/main" id="{31B3C5E6-A481-41DB-81D3-1D98E94B5B74}"/>
              </a:ext>
            </a:extLst>
          </p:cNvPr>
          <p:cNvGrpSpPr/>
          <p:nvPr/>
        </p:nvGrpSpPr>
        <p:grpSpPr>
          <a:xfrm>
            <a:off x="6399957" y="2285157"/>
            <a:ext cx="531720" cy="242280"/>
            <a:chOff x="6399957" y="2285157"/>
            <a:chExt cx="53172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EE243ED5-6D15-4512-A5EF-5A8A99842030}"/>
                    </a:ext>
                  </a:extLst>
                </p14:cNvPr>
                <p14:cNvContentPartPr/>
                <p14:nvPr/>
              </p14:nvContentPartPr>
              <p14:xfrm>
                <a:off x="6399957" y="2343117"/>
                <a:ext cx="143640" cy="1706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EE243ED5-6D15-4512-A5EF-5A8A9984203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391317" y="2334117"/>
                  <a:ext cx="161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ED5ED8D8-CF66-46CB-B997-592AE9088074}"/>
                    </a:ext>
                  </a:extLst>
                </p14:cNvPr>
                <p14:cNvContentPartPr/>
                <p14:nvPr/>
              </p14:nvContentPartPr>
              <p14:xfrm>
                <a:off x="6723597" y="2285157"/>
                <a:ext cx="110880" cy="16812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ED5ED8D8-CF66-46CB-B997-592AE908807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714957" y="2276157"/>
                  <a:ext cx="128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BCC6D895-BE3A-4003-9EBE-7B7F9E5D71E8}"/>
                    </a:ext>
                  </a:extLst>
                </p14:cNvPr>
                <p14:cNvContentPartPr/>
                <p14:nvPr/>
              </p14:nvContentPartPr>
              <p14:xfrm>
                <a:off x="6670677" y="2497197"/>
                <a:ext cx="261000" cy="3024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BCC6D895-BE3A-4003-9EBE-7B7F9E5D71E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661677" y="2488197"/>
                  <a:ext cx="27864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upo 153">
            <a:extLst>
              <a:ext uri="{FF2B5EF4-FFF2-40B4-BE49-F238E27FC236}">
                <a16:creationId xmlns:a16="http://schemas.microsoft.com/office/drawing/2014/main" id="{4055D9B9-A9F3-4082-8924-B461778984CB}"/>
              </a:ext>
            </a:extLst>
          </p:cNvPr>
          <p:cNvGrpSpPr/>
          <p:nvPr/>
        </p:nvGrpSpPr>
        <p:grpSpPr>
          <a:xfrm>
            <a:off x="6694437" y="2634717"/>
            <a:ext cx="208800" cy="178920"/>
            <a:chOff x="6694437" y="2634717"/>
            <a:chExt cx="208800" cy="1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C31AA475-D4DB-497A-B62A-6083387B3FBB}"/>
                    </a:ext>
                  </a:extLst>
                </p14:cNvPr>
                <p14:cNvContentPartPr/>
                <p14:nvPr/>
              </p14:nvContentPartPr>
              <p14:xfrm>
                <a:off x="6694437" y="2634717"/>
                <a:ext cx="131040" cy="10152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C31AA475-D4DB-497A-B62A-6083387B3FB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685797" y="2625717"/>
                  <a:ext cx="148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8" name="Entrada de lápiz 147">
                  <a:extLst>
                    <a:ext uri="{FF2B5EF4-FFF2-40B4-BE49-F238E27FC236}">
                      <a16:creationId xmlns:a16="http://schemas.microsoft.com/office/drawing/2014/main" id="{B9F63E27-F2E8-4407-8E9E-238043937D12}"/>
                    </a:ext>
                  </a:extLst>
                </p14:cNvPr>
                <p14:cNvContentPartPr/>
                <p14:nvPr/>
              </p14:nvContentPartPr>
              <p14:xfrm>
                <a:off x="6729717" y="2690157"/>
                <a:ext cx="173520" cy="123480"/>
              </p14:xfrm>
            </p:contentPart>
          </mc:Choice>
          <mc:Fallback>
            <p:pic>
              <p:nvPicPr>
                <p:cNvPr id="148" name="Entrada de lápiz 147">
                  <a:extLst>
                    <a:ext uri="{FF2B5EF4-FFF2-40B4-BE49-F238E27FC236}">
                      <a16:creationId xmlns:a16="http://schemas.microsoft.com/office/drawing/2014/main" id="{B9F63E27-F2E8-4407-8E9E-238043937D1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720717" y="2681157"/>
                  <a:ext cx="19116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upo 152">
            <a:extLst>
              <a:ext uri="{FF2B5EF4-FFF2-40B4-BE49-F238E27FC236}">
                <a16:creationId xmlns:a16="http://schemas.microsoft.com/office/drawing/2014/main" id="{49E89BE2-6EE6-4DD2-A9FE-D71B44A850CF}"/>
              </a:ext>
            </a:extLst>
          </p:cNvPr>
          <p:cNvGrpSpPr/>
          <p:nvPr/>
        </p:nvGrpSpPr>
        <p:grpSpPr>
          <a:xfrm>
            <a:off x="7297797" y="2386317"/>
            <a:ext cx="201600" cy="75240"/>
            <a:chOff x="7297797" y="2386317"/>
            <a:chExt cx="201600" cy="7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8A0CA598-CAEB-4043-82FF-4B56861C2C9E}"/>
                    </a:ext>
                  </a:extLst>
                </p14:cNvPr>
                <p14:cNvContentPartPr/>
                <p14:nvPr/>
              </p14:nvContentPartPr>
              <p14:xfrm>
                <a:off x="7297797" y="2386317"/>
                <a:ext cx="132480" cy="36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8A0CA598-CAEB-4043-82FF-4B56861C2C9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289157" y="2377317"/>
                  <a:ext cx="150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035BA48E-44A6-4F5F-9F23-2F7EBD8FFF9D}"/>
                    </a:ext>
                  </a:extLst>
                </p14:cNvPr>
                <p14:cNvContentPartPr/>
                <p14:nvPr/>
              </p14:nvContentPartPr>
              <p14:xfrm>
                <a:off x="7352877" y="2459397"/>
                <a:ext cx="146520" cy="216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035BA48E-44A6-4F5F-9F23-2F7EBD8FFF9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344237" y="2450397"/>
                  <a:ext cx="16416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upo 151">
            <a:extLst>
              <a:ext uri="{FF2B5EF4-FFF2-40B4-BE49-F238E27FC236}">
                <a16:creationId xmlns:a16="http://schemas.microsoft.com/office/drawing/2014/main" id="{3A2C3D87-1944-4069-81C4-11D65839B8B8}"/>
              </a:ext>
            </a:extLst>
          </p:cNvPr>
          <p:cNvGrpSpPr/>
          <p:nvPr/>
        </p:nvGrpSpPr>
        <p:grpSpPr>
          <a:xfrm>
            <a:off x="6606597" y="1474437"/>
            <a:ext cx="633600" cy="576720"/>
            <a:chOff x="6606597" y="1474437"/>
            <a:chExt cx="633600" cy="57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56EBB08F-83D5-4DC7-A3AE-B04E0C857D96}"/>
                    </a:ext>
                  </a:extLst>
                </p14:cNvPr>
                <p14:cNvContentPartPr/>
                <p14:nvPr/>
              </p14:nvContentPartPr>
              <p14:xfrm>
                <a:off x="6606597" y="1523397"/>
                <a:ext cx="73440" cy="27036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56EBB08F-83D5-4DC7-A3AE-B04E0C857D9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597597" y="1514757"/>
                  <a:ext cx="910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B587E385-F4CA-4500-BCF1-A930DDA70381}"/>
                    </a:ext>
                  </a:extLst>
                </p14:cNvPr>
                <p14:cNvContentPartPr/>
                <p14:nvPr/>
              </p14:nvContentPartPr>
              <p14:xfrm>
                <a:off x="6790557" y="1642557"/>
                <a:ext cx="58320" cy="5724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B587E385-F4CA-4500-BCF1-A930DDA7038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781917" y="1633917"/>
                  <a:ext cx="759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0F5AA785-D085-48AD-A549-B1EDC9DA02C5}"/>
                    </a:ext>
                  </a:extLst>
                </p14:cNvPr>
                <p14:cNvContentPartPr/>
                <p14:nvPr/>
              </p14:nvContentPartPr>
              <p14:xfrm>
                <a:off x="7026357" y="1474437"/>
                <a:ext cx="151920" cy="16992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0F5AA785-D085-48AD-A549-B1EDC9DA02C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017357" y="1465437"/>
                  <a:ext cx="1695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C271AC75-B802-4438-8CA1-045AEA236DEA}"/>
                    </a:ext>
                  </a:extLst>
                </p14:cNvPr>
                <p14:cNvContentPartPr/>
                <p14:nvPr/>
              </p14:nvContentPartPr>
              <p14:xfrm>
                <a:off x="6965157" y="1707357"/>
                <a:ext cx="275040" cy="2124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C271AC75-B802-4438-8CA1-045AEA236DE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956517" y="1698717"/>
                  <a:ext cx="292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73E30093-CE49-4972-8068-4B57B2B4FF5E}"/>
                    </a:ext>
                  </a:extLst>
                </p14:cNvPr>
                <p14:cNvContentPartPr/>
                <p14:nvPr/>
              </p14:nvContentPartPr>
              <p14:xfrm>
                <a:off x="7006557" y="1796277"/>
                <a:ext cx="158040" cy="12348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73E30093-CE49-4972-8068-4B57B2B4FF5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997917" y="1787637"/>
                  <a:ext cx="175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9DB03A1D-DDBC-4569-A8E7-8C5F29F33A97}"/>
                    </a:ext>
                  </a:extLst>
                </p14:cNvPr>
                <p14:cNvContentPartPr/>
                <p14:nvPr/>
              </p14:nvContentPartPr>
              <p14:xfrm>
                <a:off x="7074237" y="1841637"/>
                <a:ext cx="360" cy="36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9DB03A1D-DDBC-4569-A8E7-8C5F29F33A9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65597" y="183299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931FBE45-EC09-4846-A6E5-4C2BDEE92842}"/>
                    </a:ext>
                  </a:extLst>
                </p14:cNvPr>
                <p14:cNvContentPartPr/>
                <p14:nvPr/>
              </p14:nvContentPartPr>
              <p14:xfrm>
                <a:off x="7033557" y="1841637"/>
                <a:ext cx="180360" cy="20952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931FBE45-EC09-4846-A6E5-4C2BDEE9284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024917" y="1832997"/>
                  <a:ext cx="198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DBCA13C2-1D44-46B7-8EB4-5E3F15385163}"/>
                    </a:ext>
                  </a:extLst>
                </p14:cNvPr>
                <p14:cNvContentPartPr/>
                <p14:nvPr/>
              </p14:nvContentPartPr>
              <p14:xfrm>
                <a:off x="6729717" y="1575957"/>
                <a:ext cx="360" cy="36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DBCA13C2-1D44-46B7-8EB4-5E3F1538516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20717" y="156695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B6ED8FDA-C9C3-4063-8B04-A0CDD11B077A}"/>
              </a:ext>
            </a:extLst>
          </p:cNvPr>
          <p:cNvGrpSpPr/>
          <p:nvPr/>
        </p:nvGrpSpPr>
        <p:grpSpPr>
          <a:xfrm>
            <a:off x="7673637" y="2253477"/>
            <a:ext cx="311040" cy="480960"/>
            <a:chOff x="7673637" y="2253477"/>
            <a:chExt cx="311040" cy="48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1A521451-8117-4694-87FC-4A59E9F2944A}"/>
                    </a:ext>
                  </a:extLst>
                </p14:cNvPr>
                <p14:cNvContentPartPr/>
                <p14:nvPr/>
              </p14:nvContentPartPr>
              <p14:xfrm>
                <a:off x="7673637" y="2268957"/>
                <a:ext cx="56520" cy="14184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1A521451-8117-4694-87FC-4A59E9F2944A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664637" y="2260317"/>
                  <a:ext cx="741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BBCE4266-9040-45AB-8022-D746D4BD4338}"/>
                    </a:ext>
                  </a:extLst>
                </p14:cNvPr>
                <p14:cNvContentPartPr/>
                <p14:nvPr/>
              </p14:nvContentPartPr>
              <p14:xfrm>
                <a:off x="7784877" y="2253477"/>
                <a:ext cx="164520" cy="14220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BBCE4266-9040-45AB-8022-D746D4BD433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776237" y="2244477"/>
                  <a:ext cx="182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C566DC56-1422-477B-BB4A-F2C55CC5CD50}"/>
                    </a:ext>
                  </a:extLst>
                </p14:cNvPr>
                <p14:cNvContentPartPr/>
                <p14:nvPr/>
              </p14:nvContentPartPr>
              <p14:xfrm>
                <a:off x="7697757" y="2461917"/>
                <a:ext cx="286920" cy="21240"/>
              </p14:xfrm>
            </p:contentPart>
          </mc:Choice>
          <mc:Fallback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C566DC56-1422-477B-BB4A-F2C55CC5CD5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688757" y="2453277"/>
                  <a:ext cx="304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1" name="Entrada de lápiz 160">
                  <a:extLst>
                    <a:ext uri="{FF2B5EF4-FFF2-40B4-BE49-F238E27FC236}">
                      <a16:creationId xmlns:a16="http://schemas.microsoft.com/office/drawing/2014/main" id="{A914824E-9D55-416B-A5C9-FE50612BAE6E}"/>
                    </a:ext>
                  </a:extLst>
                </p14:cNvPr>
                <p14:cNvContentPartPr/>
                <p14:nvPr/>
              </p14:nvContentPartPr>
              <p14:xfrm>
                <a:off x="7742757" y="2542557"/>
                <a:ext cx="166680" cy="96120"/>
              </p14:xfrm>
            </p:contentPart>
          </mc:Choice>
          <mc:Fallback>
            <p:pic>
              <p:nvPicPr>
                <p:cNvPr id="161" name="Entrada de lápiz 160">
                  <a:extLst>
                    <a:ext uri="{FF2B5EF4-FFF2-40B4-BE49-F238E27FC236}">
                      <a16:creationId xmlns:a16="http://schemas.microsoft.com/office/drawing/2014/main" id="{A914824E-9D55-416B-A5C9-FE50612BAE6E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733757" y="2533917"/>
                  <a:ext cx="184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2" name="Entrada de lápiz 161">
                  <a:extLst>
                    <a:ext uri="{FF2B5EF4-FFF2-40B4-BE49-F238E27FC236}">
                      <a16:creationId xmlns:a16="http://schemas.microsoft.com/office/drawing/2014/main" id="{4C1FA5EC-4C08-4072-8293-78CF85F5C977}"/>
                    </a:ext>
                  </a:extLst>
                </p14:cNvPr>
                <p14:cNvContentPartPr/>
                <p14:nvPr/>
              </p14:nvContentPartPr>
              <p14:xfrm>
                <a:off x="7753557" y="2615277"/>
                <a:ext cx="194040" cy="119160"/>
              </p14:xfrm>
            </p:contentPart>
          </mc:Choice>
          <mc:Fallback>
            <p:pic>
              <p:nvPicPr>
                <p:cNvPr id="162" name="Entrada de lápiz 161">
                  <a:extLst>
                    <a:ext uri="{FF2B5EF4-FFF2-40B4-BE49-F238E27FC236}">
                      <a16:creationId xmlns:a16="http://schemas.microsoft.com/office/drawing/2014/main" id="{4C1FA5EC-4C08-4072-8293-78CF85F5C97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744917" y="2606277"/>
                  <a:ext cx="211680" cy="13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63" name="Entrada de lápiz 162">
                <a:extLst>
                  <a:ext uri="{FF2B5EF4-FFF2-40B4-BE49-F238E27FC236}">
                    <a16:creationId xmlns:a16="http://schemas.microsoft.com/office/drawing/2014/main" id="{4167F28C-63DC-4EDC-89CD-43B32DE16716}"/>
                  </a:ext>
                </a:extLst>
              </p14:cNvPr>
              <p14:cNvContentPartPr/>
              <p14:nvPr/>
            </p14:nvContentPartPr>
            <p14:xfrm>
              <a:off x="8153517" y="2363637"/>
              <a:ext cx="146520" cy="7560"/>
            </p14:xfrm>
          </p:contentPart>
        </mc:Choice>
        <mc:Fallback>
          <p:pic>
            <p:nvPicPr>
              <p:cNvPr id="163" name="Entrada de lápiz 162">
                <a:extLst>
                  <a:ext uri="{FF2B5EF4-FFF2-40B4-BE49-F238E27FC236}">
                    <a16:creationId xmlns:a16="http://schemas.microsoft.com/office/drawing/2014/main" id="{4167F28C-63DC-4EDC-89CD-43B32DE16716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8144877" y="2354997"/>
                <a:ext cx="1641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64" name="Entrada de lápiz 163">
                <a:extLst>
                  <a:ext uri="{FF2B5EF4-FFF2-40B4-BE49-F238E27FC236}">
                    <a16:creationId xmlns:a16="http://schemas.microsoft.com/office/drawing/2014/main" id="{DB2EED3F-2695-4F09-A639-9273CE2B952C}"/>
                  </a:ext>
                </a:extLst>
              </p14:cNvPr>
              <p14:cNvContentPartPr/>
              <p14:nvPr/>
            </p14:nvContentPartPr>
            <p14:xfrm>
              <a:off x="8195637" y="2449317"/>
              <a:ext cx="128520" cy="18360"/>
            </p14:xfrm>
          </p:contentPart>
        </mc:Choice>
        <mc:Fallback>
          <p:pic>
            <p:nvPicPr>
              <p:cNvPr id="164" name="Entrada de lápiz 163">
                <a:extLst>
                  <a:ext uri="{FF2B5EF4-FFF2-40B4-BE49-F238E27FC236}">
                    <a16:creationId xmlns:a16="http://schemas.microsoft.com/office/drawing/2014/main" id="{DB2EED3F-2695-4F09-A639-9273CE2B952C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8186997" y="2440317"/>
                <a:ext cx="1461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Grupo 169">
            <a:extLst>
              <a:ext uri="{FF2B5EF4-FFF2-40B4-BE49-F238E27FC236}">
                <a16:creationId xmlns:a16="http://schemas.microsoft.com/office/drawing/2014/main" id="{44DBCFDF-F3E4-4BF8-A3F9-EA70F88D12CE}"/>
              </a:ext>
            </a:extLst>
          </p:cNvPr>
          <p:cNvGrpSpPr/>
          <p:nvPr/>
        </p:nvGrpSpPr>
        <p:grpSpPr>
          <a:xfrm>
            <a:off x="8520357" y="2169597"/>
            <a:ext cx="293760" cy="250200"/>
            <a:chOff x="8520357" y="2169597"/>
            <a:chExt cx="29376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73B38019-8229-4C9B-873E-C86780ACA694}"/>
                    </a:ext>
                  </a:extLst>
                </p14:cNvPr>
                <p14:cNvContentPartPr/>
                <p14:nvPr/>
              </p14:nvContentPartPr>
              <p14:xfrm>
                <a:off x="8626557" y="2184357"/>
                <a:ext cx="17280" cy="1656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73B38019-8229-4C9B-873E-C86780ACA69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8617917" y="2175357"/>
                  <a:ext cx="34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981126DA-EA35-489F-B59B-7D6ACBA15094}"/>
                    </a:ext>
                  </a:extLst>
                </p14:cNvPr>
                <p14:cNvContentPartPr/>
                <p14:nvPr/>
              </p14:nvContentPartPr>
              <p14:xfrm>
                <a:off x="8612157" y="2169597"/>
                <a:ext cx="97200" cy="17244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981126DA-EA35-489F-B59B-7D6ACBA1509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603517" y="2160957"/>
                  <a:ext cx="114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B54E27E1-2910-4131-A24C-F22F2C6B1C86}"/>
                    </a:ext>
                  </a:extLst>
                </p14:cNvPr>
                <p14:cNvContentPartPr/>
                <p14:nvPr/>
              </p14:nvContentPartPr>
              <p14:xfrm>
                <a:off x="8520357" y="2412237"/>
                <a:ext cx="293760" cy="756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B54E27E1-2910-4131-A24C-F22F2C6B1C8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511717" y="2403597"/>
                  <a:ext cx="31140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6665B23F-A814-4147-9E3C-D43BA74D98B5}"/>
                  </a:ext>
                </a:extLst>
              </p14:cNvPr>
              <p14:cNvContentPartPr/>
              <p14:nvPr/>
            </p14:nvContentPartPr>
            <p14:xfrm>
              <a:off x="8606397" y="2505477"/>
              <a:ext cx="174600" cy="15336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6665B23F-A814-4147-9E3C-D43BA74D98B5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8597757" y="2496837"/>
                <a:ext cx="192240" cy="17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6" name="Grupo 175">
            <a:extLst>
              <a:ext uri="{FF2B5EF4-FFF2-40B4-BE49-F238E27FC236}">
                <a16:creationId xmlns:a16="http://schemas.microsoft.com/office/drawing/2014/main" id="{A7A8A6FE-0CB3-4777-B79C-BE2A4F1EFA23}"/>
              </a:ext>
            </a:extLst>
          </p:cNvPr>
          <p:cNvGrpSpPr/>
          <p:nvPr/>
        </p:nvGrpSpPr>
        <p:grpSpPr>
          <a:xfrm>
            <a:off x="8993397" y="2221077"/>
            <a:ext cx="604800" cy="262080"/>
            <a:chOff x="8993397" y="2221077"/>
            <a:chExt cx="60480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65C2E721-D9DE-499F-8997-AF49CD961B9A}"/>
                    </a:ext>
                  </a:extLst>
                </p14:cNvPr>
                <p14:cNvContentPartPr/>
                <p14:nvPr/>
              </p14:nvContentPartPr>
              <p14:xfrm>
                <a:off x="8993397" y="2338437"/>
                <a:ext cx="136800" cy="3960"/>
              </p14:xfrm>
            </p:contentPart>
          </mc:Choice>
          <mc:Fallback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65C2E721-D9DE-499F-8997-AF49CD961B9A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984397" y="2329797"/>
                  <a:ext cx="1544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DAB3CD8D-19A0-47A6-A373-0701ECAF75DD}"/>
                    </a:ext>
                  </a:extLst>
                </p14:cNvPr>
                <p14:cNvContentPartPr/>
                <p14:nvPr/>
              </p14:nvContentPartPr>
              <p14:xfrm>
                <a:off x="9003477" y="2411517"/>
                <a:ext cx="117720" cy="216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DAB3CD8D-19A0-47A6-A373-0701ECAF75D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994477" y="2402517"/>
                  <a:ext cx="1353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22274E3A-892E-4924-87D6-3777E6C26D5D}"/>
                    </a:ext>
                  </a:extLst>
                </p14:cNvPr>
                <p14:cNvContentPartPr/>
                <p14:nvPr/>
              </p14:nvContentPartPr>
              <p14:xfrm>
                <a:off x="9240717" y="2266797"/>
                <a:ext cx="139680" cy="16128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22274E3A-892E-4924-87D6-3777E6C26D5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232077" y="2257797"/>
                  <a:ext cx="157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CF8B7929-26E6-4E3B-ACA7-4BAB189EBDCB}"/>
                    </a:ext>
                  </a:extLst>
                </p14:cNvPr>
                <p14:cNvContentPartPr/>
                <p14:nvPr/>
              </p14:nvContentPartPr>
              <p14:xfrm>
                <a:off x="9421437" y="2402517"/>
                <a:ext cx="8280" cy="8064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CF8B7929-26E6-4E3B-ACA7-4BAB189EBDC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412437" y="2393517"/>
                  <a:ext cx="259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5F9E8D9A-5767-4751-9FBB-96EBC3773279}"/>
                    </a:ext>
                  </a:extLst>
                </p14:cNvPr>
                <p14:cNvContentPartPr/>
                <p14:nvPr/>
              </p14:nvContentPartPr>
              <p14:xfrm>
                <a:off x="9457437" y="2221077"/>
                <a:ext cx="140760" cy="17928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5F9E8D9A-5767-4751-9FBB-96EBC3773279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9448437" y="2212077"/>
                  <a:ext cx="15840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65AE2672-460E-4152-B44A-2299F6A4658F}"/>
              </a:ext>
            </a:extLst>
          </p:cNvPr>
          <p:cNvGrpSpPr/>
          <p:nvPr/>
        </p:nvGrpSpPr>
        <p:grpSpPr>
          <a:xfrm>
            <a:off x="1020837" y="3610317"/>
            <a:ext cx="1510560" cy="398160"/>
            <a:chOff x="1020837" y="3610317"/>
            <a:chExt cx="151056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CA94E925-B787-4C70-8348-016F182679E5}"/>
                    </a:ext>
                  </a:extLst>
                </p14:cNvPr>
                <p14:cNvContentPartPr/>
                <p14:nvPr/>
              </p14:nvContentPartPr>
              <p14:xfrm>
                <a:off x="1020837" y="3744597"/>
                <a:ext cx="192600" cy="26388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CA94E925-B787-4C70-8348-016F182679E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12197" y="3735957"/>
                  <a:ext cx="2102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A3282245-ED07-4DB0-AEF5-7C49D6FCD441}"/>
                    </a:ext>
                  </a:extLst>
                </p14:cNvPr>
                <p14:cNvContentPartPr/>
                <p14:nvPr/>
              </p14:nvContentPartPr>
              <p14:xfrm>
                <a:off x="1266357" y="3769797"/>
                <a:ext cx="139680" cy="22140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A3282245-ED07-4DB0-AEF5-7C49D6FCD441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257357" y="3761157"/>
                  <a:ext cx="1573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0F1A6F65-BF6D-4480-8C4D-5F7B3F683815}"/>
                    </a:ext>
                  </a:extLst>
                </p14:cNvPr>
                <p14:cNvContentPartPr/>
                <p14:nvPr/>
              </p14:nvContentPartPr>
              <p14:xfrm>
                <a:off x="1275357" y="3818397"/>
                <a:ext cx="179640" cy="5796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0F1A6F65-BF6D-4480-8C4D-5F7B3F68381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266717" y="3809757"/>
                  <a:ext cx="197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0" name="Entrada de lápiz 179">
                  <a:extLst>
                    <a:ext uri="{FF2B5EF4-FFF2-40B4-BE49-F238E27FC236}">
                      <a16:creationId xmlns:a16="http://schemas.microsoft.com/office/drawing/2014/main" id="{701F7E57-A5F8-4788-9DB3-1DC99F38CA64}"/>
                    </a:ext>
                  </a:extLst>
                </p14:cNvPr>
                <p14:cNvContentPartPr/>
                <p14:nvPr/>
              </p14:nvContentPartPr>
              <p14:xfrm>
                <a:off x="1515837" y="3749277"/>
                <a:ext cx="246960" cy="185760"/>
              </p14:xfrm>
            </p:contentPart>
          </mc:Choice>
          <mc:Fallback>
            <p:pic>
              <p:nvPicPr>
                <p:cNvPr id="180" name="Entrada de lápiz 179">
                  <a:extLst>
                    <a:ext uri="{FF2B5EF4-FFF2-40B4-BE49-F238E27FC236}">
                      <a16:creationId xmlns:a16="http://schemas.microsoft.com/office/drawing/2014/main" id="{701F7E57-A5F8-4788-9DB3-1DC99F38CA6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507197" y="3740277"/>
                  <a:ext cx="264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2C369326-67F0-4420-B39B-5E0742C6C78A}"/>
                    </a:ext>
                  </a:extLst>
                </p14:cNvPr>
                <p14:cNvContentPartPr/>
                <p14:nvPr/>
              </p14:nvContentPartPr>
              <p14:xfrm>
                <a:off x="1800597" y="3692397"/>
                <a:ext cx="163800" cy="23580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2C369326-67F0-4420-B39B-5E0742C6C78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791597" y="3683397"/>
                  <a:ext cx="1814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B5599C4B-55A5-4F92-8193-8914F63261F5}"/>
                    </a:ext>
                  </a:extLst>
                </p14:cNvPr>
                <p14:cNvContentPartPr/>
                <p14:nvPr/>
              </p14:nvContentPartPr>
              <p14:xfrm>
                <a:off x="1954677" y="3745677"/>
                <a:ext cx="140760" cy="14832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B5599C4B-55A5-4F92-8193-8914F63261F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946037" y="3736677"/>
                  <a:ext cx="158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9082CC8C-541C-42B1-8349-D3A55ED73FBD}"/>
                    </a:ext>
                  </a:extLst>
                </p14:cNvPr>
                <p14:cNvContentPartPr/>
                <p14:nvPr/>
              </p14:nvContentPartPr>
              <p14:xfrm>
                <a:off x="2195157" y="3610317"/>
                <a:ext cx="47520" cy="27612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9082CC8C-541C-42B1-8349-D3A55ED73FB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186517" y="3601317"/>
                  <a:ext cx="651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208320E3-CD15-4BAD-9BE4-67FDB2CAEE95}"/>
                    </a:ext>
                  </a:extLst>
                </p14:cNvPr>
                <p14:cNvContentPartPr/>
                <p14:nvPr/>
              </p14:nvContentPartPr>
              <p14:xfrm>
                <a:off x="2376597" y="3730917"/>
                <a:ext cx="154800" cy="10656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208320E3-CD15-4BAD-9BE4-67FDB2CAEE9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367957" y="3722277"/>
                  <a:ext cx="1724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upo 206">
            <a:extLst>
              <a:ext uri="{FF2B5EF4-FFF2-40B4-BE49-F238E27FC236}">
                <a16:creationId xmlns:a16="http://schemas.microsoft.com/office/drawing/2014/main" id="{A274F399-C614-456E-ABF6-9D76AC8C3C24}"/>
              </a:ext>
            </a:extLst>
          </p:cNvPr>
          <p:cNvGrpSpPr/>
          <p:nvPr/>
        </p:nvGrpSpPr>
        <p:grpSpPr>
          <a:xfrm>
            <a:off x="2849637" y="3407637"/>
            <a:ext cx="975240" cy="542880"/>
            <a:chOff x="2849637" y="3407637"/>
            <a:chExt cx="975240" cy="54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9E559EBF-C7D9-4374-AE05-95CFFD4887CA}"/>
                    </a:ext>
                  </a:extLst>
                </p14:cNvPr>
                <p14:cNvContentPartPr/>
                <p14:nvPr/>
              </p14:nvContentPartPr>
              <p14:xfrm>
                <a:off x="2894637" y="3582237"/>
                <a:ext cx="158760" cy="1656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9E559EBF-C7D9-4374-AE05-95CFFD4887C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885997" y="3573597"/>
                  <a:ext cx="176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3631B097-5D88-4211-B075-D4F41BBA5A61}"/>
                    </a:ext>
                  </a:extLst>
                </p14:cNvPr>
                <p14:cNvContentPartPr/>
                <p14:nvPr/>
              </p14:nvContentPartPr>
              <p14:xfrm>
                <a:off x="2865117" y="3596637"/>
                <a:ext cx="135360" cy="28584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3631B097-5D88-4211-B075-D4F41BBA5A61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856117" y="3587997"/>
                  <a:ext cx="1530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B4A2CF68-AD47-49C4-9C3E-9E12F3AE4EB0}"/>
                    </a:ext>
                  </a:extLst>
                </p14:cNvPr>
                <p14:cNvContentPartPr/>
                <p14:nvPr/>
              </p14:nvContentPartPr>
              <p14:xfrm>
                <a:off x="2849637" y="3740277"/>
                <a:ext cx="191880" cy="3276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B4A2CF68-AD47-49C4-9C3E-9E12F3AE4EB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840997" y="3731277"/>
                  <a:ext cx="209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147AFE6F-82A6-4B66-BB3E-28CA16DA8A21}"/>
                    </a:ext>
                  </a:extLst>
                </p14:cNvPr>
                <p14:cNvContentPartPr/>
                <p14:nvPr/>
              </p14:nvContentPartPr>
              <p14:xfrm>
                <a:off x="3314757" y="3560637"/>
                <a:ext cx="156600" cy="30132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147AFE6F-82A6-4B66-BB3E-28CA16DA8A2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305757" y="3551997"/>
                  <a:ext cx="1742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7A7CC1FF-03E4-44FB-88AB-D0504C474C20}"/>
                    </a:ext>
                  </a:extLst>
                </p14:cNvPr>
                <p14:cNvContentPartPr/>
                <p14:nvPr/>
              </p14:nvContentPartPr>
              <p14:xfrm>
                <a:off x="3632277" y="3579717"/>
                <a:ext cx="192600" cy="235440"/>
              </p14:xfrm>
            </p:contentPart>
          </mc:Choice>
          <mc:Fallback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7A7CC1FF-03E4-44FB-88AB-D0504C474C2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623277" y="3570717"/>
                  <a:ext cx="210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1" name="Entrada de lápiz 190">
                  <a:extLst>
                    <a:ext uri="{FF2B5EF4-FFF2-40B4-BE49-F238E27FC236}">
                      <a16:creationId xmlns:a16="http://schemas.microsoft.com/office/drawing/2014/main" id="{DC3C01FF-181E-40DD-97B3-AFFFF0373D8C}"/>
                    </a:ext>
                  </a:extLst>
                </p14:cNvPr>
                <p14:cNvContentPartPr/>
                <p14:nvPr/>
              </p14:nvContentPartPr>
              <p14:xfrm>
                <a:off x="3689517" y="3558117"/>
                <a:ext cx="134640" cy="246600"/>
              </p14:xfrm>
            </p:contentPart>
          </mc:Choice>
          <mc:Fallback>
            <p:pic>
              <p:nvPicPr>
                <p:cNvPr id="191" name="Entrada de lápiz 190">
                  <a:extLst>
                    <a:ext uri="{FF2B5EF4-FFF2-40B4-BE49-F238E27FC236}">
                      <a16:creationId xmlns:a16="http://schemas.microsoft.com/office/drawing/2014/main" id="{DC3C01FF-181E-40DD-97B3-AFFFF0373D8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3680517" y="3549117"/>
                  <a:ext cx="1522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1" name="Entrada de lápiz 200">
                  <a:extLst>
                    <a:ext uri="{FF2B5EF4-FFF2-40B4-BE49-F238E27FC236}">
                      <a16:creationId xmlns:a16="http://schemas.microsoft.com/office/drawing/2014/main" id="{C68D3003-0358-4912-97E9-4A499C5BADCB}"/>
                    </a:ext>
                  </a:extLst>
                </p14:cNvPr>
                <p14:cNvContentPartPr/>
                <p14:nvPr/>
              </p14:nvContentPartPr>
              <p14:xfrm>
                <a:off x="3189477" y="3407637"/>
                <a:ext cx="144720" cy="5040"/>
              </p14:xfrm>
            </p:contentPart>
          </mc:Choice>
          <mc:Fallback>
            <p:pic>
              <p:nvPicPr>
                <p:cNvPr id="201" name="Entrada de lápiz 200">
                  <a:extLst>
                    <a:ext uri="{FF2B5EF4-FFF2-40B4-BE49-F238E27FC236}">
                      <a16:creationId xmlns:a16="http://schemas.microsoft.com/office/drawing/2014/main" id="{C68D3003-0358-4912-97E9-4A499C5BADC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3180477" y="3398637"/>
                  <a:ext cx="1623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2" name="Entrada de lápiz 201">
                  <a:extLst>
                    <a:ext uri="{FF2B5EF4-FFF2-40B4-BE49-F238E27FC236}">
                      <a16:creationId xmlns:a16="http://schemas.microsoft.com/office/drawing/2014/main" id="{28C6071E-E3D6-42E7-8555-2697C6A4E536}"/>
                    </a:ext>
                  </a:extLst>
                </p14:cNvPr>
                <p14:cNvContentPartPr/>
                <p14:nvPr/>
              </p14:nvContentPartPr>
              <p14:xfrm>
                <a:off x="3133317" y="3431757"/>
                <a:ext cx="253800" cy="518760"/>
              </p14:xfrm>
            </p:contentPart>
          </mc:Choice>
          <mc:Fallback>
            <p:pic>
              <p:nvPicPr>
                <p:cNvPr id="202" name="Entrada de lápiz 201">
                  <a:extLst>
                    <a:ext uri="{FF2B5EF4-FFF2-40B4-BE49-F238E27FC236}">
                      <a16:creationId xmlns:a16="http://schemas.microsoft.com/office/drawing/2014/main" id="{28C6071E-E3D6-42E7-8555-2697C6A4E53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3124317" y="3423117"/>
                  <a:ext cx="271440" cy="53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upo 205">
            <a:extLst>
              <a:ext uri="{FF2B5EF4-FFF2-40B4-BE49-F238E27FC236}">
                <a16:creationId xmlns:a16="http://schemas.microsoft.com/office/drawing/2014/main" id="{F21DD8A1-7F0B-475F-B5FC-DBB82E07BB3A}"/>
              </a:ext>
            </a:extLst>
          </p:cNvPr>
          <p:cNvGrpSpPr/>
          <p:nvPr/>
        </p:nvGrpSpPr>
        <p:grpSpPr>
          <a:xfrm>
            <a:off x="4035117" y="3312237"/>
            <a:ext cx="1610640" cy="549000"/>
            <a:chOff x="4035117" y="3312237"/>
            <a:chExt cx="1610640" cy="54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2AD15613-9192-4829-8BD4-0D9133639C45}"/>
                    </a:ext>
                  </a:extLst>
                </p14:cNvPr>
                <p14:cNvContentPartPr/>
                <p14:nvPr/>
              </p14:nvContentPartPr>
              <p14:xfrm>
                <a:off x="4035117" y="3547317"/>
                <a:ext cx="384120" cy="77760"/>
              </p14:xfrm>
            </p:contentPart>
          </mc:Choice>
          <mc:Fallback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2AD15613-9192-4829-8BD4-0D9133639C45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026117" y="3538317"/>
                  <a:ext cx="401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3" name="Entrada de lápiz 192">
                  <a:extLst>
                    <a:ext uri="{FF2B5EF4-FFF2-40B4-BE49-F238E27FC236}">
                      <a16:creationId xmlns:a16="http://schemas.microsoft.com/office/drawing/2014/main" id="{E6196896-4307-48EB-B32F-AFD3A175E10D}"/>
                    </a:ext>
                  </a:extLst>
                </p14:cNvPr>
                <p14:cNvContentPartPr/>
                <p14:nvPr/>
              </p14:nvContentPartPr>
              <p14:xfrm>
                <a:off x="4228077" y="3557037"/>
                <a:ext cx="228240" cy="227880"/>
              </p14:xfrm>
            </p:contentPart>
          </mc:Choice>
          <mc:Fallback>
            <p:pic>
              <p:nvPicPr>
                <p:cNvPr id="193" name="Entrada de lápiz 192">
                  <a:extLst>
                    <a:ext uri="{FF2B5EF4-FFF2-40B4-BE49-F238E27FC236}">
                      <a16:creationId xmlns:a16="http://schemas.microsoft.com/office/drawing/2014/main" id="{E6196896-4307-48EB-B32F-AFD3A175E10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219077" y="3548397"/>
                  <a:ext cx="2458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4" name="Entrada de lápiz 193">
                  <a:extLst>
                    <a:ext uri="{FF2B5EF4-FFF2-40B4-BE49-F238E27FC236}">
                      <a16:creationId xmlns:a16="http://schemas.microsoft.com/office/drawing/2014/main" id="{820B22E9-A715-4B7E-8BD6-F88D6B85B600}"/>
                    </a:ext>
                  </a:extLst>
                </p14:cNvPr>
                <p14:cNvContentPartPr/>
                <p14:nvPr/>
              </p14:nvContentPartPr>
              <p14:xfrm>
                <a:off x="4288557" y="3553437"/>
                <a:ext cx="433080" cy="199440"/>
              </p14:xfrm>
            </p:contentPart>
          </mc:Choice>
          <mc:Fallback>
            <p:pic>
              <p:nvPicPr>
                <p:cNvPr id="194" name="Entrada de lápiz 193">
                  <a:extLst>
                    <a:ext uri="{FF2B5EF4-FFF2-40B4-BE49-F238E27FC236}">
                      <a16:creationId xmlns:a16="http://schemas.microsoft.com/office/drawing/2014/main" id="{820B22E9-A715-4B7E-8BD6-F88D6B85B60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4279917" y="3544797"/>
                  <a:ext cx="450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5" name="Entrada de lápiz 194">
                  <a:extLst>
                    <a:ext uri="{FF2B5EF4-FFF2-40B4-BE49-F238E27FC236}">
                      <a16:creationId xmlns:a16="http://schemas.microsoft.com/office/drawing/2014/main" id="{9AA054A9-DC44-4898-A271-B2DD78F20399}"/>
                    </a:ext>
                  </a:extLst>
                </p14:cNvPr>
                <p14:cNvContentPartPr/>
                <p14:nvPr/>
              </p14:nvContentPartPr>
              <p14:xfrm>
                <a:off x="4559277" y="3567117"/>
                <a:ext cx="189720" cy="253800"/>
              </p14:xfrm>
            </p:contentPart>
          </mc:Choice>
          <mc:Fallback>
            <p:pic>
              <p:nvPicPr>
                <p:cNvPr id="195" name="Entrada de lápiz 194">
                  <a:extLst>
                    <a:ext uri="{FF2B5EF4-FFF2-40B4-BE49-F238E27FC236}">
                      <a16:creationId xmlns:a16="http://schemas.microsoft.com/office/drawing/2014/main" id="{9AA054A9-DC44-4898-A271-B2DD78F20399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4550637" y="3558117"/>
                  <a:ext cx="2073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6" name="Entrada de lápiz 195">
                  <a:extLst>
                    <a:ext uri="{FF2B5EF4-FFF2-40B4-BE49-F238E27FC236}">
                      <a16:creationId xmlns:a16="http://schemas.microsoft.com/office/drawing/2014/main" id="{E11AB7EB-AE56-4AB0-A265-970BC00344C7}"/>
                    </a:ext>
                  </a:extLst>
                </p14:cNvPr>
                <p14:cNvContentPartPr/>
                <p14:nvPr/>
              </p14:nvContentPartPr>
              <p14:xfrm>
                <a:off x="4811637" y="3587637"/>
                <a:ext cx="108720" cy="165240"/>
              </p14:xfrm>
            </p:contentPart>
          </mc:Choice>
          <mc:Fallback>
            <p:pic>
              <p:nvPicPr>
                <p:cNvPr id="196" name="Entrada de lápiz 195">
                  <a:extLst>
                    <a:ext uri="{FF2B5EF4-FFF2-40B4-BE49-F238E27FC236}">
                      <a16:creationId xmlns:a16="http://schemas.microsoft.com/office/drawing/2014/main" id="{E11AB7EB-AE56-4AB0-A265-970BC00344C7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802997" y="3578997"/>
                  <a:ext cx="126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7" name="Entrada de lápiz 196">
                  <a:extLst>
                    <a:ext uri="{FF2B5EF4-FFF2-40B4-BE49-F238E27FC236}">
                      <a16:creationId xmlns:a16="http://schemas.microsoft.com/office/drawing/2014/main" id="{9588A2A5-B219-4741-A247-1FE035C78E8F}"/>
                    </a:ext>
                  </a:extLst>
                </p14:cNvPr>
                <p14:cNvContentPartPr/>
                <p14:nvPr/>
              </p14:nvContentPartPr>
              <p14:xfrm>
                <a:off x="4765557" y="3574317"/>
                <a:ext cx="169560" cy="202320"/>
              </p14:xfrm>
            </p:contentPart>
          </mc:Choice>
          <mc:Fallback>
            <p:pic>
              <p:nvPicPr>
                <p:cNvPr id="197" name="Entrada de lápiz 196">
                  <a:extLst>
                    <a:ext uri="{FF2B5EF4-FFF2-40B4-BE49-F238E27FC236}">
                      <a16:creationId xmlns:a16="http://schemas.microsoft.com/office/drawing/2014/main" id="{9588A2A5-B219-4741-A247-1FE035C78E8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756917" y="3565317"/>
                  <a:ext cx="1872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8" name="Entrada de lápiz 197">
                  <a:extLst>
                    <a:ext uri="{FF2B5EF4-FFF2-40B4-BE49-F238E27FC236}">
                      <a16:creationId xmlns:a16="http://schemas.microsoft.com/office/drawing/2014/main" id="{CEE20CB4-55A2-41A4-B000-899C4B2049D6}"/>
                    </a:ext>
                  </a:extLst>
                </p14:cNvPr>
                <p14:cNvContentPartPr/>
                <p14:nvPr/>
              </p14:nvContentPartPr>
              <p14:xfrm>
                <a:off x="4981917" y="3496557"/>
                <a:ext cx="71640" cy="307800"/>
              </p14:xfrm>
            </p:contentPart>
          </mc:Choice>
          <mc:Fallback>
            <p:pic>
              <p:nvPicPr>
                <p:cNvPr id="198" name="Entrada de lápiz 197">
                  <a:extLst>
                    <a:ext uri="{FF2B5EF4-FFF2-40B4-BE49-F238E27FC236}">
                      <a16:creationId xmlns:a16="http://schemas.microsoft.com/office/drawing/2014/main" id="{CEE20CB4-55A2-41A4-B000-899C4B2049D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973277" y="3487917"/>
                  <a:ext cx="892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9" name="Entrada de lápiz 198">
                  <a:extLst>
                    <a:ext uri="{FF2B5EF4-FFF2-40B4-BE49-F238E27FC236}">
                      <a16:creationId xmlns:a16="http://schemas.microsoft.com/office/drawing/2014/main" id="{DCC0D38A-36CE-43B6-A3B1-9BA21E083324}"/>
                    </a:ext>
                  </a:extLst>
                </p14:cNvPr>
                <p14:cNvContentPartPr/>
                <p14:nvPr/>
              </p14:nvContentPartPr>
              <p14:xfrm>
                <a:off x="5166597" y="3440757"/>
                <a:ext cx="55440" cy="364680"/>
              </p14:xfrm>
            </p:contentPart>
          </mc:Choice>
          <mc:Fallback>
            <p:pic>
              <p:nvPicPr>
                <p:cNvPr id="199" name="Entrada de lápiz 198">
                  <a:extLst>
                    <a:ext uri="{FF2B5EF4-FFF2-40B4-BE49-F238E27FC236}">
                      <a16:creationId xmlns:a16="http://schemas.microsoft.com/office/drawing/2014/main" id="{DCC0D38A-36CE-43B6-A3B1-9BA21E08332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5157597" y="3432117"/>
                  <a:ext cx="7308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0" name="Entrada de lápiz 199">
                  <a:extLst>
                    <a:ext uri="{FF2B5EF4-FFF2-40B4-BE49-F238E27FC236}">
                      <a16:creationId xmlns:a16="http://schemas.microsoft.com/office/drawing/2014/main" id="{2CA5E403-A2FD-45EE-B406-02A893E2F458}"/>
                    </a:ext>
                  </a:extLst>
                </p14:cNvPr>
                <p14:cNvContentPartPr/>
                <p14:nvPr/>
              </p14:nvContentPartPr>
              <p14:xfrm>
                <a:off x="5237517" y="3312237"/>
                <a:ext cx="171720" cy="134280"/>
              </p14:xfrm>
            </p:contentPart>
          </mc:Choice>
          <mc:Fallback>
            <p:pic>
              <p:nvPicPr>
                <p:cNvPr id="200" name="Entrada de lápiz 199">
                  <a:extLst>
                    <a:ext uri="{FF2B5EF4-FFF2-40B4-BE49-F238E27FC236}">
                      <a16:creationId xmlns:a16="http://schemas.microsoft.com/office/drawing/2014/main" id="{2CA5E403-A2FD-45EE-B406-02A893E2F458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228877" y="3303597"/>
                  <a:ext cx="189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2552CA54-66DC-4290-A91A-AFBA37850694}"/>
                    </a:ext>
                  </a:extLst>
                </p14:cNvPr>
                <p14:cNvContentPartPr/>
                <p14:nvPr/>
              </p14:nvContentPartPr>
              <p14:xfrm>
                <a:off x="5477997" y="3394317"/>
                <a:ext cx="167760" cy="46692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2552CA54-66DC-4290-A91A-AFBA3785069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469357" y="3385677"/>
                  <a:ext cx="185400" cy="48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3">
            <p14:nvContentPartPr>
              <p14:cNvPr id="204" name="Entrada de lápiz 203">
                <a:extLst>
                  <a:ext uri="{FF2B5EF4-FFF2-40B4-BE49-F238E27FC236}">
                    <a16:creationId xmlns:a16="http://schemas.microsoft.com/office/drawing/2014/main" id="{E4989A75-6F16-4D6D-A27D-31CCBE64B4E9}"/>
                  </a:ext>
                </a:extLst>
              </p14:cNvPr>
              <p14:cNvContentPartPr/>
              <p14:nvPr/>
            </p14:nvContentPartPr>
            <p14:xfrm>
              <a:off x="5996037" y="3546237"/>
              <a:ext cx="145800" cy="14040"/>
            </p14:xfrm>
          </p:contentPart>
        </mc:Choice>
        <mc:Fallback>
          <p:pic>
            <p:nvPicPr>
              <p:cNvPr id="204" name="Entrada de lápiz 203">
                <a:extLst>
                  <a:ext uri="{FF2B5EF4-FFF2-40B4-BE49-F238E27FC236}">
                    <a16:creationId xmlns:a16="http://schemas.microsoft.com/office/drawing/2014/main" id="{E4989A75-6F16-4D6D-A27D-31CCBE64B4E9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5987397" y="3537597"/>
                <a:ext cx="16344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5">
            <p14:nvContentPartPr>
              <p14:cNvPr id="205" name="Entrada de lápiz 204">
                <a:extLst>
                  <a:ext uri="{FF2B5EF4-FFF2-40B4-BE49-F238E27FC236}">
                    <a16:creationId xmlns:a16="http://schemas.microsoft.com/office/drawing/2014/main" id="{608CE370-3F75-48FE-BD74-B961AA8B562D}"/>
                  </a:ext>
                </a:extLst>
              </p14:cNvPr>
              <p14:cNvContentPartPr/>
              <p14:nvPr/>
            </p14:nvContentPartPr>
            <p14:xfrm>
              <a:off x="5976237" y="3659997"/>
              <a:ext cx="162720" cy="26640"/>
            </p14:xfrm>
          </p:contentPart>
        </mc:Choice>
        <mc:Fallback>
          <p:pic>
            <p:nvPicPr>
              <p:cNvPr id="205" name="Entrada de lápiz 204">
                <a:extLst>
                  <a:ext uri="{FF2B5EF4-FFF2-40B4-BE49-F238E27FC236}">
                    <a16:creationId xmlns:a16="http://schemas.microsoft.com/office/drawing/2014/main" id="{608CE370-3F75-48FE-BD74-B961AA8B562D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5967237" y="3650997"/>
                <a:ext cx="18036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upo 224">
            <a:extLst>
              <a:ext uri="{FF2B5EF4-FFF2-40B4-BE49-F238E27FC236}">
                <a16:creationId xmlns:a16="http://schemas.microsoft.com/office/drawing/2014/main" id="{5588F3B5-F4F3-493D-A1D0-1A1592AEE0C9}"/>
              </a:ext>
            </a:extLst>
          </p:cNvPr>
          <p:cNvGrpSpPr/>
          <p:nvPr/>
        </p:nvGrpSpPr>
        <p:grpSpPr>
          <a:xfrm>
            <a:off x="6541437" y="3218997"/>
            <a:ext cx="1519920" cy="507240"/>
            <a:chOff x="6541437" y="3218997"/>
            <a:chExt cx="1519920" cy="50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6F986E7B-4919-45ED-B1FB-33B5724086BD}"/>
                    </a:ext>
                  </a:extLst>
                </p14:cNvPr>
                <p14:cNvContentPartPr/>
                <p14:nvPr/>
              </p14:nvContentPartPr>
              <p14:xfrm>
                <a:off x="6622437" y="3416637"/>
                <a:ext cx="157680" cy="1764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6F986E7B-4919-45ED-B1FB-33B5724086B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613797" y="3407637"/>
                  <a:ext cx="1753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17AFB821-83C8-4E7A-8A57-A769FD979B1F}"/>
                    </a:ext>
                  </a:extLst>
                </p14:cNvPr>
                <p14:cNvContentPartPr/>
                <p14:nvPr/>
              </p14:nvContentPartPr>
              <p14:xfrm>
                <a:off x="6548637" y="3442557"/>
                <a:ext cx="223200" cy="28368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17AFB821-83C8-4E7A-8A57-A769FD979B1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539997" y="3433917"/>
                  <a:ext cx="2408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FFA77C8B-B55C-4769-9E2A-E9AA03A33D6B}"/>
                    </a:ext>
                  </a:extLst>
                </p14:cNvPr>
                <p14:cNvContentPartPr/>
                <p14:nvPr/>
              </p14:nvContentPartPr>
              <p14:xfrm>
                <a:off x="6541437" y="3402957"/>
                <a:ext cx="549360" cy="23292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FFA77C8B-B55C-4769-9E2A-E9AA03A33D6B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532437" y="3394317"/>
                  <a:ext cx="5670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7CA9F780-55B1-495E-83CA-9CEC4CE4D397}"/>
                    </a:ext>
                  </a:extLst>
                </p14:cNvPr>
                <p14:cNvContentPartPr/>
                <p14:nvPr/>
              </p14:nvContentPartPr>
              <p14:xfrm>
                <a:off x="7086477" y="3410157"/>
                <a:ext cx="213840" cy="22284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7CA9F780-55B1-495E-83CA-9CEC4CE4D39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077477" y="3401517"/>
                  <a:ext cx="2314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555AB0F2-80E4-4740-92F6-A31ABC1717BD}"/>
                    </a:ext>
                  </a:extLst>
                </p14:cNvPr>
                <p14:cNvContentPartPr/>
                <p14:nvPr/>
              </p14:nvContentPartPr>
              <p14:xfrm>
                <a:off x="7120317" y="3397557"/>
                <a:ext cx="186840" cy="24300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555AB0F2-80E4-4740-92F6-A31ABC1717B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111677" y="3388917"/>
                  <a:ext cx="2044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E4DEDB07-3952-4546-B771-FE10EE8FC1DE}"/>
                    </a:ext>
                  </a:extLst>
                </p14:cNvPr>
                <p14:cNvContentPartPr/>
                <p14:nvPr/>
              </p14:nvContentPartPr>
              <p14:xfrm>
                <a:off x="7394997" y="3316917"/>
                <a:ext cx="150840" cy="10872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E4DEDB07-3952-4546-B771-FE10EE8FC1DE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386357" y="3307917"/>
                  <a:ext cx="168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7D2B8F89-9126-4B09-BD2B-779999F88FC6}"/>
                    </a:ext>
                  </a:extLst>
                </p14:cNvPr>
                <p14:cNvContentPartPr/>
                <p14:nvPr/>
              </p14:nvContentPartPr>
              <p14:xfrm>
                <a:off x="7656717" y="3218997"/>
                <a:ext cx="105840" cy="35136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7D2B8F89-9126-4B09-BD2B-779999F88FC6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647717" y="3210357"/>
                  <a:ext cx="12348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D64E7655-70C9-4355-87D3-14A5E7BBEDD7}"/>
                    </a:ext>
                  </a:extLst>
                </p14:cNvPr>
                <p14:cNvContentPartPr/>
                <p14:nvPr/>
              </p14:nvContentPartPr>
              <p14:xfrm>
                <a:off x="7928157" y="3411237"/>
                <a:ext cx="133200" cy="2304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D64E7655-70C9-4355-87D3-14A5E7BBEDD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919517" y="3402237"/>
                  <a:ext cx="15084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upo 223">
            <a:extLst>
              <a:ext uri="{FF2B5EF4-FFF2-40B4-BE49-F238E27FC236}">
                <a16:creationId xmlns:a16="http://schemas.microsoft.com/office/drawing/2014/main" id="{07AEDD9C-FECB-44E3-82BC-7E2ACEEA930E}"/>
              </a:ext>
            </a:extLst>
          </p:cNvPr>
          <p:cNvGrpSpPr/>
          <p:nvPr/>
        </p:nvGrpSpPr>
        <p:grpSpPr>
          <a:xfrm>
            <a:off x="8400837" y="3061317"/>
            <a:ext cx="1321560" cy="652320"/>
            <a:chOff x="8400837" y="3061317"/>
            <a:chExt cx="1321560" cy="65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9528C06F-7F92-4CD9-8E49-1EF32DC22148}"/>
                    </a:ext>
                  </a:extLst>
                </p14:cNvPr>
                <p14:cNvContentPartPr/>
                <p14:nvPr/>
              </p14:nvContentPartPr>
              <p14:xfrm>
                <a:off x="8542317" y="3337077"/>
                <a:ext cx="216720" cy="3276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9528C06F-7F92-4CD9-8E49-1EF32DC22148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533677" y="3328437"/>
                  <a:ext cx="234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DAC84653-175C-4A7B-8D8E-43A503561825}"/>
                    </a:ext>
                  </a:extLst>
                </p14:cNvPr>
                <p14:cNvContentPartPr/>
                <p14:nvPr/>
              </p14:nvContentPartPr>
              <p14:xfrm>
                <a:off x="8580837" y="3357957"/>
                <a:ext cx="222480" cy="22212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DAC84653-175C-4A7B-8D8E-43A50356182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571837" y="3348957"/>
                  <a:ext cx="240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ED51A4E0-FBCB-4601-B5BA-50752D7F744F}"/>
                    </a:ext>
                  </a:extLst>
                </p14:cNvPr>
                <p14:cNvContentPartPr/>
                <p14:nvPr/>
              </p14:nvContentPartPr>
              <p14:xfrm>
                <a:off x="8600637" y="3298557"/>
                <a:ext cx="461160" cy="19764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ED51A4E0-FBCB-4601-B5BA-50752D7F744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591637" y="3289557"/>
                  <a:ext cx="4788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149C839B-86F4-4473-8DA9-C4B8B28A2DBE}"/>
                    </a:ext>
                  </a:extLst>
                </p14:cNvPr>
                <p14:cNvContentPartPr/>
                <p14:nvPr/>
              </p14:nvContentPartPr>
              <p14:xfrm>
                <a:off x="9056397" y="3330957"/>
                <a:ext cx="162720" cy="14904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149C839B-86F4-4473-8DA9-C4B8B28A2DB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047757" y="3321957"/>
                  <a:ext cx="1803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3A3BD9DB-FFD4-4B2C-B882-95C7803E0FB0}"/>
                    </a:ext>
                  </a:extLst>
                </p14:cNvPr>
                <p14:cNvContentPartPr/>
                <p14:nvPr/>
              </p14:nvContentPartPr>
              <p14:xfrm>
                <a:off x="9076557" y="3211797"/>
                <a:ext cx="304920" cy="29772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3A3BD9DB-FFD4-4B2C-B882-95C7803E0FB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67557" y="3203157"/>
                  <a:ext cx="3225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BA578F9A-644C-4A3E-8DDD-302310DC1BF2}"/>
                    </a:ext>
                  </a:extLst>
                </p14:cNvPr>
                <p14:cNvContentPartPr/>
                <p14:nvPr/>
              </p14:nvContentPartPr>
              <p14:xfrm>
                <a:off x="8400837" y="3338157"/>
                <a:ext cx="264240" cy="37548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BA578F9A-644C-4A3E-8DDD-302310DC1BF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391837" y="3329157"/>
                  <a:ext cx="28188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AF059818-295E-413F-A328-0DE1D66BCECA}"/>
                    </a:ext>
                  </a:extLst>
                </p14:cNvPr>
                <p14:cNvContentPartPr/>
                <p14:nvPr/>
              </p14:nvContentPartPr>
              <p14:xfrm>
                <a:off x="9440157" y="3130797"/>
                <a:ext cx="106200" cy="35892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AF059818-295E-413F-A328-0DE1D66BCEC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431517" y="3121797"/>
                  <a:ext cx="1238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42A9708C-2843-4647-A43C-F7A9CDA5A42C}"/>
                    </a:ext>
                  </a:extLst>
                </p14:cNvPr>
                <p14:cNvContentPartPr/>
                <p14:nvPr/>
              </p14:nvContentPartPr>
              <p14:xfrm>
                <a:off x="9548517" y="3061317"/>
                <a:ext cx="173880" cy="15840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42A9708C-2843-4647-A43C-F7A9CDA5A42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539877" y="3052317"/>
                  <a:ext cx="19152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9">
            <p14:nvContentPartPr>
              <p14:cNvPr id="226" name="Entrada de lápiz 225">
                <a:extLst>
                  <a:ext uri="{FF2B5EF4-FFF2-40B4-BE49-F238E27FC236}">
                    <a16:creationId xmlns:a16="http://schemas.microsoft.com/office/drawing/2014/main" id="{20C9EF9D-4A64-43F5-9B3D-E5DC94B6A78A}"/>
                  </a:ext>
                </a:extLst>
              </p14:cNvPr>
              <p14:cNvContentPartPr/>
              <p14:nvPr/>
            </p14:nvContentPartPr>
            <p14:xfrm>
              <a:off x="9020757" y="3618597"/>
              <a:ext cx="296640" cy="69120"/>
            </p14:xfrm>
          </p:contentPart>
        </mc:Choice>
        <mc:Fallback>
          <p:pic>
            <p:nvPicPr>
              <p:cNvPr id="226" name="Entrada de lápiz 225">
                <a:extLst>
                  <a:ext uri="{FF2B5EF4-FFF2-40B4-BE49-F238E27FC236}">
                    <a16:creationId xmlns:a16="http://schemas.microsoft.com/office/drawing/2014/main" id="{20C9EF9D-4A64-43F5-9B3D-E5DC94B6A78A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9011757" y="3609957"/>
                <a:ext cx="3142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27" name="Entrada de lápiz 226">
                <a:extLst>
                  <a:ext uri="{FF2B5EF4-FFF2-40B4-BE49-F238E27FC236}">
                    <a16:creationId xmlns:a16="http://schemas.microsoft.com/office/drawing/2014/main" id="{6D644C9C-E6A6-49D5-832E-6BDD3E1C29FB}"/>
                  </a:ext>
                </a:extLst>
              </p14:cNvPr>
              <p14:cNvContentPartPr/>
              <p14:nvPr/>
            </p14:nvContentPartPr>
            <p14:xfrm>
              <a:off x="9709797" y="2285157"/>
              <a:ext cx="271080" cy="86040"/>
            </p14:xfrm>
          </p:contentPart>
        </mc:Choice>
        <mc:Fallback>
          <p:pic>
            <p:nvPicPr>
              <p:cNvPr id="227" name="Entrada de lápiz 226">
                <a:extLst>
                  <a:ext uri="{FF2B5EF4-FFF2-40B4-BE49-F238E27FC236}">
                    <a16:creationId xmlns:a16="http://schemas.microsoft.com/office/drawing/2014/main" id="{6D644C9C-E6A6-49D5-832E-6BDD3E1C29FB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9701157" y="2276517"/>
                <a:ext cx="28872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3">
            <p14:nvContentPartPr>
              <p14:cNvPr id="228" name="Entrada de lápiz 227">
                <a:extLst>
                  <a:ext uri="{FF2B5EF4-FFF2-40B4-BE49-F238E27FC236}">
                    <a16:creationId xmlns:a16="http://schemas.microsoft.com/office/drawing/2014/main" id="{A21A9A47-61A6-4CFF-9F9F-61796C599856}"/>
                  </a:ext>
                </a:extLst>
              </p14:cNvPr>
              <p14:cNvContentPartPr/>
              <p14:nvPr/>
            </p14:nvContentPartPr>
            <p14:xfrm>
              <a:off x="733197" y="1672797"/>
              <a:ext cx="1170360" cy="412560"/>
            </p14:xfrm>
          </p:contentPart>
        </mc:Choice>
        <mc:Fallback>
          <p:pic>
            <p:nvPicPr>
              <p:cNvPr id="228" name="Entrada de lápiz 227">
                <a:extLst>
                  <a:ext uri="{FF2B5EF4-FFF2-40B4-BE49-F238E27FC236}">
                    <a16:creationId xmlns:a16="http://schemas.microsoft.com/office/drawing/2014/main" id="{A21A9A47-61A6-4CFF-9F9F-61796C599856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715557" y="1637157"/>
                <a:ext cx="1206000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5">
            <p14:nvContentPartPr>
              <p14:cNvPr id="229" name="Entrada de lápiz 228">
                <a:extLst>
                  <a:ext uri="{FF2B5EF4-FFF2-40B4-BE49-F238E27FC236}">
                    <a16:creationId xmlns:a16="http://schemas.microsoft.com/office/drawing/2014/main" id="{61F73A59-0233-4F41-9F82-1469A7A501C6}"/>
                  </a:ext>
                </a:extLst>
              </p14:cNvPr>
              <p14:cNvContentPartPr/>
              <p14:nvPr/>
            </p14:nvContentPartPr>
            <p14:xfrm>
              <a:off x="8543757" y="3219357"/>
              <a:ext cx="817920" cy="448560"/>
            </p14:xfrm>
          </p:contentPart>
        </mc:Choice>
        <mc:Fallback>
          <p:pic>
            <p:nvPicPr>
              <p:cNvPr id="229" name="Entrada de lápiz 228">
                <a:extLst>
                  <a:ext uri="{FF2B5EF4-FFF2-40B4-BE49-F238E27FC236}">
                    <a16:creationId xmlns:a16="http://schemas.microsoft.com/office/drawing/2014/main" id="{61F73A59-0233-4F41-9F82-1469A7A501C6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8525757" y="3183717"/>
                <a:ext cx="853560" cy="52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5" name="Grupo 234">
            <a:extLst>
              <a:ext uri="{FF2B5EF4-FFF2-40B4-BE49-F238E27FC236}">
                <a16:creationId xmlns:a16="http://schemas.microsoft.com/office/drawing/2014/main" id="{D96F307E-B440-496E-A1C0-E38D95594265}"/>
              </a:ext>
            </a:extLst>
          </p:cNvPr>
          <p:cNvGrpSpPr/>
          <p:nvPr/>
        </p:nvGrpSpPr>
        <p:grpSpPr>
          <a:xfrm>
            <a:off x="1487757" y="4152477"/>
            <a:ext cx="368280" cy="285120"/>
            <a:chOff x="1487757" y="4152477"/>
            <a:chExt cx="36828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02E7E98D-8FB6-4403-8E33-203C6E8FEBE2}"/>
                    </a:ext>
                  </a:extLst>
                </p14:cNvPr>
                <p14:cNvContentPartPr/>
                <p14:nvPr/>
              </p14:nvContentPartPr>
              <p14:xfrm>
                <a:off x="1487757" y="4203597"/>
                <a:ext cx="183600" cy="23400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02E7E98D-8FB6-4403-8E33-203C6E8FEBE2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479117" y="4194597"/>
                  <a:ext cx="201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7F5681C1-8D77-466B-BC7B-279119DE9D6E}"/>
                    </a:ext>
                  </a:extLst>
                </p14:cNvPr>
                <p14:cNvContentPartPr/>
                <p14:nvPr/>
              </p14:nvContentPartPr>
              <p14:xfrm>
                <a:off x="1497837" y="4249317"/>
                <a:ext cx="162720" cy="17244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7F5681C1-8D77-466B-BC7B-279119DE9D6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489197" y="4240677"/>
                  <a:ext cx="1803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F9BDA82D-A7C4-4EDC-AE1E-0278AA8A7274}"/>
                    </a:ext>
                  </a:extLst>
                </p14:cNvPr>
                <p14:cNvContentPartPr/>
                <p14:nvPr/>
              </p14:nvContentPartPr>
              <p14:xfrm>
                <a:off x="1687197" y="4152477"/>
                <a:ext cx="168840" cy="12348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F9BDA82D-A7C4-4EDC-AE1E-0278AA8A7274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678557" y="4143477"/>
                  <a:ext cx="1864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upo 237">
            <a:extLst>
              <a:ext uri="{FF2B5EF4-FFF2-40B4-BE49-F238E27FC236}">
                <a16:creationId xmlns:a16="http://schemas.microsoft.com/office/drawing/2014/main" id="{65FF9BA1-6CC8-43C4-9807-189F8FBF76F6}"/>
              </a:ext>
            </a:extLst>
          </p:cNvPr>
          <p:cNvGrpSpPr/>
          <p:nvPr/>
        </p:nvGrpSpPr>
        <p:grpSpPr>
          <a:xfrm>
            <a:off x="2491797" y="4158237"/>
            <a:ext cx="171720" cy="297000"/>
            <a:chOff x="2491797" y="4158237"/>
            <a:chExt cx="171720" cy="29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E266AAB8-0C0B-4132-AA7A-8187FF9838FA}"/>
                    </a:ext>
                  </a:extLst>
                </p14:cNvPr>
                <p14:cNvContentPartPr/>
                <p14:nvPr/>
              </p14:nvContentPartPr>
              <p14:xfrm>
                <a:off x="2525277" y="4182357"/>
                <a:ext cx="23040" cy="27288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E266AAB8-0C0B-4132-AA7A-8187FF9838F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516277" y="4173717"/>
                  <a:ext cx="406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1A7CA4BF-A6E4-451F-A590-E47A21A70E8C}"/>
                    </a:ext>
                  </a:extLst>
                </p14:cNvPr>
                <p14:cNvContentPartPr/>
                <p14:nvPr/>
              </p14:nvContentPartPr>
              <p14:xfrm>
                <a:off x="2491797" y="4158237"/>
                <a:ext cx="171720" cy="15660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1A7CA4BF-A6E4-451F-A590-E47A21A70E8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2483157" y="4149237"/>
                  <a:ext cx="18936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upo 245">
            <a:extLst>
              <a:ext uri="{FF2B5EF4-FFF2-40B4-BE49-F238E27FC236}">
                <a16:creationId xmlns:a16="http://schemas.microsoft.com/office/drawing/2014/main" id="{81101DDF-D38E-474C-8E90-73D40634095B}"/>
              </a:ext>
            </a:extLst>
          </p:cNvPr>
          <p:cNvGrpSpPr/>
          <p:nvPr/>
        </p:nvGrpSpPr>
        <p:grpSpPr>
          <a:xfrm>
            <a:off x="2777277" y="4114317"/>
            <a:ext cx="783360" cy="298800"/>
            <a:chOff x="2777277" y="4114317"/>
            <a:chExt cx="78336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7384C6B7-B611-405E-A2C8-0FB6925AE9C8}"/>
                    </a:ext>
                  </a:extLst>
                </p14:cNvPr>
                <p14:cNvContentPartPr/>
                <p14:nvPr/>
              </p14:nvContentPartPr>
              <p14:xfrm>
                <a:off x="2777277" y="4125837"/>
                <a:ext cx="77040" cy="26748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7384C6B7-B611-405E-A2C8-0FB6925AE9C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2768277" y="4117197"/>
                  <a:ext cx="946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9AFF110D-AFED-4973-8D9B-E572BDB6F3A5}"/>
                    </a:ext>
                  </a:extLst>
                </p14:cNvPr>
                <p14:cNvContentPartPr/>
                <p14:nvPr/>
              </p14:nvContentPartPr>
              <p14:xfrm>
                <a:off x="2874837" y="4201797"/>
                <a:ext cx="121680" cy="16452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9AFF110D-AFED-4973-8D9B-E572BDB6F3A5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865837" y="4192797"/>
                  <a:ext cx="1393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74E8B7EE-9C78-4A1D-B996-1A30234FAD04}"/>
                    </a:ext>
                  </a:extLst>
                </p14:cNvPr>
                <p14:cNvContentPartPr/>
                <p14:nvPr/>
              </p14:nvContentPartPr>
              <p14:xfrm>
                <a:off x="2899677" y="4197117"/>
                <a:ext cx="78480" cy="17892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74E8B7EE-9C78-4A1D-B996-1A30234FAD0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891037" y="4188117"/>
                  <a:ext cx="96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1A8184E9-F4B0-425D-B7CB-04A50ECF3831}"/>
                    </a:ext>
                  </a:extLst>
                </p14:cNvPr>
                <p14:cNvContentPartPr/>
                <p14:nvPr/>
              </p14:nvContentPartPr>
              <p14:xfrm>
                <a:off x="3058077" y="4283517"/>
                <a:ext cx="132480" cy="6516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1A8184E9-F4B0-425D-B7CB-04A50ECF3831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049077" y="4274877"/>
                  <a:ext cx="1501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852FDEF0-5887-4913-BD9C-F4CE38E009BB}"/>
                    </a:ext>
                  </a:extLst>
                </p14:cNvPr>
                <p14:cNvContentPartPr/>
                <p14:nvPr/>
              </p14:nvContentPartPr>
              <p14:xfrm>
                <a:off x="3263277" y="4239597"/>
                <a:ext cx="88920" cy="11412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852FDEF0-5887-4913-BD9C-F4CE38E009B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3254637" y="4230597"/>
                  <a:ext cx="1065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B5CB3630-F29D-43E3-9FA7-5750E974E025}"/>
                    </a:ext>
                  </a:extLst>
                </p14:cNvPr>
                <p14:cNvContentPartPr/>
                <p14:nvPr/>
              </p14:nvContentPartPr>
              <p14:xfrm>
                <a:off x="3347157" y="4234197"/>
                <a:ext cx="117000" cy="10584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B5CB3630-F29D-43E3-9FA7-5750E974E025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3338517" y="4225197"/>
                  <a:ext cx="1346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5ACF8BDE-E252-456A-A59A-2E2FDB46DEB2}"/>
                    </a:ext>
                  </a:extLst>
                </p14:cNvPr>
                <p14:cNvContentPartPr/>
                <p14:nvPr/>
              </p14:nvContentPartPr>
              <p14:xfrm>
                <a:off x="3488997" y="4114317"/>
                <a:ext cx="71640" cy="29880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5ACF8BDE-E252-456A-A59A-2E2FDB46DEB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3479997" y="4105317"/>
                  <a:ext cx="89280" cy="31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1">
            <p14:nvContentPartPr>
              <p14:cNvPr id="247" name="Entrada de lápiz 246">
                <a:extLst>
                  <a:ext uri="{FF2B5EF4-FFF2-40B4-BE49-F238E27FC236}">
                    <a16:creationId xmlns:a16="http://schemas.microsoft.com/office/drawing/2014/main" id="{F9111FC8-8EB7-4CC4-9E68-4430D379BB56}"/>
                  </a:ext>
                </a:extLst>
              </p14:cNvPr>
              <p14:cNvContentPartPr/>
              <p14:nvPr/>
            </p14:nvContentPartPr>
            <p14:xfrm>
              <a:off x="1518717" y="4623717"/>
              <a:ext cx="129240" cy="161640"/>
            </p14:xfrm>
          </p:contentPart>
        </mc:Choice>
        <mc:Fallback>
          <p:pic>
            <p:nvPicPr>
              <p:cNvPr id="247" name="Entrada de lápiz 246">
                <a:extLst>
                  <a:ext uri="{FF2B5EF4-FFF2-40B4-BE49-F238E27FC236}">
                    <a16:creationId xmlns:a16="http://schemas.microsoft.com/office/drawing/2014/main" id="{F9111FC8-8EB7-4CC4-9E68-4430D379BB56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1510077" y="4615077"/>
                <a:ext cx="1468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3">
            <p14:nvContentPartPr>
              <p14:cNvPr id="248" name="Entrada de lápiz 247">
                <a:extLst>
                  <a:ext uri="{FF2B5EF4-FFF2-40B4-BE49-F238E27FC236}">
                    <a16:creationId xmlns:a16="http://schemas.microsoft.com/office/drawing/2014/main" id="{10788982-5571-4DB5-B220-47F3FD81EE43}"/>
                  </a:ext>
                </a:extLst>
              </p14:cNvPr>
              <p14:cNvContentPartPr/>
              <p14:nvPr/>
            </p14:nvContentPartPr>
            <p14:xfrm>
              <a:off x="5702637" y="1369317"/>
              <a:ext cx="1440" cy="360"/>
            </p14:xfrm>
          </p:contentPart>
        </mc:Choice>
        <mc:Fallback>
          <p:pic>
            <p:nvPicPr>
              <p:cNvPr id="248" name="Entrada de lápiz 247">
                <a:extLst>
                  <a:ext uri="{FF2B5EF4-FFF2-40B4-BE49-F238E27FC236}">
                    <a16:creationId xmlns:a16="http://schemas.microsoft.com/office/drawing/2014/main" id="{10788982-5571-4DB5-B220-47F3FD81EE4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693637" y="1360677"/>
                <a:ext cx="1908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upo 252">
            <a:extLst>
              <a:ext uri="{FF2B5EF4-FFF2-40B4-BE49-F238E27FC236}">
                <a16:creationId xmlns:a16="http://schemas.microsoft.com/office/drawing/2014/main" id="{812EF913-BFFE-4330-B5FC-D19BFC51CB7E}"/>
              </a:ext>
            </a:extLst>
          </p:cNvPr>
          <p:cNvGrpSpPr/>
          <p:nvPr/>
        </p:nvGrpSpPr>
        <p:grpSpPr>
          <a:xfrm>
            <a:off x="2794557" y="4548477"/>
            <a:ext cx="242280" cy="270000"/>
            <a:chOff x="2794557" y="4548477"/>
            <a:chExt cx="242280" cy="2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8FADC63B-E8C3-4CB2-B379-2275835CC669}"/>
                    </a:ext>
                  </a:extLst>
                </p14:cNvPr>
                <p14:cNvContentPartPr/>
                <p14:nvPr/>
              </p14:nvContentPartPr>
              <p14:xfrm>
                <a:off x="2794557" y="4583037"/>
                <a:ext cx="22680" cy="5148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8FADC63B-E8C3-4CB2-B379-2275835CC66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785557" y="4574037"/>
                  <a:ext cx="403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68426F07-71EF-4310-BE5B-05E2F5933B40}"/>
                    </a:ext>
                  </a:extLst>
                </p14:cNvPr>
                <p14:cNvContentPartPr/>
                <p14:nvPr/>
              </p14:nvContentPartPr>
              <p14:xfrm>
                <a:off x="2812557" y="4548477"/>
                <a:ext cx="132840" cy="23868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68426F07-71EF-4310-BE5B-05E2F5933B4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803557" y="4539837"/>
                  <a:ext cx="1504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C4C7CD31-BB74-489E-AEA3-58DBD5619BE9}"/>
                    </a:ext>
                  </a:extLst>
                </p14:cNvPr>
                <p14:cNvContentPartPr/>
                <p14:nvPr/>
              </p14:nvContentPartPr>
              <p14:xfrm>
                <a:off x="2940357" y="4649637"/>
                <a:ext cx="82080" cy="8064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C4C7CD31-BB74-489E-AEA3-58DBD5619BE9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931717" y="4640637"/>
                  <a:ext cx="997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52" name="Entrada de lápiz 251">
                  <a:extLst>
                    <a:ext uri="{FF2B5EF4-FFF2-40B4-BE49-F238E27FC236}">
                      <a16:creationId xmlns:a16="http://schemas.microsoft.com/office/drawing/2014/main" id="{9BBB4CE8-49A2-4FF8-8A2D-3380BDD74D41}"/>
                    </a:ext>
                  </a:extLst>
                </p14:cNvPr>
                <p14:cNvContentPartPr/>
                <p14:nvPr/>
              </p14:nvContentPartPr>
              <p14:xfrm>
                <a:off x="2929917" y="4717317"/>
                <a:ext cx="106920" cy="101160"/>
              </p14:xfrm>
            </p:contentPart>
          </mc:Choice>
          <mc:Fallback>
            <p:pic>
              <p:nvPicPr>
                <p:cNvPr id="252" name="Entrada de lápiz 251">
                  <a:extLst>
                    <a:ext uri="{FF2B5EF4-FFF2-40B4-BE49-F238E27FC236}">
                      <a16:creationId xmlns:a16="http://schemas.microsoft.com/office/drawing/2014/main" id="{9BBB4CE8-49A2-4FF8-8A2D-3380BDD74D4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920917" y="4708317"/>
                  <a:ext cx="12456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upo 255">
            <a:extLst>
              <a:ext uri="{FF2B5EF4-FFF2-40B4-BE49-F238E27FC236}">
                <a16:creationId xmlns:a16="http://schemas.microsoft.com/office/drawing/2014/main" id="{BCF045B5-E315-429D-AF27-E43F2ACA3672}"/>
              </a:ext>
            </a:extLst>
          </p:cNvPr>
          <p:cNvGrpSpPr/>
          <p:nvPr/>
        </p:nvGrpSpPr>
        <p:grpSpPr>
          <a:xfrm>
            <a:off x="1518717" y="4968957"/>
            <a:ext cx="149760" cy="180360"/>
            <a:chOff x="1518717" y="4968957"/>
            <a:chExt cx="149760" cy="18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54" name="Entrada de lápiz 253">
                  <a:extLst>
                    <a:ext uri="{FF2B5EF4-FFF2-40B4-BE49-F238E27FC236}">
                      <a16:creationId xmlns:a16="http://schemas.microsoft.com/office/drawing/2014/main" id="{72A1EE44-72A9-48A2-B691-B873AC7957D6}"/>
                    </a:ext>
                  </a:extLst>
                </p14:cNvPr>
                <p14:cNvContentPartPr/>
                <p14:nvPr/>
              </p14:nvContentPartPr>
              <p14:xfrm>
                <a:off x="1523757" y="4968957"/>
                <a:ext cx="64800" cy="174600"/>
              </p14:xfrm>
            </p:contentPart>
          </mc:Choice>
          <mc:Fallback>
            <p:pic>
              <p:nvPicPr>
                <p:cNvPr id="254" name="Entrada de lápiz 253">
                  <a:extLst>
                    <a:ext uri="{FF2B5EF4-FFF2-40B4-BE49-F238E27FC236}">
                      <a16:creationId xmlns:a16="http://schemas.microsoft.com/office/drawing/2014/main" id="{72A1EE44-72A9-48A2-B691-B873AC7957D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515117" y="4959957"/>
                  <a:ext cx="82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55" name="Entrada de lápiz 254">
                  <a:extLst>
                    <a:ext uri="{FF2B5EF4-FFF2-40B4-BE49-F238E27FC236}">
                      <a16:creationId xmlns:a16="http://schemas.microsoft.com/office/drawing/2014/main" id="{31D42F15-434A-4446-A104-AF57EAE1D6A0}"/>
                    </a:ext>
                  </a:extLst>
                </p14:cNvPr>
                <p14:cNvContentPartPr/>
                <p14:nvPr/>
              </p14:nvContentPartPr>
              <p14:xfrm>
                <a:off x="1518717" y="5126277"/>
                <a:ext cx="149760" cy="23040"/>
              </p14:xfrm>
            </p:contentPart>
          </mc:Choice>
          <mc:Fallback>
            <p:pic>
              <p:nvPicPr>
                <p:cNvPr id="255" name="Entrada de lápiz 254">
                  <a:extLst>
                    <a:ext uri="{FF2B5EF4-FFF2-40B4-BE49-F238E27FC236}">
                      <a16:creationId xmlns:a16="http://schemas.microsoft.com/office/drawing/2014/main" id="{31D42F15-434A-4446-A104-AF57EAE1D6A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510077" y="5117637"/>
                  <a:ext cx="16740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upo 260">
            <a:extLst>
              <a:ext uri="{FF2B5EF4-FFF2-40B4-BE49-F238E27FC236}">
                <a16:creationId xmlns:a16="http://schemas.microsoft.com/office/drawing/2014/main" id="{1CC1284A-BB33-43D9-9320-1F5C0617EDDB}"/>
              </a:ext>
            </a:extLst>
          </p:cNvPr>
          <p:cNvGrpSpPr/>
          <p:nvPr/>
        </p:nvGrpSpPr>
        <p:grpSpPr>
          <a:xfrm>
            <a:off x="2682237" y="4918197"/>
            <a:ext cx="412200" cy="247680"/>
            <a:chOff x="2682237" y="4918197"/>
            <a:chExt cx="41220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7" name="Entrada de lápiz 256">
                  <a:extLst>
                    <a:ext uri="{FF2B5EF4-FFF2-40B4-BE49-F238E27FC236}">
                      <a16:creationId xmlns:a16="http://schemas.microsoft.com/office/drawing/2014/main" id="{43FA42A6-7302-4663-8CE1-66FD9990590D}"/>
                    </a:ext>
                  </a:extLst>
                </p14:cNvPr>
                <p14:cNvContentPartPr/>
                <p14:nvPr/>
              </p14:nvContentPartPr>
              <p14:xfrm>
                <a:off x="2682237" y="4918197"/>
                <a:ext cx="134280" cy="132120"/>
              </p14:xfrm>
            </p:contentPart>
          </mc:Choice>
          <mc:Fallback>
            <p:pic>
              <p:nvPicPr>
                <p:cNvPr id="257" name="Entrada de lápiz 256">
                  <a:extLst>
                    <a:ext uri="{FF2B5EF4-FFF2-40B4-BE49-F238E27FC236}">
                      <a16:creationId xmlns:a16="http://schemas.microsoft.com/office/drawing/2014/main" id="{43FA42A6-7302-4663-8CE1-66FD9990590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673597" y="4909557"/>
                  <a:ext cx="1519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58" name="Entrada de lápiz 257">
                  <a:extLst>
                    <a:ext uri="{FF2B5EF4-FFF2-40B4-BE49-F238E27FC236}">
                      <a16:creationId xmlns:a16="http://schemas.microsoft.com/office/drawing/2014/main" id="{F735F10B-0DE0-40A5-9B99-FE9B5F58D740}"/>
                    </a:ext>
                  </a:extLst>
                </p14:cNvPr>
                <p14:cNvContentPartPr/>
                <p14:nvPr/>
              </p14:nvContentPartPr>
              <p14:xfrm>
                <a:off x="2833437" y="4933677"/>
                <a:ext cx="94680" cy="205560"/>
              </p14:xfrm>
            </p:contentPart>
          </mc:Choice>
          <mc:Fallback>
            <p:pic>
              <p:nvPicPr>
                <p:cNvPr id="258" name="Entrada de lápiz 257">
                  <a:extLst>
                    <a:ext uri="{FF2B5EF4-FFF2-40B4-BE49-F238E27FC236}">
                      <a16:creationId xmlns:a16="http://schemas.microsoft.com/office/drawing/2014/main" id="{F735F10B-0DE0-40A5-9B99-FE9B5F58D74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824797" y="4924677"/>
                  <a:ext cx="112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59" name="Entrada de lápiz 258">
                  <a:extLst>
                    <a:ext uri="{FF2B5EF4-FFF2-40B4-BE49-F238E27FC236}">
                      <a16:creationId xmlns:a16="http://schemas.microsoft.com/office/drawing/2014/main" id="{9CA04B59-6404-452D-A762-F6A947D26A3A}"/>
                    </a:ext>
                  </a:extLst>
                </p14:cNvPr>
                <p14:cNvContentPartPr/>
                <p14:nvPr/>
              </p14:nvContentPartPr>
              <p14:xfrm>
                <a:off x="2960877" y="4988757"/>
                <a:ext cx="124920" cy="106560"/>
              </p14:xfrm>
            </p:contentPart>
          </mc:Choice>
          <mc:Fallback>
            <p:pic>
              <p:nvPicPr>
                <p:cNvPr id="259" name="Entrada de lápiz 258">
                  <a:extLst>
                    <a:ext uri="{FF2B5EF4-FFF2-40B4-BE49-F238E27FC236}">
                      <a16:creationId xmlns:a16="http://schemas.microsoft.com/office/drawing/2014/main" id="{9CA04B59-6404-452D-A762-F6A947D26A3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2952237" y="4980117"/>
                  <a:ext cx="142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60" name="Entrada de lápiz 259">
                  <a:extLst>
                    <a:ext uri="{FF2B5EF4-FFF2-40B4-BE49-F238E27FC236}">
                      <a16:creationId xmlns:a16="http://schemas.microsoft.com/office/drawing/2014/main" id="{356466F5-8384-431B-BED5-144EEDE13692}"/>
                    </a:ext>
                  </a:extLst>
                </p14:cNvPr>
                <p14:cNvContentPartPr/>
                <p14:nvPr/>
              </p14:nvContentPartPr>
              <p14:xfrm>
                <a:off x="2990037" y="5096757"/>
                <a:ext cx="104400" cy="69120"/>
              </p14:xfrm>
            </p:contentPart>
          </mc:Choice>
          <mc:Fallback>
            <p:pic>
              <p:nvPicPr>
                <p:cNvPr id="260" name="Entrada de lápiz 259">
                  <a:extLst>
                    <a:ext uri="{FF2B5EF4-FFF2-40B4-BE49-F238E27FC236}">
                      <a16:creationId xmlns:a16="http://schemas.microsoft.com/office/drawing/2014/main" id="{356466F5-8384-431B-BED5-144EEDE1369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981397" y="5087757"/>
                  <a:ext cx="12204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upo 263">
            <a:extLst>
              <a:ext uri="{FF2B5EF4-FFF2-40B4-BE49-F238E27FC236}">
                <a16:creationId xmlns:a16="http://schemas.microsoft.com/office/drawing/2014/main" id="{7F0F2B64-DBB5-4B5E-A371-70633B783A17}"/>
              </a:ext>
            </a:extLst>
          </p:cNvPr>
          <p:cNvGrpSpPr/>
          <p:nvPr/>
        </p:nvGrpSpPr>
        <p:grpSpPr>
          <a:xfrm>
            <a:off x="1510797" y="5324997"/>
            <a:ext cx="115560" cy="194040"/>
            <a:chOff x="1510797" y="5324997"/>
            <a:chExt cx="115560" cy="19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62" name="Entrada de lápiz 261">
                  <a:extLst>
                    <a:ext uri="{FF2B5EF4-FFF2-40B4-BE49-F238E27FC236}">
                      <a16:creationId xmlns:a16="http://schemas.microsoft.com/office/drawing/2014/main" id="{65BE3022-8A66-4E84-BE7A-F7D9B1B0918D}"/>
                    </a:ext>
                  </a:extLst>
                </p14:cNvPr>
                <p14:cNvContentPartPr/>
                <p14:nvPr/>
              </p14:nvContentPartPr>
              <p14:xfrm>
                <a:off x="1606917" y="5359917"/>
                <a:ext cx="15840" cy="159120"/>
              </p14:xfrm>
            </p:contentPart>
          </mc:Choice>
          <mc:Fallback>
            <p:pic>
              <p:nvPicPr>
                <p:cNvPr id="262" name="Entrada de lápiz 261">
                  <a:extLst>
                    <a:ext uri="{FF2B5EF4-FFF2-40B4-BE49-F238E27FC236}">
                      <a16:creationId xmlns:a16="http://schemas.microsoft.com/office/drawing/2014/main" id="{65BE3022-8A66-4E84-BE7A-F7D9B1B0918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597917" y="5350917"/>
                  <a:ext cx="33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3" name="Entrada de lápiz 262">
                  <a:extLst>
                    <a:ext uri="{FF2B5EF4-FFF2-40B4-BE49-F238E27FC236}">
                      <a16:creationId xmlns:a16="http://schemas.microsoft.com/office/drawing/2014/main" id="{4A7F89D0-6722-4456-AED6-0AA4E2348CDD}"/>
                    </a:ext>
                  </a:extLst>
                </p14:cNvPr>
                <p14:cNvContentPartPr/>
                <p14:nvPr/>
              </p14:nvContentPartPr>
              <p14:xfrm>
                <a:off x="1510797" y="5324997"/>
                <a:ext cx="115560" cy="109080"/>
              </p14:xfrm>
            </p:contentPart>
          </mc:Choice>
          <mc:Fallback>
            <p:pic>
              <p:nvPicPr>
                <p:cNvPr id="263" name="Entrada de lápiz 262">
                  <a:extLst>
                    <a:ext uri="{FF2B5EF4-FFF2-40B4-BE49-F238E27FC236}">
                      <a16:creationId xmlns:a16="http://schemas.microsoft.com/office/drawing/2014/main" id="{4A7F89D0-6722-4456-AED6-0AA4E2348CD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502157" y="5316357"/>
                  <a:ext cx="13320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upo 269">
            <a:extLst>
              <a:ext uri="{FF2B5EF4-FFF2-40B4-BE49-F238E27FC236}">
                <a16:creationId xmlns:a16="http://schemas.microsoft.com/office/drawing/2014/main" id="{8EFC3080-D70F-49F2-8BCF-E9F81169AEE4}"/>
              </a:ext>
            </a:extLst>
          </p:cNvPr>
          <p:cNvGrpSpPr/>
          <p:nvPr/>
        </p:nvGrpSpPr>
        <p:grpSpPr>
          <a:xfrm>
            <a:off x="2644077" y="5259837"/>
            <a:ext cx="450360" cy="236880"/>
            <a:chOff x="2644077" y="5259837"/>
            <a:chExt cx="45036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D144B7B0-DF1C-4DB1-B534-2A6C16D421DD}"/>
                    </a:ext>
                  </a:extLst>
                </p14:cNvPr>
                <p14:cNvContentPartPr/>
                <p14:nvPr/>
              </p14:nvContentPartPr>
              <p14:xfrm>
                <a:off x="2644077" y="5278557"/>
                <a:ext cx="113040" cy="11412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D144B7B0-DF1C-4DB1-B534-2A6C16D421D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635437" y="5269557"/>
                  <a:ext cx="130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E74A0B6F-30EB-4936-BA04-A8C91437DC22}"/>
                    </a:ext>
                  </a:extLst>
                </p14:cNvPr>
                <p14:cNvContentPartPr/>
                <p14:nvPr/>
              </p14:nvContentPartPr>
              <p14:xfrm>
                <a:off x="2825157" y="5259837"/>
                <a:ext cx="75960" cy="18576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E74A0B6F-30EB-4936-BA04-A8C91437DC2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816157" y="5251197"/>
                  <a:ext cx="93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5F3DF33C-8413-421C-AD68-BDEF3B4E0F06}"/>
                    </a:ext>
                  </a:extLst>
                </p14:cNvPr>
                <p14:cNvContentPartPr/>
                <p14:nvPr/>
              </p14:nvContentPartPr>
              <p14:xfrm>
                <a:off x="2963397" y="5328237"/>
                <a:ext cx="114480" cy="8208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5F3DF33C-8413-421C-AD68-BDEF3B4E0F06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954757" y="5319597"/>
                  <a:ext cx="132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205074B6-F165-4FE0-9424-09264169C641}"/>
                    </a:ext>
                  </a:extLst>
                </p14:cNvPr>
                <p14:cNvContentPartPr/>
                <p14:nvPr/>
              </p14:nvContentPartPr>
              <p14:xfrm>
                <a:off x="2972757" y="5345517"/>
                <a:ext cx="360" cy="36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205074B6-F165-4FE0-9424-09264169C64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64117" y="533651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4AD9F5BB-73AF-4BBF-BE50-D9E6A097022F}"/>
                    </a:ext>
                  </a:extLst>
                </p14:cNvPr>
                <p14:cNvContentPartPr/>
                <p14:nvPr/>
              </p14:nvContentPartPr>
              <p14:xfrm>
                <a:off x="2972757" y="5345517"/>
                <a:ext cx="121680" cy="15120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4AD9F5BB-73AF-4BBF-BE50-D9E6A097022F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2964117" y="5336517"/>
                  <a:ext cx="139320" cy="16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7">
            <p14:nvContentPartPr>
              <p14:cNvPr id="271" name="Entrada de lápiz 270">
                <a:extLst>
                  <a:ext uri="{FF2B5EF4-FFF2-40B4-BE49-F238E27FC236}">
                    <a16:creationId xmlns:a16="http://schemas.microsoft.com/office/drawing/2014/main" id="{20C14DB4-3732-4FA6-A013-5B8ED8CE793C}"/>
                  </a:ext>
                </a:extLst>
              </p14:cNvPr>
              <p14:cNvContentPartPr/>
              <p14:nvPr/>
            </p14:nvContentPartPr>
            <p14:xfrm>
              <a:off x="1499637" y="5696877"/>
              <a:ext cx="117360" cy="208800"/>
            </p14:xfrm>
          </p:contentPart>
        </mc:Choice>
        <mc:Fallback>
          <p:pic>
            <p:nvPicPr>
              <p:cNvPr id="271" name="Entrada de lápiz 270">
                <a:extLst>
                  <a:ext uri="{FF2B5EF4-FFF2-40B4-BE49-F238E27FC236}">
                    <a16:creationId xmlns:a16="http://schemas.microsoft.com/office/drawing/2014/main" id="{20C14DB4-3732-4FA6-A013-5B8ED8CE793C}"/>
                  </a:ext>
                </a:extLst>
              </p:cNvPr>
              <p:cNvPicPr/>
              <p:nvPr/>
            </p:nvPicPr>
            <p:blipFill>
              <a:blip r:embed="rId428"/>
              <a:stretch>
                <a:fillRect/>
              </a:stretch>
            </p:blipFill>
            <p:spPr>
              <a:xfrm>
                <a:off x="1490637" y="5688237"/>
                <a:ext cx="13500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upo 275">
            <a:extLst>
              <a:ext uri="{FF2B5EF4-FFF2-40B4-BE49-F238E27FC236}">
                <a16:creationId xmlns:a16="http://schemas.microsoft.com/office/drawing/2014/main" id="{9D9ED40D-AE7F-42CC-B9D6-CA9F51CDB713}"/>
              </a:ext>
            </a:extLst>
          </p:cNvPr>
          <p:cNvGrpSpPr/>
          <p:nvPr/>
        </p:nvGrpSpPr>
        <p:grpSpPr>
          <a:xfrm>
            <a:off x="2685477" y="5590677"/>
            <a:ext cx="409320" cy="273240"/>
            <a:chOff x="2685477" y="5590677"/>
            <a:chExt cx="409320" cy="27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084C2D2F-6DF3-442B-A784-7096B4DCDB01}"/>
                    </a:ext>
                  </a:extLst>
                </p14:cNvPr>
                <p14:cNvContentPartPr/>
                <p14:nvPr/>
              </p14:nvContentPartPr>
              <p14:xfrm>
                <a:off x="2685477" y="5590677"/>
                <a:ext cx="46440" cy="10692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084C2D2F-6DF3-442B-A784-7096B4DCDB0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676477" y="5581677"/>
                  <a:ext cx="64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6D00F389-2FED-48FA-A5D7-3EDD36FAE5F3}"/>
                    </a:ext>
                  </a:extLst>
                </p14:cNvPr>
                <p14:cNvContentPartPr/>
                <p14:nvPr/>
              </p14:nvContentPartPr>
              <p14:xfrm>
                <a:off x="2717517" y="5590677"/>
                <a:ext cx="121680" cy="27324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6D00F389-2FED-48FA-A5D7-3EDD36FAE5F3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708517" y="5581677"/>
                  <a:ext cx="1393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B8219531-824B-4F7D-8144-282EC0F5A6C2}"/>
                    </a:ext>
                  </a:extLst>
                </p14:cNvPr>
                <p14:cNvContentPartPr/>
                <p14:nvPr/>
              </p14:nvContentPartPr>
              <p14:xfrm>
                <a:off x="2925957" y="5600757"/>
                <a:ext cx="118440" cy="8712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B8219531-824B-4F7D-8144-282EC0F5A6C2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916957" y="5591757"/>
                  <a:ext cx="1360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384C760D-38FA-4133-A966-4066DEEB7A91}"/>
                    </a:ext>
                  </a:extLst>
                </p14:cNvPr>
                <p14:cNvContentPartPr/>
                <p14:nvPr/>
              </p14:nvContentPartPr>
              <p14:xfrm>
                <a:off x="2951877" y="5697237"/>
                <a:ext cx="142920" cy="12096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384C760D-38FA-4133-A966-4066DEEB7A91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942877" y="5688597"/>
                  <a:ext cx="16056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upo 294">
            <a:extLst>
              <a:ext uri="{FF2B5EF4-FFF2-40B4-BE49-F238E27FC236}">
                <a16:creationId xmlns:a16="http://schemas.microsoft.com/office/drawing/2014/main" id="{C423EE93-BA00-4CFD-B63B-8F41C172B769}"/>
              </a:ext>
            </a:extLst>
          </p:cNvPr>
          <p:cNvGrpSpPr/>
          <p:nvPr/>
        </p:nvGrpSpPr>
        <p:grpSpPr>
          <a:xfrm>
            <a:off x="6065517" y="3973557"/>
            <a:ext cx="453240" cy="590400"/>
            <a:chOff x="6065517" y="3973557"/>
            <a:chExt cx="453240" cy="59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280CD236-BEAD-4EFB-8932-12A38CBC35D9}"/>
                    </a:ext>
                  </a:extLst>
                </p14:cNvPr>
                <p14:cNvContentPartPr/>
                <p14:nvPr/>
              </p14:nvContentPartPr>
              <p14:xfrm>
                <a:off x="6094317" y="3973557"/>
                <a:ext cx="313200" cy="3024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280CD236-BEAD-4EFB-8932-12A38CBC35D9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085677" y="3964917"/>
                  <a:ext cx="330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6E07EF9C-77B8-4A62-AA7F-38E88D7180AB}"/>
                    </a:ext>
                  </a:extLst>
                </p14:cNvPr>
                <p14:cNvContentPartPr/>
                <p14:nvPr/>
              </p14:nvContentPartPr>
              <p14:xfrm>
                <a:off x="6065517" y="4007037"/>
                <a:ext cx="425160" cy="35136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6E07EF9C-77B8-4A62-AA7F-38E88D7180AB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056517" y="3998037"/>
                  <a:ext cx="4428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F393FBC2-D589-4372-8185-DCC5228CC9A7}"/>
                    </a:ext>
                  </a:extLst>
                </p14:cNvPr>
                <p14:cNvContentPartPr/>
                <p14:nvPr/>
              </p14:nvContentPartPr>
              <p14:xfrm>
                <a:off x="6087477" y="4477557"/>
                <a:ext cx="49320" cy="8640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F393FBC2-D589-4372-8185-DCC5228CC9A7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078837" y="4468557"/>
                  <a:ext cx="66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083F7618-3D0F-4593-A7F0-202773FD3981}"/>
                    </a:ext>
                  </a:extLst>
                </p14:cNvPr>
                <p14:cNvContentPartPr/>
                <p14:nvPr/>
              </p14:nvContentPartPr>
              <p14:xfrm>
                <a:off x="6075237" y="4418877"/>
                <a:ext cx="87480" cy="5904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083F7618-3D0F-4593-A7F0-202773FD3981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6066597" y="4409877"/>
                  <a:ext cx="105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92" name="Entrada de lápiz 291">
                  <a:extLst>
                    <a:ext uri="{FF2B5EF4-FFF2-40B4-BE49-F238E27FC236}">
                      <a16:creationId xmlns:a16="http://schemas.microsoft.com/office/drawing/2014/main" id="{3D7F10E9-4D5A-494F-B578-BED5E3822FD9}"/>
                    </a:ext>
                  </a:extLst>
                </p14:cNvPr>
                <p14:cNvContentPartPr/>
                <p14:nvPr/>
              </p14:nvContentPartPr>
              <p14:xfrm>
                <a:off x="6228597" y="4454877"/>
                <a:ext cx="102600" cy="42840"/>
              </p14:xfrm>
            </p:contentPart>
          </mc:Choice>
          <mc:Fallback>
            <p:pic>
              <p:nvPicPr>
                <p:cNvPr id="292" name="Entrada de lápiz 291">
                  <a:extLst>
                    <a:ext uri="{FF2B5EF4-FFF2-40B4-BE49-F238E27FC236}">
                      <a16:creationId xmlns:a16="http://schemas.microsoft.com/office/drawing/2014/main" id="{3D7F10E9-4D5A-494F-B578-BED5E3822FD9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6219957" y="4446237"/>
                  <a:ext cx="120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4B2F9C55-429C-4D74-A55B-5D47C425318A}"/>
                    </a:ext>
                  </a:extLst>
                </p14:cNvPr>
                <p14:cNvContentPartPr/>
                <p14:nvPr/>
              </p14:nvContentPartPr>
              <p14:xfrm>
                <a:off x="6413637" y="4426797"/>
                <a:ext cx="105120" cy="83880"/>
              </p14:xfrm>
            </p:contentPart>
          </mc:Choice>
          <mc:Fallback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4B2F9C55-429C-4D74-A55B-5D47C425318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6404637" y="4418157"/>
                  <a:ext cx="122760" cy="10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294" name="Entrada de lápiz 293">
                <a:extLst>
                  <a:ext uri="{FF2B5EF4-FFF2-40B4-BE49-F238E27FC236}">
                    <a16:creationId xmlns:a16="http://schemas.microsoft.com/office/drawing/2014/main" id="{4201F048-E573-48AF-A071-1A79C7E3E3ED}"/>
                  </a:ext>
                </a:extLst>
              </p14:cNvPr>
              <p14:cNvContentPartPr/>
              <p14:nvPr/>
            </p14:nvContentPartPr>
            <p14:xfrm>
              <a:off x="6171357" y="3756477"/>
              <a:ext cx="131040" cy="121320"/>
            </p14:xfrm>
          </p:contentPart>
        </mc:Choice>
        <mc:Fallback>
          <p:pic>
            <p:nvPicPr>
              <p:cNvPr id="294" name="Entrada de lápiz 293">
                <a:extLst>
                  <a:ext uri="{FF2B5EF4-FFF2-40B4-BE49-F238E27FC236}">
                    <a16:creationId xmlns:a16="http://schemas.microsoft.com/office/drawing/2014/main" id="{4201F048-E573-48AF-A071-1A79C7E3E3ED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6162717" y="3747477"/>
                <a:ext cx="14868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2" name="Grupo 311">
            <a:extLst>
              <a:ext uri="{FF2B5EF4-FFF2-40B4-BE49-F238E27FC236}">
                <a16:creationId xmlns:a16="http://schemas.microsoft.com/office/drawing/2014/main" id="{676E4152-ED20-4686-8204-9940BABFAF56}"/>
              </a:ext>
            </a:extLst>
          </p:cNvPr>
          <p:cNvGrpSpPr/>
          <p:nvPr/>
        </p:nvGrpSpPr>
        <p:grpSpPr>
          <a:xfrm>
            <a:off x="6670677" y="3836397"/>
            <a:ext cx="1921680" cy="450000"/>
            <a:chOff x="6670677" y="3836397"/>
            <a:chExt cx="1921680" cy="4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91F8068A-B4E9-47AF-9E47-67F77B2873FB}"/>
                    </a:ext>
                  </a:extLst>
                </p14:cNvPr>
                <p14:cNvContentPartPr/>
                <p14:nvPr/>
              </p14:nvContentPartPr>
              <p14:xfrm>
                <a:off x="6670677" y="4037637"/>
                <a:ext cx="168480" cy="12816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91F8068A-B4E9-47AF-9E47-67F77B2873FB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6661677" y="4028637"/>
                  <a:ext cx="186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6EB3A8D6-6244-414C-810B-428D137B2166}"/>
                    </a:ext>
                  </a:extLst>
                </p14:cNvPr>
                <p14:cNvContentPartPr/>
                <p14:nvPr/>
              </p14:nvContentPartPr>
              <p14:xfrm>
                <a:off x="6729717" y="4014957"/>
                <a:ext cx="136800" cy="16704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6EB3A8D6-6244-414C-810B-428D137B2166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6720717" y="4006317"/>
                  <a:ext cx="154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ABFF6266-7CC9-48ED-8758-21C091AD510F}"/>
                    </a:ext>
                  </a:extLst>
                </p14:cNvPr>
                <p14:cNvContentPartPr/>
                <p14:nvPr/>
              </p14:nvContentPartPr>
              <p14:xfrm>
                <a:off x="6975237" y="4097037"/>
                <a:ext cx="72360" cy="7956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ABFF6266-7CC9-48ED-8758-21C091AD510F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6966237" y="4088397"/>
                  <a:ext cx="900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EDF644D8-AA3C-4122-A9F2-C529E20AFACA}"/>
                    </a:ext>
                  </a:extLst>
                </p14:cNvPr>
                <p14:cNvContentPartPr/>
                <p14:nvPr/>
              </p14:nvContentPartPr>
              <p14:xfrm>
                <a:off x="6960117" y="3894357"/>
                <a:ext cx="122760" cy="10764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EDF644D8-AA3C-4122-A9F2-C529E20AFACA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6951477" y="3885357"/>
                  <a:ext cx="140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5B81C1A0-9E7B-4142-A177-FF53CAA125DB}"/>
                    </a:ext>
                  </a:extLst>
                </p14:cNvPr>
                <p14:cNvContentPartPr/>
                <p14:nvPr/>
              </p14:nvContentPartPr>
              <p14:xfrm>
                <a:off x="7200597" y="4031157"/>
                <a:ext cx="16560" cy="25524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5B81C1A0-9E7B-4142-A177-FF53CAA125DB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191957" y="4022517"/>
                  <a:ext cx="34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49BDB0A1-2040-4E98-9027-672EBDC7748F}"/>
                    </a:ext>
                  </a:extLst>
                </p14:cNvPr>
                <p14:cNvContentPartPr/>
                <p14:nvPr/>
              </p14:nvContentPartPr>
              <p14:xfrm>
                <a:off x="7219677" y="3995517"/>
                <a:ext cx="132840" cy="13068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49BDB0A1-2040-4E98-9027-672EBDC7748F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211037" y="3986517"/>
                  <a:ext cx="1504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8D2C1177-DAFB-4AAC-AFB6-63722EDA2052}"/>
                    </a:ext>
                  </a:extLst>
                </p14:cNvPr>
                <p14:cNvContentPartPr/>
                <p14:nvPr/>
              </p14:nvContentPartPr>
              <p14:xfrm>
                <a:off x="7441437" y="3950157"/>
                <a:ext cx="111240" cy="20232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8D2C1177-DAFB-4AAC-AFB6-63722EDA2052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432797" y="3941157"/>
                  <a:ext cx="1288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04" name="Entrada de lápiz 303">
                  <a:extLst>
                    <a:ext uri="{FF2B5EF4-FFF2-40B4-BE49-F238E27FC236}">
                      <a16:creationId xmlns:a16="http://schemas.microsoft.com/office/drawing/2014/main" id="{A066471A-9DD0-4BA4-860E-6AC3E3BE802D}"/>
                    </a:ext>
                  </a:extLst>
                </p14:cNvPr>
                <p14:cNvContentPartPr/>
                <p14:nvPr/>
              </p14:nvContentPartPr>
              <p14:xfrm>
                <a:off x="7624677" y="3980757"/>
                <a:ext cx="141480" cy="123840"/>
              </p14:xfrm>
            </p:contentPart>
          </mc:Choice>
          <mc:Fallback>
            <p:pic>
              <p:nvPicPr>
                <p:cNvPr id="304" name="Entrada de lápiz 303">
                  <a:extLst>
                    <a:ext uri="{FF2B5EF4-FFF2-40B4-BE49-F238E27FC236}">
                      <a16:creationId xmlns:a16="http://schemas.microsoft.com/office/drawing/2014/main" id="{A066471A-9DD0-4BA4-860E-6AC3E3BE802D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615677" y="3972117"/>
                  <a:ext cx="1591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05" name="Entrada de lápiz 304">
                  <a:extLst>
                    <a:ext uri="{FF2B5EF4-FFF2-40B4-BE49-F238E27FC236}">
                      <a16:creationId xmlns:a16="http://schemas.microsoft.com/office/drawing/2014/main" id="{A9E59487-F82F-402A-9258-E1C3AFCEC0D5}"/>
                    </a:ext>
                  </a:extLst>
                </p14:cNvPr>
                <p14:cNvContentPartPr/>
                <p14:nvPr/>
              </p14:nvContentPartPr>
              <p14:xfrm>
                <a:off x="7635477" y="3950877"/>
                <a:ext cx="93600" cy="186120"/>
              </p14:xfrm>
            </p:contentPart>
          </mc:Choice>
          <mc:Fallback>
            <p:pic>
              <p:nvPicPr>
                <p:cNvPr id="305" name="Entrada de lápiz 304">
                  <a:extLst>
                    <a:ext uri="{FF2B5EF4-FFF2-40B4-BE49-F238E27FC236}">
                      <a16:creationId xmlns:a16="http://schemas.microsoft.com/office/drawing/2014/main" id="{A9E59487-F82F-402A-9258-E1C3AFCEC0D5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626837" y="3942237"/>
                  <a:ext cx="111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96936442-0860-4F6F-A735-B813C03FF37B}"/>
                    </a:ext>
                  </a:extLst>
                </p14:cNvPr>
                <p14:cNvContentPartPr/>
                <p14:nvPr/>
              </p14:nvContentPartPr>
              <p14:xfrm>
                <a:off x="7871997" y="4011357"/>
                <a:ext cx="119520" cy="216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96936442-0860-4F6F-A735-B813C03FF37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863357" y="4002717"/>
                  <a:ext cx="1371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07" name="Entrada de lápiz 306">
                  <a:extLst>
                    <a:ext uri="{FF2B5EF4-FFF2-40B4-BE49-F238E27FC236}">
                      <a16:creationId xmlns:a16="http://schemas.microsoft.com/office/drawing/2014/main" id="{38C2551E-3270-4A3E-AD8A-4652AEA415DD}"/>
                    </a:ext>
                  </a:extLst>
                </p14:cNvPr>
                <p14:cNvContentPartPr/>
                <p14:nvPr/>
              </p14:nvContentPartPr>
              <p14:xfrm>
                <a:off x="7914117" y="4062837"/>
                <a:ext cx="130680" cy="3240"/>
              </p14:xfrm>
            </p:contentPart>
          </mc:Choice>
          <mc:Fallback>
            <p:pic>
              <p:nvPicPr>
                <p:cNvPr id="307" name="Entrada de lápiz 306">
                  <a:extLst>
                    <a:ext uri="{FF2B5EF4-FFF2-40B4-BE49-F238E27FC236}">
                      <a16:creationId xmlns:a16="http://schemas.microsoft.com/office/drawing/2014/main" id="{38C2551E-3270-4A3E-AD8A-4652AEA415D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905477" y="4053837"/>
                  <a:ext cx="1483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08" name="Entrada de lápiz 307">
                  <a:extLst>
                    <a:ext uri="{FF2B5EF4-FFF2-40B4-BE49-F238E27FC236}">
                      <a16:creationId xmlns:a16="http://schemas.microsoft.com/office/drawing/2014/main" id="{A8DF9B63-A82A-4DFC-B878-9B6C22862BA6}"/>
                    </a:ext>
                  </a:extLst>
                </p14:cNvPr>
                <p14:cNvContentPartPr/>
                <p14:nvPr/>
              </p14:nvContentPartPr>
              <p14:xfrm>
                <a:off x="8111397" y="3935397"/>
                <a:ext cx="120600" cy="126720"/>
              </p14:xfrm>
            </p:contentPart>
          </mc:Choice>
          <mc:Fallback>
            <p:pic>
              <p:nvPicPr>
                <p:cNvPr id="308" name="Entrada de lápiz 307">
                  <a:extLst>
                    <a:ext uri="{FF2B5EF4-FFF2-40B4-BE49-F238E27FC236}">
                      <a16:creationId xmlns:a16="http://schemas.microsoft.com/office/drawing/2014/main" id="{A8DF9B63-A82A-4DFC-B878-9B6C22862BA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102757" y="3926757"/>
                  <a:ext cx="1382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09" name="Entrada de lápiz 308">
                  <a:extLst>
                    <a:ext uri="{FF2B5EF4-FFF2-40B4-BE49-F238E27FC236}">
                      <a16:creationId xmlns:a16="http://schemas.microsoft.com/office/drawing/2014/main" id="{478B242D-1C26-4F99-9BA8-C02AFA9C5C32}"/>
                    </a:ext>
                  </a:extLst>
                </p14:cNvPr>
                <p14:cNvContentPartPr/>
                <p14:nvPr/>
              </p14:nvContentPartPr>
              <p14:xfrm>
                <a:off x="8240997" y="3923157"/>
                <a:ext cx="142560" cy="126360"/>
              </p14:xfrm>
            </p:contentPart>
          </mc:Choice>
          <mc:Fallback>
            <p:pic>
              <p:nvPicPr>
                <p:cNvPr id="309" name="Entrada de lápiz 308">
                  <a:extLst>
                    <a:ext uri="{FF2B5EF4-FFF2-40B4-BE49-F238E27FC236}">
                      <a16:creationId xmlns:a16="http://schemas.microsoft.com/office/drawing/2014/main" id="{478B242D-1C26-4F99-9BA8-C02AFA9C5C3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232357" y="3914157"/>
                  <a:ext cx="1602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82C50F4D-FF34-4441-A4C7-06DCB4C89892}"/>
                    </a:ext>
                  </a:extLst>
                </p14:cNvPr>
                <p14:cNvContentPartPr/>
                <p14:nvPr/>
              </p14:nvContentPartPr>
              <p14:xfrm>
                <a:off x="8415237" y="3917757"/>
                <a:ext cx="84600" cy="119520"/>
              </p14:xfrm>
            </p:contentPart>
          </mc:Choice>
          <mc:Fallback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82C50F4D-FF34-4441-A4C7-06DCB4C8989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406237" y="3908757"/>
                  <a:ext cx="102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EA99D7FC-DD1D-4B5A-AA82-FBC203432F15}"/>
                    </a:ext>
                  </a:extLst>
                </p14:cNvPr>
                <p14:cNvContentPartPr/>
                <p14:nvPr/>
              </p14:nvContentPartPr>
              <p14:xfrm>
                <a:off x="8522517" y="3836397"/>
                <a:ext cx="69840" cy="228240"/>
              </p14:xfrm>
            </p:contentPart>
          </mc:Choice>
          <mc:Fallback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EA99D7FC-DD1D-4B5A-AA82-FBC203432F1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513517" y="3827757"/>
                  <a:ext cx="8748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0">
            <p14:nvContentPartPr>
              <p14:cNvPr id="323" name="Entrada de lápiz 322">
                <a:extLst>
                  <a:ext uri="{FF2B5EF4-FFF2-40B4-BE49-F238E27FC236}">
                    <a16:creationId xmlns:a16="http://schemas.microsoft.com/office/drawing/2014/main" id="{4EC8ECFA-3080-4CC2-8B29-B160927F0D4D}"/>
                  </a:ext>
                </a:extLst>
              </p14:cNvPr>
              <p14:cNvContentPartPr/>
              <p14:nvPr/>
            </p14:nvContentPartPr>
            <p14:xfrm>
              <a:off x="7753917" y="5889837"/>
              <a:ext cx="164880" cy="208440"/>
            </p14:xfrm>
          </p:contentPart>
        </mc:Choice>
        <mc:Fallback>
          <p:pic>
            <p:nvPicPr>
              <p:cNvPr id="323" name="Entrada de lápiz 322">
                <a:extLst>
                  <a:ext uri="{FF2B5EF4-FFF2-40B4-BE49-F238E27FC236}">
                    <a16:creationId xmlns:a16="http://schemas.microsoft.com/office/drawing/2014/main" id="{4EC8ECFA-3080-4CC2-8B29-B160927F0D4D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7744917" y="5881197"/>
                <a:ext cx="1825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2">
            <p14:nvContentPartPr>
              <p14:cNvPr id="336" name="Entrada de lápiz 335">
                <a:extLst>
                  <a:ext uri="{FF2B5EF4-FFF2-40B4-BE49-F238E27FC236}">
                    <a16:creationId xmlns:a16="http://schemas.microsoft.com/office/drawing/2014/main" id="{52020176-CE59-498B-8390-1EE4A2605730}"/>
                  </a:ext>
                </a:extLst>
              </p14:cNvPr>
              <p14:cNvContentPartPr/>
              <p14:nvPr/>
            </p14:nvContentPartPr>
            <p14:xfrm>
              <a:off x="9579477" y="5101077"/>
              <a:ext cx="219960" cy="6840"/>
            </p14:xfrm>
          </p:contentPart>
        </mc:Choice>
        <mc:Fallback>
          <p:pic>
            <p:nvPicPr>
              <p:cNvPr id="336" name="Entrada de lápiz 335">
                <a:extLst>
                  <a:ext uri="{FF2B5EF4-FFF2-40B4-BE49-F238E27FC236}">
                    <a16:creationId xmlns:a16="http://schemas.microsoft.com/office/drawing/2014/main" id="{52020176-CE59-498B-8390-1EE4A2605730}"/>
                  </a:ext>
                </a:extLst>
              </p:cNvPr>
              <p:cNvPicPr/>
              <p:nvPr/>
            </p:nvPicPr>
            <p:blipFill>
              <a:blip r:embed="rId483"/>
              <a:stretch>
                <a:fillRect/>
              </a:stretch>
            </p:blipFill>
            <p:spPr>
              <a:xfrm>
                <a:off x="9570837" y="5092437"/>
                <a:ext cx="237600" cy="2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2" name="Grupo 391">
            <a:extLst>
              <a:ext uri="{FF2B5EF4-FFF2-40B4-BE49-F238E27FC236}">
                <a16:creationId xmlns:a16="http://schemas.microsoft.com/office/drawing/2014/main" id="{AE309035-B6EB-48DE-B4C6-94D0306D28D8}"/>
              </a:ext>
            </a:extLst>
          </p:cNvPr>
          <p:cNvGrpSpPr/>
          <p:nvPr/>
        </p:nvGrpSpPr>
        <p:grpSpPr>
          <a:xfrm>
            <a:off x="9776037" y="2535717"/>
            <a:ext cx="2680920" cy="1541160"/>
            <a:chOff x="9776037" y="2535717"/>
            <a:chExt cx="2680920" cy="154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55" name="Entrada de lápiz 354">
                  <a:extLst>
                    <a:ext uri="{FF2B5EF4-FFF2-40B4-BE49-F238E27FC236}">
                      <a16:creationId xmlns:a16="http://schemas.microsoft.com/office/drawing/2014/main" id="{11C79AB8-260D-4765-A0FE-B550B074B2E7}"/>
                    </a:ext>
                  </a:extLst>
                </p14:cNvPr>
                <p14:cNvContentPartPr/>
                <p14:nvPr/>
              </p14:nvContentPartPr>
              <p14:xfrm>
                <a:off x="10564797" y="2781957"/>
                <a:ext cx="155520" cy="16560"/>
              </p14:xfrm>
            </p:contentPart>
          </mc:Choice>
          <mc:Fallback>
            <p:pic>
              <p:nvPicPr>
                <p:cNvPr id="355" name="Entrada de lápiz 354">
                  <a:extLst>
                    <a:ext uri="{FF2B5EF4-FFF2-40B4-BE49-F238E27FC236}">
                      <a16:creationId xmlns:a16="http://schemas.microsoft.com/office/drawing/2014/main" id="{11C79AB8-260D-4765-A0FE-B550B074B2E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0555797" y="2772957"/>
                  <a:ext cx="173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56" name="Entrada de lápiz 355">
                  <a:extLst>
                    <a:ext uri="{FF2B5EF4-FFF2-40B4-BE49-F238E27FC236}">
                      <a16:creationId xmlns:a16="http://schemas.microsoft.com/office/drawing/2014/main" id="{E8C504EB-65ED-4E71-B27D-318C18ABE7ED}"/>
                    </a:ext>
                  </a:extLst>
                </p14:cNvPr>
                <p14:cNvContentPartPr/>
                <p14:nvPr/>
              </p14:nvContentPartPr>
              <p14:xfrm>
                <a:off x="10471197" y="2821557"/>
                <a:ext cx="193320" cy="285840"/>
              </p14:xfrm>
            </p:contentPart>
          </mc:Choice>
          <mc:Fallback>
            <p:pic>
              <p:nvPicPr>
                <p:cNvPr id="356" name="Entrada de lápiz 355">
                  <a:extLst>
                    <a:ext uri="{FF2B5EF4-FFF2-40B4-BE49-F238E27FC236}">
                      <a16:creationId xmlns:a16="http://schemas.microsoft.com/office/drawing/2014/main" id="{E8C504EB-65ED-4E71-B27D-318C18ABE7E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0462557" y="2812917"/>
                  <a:ext cx="21096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57" name="Entrada de lápiz 356">
                  <a:extLst>
                    <a:ext uri="{FF2B5EF4-FFF2-40B4-BE49-F238E27FC236}">
                      <a16:creationId xmlns:a16="http://schemas.microsoft.com/office/drawing/2014/main" id="{16FD1274-15BC-4CF1-B12D-32F002017A22}"/>
                    </a:ext>
                  </a:extLst>
                </p14:cNvPr>
                <p14:cNvContentPartPr/>
                <p14:nvPr/>
              </p14:nvContentPartPr>
              <p14:xfrm>
                <a:off x="10478397" y="2940717"/>
                <a:ext cx="165600" cy="41040"/>
              </p14:xfrm>
            </p:contentPart>
          </mc:Choice>
          <mc:Fallback>
            <p:pic>
              <p:nvPicPr>
                <p:cNvPr id="357" name="Entrada de lápiz 356">
                  <a:extLst>
                    <a:ext uri="{FF2B5EF4-FFF2-40B4-BE49-F238E27FC236}">
                      <a16:creationId xmlns:a16="http://schemas.microsoft.com/office/drawing/2014/main" id="{16FD1274-15BC-4CF1-B12D-32F002017A2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0469757" y="2931717"/>
                  <a:ext cx="183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58" name="Entrada de lápiz 357">
                  <a:extLst>
                    <a:ext uri="{FF2B5EF4-FFF2-40B4-BE49-F238E27FC236}">
                      <a16:creationId xmlns:a16="http://schemas.microsoft.com/office/drawing/2014/main" id="{4FC6F35C-7E11-4610-AC67-B57DE38FF3A5}"/>
                    </a:ext>
                  </a:extLst>
                </p14:cNvPr>
                <p14:cNvContentPartPr/>
                <p14:nvPr/>
              </p14:nvContentPartPr>
              <p14:xfrm>
                <a:off x="10800597" y="2791677"/>
                <a:ext cx="103320" cy="253800"/>
              </p14:xfrm>
            </p:contentPart>
          </mc:Choice>
          <mc:Fallback>
            <p:pic>
              <p:nvPicPr>
                <p:cNvPr id="358" name="Entrada de lápiz 357">
                  <a:extLst>
                    <a:ext uri="{FF2B5EF4-FFF2-40B4-BE49-F238E27FC236}">
                      <a16:creationId xmlns:a16="http://schemas.microsoft.com/office/drawing/2014/main" id="{4FC6F35C-7E11-4610-AC67-B57DE38FF3A5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0791597" y="2783037"/>
                  <a:ext cx="120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59" name="Entrada de lápiz 358">
                  <a:extLst>
                    <a:ext uri="{FF2B5EF4-FFF2-40B4-BE49-F238E27FC236}">
                      <a16:creationId xmlns:a16="http://schemas.microsoft.com/office/drawing/2014/main" id="{77586F0B-DCCF-4755-A4D8-29EF5A39B2D3}"/>
                    </a:ext>
                  </a:extLst>
                </p14:cNvPr>
                <p14:cNvContentPartPr/>
                <p14:nvPr/>
              </p14:nvContentPartPr>
              <p14:xfrm>
                <a:off x="10969077" y="2848557"/>
                <a:ext cx="116640" cy="265320"/>
              </p14:xfrm>
            </p:contentPart>
          </mc:Choice>
          <mc:Fallback>
            <p:pic>
              <p:nvPicPr>
                <p:cNvPr id="359" name="Entrada de lápiz 358">
                  <a:extLst>
                    <a:ext uri="{FF2B5EF4-FFF2-40B4-BE49-F238E27FC236}">
                      <a16:creationId xmlns:a16="http://schemas.microsoft.com/office/drawing/2014/main" id="{77586F0B-DCCF-4755-A4D8-29EF5A39B2D3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960437" y="2839917"/>
                  <a:ext cx="1342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60" name="Entrada de lápiz 359">
                  <a:extLst>
                    <a:ext uri="{FF2B5EF4-FFF2-40B4-BE49-F238E27FC236}">
                      <a16:creationId xmlns:a16="http://schemas.microsoft.com/office/drawing/2014/main" id="{DA49D966-543A-4A15-B8B4-B59E5D933CAA}"/>
                    </a:ext>
                  </a:extLst>
                </p14:cNvPr>
                <p14:cNvContentPartPr/>
                <p14:nvPr/>
              </p14:nvContentPartPr>
              <p14:xfrm>
                <a:off x="11171757" y="2782677"/>
                <a:ext cx="112680" cy="212760"/>
              </p14:xfrm>
            </p:contentPart>
          </mc:Choice>
          <mc:Fallback>
            <p:pic>
              <p:nvPicPr>
                <p:cNvPr id="360" name="Entrada de lápiz 359">
                  <a:extLst>
                    <a:ext uri="{FF2B5EF4-FFF2-40B4-BE49-F238E27FC236}">
                      <a16:creationId xmlns:a16="http://schemas.microsoft.com/office/drawing/2014/main" id="{DA49D966-543A-4A15-B8B4-B59E5D933CAA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1163117" y="2774037"/>
                  <a:ext cx="1303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61" name="Entrada de lápiz 360">
                  <a:extLst>
                    <a:ext uri="{FF2B5EF4-FFF2-40B4-BE49-F238E27FC236}">
                      <a16:creationId xmlns:a16="http://schemas.microsoft.com/office/drawing/2014/main" id="{6B70F799-9A31-4533-A53A-AC9A87891290}"/>
                    </a:ext>
                  </a:extLst>
                </p14:cNvPr>
                <p14:cNvContentPartPr/>
                <p14:nvPr/>
              </p14:nvContentPartPr>
              <p14:xfrm>
                <a:off x="11306037" y="2839557"/>
                <a:ext cx="108720" cy="133920"/>
              </p14:xfrm>
            </p:contentPart>
          </mc:Choice>
          <mc:Fallback>
            <p:pic>
              <p:nvPicPr>
                <p:cNvPr id="361" name="Entrada de lápiz 360">
                  <a:extLst>
                    <a:ext uri="{FF2B5EF4-FFF2-40B4-BE49-F238E27FC236}">
                      <a16:creationId xmlns:a16="http://schemas.microsoft.com/office/drawing/2014/main" id="{6B70F799-9A31-4533-A53A-AC9A87891290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1297397" y="2830917"/>
                  <a:ext cx="126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62" name="Entrada de lápiz 361">
                  <a:extLst>
                    <a:ext uri="{FF2B5EF4-FFF2-40B4-BE49-F238E27FC236}">
                      <a16:creationId xmlns:a16="http://schemas.microsoft.com/office/drawing/2014/main" id="{33A7680E-148D-4DD4-9518-E843010C8287}"/>
                    </a:ext>
                  </a:extLst>
                </p14:cNvPr>
                <p14:cNvContentPartPr/>
                <p14:nvPr/>
              </p14:nvContentPartPr>
              <p14:xfrm>
                <a:off x="11320077" y="2808237"/>
                <a:ext cx="116640" cy="157320"/>
              </p14:xfrm>
            </p:contentPart>
          </mc:Choice>
          <mc:Fallback>
            <p:pic>
              <p:nvPicPr>
                <p:cNvPr id="362" name="Entrada de lápiz 361">
                  <a:extLst>
                    <a:ext uri="{FF2B5EF4-FFF2-40B4-BE49-F238E27FC236}">
                      <a16:creationId xmlns:a16="http://schemas.microsoft.com/office/drawing/2014/main" id="{33A7680E-148D-4DD4-9518-E843010C828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1311437" y="2799237"/>
                  <a:ext cx="1342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63" name="Entrada de lápiz 362">
                  <a:extLst>
                    <a:ext uri="{FF2B5EF4-FFF2-40B4-BE49-F238E27FC236}">
                      <a16:creationId xmlns:a16="http://schemas.microsoft.com/office/drawing/2014/main" id="{1E50B209-6568-427E-ACCE-063E9A913884}"/>
                    </a:ext>
                  </a:extLst>
                </p14:cNvPr>
                <p14:cNvContentPartPr/>
                <p14:nvPr/>
              </p14:nvContentPartPr>
              <p14:xfrm>
                <a:off x="11457597" y="2718957"/>
                <a:ext cx="57240" cy="234000"/>
              </p14:xfrm>
            </p:contentPart>
          </mc:Choice>
          <mc:Fallback>
            <p:pic>
              <p:nvPicPr>
                <p:cNvPr id="363" name="Entrada de lápiz 362">
                  <a:extLst>
                    <a:ext uri="{FF2B5EF4-FFF2-40B4-BE49-F238E27FC236}">
                      <a16:creationId xmlns:a16="http://schemas.microsoft.com/office/drawing/2014/main" id="{1E50B209-6568-427E-ACCE-063E9A913884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1448597" y="2709957"/>
                  <a:ext cx="748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64" name="Entrada de lápiz 363">
                  <a:extLst>
                    <a:ext uri="{FF2B5EF4-FFF2-40B4-BE49-F238E27FC236}">
                      <a16:creationId xmlns:a16="http://schemas.microsoft.com/office/drawing/2014/main" id="{E6B9CB4E-B40E-4751-8948-7A0BF7A486EC}"/>
                    </a:ext>
                  </a:extLst>
                </p14:cNvPr>
                <p14:cNvContentPartPr/>
                <p14:nvPr/>
              </p14:nvContentPartPr>
              <p14:xfrm>
                <a:off x="11608797" y="2644797"/>
                <a:ext cx="144720" cy="384480"/>
              </p14:xfrm>
            </p:contentPart>
          </mc:Choice>
          <mc:Fallback>
            <p:pic>
              <p:nvPicPr>
                <p:cNvPr id="364" name="Entrada de lápiz 363">
                  <a:extLst>
                    <a:ext uri="{FF2B5EF4-FFF2-40B4-BE49-F238E27FC236}">
                      <a16:creationId xmlns:a16="http://schemas.microsoft.com/office/drawing/2014/main" id="{E6B9CB4E-B40E-4751-8948-7A0BF7A486E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1599797" y="2636157"/>
                  <a:ext cx="1623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66" name="Entrada de lápiz 365">
                  <a:extLst>
                    <a:ext uri="{FF2B5EF4-FFF2-40B4-BE49-F238E27FC236}">
                      <a16:creationId xmlns:a16="http://schemas.microsoft.com/office/drawing/2014/main" id="{7486E205-1043-4CB2-B987-8CD896DAF6CB}"/>
                    </a:ext>
                  </a:extLst>
                </p14:cNvPr>
                <p14:cNvContentPartPr/>
                <p14:nvPr/>
              </p14:nvContentPartPr>
              <p14:xfrm>
                <a:off x="10154757" y="3506637"/>
                <a:ext cx="178560" cy="47160"/>
              </p14:xfrm>
            </p:contentPart>
          </mc:Choice>
          <mc:Fallback>
            <p:pic>
              <p:nvPicPr>
                <p:cNvPr id="366" name="Entrada de lápiz 365">
                  <a:extLst>
                    <a:ext uri="{FF2B5EF4-FFF2-40B4-BE49-F238E27FC236}">
                      <a16:creationId xmlns:a16="http://schemas.microsoft.com/office/drawing/2014/main" id="{7486E205-1043-4CB2-B987-8CD896DAF6CB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146117" y="3497997"/>
                  <a:ext cx="1962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67" name="Entrada de lápiz 366">
                  <a:extLst>
                    <a:ext uri="{FF2B5EF4-FFF2-40B4-BE49-F238E27FC236}">
                      <a16:creationId xmlns:a16="http://schemas.microsoft.com/office/drawing/2014/main" id="{42A566AC-7040-4D8F-A846-E76EEE230D03}"/>
                    </a:ext>
                  </a:extLst>
                </p14:cNvPr>
                <p14:cNvContentPartPr/>
                <p14:nvPr/>
              </p14:nvContentPartPr>
              <p14:xfrm>
                <a:off x="10208037" y="3603837"/>
                <a:ext cx="165600" cy="19440"/>
              </p14:xfrm>
            </p:contentPart>
          </mc:Choice>
          <mc:Fallback>
            <p:pic>
              <p:nvPicPr>
                <p:cNvPr id="367" name="Entrada de lápiz 366">
                  <a:extLst>
                    <a:ext uri="{FF2B5EF4-FFF2-40B4-BE49-F238E27FC236}">
                      <a16:creationId xmlns:a16="http://schemas.microsoft.com/office/drawing/2014/main" id="{42A566AC-7040-4D8F-A846-E76EEE230D0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199037" y="3595197"/>
                  <a:ext cx="183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69" name="Entrada de lápiz 368">
                  <a:extLst>
                    <a:ext uri="{FF2B5EF4-FFF2-40B4-BE49-F238E27FC236}">
                      <a16:creationId xmlns:a16="http://schemas.microsoft.com/office/drawing/2014/main" id="{7C6AC7E2-7509-48CB-AD24-1BDBCA4050C0}"/>
                    </a:ext>
                  </a:extLst>
                </p14:cNvPr>
                <p14:cNvContentPartPr/>
                <p14:nvPr/>
              </p14:nvContentPartPr>
              <p14:xfrm>
                <a:off x="10526277" y="3428877"/>
                <a:ext cx="222120" cy="36000"/>
              </p14:xfrm>
            </p:contentPart>
          </mc:Choice>
          <mc:Fallback>
            <p:pic>
              <p:nvPicPr>
                <p:cNvPr id="369" name="Entrada de lápiz 368">
                  <a:extLst>
                    <a:ext uri="{FF2B5EF4-FFF2-40B4-BE49-F238E27FC236}">
                      <a16:creationId xmlns:a16="http://schemas.microsoft.com/office/drawing/2014/main" id="{7C6AC7E2-7509-48CB-AD24-1BDBCA4050C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517637" y="3419877"/>
                  <a:ext cx="239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70" name="Entrada de lápiz 369">
                  <a:extLst>
                    <a:ext uri="{FF2B5EF4-FFF2-40B4-BE49-F238E27FC236}">
                      <a16:creationId xmlns:a16="http://schemas.microsoft.com/office/drawing/2014/main" id="{86480F07-03EC-4489-A8D8-944767C0E4F4}"/>
                    </a:ext>
                  </a:extLst>
                </p14:cNvPr>
                <p14:cNvContentPartPr/>
                <p14:nvPr/>
              </p14:nvContentPartPr>
              <p14:xfrm>
                <a:off x="10533477" y="3471357"/>
                <a:ext cx="288000" cy="290880"/>
              </p14:xfrm>
            </p:contentPart>
          </mc:Choice>
          <mc:Fallback>
            <p:pic>
              <p:nvPicPr>
                <p:cNvPr id="370" name="Entrada de lápiz 369">
                  <a:extLst>
                    <a:ext uri="{FF2B5EF4-FFF2-40B4-BE49-F238E27FC236}">
                      <a16:creationId xmlns:a16="http://schemas.microsoft.com/office/drawing/2014/main" id="{86480F07-03EC-4489-A8D8-944767C0E4F4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524477" y="3462717"/>
                  <a:ext cx="3056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72" name="Entrada de lápiz 371">
                  <a:extLst>
                    <a:ext uri="{FF2B5EF4-FFF2-40B4-BE49-F238E27FC236}">
                      <a16:creationId xmlns:a16="http://schemas.microsoft.com/office/drawing/2014/main" id="{13B141C2-6BB3-42CD-B86E-3B82879B0548}"/>
                    </a:ext>
                  </a:extLst>
                </p14:cNvPr>
                <p14:cNvContentPartPr/>
                <p14:nvPr/>
              </p14:nvContentPartPr>
              <p14:xfrm>
                <a:off x="10896357" y="3459837"/>
                <a:ext cx="125640" cy="204480"/>
              </p14:xfrm>
            </p:contentPart>
          </mc:Choice>
          <mc:Fallback>
            <p:pic>
              <p:nvPicPr>
                <p:cNvPr id="372" name="Entrada de lápiz 371">
                  <a:extLst>
                    <a:ext uri="{FF2B5EF4-FFF2-40B4-BE49-F238E27FC236}">
                      <a16:creationId xmlns:a16="http://schemas.microsoft.com/office/drawing/2014/main" id="{13B141C2-6BB3-42CD-B86E-3B82879B0548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887357" y="3451197"/>
                  <a:ext cx="143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73" name="Entrada de lápiz 372">
                  <a:extLst>
                    <a:ext uri="{FF2B5EF4-FFF2-40B4-BE49-F238E27FC236}">
                      <a16:creationId xmlns:a16="http://schemas.microsoft.com/office/drawing/2014/main" id="{38E5431D-78F2-44A5-BD33-7D75A2532850}"/>
                    </a:ext>
                  </a:extLst>
                </p14:cNvPr>
                <p14:cNvContentPartPr/>
                <p14:nvPr/>
              </p14:nvContentPartPr>
              <p14:xfrm>
                <a:off x="11106957" y="3420237"/>
                <a:ext cx="103320" cy="135720"/>
              </p14:xfrm>
            </p:contentPart>
          </mc:Choice>
          <mc:Fallback>
            <p:pic>
              <p:nvPicPr>
                <p:cNvPr id="373" name="Entrada de lápiz 372">
                  <a:extLst>
                    <a:ext uri="{FF2B5EF4-FFF2-40B4-BE49-F238E27FC236}">
                      <a16:creationId xmlns:a16="http://schemas.microsoft.com/office/drawing/2014/main" id="{38E5431D-78F2-44A5-BD33-7D75A2532850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1097957" y="3411237"/>
                  <a:ext cx="120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74" name="Entrada de lápiz 373">
                  <a:extLst>
                    <a:ext uri="{FF2B5EF4-FFF2-40B4-BE49-F238E27FC236}">
                      <a16:creationId xmlns:a16="http://schemas.microsoft.com/office/drawing/2014/main" id="{AE51B73A-69EC-4033-A513-619906598B01}"/>
                    </a:ext>
                  </a:extLst>
                </p14:cNvPr>
                <p14:cNvContentPartPr/>
                <p14:nvPr/>
              </p14:nvContentPartPr>
              <p14:xfrm>
                <a:off x="11212077" y="3429237"/>
                <a:ext cx="126720" cy="73800"/>
              </p14:xfrm>
            </p:contentPart>
          </mc:Choice>
          <mc:Fallback>
            <p:pic>
              <p:nvPicPr>
                <p:cNvPr id="374" name="Entrada de lápiz 373">
                  <a:extLst>
                    <a:ext uri="{FF2B5EF4-FFF2-40B4-BE49-F238E27FC236}">
                      <a16:creationId xmlns:a16="http://schemas.microsoft.com/office/drawing/2014/main" id="{AE51B73A-69EC-4033-A513-619906598B01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1203077" y="3420237"/>
                  <a:ext cx="144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75" name="Entrada de lápiz 374">
                  <a:extLst>
                    <a:ext uri="{FF2B5EF4-FFF2-40B4-BE49-F238E27FC236}">
                      <a16:creationId xmlns:a16="http://schemas.microsoft.com/office/drawing/2014/main" id="{1F4AB525-E220-47EE-B6BA-8427BCCAC822}"/>
                    </a:ext>
                  </a:extLst>
                </p14:cNvPr>
                <p14:cNvContentPartPr/>
                <p14:nvPr/>
              </p14:nvContentPartPr>
              <p14:xfrm>
                <a:off x="11240877" y="3377757"/>
                <a:ext cx="108720" cy="154440"/>
              </p14:xfrm>
            </p:contentPart>
          </mc:Choice>
          <mc:Fallback>
            <p:pic>
              <p:nvPicPr>
                <p:cNvPr id="375" name="Entrada de lápiz 374">
                  <a:extLst>
                    <a:ext uri="{FF2B5EF4-FFF2-40B4-BE49-F238E27FC236}">
                      <a16:creationId xmlns:a16="http://schemas.microsoft.com/office/drawing/2014/main" id="{1F4AB525-E220-47EE-B6BA-8427BCCAC822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1232237" y="3368757"/>
                  <a:ext cx="126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76" name="Entrada de lápiz 375">
                  <a:extLst>
                    <a:ext uri="{FF2B5EF4-FFF2-40B4-BE49-F238E27FC236}">
                      <a16:creationId xmlns:a16="http://schemas.microsoft.com/office/drawing/2014/main" id="{C586C2B7-E0DF-4AF2-9766-47E896A83BA0}"/>
                    </a:ext>
                  </a:extLst>
                </p14:cNvPr>
                <p14:cNvContentPartPr/>
                <p14:nvPr/>
              </p14:nvContentPartPr>
              <p14:xfrm>
                <a:off x="11359317" y="3328077"/>
                <a:ext cx="67320" cy="187920"/>
              </p14:xfrm>
            </p:contentPart>
          </mc:Choice>
          <mc:Fallback>
            <p:pic>
              <p:nvPicPr>
                <p:cNvPr id="376" name="Entrada de lápiz 375">
                  <a:extLst>
                    <a:ext uri="{FF2B5EF4-FFF2-40B4-BE49-F238E27FC236}">
                      <a16:creationId xmlns:a16="http://schemas.microsoft.com/office/drawing/2014/main" id="{C586C2B7-E0DF-4AF2-9766-47E896A83BA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1350317" y="3319437"/>
                  <a:ext cx="849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77" name="Entrada de lápiz 376">
                  <a:extLst>
                    <a:ext uri="{FF2B5EF4-FFF2-40B4-BE49-F238E27FC236}">
                      <a16:creationId xmlns:a16="http://schemas.microsoft.com/office/drawing/2014/main" id="{C216F27E-DCE7-4813-9917-B7A6D6CF1A78}"/>
                    </a:ext>
                  </a:extLst>
                </p14:cNvPr>
                <p14:cNvContentPartPr/>
                <p14:nvPr/>
              </p14:nvContentPartPr>
              <p14:xfrm>
                <a:off x="11511597" y="3372357"/>
                <a:ext cx="34560" cy="221040"/>
              </p14:xfrm>
            </p:contentPart>
          </mc:Choice>
          <mc:Fallback>
            <p:pic>
              <p:nvPicPr>
                <p:cNvPr id="377" name="Entrada de lápiz 376">
                  <a:extLst>
                    <a:ext uri="{FF2B5EF4-FFF2-40B4-BE49-F238E27FC236}">
                      <a16:creationId xmlns:a16="http://schemas.microsoft.com/office/drawing/2014/main" id="{C216F27E-DCE7-4813-9917-B7A6D6CF1A78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1502597" y="3363357"/>
                  <a:ext cx="522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78" name="Entrada de lápiz 377">
                  <a:extLst>
                    <a:ext uri="{FF2B5EF4-FFF2-40B4-BE49-F238E27FC236}">
                      <a16:creationId xmlns:a16="http://schemas.microsoft.com/office/drawing/2014/main" id="{FE58A7A4-D665-4CBF-98F4-CFC8C4EADBAA}"/>
                    </a:ext>
                  </a:extLst>
                </p14:cNvPr>
                <p14:cNvContentPartPr/>
                <p14:nvPr/>
              </p14:nvContentPartPr>
              <p14:xfrm>
                <a:off x="11507637" y="3335277"/>
                <a:ext cx="135360" cy="133920"/>
              </p14:xfrm>
            </p:contentPart>
          </mc:Choice>
          <mc:Fallback>
            <p:pic>
              <p:nvPicPr>
                <p:cNvPr id="378" name="Entrada de lápiz 377">
                  <a:extLst>
                    <a:ext uri="{FF2B5EF4-FFF2-40B4-BE49-F238E27FC236}">
                      <a16:creationId xmlns:a16="http://schemas.microsoft.com/office/drawing/2014/main" id="{FE58A7A4-D665-4CBF-98F4-CFC8C4EADBA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1498637" y="3326277"/>
                  <a:ext cx="1530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79" name="Entrada de lápiz 378">
                  <a:extLst>
                    <a:ext uri="{FF2B5EF4-FFF2-40B4-BE49-F238E27FC236}">
                      <a16:creationId xmlns:a16="http://schemas.microsoft.com/office/drawing/2014/main" id="{4168F3EF-E5D1-484E-AAF6-989DF4E49888}"/>
                    </a:ext>
                  </a:extLst>
                </p14:cNvPr>
                <p14:cNvContentPartPr/>
                <p14:nvPr/>
              </p14:nvContentPartPr>
              <p14:xfrm>
                <a:off x="11675757" y="3290277"/>
                <a:ext cx="108720" cy="201960"/>
              </p14:xfrm>
            </p:contentPart>
          </mc:Choice>
          <mc:Fallback>
            <p:pic>
              <p:nvPicPr>
                <p:cNvPr id="379" name="Entrada de lápiz 378">
                  <a:extLst>
                    <a:ext uri="{FF2B5EF4-FFF2-40B4-BE49-F238E27FC236}">
                      <a16:creationId xmlns:a16="http://schemas.microsoft.com/office/drawing/2014/main" id="{4168F3EF-E5D1-484E-AAF6-989DF4E49888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1667117" y="3281637"/>
                  <a:ext cx="1263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380" name="Entrada de lápiz 379">
                  <a:extLst>
                    <a:ext uri="{FF2B5EF4-FFF2-40B4-BE49-F238E27FC236}">
                      <a16:creationId xmlns:a16="http://schemas.microsoft.com/office/drawing/2014/main" id="{B7570591-AA01-4564-A492-FAC5C4FECBF9}"/>
                    </a:ext>
                  </a:extLst>
                </p14:cNvPr>
                <p14:cNvContentPartPr/>
                <p14:nvPr/>
              </p14:nvContentPartPr>
              <p14:xfrm>
                <a:off x="11786277" y="3317277"/>
                <a:ext cx="128520" cy="137520"/>
              </p14:xfrm>
            </p:contentPart>
          </mc:Choice>
          <mc:Fallback>
            <p:pic>
              <p:nvPicPr>
                <p:cNvPr id="380" name="Entrada de lápiz 379">
                  <a:extLst>
                    <a:ext uri="{FF2B5EF4-FFF2-40B4-BE49-F238E27FC236}">
                      <a16:creationId xmlns:a16="http://schemas.microsoft.com/office/drawing/2014/main" id="{B7570591-AA01-4564-A492-FAC5C4FECBF9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1777277" y="3308637"/>
                  <a:ext cx="146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381" name="Entrada de lápiz 380">
                  <a:extLst>
                    <a:ext uri="{FF2B5EF4-FFF2-40B4-BE49-F238E27FC236}">
                      <a16:creationId xmlns:a16="http://schemas.microsoft.com/office/drawing/2014/main" id="{62F4C01B-53D3-4994-9D30-CE1D26749633}"/>
                    </a:ext>
                  </a:extLst>
                </p14:cNvPr>
                <p14:cNvContentPartPr/>
                <p14:nvPr/>
              </p14:nvContentPartPr>
              <p14:xfrm>
                <a:off x="11822637" y="3260397"/>
                <a:ext cx="87120" cy="192600"/>
              </p14:xfrm>
            </p:contentPart>
          </mc:Choice>
          <mc:Fallback>
            <p:pic>
              <p:nvPicPr>
                <p:cNvPr id="381" name="Entrada de lápiz 380">
                  <a:extLst>
                    <a:ext uri="{FF2B5EF4-FFF2-40B4-BE49-F238E27FC236}">
                      <a16:creationId xmlns:a16="http://schemas.microsoft.com/office/drawing/2014/main" id="{62F4C01B-53D3-4994-9D30-CE1D2674963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1813997" y="3251757"/>
                  <a:ext cx="1047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82" name="Entrada de lápiz 381">
                  <a:extLst>
                    <a:ext uri="{FF2B5EF4-FFF2-40B4-BE49-F238E27FC236}">
                      <a16:creationId xmlns:a16="http://schemas.microsoft.com/office/drawing/2014/main" id="{02190710-0E3A-466C-A78D-D220300B28C5}"/>
                    </a:ext>
                  </a:extLst>
                </p14:cNvPr>
                <p14:cNvContentPartPr/>
                <p14:nvPr/>
              </p14:nvContentPartPr>
              <p14:xfrm>
                <a:off x="11970597" y="3338877"/>
                <a:ext cx="80640" cy="65160"/>
              </p14:xfrm>
            </p:contentPart>
          </mc:Choice>
          <mc:Fallback>
            <p:pic>
              <p:nvPicPr>
                <p:cNvPr id="382" name="Entrada de lápiz 381">
                  <a:extLst>
                    <a:ext uri="{FF2B5EF4-FFF2-40B4-BE49-F238E27FC236}">
                      <a16:creationId xmlns:a16="http://schemas.microsoft.com/office/drawing/2014/main" id="{02190710-0E3A-466C-A78D-D220300B28C5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1961597" y="3330237"/>
                  <a:ext cx="982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83" name="Entrada de lápiz 382">
                  <a:extLst>
                    <a:ext uri="{FF2B5EF4-FFF2-40B4-BE49-F238E27FC236}">
                      <a16:creationId xmlns:a16="http://schemas.microsoft.com/office/drawing/2014/main" id="{DD06E8F3-5B5F-4A34-B983-376421545794}"/>
                    </a:ext>
                  </a:extLst>
                </p14:cNvPr>
                <p14:cNvContentPartPr/>
                <p14:nvPr/>
              </p14:nvContentPartPr>
              <p14:xfrm>
                <a:off x="12118917" y="3283077"/>
                <a:ext cx="105480" cy="109440"/>
              </p14:xfrm>
            </p:contentPart>
          </mc:Choice>
          <mc:Fallback>
            <p:pic>
              <p:nvPicPr>
                <p:cNvPr id="383" name="Entrada de lápiz 382">
                  <a:extLst>
                    <a:ext uri="{FF2B5EF4-FFF2-40B4-BE49-F238E27FC236}">
                      <a16:creationId xmlns:a16="http://schemas.microsoft.com/office/drawing/2014/main" id="{DD06E8F3-5B5F-4A34-B983-376421545794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2109917" y="3274437"/>
                  <a:ext cx="123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84" name="Entrada de lápiz 383">
                  <a:extLst>
                    <a:ext uri="{FF2B5EF4-FFF2-40B4-BE49-F238E27FC236}">
                      <a16:creationId xmlns:a16="http://schemas.microsoft.com/office/drawing/2014/main" id="{34EC472B-04A9-4A0F-8ABB-C70123D8F647}"/>
                    </a:ext>
                  </a:extLst>
                </p14:cNvPr>
                <p14:cNvContentPartPr/>
                <p14:nvPr/>
              </p14:nvContentPartPr>
              <p14:xfrm>
                <a:off x="12112797" y="3227997"/>
                <a:ext cx="266760" cy="164520"/>
              </p14:xfrm>
            </p:contentPart>
          </mc:Choice>
          <mc:Fallback>
            <p:pic>
              <p:nvPicPr>
                <p:cNvPr id="384" name="Entrada de lápiz 383">
                  <a:extLst>
                    <a:ext uri="{FF2B5EF4-FFF2-40B4-BE49-F238E27FC236}">
                      <a16:creationId xmlns:a16="http://schemas.microsoft.com/office/drawing/2014/main" id="{34EC472B-04A9-4A0F-8ABB-C70123D8F647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2104157" y="3219357"/>
                  <a:ext cx="2844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85" name="Entrada de lápiz 384">
                  <a:extLst>
                    <a:ext uri="{FF2B5EF4-FFF2-40B4-BE49-F238E27FC236}">
                      <a16:creationId xmlns:a16="http://schemas.microsoft.com/office/drawing/2014/main" id="{2D774CF3-FDAD-4007-961F-6C06C2C84BF2}"/>
                    </a:ext>
                  </a:extLst>
                </p14:cNvPr>
                <p14:cNvContentPartPr/>
                <p14:nvPr/>
              </p14:nvContentPartPr>
              <p14:xfrm>
                <a:off x="12309357" y="3249597"/>
                <a:ext cx="51480" cy="3960"/>
              </p14:xfrm>
            </p:contentPart>
          </mc:Choice>
          <mc:Fallback>
            <p:pic>
              <p:nvPicPr>
                <p:cNvPr id="385" name="Entrada de lápiz 384">
                  <a:extLst>
                    <a:ext uri="{FF2B5EF4-FFF2-40B4-BE49-F238E27FC236}">
                      <a16:creationId xmlns:a16="http://schemas.microsoft.com/office/drawing/2014/main" id="{2D774CF3-FDAD-4007-961F-6C06C2C84BF2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2300357" y="3240957"/>
                  <a:ext cx="691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87" name="Entrada de lápiz 386">
                  <a:extLst>
                    <a:ext uri="{FF2B5EF4-FFF2-40B4-BE49-F238E27FC236}">
                      <a16:creationId xmlns:a16="http://schemas.microsoft.com/office/drawing/2014/main" id="{43EDE951-04D1-4412-9168-6143B2746A54}"/>
                    </a:ext>
                  </a:extLst>
                </p14:cNvPr>
                <p14:cNvContentPartPr/>
                <p14:nvPr/>
              </p14:nvContentPartPr>
              <p14:xfrm>
                <a:off x="12383517" y="3138717"/>
                <a:ext cx="73440" cy="303120"/>
              </p14:xfrm>
            </p:contentPart>
          </mc:Choice>
          <mc:Fallback>
            <p:pic>
              <p:nvPicPr>
                <p:cNvPr id="387" name="Entrada de lápiz 386">
                  <a:extLst>
                    <a:ext uri="{FF2B5EF4-FFF2-40B4-BE49-F238E27FC236}">
                      <a16:creationId xmlns:a16="http://schemas.microsoft.com/office/drawing/2014/main" id="{43EDE951-04D1-4412-9168-6143B2746A54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2374517" y="3130077"/>
                  <a:ext cx="91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89" name="Entrada de lápiz 388">
                  <a:extLst>
                    <a:ext uri="{FF2B5EF4-FFF2-40B4-BE49-F238E27FC236}">
                      <a16:creationId xmlns:a16="http://schemas.microsoft.com/office/drawing/2014/main" id="{533A9BC5-A72B-4917-B2A6-0CAB6239563D}"/>
                    </a:ext>
                  </a:extLst>
                </p14:cNvPr>
                <p14:cNvContentPartPr/>
                <p14:nvPr/>
              </p14:nvContentPartPr>
              <p14:xfrm>
                <a:off x="9842277" y="2535717"/>
                <a:ext cx="2321280" cy="110160"/>
              </p14:xfrm>
            </p:contentPart>
          </mc:Choice>
          <mc:Fallback>
            <p:pic>
              <p:nvPicPr>
                <p:cNvPr id="389" name="Entrada de lápiz 388">
                  <a:extLst>
                    <a:ext uri="{FF2B5EF4-FFF2-40B4-BE49-F238E27FC236}">
                      <a16:creationId xmlns:a16="http://schemas.microsoft.com/office/drawing/2014/main" id="{533A9BC5-A72B-4917-B2A6-0CAB6239563D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833277" y="2527077"/>
                  <a:ext cx="2338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90" name="Entrada de lápiz 389">
                  <a:extLst>
                    <a:ext uri="{FF2B5EF4-FFF2-40B4-BE49-F238E27FC236}">
                      <a16:creationId xmlns:a16="http://schemas.microsoft.com/office/drawing/2014/main" id="{4D90F1E9-A3A3-40C0-ACD7-83E08F9A5E0C}"/>
                    </a:ext>
                  </a:extLst>
                </p14:cNvPr>
                <p14:cNvContentPartPr/>
                <p14:nvPr/>
              </p14:nvContentPartPr>
              <p14:xfrm>
                <a:off x="9776037" y="2684397"/>
                <a:ext cx="321120" cy="1388520"/>
              </p14:xfrm>
            </p:contentPart>
          </mc:Choice>
          <mc:Fallback>
            <p:pic>
              <p:nvPicPr>
                <p:cNvPr id="390" name="Entrada de lápiz 389">
                  <a:extLst>
                    <a:ext uri="{FF2B5EF4-FFF2-40B4-BE49-F238E27FC236}">
                      <a16:creationId xmlns:a16="http://schemas.microsoft.com/office/drawing/2014/main" id="{4D90F1E9-A3A3-40C0-ACD7-83E08F9A5E0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767037" y="2675757"/>
                  <a:ext cx="338760" cy="14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91" name="Entrada de lápiz 390">
                  <a:extLst>
                    <a:ext uri="{FF2B5EF4-FFF2-40B4-BE49-F238E27FC236}">
                      <a16:creationId xmlns:a16="http://schemas.microsoft.com/office/drawing/2014/main" id="{CF2E01F9-89E8-4B83-9DCA-BF3A42BE6909}"/>
                    </a:ext>
                  </a:extLst>
                </p14:cNvPr>
                <p14:cNvContentPartPr/>
                <p14:nvPr/>
              </p14:nvContentPartPr>
              <p14:xfrm>
                <a:off x="10254117" y="3994437"/>
                <a:ext cx="2043720" cy="82440"/>
              </p14:xfrm>
            </p:contentPart>
          </mc:Choice>
          <mc:Fallback>
            <p:pic>
              <p:nvPicPr>
                <p:cNvPr id="391" name="Entrada de lápiz 390">
                  <a:extLst>
                    <a:ext uri="{FF2B5EF4-FFF2-40B4-BE49-F238E27FC236}">
                      <a16:creationId xmlns:a16="http://schemas.microsoft.com/office/drawing/2014/main" id="{CF2E01F9-89E8-4B83-9DCA-BF3A42BE690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0245117" y="3985437"/>
                  <a:ext cx="206136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upo 403">
            <a:extLst>
              <a:ext uri="{FF2B5EF4-FFF2-40B4-BE49-F238E27FC236}">
                <a16:creationId xmlns:a16="http://schemas.microsoft.com/office/drawing/2014/main" id="{6EB92178-E88D-4C72-B25C-48A87DC6FA26}"/>
              </a:ext>
            </a:extLst>
          </p:cNvPr>
          <p:cNvGrpSpPr/>
          <p:nvPr/>
        </p:nvGrpSpPr>
        <p:grpSpPr>
          <a:xfrm>
            <a:off x="6953277" y="4611837"/>
            <a:ext cx="216720" cy="189360"/>
            <a:chOff x="6953277" y="4611837"/>
            <a:chExt cx="216720" cy="18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402" name="Entrada de lápiz 401">
                  <a:extLst>
                    <a:ext uri="{FF2B5EF4-FFF2-40B4-BE49-F238E27FC236}">
                      <a16:creationId xmlns:a16="http://schemas.microsoft.com/office/drawing/2014/main" id="{7E57BE90-3504-44F1-9A67-3CEC66F62D12}"/>
                    </a:ext>
                  </a:extLst>
                </p14:cNvPr>
                <p14:cNvContentPartPr/>
                <p14:nvPr/>
              </p14:nvContentPartPr>
              <p14:xfrm>
                <a:off x="7014117" y="4611837"/>
                <a:ext cx="46440" cy="189360"/>
              </p14:xfrm>
            </p:contentPart>
          </mc:Choice>
          <mc:Fallback>
            <p:pic>
              <p:nvPicPr>
                <p:cNvPr id="402" name="Entrada de lápiz 401">
                  <a:extLst>
                    <a:ext uri="{FF2B5EF4-FFF2-40B4-BE49-F238E27FC236}">
                      <a16:creationId xmlns:a16="http://schemas.microsoft.com/office/drawing/2014/main" id="{7E57BE90-3504-44F1-9A67-3CEC66F62D1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7005477" y="4602837"/>
                  <a:ext cx="640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403" name="Entrada de lápiz 402">
                  <a:extLst>
                    <a:ext uri="{FF2B5EF4-FFF2-40B4-BE49-F238E27FC236}">
                      <a16:creationId xmlns:a16="http://schemas.microsoft.com/office/drawing/2014/main" id="{736C0537-E6F6-4DC3-98A4-060D9F9485AE}"/>
                    </a:ext>
                  </a:extLst>
                </p14:cNvPr>
                <p14:cNvContentPartPr/>
                <p14:nvPr/>
              </p14:nvContentPartPr>
              <p14:xfrm>
                <a:off x="6953277" y="4691037"/>
                <a:ext cx="216720" cy="23040"/>
              </p14:xfrm>
            </p:contentPart>
          </mc:Choice>
          <mc:Fallback>
            <p:pic>
              <p:nvPicPr>
                <p:cNvPr id="403" name="Entrada de lápiz 402">
                  <a:extLst>
                    <a:ext uri="{FF2B5EF4-FFF2-40B4-BE49-F238E27FC236}">
                      <a16:creationId xmlns:a16="http://schemas.microsoft.com/office/drawing/2014/main" id="{736C0537-E6F6-4DC3-98A4-060D9F9485AE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6944277" y="4682397"/>
                  <a:ext cx="234360" cy="4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2">
            <p14:nvContentPartPr>
              <p14:cNvPr id="405" name="Entrada de lápiz 404">
                <a:extLst>
                  <a:ext uri="{FF2B5EF4-FFF2-40B4-BE49-F238E27FC236}">
                    <a16:creationId xmlns:a16="http://schemas.microsoft.com/office/drawing/2014/main" id="{732E12B8-BA9C-4C7A-B160-299B89AF2538}"/>
                  </a:ext>
                </a:extLst>
              </p14:cNvPr>
              <p14:cNvContentPartPr/>
              <p14:nvPr/>
            </p14:nvContentPartPr>
            <p14:xfrm>
              <a:off x="7305717" y="4615437"/>
              <a:ext cx="111600" cy="157320"/>
            </p14:xfrm>
          </p:contentPart>
        </mc:Choice>
        <mc:Fallback>
          <p:pic>
            <p:nvPicPr>
              <p:cNvPr id="405" name="Entrada de lápiz 404">
                <a:extLst>
                  <a:ext uri="{FF2B5EF4-FFF2-40B4-BE49-F238E27FC236}">
                    <a16:creationId xmlns:a16="http://schemas.microsoft.com/office/drawing/2014/main" id="{732E12B8-BA9C-4C7A-B160-299B89AF2538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7297077" y="4606437"/>
                <a:ext cx="129240" cy="17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6" name="Grupo 415">
            <a:extLst>
              <a:ext uri="{FF2B5EF4-FFF2-40B4-BE49-F238E27FC236}">
                <a16:creationId xmlns:a16="http://schemas.microsoft.com/office/drawing/2014/main" id="{AAD6F81D-8126-408E-9844-071454125042}"/>
              </a:ext>
            </a:extLst>
          </p:cNvPr>
          <p:cNvGrpSpPr/>
          <p:nvPr/>
        </p:nvGrpSpPr>
        <p:grpSpPr>
          <a:xfrm>
            <a:off x="7522437" y="4611837"/>
            <a:ext cx="740880" cy="470160"/>
            <a:chOff x="7522437" y="4611837"/>
            <a:chExt cx="740880" cy="4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409" name="Entrada de lápiz 408">
                  <a:extLst>
                    <a:ext uri="{FF2B5EF4-FFF2-40B4-BE49-F238E27FC236}">
                      <a16:creationId xmlns:a16="http://schemas.microsoft.com/office/drawing/2014/main" id="{3D44A825-92C6-4B5E-BE7D-7194C8A9E49E}"/>
                    </a:ext>
                  </a:extLst>
                </p14:cNvPr>
                <p14:cNvContentPartPr/>
                <p14:nvPr/>
              </p14:nvContentPartPr>
              <p14:xfrm>
                <a:off x="7522437" y="4693917"/>
                <a:ext cx="67680" cy="18360"/>
              </p14:xfrm>
            </p:contentPart>
          </mc:Choice>
          <mc:Fallback>
            <p:pic>
              <p:nvPicPr>
                <p:cNvPr id="409" name="Entrada de lápiz 408">
                  <a:extLst>
                    <a:ext uri="{FF2B5EF4-FFF2-40B4-BE49-F238E27FC236}">
                      <a16:creationId xmlns:a16="http://schemas.microsoft.com/office/drawing/2014/main" id="{3D44A825-92C6-4B5E-BE7D-7194C8A9E49E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7513437" y="4684917"/>
                  <a:ext cx="85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410" name="Entrada de lápiz 409">
                  <a:extLst>
                    <a:ext uri="{FF2B5EF4-FFF2-40B4-BE49-F238E27FC236}">
                      <a16:creationId xmlns:a16="http://schemas.microsoft.com/office/drawing/2014/main" id="{D5FE19CC-9B09-41B2-8281-9EE670D06137}"/>
                    </a:ext>
                  </a:extLst>
                </p14:cNvPr>
                <p14:cNvContentPartPr/>
                <p14:nvPr/>
              </p14:nvContentPartPr>
              <p14:xfrm>
                <a:off x="7698477" y="4611837"/>
                <a:ext cx="88920" cy="147240"/>
              </p14:xfrm>
            </p:contentPart>
          </mc:Choice>
          <mc:Fallback>
            <p:pic>
              <p:nvPicPr>
                <p:cNvPr id="410" name="Entrada de lápiz 409">
                  <a:extLst>
                    <a:ext uri="{FF2B5EF4-FFF2-40B4-BE49-F238E27FC236}">
                      <a16:creationId xmlns:a16="http://schemas.microsoft.com/office/drawing/2014/main" id="{D5FE19CC-9B09-41B2-8281-9EE670D06137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7689477" y="4602837"/>
                  <a:ext cx="106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411" name="Entrada de lápiz 410">
                  <a:extLst>
                    <a:ext uri="{FF2B5EF4-FFF2-40B4-BE49-F238E27FC236}">
                      <a16:creationId xmlns:a16="http://schemas.microsoft.com/office/drawing/2014/main" id="{A49E5D3F-DDAB-4CD0-AA21-D8BD25361628}"/>
                    </a:ext>
                  </a:extLst>
                </p14:cNvPr>
                <p14:cNvContentPartPr/>
                <p14:nvPr/>
              </p14:nvContentPartPr>
              <p14:xfrm>
                <a:off x="7616397" y="4834317"/>
                <a:ext cx="289080" cy="10440"/>
              </p14:xfrm>
            </p:contentPart>
          </mc:Choice>
          <mc:Fallback>
            <p:pic>
              <p:nvPicPr>
                <p:cNvPr id="411" name="Entrada de lápiz 410">
                  <a:extLst>
                    <a:ext uri="{FF2B5EF4-FFF2-40B4-BE49-F238E27FC236}">
                      <a16:creationId xmlns:a16="http://schemas.microsoft.com/office/drawing/2014/main" id="{A49E5D3F-DDAB-4CD0-AA21-D8BD25361628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7607757" y="4825677"/>
                  <a:ext cx="306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412" name="Entrada de lápiz 411">
                  <a:extLst>
                    <a:ext uri="{FF2B5EF4-FFF2-40B4-BE49-F238E27FC236}">
                      <a16:creationId xmlns:a16="http://schemas.microsoft.com/office/drawing/2014/main" id="{F984D9BE-F2AB-4AA5-8919-3CF3FE87FA86}"/>
                    </a:ext>
                  </a:extLst>
                </p14:cNvPr>
                <p14:cNvContentPartPr/>
                <p14:nvPr/>
              </p14:nvContentPartPr>
              <p14:xfrm>
                <a:off x="7681197" y="4885437"/>
                <a:ext cx="164160" cy="108000"/>
              </p14:xfrm>
            </p:contentPart>
          </mc:Choice>
          <mc:Fallback>
            <p:pic>
              <p:nvPicPr>
                <p:cNvPr id="412" name="Entrada de lápiz 411">
                  <a:extLst>
                    <a:ext uri="{FF2B5EF4-FFF2-40B4-BE49-F238E27FC236}">
                      <a16:creationId xmlns:a16="http://schemas.microsoft.com/office/drawing/2014/main" id="{F984D9BE-F2AB-4AA5-8919-3CF3FE87FA86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7672557" y="4876437"/>
                  <a:ext cx="181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413" name="Entrada de lápiz 412">
                  <a:extLst>
                    <a:ext uri="{FF2B5EF4-FFF2-40B4-BE49-F238E27FC236}">
                      <a16:creationId xmlns:a16="http://schemas.microsoft.com/office/drawing/2014/main" id="{6762FC88-2A97-4D39-B0D9-38B3B0FDA5CB}"/>
                    </a:ext>
                  </a:extLst>
                </p14:cNvPr>
                <p14:cNvContentPartPr/>
                <p14:nvPr/>
              </p14:nvContentPartPr>
              <p14:xfrm>
                <a:off x="7693797" y="4985877"/>
                <a:ext cx="145080" cy="96120"/>
              </p14:xfrm>
            </p:contentPart>
          </mc:Choice>
          <mc:Fallback>
            <p:pic>
              <p:nvPicPr>
                <p:cNvPr id="413" name="Entrada de lápiz 412">
                  <a:extLst>
                    <a:ext uri="{FF2B5EF4-FFF2-40B4-BE49-F238E27FC236}">
                      <a16:creationId xmlns:a16="http://schemas.microsoft.com/office/drawing/2014/main" id="{6762FC88-2A97-4D39-B0D9-38B3B0FDA5CB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7685157" y="4976877"/>
                  <a:ext cx="162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414" name="Entrada de lápiz 413">
                  <a:extLst>
                    <a:ext uri="{FF2B5EF4-FFF2-40B4-BE49-F238E27FC236}">
                      <a16:creationId xmlns:a16="http://schemas.microsoft.com/office/drawing/2014/main" id="{FC0264E1-AFCE-48BC-A664-AD078799EF80}"/>
                    </a:ext>
                  </a:extLst>
                </p14:cNvPr>
                <p14:cNvContentPartPr/>
                <p14:nvPr/>
              </p14:nvContentPartPr>
              <p14:xfrm>
                <a:off x="8146677" y="4658637"/>
                <a:ext cx="13320" cy="173520"/>
              </p14:xfrm>
            </p:contentPart>
          </mc:Choice>
          <mc:Fallback>
            <p:pic>
              <p:nvPicPr>
                <p:cNvPr id="414" name="Entrada de lápiz 413">
                  <a:extLst>
                    <a:ext uri="{FF2B5EF4-FFF2-40B4-BE49-F238E27FC236}">
                      <a16:creationId xmlns:a16="http://schemas.microsoft.com/office/drawing/2014/main" id="{FC0264E1-AFCE-48BC-A664-AD078799EF80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8137677" y="4649637"/>
                  <a:ext cx="30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415" name="Entrada de lápiz 414">
                  <a:extLst>
                    <a:ext uri="{FF2B5EF4-FFF2-40B4-BE49-F238E27FC236}">
                      <a16:creationId xmlns:a16="http://schemas.microsoft.com/office/drawing/2014/main" id="{7A6BD3FD-7CC9-4007-BF8C-3D05D0A0F40B}"/>
                    </a:ext>
                  </a:extLst>
                </p14:cNvPr>
                <p14:cNvContentPartPr/>
                <p14:nvPr/>
              </p14:nvContentPartPr>
              <p14:xfrm>
                <a:off x="8055597" y="4763037"/>
                <a:ext cx="207720" cy="14760"/>
              </p14:xfrm>
            </p:contentPart>
          </mc:Choice>
          <mc:Fallback>
            <p:pic>
              <p:nvPicPr>
                <p:cNvPr id="415" name="Entrada de lápiz 414">
                  <a:extLst>
                    <a:ext uri="{FF2B5EF4-FFF2-40B4-BE49-F238E27FC236}">
                      <a16:creationId xmlns:a16="http://schemas.microsoft.com/office/drawing/2014/main" id="{7A6BD3FD-7CC9-4007-BF8C-3D05D0A0F40B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8046597" y="4754397"/>
                  <a:ext cx="2253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6" name="Grupo 425">
            <a:extLst>
              <a:ext uri="{FF2B5EF4-FFF2-40B4-BE49-F238E27FC236}">
                <a16:creationId xmlns:a16="http://schemas.microsoft.com/office/drawing/2014/main" id="{9C3D6F4E-9511-4E9B-BD8F-033485E35B96}"/>
              </a:ext>
            </a:extLst>
          </p:cNvPr>
          <p:cNvGrpSpPr/>
          <p:nvPr/>
        </p:nvGrpSpPr>
        <p:grpSpPr>
          <a:xfrm>
            <a:off x="8424957" y="4605357"/>
            <a:ext cx="1089000" cy="383040"/>
            <a:chOff x="8424957" y="4605357"/>
            <a:chExt cx="108900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417" name="Entrada de lápiz 416">
                  <a:extLst>
                    <a:ext uri="{FF2B5EF4-FFF2-40B4-BE49-F238E27FC236}">
                      <a16:creationId xmlns:a16="http://schemas.microsoft.com/office/drawing/2014/main" id="{ECCD3A08-9226-44A7-9E47-5B2442E358A0}"/>
                    </a:ext>
                  </a:extLst>
                </p14:cNvPr>
                <p14:cNvContentPartPr/>
                <p14:nvPr/>
              </p14:nvContentPartPr>
              <p14:xfrm>
                <a:off x="8424957" y="4628757"/>
                <a:ext cx="176040" cy="211320"/>
              </p14:xfrm>
            </p:contentPart>
          </mc:Choice>
          <mc:Fallback>
            <p:pic>
              <p:nvPicPr>
                <p:cNvPr id="417" name="Entrada de lápiz 416">
                  <a:extLst>
                    <a:ext uri="{FF2B5EF4-FFF2-40B4-BE49-F238E27FC236}">
                      <a16:creationId xmlns:a16="http://schemas.microsoft.com/office/drawing/2014/main" id="{ECCD3A08-9226-44A7-9E47-5B2442E358A0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8415957" y="4620117"/>
                  <a:ext cx="1936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418" name="Entrada de lápiz 417">
                  <a:extLst>
                    <a:ext uri="{FF2B5EF4-FFF2-40B4-BE49-F238E27FC236}">
                      <a16:creationId xmlns:a16="http://schemas.microsoft.com/office/drawing/2014/main" id="{57F488DD-E03C-4C39-AC94-5615CB61B930}"/>
                    </a:ext>
                  </a:extLst>
                </p14:cNvPr>
                <p14:cNvContentPartPr/>
                <p14:nvPr/>
              </p14:nvContentPartPr>
              <p14:xfrm>
                <a:off x="8736717" y="4700037"/>
                <a:ext cx="80640" cy="33840"/>
              </p14:xfrm>
            </p:contentPart>
          </mc:Choice>
          <mc:Fallback>
            <p:pic>
              <p:nvPicPr>
                <p:cNvPr id="418" name="Entrada de lápiz 417">
                  <a:extLst>
                    <a:ext uri="{FF2B5EF4-FFF2-40B4-BE49-F238E27FC236}">
                      <a16:creationId xmlns:a16="http://schemas.microsoft.com/office/drawing/2014/main" id="{57F488DD-E03C-4C39-AC94-5615CB61B930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8728077" y="4691037"/>
                  <a:ext cx="98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419" name="Entrada de lápiz 418">
                  <a:extLst>
                    <a:ext uri="{FF2B5EF4-FFF2-40B4-BE49-F238E27FC236}">
                      <a16:creationId xmlns:a16="http://schemas.microsoft.com/office/drawing/2014/main" id="{F470D88D-A936-4F61-9F1B-A4C7567E3F94}"/>
                    </a:ext>
                  </a:extLst>
                </p14:cNvPr>
                <p14:cNvContentPartPr/>
                <p14:nvPr/>
              </p14:nvContentPartPr>
              <p14:xfrm>
                <a:off x="8970357" y="4605357"/>
                <a:ext cx="100800" cy="123840"/>
              </p14:xfrm>
            </p:contentPart>
          </mc:Choice>
          <mc:Fallback>
            <p:pic>
              <p:nvPicPr>
                <p:cNvPr id="419" name="Entrada de lápiz 418">
                  <a:extLst>
                    <a:ext uri="{FF2B5EF4-FFF2-40B4-BE49-F238E27FC236}">
                      <a16:creationId xmlns:a16="http://schemas.microsoft.com/office/drawing/2014/main" id="{F470D88D-A936-4F61-9F1B-A4C7567E3F94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8961357" y="4596717"/>
                  <a:ext cx="118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420" name="Entrada de lápiz 419">
                  <a:extLst>
                    <a:ext uri="{FF2B5EF4-FFF2-40B4-BE49-F238E27FC236}">
                      <a16:creationId xmlns:a16="http://schemas.microsoft.com/office/drawing/2014/main" id="{E5DEB97B-3009-4E79-859C-FBA9A9DF8A7B}"/>
                    </a:ext>
                  </a:extLst>
                </p14:cNvPr>
                <p14:cNvContentPartPr/>
                <p14:nvPr/>
              </p14:nvContentPartPr>
              <p14:xfrm>
                <a:off x="8969277" y="4779237"/>
                <a:ext cx="193680" cy="21240"/>
              </p14:xfrm>
            </p:contentPart>
          </mc:Choice>
          <mc:Fallback>
            <p:pic>
              <p:nvPicPr>
                <p:cNvPr id="420" name="Entrada de lápiz 419">
                  <a:extLst>
                    <a:ext uri="{FF2B5EF4-FFF2-40B4-BE49-F238E27FC236}">
                      <a16:creationId xmlns:a16="http://schemas.microsoft.com/office/drawing/2014/main" id="{E5DEB97B-3009-4E79-859C-FBA9A9DF8A7B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8960637" y="4770597"/>
                  <a:ext cx="211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421" name="Entrada de lápiz 420">
                  <a:extLst>
                    <a:ext uri="{FF2B5EF4-FFF2-40B4-BE49-F238E27FC236}">
                      <a16:creationId xmlns:a16="http://schemas.microsoft.com/office/drawing/2014/main" id="{A5926464-F8F7-4CF5-BE74-607C5910C451}"/>
                    </a:ext>
                  </a:extLst>
                </p14:cNvPr>
                <p14:cNvContentPartPr/>
                <p14:nvPr/>
              </p14:nvContentPartPr>
              <p14:xfrm>
                <a:off x="9051357" y="4822077"/>
                <a:ext cx="108360" cy="95040"/>
              </p14:xfrm>
            </p:contentPart>
          </mc:Choice>
          <mc:Fallback>
            <p:pic>
              <p:nvPicPr>
                <p:cNvPr id="421" name="Entrada de lápiz 420">
                  <a:extLst>
                    <a:ext uri="{FF2B5EF4-FFF2-40B4-BE49-F238E27FC236}">
                      <a16:creationId xmlns:a16="http://schemas.microsoft.com/office/drawing/2014/main" id="{A5926464-F8F7-4CF5-BE74-607C5910C451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9042357" y="4813077"/>
                  <a:ext cx="126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422" name="Entrada de lápiz 421">
                  <a:extLst>
                    <a:ext uri="{FF2B5EF4-FFF2-40B4-BE49-F238E27FC236}">
                      <a16:creationId xmlns:a16="http://schemas.microsoft.com/office/drawing/2014/main" id="{916A9DEE-3EB3-4A4A-B18F-4969FC49D21E}"/>
                    </a:ext>
                  </a:extLst>
                </p14:cNvPr>
                <p14:cNvContentPartPr/>
                <p14:nvPr/>
              </p14:nvContentPartPr>
              <p14:xfrm>
                <a:off x="9065397" y="4867797"/>
                <a:ext cx="106560" cy="120600"/>
              </p14:xfrm>
            </p:contentPart>
          </mc:Choice>
          <mc:Fallback>
            <p:pic>
              <p:nvPicPr>
                <p:cNvPr id="422" name="Entrada de lápiz 421">
                  <a:extLst>
                    <a:ext uri="{FF2B5EF4-FFF2-40B4-BE49-F238E27FC236}">
                      <a16:creationId xmlns:a16="http://schemas.microsoft.com/office/drawing/2014/main" id="{916A9DEE-3EB3-4A4A-B18F-4969FC49D21E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056757" y="4858797"/>
                  <a:ext cx="1242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424" name="Entrada de lápiz 423">
                  <a:extLst>
                    <a:ext uri="{FF2B5EF4-FFF2-40B4-BE49-F238E27FC236}">
                      <a16:creationId xmlns:a16="http://schemas.microsoft.com/office/drawing/2014/main" id="{4A61EA60-07B9-4535-96D3-578DFA039CC2}"/>
                    </a:ext>
                  </a:extLst>
                </p14:cNvPr>
                <p14:cNvContentPartPr/>
                <p14:nvPr/>
              </p14:nvContentPartPr>
              <p14:xfrm>
                <a:off x="9421437" y="4610757"/>
                <a:ext cx="39600" cy="165240"/>
              </p14:xfrm>
            </p:contentPart>
          </mc:Choice>
          <mc:Fallback>
            <p:pic>
              <p:nvPicPr>
                <p:cNvPr id="424" name="Entrada de lápiz 423">
                  <a:extLst>
                    <a:ext uri="{FF2B5EF4-FFF2-40B4-BE49-F238E27FC236}">
                      <a16:creationId xmlns:a16="http://schemas.microsoft.com/office/drawing/2014/main" id="{4A61EA60-07B9-4535-96D3-578DFA039CC2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9412437" y="4602117"/>
                  <a:ext cx="57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425" name="Entrada de lápiz 424">
                  <a:extLst>
                    <a:ext uri="{FF2B5EF4-FFF2-40B4-BE49-F238E27FC236}">
                      <a16:creationId xmlns:a16="http://schemas.microsoft.com/office/drawing/2014/main" id="{E7F5BB24-2F4A-4024-B798-D777C00C4218}"/>
                    </a:ext>
                  </a:extLst>
                </p14:cNvPr>
                <p14:cNvContentPartPr/>
                <p14:nvPr/>
              </p14:nvContentPartPr>
              <p14:xfrm>
                <a:off x="9317037" y="4700037"/>
                <a:ext cx="196920" cy="29160"/>
              </p14:xfrm>
            </p:contentPart>
          </mc:Choice>
          <mc:Fallback>
            <p:pic>
              <p:nvPicPr>
                <p:cNvPr id="425" name="Entrada de lápiz 424">
                  <a:extLst>
                    <a:ext uri="{FF2B5EF4-FFF2-40B4-BE49-F238E27FC236}">
                      <a16:creationId xmlns:a16="http://schemas.microsoft.com/office/drawing/2014/main" id="{E7F5BB24-2F4A-4024-B798-D777C00C4218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308397" y="4691397"/>
                  <a:ext cx="21456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4" name="Grupo 433">
            <a:extLst>
              <a:ext uri="{FF2B5EF4-FFF2-40B4-BE49-F238E27FC236}">
                <a16:creationId xmlns:a16="http://schemas.microsoft.com/office/drawing/2014/main" id="{18DA6F53-BD6E-4CAA-9198-EB501F2F267D}"/>
              </a:ext>
            </a:extLst>
          </p:cNvPr>
          <p:cNvGrpSpPr/>
          <p:nvPr/>
        </p:nvGrpSpPr>
        <p:grpSpPr>
          <a:xfrm>
            <a:off x="9855237" y="4489437"/>
            <a:ext cx="752040" cy="417960"/>
            <a:chOff x="9855237" y="4489437"/>
            <a:chExt cx="752040" cy="41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427" name="Entrada de lápiz 426">
                  <a:extLst>
                    <a:ext uri="{FF2B5EF4-FFF2-40B4-BE49-F238E27FC236}">
                      <a16:creationId xmlns:a16="http://schemas.microsoft.com/office/drawing/2014/main" id="{198E7049-484B-46F4-AA2A-8C5EFDFCF3BA}"/>
                    </a:ext>
                  </a:extLst>
                </p14:cNvPr>
                <p14:cNvContentPartPr/>
                <p14:nvPr/>
              </p14:nvContentPartPr>
              <p14:xfrm>
                <a:off x="9855237" y="4548477"/>
                <a:ext cx="145800" cy="222840"/>
              </p14:xfrm>
            </p:contentPart>
          </mc:Choice>
          <mc:Fallback>
            <p:pic>
              <p:nvPicPr>
                <p:cNvPr id="427" name="Entrada de lápiz 426">
                  <a:extLst>
                    <a:ext uri="{FF2B5EF4-FFF2-40B4-BE49-F238E27FC236}">
                      <a16:creationId xmlns:a16="http://schemas.microsoft.com/office/drawing/2014/main" id="{198E7049-484B-46F4-AA2A-8C5EFDFCF3BA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846237" y="4539837"/>
                  <a:ext cx="163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428" name="Entrada de lápiz 427">
                  <a:extLst>
                    <a:ext uri="{FF2B5EF4-FFF2-40B4-BE49-F238E27FC236}">
                      <a16:creationId xmlns:a16="http://schemas.microsoft.com/office/drawing/2014/main" id="{F7176006-07FE-4664-893E-098562EF4F8D}"/>
                    </a:ext>
                  </a:extLst>
                </p14:cNvPr>
                <p14:cNvContentPartPr/>
                <p14:nvPr/>
              </p14:nvContentPartPr>
              <p14:xfrm>
                <a:off x="10182837" y="4583037"/>
                <a:ext cx="81360" cy="66240"/>
              </p14:xfrm>
            </p:contentPart>
          </mc:Choice>
          <mc:Fallback>
            <p:pic>
              <p:nvPicPr>
                <p:cNvPr id="428" name="Entrada de lápiz 427">
                  <a:extLst>
                    <a:ext uri="{FF2B5EF4-FFF2-40B4-BE49-F238E27FC236}">
                      <a16:creationId xmlns:a16="http://schemas.microsoft.com/office/drawing/2014/main" id="{F7176006-07FE-4664-893E-098562EF4F8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0173837" y="4574037"/>
                  <a:ext cx="99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429" name="Entrada de lápiz 428">
                  <a:extLst>
                    <a:ext uri="{FF2B5EF4-FFF2-40B4-BE49-F238E27FC236}">
                      <a16:creationId xmlns:a16="http://schemas.microsoft.com/office/drawing/2014/main" id="{4E0E97CD-9919-43C5-B22B-FF9CBFC8B453}"/>
                    </a:ext>
                  </a:extLst>
                </p14:cNvPr>
                <p14:cNvContentPartPr/>
                <p14:nvPr/>
              </p14:nvContentPartPr>
              <p14:xfrm>
                <a:off x="10182837" y="4597437"/>
                <a:ext cx="104400" cy="69840"/>
              </p14:xfrm>
            </p:contentPart>
          </mc:Choice>
          <mc:Fallback>
            <p:pic>
              <p:nvPicPr>
                <p:cNvPr id="429" name="Entrada de lápiz 428">
                  <a:extLst>
                    <a:ext uri="{FF2B5EF4-FFF2-40B4-BE49-F238E27FC236}">
                      <a16:creationId xmlns:a16="http://schemas.microsoft.com/office/drawing/2014/main" id="{4E0E97CD-9919-43C5-B22B-FF9CBFC8B453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0173837" y="4588437"/>
                  <a:ext cx="122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430" name="Entrada de lápiz 429">
                  <a:extLst>
                    <a:ext uri="{FF2B5EF4-FFF2-40B4-BE49-F238E27FC236}">
                      <a16:creationId xmlns:a16="http://schemas.microsoft.com/office/drawing/2014/main" id="{6CE3D321-EE51-474D-91F2-BF2C37914587}"/>
                    </a:ext>
                  </a:extLst>
                </p14:cNvPr>
                <p14:cNvContentPartPr/>
                <p14:nvPr/>
              </p14:nvContentPartPr>
              <p14:xfrm>
                <a:off x="10428717" y="4489437"/>
                <a:ext cx="34200" cy="156960"/>
              </p14:xfrm>
            </p:contentPart>
          </mc:Choice>
          <mc:Fallback>
            <p:pic>
              <p:nvPicPr>
                <p:cNvPr id="430" name="Entrada de lápiz 429">
                  <a:extLst>
                    <a:ext uri="{FF2B5EF4-FFF2-40B4-BE49-F238E27FC236}">
                      <a16:creationId xmlns:a16="http://schemas.microsoft.com/office/drawing/2014/main" id="{6CE3D321-EE51-474D-91F2-BF2C37914587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419717" y="4480797"/>
                  <a:ext cx="518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431" name="Entrada de lápiz 430">
                  <a:extLst>
                    <a:ext uri="{FF2B5EF4-FFF2-40B4-BE49-F238E27FC236}">
                      <a16:creationId xmlns:a16="http://schemas.microsoft.com/office/drawing/2014/main" id="{FB8530F0-705E-4AD8-85CE-47A5DC11C2EB}"/>
                    </a:ext>
                  </a:extLst>
                </p14:cNvPr>
                <p14:cNvContentPartPr/>
                <p14:nvPr/>
              </p14:nvContentPartPr>
              <p14:xfrm>
                <a:off x="10399197" y="4655037"/>
                <a:ext cx="198720" cy="15840"/>
              </p14:xfrm>
            </p:contentPart>
          </mc:Choice>
          <mc:Fallback>
            <p:pic>
              <p:nvPicPr>
                <p:cNvPr id="431" name="Entrada de lápiz 430">
                  <a:extLst>
                    <a:ext uri="{FF2B5EF4-FFF2-40B4-BE49-F238E27FC236}">
                      <a16:creationId xmlns:a16="http://schemas.microsoft.com/office/drawing/2014/main" id="{FB8530F0-705E-4AD8-85CE-47A5DC11C2EB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390557" y="4646037"/>
                  <a:ext cx="2163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432" name="Entrada de lápiz 431">
                  <a:extLst>
                    <a:ext uri="{FF2B5EF4-FFF2-40B4-BE49-F238E27FC236}">
                      <a16:creationId xmlns:a16="http://schemas.microsoft.com/office/drawing/2014/main" id="{AB75C7E1-6F53-4115-BC21-ADC68A02F3F8}"/>
                    </a:ext>
                  </a:extLst>
                </p14:cNvPr>
                <p14:cNvContentPartPr/>
                <p14:nvPr/>
              </p14:nvContentPartPr>
              <p14:xfrm>
                <a:off x="10456437" y="4720197"/>
                <a:ext cx="118800" cy="99000"/>
              </p14:xfrm>
            </p:contentPart>
          </mc:Choice>
          <mc:Fallback>
            <p:pic>
              <p:nvPicPr>
                <p:cNvPr id="432" name="Entrada de lápiz 431">
                  <a:extLst>
                    <a:ext uri="{FF2B5EF4-FFF2-40B4-BE49-F238E27FC236}">
                      <a16:creationId xmlns:a16="http://schemas.microsoft.com/office/drawing/2014/main" id="{AB75C7E1-6F53-4115-BC21-ADC68A02F3F8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447437" y="4711557"/>
                  <a:ext cx="1364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433" name="Entrada de lápiz 432">
                  <a:extLst>
                    <a:ext uri="{FF2B5EF4-FFF2-40B4-BE49-F238E27FC236}">
                      <a16:creationId xmlns:a16="http://schemas.microsoft.com/office/drawing/2014/main" id="{7392DA50-80D0-4B87-A00E-6B9783C12592}"/>
                    </a:ext>
                  </a:extLst>
                </p14:cNvPr>
                <p14:cNvContentPartPr/>
                <p14:nvPr/>
              </p14:nvContentPartPr>
              <p14:xfrm>
                <a:off x="10467597" y="4790397"/>
                <a:ext cx="139680" cy="117000"/>
              </p14:xfrm>
            </p:contentPart>
          </mc:Choice>
          <mc:Fallback>
            <p:pic>
              <p:nvPicPr>
                <p:cNvPr id="433" name="Entrada de lápiz 432">
                  <a:extLst>
                    <a:ext uri="{FF2B5EF4-FFF2-40B4-BE49-F238E27FC236}">
                      <a16:creationId xmlns:a16="http://schemas.microsoft.com/office/drawing/2014/main" id="{7392DA50-80D0-4B87-A00E-6B9783C12592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458597" y="4781397"/>
                  <a:ext cx="15732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0" name="Grupo 439">
            <a:extLst>
              <a:ext uri="{FF2B5EF4-FFF2-40B4-BE49-F238E27FC236}">
                <a16:creationId xmlns:a16="http://schemas.microsoft.com/office/drawing/2014/main" id="{26A92EAE-E2DA-4220-B298-2F7623855B1D}"/>
              </a:ext>
            </a:extLst>
          </p:cNvPr>
          <p:cNvGrpSpPr/>
          <p:nvPr/>
        </p:nvGrpSpPr>
        <p:grpSpPr>
          <a:xfrm>
            <a:off x="5756997" y="5504277"/>
            <a:ext cx="167400" cy="116640"/>
            <a:chOff x="5756997" y="5504277"/>
            <a:chExt cx="167400" cy="11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435" name="Entrada de lápiz 434">
                  <a:extLst>
                    <a:ext uri="{FF2B5EF4-FFF2-40B4-BE49-F238E27FC236}">
                      <a16:creationId xmlns:a16="http://schemas.microsoft.com/office/drawing/2014/main" id="{3FB59E83-41CF-46FA-80D2-CEA4D0A2EA6B}"/>
                    </a:ext>
                  </a:extLst>
                </p14:cNvPr>
                <p14:cNvContentPartPr/>
                <p14:nvPr/>
              </p14:nvContentPartPr>
              <p14:xfrm>
                <a:off x="5756997" y="5504277"/>
                <a:ext cx="167400" cy="24840"/>
              </p14:xfrm>
            </p:contentPart>
          </mc:Choice>
          <mc:Fallback>
            <p:pic>
              <p:nvPicPr>
                <p:cNvPr id="435" name="Entrada de lápiz 434">
                  <a:extLst>
                    <a:ext uri="{FF2B5EF4-FFF2-40B4-BE49-F238E27FC236}">
                      <a16:creationId xmlns:a16="http://schemas.microsoft.com/office/drawing/2014/main" id="{3FB59E83-41CF-46FA-80D2-CEA4D0A2EA6B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5747997" y="5495277"/>
                  <a:ext cx="185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436" name="Entrada de lápiz 435">
                  <a:extLst>
                    <a:ext uri="{FF2B5EF4-FFF2-40B4-BE49-F238E27FC236}">
                      <a16:creationId xmlns:a16="http://schemas.microsoft.com/office/drawing/2014/main" id="{5FC9817F-E657-47C1-94D1-AFEAFF7B5FB2}"/>
                    </a:ext>
                  </a:extLst>
                </p14:cNvPr>
                <p14:cNvContentPartPr/>
                <p14:nvPr/>
              </p14:nvContentPartPr>
              <p14:xfrm>
                <a:off x="5758797" y="5592477"/>
                <a:ext cx="162720" cy="28440"/>
              </p14:xfrm>
            </p:contentPart>
          </mc:Choice>
          <mc:Fallback>
            <p:pic>
              <p:nvPicPr>
                <p:cNvPr id="436" name="Entrada de lápiz 435">
                  <a:extLst>
                    <a:ext uri="{FF2B5EF4-FFF2-40B4-BE49-F238E27FC236}">
                      <a16:creationId xmlns:a16="http://schemas.microsoft.com/office/drawing/2014/main" id="{5FC9817F-E657-47C1-94D1-AFEAFF7B5FB2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5749797" y="5583477"/>
                  <a:ext cx="18036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9" name="Grupo 438">
            <a:extLst>
              <a:ext uri="{FF2B5EF4-FFF2-40B4-BE49-F238E27FC236}">
                <a16:creationId xmlns:a16="http://schemas.microsoft.com/office/drawing/2014/main" id="{81A65334-3DDF-4C0E-A3E4-3F4BD8039877}"/>
              </a:ext>
            </a:extLst>
          </p:cNvPr>
          <p:cNvGrpSpPr/>
          <p:nvPr/>
        </p:nvGrpSpPr>
        <p:grpSpPr>
          <a:xfrm>
            <a:off x="5694357" y="4658637"/>
            <a:ext cx="1082880" cy="280440"/>
            <a:chOff x="5694357" y="4658637"/>
            <a:chExt cx="108288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93" name="Entrada de lápiz 392">
                  <a:extLst>
                    <a:ext uri="{FF2B5EF4-FFF2-40B4-BE49-F238E27FC236}">
                      <a16:creationId xmlns:a16="http://schemas.microsoft.com/office/drawing/2014/main" id="{EC4CFF5B-689A-42E9-BA06-C597483CFABD}"/>
                    </a:ext>
                  </a:extLst>
                </p14:cNvPr>
                <p14:cNvContentPartPr/>
                <p14:nvPr/>
              </p14:nvContentPartPr>
              <p14:xfrm>
                <a:off x="5694357" y="4849797"/>
                <a:ext cx="173880" cy="8640"/>
              </p14:xfrm>
            </p:contentPart>
          </mc:Choice>
          <mc:Fallback>
            <p:pic>
              <p:nvPicPr>
                <p:cNvPr id="393" name="Entrada de lápiz 392">
                  <a:extLst>
                    <a:ext uri="{FF2B5EF4-FFF2-40B4-BE49-F238E27FC236}">
                      <a16:creationId xmlns:a16="http://schemas.microsoft.com/office/drawing/2014/main" id="{EC4CFF5B-689A-42E9-BA06-C597483CFABD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5685717" y="4840797"/>
                  <a:ext cx="1915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94" name="Entrada de lápiz 393">
                  <a:extLst>
                    <a:ext uri="{FF2B5EF4-FFF2-40B4-BE49-F238E27FC236}">
                      <a16:creationId xmlns:a16="http://schemas.microsoft.com/office/drawing/2014/main" id="{5391F94F-AD7D-4618-904A-549018E3C218}"/>
                    </a:ext>
                  </a:extLst>
                </p14:cNvPr>
                <p14:cNvContentPartPr/>
                <p14:nvPr/>
              </p14:nvContentPartPr>
              <p14:xfrm>
                <a:off x="5742597" y="4903077"/>
                <a:ext cx="159840" cy="33840"/>
              </p14:xfrm>
            </p:contentPart>
          </mc:Choice>
          <mc:Fallback>
            <p:pic>
              <p:nvPicPr>
                <p:cNvPr id="394" name="Entrada de lápiz 393">
                  <a:extLst>
                    <a:ext uri="{FF2B5EF4-FFF2-40B4-BE49-F238E27FC236}">
                      <a16:creationId xmlns:a16="http://schemas.microsoft.com/office/drawing/2014/main" id="{5391F94F-AD7D-4618-904A-549018E3C218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733957" y="4894077"/>
                  <a:ext cx="1774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95" name="Entrada de lápiz 394">
                  <a:extLst>
                    <a:ext uri="{FF2B5EF4-FFF2-40B4-BE49-F238E27FC236}">
                      <a16:creationId xmlns:a16="http://schemas.microsoft.com/office/drawing/2014/main" id="{D45F9D13-2A0A-4D3B-88A2-409124BCE242}"/>
                    </a:ext>
                  </a:extLst>
                </p14:cNvPr>
                <p14:cNvContentPartPr/>
                <p14:nvPr/>
              </p14:nvContentPartPr>
              <p14:xfrm>
                <a:off x="6021957" y="4792197"/>
                <a:ext cx="176040" cy="146880"/>
              </p14:xfrm>
            </p:contentPart>
          </mc:Choice>
          <mc:Fallback>
            <p:pic>
              <p:nvPicPr>
                <p:cNvPr id="395" name="Entrada de lápiz 394">
                  <a:extLst>
                    <a:ext uri="{FF2B5EF4-FFF2-40B4-BE49-F238E27FC236}">
                      <a16:creationId xmlns:a16="http://schemas.microsoft.com/office/drawing/2014/main" id="{D45F9D13-2A0A-4D3B-88A2-409124BCE242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6012957" y="4783197"/>
                  <a:ext cx="1936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96" name="Entrada de lápiz 395">
                  <a:extLst>
                    <a:ext uri="{FF2B5EF4-FFF2-40B4-BE49-F238E27FC236}">
                      <a16:creationId xmlns:a16="http://schemas.microsoft.com/office/drawing/2014/main" id="{6B96D4BB-9E0B-4C67-9499-6CEA2DD2B969}"/>
                    </a:ext>
                  </a:extLst>
                </p14:cNvPr>
                <p14:cNvContentPartPr/>
                <p14:nvPr/>
              </p14:nvContentPartPr>
              <p14:xfrm>
                <a:off x="6296637" y="4836117"/>
                <a:ext cx="42480" cy="27720"/>
              </p14:xfrm>
            </p:contentPart>
          </mc:Choice>
          <mc:Fallback>
            <p:pic>
              <p:nvPicPr>
                <p:cNvPr id="396" name="Entrada de lápiz 395">
                  <a:extLst>
                    <a:ext uri="{FF2B5EF4-FFF2-40B4-BE49-F238E27FC236}">
                      <a16:creationId xmlns:a16="http://schemas.microsoft.com/office/drawing/2014/main" id="{6B96D4BB-9E0B-4C67-9499-6CEA2DD2B969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6287997" y="4827477"/>
                  <a:ext cx="60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97" name="Entrada de lápiz 396">
                  <a:extLst>
                    <a:ext uri="{FF2B5EF4-FFF2-40B4-BE49-F238E27FC236}">
                      <a16:creationId xmlns:a16="http://schemas.microsoft.com/office/drawing/2014/main" id="{2761B44D-9188-4395-B7ED-3BEAA1036614}"/>
                    </a:ext>
                  </a:extLst>
                </p14:cNvPr>
                <p14:cNvContentPartPr/>
                <p14:nvPr/>
              </p14:nvContentPartPr>
              <p14:xfrm>
                <a:off x="6490317" y="4703637"/>
                <a:ext cx="45360" cy="102240"/>
              </p14:xfrm>
            </p:contentPart>
          </mc:Choice>
          <mc:Fallback>
            <p:pic>
              <p:nvPicPr>
                <p:cNvPr id="397" name="Entrada de lápiz 396">
                  <a:extLst>
                    <a:ext uri="{FF2B5EF4-FFF2-40B4-BE49-F238E27FC236}">
                      <a16:creationId xmlns:a16="http://schemas.microsoft.com/office/drawing/2014/main" id="{2761B44D-9188-4395-B7ED-3BEAA1036614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481317" y="4694997"/>
                  <a:ext cx="63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98" name="Entrada de lápiz 397">
                  <a:extLst>
                    <a:ext uri="{FF2B5EF4-FFF2-40B4-BE49-F238E27FC236}">
                      <a16:creationId xmlns:a16="http://schemas.microsoft.com/office/drawing/2014/main" id="{6F7811E3-B721-4524-B8F6-8598EBA735B3}"/>
                    </a:ext>
                  </a:extLst>
                </p14:cNvPr>
                <p14:cNvContentPartPr/>
                <p14:nvPr/>
              </p14:nvContentPartPr>
              <p14:xfrm>
                <a:off x="6527757" y="4681317"/>
                <a:ext cx="81720" cy="228960"/>
              </p14:xfrm>
            </p:contentPart>
          </mc:Choice>
          <mc:Fallback>
            <p:pic>
              <p:nvPicPr>
                <p:cNvPr id="398" name="Entrada de lápiz 397">
                  <a:extLst>
                    <a:ext uri="{FF2B5EF4-FFF2-40B4-BE49-F238E27FC236}">
                      <a16:creationId xmlns:a16="http://schemas.microsoft.com/office/drawing/2014/main" id="{6F7811E3-B721-4524-B8F6-8598EBA735B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519117" y="4672317"/>
                  <a:ext cx="99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99" name="Entrada de lápiz 398">
                  <a:extLst>
                    <a:ext uri="{FF2B5EF4-FFF2-40B4-BE49-F238E27FC236}">
                      <a16:creationId xmlns:a16="http://schemas.microsoft.com/office/drawing/2014/main" id="{B78CD304-CB2D-479C-A6F7-D3410D127ECB}"/>
                    </a:ext>
                  </a:extLst>
                </p14:cNvPr>
                <p14:cNvContentPartPr/>
                <p14:nvPr/>
              </p14:nvContentPartPr>
              <p14:xfrm>
                <a:off x="6673197" y="4743237"/>
                <a:ext cx="92520" cy="87840"/>
              </p14:xfrm>
            </p:contentPart>
          </mc:Choice>
          <mc:Fallback>
            <p:pic>
              <p:nvPicPr>
                <p:cNvPr id="399" name="Entrada de lápiz 398">
                  <a:extLst>
                    <a:ext uri="{FF2B5EF4-FFF2-40B4-BE49-F238E27FC236}">
                      <a16:creationId xmlns:a16="http://schemas.microsoft.com/office/drawing/2014/main" id="{B78CD304-CB2D-479C-A6F7-D3410D127ECB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664557" y="4734237"/>
                  <a:ext cx="1101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00" name="Entrada de lápiz 399">
                  <a:extLst>
                    <a:ext uri="{FF2B5EF4-FFF2-40B4-BE49-F238E27FC236}">
                      <a16:creationId xmlns:a16="http://schemas.microsoft.com/office/drawing/2014/main" id="{49663EB8-298D-4176-972D-8D78EFDD3AB5}"/>
                    </a:ext>
                  </a:extLst>
                </p14:cNvPr>
                <p14:cNvContentPartPr/>
                <p14:nvPr/>
              </p14:nvContentPartPr>
              <p14:xfrm>
                <a:off x="6669237" y="4827837"/>
                <a:ext cx="108000" cy="91440"/>
              </p14:xfrm>
            </p:contentPart>
          </mc:Choice>
          <mc:Fallback>
            <p:pic>
              <p:nvPicPr>
                <p:cNvPr id="400" name="Entrada de lápiz 399">
                  <a:extLst>
                    <a:ext uri="{FF2B5EF4-FFF2-40B4-BE49-F238E27FC236}">
                      <a16:creationId xmlns:a16="http://schemas.microsoft.com/office/drawing/2014/main" id="{49663EB8-298D-4176-972D-8D78EFDD3AB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6660237" y="4818837"/>
                  <a:ext cx="1256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37" name="Entrada de lápiz 436">
                  <a:extLst>
                    <a:ext uri="{FF2B5EF4-FFF2-40B4-BE49-F238E27FC236}">
                      <a16:creationId xmlns:a16="http://schemas.microsoft.com/office/drawing/2014/main" id="{B873DCC2-F343-4323-B47E-0F25EE3772E2}"/>
                    </a:ext>
                  </a:extLst>
                </p14:cNvPr>
                <p14:cNvContentPartPr/>
                <p14:nvPr/>
              </p14:nvContentPartPr>
              <p14:xfrm>
                <a:off x="6698757" y="4658637"/>
                <a:ext cx="360" cy="360"/>
              </p14:xfrm>
            </p:contentPart>
          </mc:Choice>
          <mc:Fallback>
            <p:pic>
              <p:nvPicPr>
                <p:cNvPr id="437" name="Entrada de lápiz 436">
                  <a:extLst>
                    <a:ext uri="{FF2B5EF4-FFF2-40B4-BE49-F238E27FC236}">
                      <a16:creationId xmlns:a16="http://schemas.microsoft.com/office/drawing/2014/main" id="{B873DCC2-F343-4323-B47E-0F25EE3772E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89757" y="464963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9">
            <p14:nvContentPartPr>
              <p14:cNvPr id="438" name="Entrada de lápiz 437">
                <a:extLst>
                  <a:ext uri="{FF2B5EF4-FFF2-40B4-BE49-F238E27FC236}">
                    <a16:creationId xmlns:a16="http://schemas.microsoft.com/office/drawing/2014/main" id="{9F67E33B-24AF-4651-B375-C54C501DD3F6}"/>
                  </a:ext>
                </a:extLst>
              </p14:cNvPr>
              <p14:cNvContentPartPr/>
              <p14:nvPr/>
            </p14:nvContentPartPr>
            <p14:xfrm>
              <a:off x="6198717" y="5159037"/>
              <a:ext cx="360" cy="360"/>
            </p14:xfrm>
          </p:contentPart>
        </mc:Choice>
        <mc:Fallback>
          <p:pic>
            <p:nvPicPr>
              <p:cNvPr id="438" name="Entrada de lápiz 437">
                <a:extLst>
                  <a:ext uri="{FF2B5EF4-FFF2-40B4-BE49-F238E27FC236}">
                    <a16:creationId xmlns:a16="http://schemas.microsoft.com/office/drawing/2014/main" id="{9F67E33B-24AF-4651-B375-C54C501DD3F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89717" y="5150037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7" name="Grupo 456">
            <a:extLst>
              <a:ext uri="{FF2B5EF4-FFF2-40B4-BE49-F238E27FC236}">
                <a16:creationId xmlns:a16="http://schemas.microsoft.com/office/drawing/2014/main" id="{3A9D3830-661E-46D8-BA20-CCEA022AC501}"/>
              </a:ext>
            </a:extLst>
          </p:cNvPr>
          <p:cNvGrpSpPr/>
          <p:nvPr/>
        </p:nvGrpSpPr>
        <p:grpSpPr>
          <a:xfrm>
            <a:off x="6141477" y="5276397"/>
            <a:ext cx="1133280" cy="489240"/>
            <a:chOff x="6141477" y="5276397"/>
            <a:chExt cx="113328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441" name="Entrada de lápiz 440">
                  <a:extLst>
                    <a:ext uri="{FF2B5EF4-FFF2-40B4-BE49-F238E27FC236}">
                      <a16:creationId xmlns:a16="http://schemas.microsoft.com/office/drawing/2014/main" id="{291CAC9C-80BF-465D-9BAD-2BA703AFB92D}"/>
                    </a:ext>
                  </a:extLst>
                </p14:cNvPr>
                <p14:cNvContentPartPr/>
                <p14:nvPr/>
              </p14:nvContentPartPr>
              <p14:xfrm>
                <a:off x="6203757" y="5328957"/>
                <a:ext cx="115920" cy="147600"/>
              </p14:xfrm>
            </p:contentPart>
          </mc:Choice>
          <mc:Fallback>
            <p:pic>
              <p:nvPicPr>
                <p:cNvPr id="441" name="Entrada de lápiz 440">
                  <a:extLst>
                    <a:ext uri="{FF2B5EF4-FFF2-40B4-BE49-F238E27FC236}">
                      <a16:creationId xmlns:a16="http://schemas.microsoft.com/office/drawing/2014/main" id="{291CAC9C-80BF-465D-9BAD-2BA703AFB92D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6194757" y="5319957"/>
                  <a:ext cx="1335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442" name="Entrada de lápiz 441">
                  <a:extLst>
                    <a:ext uri="{FF2B5EF4-FFF2-40B4-BE49-F238E27FC236}">
                      <a16:creationId xmlns:a16="http://schemas.microsoft.com/office/drawing/2014/main" id="{85CA5980-4189-4BDF-BCFC-CC595BFA8B93}"/>
                    </a:ext>
                  </a:extLst>
                </p14:cNvPr>
                <p14:cNvContentPartPr/>
                <p14:nvPr/>
              </p14:nvContentPartPr>
              <p14:xfrm>
                <a:off x="6141477" y="5534877"/>
                <a:ext cx="241920" cy="33840"/>
              </p14:xfrm>
            </p:contentPart>
          </mc:Choice>
          <mc:Fallback>
            <p:pic>
              <p:nvPicPr>
                <p:cNvPr id="442" name="Entrada de lápiz 441">
                  <a:extLst>
                    <a:ext uri="{FF2B5EF4-FFF2-40B4-BE49-F238E27FC236}">
                      <a16:creationId xmlns:a16="http://schemas.microsoft.com/office/drawing/2014/main" id="{85CA5980-4189-4BDF-BCFC-CC595BFA8B93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6132477" y="5525877"/>
                  <a:ext cx="2595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443" name="Entrada de lápiz 442">
                  <a:extLst>
                    <a:ext uri="{FF2B5EF4-FFF2-40B4-BE49-F238E27FC236}">
                      <a16:creationId xmlns:a16="http://schemas.microsoft.com/office/drawing/2014/main" id="{8F878C56-1F41-4565-AB06-83685EDCE99A}"/>
                    </a:ext>
                  </a:extLst>
                </p14:cNvPr>
                <p14:cNvContentPartPr/>
                <p14:nvPr/>
              </p14:nvContentPartPr>
              <p14:xfrm>
                <a:off x="6210957" y="5613717"/>
                <a:ext cx="117360" cy="85320"/>
              </p14:xfrm>
            </p:contentPart>
          </mc:Choice>
          <mc:Fallback>
            <p:pic>
              <p:nvPicPr>
                <p:cNvPr id="443" name="Entrada de lápiz 442">
                  <a:extLst>
                    <a:ext uri="{FF2B5EF4-FFF2-40B4-BE49-F238E27FC236}">
                      <a16:creationId xmlns:a16="http://schemas.microsoft.com/office/drawing/2014/main" id="{8F878C56-1F41-4565-AB06-83685EDCE99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6201957" y="5605077"/>
                  <a:ext cx="135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444" name="Entrada de lápiz 443">
                  <a:extLst>
                    <a:ext uri="{FF2B5EF4-FFF2-40B4-BE49-F238E27FC236}">
                      <a16:creationId xmlns:a16="http://schemas.microsoft.com/office/drawing/2014/main" id="{DC63E2F3-C34E-45EB-A3FB-31BD50AF630B}"/>
                    </a:ext>
                  </a:extLst>
                </p14:cNvPr>
                <p14:cNvContentPartPr/>
                <p14:nvPr/>
              </p14:nvContentPartPr>
              <p14:xfrm>
                <a:off x="6258837" y="5654757"/>
                <a:ext cx="154440" cy="110880"/>
              </p14:xfrm>
            </p:contentPart>
          </mc:Choice>
          <mc:Fallback>
            <p:pic>
              <p:nvPicPr>
                <p:cNvPr id="444" name="Entrada de lápiz 443">
                  <a:extLst>
                    <a:ext uri="{FF2B5EF4-FFF2-40B4-BE49-F238E27FC236}">
                      <a16:creationId xmlns:a16="http://schemas.microsoft.com/office/drawing/2014/main" id="{DC63E2F3-C34E-45EB-A3FB-31BD50AF630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6249837" y="5645757"/>
                  <a:ext cx="1720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445" name="Entrada de lápiz 444">
                  <a:extLst>
                    <a:ext uri="{FF2B5EF4-FFF2-40B4-BE49-F238E27FC236}">
                      <a16:creationId xmlns:a16="http://schemas.microsoft.com/office/drawing/2014/main" id="{50DCA2B0-04D7-4484-8A3E-87420A524F67}"/>
                    </a:ext>
                  </a:extLst>
                </p14:cNvPr>
                <p14:cNvContentPartPr/>
                <p14:nvPr/>
              </p14:nvContentPartPr>
              <p14:xfrm>
                <a:off x="6618477" y="5387997"/>
                <a:ext cx="59400" cy="160560"/>
              </p14:xfrm>
            </p:contentPart>
          </mc:Choice>
          <mc:Fallback>
            <p:pic>
              <p:nvPicPr>
                <p:cNvPr id="445" name="Entrada de lápiz 444">
                  <a:extLst>
                    <a:ext uri="{FF2B5EF4-FFF2-40B4-BE49-F238E27FC236}">
                      <a16:creationId xmlns:a16="http://schemas.microsoft.com/office/drawing/2014/main" id="{50DCA2B0-04D7-4484-8A3E-87420A524F67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6609477" y="5378997"/>
                  <a:ext cx="770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446" name="Entrada de lápiz 445">
                  <a:extLst>
                    <a:ext uri="{FF2B5EF4-FFF2-40B4-BE49-F238E27FC236}">
                      <a16:creationId xmlns:a16="http://schemas.microsoft.com/office/drawing/2014/main" id="{D2171704-078F-4B39-9C22-C1975F891DE9}"/>
                    </a:ext>
                  </a:extLst>
                </p14:cNvPr>
                <p14:cNvContentPartPr/>
                <p14:nvPr/>
              </p14:nvContentPartPr>
              <p14:xfrm>
                <a:off x="6571317" y="5433717"/>
                <a:ext cx="201600" cy="44640"/>
              </p14:xfrm>
            </p:contentPart>
          </mc:Choice>
          <mc:Fallback>
            <p:pic>
              <p:nvPicPr>
                <p:cNvPr id="446" name="Entrada de lápiz 445">
                  <a:extLst>
                    <a:ext uri="{FF2B5EF4-FFF2-40B4-BE49-F238E27FC236}">
                      <a16:creationId xmlns:a16="http://schemas.microsoft.com/office/drawing/2014/main" id="{D2171704-078F-4B39-9C22-C1975F891DE9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6562677" y="5425077"/>
                  <a:ext cx="219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49" name="Entrada de lápiz 448">
                  <a:extLst>
                    <a:ext uri="{FF2B5EF4-FFF2-40B4-BE49-F238E27FC236}">
                      <a16:creationId xmlns:a16="http://schemas.microsoft.com/office/drawing/2014/main" id="{8394A87F-7540-4513-8696-8CB06D227390}"/>
                    </a:ext>
                  </a:extLst>
                </p14:cNvPr>
                <p14:cNvContentPartPr/>
                <p14:nvPr/>
              </p14:nvContentPartPr>
              <p14:xfrm>
                <a:off x="6974157" y="5305917"/>
                <a:ext cx="18360" cy="118440"/>
              </p14:xfrm>
            </p:contentPart>
          </mc:Choice>
          <mc:Fallback>
            <p:pic>
              <p:nvPicPr>
                <p:cNvPr id="449" name="Entrada de lápiz 448">
                  <a:extLst>
                    <a:ext uri="{FF2B5EF4-FFF2-40B4-BE49-F238E27FC236}">
                      <a16:creationId xmlns:a16="http://schemas.microsoft.com/office/drawing/2014/main" id="{8394A87F-7540-4513-8696-8CB06D227390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6965517" y="5296917"/>
                  <a:ext cx="360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450" name="Entrada de lápiz 449">
                  <a:extLst>
                    <a:ext uri="{FF2B5EF4-FFF2-40B4-BE49-F238E27FC236}">
                      <a16:creationId xmlns:a16="http://schemas.microsoft.com/office/drawing/2014/main" id="{ED535AFC-DDC3-4C07-BA13-E4E3B701CA28}"/>
                    </a:ext>
                  </a:extLst>
                </p14:cNvPr>
                <p14:cNvContentPartPr/>
                <p14:nvPr/>
              </p14:nvContentPartPr>
              <p14:xfrm>
                <a:off x="7101597" y="5276397"/>
                <a:ext cx="135720" cy="126360"/>
              </p14:xfrm>
            </p:contentPart>
          </mc:Choice>
          <mc:Fallback>
            <p:pic>
              <p:nvPicPr>
                <p:cNvPr id="450" name="Entrada de lápiz 449">
                  <a:extLst>
                    <a:ext uri="{FF2B5EF4-FFF2-40B4-BE49-F238E27FC236}">
                      <a16:creationId xmlns:a16="http://schemas.microsoft.com/office/drawing/2014/main" id="{ED535AFC-DDC3-4C07-BA13-E4E3B701CA2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7092597" y="5267397"/>
                  <a:ext cx="1533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51" name="Entrada de lápiz 450">
                  <a:extLst>
                    <a:ext uri="{FF2B5EF4-FFF2-40B4-BE49-F238E27FC236}">
                      <a16:creationId xmlns:a16="http://schemas.microsoft.com/office/drawing/2014/main" id="{EE7C725B-7AC8-4418-A2DE-6B4197138538}"/>
                    </a:ext>
                  </a:extLst>
                </p14:cNvPr>
                <p14:cNvContentPartPr/>
                <p14:nvPr/>
              </p14:nvContentPartPr>
              <p14:xfrm>
                <a:off x="6935997" y="5466117"/>
                <a:ext cx="336960" cy="48960"/>
              </p14:xfrm>
            </p:contentPart>
          </mc:Choice>
          <mc:Fallback>
            <p:pic>
              <p:nvPicPr>
                <p:cNvPr id="451" name="Entrada de lápiz 450">
                  <a:extLst>
                    <a:ext uri="{FF2B5EF4-FFF2-40B4-BE49-F238E27FC236}">
                      <a16:creationId xmlns:a16="http://schemas.microsoft.com/office/drawing/2014/main" id="{EE7C725B-7AC8-4418-A2DE-6B4197138538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6927357" y="5457477"/>
                  <a:ext cx="3546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52" name="Entrada de lápiz 451">
                  <a:extLst>
                    <a:ext uri="{FF2B5EF4-FFF2-40B4-BE49-F238E27FC236}">
                      <a16:creationId xmlns:a16="http://schemas.microsoft.com/office/drawing/2014/main" id="{565405C4-D2D6-4477-A3E5-DF6777468A2C}"/>
                    </a:ext>
                  </a:extLst>
                </p14:cNvPr>
                <p14:cNvContentPartPr/>
                <p14:nvPr/>
              </p14:nvContentPartPr>
              <p14:xfrm>
                <a:off x="7061277" y="5540637"/>
                <a:ext cx="131760" cy="88200"/>
              </p14:xfrm>
            </p:contentPart>
          </mc:Choice>
          <mc:Fallback>
            <p:pic>
              <p:nvPicPr>
                <p:cNvPr id="452" name="Entrada de lápiz 451">
                  <a:extLst>
                    <a:ext uri="{FF2B5EF4-FFF2-40B4-BE49-F238E27FC236}">
                      <a16:creationId xmlns:a16="http://schemas.microsoft.com/office/drawing/2014/main" id="{565405C4-D2D6-4477-A3E5-DF6777468A2C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7052637" y="5531997"/>
                  <a:ext cx="1494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53" name="Entrada de lápiz 452">
                  <a:extLst>
                    <a:ext uri="{FF2B5EF4-FFF2-40B4-BE49-F238E27FC236}">
                      <a16:creationId xmlns:a16="http://schemas.microsoft.com/office/drawing/2014/main" id="{68D966E1-47E6-415D-8C51-F9F4DF894651}"/>
                    </a:ext>
                  </a:extLst>
                </p14:cNvPr>
                <p14:cNvContentPartPr/>
                <p14:nvPr/>
              </p14:nvContentPartPr>
              <p14:xfrm>
                <a:off x="7094397" y="5562597"/>
                <a:ext cx="180360" cy="133560"/>
              </p14:xfrm>
            </p:contentPart>
          </mc:Choice>
          <mc:Fallback>
            <p:pic>
              <p:nvPicPr>
                <p:cNvPr id="453" name="Entrada de lápiz 452">
                  <a:extLst>
                    <a:ext uri="{FF2B5EF4-FFF2-40B4-BE49-F238E27FC236}">
                      <a16:creationId xmlns:a16="http://schemas.microsoft.com/office/drawing/2014/main" id="{68D966E1-47E6-415D-8C51-F9F4DF89465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7085757" y="5553957"/>
                  <a:ext cx="19800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6" name="Grupo 455">
            <a:extLst>
              <a:ext uri="{FF2B5EF4-FFF2-40B4-BE49-F238E27FC236}">
                <a16:creationId xmlns:a16="http://schemas.microsoft.com/office/drawing/2014/main" id="{6123F15A-7A27-4523-9FFA-3339A8F07712}"/>
              </a:ext>
            </a:extLst>
          </p:cNvPr>
          <p:cNvGrpSpPr/>
          <p:nvPr/>
        </p:nvGrpSpPr>
        <p:grpSpPr>
          <a:xfrm>
            <a:off x="7469157" y="5327517"/>
            <a:ext cx="199800" cy="196920"/>
            <a:chOff x="7469157" y="5327517"/>
            <a:chExt cx="199800" cy="1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54" name="Entrada de lápiz 453">
                  <a:extLst>
                    <a:ext uri="{FF2B5EF4-FFF2-40B4-BE49-F238E27FC236}">
                      <a16:creationId xmlns:a16="http://schemas.microsoft.com/office/drawing/2014/main" id="{7AAE0FD1-68B3-483B-8F80-839649D9A777}"/>
                    </a:ext>
                  </a:extLst>
                </p14:cNvPr>
                <p14:cNvContentPartPr/>
                <p14:nvPr/>
              </p14:nvContentPartPr>
              <p14:xfrm>
                <a:off x="7505157" y="5327517"/>
                <a:ext cx="42480" cy="196920"/>
              </p14:xfrm>
            </p:contentPart>
          </mc:Choice>
          <mc:Fallback>
            <p:pic>
              <p:nvPicPr>
                <p:cNvPr id="454" name="Entrada de lápiz 453">
                  <a:extLst>
                    <a:ext uri="{FF2B5EF4-FFF2-40B4-BE49-F238E27FC236}">
                      <a16:creationId xmlns:a16="http://schemas.microsoft.com/office/drawing/2014/main" id="{7AAE0FD1-68B3-483B-8F80-839649D9A777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7496517" y="5318517"/>
                  <a:ext cx="601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55" name="Entrada de lápiz 454">
                  <a:extLst>
                    <a:ext uri="{FF2B5EF4-FFF2-40B4-BE49-F238E27FC236}">
                      <a16:creationId xmlns:a16="http://schemas.microsoft.com/office/drawing/2014/main" id="{57411859-48E6-47EA-B558-AEBB7D0B7BBB}"/>
                    </a:ext>
                  </a:extLst>
                </p14:cNvPr>
                <p14:cNvContentPartPr/>
                <p14:nvPr/>
              </p14:nvContentPartPr>
              <p14:xfrm>
                <a:off x="7469157" y="5402397"/>
                <a:ext cx="199800" cy="24840"/>
              </p14:xfrm>
            </p:contentPart>
          </mc:Choice>
          <mc:Fallback>
            <p:pic>
              <p:nvPicPr>
                <p:cNvPr id="455" name="Entrada de lápiz 454">
                  <a:extLst>
                    <a:ext uri="{FF2B5EF4-FFF2-40B4-BE49-F238E27FC236}">
                      <a16:creationId xmlns:a16="http://schemas.microsoft.com/office/drawing/2014/main" id="{57411859-48E6-47EA-B558-AEBB7D0B7BBB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7460517" y="5393397"/>
                  <a:ext cx="21744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5" name="Grupo 464">
            <a:extLst>
              <a:ext uri="{FF2B5EF4-FFF2-40B4-BE49-F238E27FC236}">
                <a16:creationId xmlns:a16="http://schemas.microsoft.com/office/drawing/2014/main" id="{A23EEBFF-8055-4554-91FF-5CE70B7D498B}"/>
              </a:ext>
            </a:extLst>
          </p:cNvPr>
          <p:cNvGrpSpPr/>
          <p:nvPr/>
        </p:nvGrpSpPr>
        <p:grpSpPr>
          <a:xfrm>
            <a:off x="7955157" y="5202957"/>
            <a:ext cx="333000" cy="432000"/>
            <a:chOff x="7955157" y="5202957"/>
            <a:chExt cx="33300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58" name="Entrada de lápiz 457">
                  <a:extLst>
                    <a:ext uri="{FF2B5EF4-FFF2-40B4-BE49-F238E27FC236}">
                      <a16:creationId xmlns:a16="http://schemas.microsoft.com/office/drawing/2014/main" id="{FE270973-E931-4BCA-8F26-3D8850C30164}"/>
                    </a:ext>
                  </a:extLst>
                </p14:cNvPr>
                <p14:cNvContentPartPr/>
                <p14:nvPr/>
              </p14:nvContentPartPr>
              <p14:xfrm>
                <a:off x="7972077" y="5202957"/>
                <a:ext cx="113760" cy="168840"/>
              </p14:xfrm>
            </p:contentPart>
          </mc:Choice>
          <mc:Fallback>
            <p:pic>
              <p:nvPicPr>
                <p:cNvPr id="458" name="Entrada de lápiz 457">
                  <a:extLst>
                    <a:ext uri="{FF2B5EF4-FFF2-40B4-BE49-F238E27FC236}">
                      <a16:creationId xmlns:a16="http://schemas.microsoft.com/office/drawing/2014/main" id="{FE270973-E931-4BCA-8F26-3D8850C30164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7963437" y="5194317"/>
                  <a:ext cx="131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59" name="Entrada de lápiz 458">
                  <a:extLst>
                    <a:ext uri="{FF2B5EF4-FFF2-40B4-BE49-F238E27FC236}">
                      <a16:creationId xmlns:a16="http://schemas.microsoft.com/office/drawing/2014/main" id="{325B7CBD-40BF-4334-9FE1-1E073B5C5FF3}"/>
                    </a:ext>
                  </a:extLst>
                </p14:cNvPr>
                <p14:cNvContentPartPr/>
                <p14:nvPr/>
              </p14:nvContentPartPr>
              <p14:xfrm>
                <a:off x="7955157" y="5365317"/>
                <a:ext cx="333000" cy="36360"/>
              </p14:xfrm>
            </p:contentPart>
          </mc:Choice>
          <mc:Fallback>
            <p:pic>
              <p:nvPicPr>
                <p:cNvPr id="459" name="Entrada de lápiz 458">
                  <a:extLst>
                    <a:ext uri="{FF2B5EF4-FFF2-40B4-BE49-F238E27FC236}">
                      <a16:creationId xmlns:a16="http://schemas.microsoft.com/office/drawing/2014/main" id="{325B7CBD-40BF-4334-9FE1-1E073B5C5FF3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7946517" y="5356317"/>
                  <a:ext cx="350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60" name="Entrada de lápiz 459">
                  <a:extLst>
                    <a:ext uri="{FF2B5EF4-FFF2-40B4-BE49-F238E27FC236}">
                      <a16:creationId xmlns:a16="http://schemas.microsoft.com/office/drawing/2014/main" id="{CB077FE7-3BAF-465B-94F7-25ECE2099776}"/>
                    </a:ext>
                  </a:extLst>
                </p14:cNvPr>
                <p14:cNvContentPartPr/>
                <p14:nvPr/>
              </p14:nvContentPartPr>
              <p14:xfrm>
                <a:off x="8041557" y="5449917"/>
                <a:ext cx="128520" cy="88920"/>
              </p14:xfrm>
            </p:contentPart>
          </mc:Choice>
          <mc:Fallback>
            <p:pic>
              <p:nvPicPr>
                <p:cNvPr id="460" name="Entrada de lápiz 459">
                  <a:extLst>
                    <a:ext uri="{FF2B5EF4-FFF2-40B4-BE49-F238E27FC236}">
                      <a16:creationId xmlns:a16="http://schemas.microsoft.com/office/drawing/2014/main" id="{CB077FE7-3BAF-465B-94F7-25ECE2099776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8032557" y="5441277"/>
                  <a:ext cx="146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61" name="Entrada de lápiz 460">
                  <a:extLst>
                    <a:ext uri="{FF2B5EF4-FFF2-40B4-BE49-F238E27FC236}">
                      <a16:creationId xmlns:a16="http://schemas.microsoft.com/office/drawing/2014/main" id="{55CAE97C-EDA5-40B0-8FF3-43BEA45CDECC}"/>
                    </a:ext>
                  </a:extLst>
                </p14:cNvPr>
                <p14:cNvContentPartPr/>
                <p14:nvPr/>
              </p14:nvContentPartPr>
              <p14:xfrm>
                <a:off x="8106717" y="5476197"/>
                <a:ext cx="126720" cy="158760"/>
              </p14:xfrm>
            </p:contentPart>
          </mc:Choice>
          <mc:Fallback>
            <p:pic>
              <p:nvPicPr>
                <p:cNvPr id="461" name="Entrada de lápiz 460">
                  <a:extLst>
                    <a:ext uri="{FF2B5EF4-FFF2-40B4-BE49-F238E27FC236}">
                      <a16:creationId xmlns:a16="http://schemas.microsoft.com/office/drawing/2014/main" id="{55CAE97C-EDA5-40B0-8FF3-43BEA45CDECC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8098077" y="5467197"/>
                  <a:ext cx="14436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4" name="Grupo 463">
            <a:extLst>
              <a:ext uri="{FF2B5EF4-FFF2-40B4-BE49-F238E27FC236}">
                <a16:creationId xmlns:a16="http://schemas.microsoft.com/office/drawing/2014/main" id="{7D1846AB-F972-4BCB-BC75-86FD6FA7F38D}"/>
              </a:ext>
            </a:extLst>
          </p:cNvPr>
          <p:cNvGrpSpPr/>
          <p:nvPr/>
        </p:nvGrpSpPr>
        <p:grpSpPr>
          <a:xfrm>
            <a:off x="8545557" y="5359917"/>
            <a:ext cx="148320" cy="78840"/>
            <a:chOff x="8545557" y="5359917"/>
            <a:chExt cx="148320" cy="7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62" name="Entrada de lápiz 461">
                  <a:extLst>
                    <a:ext uri="{FF2B5EF4-FFF2-40B4-BE49-F238E27FC236}">
                      <a16:creationId xmlns:a16="http://schemas.microsoft.com/office/drawing/2014/main" id="{76A73089-2430-4E7D-86A2-10876C1919AE}"/>
                    </a:ext>
                  </a:extLst>
                </p14:cNvPr>
                <p14:cNvContentPartPr/>
                <p14:nvPr/>
              </p14:nvContentPartPr>
              <p14:xfrm>
                <a:off x="8545557" y="5359917"/>
                <a:ext cx="115560" cy="2160"/>
              </p14:xfrm>
            </p:contentPart>
          </mc:Choice>
          <mc:Fallback>
            <p:pic>
              <p:nvPicPr>
                <p:cNvPr id="462" name="Entrada de lápiz 461">
                  <a:extLst>
                    <a:ext uri="{FF2B5EF4-FFF2-40B4-BE49-F238E27FC236}">
                      <a16:creationId xmlns:a16="http://schemas.microsoft.com/office/drawing/2014/main" id="{76A73089-2430-4E7D-86A2-10876C1919AE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8536557" y="5350917"/>
                  <a:ext cx="1332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63" name="Entrada de lápiz 462">
                  <a:extLst>
                    <a:ext uri="{FF2B5EF4-FFF2-40B4-BE49-F238E27FC236}">
                      <a16:creationId xmlns:a16="http://schemas.microsoft.com/office/drawing/2014/main" id="{9179D1CA-A15E-4C59-8F7E-672A2A64F678}"/>
                    </a:ext>
                  </a:extLst>
                </p14:cNvPr>
                <p14:cNvContentPartPr/>
                <p14:nvPr/>
              </p14:nvContentPartPr>
              <p14:xfrm>
                <a:off x="8556357" y="5423997"/>
                <a:ext cx="137520" cy="14760"/>
              </p14:xfrm>
            </p:contentPart>
          </mc:Choice>
          <mc:Fallback>
            <p:pic>
              <p:nvPicPr>
                <p:cNvPr id="463" name="Entrada de lápiz 462">
                  <a:extLst>
                    <a:ext uri="{FF2B5EF4-FFF2-40B4-BE49-F238E27FC236}">
                      <a16:creationId xmlns:a16="http://schemas.microsoft.com/office/drawing/2014/main" id="{9179D1CA-A15E-4C59-8F7E-672A2A64F678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8547717" y="5414997"/>
                  <a:ext cx="1551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5" name="Grupo 474">
            <a:extLst>
              <a:ext uri="{FF2B5EF4-FFF2-40B4-BE49-F238E27FC236}">
                <a16:creationId xmlns:a16="http://schemas.microsoft.com/office/drawing/2014/main" id="{C1188AB2-AF6B-408B-B658-A5DCAD7AE09E}"/>
              </a:ext>
            </a:extLst>
          </p:cNvPr>
          <p:cNvGrpSpPr/>
          <p:nvPr/>
        </p:nvGrpSpPr>
        <p:grpSpPr>
          <a:xfrm>
            <a:off x="8916357" y="5181717"/>
            <a:ext cx="871920" cy="486000"/>
            <a:chOff x="8916357" y="5181717"/>
            <a:chExt cx="871920" cy="48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66" name="Entrada de lápiz 465">
                  <a:extLst>
                    <a:ext uri="{FF2B5EF4-FFF2-40B4-BE49-F238E27FC236}">
                      <a16:creationId xmlns:a16="http://schemas.microsoft.com/office/drawing/2014/main" id="{08732702-B5CC-4B02-B256-95052F234B96}"/>
                    </a:ext>
                  </a:extLst>
                </p14:cNvPr>
                <p14:cNvContentPartPr/>
                <p14:nvPr/>
              </p14:nvContentPartPr>
              <p14:xfrm>
                <a:off x="8916357" y="5194317"/>
                <a:ext cx="147600" cy="137160"/>
              </p14:xfrm>
            </p:contentPart>
          </mc:Choice>
          <mc:Fallback>
            <p:pic>
              <p:nvPicPr>
                <p:cNvPr id="466" name="Entrada de lápiz 465">
                  <a:extLst>
                    <a:ext uri="{FF2B5EF4-FFF2-40B4-BE49-F238E27FC236}">
                      <a16:creationId xmlns:a16="http://schemas.microsoft.com/office/drawing/2014/main" id="{08732702-B5CC-4B02-B256-95052F234B96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8907357" y="5185317"/>
                  <a:ext cx="1652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67" name="Entrada de lápiz 466">
                  <a:extLst>
                    <a:ext uri="{FF2B5EF4-FFF2-40B4-BE49-F238E27FC236}">
                      <a16:creationId xmlns:a16="http://schemas.microsoft.com/office/drawing/2014/main" id="{46917F19-C2E1-4D21-8F5E-9FF9AD1FFCEC}"/>
                    </a:ext>
                  </a:extLst>
                </p14:cNvPr>
                <p14:cNvContentPartPr/>
                <p14:nvPr/>
              </p14:nvContentPartPr>
              <p14:xfrm>
                <a:off x="9124797" y="5204757"/>
                <a:ext cx="96480" cy="74160"/>
              </p14:xfrm>
            </p:contentPart>
          </mc:Choice>
          <mc:Fallback>
            <p:pic>
              <p:nvPicPr>
                <p:cNvPr id="467" name="Entrada de lápiz 466">
                  <a:extLst>
                    <a:ext uri="{FF2B5EF4-FFF2-40B4-BE49-F238E27FC236}">
                      <a16:creationId xmlns:a16="http://schemas.microsoft.com/office/drawing/2014/main" id="{46917F19-C2E1-4D21-8F5E-9FF9AD1FFCEC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9115797" y="5196117"/>
                  <a:ext cx="1141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68" name="Entrada de lápiz 467">
                  <a:extLst>
                    <a:ext uri="{FF2B5EF4-FFF2-40B4-BE49-F238E27FC236}">
                      <a16:creationId xmlns:a16="http://schemas.microsoft.com/office/drawing/2014/main" id="{96627B7D-A045-49CA-B125-C4706677646E}"/>
                    </a:ext>
                  </a:extLst>
                </p14:cNvPr>
                <p14:cNvContentPartPr/>
                <p14:nvPr/>
              </p14:nvContentPartPr>
              <p14:xfrm>
                <a:off x="9153597" y="5181717"/>
                <a:ext cx="107640" cy="176760"/>
              </p14:xfrm>
            </p:contentPart>
          </mc:Choice>
          <mc:Fallback>
            <p:pic>
              <p:nvPicPr>
                <p:cNvPr id="468" name="Entrada de lápiz 467">
                  <a:extLst>
                    <a:ext uri="{FF2B5EF4-FFF2-40B4-BE49-F238E27FC236}">
                      <a16:creationId xmlns:a16="http://schemas.microsoft.com/office/drawing/2014/main" id="{96627B7D-A045-49CA-B125-C4706677646E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9144957" y="5173077"/>
                  <a:ext cx="125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69" name="Entrada de lápiz 468">
                  <a:extLst>
                    <a:ext uri="{FF2B5EF4-FFF2-40B4-BE49-F238E27FC236}">
                      <a16:creationId xmlns:a16="http://schemas.microsoft.com/office/drawing/2014/main" id="{BA950A68-5582-4097-A7E6-F69B6EDCC1FD}"/>
                    </a:ext>
                  </a:extLst>
                </p14:cNvPr>
                <p14:cNvContentPartPr/>
                <p14:nvPr/>
              </p14:nvContentPartPr>
              <p14:xfrm>
                <a:off x="8961357" y="5376117"/>
                <a:ext cx="306000" cy="30240"/>
              </p14:xfrm>
            </p:contentPart>
          </mc:Choice>
          <mc:Fallback>
            <p:pic>
              <p:nvPicPr>
                <p:cNvPr id="469" name="Entrada de lápiz 468">
                  <a:extLst>
                    <a:ext uri="{FF2B5EF4-FFF2-40B4-BE49-F238E27FC236}">
                      <a16:creationId xmlns:a16="http://schemas.microsoft.com/office/drawing/2014/main" id="{BA950A68-5582-4097-A7E6-F69B6EDCC1FD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8952357" y="5367117"/>
                  <a:ext cx="323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70" name="Entrada de lápiz 469">
                  <a:extLst>
                    <a:ext uri="{FF2B5EF4-FFF2-40B4-BE49-F238E27FC236}">
                      <a16:creationId xmlns:a16="http://schemas.microsoft.com/office/drawing/2014/main" id="{39168D0E-0E74-44A3-AD79-7901A09FB6FC}"/>
                    </a:ext>
                  </a:extLst>
                </p14:cNvPr>
                <p14:cNvContentPartPr/>
                <p14:nvPr/>
              </p14:nvContentPartPr>
              <p14:xfrm>
                <a:off x="9043437" y="5459637"/>
                <a:ext cx="123120" cy="101520"/>
              </p14:xfrm>
            </p:contentPart>
          </mc:Choice>
          <mc:Fallback>
            <p:pic>
              <p:nvPicPr>
                <p:cNvPr id="470" name="Entrada de lápiz 469">
                  <a:extLst>
                    <a:ext uri="{FF2B5EF4-FFF2-40B4-BE49-F238E27FC236}">
                      <a16:creationId xmlns:a16="http://schemas.microsoft.com/office/drawing/2014/main" id="{39168D0E-0E74-44A3-AD79-7901A09FB6FC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9034797" y="5450997"/>
                  <a:ext cx="140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71" name="Entrada de lápiz 470">
                  <a:extLst>
                    <a:ext uri="{FF2B5EF4-FFF2-40B4-BE49-F238E27FC236}">
                      <a16:creationId xmlns:a16="http://schemas.microsoft.com/office/drawing/2014/main" id="{4E5C25C3-F10A-4A3F-9C3F-23E93ADDCEF9}"/>
                    </a:ext>
                  </a:extLst>
                </p14:cNvPr>
                <p14:cNvContentPartPr/>
                <p14:nvPr/>
              </p14:nvContentPartPr>
              <p14:xfrm>
                <a:off x="9051717" y="5513997"/>
                <a:ext cx="142560" cy="153720"/>
              </p14:xfrm>
            </p:contentPart>
          </mc:Choice>
          <mc:Fallback>
            <p:pic>
              <p:nvPicPr>
                <p:cNvPr id="471" name="Entrada de lápiz 470">
                  <a:extLst>
                    <a:ext uri="{FF2B5EF4-FFF2-40B4-BE49-F238E27FC236}">
                      <a16:creationId xmlns:a16="http://schemas.microsoft.com/office/drawing/2014/main" id="{4E5C25C3-F10A-4A3F-9C3F-23E93ADDCEF9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9043077" y="5505357"/>
                  <a:ext cx="160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72" name="Entrada de lápiz 471">
                  <a:extLst>
                    <a:ext uri="{FF2B5EF4-FFF2-40B4-BE49-F238E27FC236}">
                      <a16:creationId xmlns:a16="http://schemas.microsoft.com/office/drawing/2014/main" id="{069EF693-F0DB-420B-A371-DEE1BF927236}"/>
                    </a:ext>
                  </a:extLst>
                </p14:cNvPr>
                <p14:cNvContentPartPr/>
                <p14:nvPr/>
              </p14:nvContentPartPr>
              <p14:xfrm>
                <a:off x="9427197" y="5317437"/>
                <a:ext cx="131760" cy="8640"/>
              </p14:xfrm>
            </p:contentPart>
          </mc:Choice>
          <mc:Fallback>
            <p:pic>
              <p:nvPicPr>
                <p:cNvPr id="472" name="Entrada de lápiz 471">
                  <a:extLst>
                    <a:ext uri="{FF2B5EF4-FFF2-40B4-BE49-F238E27FC236}">
                      <a16:creationId xmlns:a16="http://schemas.microsoft.com/office/drawing/2014/main" id="{069EF693-F0DB-420B-A371-DEE1BF927236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9418557" y="5308797"/>
                  <a:ext cx="149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73" name="Entrada de lápiz 472">
                  <a:extLst>
                    <a:ext uri="{FF2B5EF4-FFF2-40B4-BE49-F238E27FC236}">
                      <a16:creationId xmlns:a16="http://schemas.microsoft.com/office/drawing/2014/main" id="{4D572944-2665-46FE-AE90-3BCD89872994}"/>
                    </a:ext>
                  </a:extLst>
                </p14:cNvPr>
                <p14:cNvContentPartPr/>
                <p14:nvPr/>
              </p14:nvContentPartPr>
              <p14:xfrm>
                <a:off x="9462477" y="5363517"/>
                <a:ext cx="130680" cy="26640"/>
              </p14:xfrm>
            </p:contentPart>
          </mc:Choice>
          <mc:Fallback>
            <p:pic>
              <p:nvPicPr>
                <p:cNvPr id="473" name="Entrada de lápiz 472">
                  <a:extLst>
                    <a:ext uri="{FF2B5EF4-FFF2-40B4-BE49-F238E27FC236}">
                      <a16:creationId xmlns:a16="http://schemas.microsoft.com/office/drawing/2014/main" id="{4D572944-2665-46FE-AE90-3BCD89872994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9453477" y="5354517"/>
                  <a:ext cx="1483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74" name="Entrada de lápiz 473">
                  <a:extLst>
                    <a:ext uri="{FF2B5EF4-FFF2-40B4-BE49-F238E27FC236}">
                      <a16:creationId xmlns:a16="http://schemas.microsoft.com/office/drawing/2014/main" id="{54F77F00-EE93-4959-B26B-E5BBD30EDE04}"/>
                    </a:ext>
                  </a:extLst>
                </p14:cNvPr>
                <p14:cNvContentPartPr/>
                <p14:nvPr/>
              </p14:nvContentPartPr>
              <p14:xfrm>
                <a:off x="9608637" y="5199717"/>
                <a:ext cx="179640" cy="170640"/>
              </p14:xfrm>
            </p:contentPart>
          </mc:Choice>
          <mc:Fallback>
            <p:pic>
              <p:nvPicPr>
                <p:cNvPr id="474" name="Entrada de lápiz 473">
                  <a:extLst>
                    <a:ext uri="{FF2B5EF4-FFF2-40B4-BE49-F238E27FC236}">
                      <a16:creationId xmlns:a16="http://schemas.microsoft.com/office/drawing/2014/main" id="{54F77F00-EE93-4959-B26B-E5BBD30EDE04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9599997" y="5191077"/>
                  <a:ext cx="19728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8" name="Grupo 477">
            <a:extLst>
              <a:ext uri="{FF2B5EF4-FFF2-40B4-BE49-F238E27FC236}">
                <a16:creationId xmlns:a16="http://schemas.microsoft.com/office/drawing/2014/main" id="{6B5A90B8-A2E1-4543-9D55-7AA7F51F4866}"/>
              </a:ext>
            </a:extLst>
          </p:cNvPr>
          <p:cNvGrpSpPr/>
          <p:nvPr/>
        </p:nvGrpSpPr>
        <p:grpSpPr>
          <a:xfrm>
            <a:off x="4823517" y="3981837"/>
            <a:ext cx="999720" cy="348120"/>
            <a:chOff x="4823517" y="3981837"/>
            <a:chExt cx="99972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BB94E7AC-60A5-40F4-ABDF-4A9361A225F4}"/>
                    </a:ext>
                  </a:extLst>
                </p14:cNvPr>
                <p14:cNvContentPartPr/>
                <p14:nvPr/>
              </p14:nvContentPartPr>
              <p14:xfrm>
                <a:off x="4871397" y="4082637"/>
                <a:ext cx="118080" cy="1620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BB94E7AC-60A5-40F4-ABDF-4A9361A225F4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4862757" y="4073637"/>
                  <a:ext cx="135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C6AC75D2-50D8-432B-B43B-91BCC9656FF9}"/>
                    </a:ext>
                  </a:extLst>
                </p14:cNvPr>
                <p14:cNvContentPartPr/>
                <p14:nvPr/>
              </p14:nvContentPartPr>
              <p14:xfrm>
                <a:off x="4823517" y="4098837"/>
                <a:ext cx="156960" cy="22932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C6AC75D2-50D8-432B-B43B-91BCC9656FF9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4814517" y="4090197"/>
                  <a:ext cx="174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358A7BB7-CCCA-4CAA-AA0A-0A1B9869180F}"/>
                    </a:ext>
                  </a:extLst>
                </p14:cNvPr>
                <p14:cNvContentPartPr/>
                <p14:nvPr/>
              </p14:nvContentPartPr>
              <p14:xfrm>
                <a:off x="4859877" y="4185237"/>
                <a:ext cx="120600" cy="3096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358A7BB7-CCCA-4CAA-AA0A-0A1B9869180F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4850877" y="4176597"/>
                  <a:ext cx="138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280" name="Entrada de lápiz 279">
                  <a:extLst>
                    <a:ext uri="{FF2B5EF4-FFF2-40B4-BE49-F238E27FC236}">
                      <a16:creationId xmlns:a16="http://schemas.microsoft.com/office/drawing/2014/main" id="{8DA72F97-475D-4409-BD6E-2846CDE13C71}"/>
                    </a:ext>
                  </a:extLst>
                </p14:cNvPr>
                <p14:cNvContentPartPr/>
                <p14:nvPr/>
              </p14:nvContentPartPr>
              <p14:xfrm>
                <a:off x="5077317" y="4091637"/>
                <a:ext cx="135720" cy="189000"/>
              </p14:xfrm>
            </p:contentPart>
          </mc:Choice>
          <mc:Fallback>
            <p:pic>
              <p:nvPicPr>
                <p:cNvPr id="280" name="Entrada de lápiz 279">
                  <a:extLst>
                    <a:ext uri="{FF2B5EF4-FFF2-40B4-BE49-F238E27FC236}">
                      <a16:creationId xmlns:a16="http://schemas.microsoft.com/office/drawing/2014/main" id="{8DA72F97-475D-4409-BD6E-2846CDE13C71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5068317" y="4082997"/>
                  <a:ext cx="1533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281" name="Entrada de lápiz 280">
                  <a:extLst>
                    <a:ext uri="{FF2B5EF4-FFF2-40B4-BE49-F238E27FC236}">
                      <a16:creationId xmlns:a16="http://schemas.microsoft.com/office/drawing/2014/main" id="{EF7CFB72-D9A9-46EE-B631-818623E0206A}"/>
                    </a:ext>
                  </a:extLst>
                </p14:cNvPr>
                <p14:cNvContentPartPr/>
                <p14:nvPr/>
              </p14:nvContentPartPr>
              <p14:xfrm>
                <a:off x="5231757" y="4098117"/>
                <a:ext cx="143640" cy="169920"/>
              </p14:xfrm>
            </p:contentPart>
          </mc:Choice>
          <mc:Fallback>
            <p:pic>
              <p:nvPicPr>
                <p:cNvPr id="281" name="Entrada de lápiz 280">
                  <a:extLst>
                    <a:ext uri="{FF2B5EF4-FFF2-40B4-BE49-F238E27FC236}">
                      <a16:creationId xmlns:a16="http://schemas.microsoft.com/office/drawing/2014/main" id="{EF7CFB72-D9A9-46EE-B631-818623E0206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5222757" y="4089117"/>
                  <a:ext cx="161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282" name="Entrada de lápiz 281">
                  <a:extLst>
                    <a:ext uri="{FF2B5EF4-FFF2-40B4-BE49-F238E27FC236}">
                      <a16:creationId xmlns:a16="http://schemas.microsoft.com/office/drawing/2014/main" id="{47EDC1CA-AE9E-486A-B538-6AF40F0AD613}"/>
                    </a:ext>
                  </a:extLst>
                </p14:cNvPr>
                <p14:cNvContentPartPr/>
                <p14:nvPr/>
              </p14:nvContentPartPr>
              <p14:xfrm>
                <a:off x="5372877" y="4037997"/>
                <a:ext cx="110520" cy="93960"/>
              </p14:xfrm>
            </p:contentPart>
          </mc:Choice>
          <mc:Fallback>
            <p:pic>
              <p:nvPicPr>
                <p:cNvPr id="282" name="Entrada de lápiz 281">
                  <a:extLst>
                    <a:ext uri="{FF2B5EF4-FFF2-40B4-BE49-F238E27FC236}">
                      <a16:creationId xmlns:a16="http://schemas.microsoft.com/office/drawing/2014/main" id="{47EDC1CA-AE9E-486A-B538-6AF40F0AD613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5363877" y="4029357"/>
                  <a:ext cx="128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283" name="Entrada de lápiz 282">
                  <a:extLst>
                    <a:ext uri="{FF2B5EF4-FFF2-40B4-BE49-F238E27FC236}">
                      <a16:creationId xmlns:a16="http://schemas.microsoft.com/office/drawing/2014/main" id="{1DE8EEDF-C1F9-4AC2-BC07-5BF1AB832F37}"/>
                    </a:ext>
                  </a:extLst>
                </p14:cNvPr>
                <p14:cNvContentPartPr/>
                <p14:nvPr/>
              </p14:nvContentPartPr>
              <p14:xfrm>
                <a:off x="5537037" y="3981837"/>
                <a:ext cx="88200" cy="284760"/>
              </p14:xfrm>
            </p:contentPart>
          </mc:Choice>
          <mc:Fallback>
            <p:pic>
              <p:nvPicPr>
                <p:cNvPr id="283" name="Entrada de lápiz 282">
                  <a:extLst>
                    <a:ext uri="{FF2B5EF4-FFF2-40B4-BE49-F238E27FC236}">
                      <a16:creationId xmlns:a16="http://schemas.microsoft.com/office/drawing/2014/main" id="{1DE8EEDF-C1F9-4AC2-BC07-5BF1AB832F37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5528397" y="3972837"/>
                  <a:ext cx="1058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FDC0821A-019E-4D3E-BF92-04E6F712076D}"/>
                    </a:ext>
                  </a:extLst>
                </p14:cNvPr>
                <p14:cNvContentPartPr/>
                <p14:nvPr/>
              </p14:nvContentPartPr>
              <p14:xfrm>
                <a:off x="5709477" y="4097037"/>
                <a:ext cx="113760" cy="1044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FDC0821A-019E-4D3E-BF92-04E6F712076D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5700837" y="4088397"/>
                  <a:ext cx="131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286" name="Entrada de lápiz 285">
                  <a:extLst>
                    <a:ext uri="{FF2B5EF4-FFF2-40B4-BE49-F238E27FC236}">
                      <a16:creationId xmlns:a16="http://schemas.microsoft.com/office/drawing/2014/main" id="{98E8364B-0F3F-436C-BC71-10942EBE34B9}"/>
                    </a:ext>
                  </a:extLst>
                </p14:cNvPr>
                <p14:cNvContentPartPr/>
                <p14:nvPr/>
              </p14:nvContentPartPr>
              <p14:xfrm>
                <a:off x="5703717" y="4190637"/>
                <a:ext cx="107640" cy="14760"/>
              </p14:xfrm>
            </p:contentPart>
          </mc:Choice>
          <mc:Fallback>
            <p:pic>
              <p:nvPicPr>
                <p:cNvPr id="286" name="Entrada de lápiz 285">
                  <a:extLst>
                    <a:ext uri="{FF2B5EF4-FFF2-40B4-BE49-F238E27FC236}">
                      <a16:creationId xmlns:a16="http://schemas.microsoft.com/office/drawing/2014/main" id="{98E8364B-0F3F-436C-BC71-10942EBE34B9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5694717" y="4181997"/>
                  <a:ext cx="1252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76" name="Entrada de lápiz 475">
                  <a:extLst>
                    <a:ext uri="{FF2B5EF4-FFF2-40B4-BE49-F238E27FC236}">
                      <a16:creationId xmlns:a16="http://schemas.microsoft.com/office/drawing/2014/main" id="{8144DC09-11CB-462A-BCEC-6E41ECB4645B}"/>
                    </a:ext>
                  </a:extLst>
                </p14:cNvPr>
                <p14:cNvContentPartPr/>
                <p14:nvPr/>
              </p14:nvContentPartPr>
              <p14:xfrm>
                <a:off x="4943037" y="4249317"/>
                <a:ext cx="148680" cy="80640"/>
              </p14:xfrm>
            </p:contentPart>
          </mc:Choice>
          <mc:Fallback>
            <p:pic>
              <p:nvPicPr>
                <p:cNvPr id="476" name="Entrada de lápiz 475">
                  <a:extLst>
                    <a:ext uri="{FF2B5EF4-FFF2-40B4-BE49-F238E27FC236}">
                      <a16:creationId xmlns:a16="http://schemas.microsoft.com/office/drawing/2014/main" id="{8144DC09-11CB-462A-BCEC-6E41ECB4645B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934037" y="4240677"/>
                  <a:ext cx="16632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6">
            <p14:nvContentPartPr>
              <p14:cNvPr id="477" name="Entrada de lápiz 476">
                <a:extLst>
                  <a:ext uri="{FF2B5EF4-FFF2-40B4-BE49-F238E27FC236}">
                    <a16:creationId xmlns:a16="http://schemas.microsoft.com/office/drawing/2014/main" id="{EF9AED3E-6AC0-4308-81C0-02E1DB13A095}"/>
                  </a:ext>
                </a:extLst>
              </p14:cNvPr>
              <p14:cNvContentPartPr/>
              <p14:nvPr/>
            </p14:nvContentPartPr>
            <p14:xfrm>
              <a:off x="7138677" y="3199197"/>
              <a:ext cx="360" cy="23040"/>
            </p14:xfrm>
          </p:contentPart>
        </mc:Choice>
        <mc:Fallback>
          <p:pic>
            <p:nvPicPr>
              <p:cNvPr id="477" name="Entrada de lápiz 476">
                <a:extLst>
                  <a:ext uri="{FF2B5EF4-FFF2-40B4-BE49-F238E27FC236}">
                    <a16:creationId xmlns:a16="http://schemas.microsoft.com/office/drawing/2014/main" id="{EF9AED3E-6AC0-4308-81C0-02E1DB13A095}"/>
                  </a:ext>
                </a:extLst>
              </p:cNvPr>
              <p:cNvPicPr/>
              <p:nvPr/>
            </p:nvPicPr>
            <p:blipFill>
              <a:blip r:embed="rId697"/>
              <a:stretch>
                <a:fillRect/>
              </a:stretch>
            </p:blipFill>
            <p:spPr>
              <a:xfrm>
                <a:off x="7129677" y="3190557"/>
                <a:ext cx="18000" cy="4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9818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upo 107">
            <a:extLst>
              <a:ext uri="{FF2B5EF4-FFF2-40B4-BE49-F238E27FC236}">
                <a16:creationId xmlns:a16="http://schemas.microsoft.com/office/drawing/2014/main" id="{B89BAE88-51B1-4A61-8075-925AA685AFC8}"/>
              </a:ext>
            </a:extLst>
          </p:cNvPr>
          <p:cNvGrpSpPr/>
          <p:nvPr/>
        </p:nvGrpSpPr>
        <p:grpSpPr>
          <a:xfrm>
            <a:off x="585957" y="396957"/>
            <a:ext cx="1683000" cy="353520"/>
            <a:chOff x="585957" y="396957"/>
            <a:chExt cx="1683000" cy="35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79" name="Entrada de lápiz 78">
                  <a:extLst>
                    <a:ext uri="{FF2B5EF4-FFF2-40B4-BE49-F238E27FC236}">
                      <a16:creationId xmlns:a16="http://schemas.microsoft.com/office/drawing/2014/main" id="{5791FADF-CF99-422A-9CF2-6C9829CEADC6}"/>
                    </a:ext>
                  </a:extLst>
                </p14:cNvPr>
                <p14:cNvContentPartPr/>
                <p14:nvPr/>
              </p14:nvContentPartPr>
              <p14:xfrm>
                <a:off x="585957" y="499557"/>
                <a:ext cx="214920" cy="233280"/>
              </p14:xfrm>
            </p:contentPart>
          </mc:Choice>
          <mc:Fallback>
            <p:pic>
              <p:nvPicPr>
                <p:cNvPr id="79" name="Entrada de lápiz 78">
                  <a:extLst>
                    <a:ext uri="{FF2B5EF4-FFF2-40B4-BE49-F238E27FC236}">
                      <a16:creationId xmlns:a16="http://schemas.microsoft.com/office/drawing/2014/main" id="{5791FADF-CF99-422A-9CF2-6C9829CEADC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6957" y="490917"/>
                  <a:ext cx="2325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0" name="Entrada de lápiz 79">
                  <a:extLst>
                    <a:ext uri="{FF2B5EF4-FFF2-40B4-BE49-F238E27FC236}">
                      <a16:creationId xmlns:a16="http://schemas.microsoft.com/office/drawing/2014/main" id="{E7000D8D-6E23-4EED-B246-73C259455668}"/>
                    </a:ext>
                  </a:extLst>
                </p14:cNvPr>
                <p14:cNvContentPartPr/>
                <p14:nvPr/>
              </p14:nvContentPartPr>
              <p14:xfrm>
                <a:off x="923997" y="543837"/>
                <a:ext cx="140760" cy="206640"/>
              </p14:xfrm>
            </p:contentPart>
          </mc:Choice>
          <mc:Fallback>
            <p:pic>
              <p:nvPicPr>
                <p:cNvPr id="80" name="Entrada de lápiz 79">
                  <a:extLst>
                    <a:ext uri="{FF2B5EF4-FFF2-40B4-BE49-F238E27FC236}">
                      <a16:creationId xmlns:a16="http://schemas.microsoft.com/office/drawing/2014/main" id="{E7000D8D-6E23-4EED-B246-73C25945566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4997" y="534837"/>
                  <a:ext cx="1584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F6DDD0B7-0927-4B1D-A6D0-0B0B1B154B70}"/>
                    </a:ext>
                  </a:extLst>
                </p14:cNvPr>
                <p14:cNvContentPartPr/>
                <p14:nvPr/>
              </p14:nvContentPartPr>
              <p14:xfrm>
                <a:off x="916797" y="609717"/>
                <a:ext cx="140760" cy="66240"/>
              </p14:xfrm>
            </p:contentPart>
          </mc:Choice>
          <mc:Fallback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F6DDD0B7-0927-4B1D-A6D0-0B0B1B154B7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7797" y="600717"/>
                  <a:ext cx="158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A1CE86CD-AAF6-4BE8-9BB2-02785AEC87D8}"/>
                    </a:ext>
                  </a:extLst>
                </p14:cNvPr>
                <p14:cNvContentPartPr/>
                <p14:nvPr/>
              </p14:nvContentPartPr>
              <p14:xfrm>
                <a:off x="1098957" y="539157"/>
                <a:ext cx="217800" cy="178200"/>
              </p14:xfrm>
            </p:contentPart>
          </mc:Choice>
          <mc:Fallback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A1CE86CD-AAF6-4BE8-9BB2-02785AEC87D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0317" y="530517"/>
                  <a:ext cx="2354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C453352E-C7E7-48F1-81A8-1482E0B16962}"/>
                    </a:ext>
                  </a:extLst>
                </p14:cNvPr>
                <p14:cNvContentPartPr/>
                <p14:nvPr/>
              </p14:nvContentPartPr>
              <p14:xfrm>
                <a:off x="1487757" y="396957"/>
                <a:ext cx="40320" cy="340920"/>
              </p14:xfrm>
            </p:contentPart>
          </mc:Choice>
          <mc:Fallback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C453352E-C7E7-48F1-81A8-1482E0B1696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79117" y="387957"/>
                  <a:ext cx="5796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5" name="Entrada de lápiz 84">
                  <a:extLst>
                    <a:ext uri="{FF2B5EF4-FFF2-40B4-BE49-F238E27FC236}">
                      <a16:creationId xmlns:a16="http://schemas.microsoft.com/office/drawing/2014/main" id="{4CC8C5D1-0FAB-4479-8BDA-8770B6B2B9D8}"/>
                    </a:ext>
                  </a:extLst>
                </p14:cNvPr>
                <p14:cNvContentPartPr/>
                <p14:nvPr/>
              </p14:nvContentPartPr>
              <p14:xfrm>
                <a:off x="1624197" y="531237"/>
                <a:ext cx="193680" cy="157320"/>
              </p14:xfrm>
            </p:contentPart>
          </mc:Choice>
          <mc:Fallback>
            <p:pic>
              <p:nvPicPr>
                <p:cNvPr id="85" name="Entrada de lápiz 84">
                  <a:extLst>
                    <a:ext uri="{FF2B5EF4-FFF2-40B4-BE49-F238E27FC236}">
                      <a16:creationId xmlns:a16="http://schemas.microsoft.com/office/drawing/2014/main" id="{4CC8C5D1-0FAB-4479-8BDA-8770B6B2B9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15197" y="522237"/>
                  <a:ext cx="2113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7EBAF750-F87E-4BFC-A171-067AE2082CDD}"/>
                    </a:ext>
                  </a:extLst>
                </p14:cNvPr>
                <p14:cNvContentPartPr/>
                <p14:nvPr/>
              </p14:nvContentPartPr>
              <p14:xfrm>
                <a:off x="1652997" y="506757"/>
                <a:ext cx="159840" cy="210240"/>
              </p14:xfrm>
            </p:contentPart>
          </mc:Choice>
          <mc:Fallback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7EBAF750-F87E-4BFC-A171-067AE2082CD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44357" y="498117"/>
                  <a:ext cx="1774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5055B109-9288-4962-88AD-AE1D34694965}"/>
                    </a:ext>
                  </a:extLst>
                </p14:cNvPr>
                <p14:cNvContentPartPr/>
                <p14:nvPr/>
              </p14:nvContentPartPr>
              <p14:xfrm>
                <a:off x="1883757" y="422157"/>
                <a:ext cx="56520" cy="317520"/>
              </p14:xfrm>
            </p:contentPart>
          </mc:Choice>
          <mc:Fallback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5055B109-9288-4962-88AD-AE1D346949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74757" y="413157"/>
                  <a:ext cx="741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688A7702-C458-47D4-A9F7-EE23E5A50046}"/>
                    </a:ext>
                  </a:extLst>
                </p14:cNvPr>
                <p14:cNvContentPartPr/>
                <p14:nvPr/>
              </p14:nvContentPartPr>
              <p14:xfrm>
                <a:off x="2074197" y="560757"/>
                <a:ext cx="194760" cy="115560"/>
              </p14:xfrm>
            </p:contentPart>
          </mc:Choice>
          <mc:Fallback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688A7702-C458-47D4-A9F7-EE23E5A5004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65197" y="552117"/>
                  <a:ext cx="21240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EAF5E011-C2DC-4E7A-A139-DCB2D20A2432}"/>
              </a:ext>
            </a:extLst>
          </p:cNvPr>
          <p:cNvGrpSpPr/>
          <p:nvPr/>
        </p:nvGrpSpPr>
        <p:grpSpPr>
          <a:xfrm>
            <a:off x="2537157" y="366357"/>
            <a:ext cx="1312920" cy="390960"/>
            <a:chOff x="2537157" y="366357"/>
            <a:chExt cx="1312920" cy="39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4B9FED18-3793-4219-B743-E702BDD46BEA}"/>
                    </a:ext>
                  </a:extLst>
                </p14:cNvPr>
                <p14:cNvContentPartPr/>
                <p14:nvPr/>
              </p14:nvContentPartPr>
              <p14:xfrm>
                <a:off x="2574237" y="445557"/>
                <a:ext cx="151560" cy="6840"/>
              </p14:xfrm>
            </p:contentPart>
          </mc:Choice>
          <mc:Fallback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4B9FED18-3793-4219-B743-E702BDD46B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65237" y="436557"/>
                  <a:ext cx="169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1B4DBDB6-DD2B-4F8F-94C7-ACCC2C19DC4F}"/>
                    </a:ext>
                  </a:extLst>
                </p14:cNvPr>
                <p14:cNvContentPartPr/>
                <p14:nvPr/>
              </p14:nvContentPartPr>
              <p14:xfrm>
                <a:off x="2537157" y="472557"/>
                <a:ext cx="179640" cy="284760"/>
              </p14:xfrm>
            </p:contentPart>
          </mc:Choice>
          <mc:Fallback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1B4DBDB6-DD2B-4F8F-94C7-ACCC2C19DC4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28517" y="463557"/>
                  <a:ext cx="1972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1" name="Entrada de lápiz 90">
                  <a:extLst>
                    <a:ext uri="{FF2B5EF4-FFF2-40B4-BE49-F238E27FC236}">
                      <a16:creationId xmlns:a16="http://schemas.microsoft.com/office/drawing/2014/main" id="{B91D229A-042B-4B34-90F7-7FB58259D6A2}"/>
                    </a:ext>
                  </a:extLst>
                </p14:cNvPr>
                <p14:cNvContentPartPr/>
                <p14:nvPr/>
              </p14:nvContentPartPr>
              <p14:xfrm>
                <a:off x="2556957" y="573357"/>
                <a:ext cx="139680" cy="44640"/>
              </p14:xfrm>
            </p:contentPart>
          </mc:Choice>
          <mc:Fallback>
            <p:pic>
              <p:nvPicPr>
                <p:cNvPr id="91" name="Entrada de lápiz 90">
                  <a:extLst>
                    <a:ext uri="{FF2B5EF4-FFF2-40B4-BE49-F238E27FC236}">
                      <a16:creationId xmlns:a16="http://schemas.microsoft.com/office/drawing/2014/main" id="{B91D229A-042B-4B34-90F7-7FB58259D6A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48317" y="564717"/>
                  <a:ext cx="1573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2AB0BFE0-4D5E-4D0E-974B-22AA2F3B7DBC}"/>
                    </a:ext>
                  </a:extLst>
                </p14:cNvPr>
                <p14:cNvContentPartPr/>
                <p14:nvPr/>
              </p14:nvContentPartPr>
              <p14:xfrm>
                <a:off x="2840637" y="440157"/>
                <a:ext cx="329040" cy="252000"/>
              </p14:xfrm>
            </p:contentPart>
          </mc:Choice>
          <mc:Fallback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2AB0BFE0-4D5E-4D0E-974B-22AA2F3B7DB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31637" y="431157"/>
                  <a:ext cx="3466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C0BA4551-FE00-43A0-AA67-D6AF05A23ACD}"/>
                    </a:ext>
                  </a:extLst>
                </p14:cNvPr>
                <p14:cNvContentPartPr/>
                <p14:nvPr/>
              </p14:nvContentPartPr>
              <p14:xfrm>
                <a:off x="3023877" y="464277"/>
                <a:ext cx="123480" cy="196920"/>
              </p14:xfrm>
            </p:contentPart>
          </mc:Choice>
          <mc:Fallback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C0BA4551-FE00-43A0-AA67-D6AF05A23AC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15237" y="455637"/>
                  <a:ext cx="1411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CF4AE3CF-3034-49EC-9CFE-6B6B47A00EF7}"/>
                    </a:ext>
                  </a:extLst>
                </p14:cNvPr>
                <p14:cNvContentPartPr/>
                <p14:nvPr/>
              </p14:nvContentPartPr>
              <p14:xfrm>
                <a:off x="3165357" y="410277"/>
                <a:ext cx="142560" cy="138240"/>
              </p14:xfrm>
            </p:contentPart>
          </mc:Choice>
          <mc:Fallback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CF4AE3CF-3034-49EC-9CFE-6B6B47A00EF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56357" y="401277"/>
                  <a:ext cx="1602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1200B0D8-56E6-40E0-8231-63A4B7C2886C}"/>
                    </a:ext>
                  </a:extLst>
                </p14:cNvPr>
                <p14:cNvContentPartPr/>
                <p14:nvPr/>
              </p14:nvContentPartPr>
              <p14:xfrm>
                <a:off x="3371637" y="366357"/>
                <a:ext cx="95760" cy="360360"/>
              </p14:xfrm>
            </p:contentPart>
          </mc:Choice>
          <mc:Fallback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1200B0D8-56E6-40E0-8231-63A4B7C2886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62997" y="357357"/>
                  <a:ext cx="1134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96" name="Entrada de lápiz 95">
                  <a:extLst>
                    <a:ext uri="{FF2B5EF4-FFF2-40B4-BE49-F238E27FC236}">
                      <a16:creationId xmlns:a16="http://schemas.microsoft.com/office/drawing/2014/main" id="{8D918DE9-3BB9-4BA0-9746-E23986534454}"/>
                    </a:ext>
                  </a:extLst>
                </p14:cNvPr>
                <p14:cNvContentPartPr/>
                <p14:nvPr/>
              </p14:nvContentPartPr>
              <p14:xfrm>
                <a:off x="3630117" y="551757"/>
                <a:ext cx="219960" cy="5040"/>
              </p14:xfrm>
            </p:contentPart>
          </mc:Choice>
          <mc:Fallback>
            <p:pic>
              <p:nvPicPr>
                <p:cNvPr id="96" name="Entrada de lápiz 95">
                  <a:extLst>
                    <a:ext uri="{FF2B5EF4-FFF2-40B4-BE49-F238E27FC236}">
                      <a16:creationId xmlns:a16="http://schemas.microsoft.com/office/drawing/2014/main" id="{8D918DE9-3BB9-4BA0-9746-E239865344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21477" y="543117"/>
                  <a:ext cx="2376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01CD6035-15F3-40EA-B249-373C94943A42}"/>
              </a:ext>
            </a:extLst>
          </p:cNvPr>
          <p:cNvGrpSpPr/>
          <p:nvPr/>
        </p:nvGrpSpPr>
        <p:grpSpPr>
          <a:xfrm>
            <a:off x="2229357" y="1050717"/>
            <a:ext cx="203760" cy="138960"/>
            <a:chOff x="2229357" y="1050717"/>
            <a:chExt cx="203760" cy="13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131932F0-02C1-4E81-969E-F38B45F16B22}"/>
                    </a:ext>
                  </a:extLst>
                </p14:cNvPr>
                <p14:cNvContentPartPr/>
                <p14:nvPr/>
              </p14:nvContentPartPr>
              <p14:xfrm>
                <a:off x="2235477" y="1050717"/>
                <a:ext cx="165600" cy="24480"/>
              </p14:xfrm>
            </p:contentPart>
          </mc:Choice>
          <mc:Fallback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131932F0-02C1-4E81-969E-F38B45F16B2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226477" y="1042077"/>
                  <a:ext cx="1832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5ACAE42B-505D-4B89-B2D4-5F871FFD7916}"/>
                    </a:ext>
                  </a:extLst>
                </p14:cNvPr>
                <p14:cNvContentPartPr/>
                <p14:nvPr/>
              </p14:nvContentPartPr>
              <p14:xfrm>
                <a:off x="2229357" y="1105437"/>
                <a:ext cx="203760" cy="84240"/>
              </p14:xfrm>
            </p:contentPart>
          </mc:Choice>
          <mc:Fallback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5ACAE42B-505D-4B89-B2D4-5F871FFD791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20357" y="1096437"/>
                  <a:ext cx="22140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EEC1EDAC-83D8-4EF4-9D14-EE8AFEBDEE0D}"/>
              </a:ext>
            </a:extLst>
          </p:cNvPr>
          <p:cNvGrpSpPr/>
          <p:nvPr/>
        </p:nvGrpSpPr>
        <p:grpSpPr>
          <a:xfrm>
            <a:off x="2688357" y="1027677"/>
            <a:ext cx="647280" cy="279720"/>
            <a:chOff x="2688357" y="1027677"/>
            <a:chExt cx="64728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DF7B23FD-8370-4CC3-84FF-C69668D97C87}"/>
                    </a:ext>
                  </a:extLst>
                </p14:cNvPr>
                <p14:cNvContentPartPr/>
                <p14:nvPr/>
              </p14:nvContentPartPr>
              <p14:xfrm>
                <a:off x="2688357" y="1027677"/>
                <a:ext cx="271800" cy="279720"/>
              </p14:xfrm>
            </p:contentPart>
          </mc:Choice>
          <mc:Fallback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DF7B23FD-8370-4CC3-84FF-C69668D97C8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79357" y="1018677"/>
                  <a:ext cx="2894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580A940D-A55E-431E-B992-D279F4E86A08}"/>
                    </a:ext>
                  </a:extLst>
                </p14:cNvPr>
                <p14:cNvContentPartPr/>
                <p14:nvPr/>
              </p14:nvContentPartPr>
              <p14:xfrm>
                <a:off x="3115317" y="1190037"/>
                <a:ext cx="220320" cy="27720"/>
              </p14:xfrm>
            </p:contentPart>
          </mc:Choice>
          <mc:Fallback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580A940D-A55E-431E-B992-D279F4E86A0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06317" y="1181397"/>
                  <a:ext cx="23796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BBDAF1AA-B312-4BDC-896B-4A69A5E7920D}"/>
              </a:ext>
            </a:extLst>
          </p:cNvPr>
          <p:cNvGrpSpPr/>
          <p:nvPr/>
        </p:nvGrpSpPr>
        <p:grpSpPr>
          <a:xfrm>
            <a:off x="4156437" y="293997"/>
            <a:ext cx="1238040" cy="468360"/>
            <a:chOff x="4156437" y="293997"/>
            <a:chExt cx="1238040" cy="46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98555DD8-D272-4570-A59A-0C4E2C65362B}"/>
                    </a:ext>
                  </a:extLst>
                </p14:cNvPr>
                <p14:cNvContentPartPr/>
                <p14:nvPr/>
              </p14:nvContentPartPr>
              <p14:xfrm>
                <a:off x="4236357" y="440877"/>
                <a:ext cx="241920" cy="9360"/>
              </p14:xfrm>
            </p:contentPart>
          </mc:Choice>
          <mc:Fallback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98555DD8-D272-4570-A59A-0C4E2C65362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27717" y="432237"/>
                  <a:ext cx="259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CCC199C5-C0A6-4EB1-8AC9-9518C60F6EF7}"/>
                    </a:ext>
                  </a:extLst>
                </p14:cNvPr>
                <p14:cNvContentPartPr/>
                <p14:nvPr/>
              </p14:nvContentPartPr>
              <p14:xfrm>
                <a:off x="4275597" y="432957"/>
                <a:ext cx="178920" cy="245520"/>
              </p14:xfrm>
            </p:contentPart>
          </mc:Choice>
          <mc:Fallback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CCC199C5-C0A6-4EB1-8AC9-9518C60F6EF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66597" y="423957"/>
                  <a:ext cx="1965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553B1422-4411-407D-8CFC-EB8689DCBFEC}"/>
                    </a:ext>
                  </a:extLst>
                </p14:cNvPr>
                <p14:cNvContentPartPr/>
                <p14:nvPr/>
              </p14:nvContentPartPr>
              <p14:xfrm>
                <a:off x="4257597" y="393357"/>
                <a:ext cx="476280" cy="241920"/>
              </p14:xfrm>
            </p:contentPart>
          </mc:Choice>
          <mc:Fallback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553B1422-4411-407D-8CFC-EB8689DCBFE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48597" y="384357"/>
                  <a:ext cx="4939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AAFDB737-7662-47F8-BF1F-039B80F82655}"/>
                    </a:ext>
                  </a:extLst>
                </p14:cNvPr>
                <p14:cNvContentPartPr/>
                <p14:nvPr/>
              </p14:nvContentPartPr>
              <p14:xfrm>
                <a:off x="4767717" y="446277"/>
                <a:ext cx="147600" cy="122040"/>
              </p14:xfrm>
            </p:contentPart>
          </mc:Choice>
          <mc:Fallback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AAFDB737-7662-47F8-BF1F-039B80F8265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58717" y="437637"/>
                  <a:ext cx="165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01" name="Entrada de lápiz 100">
                  <a:extLst>
                    <a:ext uri="{FF2B5EF4-FFF2-40B4-BE49-F238E27FC236}">
                      <a16:creationId xmlns:a16="http://schemas.microsoft.com/office/drawing/2014/main" id="{94A17F3F-B5D5-464D-8FEF-AABF73FA3F94}"/>
                    </a:ext>
                  </a:extLst>
                </p14:cNvPr>
                <p14:cNvContentPartPr/>
                <p14:nvPr/>
              </p14:nvContentPartPr>
              <p14:xfrm>
                <a:off x="4740717" y="403077"/>
                <a:ext cx="160560" cy="185040"/>
              </p14:xfrm>
            </p:contentPart>
          </mc:Choice>
          <mc:Fallback>
            <p:pic>
              <p:nvPicPr>
                <p:cNvPr id="101" name="Entrada de lápiz 100">
                  <a:extLst>
                    <a:ext uri="{FF2B5EF4-FFF2-40B4-BE49-F238E27FC236}">
                      <a16:creationId xmlns:a16="http://schemas.microsoft.com/office/drawing/2014/main" id="{94A17F3F-B5D5-464D-8FEF-AABF73FA3F9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31717" y="394437"/>
                  <a:ext cx="178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7390796A-9BD5-4F2B-BA3F-B9C3B9811C5C}"/>
                    </a:ext>
                  </a:extLst>
                </p14:cNvPr>
                <p14:cNvContentPartPr/>
                <p14:nvPr/>
              </p14:nvContentPartPr>
              <p14:xfrm>
                <a:off x="4959957" y="314877"/>
                <a:ext cx="111600" cy="313200"/>
              </p14:xfrm>
            </p:contentPart>
          </mc:Choice>
          <mc:Fallback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7390796A-9BD5-4F2B-BA3F-B9C3B9811C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51317" y="305877"/>
                  <a:ext cx="1292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7DF5A41A-4D05-4559-B896-4BC2B4EEFAD0}"/>
                    </a:ext>
                  </a:extLst>
                </p14:cNvPr>
                <p14:cNvContentPartPr/>
                <p14:nvPr/>
              </p14:nvContentPartPr>
              <p14:xfrm>
                <a:off x="4156437" y="309477"/>
                <a:ext cx="185760" cy="452880"/>
              </p14:xfrm>
            </p:contentPart>
          </mc:Choice>
          <mc:Fallback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7DF5A41A-4D05-4559-B896-4BC2B4EEFAD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47437" y="300477"/>
                  <a:ext cx="20340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5A5E16D7-B797-4131-A03C-F8BFA5AD3201}"/>
                    </a:ext>
                  </a:extLst>
                </p14:cNvPr>
                <p14:cNvContentPartPr/>
                <p14:nvPr/>
              </p14:nvContentPartPr>
              <p14:xfrm>
                <a:off x="5179557" y="323877"/>
                <a:ext cx="65520" cy="322560"/>
              </p14:xfrm>
            </p:contentPart>
          </mc:Choice>
          <mc:Fallback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5A5E16D7-B797-4131-A03C-F8BFA5AD320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70557" y="314877"/>
                  <a:ext cx="8316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B41F797F-023C-408E-A02F-536982A9587E}"/>
                    </a:ext>
                  </a:extLst>
                </p14:cNvPr>
                <p14:cNvContentPartPr/>
                <p14:nvPr/>
              </p14:nvContentPartPr>
              <p14:xfrm>
                <a:off x="5254797" y="293997"/>
                <a:ext cx="139680" cy="145800"/>
              </p14:xfrm>
            </p:contentPart>
          </mc:Choice>
          <mc:Fallback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B41F797F-023C-408E-A02F-536982A9587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245797" y="284997"/>
                  <a:ext cx="157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A0871463-2D5B-4ACC-9C39-43D8E231C93D}"/>
                    </a:ext>
                  </a:extLst>
                </p14:cNvPr>
                <p14:cNvContentPartPr/>
                <p14:nvPr/>
              </p14:nvContentPartPr>
              <p14:xfrm>
                <a:off x="4453797" y="522957"/>
                <a:ext cx="47520" cy="3240"/>
              </p14:xfrm>
            </p:contentPart>
          </mc:Choice>
          <mc:Fallback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A0871463-2D5B-4ACC-9C39-43D8E231C93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45157" y="514317"/>
                  <a:ext cx="6516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4BC36D2F-3931-4E7B-AD67-F19A3E74FEF0}"/>
              </a:ext>
            </a:extLst>
          </p:cNvPr>
          <p:cNvGrpSpPr/>
          <p:nvPr/>
        </p:nvGrpSpPr>
        <p:grpSpPr>
          <a:xfrm>
            <a:off x="3634437" y="943797"/>
            <a:ext cx="953280" cy="409680"/>
            <a:chOff x="3634437" y="943797"/>
            <a:chExt cx="95328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7F13D3BB-3D84-44BE-801E-9565275D0506}"/>
                    </a:ext>
                  </a:extLst>
                </p14:cNvPr>
                <p14:cNvContentPartPr/>
                <p14:nvPr/>
              </p14:nvContentPartPr>
              <p14:xfrm>
                <a:off x="3634437" y="1103637"/>
                <a:ext cx="145800" cy="234000"/>
              </p14:xfrm>
            </p:contentPart>
          </mc:Choice>
          <mc:Fallback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7F13D3BB-3D84-44BE-801E-9565275D050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25437" y="1094637"/>
                  <a:ext cx="1634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05DF7ACF-E242-450F-9412-D023FC52A11F}"/>
                    </a:ext>
                  </a:extLst>
                </p14:cNvPr>
                <p14:cNvContentPartPr/>
                <p14:nvPr/>
              </p14:nvContentPartPr>
              <p14:xfrm>
                <a:off x="3875997" y="1099317"/>
                <a:ext cx="100080" cy="216720"/>
              </p14:xfrm>
            </p:contentPart>
          </mc:Choice>
          <mc:Fallback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05DF7ACF-E242-450F-9412-D023FC52A11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67357" y="1090317"/>
                  <a:ext cx="1177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D11DBCE4-1D68-44C0-8150-424C65381F4A}"/>
                    </a:ext>
                  </a:extLst>
                </p14:cNvPr>
                <p14:cNvContentPartPr/>
                <p14:nvPr/>
              </p14:nvContentPartPr>
              <p14:xfrm>
                <a:off x="4037277" y="1265637"/>
                <a:ext cx="43560" cy="87840"/>
              </p14:xfrm>
            </p:contentPart>
          </mc:Choice>
          <mc:Fallback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D11DBCE4-1D68-44C0-8150-424C65381F4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28277" y="1256997"/>
                  <a:ext cx="61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58E3A540-9A21-4ADF-84A6-64F120943B19}"/>
                    </a:ext>
                  </a:extLst>
                </p14:cNvPr>
                <p14:cNvContentPartPr/>
                <p14:nvPr/>
              </p14:nvContentPartPr>
              <p14:xfrm>
                <a:off x="4102437" y="1091037"/>
                <a:ext cx="127800" cy="219240"/>
              </p14:xfrm>
            </p:contentPart>
          </mc:Choice>
          <mc:Fallback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58E3A540-9A21-4ADF-84A6-64F120943B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93437" y="1082397"/>
                  <a:ext cx="145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EEFD925E-392C-4AEF-A048-972B4598FB4E}"/>
                    </a:ext>
                  </a:extLst>
                </p14:cNvPr>
                <p14:cNvContentPartPr/>
                <p14:nvPr/>
              </p14:nvContentPartPr>
              <p14:xfrm>
                <a:off x="4295757" y="1016157"/>
                <a:ext cx="89280" cy="282600"/>
              </p14:xfrm>
            </p:contentPart>
          </mc:Choice>
          <mc:Fallback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EEFD925E-392C-4AEF-A048-972B4598FB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86757" y="1007157"/>
                  <a:ext cx="1069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03459D6A-7CE5-4326-A679-C3142E4963A7}"/>
                    </a:ext>
                  </a:extLst>
                </p14:cNvPr>
                <p14:cNvContentPartPr/>
                <p14:nvPr/>
              </p14:nvContentPartPr>
              <p14:xfrm>
                <a:off x="4419957" y="943797"/>
                <a:ext cx="167760" cy="133920"/>
              </p14:xfrm>
            </p:contentPart>
          </mc:Choice>
          <mc:Fallback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03459D6A-7CE5-4326-A679-C3142E4963A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10957" y="934797"/>
                  <a:ext cx="18540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C571649D-C3DA-4B52-99D0-5CC2568A9D20}"/>
              </a:ext>
            </a:extLst>
          </p:cNvPr>
          <p:cNvGrpSpPr/>
          <p:nvPr/>
        </p:nvGrpSpPr>
        <p:grpSpPr>
          <a:xfrm>
            <a:off x="4820637" y="1112637"/>
            <a:ext cx="147600" cy="105120"/>
            <a:chOff x="4820637" y="1112637"/>
            <a:chExt cx="147600" cy="10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351DCB5B-0F3E-4656-A697-E6C6F8CCB830}"/>
                    </a:ext>
                  </a:extLst>
                </p14:cNvPr>
                <p14:cNvContentPartPr/>
                <p14:nvPr/>
              </p14:nvContentPartPr>
              <p14:xfrm>
                <a:off x="4820637" y="1112637"/>
                <a:ext cx="118440" cy="3240"/>
              </p14:xfrm>
            </p:contentPart>
          </mc:Choice>
          <mc:Fallback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351DCB5B-0F3E-4656-A697-E6C6F8CCB83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811997" y="1103637"/>
                  <a:ext cx="136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CD913777-AC85-4425-A22E-F1C4ED53A7BE}"/>
                    </a:ext>
                  </a:extLst>
                </p14:cNvPr>
                <p14:cNvContentPartPr/>
                <p14:nvPr/>
              </p14:nvContentPartPr>
              <p14:xfrm>
                <a:off x="4825677" y="1210917"/>
                <a:ext cx="142560" cy="6840"/>
              </p14:xfrm>
            </p:contentPart>
          </mc:Choice>
          <mc:Fallback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CD913777-AC85-4425-A22E-F1C4ED53A7B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817037" y="1201917"/>
                  <a:ext cx="1602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29FCAC66-3D0F-4FB1-A5FA-3E3F65DC0112}"/>
              </a:ext>
            </a:extLst>
          </p:cNvPr>
          <p:cNvGrpSpPr/>
          <p:nvPr/>
        </p:nvGrpSpPr>
        <p:grpSpPr>
          <a:xfrm>
            <a:off x="5179197" y="1020477"/>
            <a:ext cx="704160" cy="331200"/>
            <a:chOff x="5179197" y="1020477"/>
            <a:chExt cx="704160" cy="33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9592AAF5-E0D0-47C6-873D-9D271D5D4B54}"/>
                    </a:ext>
                  </a:extLst>
                </p14:cNvPr>
                <p14:cNvContentPartPr/>
                <p14:nvPr/>
              </p14:nvContentPartPr>
              <p14:xfrm>
                <a:off x="5179197" y="1030557"/>
                <a:ext cx="145440" cy="181800"/>
              </p14:xfrm>
            </p:contentPart>
          </mc:Choice>
          <mc:Fallback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9592AAF5-E0D0-47C6-873D-9D271D5D4B5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70197" y="1021557"/>
                  <a:ext cx="163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8" name="Entrada de lápiz 127">
                  <a:extLst>
                    <a:ext uri="{FF2B5EF4-FFF2-40B4-BE49-F238E27FC236}">
                      <a16:creationId xmlns:a16="http://schemas.microsoft.com/office/drawing/2014/main" id="{B6F6450F-34DB-406B-8810-B49AD8153319}"/>
                    </a:ext>
                  </a:extLst>
                </p14:cNvPr>
                <p14:cNvContentPartPr/>
                <p14:nvPr/>
              </p14:nvContentPartPr>
              <p14:xfrm>
                <a:off x="5359917" y="1206237"/>
                <a:ext cx="43560" cy="145440"/>
              </p14:xfrm>
            </p:contentPart>
          </mc:Choice>
          <mc:Fallback>
            <p:pic>
              <p:nvPicPr>
                <p:cNvPr id="128" name="Entrada de lápiz 127">
                  <a:extLst>
                    <a:ext uri="{FF2B5EF4-FFF2-40B4-BE49-F238E27FC236}">
                      <a16:creationId xmlns:a16="http://schemas.microsoft.com/office/drawing/2014/main" id="{B6F6450F-34DB-406B-8810-B49AD815331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50917" y="1197597"/>
                  <a:ext cx="612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994F2800-D4B6-4657-B41E-C33386BF7D39}"/>
                    </a:ext>
                  </a:extLst>
                </p14:cNvPr>
                <p14:cNvContentPartPr/>
                <p14:nvPr/>
              </p14:nvContentPartPr>
              <p14:xfrm>
                <a:off x="5534157" y="1020477"/>
                <a:ext cx="103680" cy="239760"/>
              </p14:xfrm>
            </p:contentPart>
          </mc:Choice>
          <mc:Fallback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994F2800-D4B6-4657-B41E-C33386BF7D3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25517" y="1011837"/>
                  <a:ext cx="121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218E7AD3-8F67-4CEA-8765-746067B67F9D}"/>
                    </a:ext>
                  </a:extLst>
                </p14:cNvPr>
                <p14:cNvContentPartPr/>
                <p14:nvPr/>
              </p14:nvContentPartPr>
              <p14:xfrm>
                <a:off x="5533077" y="1118037"/>
                <a:ext cx="141480" cy="34560"/>
              </p14:xfrm>
            </p:contentPart>
          </mc:Choice>
          <mc:Fallback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218E7AD3-8F67-4CEA-8765-746067B67F9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24437" y="1109037"/>
                  <a:ext cx="159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31" name="Entrada de lápiz 130">
                  <a:extLst>
                    <a:ext uri="{FF2B5EF4-FFF2-40B4-BE49-F238E27FC236}">
                      <a16:creationId xmlns:a16="http://schemas.microsoft.com/office/drawing/2014/main" id="{103BA892-D215-4997-B894-5778CB5CDCBD}"/>
                    </a:ext>
                  </a:extLst>
                </p14:cNvPr>
                <p14:cNvContentPartPr/>
                <p14:nvPr/>
              </p14:nvContentPartPr>
              <p14:xfrm>
                <a:off x="5642517" y="1024077"/>
                <a:ext cx="240840" cy="206280"/>
              </p14:xfrm>
            </p:contentPart>
          </mc:Choice>
          <mc:Fallback>
            <p:pic>
              <p:nvPicPr>
                <p:cNvPr id="131" name="Entrada de lápiz 130">
                  <a:extLst>
                    <a:ext uri="{FF2B5EF4-FFF2-40B4-BE49-F238E27FC236}">
                      <a16:creationId xmlns:a16="http://schemas.microsoft.com/office/drawing/2014/main" id="{103BA892-D215-4997-B894-5778CB5CDCB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633517" y="1015437"/>
                  <a:ext cx="258480" cy="22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F46327E5-537E-43A7-9668-1BC270877475}"/>
                  </a:ext>
                </a:extLst>
              </p14:cNvPr>
              <p14:cNvContentPartPr/>
              <p14:nvPr/>
            </p14:nvContentPartPr>
            <p14:xfrm>
              <a:off x="-674763" y="5034477"/>
              <a:ext cx="7200" cy="5436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F46327E5-537E-43A7-9668-1BC27087747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-683403" y="5025837"/>
                <a:ext cx="2484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upo 147">
            <a:extLst>
              <a:ext uri="{FF2B5EF4-FFF2-40B4-BE49-F238E27FC236}">
                <a16:creationId xmlns:a16="http://schemas.microsoft.com/office/drawing/2014/main" id="{7644CEFA-9E1F-413D-ADF8-7B896E128FFC}"/>
              </a:ext>
            </a:extLst>
          </p:cNvPr>
          <p:cNvGrpSpPr/>
          <p:nvPr/>
        </p:nvGrpSpPr>
        <p:grpSpPr>
          <a:xfrm>
            <a:off x="576957" y="2104077"/>
            <a:ext cx="1304333" cy="541800"/>
            <a:chOff x="576957" y="2104077"/>
            <a:chExt cx="1304333" cy="54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4961954D-7C4D-433C-BBD8-C863B6983BB5}"/>
                    </a:ext>
                  </a:extLst>
                </p14:cNvPr>
                <p14:cNvContentPartPr/>
                <p14:nvPr/>
              </p14:nvContentPartPr>
              <p14:xfrm>
                <a:off x="608997" y="2154477"/>
                <a:ext cx="52200" cy="387360"/>
              </p14:xfrm>
            </p:contentPart>
          </mc:Choice>
          <mc:Fallback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4961954D-7C4D-433C-BBD8-C863B6983BB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0357" y="2145837"/>
                  <a:ext cx="698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7" name="Entrada de lápiz 136">
                  <a:extLst>
                    <a:ext uri="{FF2B5EF4-FFF2-40B4-BE49-F238E27FC236}">
                      <a16:creationId xmlns:a16="http://schemas.microsoft.com/office/drawing/2014/main" id="{AA388486-F594-4E3B-A6C7-8531BA195BB5}"/>
                    </a:ext>
                  </a:extLst>
                </p14:cNvPr>
                <p14:cNvContentPartPr/>
                <p14:nvPr/>
              </p14:nvContentPartPr>
              <p14:xfrm>
                <a:off x="576957" y="2104077"/>
                <a:ext cx="290160" cy="407520"/>
              </p14:xfrm>
            </p:contentPart>
          </mc:Choice>
          <mc:Fallback>
            <p:pic>
              <p:nvPicPr>
                <p:cNvPr id="137" name="Entrada de lápiz 136">
                  <a:extLst>
                    <a:ext uri="{FF2B5EF4-FFF2-40B4-BE49-F238E27FC236}">
                      <a16:creationId xmlns:a16="http://schemas.microsoft.com/office/drawing/2014/main" id="{AA388486-F594-4E3B-A6C7-8531BA195BB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7957" y="2095077"/>
                  <a:ext cx="3078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5631E8A0-AB49-4A7B-ABCC-2D1E05AA5434}"/>
                    </a:ext>
                  </a:extLst>
                </p14:cNvPr>
                <p14:cNvContentPartPr/>
                <p14:nvPr/>
              </p14:nvContentPartPr>
              <p14:xfrm>
                <a:off x="865677" y="2276877"/>
                <a:ext cx="243000" cy="199440"/>
              </p14:xfrm>
            </p:contentPart>
          </mc:Choice>
          <mc:Fallback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5631E8A0-AB49-4A7B-ABCC-2D1E05AA543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56677" y="2268237"/>
                  <a:ext cx="260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089F93E7-55AC-402E-8A24-654DD86E64FC}"/>
                    </a:ext>
                  </a:extLst>
                </p14:cNvPr>
                <p14:cNvContentPartPr/>
                <p14:nvPr/>
              </p14:nvContentPartPr>
              <p14:xfrm>
                <a:off x="1150077" y="2232957"/>
                <a:ext cx="129600" cy="241200"/>
              </p14:xfrm>
            </p:contentPart>
          </mc:Choice>
          <mc:Fallback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089F93E7-55AC-402E-8A24-654DD86E64F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41437" y="2224317"/>
                  <a:ext cx="1472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2E124861-D075-42F7-B990-EA1CAF635C59}"/>
                    </a:ext>
                  </a:extLst>
                </p14:cNvPr>
                <p14:cNvContentPartPr/>
                <p14:nvPr/>
              </p14:nvContentPartPr>
              <p14:xfrm>
                <a:off x="1313517" y="2255637"/>
                <a:ext cx="160560" cy="240120"/>
              </p14:xfrm>
            </p:contentPart>
          </mc:Choice>
          <mc:Fallback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2E124861-D075-42F7-B990-EA1CAF635C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04517" y="2246637"/>
                  <a:ext cx="178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E36395AB-E372-4B38-9E04-3A0CE9FF1315}"/>
                    </a:ext>
                  </a:extLst>
                </p14:cNvPr>
                <p14:cNvContentPartPr/>
                <p14:nvPr/>
              </p14:nvContentPartPr>
              <p14:xfrm>
                <a:off x="1561917" y="2451837"/>
                <a:ext cx="360" cy="360"/>
              </p14:xfrm>
            </p:contentPart>
          </mc:Choice>
          <mc:Fallback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E36395AB-E372-4B38-9E04-3A0CE9FF131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553277" y="244319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44" name="Entrada de lápiz 143">
                  <a:extLst>
                    <a:ext uri="{FF2B5EF4-FFF2-40B4-BE49-F238E27FC236}">
                      <a16:creationId xmlns:a16="http://schemas.microsoft.com/office/drawing/2014/main" id="{FFF33588-1F72-48C4-95A3-2D662B2A52BC}"/>
                    </a:ext>
                  </a:extLst>
                </p14:cNvPr>
                <p14:cNvContentPartPr/>
                <p14:nvPr/>
              </p14:nvContentPartPr>
              <p14:xfrm>
                <a:off x="1750610" y="2258157"/>
                <a:ext cx="130680" cy="21240"/>
              </p14:xfrm>
            </p:contentPart>
          </mc:Choice>
          <mc:Fallback>
            <p:pic>
              <p:nvPicPr>
                <p:cNvPr id="144" name="Entrada de lápiz 143">
                  <a:extLst>
                    <a:ext uri="{FF2B5EF4-FFF2-40B4-BE49-F238E27FC236}">
                      <a16:creationId xmlns:a16="http://schemas.microsoft.com/office/drawing/2014/main" id="{FFF33588-1F72-48C4-95A3-2D662B2A52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741610" y="2249517"/>
                  <a:ext cx="148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E8D172CA-808B-48BA-84F4-AD18FF2CE8B4}"/>
                    </a:ext>
                  </a:extLst>
                </p14:cNvPr>
                <p14:cNvContentPartPr/>
                <p14:nvPr/>
              </p14:nvContentPartPr>
              <p14:xfrm>
                <a:off x="1742690" y="2391717"/>
                <a:ext cx="108720" cy="21240"/>
              </p14:xfrm>
            </p:contentPart>
          </mc:Choice>
          <mc:Fallback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E8D172CA-808B-48BA-84F4-AD18FF2CE8B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733690" y="2382717"/>
                  <a:ext cx="126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46" name="Entrada de lápiz 145">
                  <a:extLst>
                    <a:ext uri="{FF2B5EF4-FFF2-40B4-BE49-F238E27FC236}">
                      <a16:creationId xmlns:a16="http://schemas.microsoft.com/office/drawing/2014/main" id="{1F18BD41-B562-4422-AC80-D33B98A0E857}"/>
                    </a:ext>
                  </a:extLst>
                </p14:cNvPr>
                <p14:cNvContentPartPr/>
                <p14:nvPr/>
              </p14:nvContentPartPr>
              <p14:xfrm>
                <a:off x="1433810" y="2393517"/>
                <a:ext cx="175680" cy="244800"/>
              </p14:xfrm>
            </p:contentPart>
          </mc:Choice>
          <mc:Fallback>
            <p:pic>
              <p:nvPicPr>
                <p:cNvPr id="146" name="Entrada de lápiz 145">
                  <a:extLst>
                    <a:ext uri="{FF2B5EF4-FFF2-40B4-BE49-F238E27FC236}">
                      <a16:creationId xmlns:a16="http://schemas.microsoft.com/office/drawing/2014/main" id="{1F18BD41-B562-4422-AC80-D33B98A0E85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425170" y="2384517"/>
                  <a:ext cx="1933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47" name="Entrada de lápiz 146">
                  <a:extLst>
                    <a:ext uri="{FF2B5EF4-FFF2-40B4-BE49-F238E27FC236}">
                      <a16:creationId xmlns:a16="http://schemas.microsoft.com/office/drawing/2014/main" id="{D3F02231-FA35-4F39-934C-3B4FF3F2FA81}"/>
                    </a:ext>
                  </a:extLst>
                </p14:cNvPr>
                <p14:cNvContentPartPr/>
                <p14:nvPr/>
              </p14:nvContentPartPr>
              <p14:xfrm>
                <a:off x="1506170" y="2426637"/>
                <a:ext cx="200880" cy="219240"/>
              </p14:xfrm>
            </p:contentPart>
          </mc:Choice>
          <mc:Fallback>
            <p:pic>
              <p:nvPicPr>
                <p:cNvPr id="147" name="Entrada de lápiz 146">
                  <a:extLst>
                    <a:ext uri="{FF2B5EF4-FFF2-40B4-BE49-F238E27FC236}">
                      <a16:creationId xmlns:a16="http://schemas.microsoft.com/office/drawing/2014/main" id="{D3F02231-FA35-4F39-934C-3B4FF3F2FA8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497170" y="2417997"/>
                  <a:ext cx="21852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7C6096B2-5172-4877-A7CE-C7F3D17FE1C9}"/>
              </a:ext>
            </a:extLst>
          </p:cNvPr>
          <p:cNvGrpSpPr/>
          <p:nvPr/>
        </p:nvGrpSpPr>
        <p:grpSpPr>
          <a:xfrm>
            <a:off x="2187650" y="1954317"/>
            <a:ext cx="1687320" cy="464760"/>
            <a:chOff x="2187650" y="1954317"/>
            <a:chExt cx="1687320" cy="46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49" name="Entrada de lápiz 148">
                  <a:extLst>
                    <a:ext uri="{FF2B5EF4-FFF2-40B4-BE49-F238E27FC236}">
                      <a16:creationId xmlns:a16="http://schemas.microsoft.com/office/drawing/2014/main" id="{A40544A4-E671-4F1D-91A7-E6C128F270EB}"/>
                    </a:ext>
                  </a:extLst>
                </p14:cNvPr>
                <p14:cNvContentPartPr/>
                <p14:nvPr/>
              </p14:nvContentPartPr>
              <p14:xfrm>
                <a:off x="2187650" y="1954317"/>
                <a:ext cx="1687320" cy="464760"/>
              </p14:xfrm>
            </p:contentPart>
          </mc:Choice>
          <mc:Fallback>
            <p:pic>
              <p:nvPicPr>
                <p:cNvPr id="149" name="Entrada de lápiz 148">
                  <a:extLst>
                    <a:ext uri="{FF2B5EF4-FFF2-40B4-BE49-F238E27FC236}">
                      <a16:creationId xmlns:a16="http://schemas.microsoft.com/office/drawing/2014/main" id="{A40544A4-E671-4F1D-91A7-E6C128F270E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79010" y="1945677"/>
                  <a:ext cx="170496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A84A3B78-569F-40E5-911A-A80C97BF8EF0}"/>
                    </a:ext>
                  </a:extLst>
                </p14:cNvPr>
                <p14:cNvContentPartPr/>
                <p14:nvPr/>
              </p14:nvContentPartPr>
              <p14:xfrm>
                <a:off x="2442170" y="2158077"/>
                <a:ext cx="216720" cy="227160"/>
              </p14:xfrm>
            </p:contentPart>
          </mc:Choice>
          <mc:Fallback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A84A3B78-569F-40E5-911A-A80C97BF8EF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433170" y="2149437"/>
                  <a:ext cx="2343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AD3CE098-226D-4EA9-98C1-ACF5619D6B9E}"/>
                    </a:ext>
                  </a:extLst>
                </p14:cNvPr>
                <p14:cNvContentPartPr/>
                <p14:nvPr/>
              </p14:nvContentPartPr>
              <p14:xfrm>
                <a:off x="2735570" y="2163477"/>
                <a:ext cx="69480" cy="211320"/>
              </p14:xfrm>
            </p:contentPart>
          </mc:Choice>
          <mc:Fallback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AD3CE098-226D-4EA9-98C1-ACF5619D6B9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26930" y="2154837"/>
                  <a:ext cx="871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450C01F7-D0CC-46EE-9D7D-CB94A494457B}"/>
                    </a:ext>
                  </a:extLst>
                </p14:cNvPr>
                <p14:cNvContentPartPr/>
                <p14:nvPr/>
              </p14:nvContentPartPr>
              <p14:xfrm>
                <a:off x="2781650" y="2161317"/>
                <a:ext cx="65160" cy="223200"/>
              </p14:xfrm>
            </p:contentPart>
          </mc:Choice>
          <mc:Fallback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450C01F7-D0CC-46EE-9D7D-CB94A494457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73010" y="2152677"/>
                  <a:ext cx="828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B0372124-3359-41FB-86B5-427EFE53D71A}"/>
                    </a:ext>
                  </a:extLst>
                </p14:cNvPr>
                <p14:cNvContentPartPr/>
                <p14:nvPr/>
              </p14:nvContentPartPr>
              <p14:xfrm>
                <a:off x="2686610" y="2304237"/>
                <a:ext cx="185760" cy="35640"/>
              </p14:xfrm>
            </p:contentPart>
          </mc:Choice>
          <mc:Fallback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B0372124-3359-41FB-86B5-427EFE53D71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677610" y="2295237"/>
                  <a:ext cx="2034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55" name="Entrada de lápiz 154">
                  <a:extLst>
                    <a:ext uri="{FF2B5EF4-FFF2-40B4-BE49-F238E27FC236}">
                      <a16:creationId xmlns:a16="http://schemas.microsoft.com/office/drawing/2014/main" id="{69F6B794-7EBD-44C8-B355-9D710EC5E179}"/>
                    </a:ext>
                  </a:extLst>
                </p14:cNvPr>
                <p14:cNvContentPartPr/>
                <p14:nvPr/>
              </p14:nvContentPartPr>
              <p14:xfrm>
                <a:off x="2942210" y="2189037"/>
                <a:ext cx="220680" cy="192960"/>
              </p14:xfrm>
            </p:contentPart>
          </mc:Choice>
          <mc:Fallback>
            <p:pic>
              <p:nvPicPr>
                <p:cNvPr id="155" name="Entrada de lápiz 154">
                  <a:extLst>
                    <a:ext uri="{FF2B5EF4-FFF2-40B4-BE49-F238E27FC236}">
                      <a16:creationId xmlns:a16="http://schemas.microsoft.com/office/drawing/2014/main" id="{69F6B794-7EBD-44C8-B355-9D710EC5E17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33210" y="2180037"/>
                  <a:ext cx="2383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DD9D371B-DBD1-4692-9EBA-80A44AEBB869}"/>
                    </a:ext>
                  </a:extLst>
                </p14:cNvPr>
                <p14:cNvContentPartPr/>
                <p14:nvPr/>
              </p14:nvContentPartPr>
              <p14:xfrm>
                <a:off x="3259730" y="2137557"/>
                <a:ext cx="135720" cy="207720"/>
              </p14:xfrm>
            </p:contentPart>
          </mc:Choice>
          <mc:Fallback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DD9D371B-DBD1-4692-9EBA-80A44AEBB86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250730" y="2128557"/>
                  <a:ext cx="1533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DC428F94-7496-4550-BDBD-1E18F01A6524}"/>
                    </a:ext>
                  </a:extLst>
                </p14:cNvPr>
                <p14:cNvContentPartPr/>
                <p14:nvPr/>
              </p14:nvContentPartPr>
              <p14:xfrm>
                <a:off x="3387890" y="2171757"/>
                <a:ext cx="107640" cy="193320"/>
              </p14:xfrm>
            </p:contentPart>
          </mc:Choice>
          <mc:Fallback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DC428F94-7496-4550-BDBD-1E18F01A652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79250" y="2162757"/>
                  <a:ext cx="1252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58" name="Entrada de lápiz 157">
                  <a:extLst>
                    <a:ext uri="{FF2B5EF4-FFF2-40B4-BE49-F238E27FC236}">
                      <a16:creationId xmlns:a16="http://schemas.microsoft.com/office/drawing/2014/main" id="{45CC1914-A1AC-4DE7-B27E-F90E96D4DE3F}"/>
                    </a:ext>
                  </a:extLst>
                </p14:cNvPr>
                <p14:cNvContentPartPr/>
                <p14:nvPr/>
              </p14:nvContentPartPr>
              <p14:xfrm>
                <a:off x="3354050" y="2174277"/>
                <a:ext cx="151560" cy="165240"/>
              </p14:xfrm>
            </p:contentPart>
          </mc:Choice>
          <mc:Fallback>
            <p:pic>
              <p:nvPicPr>
                <p:cNvPr id="158" name="Entrada de lápiz 157">
                  <a:extLst>
                    <a:ext uri="{FF2B5EF4-FFF2-40B4-BE49-F238E27FC236}">
                      <a16:creationId xmlns:a16="http://schemas.microsoft.com/office/drawing/2014/main" id="{45CC1914-A1AC-4DE7-B27E-F90E96D4DE3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345050" y="2165637"/>
                  <a:ext cx="169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86876AF6-043C-4705-B8EF-9B257755FFCE}"/>
                    </a:ext>
                  </a:extLst>
                </p14:cNvPr>
                <p14:cNvContentPartPr/>
                <p14:nvPr/>
              </p14:nvContentPartPr>
              <p14:xfrm>
                <a:off x="3599570" y="2084277"/>
                <a:ext cx="55440" cy="331920"/>
              </p14:xfrm>
            </p:contentPart>
          </mc:Choice>
          <mc:Fallback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86876AF6-043C-4705-B8EF-9B257755FFC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590570" y="2075277"/>
                  <a:ext cx="73080" cy="34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FA6FFD7F-D6A2-45BE-82EB-A4B464CAF428}"/>
                  </a:ext>
                </a:extLst>
              </p14:cNvPr>
              <p14:cNvContentPartPr/>
              <p14:nvPr/>
            </p14:nvContentPartPr>
            <p14:xfrm>
              <a:off x="4205810" y="2193357"/>
              <a:ext cx="185760" cy="21240"/>
            </p14:xfrm>
          </p:contentPart>
        </mc:Choice>
        <mc:Fallback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FA6FFD7F-D6A2-45BE-82EB-A4B464CAF42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196810" y="2184357"/>
                <a:ext cx="2034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BB950EAA-E8EC-409C-BDA8-BE423BDAA410}"/>
                  </a:ext>
                </a:extLst>
              </p14:cNvPr>
              <p14:cNvContentPartPr/>
              <p14:nvPr/>
            </p14:nvContentPartPr>
            <p14:xfrm>
              <a:off x="4244690" y="2321157"/>
              <a:ext cx="175680" cy="2304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BB950EAA-E8EC-409C-BDA8-BE423BDAA41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236050" y="2312517"/>
                <a:ext cx="19332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upo 170">
            <a:extLst>
              <a:ext uri="{FF2B5EF4-FFF2-40B4-BE49-F238E27FC236}">
                <a16:creationId xmlns:a16="http://schemas.microsoft.com/office/drawing/2014/main" id="{1DEEC1CB-999F-44E4-8060-A3A3B5D7CCB5}"/>
              </a:ext>
            </a:extLst>
          </p:cNvPr>
          <p:cNvGrpSpPr/>
          <p:nvPr/>
        </p:nvGrpSpPr>
        <p:grpSpPr>
          <a:xfrm>
            <a:off x="4744730" y="1871517"/>
            <a:ext cx="1450440" cy="474120"/>
            <a:chOff x="4744730" y="1871517"/>
            <a:chExt cx="1450440" cy="47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63" name="Entrada de lápiz 162">
                  <a:extLst>
                    <a:ext uri="{FF2B5EF4-FFF2-40B4-BE49-F238E27FC236}">
                      <a16:creationId xmlns:a16="http://schemas.microsoft.com/office/drawing/2014/main" id="{6D8F7A6D-6C61-4AE7-B8A5-EA04862126DC}"/>
                    </a:ext>
                  </a:extLst>
                </p14:cNvPr>
                <p14:cNvContentPartPr/>
                <p14:nvPr/>
              </p14:nvContentPartPr>
              <p14:xfrm>
                <a:off x="4744730" y="1871517"/>
                <a:ext cx="1450440" cy="474120"/>
              </p14:xfrm>
            </p:contentPart>
          </mc:Choice>
          <mc:Fallback>
            <p:pic>
              <p:nvPicPr>
                <p:cNvPr id="163" name="Entrada de lápiz 162">
                  <a:extLst>
                    <a:ext uri="{FF2B5EF4-FFF2-40B4-BE49-F238E27FC236}">
                      <a16:creationId xmlns:a16="http://schemas.microsoft.com/office/drawing/2014/main" id="{6D8F7A6D-6C61-4AE7-B8A5-EA04862126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36090" y="1862517"/>
                  <a:ext cx="146808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B8F22CF0-DB9F-426B-96B6-8C7512C70807}"/>
                    </a:ext>
                  </a:extLst>
                </p14:cNvPr>
                <p14:cNvContentPartPr/>
                <p14:nvPr/>
              </p14:nvContentPartPr>
              <p14:xfrm>
                <a:off x="5050370" y="2111277"/>
                <a:ext cx="218160" cy="139680"/>
              </p14:xfrm>
            </p:contentPart>
          </mc:Choice>
          <mc:Fallback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B8F22CF0-DB9F-426B-96B6-8C7512C7080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41730" y="2102277"/>
                  <a:ext cx="2358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4BD0DECD-79F7-4516-9ED3-31416065EAE0}"/>
                    </a:ext>
                  </a:extLst>
                </p14:cNvPr>
                <p14:cNvContentPartPr/>
                <p14:nvPr/>
              </p14:nvContentPartPr>
              <p14:xfrm>
                <a:off x="5272850" y="2217477"/>
                <a:ext cx="86400" cy="113040"/>
              </p14:xfrm>
            </p:contentPart>
          </mc:Choice>
          <mc:Fallback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4BD0DECD-79F7-4516-9ED3-31416065EAE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64210" y="2208837"/>
                  <a:ext cx="104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E3D870CE-B177-49AE-B2C5-5142A7D33C1D}"/>
                    </a:ext>
                  </a:extLst>
                </p14:cNvPr>
                <p14:cNvContentPartPr/>
                <p14:nvPr/>
              </p14:nvContentPartPr>
              <p14:xfrm>
                <a:off x="5462210" y="2075637"/>
                <a:ext cx="122040" cy="216720"/>
              </p14:xfrm>
            </p:contentPart>
          </mc:Choice>
          <mc:Fallback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E3D870CE-B177-49AE-B2C5-5142A7D33C1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53570" y="2066997"/>
                  <a:ext cx="1396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67" name="Entrada de lápiz 166">
                  <a:extLst>
                    <a:ext uri="{FF2B5EF4-FFF2-40B4-BE49-F238E27FC236}">
                      <a16:creationId xmlns:a16="http://schemas.microsoft.com/office/drawing/2014/main" id="{22DCF7F6-8F59-4051-B213-6B7921C39E9E}"/>
                    </a:ext>
                  </a:extLst>
                </p14:cNvPr>
                <p14:cNvContentPartPr/>
                <p14:nvPr/>
              </p14:nvContentPartPr>
              <p14:xfrm>
                <a:off x="5454290" y="2147277"/>
                <a:ext cx="168840" cy="35640"/>
              </p14:xfrm>
            </p:contentPart>
          </mc:Choice>
          <mc:Fallback>
            <p:pic>
              <p:nvPicPr>
                <p:cNvPr id="167" name="Entrada de lápiz 166">
                  <a:extLst>
                    <a:ext uri="{FF2B5EF4-FFF2-40B4-BE49-F238E27FC236}">
                      <a16:creationId xmlns:a16="http://schemas.microsoft.com/office/drawing/2014/main" id="{22DCF7F6-8F59-4051-B213-6B7921C39E9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45290" y="2138637"/>
                  <a:ext cx="186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6CF78699-5A0D-4F76-ACD7-AF58A6A3D4CB}"/>
                    </a:ext>
                  </a:extLst>
                </p14:cNvPr>
                <p14:cNvContentPartPr/>
                <p14:nvPr/>
              </p14:nvContentPartPr>
              <p14:xfrm>
                <a:off x="5727890" y="2049717"/>
                <a:ext cx="164160" cy="239760"/>
              </p14:xfrm>
            </p:contentPart>
          </mc:Choice>
          <mc:Fallback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6CF78699-5A0D-4F76-ACD7-AF58A6A3D4C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18890" y="2040717"/>
                  <a:ext cx="18180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B0D10E57-384C-456F-ACD5-19CFDFF76C0D}"/>
                  </a:ext>
                </a:extLst>
              </p14:cNvPr>
              <p14:cNvContentPartPr/>
              <p14:nvPr/>
            </p14:nvContentPartPr>
            <p14:xfrm>
              <a:off x="4384010" y="2813637"/>
              <a:ext cx="203760" cy="1044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B0D10E57-384C-456F-ACD5-19CFDFF76C0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375370" y="2804637"/>
                <a:ext cx="22140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68EF42F5-D52F-4439-A510-EFF61769F7FF}"/>
                  </a:ext>
                </a:extLst>
              </p14:cNvPr>
              <p14:cNvContentPartPr/>
              <p14:nvPr/>
            </p14:nvContentPartPr>
            <p14:xfrm>
              <a:off x="4375010" y="2946837"/>
              <a:ext cx="225000" cy="1584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68EF42F5-D52F-4439-A510-EFF61769F7FF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366370" y="2938197"/>
                <a:ext cx="24264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upo 179">
            <a:extLst>
              <a:ext uri="{FF2B5EF4-FFF2-40B4-BE49-F238E27FC236}">
                <a16:creationId xmlns:a16="http://schemas.microsoft.com/office/drawing/2014/main" id="{03152A16-9E92-400D-8CD6-4D582921421D}"/>
              </a:ext>
            </a:extLst>
          </p:cNvPr>
          <p:cNvGrpSpPr/>
          <p:nvPr/>
        </p:nvGrpSpPr>
        <p:grpSpPr>
          <a:xfrm>
            <a:off x="4884050" y="2698077"/>
            <a:ext cx="694800" cy="326520"/>
            <a:chOff x="4884050" y="2698077"/>
            <a:chExt cx="694800" cy="32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74DCAEA3-4D49-455B-856B-3F1A83DAA035}"/>
                    </a:ext>
                  </a:extLst>
                </p14:cNvPr>
                <p14:cNvContentPartPr/>
                <p14:nvPr/>
              </p14:nvContentPartPr>
              <p14:xfrm>
                <a:off x="4884050" y="2743077"/>
                <a:ext cx="154440" cy="156240"/>
              </p14:xfrm>
            </p:contentPart>
          </mc:Choice>
          <mc:Fallback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74DCAEA3-4D49-455B-856B-3F1A83DAA03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75410" y="2734437"/>
                  <a:ext cx="1720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73" name="Entrada de lápiz 172">
                  <a:extLst>
                    <a:ext uri="{FF2B5EF4-FFF2-40B4-BE49-F238E27FC236}">
                      <a16:creationId xmlns:a16="http://schemas.microsoft.com/office/drawing/2014/main" id="{121D8184-8AD1-496A-974B-D70A7B862934}"/>
                    </a:ext>
                  </a:extLst>
                </p14:cNvPr>
                <p14:cNvContentPartPr/>
                <p14:nvPr/>
              </p14:nvContentPartPr>
              <p14:xfrm>
                <a:off x="5072330" y="2871957"/>
                <a:ext cx="18360" cy="152640"/>
              </p14:xfrm>
            </p:contentPart>
          </mc:Choice>
          <mc:Fallback>
            <p:pic>
              <p:nvPicPr>
                <p:cNvPr id="173" name="Entrada de lápiz 172">
                  <a:extLst>
                    <a:ext uri="{FF2B5EF4-FFF2-40B4-BE49-F238E27FC236}">
                      <a16:creationId xmlns:a16="http://schemas.microsoft.com/office/drawing/2014/main" id="{121D8184-8AD1-496A-974B-D70A7B86293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063690" y="2863317"/>
                  <a:ext cx="36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E4740ECD-5815-4C5A-AD66-8CD0C44BB4B2}"/>
                    </a:ext>
                  </a:extLst>
                </p14:cNvPr>
                <p14:cNvContentPartPr/>
                <p14:nvPr/>
              </p14:nvContentPartPr>
              <p14:xfrm>
                <a:off x="5250890" y="2705277"/>
                <a:ext cx="92160" cy="240120"/>
              </p14:xfrm>
            </p:contentPart>
          </mc:Choice>
          <mc:Fallback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E4740ECD-5815-4C5A-AD66-8CD0C44BB4B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241890" y="2696637"/>
                  <a:ext cx="1098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658B59B0-8BA0-4C9B-9A5C-7F7A56D60D6A}"/>
                    </a:ext>
                  </a:extLst>
                </p14:cNvPr>
                <p14:cNvContentPartPr/>
                <p14:nvPr/>
              </p14:nvContentPartPr>
              <p14:xfrm>
                <a:off x="5251970" y="2820837"/>
                <a:ext cx="111600" cy="24840"/>
              </p14:xfrm>
            </p:contentPart>
          </mc:Choice>
          <mc:Fallback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658B59B0-8BA0-4C9B-9A5C-7F7A56D60D6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42970" y="2811837"/>
                  <a:ext cx="1292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60CA6689-D1A0-4D01-BA6F-E1D106122B24}"/>
                    </a:ext>
                  </a:extLst>
                </p14:cNvPr>
                <p14:cNvContentPartPr/>
                <p14:nvPr/>
              </p14:nvContentPartPr>
              <p14:xfrm>
                <a:off x="5168450" y="2698077"/>
                <a:ext cx="133920" cy="124920"/>
              </p14:xfrm>
            </p:contentPart>
          </mc:Choice>
          <mc:Fallback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60CA6689-D1A0-4D01-BA6F-E1D106122B2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159810" y="2689437"/>
                  <a:ext cx="1515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77" name="Entrada de lápiz 176">
                  <a:extLst>
                    <a:ext uri="{FF2B5EF4-FFF2-40B4-BE49-F238E27FC236}">
                      <a16:creationId xmlns:a16="http://schemas.microsoft.com/office/drawing/2014/main" id="{1C4826F4-375D-4E89-A0C0-552B0C426360}"/>
                    </a:ext>
                  </a:extLst>
                </p14:cNvPr>
                <p14:cNvContentPartPr/>
                <p14:nvPr/>
              </p14:nvContentPartPr>
              <p14:xfrm>
                <a:off x="5177090" y="2810757"/>
                <a:ext cx="136080" cy="111600"/>
              </p14:xfrm>
            </p:contentPart>
          </mc:Choice>
          <mc:Fallback>
            <p:pic>
              <p:nvPicPr>
                <p:cNvPr id="177" name="Entrada de lápiz 176">
                  <a:extLst>
                    <a:ext uri="{FF2B5EF4-FFF2-40B4-BE49-F238E27FC236}">
                      <a16:creationId xmlns:a16="http://schemas.microsoft.com/office/drawing/2014/main" id="{1C4826F4-375D-4E89-A0C0-552B0C42636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168450" y="2801757"/>
                  <a:ext cx="1537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C3FA5894-C238-4714-8156-21B660B77094}"/>
                    </a:ext>
                  </a:extLst>
                </p14:cNvPr>
                <p14:cNvContentPartPr/>
                <p14:nvPr/>
              </p14:nvContentPartPr>
              <p14:xfrm>
                <a:off x="5428370" y="2703477"/>
                <a:ext cx="102240" cy="223920"/>
              </p14:xfrm>
            </p:contentPart>
          </mc:Choice>
          <mc:Fallback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C3FA5894-C238-4714-8156-21B660B7709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19370" y="2694477"/>
                  <a:ext cx="1198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4BDA153E-EED5-4E4A-A966-0E03BED1F3DD}"/>
                    </a:ext>
                  </a:extLst>
                </p14:cNvPr>
                <p14:cNvContentPartPr/>
                <p14:nvPr/>
              </p14:nvContentPartPr>
              <p14:xfrm>
                <a:off x="5416130" y="2813637"/>
                <a:ext cx="162720" cy="5040"/>
              </p14:xfrm>
            </p:contentPart>
          </mc:Choice>
          <mc:Fallback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4BDA153E-EED5-4E4A-A966-0E03BED1F3D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07490" y="2804637"/>
                  <a:ext cx="18036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62738D58-2AB9-4C12-A61D-C4F59DA7E2A4}"/>
              </a:ext>
            </a:extLst>
          </p:cNvPr>
          <p:cNvGrpSpPr/>
          <p:nvPr/>
        </p:nvGrpSpPr>
        <p:grpSpPr>
          <a:xfrm>
            <a:off x="580250" y="3535437"/>
            <a:ext cx="1913400" cy="758520"/>
            <a:chOff x="580250" y="3535437"/>
            <a:chExt cx="1913400" cy="75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EBFE6201-A897-40E2-BB5F-E56C998BF60B}"/>
                    </a:ext>
                  </a:extLst>
                </p14:cNvPr>
                <p14:cNvContentPartPr/>
                <p14:nvPr/>
              </p14:nvContentPartPr>
              <p14:xfrm>
                <a:off x="626330" y="3746397"/>
                <a:ext cx="51480" cy="547560"/>
              </p14:xfrm>
            </p:contentPart>
          </mc:Choice>
          <mc:Fallback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EBFE6201-A897-40E2-BB5F-E56C998BF60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7330" y="3737757"/>
                  <a:ext cx="6912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2" name="Entrada de lápiz 181">
                  <a:extLst>
                    <a:ext uri="{FF2B5EF4-FFF2-40B4-BE49-F238E27FC236}">
                      <a16:creationId xmlns:a16="http://schemas.microsoft.com/office/drawing/2014/main" id="{F1959A44-A9AF-4451-A61B-B74EC27F1823}"/>
                    </a:ext>
                  </a:extLst>
                </p14:cNvPr>
                <p14:cNvContentPartPr/>
                <p14:nvPr/>
              </p14:nvContentPartPr>
              <p14:xfrm>
                <a:off x="580250" y="3757917"/>
                <a:ext cx="276120" cy="270720"/>
              </p14:xfrm>
            </p:contentPart>
          </mc:Choice>
          <mc:Fallback>
            <p:pic>
              <p:nvPicPr>
                <p:cNvPr id="182" name="Entrada de lápiz 181">
                  <a:extLst>
                    <a:ext uri="{FF2B5EF4-FFF2-40B4-BE49-F238E27FC236}">
                      <a16:creationId xmlns:a16="http://schemas.microsoft.com/office/drawing/2014/main" id="{F1959A44-A9AF-4451-A61B-B74EC27F182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1250" y="3749277"/>
                  <a:ext cx="2937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3" name="Entrada de lápiz 182">
                  <a:extLst>
                    <a:ext uri="{FF2B5EF4-FFF2-40B4-BE49-F238E27FC236}">
                      <a16:creationId xmlns:a16="http://schemas.microsoft.com/office/drawing/2014/main" id="{1DE44746-76EC-4026-94BF-207B714FBEA9}"/>
                    </a:ext>
                  </a:extLst>
                </p14:cNvPr>
                <p14:cNvContentPartPr/>
                <p14:nvPr/>
              </p14:nvContentPartPr>
              <p14:xfrm>
                <a:off x="1009370" y="3733797"/>
                <a:ext cx="204480" cy="393120"/>
              </p14:xfrm>
            </p:contentPart>
          </mc:Choice>
          <mc:Fallback>
            <p:pic>
              <p:nvPicPr>
                <p:cNvPr id="183" name="Entrada de lápiz 182">
                  <a:extLst>
                    <a:ext uri="{FF2B5EF4-FFF2-40B4-BE49-F238E27FC236}">
                      <a16:creationId xmlns:a16="http://schemas.microsoft.com/office/drawing/2014/main" id="{1DE44746-76EC-4026-94BF-207B714FBEA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0730" y="3724797"/>
                  <a:ext cx="2221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84" name="Entrada de lápiz 183">
                  <a:extLst>
                    <a:ext uri="{FF2B5EF4-FFF2-40B4-BE49-F238E27FC236}">
                      <a16:creationId xmlns:a16="http://schemas.microsoft.com/office/drawing/2014/main" id="{17601A74-A1C7-4B19-91ED-F62D2C0A960E}"/>
                    </a:ext>
                  </a:extLst>
                </p14:cNvPr>
                <p14:cNvContentPartPr/>
                <p14:nvPr/>
              </p14:nvContentPartPr>
              <p14:xfrm>
                <a:off x="1291610" y="3808677"/>
                <a:ext cx="199800" cy="256680"/>
              </p14:xfrm>
            </p:contentPart>
          </mc:Choice>
          <mc:Fallback>
            <p:pic>
              <p:nvPicPr>
                <p:cNvPr id="184" name="Entrada de lápiz 183">
                  <a:extLst>
                    <a:ext uri="{FF2B5EF4-FFF2-40B4-BE49-F238E27FC236}">
                      <a16:creationId xmlns:a16="http://schemas.microsoft.com/office/drawing/2014/main" id="{17601A74-A1C7-4B19-91ED-F62D2C0A960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282970" y="3799677"/>
                  <a:ext cx="2174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85" name="Entrada de lápiz 184">
                  <a:extLst>
                    <a:ext uri="{FF2B5EF4-FFF2-40B4-BE49-F238E27FC236}">
                      <a16:creationId xmlns:a16="http://schemas.microsoft.com/office/drawing/2014/main" id="{D6C8F337-F424-4C2B-AEED-9B3672410C97}"/>
                    </a:ext>
                  </a:extLst>
                </p14:cNvPr>
                <p14:cNvContentPartPr/>
                <p14:nvPr/>
              </p14:nvContentPartPr>
              <p14:xfrm>
                <a:off x="1297010" y="3758997"/>
                <a:ext cx="229320" cy="289440"/>
              </p14:xfrm>
            </p:contentPart>
          </mc:Choice>
          <mc:Fallback>
            <p:pic>
              <p:nvPicPr>
                <p:cNvPr id="185" name="Entrada de lápiz 184">
                  <a:extLst>
                    <a:ext uri="{FF2B5EF4-FFF2-40B4-BE49-F238E27FC236}">
                      <a16:creationId xmlns:a16="http://schemas.microsoft.com/office/drawing/2014/main" id="{D6C8F337-F424-4C2B-AEED-9B3672410C9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288370" y="3750357"/>
                  <a:ext cx="2469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8FDFA8FB-55D7-426F-A454-5D1AD8117BBE}"/>
                    </a:ext>
                  </a:extLst>
                </p14:cNvPr>
                <p14:cNvContentPartPr/>
                <p14:nvPr/>
              </p14:nvContentPartPr>
              <p14:xfrm>
                <a:off x="1734410" y="3747477"/>
                <a:ext cx="200880" cy="176040"/>
              </p14:xfrm>
            </p:contentPart>
          </mc:Choice>
          <mc:Fallback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8FDFA8FB-55D7-426F-A454-5D1AD8117BB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25770" y="3738477"/>
                  <a:ext cx="218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40C48D2A-7936-468F-A9A5-D0C1816C79F2}"/>
                    </a:ext>
                  </a:extLst>
                </p14:cNvPr>
                <p14:cNvContentPartPr/>
                <p14:nvPr/>
              </p14:nvContentPartPr>
              <p14:xfrm>
                <a:off x="1706690" y="4002357"/>
                <a:ext cx="234720" cy="20160"/>
              </p14:xfrm>
            </p:contentPart>
          </mc:Choice>
          <mc:Fallback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40C48D2A-7936-468F-A9A5-D0C1816C79F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697690" y="3993717"/>
                  <a:ext cx="252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88" name="Entrada de lápiz 187">
                  <a:extLst>
                    <a:ext uri="{FF2B5EF4-FFF2-40B4-BE49-F238E27FC236}">
                      <a16:creationId xmlns:a16="http://schemas.microsoft.com/office/drawing/2014/main" id="{AE2423C3-C2C1-4C7B-9EBF-D39EFCC2FCCD}"/>
                    </a:ext>
                  </a:extLst>
                </p14:cNvPr>
                <p14:cNvContentPartPr/>
                <p14:nvPr/>
              </p14:nvContentPartPr>
              <p14:xfrm>
                <a:off x="2062370" y="3734517"/>
                <a:ext cx="244800" cy="245160"/>
              </p14:xfrm>
            </p:contentPart>
          </mc:Choice>
          <mc:Fallback>
            <p:pic>
              <p:nvPicPr>
                <p:cNvPr id="188" name="Entrada de lápiz 187">
                  <a:extLst>
                    <a:ext uri="{FF2B5EF4-FFF2-40B4-BE49-F238E27FC236}">
                      <a16:creationId xmlns:a16="http://schemas.microsoft.com/office/drawing/2014/main" id="{AE2423C3-C2C1-4C7B-9EBF-D39EFCC2FCC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053370" y="3725517"/>
                  <a:ext cx="262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DD7595E1-00AB-461D-A22C-83452B77ADE9}"/>
                    </a:ext>
                  </a:extLst>
                </p14:cNvPr>
                <p14:cNvContentPartPr/>
                <p14:nvPr/>
              </p14:nvContentPartPr>
              <p14:xfrm>
                <a:off x="2377730" y="3535437"/>
                <a:ext cx="115920" cy="518760"/>
              </p14:xfrm>
            </p:contentPart>
          </mc:Choice>
          <mc:Fallback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DD7595E1-00AB-461D-A22C-83452B77ADE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369090" y="3526797"/>
                  <a:ext cx="133560" cy="53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257" name="Entrada de lápiz 256">
                <a:extLst>
                  <a:ext uri="{FF2B5EF4-FFF2-40B4-BE49-F238E27FC236}">
                    <a16:creationId xmlns:a16="http://schemas.microsoft.com/office/drawing/2014/main" id="{C99EA579-85FE-4C6D-8B01-DD376A979788}"/>
                  </a:ext>
                </a:extLst>
              </p14:cNvPr>
              <p14:cNvContentPartPr/>
              <p14:nvPr/>
            </p14:nvContentPartPr>
            <p14:xfrm>
              <a:off x="659450" y="5317437"/>
              <a:ext cx="113760" cy="424080"/>
            </p14:xfrm>
          </p:contentPart>
        </mc:Choice>
        <mc:Fallback>
          <p:pic>
            <p:nvPicPr>
              <p:cNvPr id="257" name="Entrada de lápiz 256">
                <a:extLst>
                  <a:ext uri="{FF2B5EF4-FFF2-40B4-BE49-F238E27FC236}">
                    <a16:creationId xmlns:a16="http://schemas.microsoft.com/office/drawing/2014/main" id="{C99EA579-85FE-4C6D-8B01-DD376A97978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50450" y="5308797"/>
                <a:ext cx="131400" cy="44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FDCE6828-E26B-45CA-AC61-9A5BE0623201}"/>
                  </a:ext>
                </a:extLst>
              </p14:cNvPr>
              <p14:cNvContentPartPr/>
              <p14:nvPr/>
            </p14:nvContentPartPr>
            <p14:xfrm>
              <a:off x="645410" y="5262357"/>
              <a:ext cx="327960" cy="237960"/>
            </p14:xfrm>
          </p:contentPart>
        </mc:Choice>
        <mc:Fallback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FDCE6828-E26B-45CA-AC61-9A5BE062320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36410" y="5253357"/>
                <a:ext cx="34560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21CE8D54-A896-4200-AFB7-510341D8CB5D}"/>
                  </a:ext>
                </a:extLst>
              </p14:cNvPr>
              <p14:cNvContentPartPr/>
              <p14:nvPr/>
            </p14:nvContentPartPr>
            <p14:xfrm>
              <a:off x="1100090" y="5265237"/>
              <a:ext cx="87480" cy="309600"/>
            </p14:xfrm>
          </p:contentPart>
        </mc:Choice>
        <mc:Fallback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21CE8D54-A896-4200-AFB7-510341D8CB5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91450" y="5256597"/>
                <a:ext cx="10512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260" name="Entrada de lápiz 259">
                <a:extLst>
                  <a:ext uri="{FF2B5EF4-FFF2-40B4-BE49-F238E27FC236}">
                    <a16:creationId xmlns:a16="http://schemas.microsoft.com/office/drawing/2014/main" id="{25B3F80B-B1AC-4C56-B90E-AF1F9E9C1AC4}"/>
                  </a:ext>
                </a:extLst>
              </p14:cNvPr>
              <p14:cNvContentPartPr/>
              <p14:nvPr/>
            </p14:nvContentPartPr>
            <p14:xfrm>
              <a:off x="1239410" y="5222037"/>
              <a:ext cx="194760" cy="250920"/>
            </p14:xfrm>
          </p:contentPart>
        </mc:Choice>
        <mc:Fallback>
          <p:pic>
            <p:nvPicPr>
              <p:cNvPr id="260" name="Entrada de lápiz 259">
                <a:extLst>
                  <a:ext uri="{FF2B5EF4-FFF2-40B4-BE49-F238E27FC236}">
                    <a16:creationId xmlns:a16="http://schemas.microsoft.com/office/drawing/2014/main" id="{25B3F80B-B1AC-4C56-B90E-AF1F9E9C1AC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230770" y="5213037"/>
                <a:ext cx="21240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261" name="Entrada de lápiz 260">
                <a:extLst>
                  <a:ext uri="{FF2B5EF4-FFF2-40B4-BE49-F238E27FC236}">
                    <a16:creationId xmlns:a16="http://schemas.microsoft.com/office/drawing/2014/main" id="{692E6AF0-5B60-4CE1-8821-2DF337B0869D}"/>
                  </a:ext>
                </a:extLst>
              </p14:cNvPr>
              <p14:cNvContentPartPr/>
              <p14:nvPr/>
            </p14:nvContentPartPr>
            <p14:xfrm>
              <a:off x="1560170" y="5259117"/>
              <a:ext cx="142920" cy="187920"/>
            </p14:xfrm>
          </p:contentPart>
        </mc:Choice>
        <mc:Fallback>
          <p:pic>
            <p:nvPicPr>
              <p:cNvPr id="261" name="Entrada de lápiz 260">
                <a:extLst>
                  <a:ext uri="{FF2B5EF4-FFF2-40B4-BE49-F238E27FC236}">
                    <a16:creationId xmlns:a16="http://schemas.microsoft.com/office/drawing/2014/main" id="{692E6AF0-5B60-4CE1-8821-2DF337B0869D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551530" y="5250117"/>
                <a:ext cx="1605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262" name="Entrada de lápiz 261">
                <a:extLst>
                  <a:ext uri="{FF2B5EF4-FFF2-40B4-BE49-F238E27FC236}">
                    <a16:creationId xmlns:a16="http://schemas.microsoft.com/office/drawing/2014/main" id="{C1A9A324-4951-459B-8796-8687D069607D}"/>
                  </a:ext>
                </a:extLst>
              </p14:cNvPr>
              <p14:cNvContentPartPr/>
              <p14:nvPr/>
            </p14:nvContentPartPr>
            <p14:xfrm>
              <a:off x="1553330" y="5488077"/>
              <a:ext cx="167760" cy="52560"/>
            </p14:xfrm>
          </p:contentPart>
        </mc:Choice>
        <mc:Fallback>
          <p:pic>
            <p:nvPicPr>
              <p:cNvPr id="262" name="Entrada de lápiz 261">
                <a:extLst>
                  <a:ext uri="{FF2B5EF4-FFF2-40B4-BE49-F238E27FC236}">
                    <a16:creationId xmlns:a16="http://schemas.microsoft.com/office/drawing/2014/main" id="{C1A9A324-4951-459B-8796-8687D069607D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544330" y="5479077"/>
                <a:ext cx="18540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263" name="Entrada de lápiz 262">
                <a:extLst>
                  <a:ext uri="{FF2B5EF4-FFF2-40B4-BE49-F238E27FC236}">
                    <a16:creationId xmlns:a16="http://schemas.microsoft.com/office/drawing/2014/main" id="{330E1393-16CA-4194-91DC-09E19A14B565}"/>
                  </a:ext>
                </a:extLst>
              </p14:cNvPr>
              <p14:cNvContentPartPr/>
              <p14:nvPr/>
            </p14:nvContentPartPr>
            <p14:xfrm>
              <a:off x="1891730" y="5251557"/>
              <a:ext cx="178560" cy="245160"/>
            </p14:xfrm>
          </p:contentPart>
        </mc:Choice>
        <mc:Fallback>
          <p:pic>
            <p:nvPicPr>
              <p:cNvPr id="263" name="Entrada de lápiz 262">
                <a:extLst>
                  <a:ext uri="{FF2B5EF4-FFF2-40B4-BE49-F238E27FC236}">
                    <a16:creationId xmlns:a16="http://schemas.microsoft.com/office/drawing/2014/main" id="{330E1393-16CA-4194-91DC-09E19A14B565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883090" y="5242557"/>
                <a:ext cx="1962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264" name="Entrada de lápiz 263">
                <a:extLst>
                  <a:ext uri="{FF2B5EF4-FFF2-40B4-BE49-F238E27FC236}">
                    <a16:creationId xmlns:a16="http://schemas.microsoft.com/office/drawing/2014/main" id="{9C25925F-37F4-4774-B7C3-963F11515A84}"/>
                  </a:ext>
                </a:extLst>
              </p14:cNvPr>
              <p14:cNvContentPartPr/>
              <p14:nvPr/>
            </p14:nvContentPartPr>
            <p14:xfrm>
              <a:off x="2129330" y="5151837"/>
              <a:ext cx="84600" cy="370800"/>
            </p14:xfrm>
          </p:contentPart>
        </mc:Choice>
        <mc:Fallback>
          <p:pic>
            <p:nvPicPr>
              <p:cNvPr id="264" name="Entrada de lápiz 263">
                <a:extLst>
                  <a:ext uri="{FF2B5EF4-FFF2-40B4-BE49-F238E27FC236}">
                    <a16:creationId xmlns:a16="http://schemas.microsoft.com/office/drawing/2014/main" id="{9C25925F-37F4-4774-B7C3-963F11515A8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2120690" y="5142837"/>
                <a:ext cx="10224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283" name="Entrada de lápiz 282">
                <a:extLst>
                  <a:ext uri="{FF2B5EF4-FFF2-40B4-BE49-F238E27FC236}">
                    <a16:creationId xmlns:a16="http://schemas.microsoft.com/office/drawing/2014/main" id="{EC7E2940-11CB-453C-97F8-433E5BF5F6A9}"/>
                  </a:ext>
                </a:extLst>
              </p14:cNvPr>
              <p14:cNvContentPartPr/>
              <p14:nvPr/>
            </p14:nvContentPartPr>
            <p14:xfrm>
              <a:off x="6760010" y="4932597"/>
              <a:ext cx="111960" cy="425160"/>
            </p14:xfrm>
          </p:contentPart>
        </mc:Choice>
        <mc:Fallback>
          <p:pic>
            <p:nvPicPr>
              <p:cNvPr id="283" name="Entrada de lápiz 282">
                <a:extLst>
                  <a:ext uri="{FF2B5EF4-FFF2-40B4-BE49-F238E27FC236}">
                    <a16:creationId xmlns:a16="http://schemas.microsoft.com/office/drawing/2014/main" id="{EC7E2940-11CB-453C-97F8-433E5BF5F6A9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751010" y="4923957"/>
                <a:ext cx="129600" cy="44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Grupo 291">
            <a:extLst>
              <a:ext uri="{FF2B5EF4-FFF2-40B4-BE49-F238E27FC236}">
                <a16:creationId xmlns:a16="http://schemas.microsoft.com/office/drawing/2014/main" id="{0F7F7A77-1E93-4289-827C-08124F1B2B75}"/>
              </a:ext>
            </a:extLst>
          </p:cNvPr>
          <p:cNvGrpSpPr/>
          <p:nvPr/>
        </p:nvGrpSpPr>
        <p:grpSpPr>
          <a:xfrm>
            <a:off x="2884970" y="5018277"/>
            <a:ext cx="3768120" cy="847440"/>
            <a:chOff x="2884970" y="5018277"/>
            <a:chExt cx="3768120" cy="84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65" name="Entrada de lápiz 264">
                  <a:extLst>
                    <a:ext uri="{FF2B5EF4-FFF2-40B4-BE49-F238E27FC236}">
                      <a16:creationId xmlns:a16="http://schemas.microsoft.com/office/drawing/2014/main" id="{9A0B849D-2494-42D3-B98B-F57D3FA8D540}"/>
                    </a:ext>
                  </a:extLst>
                </p14:cNvPr>
                <p14:cNvContentPartPr/>
                <p14:nvPr/>
              </p14:nvContentPartPr>
              <p14:xfrm>
                <a:off x="2884970" y="5277117"/>
                <a:ext cx="166680" cy="23040"/>
              </p14:xfrm>
            </p:contentPart>
          </mc:Choice>
          <mc:Fallback>
            <p:pic>
              <p:nvPicPr>
                <p:cNvPr id="265" name="Entrada de lápiz 264">
                  <a:extLst>
                    <a:ext uri="{FF2B5EF4-FFF2-40B4-BE49-F238E27FC236}">
                      <a16:creationId xmlns:a16="http://schemas.microsoft.com/office/drawing/2014/main" id="{9A0B849D-2494-42D3-B98B-F57D3FA8D54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875970" y="5268117"/>
                  <a:ext cx="184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66" name="Entrada de lápiz 265">
                  <a:extLst>
                    <a:ext uri="{FF2B5EF4-FFF2-40B4-BE49-F238E27FC236}">
                      <a16:creationId xmlns:a16="http://schemas.microsoft.com/office/drawing/2014/main" id="{E06CD681-A6B1-4EDC-9CAA-C5CF11D2D05C}"/>
                    </a:ext>
                  </a:extLst>
                </p14:cNvPr>
                <p14:cNvContentPartPr/>
                <p14:nvPr/>
              </p14:nvContentPartPr>
              <p14:xfrm>
                <a:off x="2926010" y="5235357"/>
                <a:ext cx="523440" cy="349200"/>
              </p14:xfrm>
            </p:contentPart>
          </mc:Choice>
          <mc:Fallback>
            <p:pic>
              <p:nvPicPr>
                <p:cNvPr id="266" name="Entrada de lápiz 265">
                  <a:extLst>
                    <a:ext uri="{FF2B5EF4-FFF2-40B4-BE49-F238E27FC236}">
                      <a16:creationId xmlns:a16="http://schemas.microsoft.com/office/drawing/2014/main" id="{E06CD681-A6B1-4EDC-9CAA-C5CF11D2D05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17370" y="5226717"/>
                  <a:ext cx="5410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67" name="Entrada de lápiz 266">
                  <a:extLst>
                    <a:ext uri="{FF2B5EF4-FFF2-40B4-BE49-F238E27FC236}">
                      <a16:creationId xmlns:a16="http://schemas.microsoft.com/office/drawing/2014/main" id="{19BCC864-D6E7-405C-8F59-8A03A6D8BD25}"/>
                    </a:ext>
                  </a:extLst>
                </p14:cNvPr>
                <p14:cNvContentPartPr/>
                <p14:nvPr/>
              </p14:nvContentPartPr>
              <p14:xfrm>
                <a:off x="3359090" y="5200077"/>
                <a:ext cx="255240" cy="228600"/>
              </p14:xfrm>
            </p:contentPart>
          </mc:Choice>
          <mc:Fallback>
            <p:pic>
              <p:nvPicPr>
                <p:cNvPr id="267" name="Entrada de lápiz 266">
                  <a:extLst>
                    <a:ext uri="{FF2B5EF4-FFF2-40B4-BE49-F238E27FC236}">
                      <a16:creationId xmlns:a16="http://schemas.microsoft.com/office/drawing/2014/main" id="{19BCC864-D6E7-405C-8F59-8A03A6D8BD2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350090" y="5191437"/>
                  <a:ext cx="272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68" name="Entrada de lápiz 267">
                  <a:extLst>
                    <a:ext uri="{FF2B5EF4-FFF2-40B4-BE49-F238E27FC236}">
                      <a16:creationId xmlns:a16="http://schemas.microsoft.com/office/drawing/2014/main" id="{F93C18AF-44CA-4AEA-9B26-68C56315B552}"/>
                    </a:ext>
                  </a:extLst>
                </p14:cNvPr>
                <p14:cNvContentPartPr/>
                <p14:nvPr/>
              </p14:nvContentPartPr>
              <p14:xfrm>
                <a:off x="3725570" y="5175237"/>
                <a:ext cx="158760" cy="295920"/>
              </p14:xfrm>
            </p:contentPart>
          </mc:Choice>
          <mc:Fallback>
            <p:pic>
              <p:nvPicPr>
                <p:cNvPr id="268" name="Entrada de lápiz 267">
                  <a:extLst>
                    <a:ext uri="{FF2B5EF4-FFF2-40B4-BE49-F238E27FC236}">
                      <a16:creationId xmlns:a16="http://schemas.microsoft.com/office/drawing/2014/main" id="{F93C18AF-44CA-4AEA-9B26-68C56315B55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716930" y="5166237"/>
                  <a:ext cx="1764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69" name="Entrada de lápiz 268">
                  <a:extLst>
                    <a:ext uri="{FF2B5EF4-FFF2-40B4-BE49-F238E27FC236}">
                      <a16:creationId xmlns:a16="http://schemas.microsoft.com/office/drawing/2014/main" id="{BB27BC23-4A3F-4630-906D-95CC9D6CBDA5}"/>
                    </a:ext>
                  </a:extLst>
                </p14:cNvPr>
                <p14:cNvContentPartPr/>
                <p14:nvPr/>
              </p14:nvContentPartPr>
              <p14:xfrm>
                <a:off x="3913130" y="5179557"/>
                <a:ext cx="201600" cy="220320"/>
              </p14:xfrm>
            </p:contentPart>
          </mc:Choice>
          <mc:Fallback>
            <p:pic>
              <p:nvPicPr>
                <p:cNvPr id="269" name="Entrada de lápiz 268">
                  <a:extLst>
                    <a:ext uri="{FF2B5EF4-FFF2-40B4-BE49-F238E27FC236}">
                      <a16:creationId xmlns:a16="http://schemas.microsoft.com/office/drawing/2014/main" id="{BB27BC23-4A3F-4630-906D-95CC9D6CBDA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904130" y="5170917"/>
                  <a:ext cx="2192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70" name="Entrada de lápiz 269">
                  <a:extLst>
                    <a:ext uri="{FF2B5EF4-FFF2-40B4-BE49-F238E27FC236}">
                      <a16:creationId xmlns:a16="http://schemas.microsoft.com/office/drawing/2014/main" id="{864A7E5A-5D0C-4E15-8047-B0216B1BFDC4}"/>
                    </a:ext>
                  </a:extLst>
                </p14:cNvPr>
                <p14:cNvContentPartPr/>
                <p14:nvPr/>
              </p14:nvContentPartPr>
              <p14:xfrm>
                <a:off x="4197530" y="5242557"/>
                <a:ext cx="193680" cy="86760"/>
              </p14:xfrm>
            </p:contentPart>
          </mc:Choice>
          <mc:Fallback>
            <p:pic>
              <p:nvPicPr>
                <p:cNvPr id="270" name="Entrada de lápiz 269">
                  <a:extLst>
                    <a:ext uri="{FF2B5EF4-FFF2-40B4-BE49-F238E27FC236}">
                      <a16:creationId xmlns:a16="http://schemas.microsoft.com/office/drawing/2014/main" id="{864A7E5A-5D0C-4E15-8047-B0216B1BFDC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188890" y="5233917"/>
                  <a:ext cx="211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71" name="Entrada de lápiz 270">
                  <a:extLst>
                    <a:ext uri="{FF2B5EF4-FFF2-40B4-BE49-F238E27FC236}">
                      <a16:creationId xmlns:a16="http://schemas.microsoft.com/office/drawing/2014/main" id="{C9E84C77-F889-4203-AE8D-FF75F7E456AB}"/>
                    </a:ext>
                  </a:extLst>
                </p14:cNvPr>
                <p14:cNvContentPartPr/>
                <p14:nvPr/>
              </p14:nvContentPartPr>
              <p14:xfrm>
                <a:off x="4458170" y="5154717"/>
                <a:ext cx="186840" cy="199080"/>
              </p14:xfrm>
            </p:contentPart>
          </mc:Choice>
          <mc:Fallback>
            <p:pic>
              <p:nvPicPr>
                <p:cNvPr id="271" name="Entrada de lápiz 270">
                  <a:extLst>
                    <a:ext uri="{FF2B5EF4-FFF2-40B4-BE49-F238E27FC236}">
                      <a16:creationId xmlns:a16="http://schemas.microsoft.com/office/drawing/2014/main" id="{C9E84C77-F889-4203-AE8D-FF75F7E456A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449530" y="5145717"/>
                  <a:ext cx="2044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72" name="Entrada de lápiz 271">
                  <a:extLst>
                    <a:ext uri="{FF2B5EF4-FFF2-40B4-BE49-F238E27FC236}">
                      <a16:creationId xmlns:a16="http://schemas.microsoft.com/office/drawing/2014/main" id="{67BB12E7-532C-46B9-8829-67F2E3A48BED}"/>
                    </a:ext>
                  </a:extLst>
                </p14:cNvPr>
                <p14:cNvContentPartPr/>
                <p14:nvPr/>
              </p14:nvContentPartPr>
              <p14:xfrm>
                <a:off x="4732850" y="5044557"/>
                <a:ext cx="113760" cy="393480"/>
              </p14:xfrm>
            </p:contentPart>
          </mc:Choice>
          <mc:Fallback>
            <p:pic>
              <p:nvPicPr>
                <p:cNvPr id="272" name="Entrada de lápiz 271">
                  <a:extLst>
                    <a:ext uri="{FF2B5EF4-FFF2-40B4-BE49-F238E27FC236}">
                      <a16:creationId xmlns:a16="http://schemas.microsoft.com/office/drawing/2014/main" id="{67BB12E7-532C-46B9-8829-67F2E3A48BE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723850" y="5035557"/>
                  <a:ext cx="1314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73" name="Entrada de lápiz 272">
                  <a:extLst>
                    <a:ext uri="{FF2B5EF4-FFF2-40B4-BE49-F238E27FC236}">
                      <a16:creationId xmlns:a16="http://schemas.microsoft.com/office/drawing/2014/main" id="{01E06081-2883-40CF-88BC-0809D167B001}"/>
                    </a:ext>
                  </a:extLst>
                </p14:cNvPr>
                <p14:cNvContentPartPr/>
                <p14:nvPr/>
              </p14:nvContentPartPr>
              <p14:xfrm>
                <a:off x="5109410" y="5127357"/>
                <a:ext cx="30600" cy="270720"/>
              </p14:xfrm>
            </p:contentPart>
          </mc:Choice>
          <mc:Fallback>
            <p:pic>
              <p:nvPicPr>
                <p:cNvPr id="273" name="Entrada de lápiz 272">
                  <a:extLst>
                    <a:ext uri="{FF2B5EF4-FFF2-40B4-BE49-F238E27FC236}">
                      <a16:creationId xmlns:a16="http://schemas.microsoft.com/office/drawing/2014/main" id="{01E06081-2883-40CF-88BC-0809D167B00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100770" y="5118357"/>
                  <a:ext cx="482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74" name="Entrada de lápiz 273">
                  <a:extLst>
                    <a:ext uri="{FF2B5EF4-FFF2-40B4-BE49-F238E27FC236}">
                      <a16:creationId xmlns:a16="http://schemas.microsoft.com/office/drawing/2014/main" id="{37D6C7D7-9EFB-46A7-B08D-3DA1FD3FF58F}"/>
                    </a:ext>
                  </a:extLst>
                </p14:cNvPr>
                <p14:cNvContentPartPr/>
                <p14:nvPr/>
              </p14:nvContentPartPr>
              <p14:xfrm>
                <a:off x="5016530" y="5214837"/>
                <a:ext cx="441360" cy="289800"/>
              </p14:xfrm>
            </p:contentPart>
          </mc:Choice>
          <mc:Fallback>
            <p:pic>
              <p:nvPicPr>
                <p:cNvPr id="274" name="Entrada de lápiz 273">
                  <a:extLst>
                    <a:ext uri="{FF2B5EF4-FFF2-40B4-BE49-F238E27FC236}">
                      <a16:creationId xmlns:a16="http://schemas.microsoft.com/office/drawing/2014/main" id="{37D6C7D7-9EFB-46A7-B08D-3DA1FD3FF58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007530" y="5205837"/>
                  <a:ext cx="45900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75" name="Entrada de lápiz 274">
                  <a:extLst>
                    <a:ext uri="{FF2B5EF4-FFF2-40B4-BE49-F238E27FC236}">
                      <a16:creationId xmlns:a16="http://schemas.microsoft.com/office/drawing/2014/main" id="{5630BE65-1960-4935-B13F-E23188685D3A}"/>
                    </a:ext>
                  </a:extLst>
                </p14:cNvPr>
                <p14:cNvContentPartPr/>
                <p14:nvPr/>
              </p14:nvContentPartPr>
              <p14:xfrm>
                <a:off x="5458250" y="5158317"/>
                <a:ext cx="234360" cy="186120"/>
              </p14:xfrm>
            </p:contentPart>
          </mc:Choice>
          <mc:Fallback>
            <p:pic>
              <p:nvPicPr>
                <p:cNvPr id="275" name="Entrada de lápiz 274">
                  <a:extLst>
                    <a:ext uri="{FF2B5EF4-FFF2-40B4-BE49-F238E27FC236}">
                      <a16:creationId xmlns:a16="http://schemas.microsoft.com/office/drawing/2014/main" id="{5630BE65-1960-4935-B13F-E23188685D3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449610" y="5149317"/>
                  <a:ext cx="2520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76" name="Entrada de lápiz 275">
                  <a:extLst>
                    <a:ext uri="{FF2B5EF4-FFF2-40B4-BE49-F238E27FC236}">
                      <a16:creationId xmlns:a16="http://schemas.microsoft.com/office/drawing/2014/main" id="{FB9FAD0C-B593-4DB5-AEC4-C0D7040C2D0E}"/>
                    </a:ext>
                  </a:extLst>
                </p14:cNvPr>
                <p14:cNvContentPartPr/>
                <p14:nvPr/>
              </p14:nvContentPartPr>
              <p14:xfrm>
                <a:off x="5812130" y="5134557"/>
                <a:ext cx="368280" cy="227520"/>
              </p14:xfrm>
            </p:contentPart>
          </mc:Choice>
          <mc:Fallback>
            <p:pic>
              <p:nvPicPr>
                <p:cNvPr id="276" name="Entrada de lápiz 275">
                  <a:extLst>
                    <a:ext uri="{FF2B5EF4-FFF2-40B4-BE49-F238E27FC236}">
                      <a16:creationId xmlns:a16="http://schemas.microsoft.com/office/drawing/2014/main" id="{FB9FAD0C-B593-4DB5-AEC4-C0D7040C2D0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803130" y="5125917"/>
                  <a:ext cx="385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77" name="Entrada de lápiz 276">
                  <a:extLst>
                    <a:ext uri="{FF2B5EF4-FFF2-40B4-BE49-F238E27FC236}">
                      <a16:creationId xmlns:a16="http://schemas.microsoft.com/office/drawing/2014/main" id="{99BAFF43-D2CF-41B4-821D-7B896822E812}"/>
                    </a:ext>
                  </a:extLst>
                </p14:cNvPr>
                <p14:cNvContentPartPr/>
                <p14:nvPr/>
              </p14:nvContentPartPr>
              <p14:xfrm>
                <a:off x="6044330" y="5109357"/>
                <a:ext cx="142560" cy="200520"/>
              </p14:xfrm>
            </p:contentPart>
          </mc:Choice>
          <mc:Fallback>
            <p:pic>
              <p:nvPicPr>
                <p:cNvPr id="277" name="Entrada de lápiz 276">
                  <a:extLst>
                    <a:ext uri="{FF2B5EF4-FFF2-40B4-BE49-F238E27FC236}">
                      <a16:creationId xmlns:a16="http://schemas.microsoft.com/office/drawing/2014/main" id="{99BAFF43-D2CF-41B4-821D-7B896822E81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035690" y="5100357"/>
                  <a:ext cx="1602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78" name="Entrada de lápiz 277">
                  <a:extLst>
                    <a:ext uri="{FF2B5EF4-FFF2-40B4-BE49-F238E27FC236}">
                      <a16:creationId xmlns:a16="http://schemas.microsoft.com/office/drawing/2014/main" id="{C36F909A-A753-4CA4-AB55-651D9BBABA71}"/>
                    </a:ext>
                  </a:extLst>
                </p14:cNvPr>
                <p14:cNvContentPartPr/>
                <p14:nvPr/>
              </p14:nvContentPartPr>
              <p14:xfrm>
                <a:off x="6239810" y="5161557"/>
                <a:ext cx="186840" cy="78840"/>
              </p14:xfrm>
            </p:contentPart>
          </mc:Choice>
          <mc:Fallback>
            <p:pic>
              <p:nvPicPr>
                <p:cNvPr id="278" name="Entrada de lápiz 277">
                  <a:extLst>
                    <a:ext uri="{FF2B5EF4-FFF2-40B4-BE49-F238E27FC236}">
                      <a16:creationId xmlns:a16="http://schemas.microsoft.com/office/drawing/2014/main" id="{C36F909A-A753-4CA4-AB55-651D9BBABA7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31170" y="5152917"/>
                  <a:ext cx="204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79" name="Entrada de lápiz 278">
                  <a:extLst>
                    <a:ext uri="{FF2B5EF4-FFF2-40B4-BE49-F238E27FC236}">
                      <a16:creationId xmlns:a16="http://schemas.microsoft.com/office/drawing/2014/main" id="{9CB39FE5-961C-43BC-B7DD-9D589D18BA04}"/>
                    </a:ext>
                  </a:extLst>
                </p14:cNvPr>
                <p14:cNvContentPartPr/>
                <p14:nvPr/>
              </p14:nvContentPartPr>
              <p14:xfrm>
                <a:off x="6458330" y="5018277"/>
                <a:ext cx="194760" cy="267480"/>
              </p14:xfrm>
            </p:contentPart>
          </mc:Choice>
          <mc:Fallback>
            <p:pic>
              <p:nvPicPr>
                <p:cNvPr id="279" name="Entrada de lápiz 278">
                  <a:extLst>
                    <a:ext uri="{FF2B5EF4-FFF2-40B4-BE49-F238E27FC236}">
                      <a16:creationId xmlns:a16="http://schemas.microsoft.com/office/drawing/2014/main" id="{9CB39FE5-961C-43BC-B7DD-9D589D18BA0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449690" y="5009277"/>
                  <a:ext cx="2124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84" name="Entrada de lápiz 283">
                  <a:extLst>
                    <a:ext uri="{FF2B5EF4-FFF2-40B4-BE49-F238E27FC236}">
                      <a16:creationId xmlns:a16="http://schemas.microsoft.com/office/drawing/2014/main" id="{907DE8D3-6CC7-4590-BB02-AE48D1854102}"/>
                    </a:ext>
                  </a:extLst>
                </p14:cNvPr>
                <p14:cNvContentPartPr/>
                <p14:nvPr/>
              </p14:nvContentPartPr>
              <p14:xfrm>
                <a:off x="3004130" y="5683557"/>
                <a:ext cx="188640" cy="12240"/>
              </p14:xfrm>
            </p:contentPart>
          </mc:Choice>
          <mc:Fallback>
            <p:pic>
              <p:nvPicPr>
                <p:cNvPr id="284" name="Entrada de lápiz 283">
                  <a:extLst>
                    <a:ext uri="{FF2B5EF4-FFF2-40B4-BE49-F238E27FC236}">
                      <a16:creationId xmlns:a16="http://schemas.microsoft.com/office/drawing/2014/main" id="{907DE8D3-6CC7-4590-BB02-AE48D185410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995490" y="5674557"/>
                  <a:ext cx="2062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85" name="Entrada de lápiz 284">
                  <a:extLst>
                    <a:ext uri="{FF2B5EF4-FFF2-40B4-BE49-F238E27FC236}">
                      <a16:creationId xmlns:a16="http://schemas.microsoft.com/office/drawing/2014/main" id="{A0DE7C67-1D33-43CA-84E6-BABDA6EEC1A8}"/>
                    </a:ext>
                  </a:extLst>
                </p14:cNvPr>
                <p14:cNvContentPartPr/>
                <p14:nvPr/>
              </p14:nvContentPartPr>
              <p14:xfrm>
                <a:off x="3050210" y="5795157"/>
                <a:ext cx="165600" cy="6840"/>
              </p14:xfrm>
            </p:contentPart>
          </mc:Choice>
          <mc:Fallback>
            <p:pic>
              <p:nvPicPr>
                <p:cNvPr id="285" name="Entrada de lápiz 284">
                  <a:extLst>
                    <a:ext uri="{FF2B5EF4-FFF2-40B4-BE49-F238E27FC236}">
                      <a16:creationId xmlns:a16="http://schemas.microsoft.com/office/drawing/2014/main" id="{A0DE7C67-1D33-43CA-84E6-BABDA6EEC1A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041570" y="5786517"/>
                  <a:ext cx="183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87" name="Entrada de lápiz 286">
                  <a:extLst>
                    <a:ext uri="{FF2B5EF4-FFF2-40B4-BE49-F238E27FC236}">
                      <a16:creationId xmlns:a16="http://schemas.microsoft.com/office/drawing/2014/main" id="{2076AF50-4EAF-4758-A0C4-1D605701EAF9}"/>
                    </a:ext>
                  </a:extLst>
                </p14:cNvPr>
                <p14:cNvContentPartPr/>
                <p14:nvPr/>
              </p14:nvContentPartPr>
              <p14:xfrm>
                <a:off x="3853010" y="5486997"/>
                <a:ext cx="166680" cy="227520"/>
              </p14:xfrm>
            </p:contentPart>
          </mc:Choice>
          <mc:Fallback>
            <p:pic>
              <p:nvPicPr>
                <p:cNvPr id="287" name="Entrada de lápiz 286">
                  <a:extLst>
                    <a:ext uri="{FF2B5EF4-FFF2-40B4-BE49-F238E27FC236}">
                      <a16:creationId xmlns:a16="http://schemas.microsoft.com/office/drawing/2014/main" id="{2076AF50-4EAF-4758-A0C4-1D605701EAF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844010" y="5478357"/>
                  <a:ext cx="1843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88" name="Entrada de lápiz 287">
                  <a:extLst>
                    <a:ext uri="{FF2B5EF4-FFF2-40B4-BE49-F238E27FC236}">
                      <a16:creationId xmlns:a16="http://schemas.microsoft.com/office/drawing/2014/main" id="{1AD495D1-4111-4FCF-8413-7DDEA51CF195}"/>
                    </a:ext>
                  </a:extLst>
                </p14:cNvPr>
                <p14:cNvContentPartPr/>
                <p14:nvPr/>
              </p14:nvContentPartPr>
              <p14:xfrm>
                <a:off x="3976130" y="5546397"/>
                <a:ext cx="229680" cy="319320"/>
              </p14:xfrm>
            </p:contentPart>
          </mc:Choice>
          <mc:Fallback>
            <p:pic>
              <p:nvPicPr>
                <p:cNvPr id="288" name="Entrada de lápiz 287">
                  <a:extLst>
                    <a:ext uri="{FF2B5EF4-FFF2-40B4-BE49-F238E27FC236}">
                      <a16:creationId xmlns:a16="http://schemas.microsoft.com/office/drawing/2014/main" id="{1AD495D1-4111-4FCF-8413-7DDEA51CF19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967490" y="5537757"/>
                  <a:ext cx="2473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89" name="Entrada de lápiz 288">
                  <a:extLst>
                    <a:ext uri="{FF2B5EF4-FFF2-40B4-BE49-F238E27FC236}">
                      <a16:creationId xmlns:a16="http://schemas.microsoft.com/office/drawing/2014/main" id="{9CA99F99-C560-4A0F-9221-04D7E6D739E7}"/>
                    </a:ext>
                  </a:extLst>
                </p14:cNvPr>
                <p14:cNvContentPartPr/>
                <p14:nvPr/>
              </p14:nvContentPartPr>
              <p14:xfrm>
                <a:off x="4281410" y="5639997"/>
                <a:ext cx="170280" cy="127800"/>
              </p14:xfrm>
            </p:contentPart>
          </mc:Choice>
          <mc:Fallback>
            <p:pic>
              <p:nvPicPr>
                <p:cNvPr id="289" name="Entrada de lápiz 288">
                  <a:extLst>
                    <a:ext uri="{FF2B5EF4-FFF2-40B4-BE49-F238E27FC236}">
                      <a16:creationId xmlns:a16="http://schemas.microsoft.com/office/drawing/2014/main" id="{9CA99F99-C560-4A0F-9221-04D7E6D739E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272410" y="5630997"/>
                  <a:ext cx="187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90" name="Entrada de lápiz 289">
                  <a:extLst>
                    <a:ext uri="{FF2B5EF4-FFF2-40B4-BE49-F238E27FC236}">
                      <a16:creationId xmlns:a16="http://schemas.microsoft.com/office/drawing/2014/main" id="{B48B3A08-A7A6-4DE2-A14F-6D0DA7D8DF1E}"/>
                    </a:ext>
                  </a:extLst>
                </p14:cNvPr>
                <p14:cNvContentPartPr/>
                <p14:nvPr/>
              </p14:nvContentPartPr>
              <p14:xfrm>
                <a:off x="4351970" y="5758797"/>
                <a:ext cx="164520" cy="100440"/>
              </p14:xfrm>
            </p:contentPart>
          </mc:Choice>
          <mc:Fallback>
            <p:pic>
              <p:nvPicPr>
                <p:cNvPr id="290" name="Entrada de lápiz 289">
                  <a:extLst>
                    <a:ext uri="{FF2B5EF4-FFF2-40B4-BE49-F238E27FC236}">
                      <a16:creationId xmlns:a16="http://schemas.microsoft.com/office/drawing/2014/main" id="{B48B3A08-A7A6-4DE2-A14F-6D0DA7D8DF1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343330" y="5750157"/>
                  <a:ext cx="182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91" name="Entrada de lápiz 290">
                  <a:extLst>
                    <a:ext uri="{FF2B5EF4-FFF2-40B4-BE49-F238E27FC236}">
                      <a16:creationId xmlns:a16="http://schemas.microsoft.com/office/drawing/2014/main" id="{A4699B26-5D0B-44A6-B07A-F683839965AA}"/>
                    </a:ext>
                  </a:extLst>
                </p14:cNvPr>
                <p14:cNvContentPartPr/>
                <p14:nvPr/>
              </p14:nvContentPartPr>
              <p14:xfrm>
                <a:off x="4750850" y="5572677"/>
                <a:ext cx="204840" cy="231120"/>
              </p14:xfrm>
            </p:contentPart>
          </mc:Choice>
          <mc:Fallback>
            <p:pic>
              <p:nvPicPr>
                <p:cNvPr id="291" name="Entrada de lápiz 290">
                  <a:extLst>
                    <a:ext uri="{FF2B5EF4-FFF2-40B4-BE49-F238E27FC236}">
                      <a16:creationId xmlns:a16="http://schemas.microsoft.com/office/drawing/2014/main" id="{A4699B26-5D0B-44A6-B07A-F683839965A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741850" y="5563677"/>
                  <a:ext cx="22248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5" name="Grupo 304">
            <a:extLst>
              <a:ext uri="{FF2B5EF4-FFF2-40B4-BE49-F238E27FC236}">
                <a16:creationId xmlns:a16="http://schemas.microsoft.com/office/drawing/2014/main" id="{D7D3BAFA-7946-400A-A43B-CAF473136382}"/>
              </a:ext>
            </a:extLst>
          </p:cNvPr>
          <p:cNvGrpSpPr/>
          <p:nvPr/>
        </p:nvGrpSpPr>
        <p:grpSpPr>
          <a:xfrm>
            <a:off x="5340170" y="5516877"/>
            <a:ext cx="778680" cy="398160"/>
            <a:chOff x="5340170" y="5516877"/>
            <a:chExt cx="77868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93" name="Entrada de lápiz 292">
                  <a:extLst>
                    <a:ext uri="{FF2B5EF4-FFF2-40B4-BE49-F238E27FC236}">
                      <a16:creationId xmlns:a16="http://schemas.microsoft.com/office/drawing/2014/main" id="{B0E6D591-FCBF-4BFC-A389-5462A1C89841}"/>
                    </a:ext>
                  </a:extLst>
                </p14:cNvPr>
                <p14:cNvContentPartPr/>
                <p14:nvPr/>
              </p14:nvContentPartPr>
              <p14:xfrm>
                <a:off x="5340170" y="5522277"/>
                <a:ext cx="56160" cy="195120"/>
              </p14:xfrm>
            </p:contentPart>
          </mc:Choice>
          <mc:Fallback>
            <p:pic>
              <p:nvPicPr>
                <p:cNvPr id="293" name="Entrada de lápiz 292">
                  <a:extLst>
                    <a:ext uri="{FF2B5EF4-FFF2-40B4-BE49-F238E27FC236}">
                      <a16:creationId xmlns:a16="http://schemas.microsoft.com/office/drawing/2014/main" id="{B0E6D591-FCBF-4BFC-A389-5462A1C8984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31530" y="5513277"/>
                  <a:ext cx="73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94" name="Entrada de lápiz 293">
                  <a:extLst>
                    <a:ext uri="{FF2B5EF4-FFF2-40B4-BE49-F238E27FC236}">
                      <a16:creationId xmlns:a16="http://schemas.microsoft.com/office/drawing/2014/main" id="{62AC9A43-5A7E-439D-A817-28DDC481FEEE}"/>
                    </a:ext>
                  </a:extLst>
                </p14:cNvPr>
                <p14:cNvContentPartPr/>
                <p14:nvPr/>
              </p14:nvContentPartPr>
              <p14:xfrm>
                <a:off x="5379050" y="5516877"/>
                <a:ext cx="180000" cy="398160"/>
              </p14:xfrm>
            </p:contentPart>
          </mc:Choice>
          <mc:Fallback>
            <p:pic>
              <p:nvPicPr>
                <p:cNvPr id="294" name="Entrada de lápiz 293">
                  <a:extLst>
                    <a:ext uri="{FF2B5EF4-FFF2-40B4-BE49-F238E27FC236}">
                      <a16:creationId xmlns:a16="http://schemas.microsoft.com/office/drawing/2014/main" id="{62AC9A43-5A7E-439D-A817-28DDC481FEE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370050" y="5507877"/>
                  <a:ext cx="1976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95" name="Entrada de lápiz 294">
                  <a:extLst>
                    <a:ext uri="{FF2B5EF4-FFF2-40B4-BE49-F238E27FC236}">
                      <a16:creationId xmlns:a16="http://schemas.microsoft.com/office/drawing/2014/main" id="{2920C400-81E2-4FE6-9F29-4418AC0D2CA5}"/>
                    </a:ext>
                  </a:extLst>
                </p14:cNvPr>
                <p14:cNvContentPartPr/>
                <p14:nvPr/>
              </p14:nvContentPartPr>
              <p14:xfrm>
                <a:off x="5583890" y="5641797"/>
                <a:ext cx="142560" cy="168840"/>
              </p14:xfrm>
            </p:contentPart>
          </mc:Choice>
          <mc:Fallback>
            <p:pic>
              <p:nvPicPr>
                <p:cNvPr id="295" name="Entrada de lápiz 294">
                  <a:extLst>
                    <a:ext uri="{FF2B5EF4-FFF2-40B4-BE49-F238E27FC236}">
                      <a16:creationId xmlns:a16="http://schemas.microsoft.com/office/drawing/2014/main" id="{2920C400-81E2-4FE6-9F29-4418AC0D2CA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575250" y="5633157"/>
                  <a:ext cx="1602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96" name="Entrada de lápiz 295">
                  <a:extLst>
                    <a:ext uri="{FF2B5EF4-FFF2-40B4-BE49-F238E27FC236}">
                      <a16:creationId xmlns:a16="http://schemas.microsoft.com/office/drawing/2014/main" id="{8FC7052C-46EC-4447-83B0-125CD0211679}"/>
                    </a:ext>
                  </a:extLst>
                </p14:cNvPr>
                <p14:cNvContentPartPr/>
                <p14:nvPr/>
              </p14:nvContentPartPr>
              <p14:xfrm>
                <a:off x="5595410" y="5606877"/>
                <a:ext cx="518400" cy="289800"/>
              </p14:xfrm>
            </p:contentPart>
          </mc:Choice>
          <mc:Fallback>
            <p:pic>
              <p:nvPicPr>
                <p:cNvPr id="296" name="Entrada de lápiz 295">
                  <a:extLst>
                    <a:ext uri="{FF2B5EF4-FFF2-40B4-BE49-F238E27FC236}">
                      <a16:creationId xmlns:a16="http://schemas.microsoft.com/office/drawing/2014/main" id="{8FC7052C-46EC-4447-83B0-125CD021167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586770" y="5598237"/>
                  <a:ext cx="5360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97" name="Entrada de lápiz 296">
                  <a:extLst>
                    <a:ext uri="{FF2B5EF4-FFF2-40B4-BE49-F238E27FC236}">
                      <a16:creationId xmlns:a16="http://schemas.microsoft.com/office/drawing/2014/main" id="{A611BB61-3434-423D-BFC2-952DBDDA3A6A}"/>
                    </a:ext>
                  </a:extLst>
                </p14:cNvPr>
                <p14:cNvContentPartPr/>
                <p14:nvPr/>
              </p14:nvContentPartPr>
              <p14:xfrm>
                <a:off x="5999330" y="5695077"/>
                <a:ext cx="119520" cy="14040"/>
              </p14:xfrm>
            </p:contentPart>
          </mc:Choice>
          <mc:Fallback>
            <p:pic>
              <p:nvPicPr>
                <p:cNvPr id="297" name="Entrada de lápiz 296">
                  <a:extLst>
                    <a:ext uri="{FF2B5EF4-FFF2-40B4-BE49-F238E27FC236}">
                      <a16:creationId xmlns:a16="http://schemas.microsoft.com/office/drawing/2014/main" id="{A611BB61-3434-423D-BFC2-952DBDDA3A6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990690" y="5686437"/>
                  <a:ext cx="1371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upo 311">
            <a:extLst>
              <a:ext uri="{FF2B5EF4-FFF2-40B4-BE49-F238E27FC236}">
                <a16:creationId xmlns:a16="http://schemas.microsoft.com/office/drawing/2014/main" id="{6D6F3E7A-9C28-42F3-B52B-DE643B277A87}"/>
              </a:ext>
            </a:extLst>
          </p:cNvPr>
          <p:cNvGrpSpPr/>
          <p:nvPr/>
        </p:nvGrpSpPr>
        <p:grpSpPr>
          <a:xfrm>
            <a:off x="6429530" y="5433717"/>
            <a:ext cx="1253880" cy="590040"/>
            <a:chOff x="6429530" y="5433717"/>
            <a:chExt cx="1253880" cy="59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98" name="Entrada de lápiz 297">
                  <a:extLst>
                    <a:ext uri="{FF2B5EF4-FFF2-40B4-BE49-F238E27FC236}">
                      <a16:creationId xmlns:a16="http://schemas.microsoft.com/office/drawing/2014/main" id="{E614637F-1998-4629-A8B3-75AAF0469C03}"/>
                    </a:ext>
                  </a:extLst>
                </p14:cNvPr>
                <p14:cNvContentPartPr/>
                <p14:nvPr/>
              </p14:nvContentPartPr>
              <p14:xfrm>
                <a:off x="6582530" y="5464317"/>
                <a:ext cx="26280" cy="202320"/>
              </p14:xfrm>
            </p:contentPart>
          </mc:Choice>
          <mc:Fallback>
            <p:pic>
              <p:nvPicPr>
                <p:cNvPr id="298" name="Entrada de lápiz 297">
                  <a:extLst>
                    <a:ext uri="{FF2B5EF4-FFF2-40B4-BE49-F238E27FC236}">
                      <a16:creationId xmlns:a16="http://schemas.microsoft.com/office/drawing/2014/main" id="{E614637F-1998-4629-A8B3-75AAF0469C0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573890" y="5455677"/>
                  <a:ext cx="439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99" name="Entrada de lápiz 298">
                  <a:extLst>
                    <a:ext uri="{FF2B5EF4-FFF2-40B4-BE49-F238E27FC236}">
                      <a16:creationId xmlns:a16="http://schemas.microsoft.com/office/drawing/2014/main" id="{EFCC3F06-BBAB-43FC-BFE1-B85E3D31B5CF}"/>
                    </a:ext>
                  </a:extLst>
                </p14:cNvPr>
                <p14:cNvContentPartPr/>
                <p14:nvPr/>
              </p14:nvContentPartPr>
              <p14:xfrm>
                <a:off x="6429530" y="5433717"/>
                <a:ext cx="236520" cy="232560"/>
              </p14:xfrm>
            </p:contentPart>
          </mc:Choice>
          <mc:Fallback>
            <p:pic>
              <p:nvPicPr>
                <p:cNvPr id="299" name="Entrada de lápiz 298">
                  <a:extLst>
                    <a:ext uri="{FF2B5EF4-FFF2-40B4-BE49-F238E27FC236}">
                      <a16:creationId xmlns:a16="http://schemas.microsoft.com/office/drawing/2014/main" id="{EFCC3F06-BBAB-43FC-BFE1-B85E3D31B5C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420890" y="5425077"/>
                  <a:ext cx="254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300" name="Entrada de lápiz 299">
                  <a:extLst>
                    <a:ext uri="{FF2B5EF4-FFF2-40B4-BE49-F238E27FC236}">
                      <a16:creationId xmlns:a16="http://schemas.microsoft.com/office/drawing/2014/main" id="{1CF09DB1-2DEE-4897-A46B-C955125922C8}"/>
                    </a:ext>
                  </a:extLst>
                </p14:cNvPr>
                <p14:cNvContentPartPr/>
                <p14:nvPr/>
              </p14:nvContentPartPr>
              <p14:xfrm>
                <a:off x="6504410" y="5721357"/>
                <a:ext cx="307080" cy="28440"/>
              </p14:xfrm>
            </p:contentPart>
          </mc:Choice>
          <mc:Fallback>
            <p:pic>
              <p:nvPicPr>
                <p:cNvPr id="300" name="Entrada de lápiz 299">
                  <a:extLst>
                    <a:ext uri="{FF2B5EF4-FFF2-40B4-BE49-F238E27FC236}">
                      <a16:creationId xmlns:a16="http://schemas.microsoft.com/office/drawing/2014/main" id="{1CF09DB1-2DEE-4897-A46B-C955125922C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495770" y="5712717"/>
                  <a:ext cx="324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01" name="Entrada de lápiz 300">
                  <a:extLst>
                    <a:ext uri="{FF2B5EF4-FFF2-40B4-BE49-F238E27FC236}">
                      <a16:creationId xmlns:a16="http://schemas.microsoft.com/office/drawing/2014/main" id="{2DC8F8CF-36FB-494E-849C-9145E31674E1}"/>
                    </a:ext>
                  </a:extLst>
                </p14:cNvPr>
                <p14:cNvContentPartPr/>
                <p14:nvPr/>
              </p14:nvContentPartPr>
              <p14:xfrm>
                <a:off x="6567770" y="5796957"/>
                <a:ext cx="163440" cy="111240"/>
              </p14:xfrm>
            </p:contentPart>
          </mc:Choice>
          <mc:Fallback>
            <p:pic>
              <p:nvPicPr>
                <p:cNvPr id="301" name="Entrada de lápiz 300">
                  <a:extLst>
                    <a:ext uri="{FF2B5EF4-FFF2-40B4-BE49-F238E27FC236}">
                      <a16:creationId xmlns:a16="http://schemas.microsoft.com/office/drawing/2014/main" id="{2DC8F8CF-36FB-494E-849C-9145E31674E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558770" y="5788317"/>
                  <a:ext cx="1810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02" name="Entrada de lápiz 301">
                  <a:extLst>
                    <a:ext uri="{FF2B5EF4-FFF2-40B4-BE49-F238E27FC236}">
                      <a16:creationId xmlns:a16="http://schemas.microsoft.com/office/drawing/2014/main" id="{CD23C984-BA4E-444B-9B8F-F08DF65F0491}"/>
                    </a:ext>
                  </a:extLst>
                </p14:cNvPr>
                <p14:cNvContentPartPr/>
                <p14:nvPr/>
              </p14:nvContentPartPr>
              <p14:xfrm>
                <a:off x="6967370" y="5634957"/>
                <a:ext cx="167760" cy="16560"/>
              </p14:xfrm>
            </p:contentPart>
          </mc:Choice>
          <mc:Fallback>
            <p:pic>
              <p:nvPicPr>
                <p:cNvPr id="302" name="Entrada de lápiz 301">
                  <a:extLst>
                    <a:ext uri="{FF2B5EF4-FFF2-40B4-BE49-F238E27FC236}">
                      <a16:creationId xmlns:a16="http://schemas.microsoft.com/office/drawing/2014/main" id="{CD23C984-BA4E-444B-9B8F-F08DF65F049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958730" y="5625957"/>
                  <a:ext cx="185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03" name="Entrada de lápiz 302">
                  <a:extLst>
                    <a:ext uri="{FF2B5EF4-FFF2-40B4-BE49-F238E27FC236}">
                      <a16:creationId xmlns:a16="http://schemas.microsoft.com/office/drawing/2014/main" id="{138E6810-BA01-42D5-9D08-7E9EE0E8B435}"/>
                    </a:ext>
                  </a:extLst>
                </p14:cNvPr>
                <p14:cNvContentPartPr/>
                <p14:nvPr/>
              </p14:nvContentPartPr>
              <p14:xfrm>
                <a:off x="7024610" y="5443797"/>
                <a:ext cx="417240" cy="275400"/>
              </p14:xfrm>
            </p:contentPart>
          </mc:Choice>
          <mc:Fallback>
            <p:pic>
              <p:nvPicPr>
                <p:cNvPr id="303" name="Entrada de lápiz 302">
                  <a:extLst>
                    <a:ext uri="{FF2B5EF4-FFF2-40B4-BE49-F238E27FC236}">
                      <a16:creationId xmlns:a16="http://schemas.microsoft.com/office/drawing/2014/main" id="{138E6810-BA01-42D5-9D08-7E9EE0E8B43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015610" y="5434797"/>
                  <a:ext cx="4348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06" name="Entrada de lápiz 305">
                  <a:extLst>
                    <a:ext uri="{FF2B5EF4-FFF2-40B4-BE49-F238E27FC236}">
                      <a16:creationId xmlns:a16="http://schemas.microsoft.com/office/drawing/2014/main" id="{4F144E51-CA07-4DB8-A3AB-66ED508B5E5D}"/>
                    </a:ext>
                  </a:extLst>
                </p14:cNvPr>
                <p14:cNvContentPartPr/>
                <p14:nvPr/>
              </p14:nvContentPartPr>
              <p14:xfrm>
                <a:off x="6571730" y="5898837"/>
                <a:ext cx="177840" cy="124920"/>
              </p14:xfrm>
            </p:contentPart>
          </mc:Choice>
          <mc:Fallback>
            <p:pic>
              <p:nvPicPr>
                <p:cNvPr id="306" name="Entrada de lápiz 305">
                  <a:extLst>
                    <a:ext uri="{FF2B5EF4-FFF2-40B4-BE49-F238E27FC236}">
                      <a16:creationId xmlns:a16="http://schemas.microsoft.com/office/drawing/2014/main" id="{4F144E51-CA07-4DB8-A3AB-66ED508B5E5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62730" y="5890197"/>
                  <a:ext cx="1954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10" name="Entrada de lápiz 309">
                  <a:extLst>
                    <a:ext uri="{FF2B5EF4-FFF2-40B4-BE49-F238E27FC236}">
                      <a16:creationId xmlns:a16="http://schemas.microsoft.com/office/drawing/2014/main" id="{71C30081-7EEF-4BB5-9220-B8423DA649FF}"/>
                    </a:ext>
                  </a:extLst>
                </p14:cNvPr>
                <p14:cNvContentPartPr/>
                <p14:nvPr/>
              </p14:nvContentPartPr>
              <p14:xfrm>
                <a:off x="7371290" y="5645037"/>
                <a:ext cx="211680" cy="34200"/>
              </p14:xfrm>
            </p:contentPart>
          </mc:Choice>
          <mc:Fallback>
            <p:pic>
              <p:nvPicPr>
                <p:cNvPr id="310" name="Entrada de lápiz 309">
                  <a:extLst>
                    <a:ext uri="{FF2B5EF4-FFF2-40B4-BE49-F238E27FC236}">
                      <a16:creationId xmlns:a16="http://schemas.microsoft.com/office/drawing/2014/main" id="{71C30081-7EEF-4BB5-9220-B8423DA649F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362290" y="5636397"/>
                  <a:ext cx="229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11" name="Entrada de lápiz 310">
                  <a:extLst>
                    <a:ext uri="{FF2B5EF4-FFF2-40B4-BE49-F238E27FC236}">
                      <a16:creationId xmlns:a16="http://schemas.microsoft.com/office/drawing/2014/main" id="{606FF51D-2B31-4993-AEA3-02166E17DEE6}"/>
                    </a:ext>
                  </a:extLst>
                </p14:cNvPr>
                <p14:cNvContentPartPr/>
                <p14:nvPr/>
              </p14:nvContentPartPr>
              <p14:xfrm>
                <a:off x="7469570" y="5769237"/>
                <a:ext cx="213840" cy="178920"/>
              </p14:xfrm>
            </p:contentPart>
          </mc:Choice>
          <mc:Fallback>
            <p:pic>
              <p:nvPicPr>
                <p:cNvPr id="311" name="Entrada de lápiz 310">
                  <a:extLst>
                    <a:ext uri="{FF2B5EF4-FFF2-40B4-BE49-F238E27FC236}">
                      <a16:creationId xmlns:a16="http://schemas.microsoft.com/office/drawing/2014/main" id="{606FF51D-2B31-4993-AEA3-02166E17DEE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460570" y="5760237"/>
                  <a:ext cx="23148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upo 314">
            <a:extLst>
              <a:ext uri="{FF2B5EF4-FFF2-40B4-BE49-F238E27FC236}">
                <a16:creationId xmlns:a16="http://schemas.microsoft.com/office/drawing/2014/main" id="{7C7B0B3B-3517-42E0-88E0-8ED4A36D82B6}"/>
              </a:ext>
            </a:extLst>
          </p:cNvPr>
          <p:cNvGrpSpPr/>
          <p:nvPr/>
        </p:nvGrpSpPr>
        <p:grpSpPr>
          <a:xfrm>
            <a:off x="2738810" y="3344277"/>
            <a:ext cx="6039000" cy="1434240"/>
            <a:chOff x="2738810" y="3344277"/>
            <a:chExt cx="6039000" cy="143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03" name="Entrada de lápiz 202">
                  <a:extLst>
                    <a:ext uri="{FF2B5EF4-FFF2-40B4-BE49-F238E27FC236}">
                      <a16:creationId xmlns:a16="http://schemas.microsoft.com/office/drawing/2014/main" id="{F5D8582D-243C-40D3-A2EF-E4B570DFB195}"/>
                    </a:ext>
                  </a:extLst>
                </p14:cNvPr>
                <p14:cNvContentPartPr/>
                <p14:nvPr/>
              </p14:nvContentPartPr>
              <p14:xfrm>
                <a:off x="2769770" y="3712917"/>
                <a:ext cx="194760" cy="20160"/>
              </p14:xfrm>
            </p:contentPart>
          </mc:Choice>
          <mc:Fallback>
            <p:pic>
              <p:nvPicPr>
                <p:cNvPr id="203" name="Entrada de lápiz 202">
                  <a:extLst>
                    <a:ext uri="{FF2B5EF4-FFF2-40B4-BE49-F238E27FC236}">
                      <a16:creationId xmlns:a16="http://schemas.microsoft.com/office/drawing/2014/main" id="{F5D8582D-243C-40D3-A2EF-E4B570DFB19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760770" y="3704277"/>
                  <a:ext cx="2124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4" name="Entrada de lápiz 203">
                  <a:extLst>
                    <a:ext uri="{FF2B5EF4-FFF2-40B4-BE49-F238E27FC236}">
                      <a16:creationId xmlns:a16="http://schemas.microsoft.com/office/drawing/2014/main" id="{821A855E-B9FB-46EC-8C0F-B739537A5540}"/>
                    </a:ext>
                  </a:extLst>
                </p14:cNvPr>
                <p14:cNvContentPartPr/>
                <p14:nvPr/>
              </p14:nvContentPartPr>
              <p14:xfrm>
                <a:off x="2738810" y="3873477"/>
                <a:ext cx="215640" cy="29160"/>
              </p14:xfrm>
            </p:contentPart>
          </mc:Choice>
          <mc:Fallback>
            <p:pic>
              <p:nvPicPr>
                <p:cNvPr id="204" name="Entrada de lápiz 203">
                  <a:extLst>
                    <a:ext uri="{FF2B5EF4-FFF2-40B4-BE49-F238E27FC236}">
                      <a16:creationId xmlns:a16="http://schemas.microsoft.com/office/drawing/2014/main" id="{821A855E-B9FB-46EC-8C0F-B739537A554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729810" y="3864837"/>
                  <a:ext cx="2332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5" name="Entrada de lápiz 204">
                  <a:extLst>
                    <a:ext uri="{FF2B5EF4-FFF2-40B4-BE49-F238E27FC236}">
                      <a16:creationId xmlns:a16="http://schemas.microsoft.com/office/drawing/2014/main" id="{09E336A6-1202-495F-B490-192B688EE96D}"/>
                    </a:ext>
                  </a:extLst>
                </p14:cNvPr>
                <p14:cNvContentPartPr/>
                <p14:nvPr/>
              </p14:nvContentPartPr>
              <p14:xfrm>
                <a:off x="3239570" y="3631197"/>
                <a:ext cx="75600" cy="492120"/>
              </p14:xfrm>
            </p:contentPart>
          </mc:Choice>
          <mc:Fallback>
            <p:pic>
              <p:nvPicPr>
                <p:cNvPr id="205" name="Entrada de lápiz 204">
                  <a:extLst>
                    <a:ext uri="{FF2B5EF4-FFF2-40B4-BE49-F238E27FC236}">
                      <a16:creationId xmlns:a16="http://schemas.microsoft.com/office/drawing/2014/main" id="{09E336A6-1202-495F-B490-192B688EE96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230930" y="3622197"/>
                  <a:ext cx="9324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6" name="Entrada de lápiz 205">
                  <a:extLst>
                    <a:ext uri="{FF2B5EF4-FFF2-40B4-BE49-F238E27FC236}">
                      <a16:creationId xmlns:a16="http://schemas.microsoft.com/office/drawing/2014/main" id="{66766C4F-641A-47B0-9CE7-D5750B9A1FE6}"/>
                    </a:ext>
                  </a:extLst>
                </p14:cNvPr>
                <p14:cNvContentPartPr/>
                <p14:nvPr/>
              </p14:nvContentPartPr>
              <p14:xfrm>
                <a:off x="3185570" y="3610677"/>
                <a:ext cx="295920" cy="275040"/>
              </p14:xfrm>
            </p:contentPart>
          </mc:Choice>
          <mc:Fallback>
            <p:pic>
              <p:nvPicPr>
                <p:cNvPr id="206" name="Entrada de lápiz 205">
                  <a:extLst>
                    <a:ext uri="{FF2B5EF4-FFF2-40B4-BE49-F238E27FC236}">
                      <a16:creationId xmlns:a16="http://schemas.microsoft.com/office/drawing/2014/main" id="{66766C4F-641A-47B0-9CE7-D5750B9A1FE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176570" y="3601677"/>
                  <a:ext cx="313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7" name="Entrada de lápiz 206">
                  <a:extLst>
                    <a:ext uri="{FF2B5EF4-FFF2-40B4-BE49-F238E27FC236}">
                      <a16:creationId xmlns:a16="http://schemas.microsoft.com/office/drawing/2014/main" id="{35F81B29-8BAA-4BFD-B0AF-AAAD1B8F7149}"/>
                    </a:ext>
                  </a:extLst>
                </p14:cNvPr>
                <p14:cNvContentPartPr/>
                <p14:nvPr/>
              </p14:nvContentPartPr>
              <p14:xfrm>
                <a:off x="3529730" y="3609237"/>
                <a:ext cx="190440" cy="394560"/>
              </p14:xfrm>
            </p:contentPart>
          </mc:Choice>
          <mc:Fallback>
            <p:pic>
              <p:nvPicPr>
                <p:cNvPr id="207" name="Entrada de lápiz 206">
                  <a:extLst>
                    <a:ext uri="{FF2B5EF4-FFF2-40B4-BE49-F238E27FC236}">
                      <a16:creationId xmlns:a16="http://schemas.microsoft.com/office/drawing/2014/main" id="{35F81B29-8BAA-4BFD-B0AF-AAAD1B8F714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520730" y="3600597"/>
                  <a:ext cx="20808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8" name="Entrada de lápiz 207">
                  <a:extLst>
                    <a:ext uri="{FF2B5EF4-FFF2-40B4-BE49-F238E27FC236}">
                      <a16:creationId xmlns:a16="http://schemas.microsoft.com/office/drawing/2014/main" id="{86041B83-124D-4B6D-938E-FCC92C7ECE40}"/>
                    </a:ext>
                  </a:extLst>
                </p14:cNvPr>
                <p14:cNvContentPartPr/>
                <p14:nvPr/>
              </p14:nvContentPartPr>
              <p14:xfrm>
                <a:off x="3744650" y="3676197"/>
                <a:ext cx="174600" cy="227520"/>
              </p14:xfrm>
            </p:contentPart>
          </mc:Choice>
          <mc:Fallback>
            <p:pic>
              <p:nvPicPr>
                <p:cNvPr id="208" name="Entrada de lápiz 207">
                  <a:extLst>
                    <a:ext uri="{FF2B5EF4-FFF2-40B4-BE49-F238E27FC236}">
                      <a16:creationId xmlns:a16="http://schemas.microsoft.com/office/drawing/2014/main" id="{86041B83-124D-4B6D-938E-FCC92C7ECE4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736010" y="3667197"/>
                  <a:ext cx="192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9" name="Entrada de lápiz 208">
                  <a:extLst>
                    <a:ext uri="{FF2B5EF4-FFF2-40B4-BE49-F238E27FC236}">
                      <a16:creationId xmlns:a16="http://schemas.microsoft.com/office/drawing/2014/main" id="{E975DADD-0DED-4200-9F8E-FD5F175C3EE4}"/>
                    </a:ext>
                  </a:extLst>
                </p14:cNvPr>
                <p14:cNvContentPartPr/>
                <p14:nvPr/>
              </p14:nvContentPartPr>
              <p14:xfrm>
                <a:off x="3794690" y="3625797"/>
                <a:ext cx="131760" cy="291600"/>
              </p14:xfrm>
            </p:contentPart>
          </mc:Choice>
          <mc:Fallback>
            <p:pic>
              <p:nvPicPr>
                <p:cNvPr id="209" name="Entrada de lápiz 208">
                  <a:extLst>
                    <a:ext uri="{FF2B5EF4-FFF2-40B4-BE49-F238E27FC236}">
                      <a16:creationId xmlns:a16="http://schemas.microsoft.com/office/drawing/2014/main" id="{E975DADD-0DED-4200-9F8E-FD5F175C3EE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786050" y="3616797"/>
                  <a:ext cx="1494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10" name="Entrada de lápiz 209">
                  <a:extLst>
                    <a:ext uri="{FF2B5EF4-FFF2-40B4-BE49-F238E27FC236}">
                      <a16:creationId xmlns:a16="http://schemas.microsoft.com/office/drawing/2014/main" id="{559CD3E3-5AFB-457A-8124-3FB9FCB520C6}"/>
                    </a:ext>
                  </a:extLst>
                </p14:cNvPr>
                <p14:cNvContentPartPr/>
                <p14:nvPr/>
              </p14:nvContentPartPr>
              <p14:xfrm>
                <a:off x="3986210" y="3788877"/>
                <a:ext cx="248040" cy="104040"/>
              </p14:xfrm>
            </p:contentPart>
          </mc:Choice>
          <mc:Fallback>
            <p:pic>
              <p:nvPicPr>
                <p:cNvPr id="210" name="Entrada de lápiz 209">
                  <a:extLst>
                    <a:ext uri="{FF2B5EF4-FFF2-40B4-BE49-F238E27FC236}">
                      <a16:creationId xmlns:a16="http://schemas.microsoft.com/office/drawing/2014/main" id="{559CD3E3-5AFB-457A-8124-3FB9FCB520C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977570" y="3779877"/>
                  <a:ext cx="2656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11" name="Entrada de lápiz 210">
                  <a:extLst>
                    <a:ext uri="{FF2B5EF4-FFF2-40B4-BE49-F238E27FC236}">
                      <a16:creationId xmlns:a16="http://schemas.microsoft.com/office/drawing/2014/main" id="{02463F49-1E3C-4574-941C-AD5805D6E160}"/>
                    </a:ext>
                  </a:extLst>
                </p14:cNvPr>
                <p14:cNvContentPartPr/>
                <p14:nvPr/>
              </p14:nvContentPartPr>
              <p14:xfrm>
                <a:off x="4224530" y="3768357"/>
                <a:ext cx="227520" cy="136440"/>
              </p14:xfrm>
            </p:contentPart>
          </mc:Choice>
          <mc:Fallback>
            <p:pic>
              <p:nvPicPr>
                <p:cNvPr id="211" name="Entrada de lápiz 210">
                  <a:extLst>
                    <a:ext uri="{FF2B5EF4-FFF2-40B4-BE49-F238E27FC236}">
                      <a16:creationId xmlns:a16="http://schemas.microsoft.com/office/drawing/2014/main" id="{02463F49-1E3C-4574-941C-AD5805D6E16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215890" y="3759357"/>
                  <a:ext cx="2451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2" name="Entrada de lápiz 211">
                  <a:extLst>
                    <a:ext uri="{FF2B5EF4-FFF2-40B4-BE49-F238E27FC236}">
                      <a16:creationId xmlns:a16="http://schemas.microsoft.com/office/drawing/2014/main" id="{05638E03-6BFA-4980-844E-EB844F0596EB}"/>
                    </a:ext>
                  </a:extLst>
                </p14:cNvPr>
                <p14:cNvContentPartPr/>
                <p14:nvPr/>
              </p14:nvContentPartPr>
              <p14:xfrm>
                <a:off x="4559330" y="3594837"/>
                <a:ext cx="98640" cy="338400"/>
              </p14:xfrm>
            </p:contentPart>
          </mc:Choice>
          <mc:Fallback>
            <p:pic>
              <p:nvPicPr>
                <p:cNvPr id="212" name="Entrada de lápiz 211">
                  <a:extLst>
                    <a:ext uri="{FF2B5EF4-FFF2-40B4-BE49-F238E27FC236}">
                      <a16:creationId xmlns:a16="http://schemas.microsoft.com/office/drawing/2014/main" id="{05638E03-6BFA-4980-844E-EB844F0596E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550690" y="3586197"/>
                  <a:ext cx="11628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3" name="Entrada de lápiz 212">
                  <a:extLst>
                    <a:ext uri="{FF2B5EF4-FFF2-40B4-BE49-F238E27FC236}">
                      <a16:creationId xmlns:a16="http://schemas.microsoft.com/office/drawing/2014/main" id="{FDCD8DF5-8A88-4C85-9BB2-8E88179C24EC}"/>
                    </a:ext>
                  </a:extLst>
                </p14:cNvPr>
                <p14:cNvContentPartPr/>
                <p14:nvPr/>
              </p14:nvContentPartPr>
              <p14:xfrm>
                <a:off x="4840850" y="3707517"/>
                <a:ext cx="172800" cy="1440"/>
              </p14:xfrm>
            </p:contentPart>
          </mc:Choice>
          <mc:Fallback>
            <p:pic>
              <p:nvPicPr>
                <p:cNvPr id="213" name="Entrada de lápiz 212">
                  <a:extLst>
                    <a:ext uri="{FF2B5EF4-FFF2-40B4-BE49-F238E27FC236}">
                      <a16:creationId xmlns:a16="http://schemas.microsoft.com/office/drawing/2014/main" id="{FDCD8DF5-8A88-4C85-9BB2-8E88179C24E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832210" y="3698877"/>
                  <a:ext cx="1904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4" name="Entrada de lápiz 213">
                  <a:extLst>
                    <a:ext uri="{FF2B5EF4-FFF2-40B4-BE49-F238E27FC236}">
                      <a16:creationId xmlns:a16="http://schemas.microsoft.com/office/drawing/2014/main" id="{A27C9C3C-CDFB-49C1-911D-3A9190487297}"/>
                    </a:ext>
                  </a:extLst>
                </p14:cNvPr>
                <p14:cNvContentPartPr/>
                <p14:nvPr/>
              </p14:nvContentPartPr>
              <p14:xfrm>
                <a:off x="4933370" y="3524637"/>
                <a:ext cx="7200" cy="338400"/>
              </p14:xfrm>
            </p:contentPart>
          </mc:Choice>
          <mc:Fallback>
            <p:pic>
              <p:nvPicPr>
                <p:cNvPr id="214" name="Entrada de lápiz 213">
                  <a:extLst>
                    <a:ext uri="{FF2B5EF4-FFF2-40B4-BE49-F238E27FC236}">
                      <a16:creationId xmlns:a16="http://schemas.microsoft.com/office/drawing/2014/main" id="{A27C9C3C-CDFB-49C1-911D-3A919048729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924370" y="3515997"/>
                  <a:ext cx="248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5" name="Entrada de lápiz 214">
                  <a:extLst>
                    <a:ext uri="{FF2B5EF4-FFF2-40B4-BE49-F238E27FC236}">
                      <a16:creationId xmlns:a16="http://schemas.microsoft.com/office/drawing/2014/main" id="{D33E99AD-8A02-4187-89D1-5BC61A4E8828}"/>
                    </a:ext>
                  </a:extLst>
                </p14:cNvPr>
                <p14:cNvContentPartPr/>
                <p14:nvPr/>
              </p14:nvContentPartPr>
              <p14:xfrm>
                <a:off x="5164850" y="3607437"/>
                <a:ext cx="55440" cy="321120"/>
              </p14:xfrm>
            </p:contentPart>
          </mc:Choice>
          <mc:Fallback>
            <p:pic>
              <p:nvPicPr>
                <p:cNvPr id="215" name="Entrada de lápiz 214">
                  <a:extLst>
                    <a:ext uri="{FF2B5EF4-FFF2-40B4-BE49-F238E27FC236}">
                      <a16:creationId xmlns:a16="http://schemas.microsoft.com/office/drawing/2014/main" id="{D33E99AD-8A02-4187-89D1-5BC61A4E882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155850" y="3598797"/>
                  <a:ext cx="730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6" name="Entrada de lápiz 215">
                  <a:extLst>
                    <a:ext uri="{FF2B5EF4-FFF2-40B4-BE49-F238E27FC236}">
                      <a16:creationId xmlns:a16="http://schemas.microsoft.com/office/drawing/2014/main" id="{B771C685-0201-414C-8342-3FB4DF0228E2}"/>
                    </a:ext>
                  </a:extLst>
                </p14:cNvPr>
                <p14:cNvContentPartPr/>
                <p14:nvPr/>
              </p14:nvContentPartPr>
              <p14:xfrm>
                <a:off x="5151530" y="3575397"/>
                <a:ext cx="236160" cy="219960"/>
              </p14:xfrm>
            </p:contentPart>
          </mc:Choice>
          <mc:Fallback>
            <p:pic>
              <p:nvPicPr>
                <p:cNvPr id="216" name="Entrada de lápiz 215">
                  <a:extLst>
                    <a:ext uri="{FF2B5EF4-FFF2-40B4-BE49-F238E27FC236}">
                      <a16:creationId xmlns:a16="http://schemas.microsoft.com/office/drawing/2014/main" id="{B771C685-0201-414C-8342-3FB4DF0228E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142890" y="3566397"/>
                  <a:ext cx="2538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17" name="Entrada de lápiz 216">
                  <a:extLst>
                    <a:ext uri="{FF2B5EF4-FFF2-40B4-BE49-F238E27FC236}">
                      <a16:creationId xmlns:a16="http://schemas.microsoft.com/office/drawing/2014/main" id="{68C3CA59-CEBF-4EBA-9520-4DA256788EFD}"/>
                    </a:ext>
                  </a:extLst>
                </p14:cNvPr>
                <p14:cNvContentPartPr/>
                <p14:nvPr/>
              </p14:nvContentPartPr>
              <p14:xfrm>
                <a:off x="5463290" y="3542637"/>
                <a:ext cx="147600" cy="315720"/>
              </p14:xfrm>
            </p:contentPart>
          </mc:Choice>
          <mc:Fallback>
            <p:pic>
              <p:nvPicPr>
                <p:cNvPr id="217" name="Entrada de lápiz 216">
                  <a:extLst>
                    <a:ext uri="{FF2B5EF4-FFF2-40B4-BE49-F238E27FC236}">
                      <a16:creationId xmlns:a16="http://schemas.microsoft.com/office/drawing/2014/main" id="{68C3CA59-CEBF-4EBA-9520-4DA256788EF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454290" y="3533997"/>
                  <a:ext cx="1652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18" name="Entrada de lápiz 217">
                  <a:extLst>
                    <a:ext uri="{FF2B5EF4-FFF2-40B4-BE49-F238E27FC236}">
                      <a16:creationId xmlns:a16="http://schemas.microsoft.com/office/drawing/2014/main" id="{953040CD-8816-4AB8-93AD-EFC35735151A}"/>
                    </a:ext>
                  </a:extLst>
                </p14:cNvPr>
                <p14:cNvContentPartPr/>
                <p14:nvPr/>
              </p14:nvContentPartPr>
              <p14:xfrm>
                <a:off x="5638610" y="3547317"/>
                <a:ext cx="171720" cy="270000"/>
              </p14:xfrm>
            </p:contentPart>
          </mc:Choice>
          <mc:Fallback>
            <p:pic>
              <p:nvPicPr>
                <p:cNvPr id="218" name="Entrada de lápiz 217">
                  <a:extLst>
                    <a:ext uri="{FF2B5EF4-FFF2-40B4-BE49-F238E27FC236}">
                      <a16:creationId xmlns:a16="http://schemas.microsoft.com/office/drawing/2014/main" id="{953040CD-8816-4AB8-93AD-EFC35735151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629970" y="3538317"/>
                  <a:ext cx="1893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19" name="Entrada de lápiz 218">
                  <a:extLst>
                    <a:ext uri="{FF2B5EF4-FFF2-40B4-BE49-F238E27FC236}">
                      <a16:creationId xmlns:a16="http://schemas.microsoft.com/office/drawing/2014/main" id="{C07A8A2B-21B0-464B-9909-7B6638D9A420}"/>
                    </a:ext>
                  </a:extLst>
                </p14:cNvPr>
                <p14:cNvContentPartPr/>
                <p14:nvPr/>
              </p14:nvContentPartPr>
              <p14:xfrm>
                <a:off x="5938130" y="3665397"/>
                <a:ext cx="139680" cy="6840"/>
              </p14:xfrm>
            </p:contentPart>
          </mc:Choice>
          <mc:Fallback>
            <p:pic>
              <p:nvPicPr>
                <p:cNvPr id="219" name="Entrada de lápiz 218">
                  <a:extLst>
                    <a:ext uri="{FF2B5EF4-FFF2-40B4-BE49-F238E27FC236}">
                      <a16:creationId xmlns:a16="http://schemas.microsoft.com/office/drawing/2014/main" id="{C07A8A2B-21B0-464B-9909-7B6638D9A42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929490" y="3656397"/>
                  <a:ext cx="157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20" name="Entrada de lápiz 219">
                  <a:extLst>
                    <a:ext uri="{FF2B5EF4-FFF2-40B4-BE49-F238E27FC236}">
                      <a16:creationId xmlns:a16="http://schemas.microsoft.com/office/drawing/2014/main" id="{7278C824-6312-4C77-9CF6-D1D88FF2F889}"/>
                    </a:ext>
                  </a:extLst>
                </p14:cNvPr>
                <p14:cNvContentPartPr/>
                <p14:nvPr/>
              </p14:nvContentPartPr>
              <p14:xfrm>
                <a:off x="5987450" y="3749997"/>
                <a:ext cx="110520" cy="5040"/>
              </p14:xfrm>
            </p:contentPart>
          </mc:Choice>
          <mc:Fallback>
            <p:pic>
              <p:nvPicPr>
                <p:cNvPr id="220" name="Entrada de lápiz 219">
                  <a:extLst>
                    <a:ext uri="{FF2B5EF4-FFF2-40B4-BE49-F238E27FC236}">
                      <a16:creationId xmlns:a16="http://schemas.microsoft.com/office/drawing/2014/main" id="{7278C824-6312-4C77-9CF6-D1D88FF2F88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978450" y="3741357"/>
                  <a:ext cx="1281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21" name="Entrada de lápiz 220">
                  <a:extLst>
                    <a:ext uri="{FF2B5EF4-FFF2-40B4-BE49-F238E27FC236}">
                      <a16:creationId xmlns:a16="http://schemas.microsoft.com/office/drawing/2014/main" id="{2E05F7F2-177E-4F3A-BBF8-2F395A234D25}"/>
                    </a:ext>
                  </a:extLst>
                </p14:cNvPr>
                <p14:cNvContentPartPr/>
                <p14:nvPr/>
              </p14:nvContentPartPr>
              <p14:xfrm>
                <a:off x="6239450" y="3540837"/>
                <a:ext cx="157320" cy="230400"/>
              </p14:xfrm>
            </p:contentPart>
          </mc:Choice>
          <mc:Fallback>
            <p:pic>
              <p:nvPicPr>
                <p:cNvPr id="221" name="Entrada de lápiz 220">
                  <a:extLst>
                    <a:ext uri="{FF2B5EF4-FFF2-40B4-BE49-F238E27FC236}">
                      <a16:creationId xmlns:a16="http://schemas.microsoft.com/office/drawing/2014/main" id="{2E05F7F2-177E-4F3A-BBF8-2F395A234D2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230450" y="3531837"/>
                  <a:ext cx="1749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22" name="Entrada de lápiz 221">
                  <a:extLst>
                    <a:ext uri="{FF2B5EF4-FFF2-40B4-BE49-F238E27FC236}">
                      <a16:creationId xmlns:a16="http://schemas.microsoft.com/office/drawing/2014/main" id="{5742AB8B-CEB4-443E-B770-E11050C309F7}"/>
                    </a:ext>
                  </a:extLst>
                </p14:cNvPr>
                <p14:cNvContentPartPr/>
                <p14:nvPr/>
              </p14:nvContentPartPr>
              <p14:xfrm>
                <a:off x="6440330" y="3453357"/>
                <a:ext cx="345240" cy="333720"/>
              </p14:xfrm>
            </p:contentPart>
          </mc:Choice>
          <mc:Fallback>
            <p:pic>
              <p:nvPicPr>
                <p:cNvPr id="222" name="Entrada de lápiz 221">
                  <a:extLst>
                    <a:ext uri="{FF2B5EF4-FFF2-40B4-BE49-F238E27FC236}">
                      <a16:creationId xmlns:a16="http://schemas.microsoft.com/office/drawing/2014/main" id="{5742AB8B-CEB4-443E-B770-E11050C309F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431330" y="3444717"/>
                  <a:ext cx="3628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23" name="Entrada de lápiz 222">
                  <a:extLst>
                    <a:ext uri="{FF2B5EF4-FFF2-40B4-BE49-F238E27FC236}">
                      <a16:creationId xmlns:a16="http://schemas.microsoft.com/office/drawing/2014/main" id="{CC4F3772-A40E-47D0-9386-F9A3C840DB26}"/>
                    </a:ext>
                  </a:extLst>
                </p14:cNvPr>
                <p14:cNvContentPartPr/>
                <p14:nvPr/>
              </p14:nvContentPartPr>
              <p14:xfrm>
                <a:off x="6655610" y="3522117"/>
                <a:ext cx="398160" cy="339120"/>
              </p14:xfrm>
            </p:contentPart>
          </mc:Choice>
          <mc:Fallback>
            <p:pic>
              <p:nvPicPr>
                <p:cNvPr id="223" name="Entrada de lápiz 222">
                  <a:extLst>
                    <a:ext uri="{FF2B5EF4-FFF2-40B4-BE49-F238E27FC236}">
                      <a16:creationId xmlns:a16="http://schemas.microsoft.com/office/drawing/2014/main" id="{CC4F3772-A40E-47D0-9386-F9A3C840DB2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646970" y="3513117"/>
                  <a:ext cx="4158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24" name="Entrada de lápiz 223">
                  <a:extLst>
                    <a:ext uri="{FF2B5EF4-FFF2-40B4-BE49-F238E27FC236}">
                      <a16:creationId xmlns:a16="http://schemas.microsoft.com/office/drawing/2014/main" id="{46A5D44B-D1C2-4DEC-8483-7E4019CD6BF4}"/>
                    </a:ext>
                  </a:extLst>
                </p14:cNvPr>
                <p14:cNvContentPartPr/>
                <p14:nvPr/>
              </p14:nvContentPartPr>
              <p14:xfrm>
                <a:off x="7016330" y="3474957"/>
                <a:ext cx="198360" cy="241200"/>
              </p14:xfrm>
            </p:contentPart>
          </mc:Choice>
          <mc:Fallback>
            <p:pic>
              <p:nvPicPr>
                <p:cNvPr id="224" name="Entrada de lápiz 223">
                  <a:extLst>
                    <a:ext uri="{FF2B5EF4-FFF2-40B4-BE49-F238E27FC236}">
                      <a16:creationId xmlns:a16="http://schemas.microsoft.com/office/drawing/2014/main" id="{46A5D44B-D1C2-4DEC-8483-7E4019CD6BF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007690" y="3465957"/>
                  <a:ext cx="2160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25" name="Entrada de lápiz 224">
                  <a:extLst>
                    <a:ext uri="{FF2B5EF4-FFF2-40B4-BE49-F238E27FC236}">
                      <a16:creationId xmlns:a16="http://schemas.microsoft.com/office/drawing/2014/main" id="{02CE4344-4E8A-4F3D-B72D-CFEC8830D6C2}"/>
                    </a:ext>
                  </a:extLst>
                </p14:cNvPr>
                <p14:cNvContentPartPr/>
                <p14:nvPr/>
              </p14:nvContentPartPr>
              <p14:xfrm>
                <a:off x="7306130" y="3476757"/>
                <a:ext cx="159840" cy="304920"/>
              </p14:xfrm>
            </p:contentPart>
          </mc:Choice>
          <mc:Fallback>
            <p:pic>
              <p:nvPicPr>
                <p:cNvPr id="225" name="Entrada de lápiz 224">
                  <a:extLst>
                    <a:ext uri="{FF2B5EF4-FFF2-40B4-BE49-F238E27FC236}">
                      <a16:creationId xmlns:a16="http://schemas.microsoft.com/office/drawing/2014/main" id="{02CE4344-4E8A-4F3D-B72D-CFEC8830D6C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297130" y="3468117"/>
                  <a:ext cx="1774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26" name="Entrada de lápiz 225">
                  <a:extLst>
                    <a:ext uri="{FF2B5EF4-FFF2-40B4-BE49-F238E27FC236}">
                      <a16:creationId xmlns:a16="http://schemas.microsoft.com/office/drawing/2014/main" id="{8B712578-20EC-4480-80D1-ECD6A1A8747E}"/>
                    </a:ext>
                  </a:extLst>
                </p14:cNvPr>
                <p14:cNvContentPartPr/>
                <p14:nvPr/>
              </p14:nvContentPartPr>
              <p14:xfrm>
                <a:off x="7545530" y="3454437"/>
                <a:ext cx="168840" cy="268200"/>
              </p14:xfrm>
            </p:contentPart>
          </mc:Choice>
          <mc:Fallback>
            <p:pic>
              <p:nvPicPr>
                <p:cNvPr id="226" name="Entrada de lápiz 225">
                  <a:extLst>
                    <a:ext uri="{FF2B5EF4-FFF2-40B4-BE49-F238E27FC236}">
                      <a16:creationId xmlns:a16="http://schemas.microsoft.com/office/drawing/2014/main" id="{8B712578-20EC-4480-80D1-ECD6A1A8747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536890" y="3445437"/>
                  <a:ext cx="1864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7" name="Entrada de lápiz 226">
                  <a:extLst>
                    <a:ext uri="{FF2B5EF4-FFF2-40B4-BE49-F238E27FC236}">
                      <a16:creationId xmlns:a16="http://schemas.microsoft.com/office/drawing/2014/main" id="{1C64213F-BB9C-4371-8D78-7AD7D3F38E63}"/>
                    </a:ext>
                  </a:extLst>
                </p14:cNvPr>
                <p14:cNvContentPartPr/>
                <p14:nvPr/>
              </p14:nvContentPartPr>
              <p14:xfrm>
                <a:off x="7789970" y="3537237"/>
                <a:ext cx="142560" cy="88560"/>
              </p14:xfrm>
            </p:contentPart>
          </mc:Choice>
          <mc:Fallback>
            <p:pic>
              <p:nvPicPr>
                <p:cNvPr id="227" name="Entrada de lápiz 226">
                  <a:extLst>
                    <a:ext uri="{FF2B5EF4-FFF2-40B4-BE49-F238E27FC236}">
                      <a16:creationId xmlns:a16="http://schemas.microsoft.com/office/drawing/2014/main" id="{1C64213F-BB9C-4371-8D78-7AD7D3F38E6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781330" y="3528597"/>
                  <a:ext cx="160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8" name="Entrada de lápiz 227">
                  <a:extLst>
                    <a:ext uri="{FF2B5EF4-FFF2-40B4-BE49-F238E27FC236}">
                      <a16:creationId xmlns:a16="http://schemas.microsoft.com/office/drawing/2014/main" id="{212EAFF1-F5C9-4CDB-8AB1-E7167D9D10A1}"/>
                    </a:ext>
                  </a:extLst>
                </p14:cNvPr>
                <p14:cNvContentPartPr/>
                <p14:nvPr/>
              </p14:nvContentPartPr>
              <p14:xfrm>
                <a:off x="8099930" y="3459477"/>
                <a:ext cx="140760" cy="223200"/>
              </p14:xfrm>
            </p:contentPart>
          </mc:Choice>
          <mc:Fallback>
            <p:pic>
              <p:nvPicPr>
                <p:cNvPr id="228" name="Entrada de lápiz 227">
                  <a:extLst>
                    <a:ext uri="{FF2B5EF4-FFF2-40B4-BE49-F238E27FC236}">
                      <a16:creationId xmlns:a16="http://schemas.microsoft.com/office/drawing/2014/main" id="{212EAFF1-F5C9-4CDB-8AB1-E7167D9D10A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090930" y="3450477"/>
                  <a:ext cx="158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9" name="Entrada de lápiz 228">
                  <a:extLst>
                    <a:ext uri="{FF2B5EF4-FFF2-40B4-BE49-F238E27FC236}">
                      <a16:creationId xmlns:a16="http://schemas.microsoft.com/office/drawing/2014/main" id="{E0584EB4-129D-4937-A73E-0F6582D41A38}"/>
                    </a:ext>
                  </a:extLst>
                </p14:cNvPr>
                <p14:cNvContentPartPr/>
                <p14:nvPr/>
              </p14:nvContentPartPr>
              <p14:xfrm>
                <a:off x="8345090" y="3344277"/>
                <a:ext cx="92520" cy="359280"/>
              </p14:xfrm>
            </p:contentPart>
          </mc:Choice>
          <mc:Fallback>
            <p:pic>
              <p:nvPicPr>
                <p:cNvPr id="229" name="Entrada de lápiz 228">
                  <a:extLst>
                    <a:ext uri="{FF2B5EF4-FFF2-40B4-BE49-F238E27FC236}">
                      <a16:creationId xmlns:a16="http://schemas.microsoft.com/office/drawing/2014/main" id="{E0584EB4-129D-4937-A73E-0F6582D41A3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336450" y="3335637"/>
                  <a:ext cx="1101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31" name="Entrada de lápiz 230">
                  <a:extLst>
                    <a:ext uri="{FF2B5EF4-FFF2-40B4-BE49-F238E27FC236}">
                      <a16:creationId xmlns:a16="http://schemas.microsoft.com/office/drawing/2014/main" id="{C222313D-ED39-4E43-85C1-5017420DC881}"/>
                    </a:ext>
                  </a:extLst>
                </p14:cNvPr>
                <p14:cNvContentPartPr/>
                <p14:nvPr/>
              </p14:nvContentPartPr>
              <p14:xfrm>
                <a:off x="2942930" y="4454157"/>
                <a:ext cx="101520" cy="18360"/>
              </p14:xfrm>
            </p:contentPart>
          </mc:Choice>
          <mc:Fallback>
            <p:pic>
              <p:nvPicPr>
                <p:cNvPr id="231" name="Entrada de lápiz 230">
                  <a:extLst>
                    <a:ext uri="{FF2B5EF4-FFF2-40B4-BE49-F238E27FC236}">
                      <a16:creationId xmlns:a16="http://schemas.microsoft.com/office/drawing/2014/main" id="{C222313D-ED39-4E43-85C1-5017420DC88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934290" y="4445157"/>
                  <a:ext cx="119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32" name="Entrada de lápiz 231">
                  <a:extLst>
                    <a:ext uri="{FF2B5EF4-FFF2-40B4-BE49-F238E27FC236}">
                      <a16:creationId xmlns:a16="http://schemas.microsoft.com/office/drawing/2014/main" id="{292FAB47-2971-4816-950D-9BA2E8640E85}"/>
                    </a:ext>
                  </a:extLst>
                </p14:cNvPr>
                <p14:cNvContentPartPr/>
                <p14:nvPr/>
              </p14:nvContentPartPr>
              <p14:xfrm>
                <a:off x="2982170" y="4511757"/>
                <a:ext cx="215640" cy="63360"/>
              </p14:xfrm>
            </p:contentPart>
          </mc:Choice>
          <mc:Fallback>
            <p:pic>
              <p:nvPicPr>
                <p:cNvPr id="232" name="Entrada de lápiz 231">
                  <a:extLst>
                    <a:ext uri="{FF2B5EF4-FFF2-40B4-BE49-F238E27FC236}">
                      <a16:creationId xmlns:a16="http://schemas.microsoft.com/office/drawing/2014/main" id="{292FAB47-2971-4816-950D-9BA2E8640E8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973170" y="4502757"/>
                  <a:ext cx="233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33" name="Entrada de lápiz 232">
                  <a:extLst>
                    <a:ext uri="{FF2B5EF4-FFF2-40B4-BE49-F238E27FC236}">
                      <a16:creationId xmlns:a16="http://schemas.microsoft.com/office/drawing/2014/main" id="{672DC314-C0AD-4E55-B9BA-DEE0A567547B}"/>
                    </a:ext>
                  </a:extLst>
                </p14:cNvPr>
                <p14:cNvContentPartPr/>
                <p14:nvPr/>
              </p14:nvContentPartPr>
              <p14:xfrm>
                <a:off x="3780650" y="4234917"/>
                <a:ext cx="64440" cy="217440"/>
              </p14:xfrm>
            </p:contentPart>
          </mc:Choice>
          <mc:Fallback>
            <p:pic>
              <p:nvPicPr>
                <p:cNvPr id="233" name="Entrada de lápiz 232">
                  <a:extLst>
                    <a:ext uri="{FF2B5EF4-FFF2-40B4-BE49-F238E27FC236}">
                      <a16:creationId xmlns:a16="http://schemas.microsoft.com/office/drawing/2014/main" id="{672DC314-C0AD-4E55-B9BA-DEE0A567547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772010" y="4226277"/>
                  <a:ext cx="820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34" name="Entrada de lápiz 233">
                  <a:extLst>
                    <a:ext uri="{FF2B5EF4-FFF2-40B4-BE49-F238E27FC236}">
                      <a16:creationId xmlns:a16="http://schemas.microsoft.com/office/drawing/2014/main" id="{EE3B6354-E0C0-4A5E-BDC7-5ADB89204A21}"/>
                    </a:ext>
                  </a:extLst>
                </p14:cNvPr>
                <p14:cNvContentPartPr/>
                <p14:nvPr/>
              </p14:nvContentPartPr>
              <p14:xfrm>
                <a:off x="3828890" y="4197837"/>
                <a:ext cx="273960" cy="580680"/>
              </p14:xfrm>
            </p:contentPart>
          </mc:Choice>
          <mc:Fallback>
            <p:pic>
              <p:nvPicPr>
                <p:cNvPr id="234" name="Entrada de lápiz 233">
                  <a:extLst>
                    <a:ext uri="{FF2B5EF4-FFF2-40B4-BE49-F238E27FC236}">
                      <a16:creationId xmlns:a16="http://schemas.microsoft.com/office/drawing/2014/main" id="{EE3B6354-E0C0-4A5E-BDC7-5ADB89204A2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819890" y="4189197"/>
                  <a:ext cx="29160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35" name="Entrada de lápiz 234">
                  <a:extLst>
                    <a:ext uri="{FF2B5EF4-FFF2-40B4-BE49-F238E27FC236}">
                      <a16:creationId xmlns:a16="http://schemas.microsoft.com/office/drawing/2014/main" id="{B4E6FFD2-4C9F-46A4-A7C3-CDFA1FAB4060}"/>
                    </a:ext>
                  </a:extLst>
                </p14:cNvPr>
                <p14:cNvContentPartPr/>
                <p14:nvPr/>
              </p14:nvContentPartPr>
              <p14:xfrm>
                <a:off x="4059650" y="4525077"/>
                <a:ext cx="114480" cy="139680"/>
              </p14:xfrm>
            </p:contentPart>
          </mc:Choice>
          <mc:Fallback>
            <p:pic>
              <p:nvPicPr>
                <p:cNvPr id="235" name="Entrada de lápiz 234">
                  <a:extLst>
                    <a:ext uri="{FF2B5EF4-FFF2-40B4-BE49-F238E27FC236}">
                      <a16:creationId xmlns:a16="http://schemas.microsoft.com/office/drawing/2014/main" id="{B4E6FFD2-4C9F-46A4-A7C3-CDFA1FAB406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050650" y="4516437"/>
                  <a:ext cx="132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36" name="Entrada de lápiz 235">
                  <a:extLst>
                    <a:ext uri="{FF2B5EF4-FFF2-40B4-BE49-F238E27FC236}">
                      <a16:creationId xmlns:a16="http://schemas.microsoft.com/office/drawing/2014/main" id="{F2E50E6A-E218-42AA-ABBE-65F4FAB618BC}"/>
                    </a:ext>
                  </a:extLst>
                </p14:cNvPr>
                <p14:cNvContentPartPr/>
                <p14:nvPr/>
              </p14:nvContentPartPr>
              <p14:xfrm>
                <a:off x="4061090" y="4594557"/>
                <a:ext cx="172080" cy="173160"/>
              </p14:xfrm>
            </p:contentPart>
          </mc:Choice>
          <mc:Fallback>
            <p:pic>
              <p:nvPicPr>
                <p:cNvPr id="236" name="Entrada de lápiz 235">
                  <a:extLst>
                    <a:ext uri="{FF2B5EF4-FFF2-40B4-BE49-F238E27FC236}">
                      <a16:creationId xmlns:a16="http://schemas.microsoft.com/office/drawing/2014/main" id="{F2E50E6A-E218-42AA-ABBE-65F4FAB618B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052090" y="4585917"/>
                  <a:ext cx="1897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37" name="Entrada de lápiz 236">
                  <a:extLst>
                    <a:ext uri="{FF2B5EF4-FFF2-40B4-BE49-F238E27FC236}">
                      <a16:creationId xmlns:a16="http://schemas.microsoft.com/office/drawing/2014/main" id="{449B90BD-C8FE-4293-9A9D-AE361AB99F78}"/>
                    </a:ext>
                  </a:extLst>
                </p14:cNvPr>
                <p14:cNvContentPartPr/>
                <p14:nvPr/>
              </p14:nvContentPartPr>
              <p14:xfrm>
                <a:off x="4863890" y="4246797"/>
                <a:ext cx="236880" cy="264600"/>
              </p14:xfrm>
            </p:contentPart>
          </mc:Choice>
          <mc:Fallback>
            <p:pic>
              <p:nvPicPr>
                <p:cNvPr id="237" name="Entrada de lápiz 236">
                  <a:extLst>
                    <a:ext uri="{FF2B5EF4-FFF2-40B4-BE49-F238E27FC236}">
                      <a16:creationId xmlns:a16="http://schemas.microsoft.com/office/drawing/2014/main" id="{449B90BD-C8FE-4293-9A9D-AE361AB99F7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855250" y="4237797"/>
                  <a:ext cx="2545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8" name="Entrada de lápiz 237">
                  <a:extLst>
                    <a:ext uri="{FF2B5EF4-FFF2-40B4-BE49-F238E27FC236}">
                      <a16:creationId xmlns:a16="http://schemas.microsoft.com/office/drawing/2014/main" id="{1A6220FC-69C1-43C2-84AF-FDAED1D97FE5}"/>
                    </a:ext>
                  </a:extLst>
                </p14:cNvPr>
                <p14:cNvContentPartPr/>
                <p14:nvPr/>
              </p14:nvContentPartPr>
              <p14:xfrm>
                <a:off x="5425130" y="4143477"/>
                <a:ext cx="143640" cy="199080"/>
              </p14:xfrm>
            </p:contentPart>
          </mc:Choice>
          <mc:Fallback>
            <p:pic>
              <p:nvPicPr>
                <p:cNvPr id="238" name="Entrada de lápiz 237">
                  <a:extLst>
                    <a:ext uri="{FF2B5EF4-FFF2-40B4-BE49-F238E27FC236}">
                      <a16:creationId xmlns:a16="http://schemas.microsoft.com/office/drawing/2014/main" id="{1A6220FC-69C1-43C2-84AF-FDAED1D97FE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416490" y="4134477"/>
                  <a:ext cx="161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9" name="Entrada de lápiz 238">
                  <a:extLst>
                    <a:ext uri="{FF2B5EF4-FFF2-40B4-BE49-F238E27FC236}">
                      <a16:creationId xmlns:a16="http://schemas.microsoft.com/office/drawing/2014/main" id="{3E9C9BD7-BA5A-47D7-AD0E-F4E1AC036A89}"/>
                    </a:ext>
                  </a:extLst>
                </p14:cNvPr>
                <p14:cNvContentPartPr/>
                <p14:nvPr/>
              </p14:nvContentPartPr>
              <p14:xfrm>
                <a:off x="5460050" y="4166517"/>
                <a:ext cx="278280" cy="464400"/>
              </p14:xfrm>
            </p:contentPart>
          </mc:Choice>
          <mc:Fallback>
            <p:pic>
              <p:nvPicPr>
                <p:cNvPr id="239" name="Entrada de lápiz 238">
                  <a:extLst>
                    <a:ext uri="{FF2B5EF4-FFF2-40B4-BE49-F238E27FC236}">
                      <a16:creationId xmlns:a16="http://schemas.microsoft.com/office/drawing/2014/main" id="{3E9C9BD7-BA5A-47D7-AD0E-F4E1AC036A8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451410" y="4157517"/>
                  <a:ext cx="2959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40" name="Entrada de lápiz 239">
                  <a:extLst>
                    <a:ext uri="{FF2B5EF4-FFF2-40B4-BE49-F238E27FC236}">
                      <a16:creationId xmlns:a16="http://schemas.microsoft.com/office/drawing/2014/main" id="{AEBD9C32-8F21-484D-99AF-32CB842B451E}"/>
                    </a:ext>
                  </a:extLst>
                </p14:cNvPr>
                <p14:cNvContentPartPr/>
                <p14:nvPr/>
              </p14:nvContentPartPr>
              <p14:xfrm>
                <a:off x="5657690" y="4407357"/>
                <a:ext cx="132840" cy="113400"/>
              </p14:xfrm>
            </p:contentPart>
          </mc:Choice>
          <mc:Fallback>
            <p:pic>
              <p:nvPicPr>
                <p:cNvPr id="240" name="Entrada de lápiz 239">
                  <a:extLst>
                    <a:ext uri="{FF2B5EF4-FFF2-40B4-BE49-F238E27FC236}">
                      <a16:creationId xmlns:a16="http://schemas.microsoft.com/office/drawing/2014/main" id="{AEBD9C32-8F21-484D-99AF-32CB842B451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648690" y="4398357"/>
                  <a:ext cx="150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41" name="Entrada de lápiz 240">
                  <a:extLst>
                    <a:ext uri="{FF2B5EF4-FFF2-40B4-BE49-F238E27FC236}">
                      <a16:creationId xmlns:a16="http://schemas.microsoft.com/office/drawing/2014/main" id="{3AC097F6-99B2-4331-B063-1A1A8FBB817F}"/>
                    </a:ext>
                  </a:extLst>
                </p14:cNvPr>
                <p14:cNvContentPartPr/>
                <p14:nvPr/>
              </p14:nvContentPartPr>
              <p14:xfrm>
                <a:off x="5663810" y="4437957"/>
                <a:ext cx="140760" cy="118440"/>
              </p14:xfrm>
            </p:contentPart>
          </mc:Choice>
          <mc:Fallback>
            <p:pic>
              <p:nvPicPr>
                <p:cNvPr id="241" name="Entrada de lápiz 240">
                  <a:extLst>
                    <a:ext uri="{FF2B5EF4-FFF2-40B4-BE49-F238E27FC236}">
                      <a16:creationId xmlns:a16="http://schemas.microsoft.com/office/drawing/2014/main" id="{3AC097F6-99B2-4331-B063-1A1A8FBB817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654810" y="4428957"/>
                  <a:ext cx="158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42" name="Entrada de lápiz 241">
                  <a:extLst>
                    <a:ext uri="{FF2B5EF4-FFF2-40B4-BE49-F238E27FC236}">
                      <a16:creationId xmlns:a16="http://schemas.microsoft.com/office/drawing/2014/main" id="{F0A48C8A-64B7-4E23-B8AF-239CBA15BDAA}"/>
                    </a:ext>
                  </a:extLst>
                </p14:cNvPr>
                <p14:cNvContentPartPr/>
                <p14:nvPr/>
              </p14:nvContentPartPr>
              <p14:xfrm>
                <a:off x="6441410" y="4189917"/>
                <a:ext cx="191880" cy="279000"/>
              </p14:xfrm>
            </p:contentPart>
          </mc:Choice>
          <mc:Fallback>
            <p:pic>
              <p:nvPicPr>
                <p:cNvPr id="242" name="Entrada de lápiz 241">
                  <a:extLst>
                    <a:ext uri="{FF2B5EF4-FFF2-40B4-BE49-F238E27FC236}">
                      <a16:creationId xmlns:a16="http://schemas.microsoft.com/office/drawing/2014/main" id="{F0A48C8A-64B7-4E23-B8AF-239CBA15BDA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432410" y="4180917"/>
                  <a:ext cx="2095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43" name="Entrada de lápiz 242">
                  <a:extLst>
                    <a:ext uri="{FF2B5EF4-FFF2-40B4-BE49-F238E27FC236}">
                      <a16:creationId xmlns:a16="http://schemas.microsoft.com/office/drawing/2014/main" id="{7FD6BC8F-7CE4-4F98-9B8A-9B65433A2EE5}"/>
                    </a:ext>
                  </a:extLst>
                </p14:cNvPr>
                <p14:cNvContentPartPr/>
                <p14:nvPr/>
              </p14:nvContentPartPr>
              <p14:xfrm>
                <a:off x="6902210" y="4126557"/>
                <a:ext cx="115200" cy="155880"/>
              </p14:xfrm>
            </p:contentPart>
          </mc:Choice>
          <mc:Fallback>
            <p:pic>
              <p:nvPicPr>
                <p:cNvPr id="243" name="Entrada de lápiz 242">
                  <a:extLst>
                    <a:ext uri="{FF2B5EF4-FFF2-40B4-BE49-F238E27FC236}">
                      <a16:creationId xmlns:a16="http://schemas.microsoft.com/office/drawing/2014/main" id="{7FD6BC8F-7CE4-4F98-9B8A-9B65433A2EE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893570" y="4117917"/>
                  <a:ext cx="1328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44" name="Entrada de lápiz 243">
                  <a:extLst>
                    <a:ext uri="{FF2B5EF4-FFF2-40B4-BE49-F238E27FC236}">
                      <a16:creationId xmlns:a16="http://schemas.microsoft.com/office/drawing/2014/main" id="{2E3810AB-C9CC-4D35-978B-80735B422A9B}"/>
                    </a:ext>
                  </a:extLst>
                </p14:cNvPr>
                <p14:cNvContentPartPr/>
                <p14:nvPr/>
              </p14:nvContentPartPr>
              <p14:xfrm>
                <a:off x="6983930" y="4128717"/>
                <a:ext cx="237240" cy="424080"/>
              </p14:xfrm>
            </p:contentPart>
          </mc:Choice>
          <mc:Fallback>
            <p:pic>
              <p:nvPicPr>
                <p:cNvPr id="244" name="Entrada de lápiz 243">
                  <a:extLst>
                    <a:ext uri="{FF2B5EF4-FFF2-40B4-BE49-F238E27FC236}">
                      <a16:creationId xmlns:a16="http://schemas.microsoft.com/office/drawing/2014/main" id="{2E3810AB-C9CC-4D35-978B-80735B422A9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975290" y="4119717"/>
                  <a:ext cx="25488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45" name="Entrada de lápiz 244">
                  <a:extLst>
                    <a:ext uri="{FF2B5EF4-FFF2-40B4-BE49-F238E27FC236}">
                      <a16:creationId xmlns:a16="http://schemas.microsoft.com/office/drawing/2014/main" id="{B01E8BF5-A113-4C19-94DB-99237364B2D3}"/>
                    </a:ext>
                  </a:extLst>
                </p14:cNvPr>
                <p14:cNvContentPartPr/>
                <p14:nvPr/>
              </p14:nvContentPartPr>
              <p14:xfrm>
                <a:off x="7189850" y="4336437"/>
                <a:ext cx="161640" cy="137160"/>
              </p14:xfrm>
            </p:contentPart>
          </mc:Choice>
          <mc:Fallback>
            <p:pic>
              <p:nvPicPr>
                <p:cNvPr id="245" name="Entrada de lápiz 244">
                  <a:extLst>
                    <a:ext uri="{FF2B5EF4-FFF2-40B4-BE49-F238E27FC236}">
                      <a16:creationId xmlns:a16="http://schemas.microsoft.com/office/drawing/2014/main" id="{B01E8BF5-A113-4C19-94DB-99237364B2D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180850" y="4327797"/>
                  <a:ext cx="179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46" name="Entrada de lápiz 245">
                  <a:extLst>
                    <a:ext uri="{FF2B5EF4-FFF2-40B4-BE49-F238E27FC236}">
                      <a16:creationId xmlns:a16="http://schemas.microsoft.com/office/drawing/2014/main" id="{8914F060-6C07-4A46-B1AB-B8C975DBACEF}"/>
                    </a:ext>
                  </a:extLst>
                </p14:cNvPr>
                <p14:cNvContentPartPr/>
                <p14:nvPr/>
              </p14:nvContentPartPr>
              <p14:xfrm>
                <a:off x="7211450" y="4465677"/>
                <a:ext cx="159840" cy="116640"/>
              </p14:xfrm>
            </p:contentPart>
          </mc:Choice>
          <mc:Fallback>
            <p:pic>
              <p:nvPicPr>
                <p:cNvPr id="246" name="Entrada de lápiz 245">
                  <a:extLst>
                    <a:ext uri="{FF2B5EF4-FFF2-40B4-BE49-F238E27FC236}">
                      <a16:creationId xmlns:a16="http://schemas.microsoft.com/office/drawing/2014/main" id="{8914F060-6C07-4A46-B1AB-B8C975DBACE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202450" y="4457037"/>
                  <a:ext cx="1774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47" name="Entrada de lápiz 246">
                  <a:extLst>
                    <a:ext uri="{FF2B5EF4-FFF2-40B4-BE49-F238E27FC236}">
                      <a16:creationId xmlns:a16="http://schemas.microsoft.com/office/drawing/2014/main" id="{E9FF4C89-8640-44E6-98D1-3D9D7DBDC988}"/>
                    </a:ext>
                  </a:extLst>
                </p14:cNvPr>
                <p14:cNvContentPartPr/>
                <p14:nvPr/>
              </p14:nvContentPartPr>
              <p14:xfrm>
                <a:off x="7901210" y="4206117"/>
                <a:ext cx="178560" cy="121320"/>
              </p14:xfrm>
            </p:contentPart>
          </mc:Choice>
          <mc:Fallback>
            <p:pic>
              <p:nvPicPr>
                <p:cNvPr id="247" name="Entrada de lápiz 246">
                  <a:extLst>
                    <a:ext uri="{FF2B5EF4-FFF2-40B4-BE49-F238E27FC236}">
                      <a16:creationId xmlns:a16="http://schemas.microsoft.com/office/drawing/2014/main" id="{E9FF4C89-8640-44E6-98D1-3D9D7DBDC98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892570" y="4197477"/>
                  <a:ext cx="196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8" name="Entrada de lápiz 247">
                  <a:extLst>
                    <a:ext uri="{FF2B5EF4-FFF2-40B4-BE49-F238E27FC236}">
                      <a16:creationId xmlns:a16="http://schemas.microsoft.com/office/drawing/2014/main" id="{56C0F43E-DEFA-4934-A11B-60FCD6420F13}"/>
                    </a:ext>
                  </a:extLst>
                </p14:cNvPr>
                <p14:cNvContentPartPr/>
                <p14:nvPr/>
              </p14:nvContentPartPr>
              <p14:xfrm>
                <a:off x="8330330" y="4075437"/>
                <a:ext cx="131040" cy="250560"/>
              </p14:xfrm>
            </p:contentPart>
          </mc:Choice>
          <mc:Fallback>
            <p:pic>
              <p:nvPicPr>
                <p:cNvPr id="248" name="Entrada de lápiz 247">
                  <a:extLst>
                    <a:ext uri="{FF2B5EF4-FFF2-40B4-BE49-F238E27FC236}">
                      <a16:creationId xmlns:a16="http://schemas.microsoft.com/office/drawing/2014/main" id="{56C0F43E-DEFA-4934-A11B-60FCD6420F1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321330" y="4066437"/>
                  <a:ext cx="1486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9" name="Entrada de lápiz 248">
                  <a:extLst>
                    <a:ext uri="{FF2B5EF4-FFF2-40B4-BE49-F238E27FC236}">
                      <a16:creationId xmlns:a16="http://schemas.microsoft.com/office/drawing/2014/main" id="{F200821F-5027-43B0-B4F9-53780FD05A0A}"/>
                    </a:ext>
                  </a:extLst>
                </p14:cNvPr>
                <p14:cNvContentPartPr/>
                <p14:nvPr/>
              </p14:nvContentPartPr>
              <p14:xfrm>
                <a:off x="8359130" y="4179117"/>
                <a:ext cx="204840" cy="23760"/>
              </p14:xfrm>
            </p:contentPart>
          </mc:Choice>
          <mc:Fallback>
            <p:pic>
              <p:nvPicPr>
                <p:cNvPr id="249" name="Entrada de lápiz 248">
                  <a:extLst>
                    <a:ext uri="{FF2B5EF4-FFF2-40B4-BE49-F238E27FC236}">
                      <a16:creationId xmlns:a16="http://schemas.microsoft.com/office/drawing/2014/main" id="{F200821F-5027-43B0-B4F9-53780FD05A0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350490" y="4170117"/>
                  <a:ext cx="222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50" name="Entrada de lápiz 249">
                  <a:extLst>
                    <a:ext uri="{FF2B5EF4-FFF2-40B4-BE49-F238E27FC236}">
                      <a16:creationId xmlns:a16="http://schemas.microsoft.com/office/drawing/2014/main" id="{9F4B9F1A-FBD6-4EDB-8495-A96F03D98E75}"/>
                    </a:ext>
                  </a:extLst>
                </p14:cNvPr>
                <p14:cNvContentPartPr/>
                <p14:nvPr/>
              </p14:nvContentPartPr>
              <p14:xfrm>
                <a:off x="8429330" y="4053837"/>
                <a:ext cx="291960" cy="473400"/>
              </p14:xfrm>
            </p:contentPart>
          </mc:Choice>
          <mc:Fallback>
            <p:pic>
              <p:nvPicPr>
                <p:cNvPr id="250" name="Entrada de lápiz 249">
                  <a:extLst>
                    <a:ext uri="{FF2B5EF4-FFF2-40B4-BE49-F238E27FC236}">
                      <a16:creationId xmlns:a16="http://schemas.microsoft.com/office/drawing/2014/main" id="{9F4B9F1A-FBD6-4EDB-8495-A96F03D98E7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420690" y="4044837"/>
                  <a:ext cx="30960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51" name="Entrada de lápiz 250">
                  <a:extLst>
                    <a:ext uri="{FF2B5EF4-FFF2-40B4-BE49-F238E27FC236}">
                      <a16:creationId xmlns:a16="http://schemas.microsoft.com/office/drawing/2014/main" id="{C0D0FBD9-5198-434B-B6C6-6BB119509611}"/>
                    </a:ext>
                  </a:extLst>
                </p14:cNvPr>
                <p14:cNvContentPartPr/>
                <p14:nvPr/>
              </p14:nvContentPartPr>
              <p14:xfrm>
                <a:off x="8619770" y="4335357"/>
                <a:ext cx="158040" cy="221040"/>
              </p14:xfrm>
            </p:contentPart>
          </mc:Choice>
          <mc:Fallback>
            <p:pic>
              <p:nvPicPr>
                <p:cNvPr id="251" name="Entrada de lápiz 250">
                  <a:extLst>
                    <a:ext uri="{FF2B5EF4-FFF2-40B4-BE49-F238E27FC236}">
                      <a16:creationId xmlns:a16="http://schemas.microsoft.com/office/drawing/2014/main" id="{C0D0FBD9-5198-434B-B6C6-6BB11950961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611130" y="4326717"/>
                  <a:ext cx="1756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313" name="Entrada de lápiz 312">
                  <a:extLst>
                    <a:ext uri="{FF2B5EF4-FFF2-40B4-BE49-F238E27FC236}">
                      <a16:creationId xmlns:a16="http://schemas.microsoft.com/office/drawing/2014/main" id="{98FF0713-AEAA-4794-A0EE-4C54090D8D71}"/>
                    </a:ext>
                  </a:extLst>
                </p14:cNvPr>
                <p14:cNvContentPartPr/>
                <p14:nvPr/>
              </p14:nvContentPartPr>
              <p14:xfrm>
                <a:off x="5186810" y="3549117"/>
                <a:ext cx="35280" cy="55440"/>
              </p14:xfrm>
            </p:contentPart>
          </mc:Choice>
          <mc:Fallback>
            <p:pic>
              <p:nvPicPr>
                <p:cNvPr id="313" name="Entrada de lápiz 312">
                  <a:extLst>
                    <a:ext uri="{FF2B5EF4-FFF2-40B4-BE49-F238E27FC236}">
                      <a16:creationId xmlns:a16="http://schemas.microsoft.com/office/drawing/2014/main" id="{98FF0713-AEAA-4794-A0EE-4C54090D8D7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177810" y="3540117"/>
                  <a:ext cx="529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314" name="Entrada de lápiz 313">
                  <a:extLst>
                    <a:ext uri="{FF2B5EF4-FFF2-40B4-BE49-F238E27FC236}">
                      <a16:creationId xmlns:a16="http://schemas.microsoft.com/office/drawing/2014/main" id="{D2253254-8865-4CBC-B229-77F245F9D3F6}"/>
                    </a:ext>
                  </a:extLst>
                </p14:cNvPr>
                <p14:cNvContentPartPr/>
                <p14:nvPr/>
              </p14:nvContentPartPr>
              <p14:xfrm>
                <a:off x="5777930" y="3411237"/>
                <a:ext cx="30600" cy="48960"/>
              </p14:xfrm>
            </p:contentPart>
          </mc:Choice>
          <mc:Fallback>
            <p:pic>
              <p:nvPicPr>
                <p:cNvPr id="314" name="Entrada de lápiz 313">
                  <a:extLst>
                    <a:ext uri="{FF2B5EF4-FFF2-40B4-BE49-F238E27FC236}">
                      <a16:creationId xmlns:a16="http://schemas.microsoft.com/office/drawing/2014/main" id="{D2253254-8865-4CBC-B229-77F245F9D3F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769290" y="3402237"/>
                  <a:ext cx="48240" cy="66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483308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Jennyfer Homez</dc:creator>
  <cp:lastModifiedBy>Jennyfer Homez</cp:lastModifiedBy>
  <cp:revision>13</cp:revision>
  <dcterms:created xsi:type="dcterms:W3CDTF">2020-04-27T23:49:22Z</dcterms:created>
  <dcterms:modified xsi:type="dcterms:W3CDTF">2020-04-28T01:54:18Z</dcterms:modified>
</cp:coreProperties>
</file>