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9" r:id="rId3"/>
    <p:sldId id="279" r:id="rId4"/>
    <p:sldId id="290" r:id="rId5"/>
    <p:sldId id="285" r:id="rId6"/>
    <p:sldId id="292" r:id="rId7"/>
    <p:sldId id="293" r:id="rId8"/>
    <p:sldId id="294" r:id="rId9"/>
    <p:sldId id="256" r:id="rId10"/>
    <p:sldId id="262" r:id="rId11"/>
    <p:sldId id="265" r:id="rId12"/>
    <p:sldId id="269" r:id="rId13"/>
    <p:sldId id="272" r:id="rId14"/>
    <p:sldId id="276" r:id="rId15"/>
    <p:sldId id="277" r:id="rId16"/>
    <p:sldId id="296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0-04-23T23:23:23.25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6325 6722 0,'0'-25'31,"25"25"0,0 0-15,74 0 0,50 0-16,74 0 0,50 0 15,-25 0-15,50 0 16,-50 0-16,-50 25 16,-24 0-16,-75 0 15,25-1 1,-99-24-1,24 0 1,1 0 0,49 0-16,0 25 0,50 0 15,-25 0 1,0 25-16,-24-26 16,-51 1-16,26 0 0,-26-25 15,-24 25 1,49-25-16,1 0 15,-1 0-15,25 0 16,25 25-16,-24-1 16,-26 1-16,-24 0 15,-1 0-15,26 0 16,24-1-16,25 1 16,50 0-16,-1-25 15,26 0 1,-26 0-16,-49 0 0,0 0 15,25 0-15,-50 0 16,-24 0 0,-1 0-16,-24 0 0,-1 0 15,1 0-15,0 0 16,24 0 0,1 0-16,-1 0 0,0 0 15,-49 0-15,0 0 16,0 0-1,0 0-15,-25-25 32,0 0-17,0 1 1,24-1 0,-24 0-16,0 0 15,0-24-15,0 24 16,0-50-16,-49 1 15,-1 24-15,1 1 16,-26-26 0,-24 26-16,0-26 0,-25 26 15,49-1-15,-24 25 16,49 0 0,1 1-16,-1 24 0,1-25 15,-1 25-15,-24 0 16,24 0-16,-49 0 15,24 0 1,1 0-16,-1 0 0,1 0 16,0 0-16,24 0 15,0 0-15,1 0 16,-1 0-16,-24 0 16,-1 0-1,1 0-15,0 0 0,-1 0 16,26 0-1,-26 0-15,1-25 16,-1 25-16,-24 0 16,0 0-16,-25 0 15,-223-25 1,173 0-16,0-24 16,75 24-16,0 0 15,-25 0 1,49 1-16,1-1 0,0 0 15,-26 25-15,-24-25 16,0 0 0,25 25-16,-25 0 0,50-24 15,-26 24-15,26-25 16,-25 25 0,0 0-16,-1 0 0,26 0 15,0 0-15,24 0 16,0 0-16,1 0 15,-1 0 1,1 0 0,-26 0-1,-74 49-15,0 1 0,-24 24 16,24-24 0,50-25-16,0 0 0,49-25 15,25 24 1,0-24-16,25 25 31,-24 0-15,24 0-1,-25 0-15,0 24 16,0 1-16,25-1 16,-25 1-16,1 74 15,24-74 1,0-1-1,0-24-15,0 0 0,0 25 16,24-26 0,26 1-1,49 0-15,-24 0 0,-1 0 16,-24-25-16,24 49 16,0-24-16,1 0 15,49-25-15,-50 25 16,50-1-16,25-24 15,-25 0 1,50 0-16,-50 25 16,25-25-16,-25 25 0,24 0 15,-48-25 1,73 25-16,-24-25 16,-25 0-16,0 0 15,25 0-15,-50 0 16,25 0-16,-25 0 15,75 0-15,-25 0 16,-25 0-16,0 0 16,50 0-1,-1 0-15,51 0 0,48 0 16,1 0-16,-25 0 16,-25 0-1,-24 0-15,-25 0 0,-26 0 16,-48 0-16,-51 0 15,1 0 1,-25 0 0,-1 0-1,1 0 1,0 0 0,49 0-16,-24-25 0,24 0 15,75-49 1,-74 49-1,-50 0-15,-1 0 16,26 0-16,-25 25 16,0 0-1,-25-24-15,0-1 16,-25 25-16,0-25 16,-49 0-1,-50-24-15,-25-1 0,-50 0 16,1 25-1,-50-24-15,25 49 0,24 0 16,1 0-16,24 0 16,50 0-16,-25 0 15,25 0-15,25 0 16,0 0-16,24 0 16,26 0-16,-26 0 15,26 0-15,-100 0 16,74 0-1,1-25-15,-25 25 16,0-25-16,-1 0 16,-24 25-16,25-24 15,0-1-15,24 25 16,-73-50 0,24 1-16,0 24 0,-50-50 15,25 26 1,-25-1-16,1-24 15,24 24-15,25 1 16,25-1-16,-50 25 16,50 25-16,0 0 15,24 0-15,1 0 16,24 0-16,0-25 16,26 25-1,-26 0 1,25 0-1,-24 0 1,24 0-16,-25 0 0,25 0 16,-24 0-16,24 0 15,-25 0 1,50 25 46,0 50-30,0-1-32,0 0 15,0 1-15,0 24 16,0-49-16,0 24 16,25-24-16,50-1 15,49 1 1,49-25-16,-49-1 0,50-24 15,24 0 1,1 0-16,24 0 0,25 0 16,-99 0-16,25 0 15,-1 0 1,-123 0-16,-25-24 16,-1 24-16,-24-25 31,-24 25-16,-76-50 1,-73 25-16,-249-74 16,199 74-1,-50 1 1,50-1-16,24 25 0,26 0 16,73 0-1,51 0-15,24 0 0,25 25 47,0-1-31,0 1-16,25 25 15,74-25-15,25 24 16,25-24-16,25 0 16,74 0-1,-199-25-15,-24 0 16,0 0-16,-25-25 31,-75-25-15,-24 25-16,-25 1 0,-124 24 15,50 0 1,-1 0-16,26 24 0,73 1 16,51 0-16,-1 0 15,25 0 1,25-50 140,-24 0-140,-1 0-1,25 0 1,0 1 0,372-51-1,-99 26 1,198-1-1,-273 25-15,-74 0 16,-24 1-16,-76 24 16,1 0 15,0 0-15,0 0 15,0 0-16,99 0 1,49 0-16,274 24 31,-174-24-31,-50 25 16,-49 0-16,-50 0 16,-75 0-16,-24-25 15,0 0-15,-25 24 16,25-24-1,-25 25 1,0 25 0,-50-25-1,0-1 1,-49 1-16,-74 25 16,-26-1-16,-74 1 15,-297 25 1,272-75-16,100 0 15,24 0-15,75 0 16,24 0 0,51 0-16,48 0 93,26 0-77,49 0-16,100 0 16,49 0-16,198 0 15,-198 49 1,-74-24-16,-1-25 16,100 25-1,-124-25-15,124 0 16,-99 0-1,-1 0 1,26 0-16,-1 0 0,-49 0 16,-50 0-1,25 0-15,-49 0 0,-1 0 16,75 0 0,-75 0-16,1 0 15,-1 0-15,-24 0 16,-1 0-16,-24 0 15,0 0-15,0 0 16,124 0 0,-50 0-1,25-25 1,25 0-16,-75 25 0,-24-25 16,-26 25-1,-24-24 1,-49-1 15,-1 0-15,-49 25-16,-50-25 0,-74 0 15,0 25 1,24 0-16,50 0 0,50 0 16,74 0-16,1 0 15,-1 0 1,25-25-1,-25 25-15,-49-24 16,-1 24 0,-74-50-16,-24 0 0,-26 26 15,-49-51-15,25 50 16,-273-24 0,297 49-16,1 0 15,49 0 1,-24 0-16,49 0 0,-25-25 15,25 25 1,0 0-16,-25-25 16,-25 0-16,75 25 15,25-24-15,-1-1 16,75 0 62,25 0-62,25 25-16,98 0 15,51 0-15,123 0 16,100-25-16,694-49 16,-694 49-1,-124 0-15,-75 25 16,-74 0-16,-50 0 15,-74 0 1,-1 0-16,1 0 0,0 0 16,0 0-1,0 0 1,-1 0-16,1 25 0,0-25 16,0 0-16,24 25 15,-24 0 1,25-25-16,-25 25 15,24-1-15,1 1 16,24 0-16,-24 0 16,0 0-16,-26-25 15,51 49 1,-26-24-16,1 0 0,0 0 16,-1-1-16,26 1 15,24 0-15,-50 0 16,1-25-16,0 0 15,-26 25 1,1-25-16,0 24 16,-25 1-1,99 25 1,-49-1-16,0-49 16,-26 25-16,-24 0 15,25-25-15,-25-25 94,0 0-78,-49-24-1,-1-1-15,-49-24 16,-149-75-1,74 75-15,0 24 16,-24-24 0,-1 24-16,26 25 0,-1 0 15,50 25-15,25-24 16,-25 24-16,25 0 16,-25 0-1,-50 0-15,-24 0 0,-1 0 16,1 0-16,-25 0 15,-125 0 1,199 0-16,-24 0 16,-1 0-16,50 0 15,-25 0-15,0 0 16,1 0-16,-26 0 16,25 0-16,-24 0 15,-1 0-15,50 0 16,25 0-1,-1 0-15,-24 0 0,25 0 16,25 0 0,-1 0-16,1 0 15,0 0-15,24 0 16,25 0-16,0 0 16,1 0-1,-1 24 1,0 1-1,-25 25-15,1 24 16,-1-24-16,50 24 16,-49-24-16,49-1 15,-25 26-15,25-26 16,0 1-16,0-25 16,0 0-16,0 24 15,25-24 1,49 0-16,25 0 0,50 0 15,49-25-15,299 0 16,-249 0 0,272-125-1,-321 76-15,74-100 16,-199 124 0,-49 0-1,-25-24-15,0 24 31,-50-25-31,26 26 16,-1 24-16,0-25 16,-25 25-1,26 0 1,-1 0-16,0 0 16,-25 0-16,-49 0 15,0 74 1,24 1-1,26-1 1,24-49 0,0-25 46,0 0-46,1 0-16,-51 0 15,26 0 1,-26 0-16,1 0 16,24 0-1,50-25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29:39.9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16420 15221 91 0,'0'0'0'15,"0"0"0"-15,0 0 85 16,0 0 250-16,0 0-64 15,0 0 2-15,0 0 17 16,82-8-62-16,-71 8-75 0,4 0-6 16,6 0-13-1,5 0 17-15,6-4-54 0,3-1-21 16,3-8-39-16,-2 8-19 16,-7-4-11-16,-9 4-6 15,-6 3 1-15,-10 0-1 16,-4 2 0-16,0 0 0 15,0 0 0-15,-12 4 8 16,-9 11 53-16,-6 7-26 16,-7 9-15-16,-1-5-9 15,2 6 1-15,8-5 3 16,7-4-15-16,9-1-1 16,9-6-2-16,0-2 2 0,11-5 10 15,11-3 4 1,7-6-5-16,5 0-3 0,-1-7 8 15,-2-9-14-15,-8 2 5 16,-10-4-4-16,-13 6 0 16,0 1-1-16,-15 6-25 15,-21 1 20-15,-9 4 5 16,-7 0 12-16,2 0 0 16,0 9-6-16,11 11-6 15,10 1 0-15,15 3-7 16,11 4 4-16,3 0-10 15,21-6 13-15,14-2 11 16,8-8-11-16,-1-12 0 16,2 0-53-16,-3-13 15 0,-7-13 38 15,-10-6 8-15,-13 6-7 16,-11-6 11-16,0 6 10 16,-18 3-2-16,-13 5-19 15,-5 6 15-15,-4 10-10 16,3 2-6-16,3 0 0 15,10 14 0-15,8 2 0 16,16 2-16-16,0 1-7 16,24-5 17-16,10-7-28 15,3-2-58-15,-6 0-65 16,-6-5 74-16,-13 0 66 16,-12 0 3-16,0 0 17 15,-29 0-3-15,-10 0 21 0,-1 0 25 16,1 0 7-1,10 0-15-15,17 0-38 0,12 0-16 16,0 0-331-16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29:41.1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21624 15298 1348 0,'0'0'179'0,"0"0"-165"16,-125-4 90-16,81 4 24 0,11 17-80 16,8 9 46-16,11 15 3 15,10 10-26-15,4 4-21 16,2 6-16-16,23-8-6 16,8-4-16-16,8-13-3 15,7-14-6-15,4-15 12 16,4-7-14-16,-8-7 8 15,-5-21-8-15,-16-12-1 16,-14-1 1-16,-13-3 9 16,0 0-1-16,-25 9 56 15,-10 3 11-15,-7 15-14 16,-10 11-2-16,-1 6-36 16,-1 0-5-16,5 18-9 0,7 8 1 15,10 6-11-15,13 3-1 16,17-2 1-16,2 1-4 15,19-7-2-15,26-8-2 16,11-10 7-16,9-9 0 16,-3 0-11-16,-6-13-1 15,-18-6-2-15,-16-12 13 16,-20 4 2-16,-2-5 1 16,-29 2 0-16,-16 4 40 15,-3 7-8-15,-2 13-3 16,4 6-8-16,10 10-12 15,10 26-10-15,10 8 0 0,11 11-2 16,5-1 1-16,13-1-7 16,21-9-35-16,15-13 7 15,9-16-20-15,4-15 13 16,-4-15-8-16,-11-23 42 16,-20-12 9-16,-20-4 0 15,-7-4 26-15,-27 5 46 16,-14 13 12-16,-1 12-32 15,-1 15-25-15,8 13-27 16,4 0-5-16,14 27-87 16,7 5-279-16,10-6-1256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29:54.3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6294 15357 644 0,'0'0'881'0,"0"0"-766"0,0 0-66 16,0 0 198-16,0 0-74 16,0 0-96-16,-69-13-36 15,72 13-16-15,15 0-5 16,3 2 6-16,6 9 5 15,7 2-23-15,9 0 23 16,17 4-31-16,15-2 33 16,33-6 10-16,31 3-9 15,35-2-16-15,9 2 3 16,-4-2 1-16,-17-2-1 16,-15-2 1-16,1-1-21 15,-3 2 22-15,-25-2-23 16,-26 0 6-16,-34 3-6 0,-20-4 6 15,-9 2-6-15,-4 1-5 16,-7-2 5-16,-13-5 0 16,-5 4 10-16,-2-4-9 15,0 0 35-15,0 0 3 16,0 0 16-16,0 0-13 16,0 0-5-16,0 0 4 15,-15-4-13-15,-8 0-19 16,-10-2-2-16,-10 2-10 15,-12-4 4-15,-13 4-1 16,-9-2 0-16,-31 3 0 16,-27 3 0-16,-35 0-1 15,-8 0-6-15,9 0-14 0,19 0 20 16,21 0-32-16,20 0 27 16,19 0-20-16,22 0 17 15,5 0 2-15,-3-5-1 16,-6-1-1-16,1 0-7 15,19 4 10-15,21-5 6 16,22 0-18-16,9-1 6 16,40 0-35-16,45-1 30 15,46-8 17-15,43 8 5 16,22 0-5-16,-1 7 0 16,-15 2 0-16,-20 0-1 15,-6 2 4-15,-13 10-4 0,-30-4 2 16,-24 2 4-16,-25-5-5 15,-6 4 0-15,0-1 2 16,2 2-2-16,-2 2 0 16,-14-5 10-16,-13 0-18 15,-7-7 9-15,-4 0-2 16,-2 0 2-16,-1 0 10 16,5 0-11-16,7-10 1 15,4-1-1-15,5 0 1 16,-5 3-2-16,-2 2-2 15,-9 4-6-15,-9 2 9 16,-4 0 0-16,-4 0-6 16,-3 0 6-16,0 0 0 0,2 0 1 15,4 0-1 1,1 0 1-16,-1 0-4 0,-1 0 4 16,0 0-1-16,-5 0 0 15,0 0-9-15,-5 0 6 16,-24 0 3-16,-13 0 9 15,-16 0-9-15,-13 0 0 16,-10 0 10-16,-4 0-22 16,-2 0 2-16,3-2-22 15,8-1-17-15,16 3 28 16,15 0 20-16,21 0-8 16,22 0 9-16,4 0-72 15,44 5 54-15,43 3 7 16,48 0 11-16,37-4 1 15,7 3 8-15,-33-7-8 0,-43 0 14 16,-47 0-2-16,-22 3-1 16,-9-3 7-16,-14 0-13 15,-13 4 15-15,-5 0 61 16,-41 0-5-16,-18 2-47 16,-19-1-6-16,-11-4-5 15,-9 1-17-15,-3 0 1 16,-2-2 4-16,6 0-14 15,15 0-5-15,18 0 0 16,28 0 12-16,33-4-7 16,12-9-10-16,66-12-22 15,47-5 39-15,7 0 0 16,-11 6-1-16,-26 3 5 0,-42 10-13 16,-22 2 11-16,-23 0-2 15,-42 6 18-15,-91 3 0 16,-79 0-8-16,-29 12-9 15,7 1-1-15,62-1 6 16,74-8-20-16,42 0 20 16,30 0-7-16,15 0 1 15,11-4-6-15,13 0-103 16,63 0 12-16,57 0 54 16,50-18 30-16,18-5 12 15,-33 6 1-15,-60 2 4 16,-58 12-3-16,-44 3 13 0,-6 0-8 15,-66 3 19 1,-79 20 70-16,-80 9-37 0,-28 0-38 16,15-2-19-16,73-11-2 15,78-14 11-15,45-3-10 16,30-2 0-16,12 0 0 16,10 0-24-16,54-2-36 15,55-18-4-15,41-6-77 16,-15 0-249-16,-27 2-755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06:41.2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context xml:id="ctx1">
      <inkml:inkSource xml:id="inkSrc39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1" timeString="2020-04-23T23:07:44.623"/>
    </inkml:context>
  </inkml:definitions>
  <inkml:trace contextRef="#ctx0" brushRef="#br0">2554 1055 899 0,'0'0'120'0,"0"0"-60"0,0 0 46 0,0 0 29 0,0 0 10 0,0 0-51 0,27-37 18 16,-27 37 17-16,0 0 11 15,0 0-9-15,0 0-25 16,0 0-6-16,0 0-30 15,0 0-11-15,-4-2 2 16,-7 1 13-16,-1-4-40 16,-1 1-7-16,-1 3-15 0,3-3 6 15,1 1 3-15,-2-1 0 16,1 0-8-16,-1 2-12 16,-3-2 20-16,-3 3-21 15,1 1 7-15,-2 0-6 16,2 0 7-16,-1 0-7 15,0 0 0-15,0 0 5 16,-4 0-4-16,-3 5-4 16,-2 12-1-16,-2 5 2 15,0 3 1-15,3 1 0 16,4 1 0-16,6-5 0 16,3-4 0-16,4-3-1 0,2-2 1 15,2-1 0 1,5-3-6-16,0-2 2 0,0-2 3 15,0 0-10-15,0-1 2 16,0-4 8-16,14 0-14 16,4 0 15-16,8 0 0 15,8 0 21-15,3 0-20 16,8 4-1-16,3 15 0 16,-2 6-1-16,3 11 1 15,-4 10 6-15,-2 2-4 16,-8 7-1-16,-4-1 6 15,-6-1-7-15,-10-2 10 16,-6 2-10-16,-9-6 24 0,0-1 29 16,0-2-8-1,-11-3-18-15,-5-6-2 0,-1-4 1 16,-4-4-4-16,-1-4 5 16,-4-5-6-16,-9-6 27 15,0-4-23-15,-5-6-2 16,0-2-4-16,-1 0-2 15,6-17-10-15,2 2-1 16,6-2 0-16,7 3-5 16,4-2-1-16,5 0-1 15,4 1 1-15,3-5-18 16,2-3-36-16,2-1-22 16,0-3-50-16,16-2-50 15,23-12-121-15,-3 7-295 16,-1 3-943-16</inkml:trace>
  <inkml:trace contextRef="#ctx0" brushRef="#br0" timeOffset="293.62">2817 1504 1362 0,'0'0'403'0,"0"0"-314"15,0 0 25-15,0 0 118 16,0 0-47-16,42 109-45 16,-28-72-6-16,-1 5-31 0,1 0-17 15,-1 1-37-15,-2-6-25 16,3-4-10-16,-3-3-14 16,-1-6 1-16,0-8 5 15,-1-3-12-15,-3-6-3 16,-2-2-27-16,2-3-28 15,-4-2-51-15,-2 0-74 16,0-14-190-16,0-6-799 0</inkml:trace>
  <inkml:trace contextRef="#ctx0" brushRef="#br0" timeOffset="458.66">2788 1485 2076 0,'0'0'135'16,"0"0"-90"-16,0 0-45 15,0 0-68-15,0 0-313 16,0 0-720-16</inkml:trace>
  <inkml:trace contextRef="#ctx0" brushRef="#br0" timeOffset="1126">3434 1484 1612 0,'0'0'228'15,"0"0"-132"-15,0 0 154 16,0 0-104-16,0 0-89 15,0 0-35-15,-131 64 9 16,115-22 11-16,5 7 5 16,5 4 1-16,6 1-23 15,0-4 6-15,15-6-25 16,14-7 3-16,7-11-8 16,7-8 0-16,-2-9-1 0,2-9-4 15,-3 0 4 1,-9-23 0-16,-4-5 18 0,-12-4 1 15,-5-2 6-15,-10-4-13 16,0-1-3 0,-5 1-3-16,-13-1 30 0,-2 7 10 15,3 6-22-15,-1 5-6 16,5 5-10-16,3 9 36 16,6 5-26-16,4 2-18 15,0 11-13-15,6 21 7 16,19 20 6-16,4 15 0 15,4 14 0-15,3 10 1 16,-5 5-2-16,-4 2 9 16,-7-1-7-16,-7-6 26 15,-5-4 15-15,-8-10 0 16,0-11 4-16,0-12 4 16,-17-8 13-16,0-8-2 0,-1-10-22 15,-5-8 16-15,1-6-22 16,-4-9-4-16,-5-5-16 15,-8 0-1-15,-1 0-10 16,-4-3-1-16,1-8 7 16,1-1-7-16,7 0-1 15,1-3-2-15,8-7 1 16,5-4-29-16,5-8-33 16,10-7-49-16,6-5-44 15,6-34 3-15,21 12-100 16,0 0-506-16</inkml:trace>
  <inkml:trace contextRef="#ctx0" brushRef="#br0" timeOffset="1689.1">3823 1578 1790 0,'0'0'217'15,"0"0"-165"-15,10 120 57 16,11-52 88-16,6 4-55 16,-1 0 13-16,-1-6-62 15,-3-17-50-15,-6-9-7 16,-3-13-18-16,-7-15-11 16,-4-9 2-16,-2-3 5 0,0-12 17 15,0-23-16-15,0-11-2 16,0-9-11-16,-2-8 1 15,0 5-2-15,2 7-2 16,0 12-20-16,0 17-3 16,8 18 13-16,15 4 0 15,8 34 11-15,6 19 0 16,1 9 22-16,-3 8 5 16,-6-6-6-16,-6-9-15 15,-8-9 2-15,-7-19-2 16,-2-8-5-16,-6-14 11 15,0-5-6-15,0-7 28 0,0-28-34 16,-8-13 0 0,4-14-8-16,4-8 7 0,0 2-6 15,2 7 7-15,16 15 0 16,5 17-2-16,6 17 1 16,2 12 1-16,5 10 3 15,-3 25 27-15,0 14 6 16,-2 2-6-16,-6-1-11 15,-2-1-11-15,-6-7-8 16,1-8 0-16,-1-6-66 16,20-12-74-16,-4-7-340 15,3-9-557-15</inkml:trace>
  <inkml:trace contextRef="#ctx0" brushRef="#br0" timeOffset="2079.8">4955 1682 1945 0,'0'0'315'0,"0"0"-225"15,0 0 26-15,-148-34 4 16,111 34-72-16,1 0-27 16,3 26-5-16,2 17 6 15,8 15-4-15,10 9 9 16,13 5 3-16,5-3-12 15,28-11-1-15,18-14-16 16,8-18 4-16,3-14-5 16,-5-12-23-16,-8-2-60 0,-11-24 4 15,-15-9 19 1,-17-4 25-16,-6-9 34 0,0-2 1 16,-19-1 46-16,-2 12 70 15,3 8 44-15,9 16-15 16,5 15-39-16,4 0-79 15,2 34-18-15,21 16-2 16,8 11 7-16,2 9-11 16,5-7-3-16,2-5-27 15,11-1-127-15,-11-17-218 16,-9-14-1545-16</inkml:trace>
  <inkml:trace contextRef="#ctx0" brushRef="#br0" timeOffset="2627.6">6545 1648 1662 0,'0'0'565'0,"0"0"-493"15,0 0 88-15,-141-70-29 16,101 61 9-16,1 9-43 16,8 5-51-16,4 29-45 15,10 20 8-15,6 15-8 16,11 9-1-16,3-4 0 16,32-8-1-16,13-18-5 15,15-16 6-15,7-20 0 16,3-12-2-16,-4-4 1 0,-7-24 0 15,-15-10 0-15,-16-6 2 16,-18-6 13-16,-13-4-4 16,-13-1-9-16,-24 1 40 15,-8 6-7-15,-4 12-6 16,2 10-27-16,5 14-2 16,7 8 1-16,5 4-42 15,14 13-83-15,8 13-170 16,8-7-521-16</inkml:trace>
  <inkml:trace contextRef="#ctx0" brushRef="#br0" timeOffset="3140.53">6718 1849 1572 0,'0'0'232'16,"0"0"-46"-16,0 0 154 15,22 110-120-15,-6-72-122 16,2-1-65-16,-2-2-17 0,-3-5-7 16,-2-3-9-16,2-8 0 15,0-5-37-15,14-14-146 16,-2 0-345-16,-2-18-496 0</inkml:trace>
  <inkml:trace contextRef="#ctx0" brushRef="#br0" timeOffset="3411.09">6939 1296 1662 0,'0'0'592'0,"0"0"-440"0,0 0 51 15,0 0 1-15,69 113-77 16,-38-48-31-16,-2 7-2 16,0 2-46-16,-6-6-23 15,-2-5-25-15,0-13 0 16,-1-13-72-16,0-11-59 15,7-13-88-15,-7-9-443 16,-5-4-714-16</inkml:trace>
  <inkml:trace contextRef="#ctx0" brushRef="#br0" timeOffset="3949.07">7519 1511 1714 0,'0'0'225'0,"0"0"-41"15,-70 121 85-15,55-59-131 16,8 2-77-16,7-3-24 15,13-11 0-15,23-14-28 16,9-18 11-16,5-14-19 0,2-4-2 16,-2-24-3-16,-9-10-16 15,-12-7 4-15,-12-5 11 16,-15-5 4-16,-2-4 2 16,-10 6-1-16,-11 2 9 15,0 13 59-15,3 9 10 16,5 13-5-16,9 12-16 15,4 0-57-15,0 23-3 16,17 33 3-16,19 38-2 16,9 37 11-16,-6 12-9 15,-10-2 0-15,-13-32 8 16,-11-37 4-16,-5-20 7 16,0-10 7-16,-5 0 11 0,-13 0 24 15,-9-2-2-15,-6-11 20 16,-5-15-23-16,-1-12 3 15,-4-2-20-15,3-15-18 16,0-17-21-16,7-6-15 16,4-9-67-16,10-31-56 15,9 11-49-15,4 2-368 0</inkml:trace>
  <inkml:trace contextRef="#ctx0" brushRef="#br0" timeOffset="4316.85">8034 1766 1580 0,'0'0'288'0,"0"0"-159"16,0 0 129-16,0 0-65 15,127-98-129-15,-110 78-15 16,-5 2 36-16,-8 1 0 15,-4 2-21-15,0-2 15 16,-14 5 0-16,-1-2-50 16,-3 5-7-16,-2 2-22 15,0 7 12-15,-3 0-12 16,-4 27 1-16,2 20 0 0,-2 13 6 16,8 10 4-1,13 1-5-15,6-2-6 0,6-10 4 16,26-13-10-16,11-15-1 15,7-16-16-15,6-12-37 16,6-3-8-16,5-18-89 16,22-28-84-16,-17 3-348 15,-17-1-752-15</inkml:trace>
  <inkml:trace contextRef="#ctx0" brushRef="#br0" timeOffset="4758.74">8312 1330 1842 0,'0'0'575'0,"0"0"-512"16,0 0 151-16,0 0-17 0,0 0-155 15,0 0-33-15,0 0 39 16,71 204 16-16,-24-96 3 16,-7-10 14-16,-6-15-55 15,-12-27-5-15,1-3-15 16,-4-2-1-16,-7-21-5 15,-10-16-8-15,-2-14 2 16,0 0 6-16,-12-28 8 16,-3-8-7-16,1-9 10 15,10-4-11-15,4-4-1 16,6-3-11-16,29 2 12 16,9 7-15-16,7 10-21 15,2 16 3-15,-3 16 10 16,-3 5 22-16,-9 31-17 15,-9 15 17-15,-12 10 2 0,-12 6 13 16,-5-1 0-16,-14 0 22 16,-17-9 19-16,-11-4 10 15,-7-12 11-15,2-8-15 16,2-13-7-16,8-12-46 16,10-3-8-16,8-14-2 15,15-18-88-15,11-32-82 16,19 6-96-16,6 3-639 0</inkml:trace>
  <inkml:trace contextRef="#ctx0" brushRef="#br0" timeOffset="4970.08">9201 1947 2158 0,'0'0'528'0,"0"0"-297"16,0 0-23-16,-56-105-82 15,50 59-68-15,2-2 2 16,1 5-23-16,3 4-29 16,0 9-8-16,0 4-23 15,0 6-35-15,23 4-78 16,42-3-72-16,-3 6-268 16,2 3-882-16</inkml:trace>
  <inkml:trace contextRef="#ctx0" brushRef="#br0" timeOffset="5301.57">9594 1499 2094 0,'0'0'380'0,"0"0"-71"15,-154 15-77-15,94 14-114 16,8 16-88-16,10 17 12 16,15 10-12-16,17 7-4 15,10-6-20-15,23-8-1 16,31-19-5-16,13-22-20 15,11-22-23-15,1-4-35 16,-11-34-24-16,-14-12-19 16,-16-8 64-16,-18-11 57 15,-15 1 8-15,-5 3 56 0,0 6 53 16,-8 17 50 0,-1 14-10-16,5 14-43 0,4 12-69 15,0 0-45-15,13 24 3 16,16 15-3-16,2 10 0 15,6 6-19-15,-6-4-112 16,-4 7-111-16,-12-13-212 16,-11-13-1071-16</inkml:trace>
  <inkml:trace contextRef="#ctx0" brushRef="#br0" timeOffset="5790.71">6580 1030 1073 0,'0'0'1372'0,"0"0"-1171"15,0 0-74-15,0 0-14 16,0 0-73-16,0 0-19 15,-29 118-21-15,25-47-23 0,2-11-297 16,-4-12-1537-16</inkml:trace>
  <inkml:trace contextRef="#ctx0" brushRef="#br1" timeOffset="20682.25">11132 2252 560 0,'0'0'978'16,"0"0"-778"-16,0 0 52 16,0 0-39-16,0 0-65 0,0 0-79 15,27-6-17-15,6 2 49 16,12 1-2-16,10 2-29 15,12-2-45-15,9 2-7 16,4-2-11-16,3 2 1 16,-3 1-7-16,-7 0 0 15,-6 0 1-15,-11 0-2 16,-9 0 1-16,-9 0 5 16,-11 0-6-16,-8 0 1 15,-7-3 7-15,-6 0 14 16,-1-1 42-16,-5-1 17 15,0 2-8-15,0-3-11 16,0-6-32-16,0-2-5 16,-9-7-24-16,-9 0 8 15,-1-6-7-15,-6 1 5 0,-2 1-1 16,-2-1 5-16,-2-3 5 16,2 0-10-16,0-6 3 15,6-5-7-15,6-5 5 16,7-6-7-16,10-8 0 15,0 3-2-15,8 0-5 16,16 8 5-16,2 5 1 16,9 8 0-16,-2 3-2 15,2 4-3-15,1 3 3 16,2 7 1-16,-1 4-7 16,2 8 9-16,-6 6-6 15,-2 0-1-15,-4 8 5 0,-5 15-3 16,-4 2 4-16,-2 4 2 15,-3 3-2-15,-4 1 1 16,-3 4 0-16,0-1-1 16,-4 2 0-16,-2 1 0 15,0 2 0-15,0 1 1 16,0 0 0-16,-2 0-3 16,-6 2 9-16,2 1-6 15,-1 2 1-15,1 2 9 16,1-3-9-16,-2 1-1 15,5-4 1-15,-3-4 0 16,5-5-1-16,0-4 7 16,0-6-14-16,0-5 8 0,0-4-1 15,9-7 0-15,3-2 0 16,1-3 2-16,7-3 8 16,5 0 11-16,6 0-4 15,0-7 4-15,3-6-20 16,-5-1 11-16,-3 2-12 15,-1 0 0-15,-3 4-39 16,-2 3-41-16,7-4-74 16,-8 2-182-16,2-1-1033 0</inkml:trace>
  <inkml:trace contextRef="#ctx0" brushRef="#br1" timeOffset="21388.34">13444 1608 1560 0,'0'0'320'0,"0"0"-185"16,0 0 128-16,17 160-48 15,-5-90-90-15,3-1-46 16,1-5-22-16,-1-8-13 0,1-10-29 15,-3-10 1-15,-1-10-15 16,-6-6-1-16,1-9 0 16,-5-6 7-16,-2-5 2 15,0 0 20-15,0-18 39 16,0-14-41-16,-7-9-12 16,3-14-15-16,4-3 13 15,0-2-13-15,2 4 0 16,19 6 2-16,-2 9-1 15,6 14-1-15,2 13-1 16,-1 14-5-16,1 0 6 16,0 25-1-16,-3 11 2 15,-2 7 9-15,-1 1-9 0,-4-1 7 16,-1 0-8-16,-1-1 0 16,-1-6-7-16,-1-2-37 15,1-7-63-15,11-12-147 16,-4-7-377-16,2-8-644 0</inkml:trace>
  <inkml:trace contextRef="#ctx0" brushRef="#br1" timeOffset="21680.6">14069 1851 1758 0,'0'0'209'0,"0"0"-106"16,-19 120 168-16,19-62-113 15,4 0-102-15,23-7-38 16,15-13 18-16,8-15-10 0,5-12-3 16,4-11-11-16,-5-9-7 15,-8-19-5-15,-11-6-8 16,-10-1 8-16,-17-2 0 16,-8 1 10-16,0 0 17 15,-17 2 50-15,-12 3 6 16,-6 2-10-16,-2 5-31 15,2 6-18-15,3 4-24 16,10 4 0-16,11 6-57 16,9 1-139-16,2 1-627 0</inkml:trace>
  <inkml:trace contextRef="#ctx0" brushRef="#br1" timeOffset="22042.63">14661 1907 687 0,'0'0'1238'0,"0"0"-1098"16,0 0 96-16,104 139-46 15,-63-93-111-15,-1-5-49 16,-5-5-24-16,-2-9 6 0,-6-13-10 16,-2-14-2-16,-2 0 0 15,-6-21 0-15,1-13 6 16,-7-6 20-16,-2 0 66 16,-6-1 28-16,-3 2-10 15,0 0-20-15,0 4-9 16,0 3-50-16,0 2-31 15,-5 6-3-15,-2 3-51 16,5 9-107-16,0 2-427 0</inkml:trace>
  <inkml:trace contextRef="#ctx0" brushRef="#br1" timeOffset="22411.26">15171 1879 2259 0,'0'0'150'0,"0"0"-91"15,0 0 47-15,-49 123-79 16,61-76-26-16,30-4 15 16,16-5-14-16,6-15-4 15,5-12-8-15,-7-11-26 16,-8-5-28-16,-18-21-6 15,-18-6 49-15,-18-6 21 16,0-2 45-16,-16 2 60 0,-6 4 85 16,2 8 8-16,4 8-20 15,9 7-64-15,3 11-61 16,4 0-53-16,0 0-2 16,0 18-4-16,4 7 6 15,10 1-1-15,1 0 0 16,6-3-8-16,3-3-71 15,18-8-71-15,-6-7-130 16,-1-5-647-16</inkml:trace>
  <inkml:trace contextRef="#ctx0" brushRef="#br1" timeOffset="22650.47">15797 1720 2074 0,'0'0'258'0,"0"0"-168"16,0 0 127-16,0 0-127 16,-125 48-65-16,110 3 6 15,9 7 14-15,6 0-7 16,0-2-3-16,11-4-23 16,18-8 14-16,10-5-17 15,15-10 12-15,9-8-21 16,5-9-17-16,22-12-128 15,-16 0-395-15,-18-11-697 0</inkml:trace>
  <inkml:trace contextRef="#ctx0" brushRef="#br1" timeOffset="22831.37">16212 1905 2111 0,'0'0'504'15,"0"0"-360"-15,0 0-13 16,0 0-90-16,0 0-31 15,0 0-4-15,0 0 1 16,4 97-6-16,6-74-2 16,-1-2-13-16,-1-4-67 15,6-17-114-15,-3 0-376 16,-2-8-393-16</inkml:trace>
  <inkml:trace contextRef="#ctx0" brushRef="#br1" timeOffset="23003.34">16203 1373 2453 0,'0'0'301'15,"0"0"-168"-15,0 0-39 16,0 0-73-16,0 0-21 16,0 0-21-16,29 111-61 15,1-53-120-15,-7-10-384 16,-2-11-562-16</inkml:trace>
  <inkml:trace contextRef="#ctx0" brushRef="#br1" timeOffset="23378.51">16515 1813 1677 0,'0'0'246'15,"0"0"-163"-15,-44 119 391 16,37-52-282-16,7 3-92 16,0-4-44-16,22-10-23 15,14-9-15-15,9-15-3 0,9-17-14 16,0-12 5-1,5-3 0-15,-6-20-6 0,-9-14 8 16,-9-9-7-16,-16-7 31 16,-7-4 35-16,-12-4 18 15,0-2-25-15,-14 4 8 16,-15 6-20-16,-4 11-48 16,-14 16-5-16,-11 13-82 15,-47 15-79-15,11 22-310 16,7 2-1337-16</inkml:trace>
  <inkml:trace contextRef="#ctx0" brushRef="#br1" timeOffset="36469.39">17830 2328 1776 0,'0'0'275'16,"0"0"-217"-16,-6 102 116 15,-15-42-11-15,-2 5-35 16,-4-6-42-16,-4-5-19 16,1-7-22-16,4-13-18 15,7-12-18-15,6-14-9 16,7-10-34-16,6-20-143 0,0-8-617 0</inkml:trace>
  <inkml:trace contextRef="#ctx0" brushRef="#br1" timeOffset="36858.69">18515 1351 1684 0,'0'0'250'16,"0"0"-80"-16,0 0 186 16,11 134-122-16,-11-47-86 15,0 0-51-15,2 2-25 16,3 1-19-16,4-18-29 15,4 3 2-15,3-14-26 16,-1-10 9-16,-1-13-9 16,-1-9 2-16,-1-12-2 15,-6-7-20-15,1-5-34 0,-7-5-32 16,0 0-4-16,0-29-55 16,0-5-372-16,0-2-325 0</inkml:trace>
  <inkml:trace contextRef="#ctx0" brushRef="#br1" timeOffset="37917.24">17948 1474 765 0,'0'0'341'15,"0"0"-62"-15,0 0-69 16,0 0-30-16,0 0-63 15,0 0-27-15,0 0 23 0,121-11-4 16,-36-6-6 0,39-12-9-16,34-5-23 0,-8 2-31 15,-32 8-13 1,-44 12-15-16,-36 7-2 0,-3 5-9 16,-1-3 3-16,-5 1-4 15,-9 2-1-15,-9 0-26 16,-9 0 2-16,-2 0-5 15,0 0-51-15,-22 0-177 16,-7 0-223-16,-3 2-436 0</inkml:trace>
  <inkml:trace contextRef="#ctx0" brushRef="#br1" timeOffset="38212.05">18164 1895 823 0,'0'0'177'15,"0"0"104"-15,117-14 82 16,-45-8-49-16,11-9-52 15,9-1-92-15,-5 0-44 16,-9 2-72-16,-17 6-32 16,-17 8-16-16,-17 7-6 15,-11 4-6-15,-8 5-92 0,-6 0-228 16,-2 10-513-16</inkml:trace>
  <inkml:trace contextRef="#ctx0" brushRef="#br1" timeOffset="56026.7">19745 2014 1600 0,'0'0'225'15,"0"0"-174"-15,0 0-7 16,0 0 10-16,128-26-33 16,-93 14-8-16,-4-5-12 15,-6 0 11-15,-10 2-4 16,-10-2 10-16,-5 2 31 15,-7 3 66-15,-18 3 9 0,-4 7-14 16,-2 2-21-16,-2 14-42 16,2 18-12-16,4 15-18 15,5 7-8-15,10 4 5 16,10 0 7-16,2-4-11 16,23-12 5-16,19-9-8 15,14-15 1-15,8-12-1 16,8-6-7-16,33-32-65 15,-21-7-396-15,-15-1-825 0</inkml:trace>
  <inkml:trace contextRef="#ctx0" brushRef="#br1" timeOffset="56326.6">20388 1791 1525 0,'0'0'208'15,"0"0"-148"-15,0 0-7 16,0 0 20-16,64 110-35 16,-17-79-16-16,2 4-12 15,-5 0 40-15,-7 2 29 16,-12-1-1-16,-8-2 23 16,-11-5 3-16,-6-5 34 15,0-6 9-15,-27-2-14 16,-6-2-60-16,-5-4-27 15,-2-6-16-15,4-2-13 16,7-2-8-16,9 0-9 0,6-2-30 16,8-5-50-1,6 5-68-15,4 0-337 0,12 1-619 0</inkml:trace>
  <inkml:trace contextRef="#ctx0" brushRef="#br1" timeOffset="56688.54">21294 1746 1726 0,'0'0'313'0,"0"0"-94"0,0 0 16 16,0 0-127-16,0 0-72 15,0 0 1-15,0 0 2 16,3 123-23-16,33-97 2 16,4 0-12-16,-5 2 5 15,-2 2-2-15,-6 2 1 16,-8 3-4-16,-9-1 1 16,-10-1 25-16,0-3 33 15,-6-2 16-15,-19-1-27 16,0-10-3-16,-1-2-24 15,4-7-15-15,4-8-3 0,3 0-9 16,1-11-24 0,3-20-84-16,4 1-119 0,2-1-537 0</inkml:trace>
  <inkml:trace contextRef="#ctx0" brushRef="#br1" timeOffset="56868.3">21647 1842 2029 0,'0'0'360'0,"0"0"-149"16,0 0 64-16,11 129-105 15,-6-79-98-15,1 0-48 16,5-8-18-16,1-7-6 0,-1-10-52 16,11-17-99-1,-2-8-189-15,0 0-612 0</inkml:trace>
  <inkml:trace contextRef="#ctx0" brushRef="#br1" timeOffset="57318.69">21975 1770 1657 0,'0'0'676'0,"0"0"-544"16,0 0 38-16,0 0-55 15,-112 140-66-15,112-99-18 16,31-4-14-16,10-4-1 16,7-13-2-16,4-15-1 0,-1-5-4 15,-4-7-9-15,-10-23-53 16,-12-6-59-16,-11-5 16 16,-10 4 67-16,-4 5 29 15,0 7 20-15,0 11 71 16,0 13 12-16,0 1-60 15,2 22-43-15,16 22 0 16,0 18 9-16,-2 10 3 16,-5 9 30-16,-7-4 21 15,-4-2-4-15,0-7-12 16,-11-10 4-16,-9-10 16 16,-7-8-13-16,-8-9-1 0,-3-9-27 15,-5-11 13-15,-1-8-15 16,6-3-3-16,2-3-13 15,7-13-7-15,9-6-1 16,4-7-15-16,10-3-81 16,6-29-67-16,16 3-97 15,8 1-750-15</inkml:trace>
  <inkml:trace contextRef="#ctx0" brushRef="#br1" timeOffset="57806.56">22405 1849 2058 0,'0'0'255'16,"0"0"-157"-1,47 102 171-15,-21-54-76 0,3 2-114 16,-4-7-48-16,-5-9-22 16,-9-10-8-16,-7-12 0 15,-4-10-1-15,0-2 6 16,-15-14 5-16,-3-17-4 15,3-8 8-15,6-4 4 16,9-1 16-16,0 4 13 16,9 8-36-16,17 9-11 15,8 16-1-15,6 7-2 16,-1 16-5-16,0 21 7 16,-8 10 1-16,-6 1 0 15,-10-4 1-15,-6-8 4 16,-2-10-6-16,-7-14 0 0,0-12 0 15,0 0 12-15,0-30-9 16,0-16-3-16,0-16-15 16,4-8 15-16,16-2 0 15,9 8-1-15,10 17-4 16,2 21 5-16,1 22 0 16,-1 6 4-16,-5 35 19 15,-7 7 29-15,-7 6 13 16,-4-1-21-16,-4-4-17 15,-2-11-26-15,-1-10-1 16,3-11-40-16,6-13-111 16,-2-7-110-16,4-11-615 0</inkml:trace>
  <inkml:trace contextRef="#ctx0" brushRef="#br1" timeOffset="58120.6">23474 1717 2049 0,'0'0'548'0,"0"0"-360"16,0 0-33-16,-137 31-69 16,112 12-52-16,9 11-13 15,14 10 13-15,2 3-7 16,14-9-9-16,19-7-17 16,7-18-1-16,5-18-22 15,-3-15-50-15,-4-10-28 0,-9-28-42 16,-9-13 26-1,-14-7 83-15,-3-1 33 0,-3 6 70 16,0 13 96-16,0 17 10 16,0 14-54-16,0 9-103 15,2 21-17-15,12 21-3 16,-1 12 1-16,3 4 0 16,-5 0-55-16,-5 6-108 15,-4-15-403-15,-2-18-834 0</inkml:trace>
  <inkml:trace contextRef="#ctx0" brushRef="#br1" timeOffset="58594.52">24672 1696 1918 0,'0'0'357'0,"0"0"-267"0,0 0 44 16,0 0-71-16,0 0-62 16,0 0 28-16,-60 120-10 15,93-87-3-15,5 7-5 16,-1 6 31-16,-5 4 22 16,-5 4 1-16,-9-1-18 15,-10-2 8-15,-8-5 18 16,0-9 20-16,-22-7-11 15,-14-8-8-15,-3-8-5 16,-9-10-28-16,4-4-11 16,4-3-12-16,11-19-12 15,13-3-6-15,14-8-60 16,13-21-65-16,20 10-124 0,6 0-644 16</inkml:trace>
  <inkml:trace contextRef="#ctx0" brushRef="#br1" timeOffset="58886.48">25117 1777 1847 0,'0'0'774'16,"0"0"-617"-16,0 0-11 16,0 0-62-16,-106 140-65 15,108-96-11-15,33-3 1 16,17-4-8-16,8-11 15 15,7-14-15-15,-5-12 14 16,-10 0-14-16,-15-8 10 0,-12-15-2 16,-16-6 7-16,-9-5 19 15,-5 0 43-15,-21-1 0 16,-8 4-23-16,-1 0-12 16,1 7-31-16,5 2-12 15,7 0-7-15,11-11-75 16,4 4-133-16,7 3-438 0</inkml:trace>
  <inkml:trace contextRef="#ctx0" brushRef="#br1" timeOffset="59262.56">25395 1523 1903 0,'0'0'715'0,"0"0"-608"0,0 0 39 15,57 171 48-15,-23-92-98 16,-1 0-46-16,1-1-28 15,-10-15-12-15,-6-10-10 16,-10-14-7-16,-5-15-41 16,-3-12-30-16,0-12 6 15,0 0 47-15,-9-20 24 16,7-10 2-16,2-7 15 16,2-4-9-16,22 3-5 15,10 6-2-15,6 7 0 16,5 16-1-16,-3 9-14 15,-4 7 14-15,-9 24-15 0,-14 5 16 16,-15 3 0 0,0-4 14-16,-22 1 52 15,-14-3 21-15,-3-12-17 0,-7-7-16 16,4-12 0-16,5-2-18 16,3-8-13-16,10-16-23 15,12-4-45-15,12-21-97 16,18 10-84-16,11 0-694 0</inkml:trace>
  <inkml:trace contextRef="#ctx0" brushRef="#br1" timeOffset="59636.28">26308 2166 2340 0,'0'0'514'0,"0"0"-290"15,0 0-44-15,-53-103-114 16,48 69-44-16,5 0-12 16,0 4-10-16,0 2-23 15,5 1-17-15,15 3-56 16,11 2-30-16,13 0-19 16,12 6 12-16,2 3 38 15,0 2 55-15,-11 5 23 16,-14 1 5-16,-13-4 6 15,-13 0 6-15,-7-1 131 16,-5-1 6-16,-21 5-12 16,-6 6-39-16,-1 5-36 0,4 26-41 15,14 15 0-15,15 9-8 16,4 1 0-16,30-7-1 16,12-8 1-16,5-13-2 15,-1-14-29-15,23-14-93 16,-15-11-134-16,0-12-693 0</inkml:trace>
  <inkml:trace contextRef="#ctx1" brushRef="#br1">4539 14808 0,'0'25'79,"0"0"-64,0 0 1</inkml:trace>
  <inkml:trace contextRef="#ctx0" brushRef="#br1" timeOffset="75638.6">27382 2104 1460 0,'0'0'269'0,"0"0"9"16,0 0 82-16,0 0-177 15,158-12-60-15,-93 9-1 16,3-1-26-16,-2 4-30 15,-3 0-18-15,-3 0-24 16,-4 0-15-16,-6 0 2 16,-2-2-10-16,-11-1 0 15,-10-4 5-15,-14 5-4 16,-5 0 10-16,-8-2 1 0,0-1 26 16,-12-4 6-16,-10-8-34 15,-5-3-5-15,-4-6 0 16,2-1-6-16,-2-7-1 15,2 0 0-15,4-3 1 16,5 2-1-16,9 1 1 16,7-1 1-16,4 2-1 15,11-10-1-15,22-1-14 16,12-4 7-16,6 2-1 16,-2 5 9-16,-2 11-1 15,-9 12 0-15,-3 10 0 16,-1 8-13-16,3 0 14 15,4 12-7-15,1 11 7 0,-4 9 0 16,-7 6 0 0,-11 8-9-16,-13 6 9 0,-7 2 1 15,0 0 0-15,-2-5 5 16,-9-8-6-16,-1-9 0 16,3-8 1-16,5-8-1 15,2 0 0-15,2-7-1 16,0-1 1-16,0 0-1 15,0-2 1-15,0 0 0 16,2-4 1-16,5 0 7 16,7-2 14-16,3 0 23 15,3 0 0-15,3 0-19 0,0 0-10 16,0 0-8 0,2-6-7-16,-5-4-1 0,0 2-25 15,-2-4-74-15,11-5-85 16,-4 6-161-16,-2-1-558 0</inkml:trace>
  <inkml:trace contextRef="#ctx0" brushRef="#br1" timeOffset="75768.47">29012 2007 411 0,'0'0'0'0</inkml:trace>
  <inkml:trace contextRef="#ctx0" brushRef="#br1" timeOffset="78320.03">29068 1893 598 0,'0'0'284'16,"0"0"-6"-16,0 0-38 0,0 0-99 16,0 0-55-1,0 0-17-15,0 0 4 0,0-2 0 16,0 2-7-16,0 0 8 15,0 0 29-15,0 0 1 16,0 0-22-16,0 0-20 16,0 0 6-16,0 0 5 15,0 0 0-15,0 0-5 16,0 0 2-16,0 0 11 16,0 0-14-16,0 0 3 15,0 0-25-15,0 0-17 16,2 7-11-16,3 9-17 15,-1 12-6-15,-4 11 6 16,-2 14 6-16,-34 5 0 0,-24 5-3 16,-54 16-3-16,12-17-147 15,7-16-671-15</inkml:trace>
  <inkml:trace contextRef="#ctx0" brushRef="#br1" timeOffset="80222.06">2298 3258 1657 0,'0'0'579'15,"0"0"-511"-15,-116 84 64 16,71-44-57-16,12-4-18 15,13-3-39-15,13-11-18 16,7-7-11-16,14-4 11 16,21-3 0-16,7-4 0 15,7 2 2-15,3 6-2 16,-1 5 0-16,-4 10 1 0,-5 7-2 16,-11 2 2-16,-11 5-1 15,-15 0 1-15,-5 1 18 16,-20 1 41-16,-18-5 58 15,-6-2-11-15,-2-11-28 16,7-10-17-16,7-13-24 16,10-2-14-16,11-20-24 15,9-12-15-15,2-8-72 16,15-23-103-16,14 9-191 16,0 4-494-16</inkml:trace>
  <inkml:trace contextRef="#ctx0" brushRef="#br1" timeOffset="80390.35">2811 3531 2011 0,'0'0'492'0,"0"0"-195"15,0 0-82-15,0 0-85 16,0 132-70-16,0-102-34 16,13-2-26-16,12-6 0 15,4-6-62-15,17-16-101 16,-5 0-178-16,-8-5-738 0</inkml:trace>
  <inkml:trace contextRef="#ctx0" brushRef="#br1" timeOffset="80628.57">3439 3491 1654 0,'0'0'1050'0,"0"0"-959"15,0 0-70-15,0 0 2 16,14 118-22-16,3-74-1 16,-1 1-45-16,-3-8-172 15,-7-5-163-15,2-10-152 16,-6-9-127-16,0-10 416 16,-2-3 243-16,0 0 136 15,0-30-29-15,0 2-107 16,0-6-354-16</inkml:trace>
  <inkml:trace contextRef="#ctx0" brushRef="#br1" timeOffset="81040.17">3629 3374 825 0,'0'0'294'0,"0"0"-62"16,0 0 59-16,0 0-80 16,0 0-25-16,-128 140-9 15,115-91-11-15,7 3-30 16,6-5-46-16,0-6-37 16,21-9-23-16,10-8-3 15,8-5-9-15,1-9 6 16,2-5-15-16,1 0-9 15,-1-5-8-15,12 0-148 16,-10-14-322-16,-8-6-377 0</inkml:trace>
  <inkml:trace contextRef="#ctx0" brushRef="#br1" timeOffset="81671.28">3889 3483 1672 0,'0'0'622'0,"0"0"-567"16,0 0 152-16,14 121-50 16,12-77-83-16,11-4-12 15,0-8-25-15,5-10-16 16,-1-12-9-16,-3-10 0 16,-3 0-12-16,-8-21 0 15,-7-12-7-15,-9-8-59 0,-9-3-38 16,-2 0 7-16,0 4 70 15,0 8 27 1,-6 14 77-16,4 10 46 0,2 8-40 16,0 2-74-16,4 25-8 15,13 14 6-15,6 5 22 16,-1 2-8-16,-1-3-2 16,-2-9-10-16,-5-9-3 15,-5-13-6-15,-5-9 1 16,-4-5 8-16,0-15-9 15,0-20-35-15,0-10 4 16,0-5 23-16,0 2 8 16,0 8 0-16,4 16 0 15,17 16-11-15,3 8-4 16,5 24-5-16,3 21 19 0,-8 4-4 16,-4 3 5-16,-4-3 0 15,-10-11 0-15,-1-12 0 16,-5-13 0-16,0-10 0 15,0-3 8-15,0-29 3 16,0-14-10-16,0-15 6 16,8-4 8-16,10 4 61 15,5 7 12-15,4 18-35 16,2 18-10-16,-1 15-19 16,-1 15 0-16,-2 23 0 15,-7 13 17-15,-5 5-15 16,-7-4-11-16,2-3-13 15,-4-15-2-15,2-12-34 0,21-22-125 16,2-17-152 0,3-14-1109-16</inkml:trace>
  <inkml:trace contextRef="#ctx0" brushRef="#br1" timeOffset="82076.39">5089 3396 2186 0,'0'0'351'0,"0"0"-241"15,0 131 111-15,2-53-91 16,9 8-63-16,3 3 7 16,1-6-28-16,1-14-26 15,-7-13-20-15,-3-16-2 16,-6-18-65-16,0-17-59 16,-13-5 20-16,-11-18-140 15,-6-17-240-15,-1-7 156 0,0-2 305 16,4-4 25-16,3-6 508 15,11-8-207-15,13-9-137 16,0-5-95-16,33 2-52 16,18 8-8-16,9 14-9 15,7 18 0-15,-4 22-7 16,-5 12 7-16,-16 7 15 16,-13 26 13-16,-18 7 65 15,-11 6 39-15,-7-2-21 16,-22-1-45-16,-6-8-23 15,1-5-27-15,3-5-14 16,2-11-2-16,2-5-60 0,5-3-57 16,-3-4-46-16,1-2-67 15,4 0-254-15,7-2-271 0</inkml:trace>
  <inkml:trace contextRef="#ctx0" brushRef="#br1" timeOffset="82273.67">5356 3275 2367 0,'0'0'556'0,"0"0"-451"15,0 0 46-15,0 0-25 16,0 0-63-16,134 134-35 16,-115-81-22-16,-7-6 3 0,-10-3-9 15,-2-5-21-15,0-13-76 16,0-5-113-16,-4-10-285 15,4-8-1119-15</inkml:trace>
  <inkml:trace contextRef="#ctx0" brushRef="#br1" timeOffset="82556.63">5756 3605 1532 0,'0'0'729'15,"0"0"-528"-15,0 0 106 16,0 0-168-16,79-106-100 15,-56 82-21-15,-8 2-11 16,-6 4 4-16,-9 1 2 0,0 2 23 16,-13 1 6-1,-11 2 12-15,-3 4-2 0,-2 8-23 16,0 0-5-16,6 15-11 16,3 24-13-16,7 11 1 15,7 8 14-15,6 3-7 16,0-10-7-16,21-6 4 15,8-16-4-15,4-12-1 16,6-17 0-16,17-21-36 16,-12-19-114-16,-6-6-359 0</inkml:trace>
  <inkml:trace contextRef="#ctx0" brushRef="#br1" timeOffset="82701.28">6179 3331 2049 0,'0'0'723'16,"0"0"-556"-16,0 0-71 16,0 0-96-16,0 0-9 15,0 0-196-15,0 0-559 0</inkml:trace>
  <inkml:trace contextRef="#ctx0" brushRef="#br1" timeOffset="82812.63">6335 3677 1969 0,'0'0'486'16,"0"0"-290"-16,0 0-21 16,0 0-175-16,0 0-67 0,0 0-1403 15</inkml:trace>
  <inkml:trace contextRef="#ctx0" brushRef="#br1" timeOffset="85053.5">2240 4807 1655 0,'0'0'674'0,"0"0"-545"16,0 0 124-16,0 0-142 15,0 0-84-15,0 0 3 16,-14 107 34-16,14-60-13 16,0-3-11-16,0-6-4 15,16-6-26-15,7-8 2 16,3-10-11-16,0-6 5 15,3-8-6-15,-2 0-70 0,-4-12-82 16,-5-26-126-16,-7 4-299 16,-7-3-479-16</inkml:trace>
  <inkml:trace contextRef="#ctx0" brushRef="#br1" timeOffset="85188.3">2086 4606 1073 0,'0'0'1061'0,"0"0"-954"16,0 0-88-16,0 0-19 0,0 0-780 15</inkml:trace>
  <inkml:trace contextRef="#ctx0" brushRef="#br1" timeOffset="85452.4">2577 4489 1936 0,'0'0'218'0,"0"0"-3"16,151 91-35-16,-89 3-107 15,-20 7 13-15,-19-5 16 16,-23-8-4-16,-6-22-17 15,-21 1-18-15,-5 0-20 0,1-15-16 16,4-16-15 0,5-13-12-16,2-14-6 0,-4-9-104 15,3-13-265-15,4-8-1552 0</inkml:trace>
  <inkml:trace contextRef="#ctx0" brushRef="#br1" timeOffset="86486.53">3181 5104 1290 0,'0'0'218'16,"0"0"-87"-16,0 0 76 16,164 5-69-16,-99-5 45 15,2 0-17-15,-4 0-70 16,-3 0-48-16,-9 0-29 16,-6 0-12-16,-8 0 5 0,-5 0-12 15,-12 0 1-15,-7 0 0 16,-9 0 5-16,-4 0 0 15,0 0 30-15,0 0 50 16,-2-2-48-16,-11-6-22 16,-1-4-16-16,1-2 9 15,-5-2-8-15,3-4 0 16,-6-4-1-16,1-1 2 16,3-4 5-16,1 0-7 15,5-1 6-15,7 2-5 16,4-2 3-16,0 2-4 15,15-2 0-15,12 0-1 0,6 2 1 16,0 2-1-16,-2 8 0 16,-4 4 1-16,-2 5-2 15,-7 6 1-15,2 3-8 16,0 0 9-16,3 10-6 16,4 10 6-16,-1 4 0 15,0 4-1-15,-5 2 1 16,-5 0 0-16,-10 5 0 15,-4-3 1-15,-2 3 0 16,0 0 0-16,-6 1 6 16,-8 0-7-16,5-4 0 15,1-4 1-15,2-3 7 16,4-6-8-16,0-5 1 0,2-3 1 16,0-4 4-1,0-3 28-15,0 2 8 0,4-4 1 16,10 0 0-16,5-2 10 15,4 0-7-15,8 0-11 16,1-4-16-16,-1-4-18 16,-4 1 4-16,-5 0-4 15,-1 3 4-15,-4-2-5 16,1 0-6-16,5 0-46 16,14-6-98-16,-3 0-222 15,-1 0-900-15</inkml:trace>
  <inkml:trace contextRef="#ctx0" brushRef="#br1" timeOffset="88627.09">5019 4682 678 0,'0'0'354'0,"0"0"21"15,0 0-87-15,0 0-110 16,0 0-8-16,0 0 16 16,0 0-32-16,0-4 8 15,0 2-45-15,0-3-45 16,0 2-17-16,-6-3-21 15,-3 0-8-15,-5 2-8 16,-1-2 8-16,-5 2-12 16,-3 2 2-16,-3 0 11 15,2 0 15-15,-5 2-12 16,2 0-13-16,0 0-7 16,0 9-9-16,0 12-1 0,0 9 0 15,6 10-1-15,2 4 2 16,11 4 0-16,8-4-1 15,0-2 1-15,8-6-1 16,17-5 0-16,4-7 0 16,0-6 0-16,2-4 0 15,0-8-1-15,3-3 1 16,-1-3-28-16,0 0-42 16,1-3-66-16,-7-11-70 15,-5-10-138-15,-7 4-146 16,-7 0-315-16</inkml:trace>
  <inkml:trace contextRef="#ctx0" brushRef="#br1" timeOffset="88815.77">4755 4881 889 0,'0'0'516'0,"0"0"-336"15,0 0 156-15,0 0-111 16,0 0-123-16,0 0 11 15,0 0 17-15,95-7-55 16,-48 0-40-16,2-4-23 16,18-3-12-16,-14 3-361 15,-6 1-751-15</inkml:trace>
  <inkml:trace contextRef="#ctx0" brushRef="#br1" timeOffset="89075.88">5438 4534 1874 0,'0'0'274'0,"0"0"-117"16,0 0-16-16,0 0-42 16,0 0 37-16,43 146-4 15,-32-90-39-15,-2-1-32 16,-1-5-28-16,0-9-21 15,-2-7-11-15,-1-9 8 16,-3-12-9-16,0-6 0 16,-2-7-32-16,4 0-28 0,2-26-105 15,0-2-377-15,-4-2-390 16</inkml:trace>
  <inkml:trace contextRef="#ctx0" brushRef="#br1" timeOffset="89303.51">5383 4514 1385 0,'0'0'288'16,"0"0"-100"-16,0 0 157 16,0 0-178-16,0 0-94 15,149-43 22-15,-106 42-35 0,-8 1-41 16,-3-3-6-1,-5 3-7-15,-8 0-6 0,-5 0-87 16,-8 0-238-16,-6 0-293 16,0 0-792-16</inkml:trace>
  <inkml:trace contextRef="#ctx0" brushRef="#br1" timeOffset="89474.22">5484 4700 380 0,'0'0'887'0,"0"0"-633"16,0 0 64-16,0 0-71 16,0 0-65-16,0 0-86 15,118 14-56-15,-90-20-28 0,-3 1-12 16,-5 0-64-16,-7 3-274 16,-6 0-725-16</inkml:trace>
  <inkml:trace contextRef="#ctx0" brushRef="#br1" timeOffset="103200.68">9382 4475 1829 0,'0'0'399'0,"0"0"-170"15,0 0-20-15,0 0-139 16,0 0-57-16,0 0 50 16,-7 141-18-16,7-89-17 0,0-3-12 15,0-5-4-15,0-9-6 16,5-7-4-16,8-7 4 15,5-8-6-15,0-4 6 16,2-8-6-16,2-1 0 16,-1-3-50-16,2-41-77 15,-4 1-190-15,-7-3-488 0</inkml:trace>
  <inkml:trace contextRef="#ctx0" brushRef="#br1" timeOffset="103335.72">9375 4368 1258 0,'0'0'694'0,"0"0"-614"15,0 0 3-15,0 0-83 16,0 0-655-16</inkml:trace>
  <inkml:trace contextRef="#ctx0" brushRef="#br1" timeOffset="103552.34">9710 4613 1382 0,'0'0'200'16,"0"0"-18"-16,0 0 134 16,0 104-149-16,13-71-94 15,3-3-13-15,3-3-26 16,2-8-17-16,1-7-8 0,5-9 1 15,2-3-10-15,4-10-21 16,1-39-164-16,-7 3-320 16,-12-2-555-16</inkml:trace>
  <inkml:trace contextRef="#ctx0" brushRef="#br1" timeOffset="103680.52">9674 4409 1640 0,'0'0'221'16,"0"0"-164"-16,0 0-57 0,0 0-98 16,0 0-708-16</inkml:trace>
  <inkml:trace contextRef="#ctx0" brushRef="#br1" timeOffset="103920">10044 4187 1540 0,'0'0'198'0,"0"0"54"16,0 0-4-16,98 155-64 16,-82-81-19-16,-7 6 6 15,-9-4-41-15,0-8-54 16,0-8-50-16,-2-10-13 0,-7-9-13 15,-3-9-7-15,-13-5-107 16,4-6-419-16,-6-10-1082 0</inkml:trace>
  <inkml:trace contextRef="#ctx0" brushRef="#br1" timeOffset="115421.26">11919 4245 1588 0,'0'0'546'16,"0"0"-389"0,0 0-37-16,0 0-58 0,-2 116 50 15,-10-40 13-15,-5 11-6 16,-1 2-13-16,-3-6-37 16,4-7-18-16,3-14-32 15,6-14-10-15,3-12-3 16,1-12-5-16,4-9 0 15,0-13 5-15,0-2 8 16,0-6-1-16,0-22 0 16,0-13-13-16,4-10-6 15,5-7 0-15,3 0 6 16,-2-3-1-16,3 1-1 16,1 2-4-16,1 3-4 0,1 4 10 15,0 7-6-15,-3 11 6 16,-2 11 1-16,1 12 5 15,-1 10-6-15,4 0-11 16,5 24 11-16,5 12 1 16,2 13 32-16,-2 4 8 15,-4 5-4-15,-3-1-19 16,-3-3 3-16,2-5-13 16,-7-6-8-16,-3-5 2 15,0-3-2-15,-5-8 0 16,-2-1-17-16,0-3-38 15,0-7-49-15,0-4-29 16,0-10-73-16,0-2-311 0,-2 0-64 0</inkml:trace>
  <inkml:trace contextRef="#ctx0" brushRef="#br1" timeOffset="115594.49">11874 4814 1294 0,'0'0'321'0,"0"0"-122"16,0 0 170-16,0 0-254 16,0 0-59-16,0 0-17 15,0 0 1-15,170-39-31 16,-72 7-9-16,-16 6-360 16,-4 1-1223-16</inkml:trace>
  <inkml:trace contextRef="#ctx0" brushRef="#br1" timeOffset="115849.26">12788 4483 1677 0,'0'0'259'0,"0"0"-127"16,0 0 156-16,0 0-146 15,-123 45-78-15,96-7-18 16,4 9 17-16,0 6-4 15,7 1 13-15,12-2-38 0,4-8-4 16,6-7-22 0,28-9-2-16,9-10-6 0,8-10-6 15,4-8-30-15,5 0-56 16,8-21-121-16,-18-2-279 16,-14-2-148-16</inkml:trace>
  <inkml:trace contextRef="#ctx0" brushRef="#br1" timeOffset="116038.53">12474 4763 1408 0,'0'0'399'0,"0"0"-81"16,0 0-99-16,0 0-50 15,0 0-28-15,174-5-80 16,-105-10-29-16,-2 1-17 15,15-10-15-15,-17 1-301 16,-16 5-819-16</inkml:trace>
  <inkml:trace contextRef="#ctx0" brushRef="#br1" timeOffset="116278.54">13194 4467 1798 0,'0'0'345'0,"0"0"-171"0,0 0 86 15,9 115-59-15,-1-63-73 16,4 5-54-16,-1-6-38 16,4-2-35-16,1-9 14 15,-3-6-15-15,1-8-8 16,-5-8-46-16,-1-14-109 15,0-4-222-15,-4 0-295 0</inkml:trace>
  <inkml:trace contextRef="#ctx0" brushRef="#br1" timeOffset="116466.34">13130 4449 514 0,'0'0'1135'15,"0"0"-929"-15,0 0 64 16,0 0-115-16,153-32-68 16,-102 27-44-16,-8-2-27 15,-8 5-16-15,-3 2-12 16,-10 0-248-16,-9 0-429 0</inkml:trace>
  <inkml:trace contextRef="#ctx0" brushRef="#br1" timeOffset="116629.13">13254 4666 1635 0,'0'0'243'0,"0"0"-87"0,0 0 39 16,0 0-65-16,0 0-84 16,156-12-30-16,-118 4-16 15,-3-2-57-15,-8-1-427 16,-8 6-979-16</inkml:trace>
  <inkml:trace contextRef="#ctx0" brushRef="#br1" timeOffset="120211.27">14237 4620 1333 0,'0'0'289'0,"0"0"42"16,0 0-52-16,0 0-131 0,0 0-52 16,0 0 14-16,0 0-20 15,0 0-7-15,0 2-4 16,-2 0-4-16,2-2-29 15,-2 1-4-15,2-1-6 16,-2 3-11-16,2-3-11 16,0 2-8-16,0-2-5 15,13 2 9-15,11-2 1 16,10 0 7-16,5 0 10 16,11 0-16-16,4 0 2 15,8 0-13-15,2 0 0 16,5 0 0-16,5 0 5 15,4 0-6-15,9 0 1 0,9 0 3 16,3-4 2 0,1 1-6-16,-5 2 0 0,-12 1 0 15,-16 0-1-15,-18 0 1 16,-16 0 0-16,-15 0 0 16,-7 0 1-16,-4 0-1 15,-3 0 0-15,-2 0 0 16,1 0 0-16,-3 0-1 15,0 0 0-15,0 0-4 16,0 0 5-16,0 0-2 16,0 0-13-16,0 0-45 15,0-2-77-15,0-7-75 16,0 2-325-16,-3-3-611 0</inkml:trace>
  <inkml:trace contextRef="#ctx0" brushRef="#br1" timeOffset="120579.44">15269 4432 1575 0,'0'0'254'0,"0"0"64"16,0 0 15-16,0 0-211 15,0 0-101-15,0 0-20 16,0 0-1-16,44 7 54 15,-9 5-5-15,0 3-25 16,-2-1-16-16,-3 3-2 0,-8 2-6 16,-5 1 0-16,-6-1 2 15,-3 4 4-15,-8-1-5 16,0 3 6-16,0 2-6 16,-14 3 16-16,-8 0 31 15,-5 0-8-15,-2 0 0 16,0-2-29-16,0-4 1 15,0 1-12-15,2-3 6 16,0-1-6-16,0 0 0 16,5 1-9-16,5-4-42 15,6-4-87-15,6-6-133 16,5-8-414-16</inkml:trace>
  <inkml:trace contextRef="#ctx0" brushRef="#br1" timeOffset="121119.15">16206 4430 1932 0,'0'0'259'16,"0"0"-176"-16,0 0 59 15,-29 144-18-15,24-70-25 0,1 2 31 16,2-4-12-16,2-12-57 16,0-9-38-16,0-16-14 15,0-12-1-15,0-12-7 16,0-8 9-16,0-3 3 15,0-14 42-15,0-21-20 16,0-13-18-16,0-11-16 16,0-6 0-16,0-5-1 15,0 2 1-15,0 3-2 16,8 6 2-16,1 14 1 0,2 15-1 16,-2 14 28-1,0 16-7-15,5 0-16 0,5 25-6 16,4 11 9-16,4 7 2 15,0 3 1-15,0 0 4 16,-4-1-16-16,0-9 2 16,-3-4-1-16,-5-8 0 15,-1-6-1-15,-3-6-11 16,0-2-46-16,-4-4-54 16,0 2-44-16,-7 9-146 15,0-3-245-15,-5-3-500 0</inkml:trace>
  <inkml:trace contextRef="#ctx0" brushRef="#br1" timeOffset="121285.58">16160 4900 1480 0,'0'0'838'0,"0"0"-671"16,0 0 149-16,0 0-165 15,0 0-123-15,0 0-8 16,0 0-20-16,135-90-51 15,-73 50-103-15,-13 4-160 16,-6 2-421-16</inkml:trace>
  <inkml:trace contextRef="#ctx0" brushRef="#br1" timeOffset="121578.42">16725 4291 1400 0,'0'0'308'0,"0"0"-80"16,0 0 165-16,0 0-170 15,-131-10-82-15,104 25-42 16,2 10-39-16,7 9-4 16,7 6-5-16,9 0-22 15,2 0-19-15,6-8 10 16,17-3-13-16,6-10 8 15,4-7 1-15,3-5-8 16,1-7-8-16,2 0 0 16,-3 0-34-16,-1-4-71 0,7-11-70 15,-9 3-170 1,-6 3-433-16</inkml:trace>
  <inkml:trace contextRef="#ctx0" brushRef="#br1" timeOffset="123559.59">17595 4543 1455 0,'0'0'347'0,"0"0"-207"16,0 0 219-16,0 0-154 15,0 0-102-15,0 0-53 16,-119-62 16-16,84 62-23 16,-4 4 5-16,-3 20-3 15,2 9-8-15,0 7-10 16,6 8-11-16,10 6 8 16,9-2-15-16,12 0 3 0,3-7-12 15,18-10 2 1,18-7-1-16,8-10 5 0,10-7-6 15,0-11-17 1,-2 0-58-16,-4-12-81 0,-6-19-166 16,-13 7-321-16,-11 0-562 0</inkml:trace>
  <inkml:trace contextRef="#ctx0" brushRef="#br1" timeOffset="123734.61">17327 4816 1579 0,'0'0'325'16,"0"0"148"-16,0 0-217 16,0 0-131-16,0 0-80 0,0 0 25 15,0 0-15-15,147-29-40 16,-84 5-15-16,26-13-73 16,-18 5-272-16,-13 4-611 0</inkml:trace>
  <inkml:trace contextRef="#ctx0" brushRef="#br1" timeOffset="123965.99">18135 4481 2309 0,'0'0'313'0,"0"0"-208"15,0 0 23-15,0 0-5 0,-6 155-37 16,4-95-5-16,0-6-28 15,2-6-35-15,0-10-11 16,0-9-5-16,0-10-2 16,0-7-11-16,4-5-59 15,6-7-71-15,5-19-93 16,1-10-336-16,-5-10-934 0</inkml:trace>
  <inkml:trace contextRef="#ctx0" brushRef="#br1" timeOffset="124147.52">18049 4417 1719 0,'0'0'480'0,"0"0"-339"16,0 0 113-16,0 0-125 0,0 0-54 16,165-10-44-16,-111 10-11 15,-8 9-20-15,-7-2-9 16,-14 4-111-16,-8-4-434 15,-13 0-642-15</inkml:trace>
  <inkml:trace contextRef="#ctx0" brushRef="#br1" timeOffset="124311.07">18131 4638 1827 0,'0'0'321'0,"0"0"-144"16,0 0 6-16,0 0-63 0,0 0-47 15,130-4-44-15,-84-5-17 16,-6 4-12-16,1-2-39 16,-14 7-288-16,-10-3-734 0</inkml:trace>
  <inkml:trace contextRef="#ctx0" brushRef="#br1" timeOffset="128290.26">20037 4497 770 0,'0'0'522'0,"0"0"-175"15,0 0 127-15,0 0-195 16,0 0-60-16,0 0-85 16,-8 17-76-16,-2 5-49 15,-3 9 15-15,-2 10 16 16,-1 5-6-16,5-2-13 16,4-2-13-16,7-4-2 15,0-9-6-15,3-8 3 16,16-8-3-16,8-12-16 15,0-1-63-15,6-37-109 16,-8-5-317-16,-10-4-275 0</inkml:trace>
  <inkml:trace contextRef="#ctx0" brushRef="#br1" timeOffset="128416.95">20000 4339 1582 0,'0'0'301'0,"0"0"-126"15,0 0 69-15,0 0-244 16,0 0-139-16,0 0-530 0</inkml:trace>
  <inkml:trace contextRef="#ctx0" brushRef="#br1" timeOffset="128636.66">20256 4467 1288 0,'0'0'180'0,"0"0"27"16,0 0 21-16,-9 117-36 16,9-77-61-16,0-5-19 15,0 0-30-15,0-7-27 16,11-7-31-16,3-6-10 16,1-9-2-16,5-6-12 15,3 0-46-15,10-44-160 16,-6 0-160-16,-8-2-569 0</inkml:trace>
  <inkml:trace contextRef="#ctx0" brushRef="#br1" timeOffset="128772.03">20205 4349 1249 0,'0'0'722'15,"0"0"-593"-15,0 0 61 16,0 0-190-16,0 0-290 15,0 0-727-15</inkml:trace>
  <inkml:trace contextRef="#ctx0" brushRef="#br1" timeOffset="129260.82">20525 4596 588 0,'0'0'1058'16,"0"0"-927"-16,0 0 65 16,-22 124-27-16,22-88-98 15,0-5-37-15,14-9-15 16,8-7-4-16,4-8 2 16,3-7-2-16,2-7-15 15,-2-19-133-15,-2-29-115 16,-8 8-387-16,-11-1-648 0</inkml:trace>
  <inkml:trace contextRef="#ctx0" brushRef="#br1" timeOffset="129401.52">20446 4437 1788 0,'0'0'224'16,"0"0"-102"-16,0 0-122 15,0 0-163-15,113-63-1001 0</inkml:trace>
  <inkml:trace contextRef="#ctx0" brushRef="#br1" timeOffset="129642.48">20780 4137 1413 0,'0'0'218'0,"0"0"65"15,0 0-17-15,102 147-77 16,-83-77-40-16,-9 8-47 16,-10-1-12-16,0 1-53 15,-6-3-20-15,-15-5-17 16,-14 17-35-16,2-20-211 0,-3-6-477 15</inkml:trace>
  <inkml:trace contextRef="#ctx0" brushRef="#br1" timeOffset="131975.51">21603 4263 1765 0,'0'0'487'0,"0"0"-349"16,0 0-80-16,0 0 15 15,0 102 52-15,0-40-24 16,-6 4-32-16,0 1-26 15,-3-7-12-15,3-6-17 16,1-11-2-16,0-8-11 16,1-12 0-16,2-6 5 15,2-13-4-15,-2-4 13 16,-1-1 16-16,1-24 26 16,-2-13-46-16,2-8-1 15,2-10-10-15,0-2-1 16,0-3 1-16,6 6 0 15,10-1 0-15,-1 10-1 16,4 3 1-16,-2 7 0 16,3 10 1-16,-2 6 5 0,0 8 6 15,0 8-2-15,4 4-4 16,0 4 5-16,7 17-5 16,-2 11-5-16,-2 5 7 15,-4 5-7-15,-2 4 0 16,-3 2 6-16,-1 2-7 15,-1-1 0-15,-1-5 0 16,0-6 0-16,0-6-1 16,0-6 1-16,-1-5-8 15,-1-10-46-15,-2-5-32 0,0-6-79 16,-5 0-118-16,-1-17-313 16,-3-2-896-16</inkml:trace>
  <inkml:trace contextRef="#ctx0" brushRef="#br1" timeOffset="132134.65">21690 4601 1768 0,'0'0'629'0,"0"0"-437"16,0 0-73-16,0 0-53 16,0 0-34-16,133-35-32 15,-75 19-54-15,17 2-145 16,-14 2-348-16,-12 5-943 0</inkml:trace>
  <inkml:trace contextRef="#ctx0" brushRef="#br1" timeOffset="132607.19">22282 4632 1553 0,'0'0'362'16,"0"0"-196"-16,0 0-19 15,0 0-82-15,0 0-34 16,0 0 1-16,0 0 57 15,94-116 41-15,-90 96-18 16,-2 4-14-16,-2 2-20 16,2 4-8-16,-2 3-22 15,0 6-13-15,0 1-20 16,0 0-15-16,0 0-28 16,2 13 27-16,2 6 1 0,0 5 0 15,0 0 2 1,3 0-1-16,-1-2 0 0,2 0-1 15,-4-5 1-15,0-2-1 16,1-1 0-16,-5-2 0 16,0 2-1-16,0-4-15 15,0 3-8-15,-7-6-2 16,-5 1 13-16,2-4 12 16,1 0 1-16,-3-1 1 15,1 0-1-15,3-3 9 16,-2 2-9-16,4 0 6 15,3-2-5-15,1 2 10 16,2-2 2-16,0 0-1 16,0 0-4-16,0 0-8 15,9 0 6-15,9 0-6 0,5 0 0 16,6-2-33-16,17-12-124 16,-6 2-376-16,-4 0-518 0</inkml:trace>
  <inkml:trace contextRef="#ctx0" brushRef="#br1" timeOffset="132750.32">22685 4682 1413 0,'0'0'402'0,"0"0"-159"15,0 0-80-15,0 0-37 16,0 0-34-16,0 0-53 16,0 0-30-16,0 67-9 15,2-53-18-15,8-2-333 0,-1-7-559 0</inkml:trace>
  <inkml:trace contextRef="#ctx0" brushRef="#br1" timeOffset="132944.85">22909 4659 1597 0,'0'0'623'16,"0"0"-435"-16,0 0-65 16,0 0-38-16,0 0-85 0,0 0-201 15,0 0-391-15</inkml:trace>
  <inkml:trace contextRef="#ctx0" brushRef="#br1" timeOffset="133074.5">22909 4659 821 0,'113'21'1136'0,"-113"-21"-744"16,2 0-150-16,5 0-72 16,6 0-126-16,14-18-44 15,0-2-353-15,-2 2-783 0</inkml:trace>
  <inkml:trace contextRef="#ctx0" brushRef="#br1" timeOffset="133193.29">23189 4648 1652 0,'0'0'609'0,"0"0"-348"0,0 0-32 16,0 0-100-16,0 0-116 16,0 0-13-16,0 0-334 15,71-42-700-15</inkml:trace>
  <inkml:trace contextRef="#ctx0" brushRef="#br1" timeOffset="133389.25">23607 4630 2205 0,'0'0'318'0,"0"0"-242"0,0 0-13 16,0 0-10-16,0 0-30 16,0 0-13-16,-79 133-10 15,54-101-1-15,-6 7-107 16,10-6-230-16,2-9-395 0</inkml:trace>
  <inkml:trace contextRef="#ctx0" brushRef="#br1" timeOffset="135385.37">24436 4281 836 0,'0'0'207'0,"0"0"37"15,0 0 83-15,0 0-41 16,0 0-44-16,0 0-20 16,0 0-42-16,-3-56-52 15,-7 52-20-15,-6 1-36 16,-7 2-24-16,-8 1-18 16,-5 0-18-16,-8 12 10 15,-5 9-2-15,-1 13-4 0,6 1-10 16,7 3 8-16,8 5-14 15,15-6 0-15,9 0-1 16,5-4-1-16,11-4 2 16,18-5-6-16,5-4 6 15,6-7 1-15,0 0 9 16,3-6-10-16,-3-4-25 16,-3-3-46-16,-3 0-54 15,-3-8-70-15,-2-22-151 16,-11 2-179-16,-7 2-1094 0</inkml:trace>
  <inkml:trace contextRef="#ctx0" brushRef="#br1" timeOffset="135559.32">24143 4480 1617 0,'0'0'374'15,"0"0"-181"-15,0 0-29 16,0 0-92-16,0 0 43 15,116 0-41-15,-56-14-35 16,3-4-29-16,17-13-10 16,-15 5-237-16,-11 2-465 0</inkml:trace>
  <inkml:trace contextRef="#ctx0" brushRef="#br1" timeOffset="135814.54">24982 4100 1842 0,'0'0'541'15,"0"0"-382"-15,0 0-49 16,0 0-58-16,0 0 32 16,-7 103 25-16,3-56-18 15,-1 4-18-15,2-5-31 16,3-4-30-16,0-6 0 15,0-8-12-15,0-7-1 16,0-12-55-16,8-9-56 0,-2-13-37 16,3-16-168-1,-5-5-468-15</inkml:trace>
  <inkml:trace contextRef="#ctx0" brushRef="#br1" timeOffset="136008.53">24841 4118 1640 0,'0'0'382'15,"0"0"-228"-15,0 0-31 16,0 0-30-16,120-23-37 16,-77 19-36-16,-5 0-6 15,-7 1-14-15,2-5-33 16,-8 5-279-16,-8-4-517 0</inkml:trace>
  <inkml:trace contextRef="#ctx0" brushRef="#br1" timeOffset="136173.54">24971 4303 1038 0,'0'0'281'16,"0"0"-40"-16,0 0 5 15,0 0-130-15,0 0-83 16,149-7-33-16,-115 0-13 16,-7 2-539-16</inkml:trace>
  <inkml:trace contextRef="#ctx0" brushRef="#br1" timeOffset="139350.56">25773 4347 1475 0,'0'0'568'15,"0"0"-373"-15,0 0-1 16,0 0-92-16,0 0-38 15,0 0 0-15,125 0 55 16,-63 0-29-16,5 0-42 0,-5-5-32 16,-6-4-10-16,-7 1-1 15,-11 2-5-15,-7-2-23 16,-10-7-108-16,-8 3-231 16,-9-5-338-16</inkml:trace>
  <inkml:trace contextRef="#ctx0" brushRef="#br1" timeOffset="139627.37">26097 4195 1773 0,'0'0'707'15,"0"0"-469"-15,0 0-75 16,0 0-66-16,0 0-46 16,112 4-25-16,-62 2 1 15,-3 6-25-15,-7 4-1 0,-9 4-1 16,-13 2 0-16,-9 2 0 15,-9 2 0-15,0 0 2 16,-29 0 7-16,-9 2 3 16,-2 1-6-16,-2-4 4 15,8-3-10-15,10-1 0 16,7-9-1-16,11-6-14 16,6-6-42-16,0 0-46 15,41-11-114-15,-1-9-312 16,4 1-357-16</inkml:trace>
  <inkml:trace contextRef="#ctx0" brushRef="#br1" timeOffset="140099.32">26814 4002 1913 0,'0'0'258'0,"0"0"-206"16,0 0 152-16,-5 157-72 0,5-93-24 15,0-3 6-15,16-3-30 16,8-5-36-16,8-9-26 15,6-9-8-15,6-7-1 16,3-9 7-16,7-6-5 16,-1-5 0-16,-4-7-14 15,-5-1 9-15,-7 0-8 16,-8-9 5-16,-8-11 15 16,-4-11 14-16,-7-9 2 15,-5-8 2-15,-5-10-2 16,0-8-5-16,-15-6 10 15,-6 0-23-15,-1 4-13 16,4 9-6-16,2 12 10 0,8 8-11 16,-1 13 0-1,7 10 0-15,0 4-14 0,2 6-49 16,0 6-91-16,4 0-153 16,7 0-690-16</inkml:trace>
  <inkml:trace contextRef="#ctx0" brushRef="#br1" timeOffset="140702.78">26765 5111 1677 0,'0'0'517'0,"0"0"-268"15,0 0-97-15,0 0-108 16,0 0 19-16,0 102 25 16,0-51-21-16,0 2-10 15,0-2-14-15,0-3-34 0,0-6 0 16,0-8-7-1,5-8 4-15,5-6-5 0,6-10-1 16,4-8 0-16,2-2-30 16,3-8-58-16,0-38-142 15,-8 3-345-15,-9-1-768 0</inkml:trace>
  <inkml:trace contextRef="#ctx0" brushRef="#br1" timeOffset="140881.88">26747 5041 1614 0,'0'0'642'0,"0"0"-457"0,0 0-68 16,0 0-91-16,0 0-26 15,0 0-70-15,141-34-294 16,-112 27-770-16</inkml:trace>
  <inkml:trace contextRef="#ctx0" brushRef="#br1" timeOffset="141045.44">27037 5167 1659 0,'0'0'354'16,"0"0"-163"-16,0 0 6 0,0 0-134 15,0 0-63-15,129-31-43 16,-95 22-269-16,-12 3-347 0</inkml:trace>
  <inkml:trace contextRef="#ctx0" brushRef="#br1" timeOffset="141212.99">27052 5363 1706 0,'0'0'401'0,"0"0"-206"16,0 0-13-16,0 0-118 15,137-47-64-15,-79 29-30 0,-14 4-208 16,-11 4-378-16</inkml:trace>
  <inkml:trace contextRef="#ctx0" brushRef="#br1" timeOffset="141435.88">27480 5101 662 0,'0'0'135'0,"0"0"-50"16,0 0-23-16,0 0-62 0,0 0-142 16,0 0-22-16,0 0-60 15</inkml:trace>
  <inkml:trace contextRef="#ctx0" brushRef="#br1" timeOffset="143441.6">27594 4932 914 0,'0'0'606'16,"0"0"-272"-16,0 0 3 16,0 0-141-16,0 0-109 15,0 0 19-15,-6 95 17 16,4-49 13-16,-1 5-19 0,-1 0-29 16,-1-2-39-16,0-6-20 15,1-6-13-15,0-9-5 16,2-9-10-16,0-7 1 15,2-5-2-15,0-3-16 16,0-4-44-16,0 0-61 16,-10-2-97-16,-1-10-296 15,0-2-708-15</inkml:trace>
  <inkml:trace contextRef="#ctx0" brushRef="#br1" timeOffset="144199.35">26774 3355 107 0,'0'0'1081'0,"0"0"-824"16,-9 112 43-16,7-62 5 15,2-1-126-15,0-8-82 16,0-9-45-16,9-8-12 16,9-11 0-16,1-13 15 15,6 0 42-15,2-19-42 16,0-11-22-16,-6-5 3 16,0-6 16-16,-7 3-4 0,-8 4 22 15,-4 4 6-15,-2 6 2 16,0 6-20-16,-8 3-20 15,-11 5-29-15,-3 5-9 16,0-1-20-16,-2 4-66 16,-1 2-39-16,9 0-81 15,5 0-395-15,9-5-837 0</inkml:trace>
  <inkml:trace contextRef="#ctx0" brushRef="#br1" timeOffset="144431.44">26774 3355 1737 0,'151'136'261'16,"-153"-120"-80"0,2 2 94-16,0 0-171 0,25-4-27 15,13-8-10-15,9-6-13 16,6 0-15-16,-2-8-14 16,-9-13-7-16,-11-6 27 15,-12-4 24-15,-15-4 7 16,-4-1-42-16,0 2-22 15,-13 5-10-15,-10 10-2 16,-8 9-27-16,-45 10-99 16,9 0-148-16,-1 13-818 0</inkml:trace>
  <inkml:trace contextRef="#ctx0" brushRef="#br1" timeOffset="146556.85">28024 3999 1145 0,'0'0'398'0,"0"0"-115"16,0 0 79-16,0 0-127 15,0 0-74-15,0 0-64 0,-4-17-65 16,-3 51-21-16,-9 18 51 16,-5 11 58-16,-8 5-12 15,0-3-34-15,0-4-41 16,8-9-18-16,11-9-9 15,2-15-5-15,8-10-1 16,0-10 1-16,0-8 6 16,3 0-7-16,12-21 15 15,4-11-15-15,2-8 0 16,0-6 0-16,-3-5-17 16,-3-4 7-16,1-1-11 15,-5 4 10-15,2 5-4 16,-2 11 9-16,-2 8 5 0,-2 14 1 15,0 8-1 1,0 6-8-16,3 0-5 0,9 18 9 16,2 11 5-16,4 5 1 15,-3 4 18-15,1-1-17 16,-6 2 5-16,-3-3-6 16,-5-4 0-16,-5-1 5 15,-2-8-6-15,0 0 0 16,-2-8 0-16,2-1-1 15,-2-2-7-15,0-4-26 16,0 1-90-16,0-8-157 16,-10-1-290-16,-3 0-209 0</inkml:trace>
  <inkml:trace contextRef="#ctx0" brushRef="#br1" timeOffset="146722.15">27984 4342 1793 0,'0'0'514'0,"0"0"-293"16,0 0 38-16,0 0-184 16,0 0-54-16,0 0-6 15,0 0-15-15,152-63-124 16,-87 31-168-16,-14 6-389 16,-9 2-946-16</inkml:trace>
  <inkml:trace contextRef="#ctx0" brushRef="#br1" timeOffset="146901.93">28488 4154 1373 0,'0'0'252'16,"0"0"-35"-16,0 0 155 15,0 0-202-15,0 123-66 0,0-97-32 16,0-4-30-16,0-5-9 16,7-5-18-16,10-7 4 15,4-1-2-15,6-4-17 16,0 0-20-16,6-21-136 15,-8-2-313-15,-10-5-788 0</inkml:trace>
  <inkml:trace contextRef="#ctx0" brushRef="#br1" timeOffset="147046.4">28497 4041 1910 0,'0'0'312'16,"0"0"-201"-16,0 0 88 15,0 0-199-15,0 0-205 16,0 0-182-16,156-33-877 0</inkml:trace>
  <inkml:trace contextRef="#ctx0" brushRef="#br1" timeOffset="147277.31">29061 3932 1874 0,'0'0'293'16,"0"0"-41"-16,0 0-46 16,-136 61-104-16,103-17-16 0,6 0-14 15,11-3-30-15,12 0-29 16,4-9-2-16,13-9-10 16,21-6 7-16,8-7-8 15,7-6 0-15,7-4-80 16,-5 0-88-16,5-28-101 15,-13 2-216-15,-18-1-324 0</inkml:trace>
  <inkml:trace contextRef="#ctx0" brushRef="#br1" timeOffset="147436.45">28917 4096 1073 0,'0'0'395'0,"0"0"-7"15,0 0 112-15,0 0-316 0,0 0-84 16,0 0-57-16,0 0 33 15,48 7 0-15,28-22-52 16,6-5-24-16,30-23-83 16,-21 6-238-16,-18-1-717 0</inkml:trace>
  <inkml:trace contextRef="#ctx0" brushRef="#br1" timeOffset="147646.35">29645 3721 1891 0,'0'0'526'16,"0"0"-471"-16,0 0 198 16,0 121-94-16,0-68-65 0,0 0-9 15,0-2-25-15,7-9-30 16,2-7-24-16,-1-8-5 16,4-9-1-16,-1-7-34 15,1-9-69-15,3-2-34 16,3-24-47-16,-3-12-292 15,-6-4-460-15</inkml:trace>
  <inkml:trace contextRef="#ctx0" brushRef="#br1" timeOffset="147817.82">29523 3699 502 0,'0'0'1271'16,"0"0"-886"-16,0 0-206 0,0 0-66 15,146-33-58-15,-86 24-34 16,-4 2-15-16,-11 5-6 16,-11-3-60-16,-15 3-434 15,-9 2-495-15</inkml:trace>
  <inkml:trace contextRef="#ctx0" brushRef="#br1" timeOffset="147961.18">29658 3884 529 0,'0'0'1128'0,"0"0"-954"16,0 0 154-16,0 0-86 16,0 0-52-16,0 0-117 15,143 14-57-15,-90-28-16 0,-10 4-203 16,-12-1-438-16</inkml:trace>
  <inkml:trace contextRef="#ctx0" brushRef="#br1" timeOffset="160101.4">2336 6374 1633 0,'0'0'338'16,"0"0"-218"-16,0 0 145 15,-137-50-130-15,91 47 9 16,-3 3-34-16,-4 9-53 16,-3 29-3-16,-2 21-10 15,-2 31 3-15,12-3-4 16,15 8-10-16,16-3-24 15,17-20 11-15,6-1-19 16,28-17-1-16,8-11 1 16,7-17-1-16,5-14 0 15,-4-9-40-15,2-3-38 16,-3-6-46-16,0-29-117 0,-14 3-409 16,-12-2-931-16</inkml:trace>
  <inkml:trace contextRef="#ctx0" brushRef="#br1" timeOffset="160282.5">1785 6909 2090 0,'0'0'253'0,"0"0"39"16,0 0-90-16,0 0-156 0,0 0-45 15,0 0 17 1,179-53-18-16,-95 29-36 0,34-6-146 15,-25 7-118-15,-12 3-359 16</inkml:trace>
  <inkml:trace contextRef="#ctx0" brushRef="#br1" timeOffset="160543.49">2647 6659 1689 0,'0'0'253'0,"0"0"-138"16,12 112 105-16,3-46-42 16,-4 13-70-16,-3 4-26 15,-8-2 14-15,0 0-8 0,0-13-17 16,-14-10-41 0,-4-10 6-16,-4-12-9 0,-1-8-13 15,1-12-5-15,-4-8 0 16,-1-8 9-16,-2-10-8 15,0-24-10-15,-2-49-115 16,6 9-195-16,5 5-525 0</inkml:trace>
  <inkml:trace contextRef="#ctx0" brushRef="#br1" timeOffset="160680.85">2566 6595 1385 0,'0'0'0'16,"0"0"-339"-16</inkml:trace>
  <inkml:trace contextRef="#ctx0" brushRef="#br1" timeOffset="161467.64">2897 6798 2067 0,'0'0'240'16,"0"0"-59"-16,0 0-69 15,157-53-41-15,-113 39-43 16,-11 3-22-16,-6 2 8 16,-11 3-14-16,-9 3 1 0,-7-4 19 15,0 3 13-15,-12-2 2 16,-17 5 6-16,-9 1 20 15,-6 0-3-15,-3 3-11 16,5 18-19-16,1 9-10 16,10 7-17-16,9 10 7 15,11 5-8-15,8-2 9 16,3-2-3-16,17-9 0 16,18-12-5-16,7-13 1 15,10-14-2-15,3-2-33 16,-1-30-76-16,-10-10-103 15,-13-10-309-15,-10-7-16 0,-15 1-14 16,-6 7 460 0,0 10 91-16,0 15 675 0,-4 16-139 15,4 10-278-15,0 6-188 16,0 22-44-16,2 8 48 16,9 8 2-16,3 3 14 15,-1-5-16-15,1-8-21 16,-6-6-26-16,1-12-8 15,-5-6-18-15,-4-10 0 16,0 0 19-16,0-14-20 16,0-14-15-16,0-8-8 15,-2-2 22-15,2-1 1 16,0 6-1-16,5 8 1 0,15 13 0 16,5 9 0-1,1 3-11-15,6 14 10 0,-3 12-8 16,-5 6 9-16,-6 0 0 15,-7-3 0-15,-4-4 0 16,-7-9 11-16,0-8-10 16,0-8 1-16,0 0 16 15,0-18 9-15,0-16-20 16,-2-10-4-16,2-9 4 16,0 3 1-16,15 4 43 15,10 12-18-15,4 14-12 16,0 14-12-16,2 6-3 15,-4 17-6-15,-3 17 1 16,-4 4 26-16,-4 1 3 16,-5-2-9-16,-3-7-21 0,2-8 0 15,-2-6 0-15,15-16-69 16,-4 0-185-16,6-6-841 0</inkml:trace>
  <inkml:trace contextRef="#ctx0" brushRef="#br1" timeOffset="161903.84">4052 6687 2162 0,'0'0'287'15,"0"0"-186"-15,0 0 61 16,-26 153-33-16,26-84-29 16,0 10-37-16,0 2-5 0,0-4-42 15,0-8-7-15,0-14 0 16,-8-10-9-16,-7-18-6 15,-3-12-52-15,-4-12 16 16,-2-3 16-16,-1-25 17 16,0-19-4-16,5-14 13 15,5-12 9-15,10-11 35 16,5-5 11-16,13-3-22 16,32 6-22-16,14 8-11 15,9 17-1-15,1 20-10 16,-4 21 11-16,-14 17-12 15,-15 0 10-15,-16 27-5 16,-16 7 7-16,-4 2 10 0,-20 1 41 16,-15-4 12-16,-3-4-21 15,-2-9-17-15,4-7-11 16,7-4-13-16,3-9 1 16,5 0-2-16,3 0-9 15,3 0-51-15,3 0-24 16,6 0-39-16,6 0-70 15,0 0-438-15,16-2-574 0</inkml:trace>
  <inkml:trace contextRef="#ctx0" brushRef="#br1" timeOffset="162136.51">4409 6476 1594 0,'0'0'1095'16,"0"0"-983"-16,0 0-76 16,0 0 73-16,31 107 30 15,-9-51-40-15,-1 0-36 16,-4-2-32-16,-1-7-16 16,-3-9-15-16,1-11-29 15,-1-8-92-15,16-19-92 16,-2-2-435-16,-3-20-748 0</inkml:trace>
  <inkml:trace contextRef="#ctx0" brushRef="#br1" timeOffset="162345.34">4647 6742 1930 0,'0'0'323'0,"0"0"-170"0,-17 116 68 16,17-68-85-16,13-6-57 15,22-14-21-15,10-16-2 16,8-12 13-16,3-10-20 15,-2-24-18-15,-12-8-30 16,-13-6 10-16,-11-3-2 16,-11 4-3-16,-7 2-6 15,-5 9-6-15,-22 10-33 16,-41 16-70-16,3 7-146 16,-5 3-559-16</inkml:trace>
  <inkml:trace contextRef="#ctx0" brushRef="#br1" timeOffset="164635.72">6296 6735 1423 0,'0'0'498'0,"0"0"-204"15,0 0 11-15,0 0-153 16,0 0-74-16,0 0 2 16,0 0 23-16,135 67-26 15,-52-49-19-15,6-1 0 16,2-5-17-16,-5-5-17 16,-7-5-6-16,-13-2-18 15,-16 0 11-15,-19 0-11 16,-14 0-6-16,-7 0 6 15,-10-2 1-15,0-5 11 16,0-2-4-16,-16-6-8 0,-5-7 0 16,-5-2 1-1,0-3-1-15,1-5 6 0,0-1-6 16,5-5 1-16,7 0 0 16,9-2 0-16,4-2-1 15,10-1-6-15,24 4-3 16,11 5 1-16,5 3 7 15,2 14 0-15,-3 8 0 16,-7 9-9-16,-6 16 2 16,-7 25 7-16,-13 13-4 15,-12 8 5-15,-4 6 0 16,-11 2 1-16,-13-4 5 16,-5-6-4-16,4-7-2 15,7-9 1-15,5-13 1 16,6-6-1-16,7-9 0 0,0-6-1 15,0-4 2-15,2-2-2 16,11-2 21-16,8-2 3 16,4 0 6-16,8 0-11 15,2-5-2-15,3-2-11 16,1-1-6-16,-8 0-1 16,-5 0-44-16,-2 0-35 15,-1-4-62-15,12-14-78 16,-1-1-323-16,-3-1-626 0</inkml:trace>
  <inkml:trace contextRef="#ctx0" brushRef="#br1" timeOffset="164854.5">7634 6627 1974 0,'0'0'308'0,"0"0"-141"16,0 0-20-16,0 0-74 16,0 0-28-16,118 0-20 15,-71 0-23-15,-5 0-2 16,-10 0-41-16,-16 0-188 16,-10 0-305-16,-6 6-282 0</inkml:trace>
  <inkml:trace contextRef="#ctx0" brushRef="#br1" timeOffset="164987.57">7714 6805 1453 0,'0'0'350'0,"0"0"-84"16,0 0 34-16,0 0-152 15,0 0-61-15,0 0 26 16,0 0-55-16,108-2-33 16,-26-34-25-16,-10 2-213 15,-10 0-448-15</inkml:trace>
  <inkml:trace contextRef="#ctx0" brushRef="#br1" timeOffset="165385.14">8510 6240 948 0,'0'0'1065'16,"0"0"-938"-16,0 0 209 15,0 0-239-15,0 0-69 16,0 0 8-16,0 144 28 16,0-67 52-16,0 1 4 15,0-4-39-15,-15-12-34 16,1-13-24-16,5-16-22 16,3-12 11-16,2-15-12 15,4-6 15-15,0-9 9 16,0-19-16-16,0-10-8 15,17 0-9-15,3 6-7 0,3 17-7 16,2 15-11-16,-4 7 3 16,0 35 30-16,-6 18 0 15,-8 10 1-15,-7 5 1 16,0-3 5-16,-2-6-5 16,-10-12 0-16,1-9 7 15,5-14-8-15,1-11-63 16,2-9-255-16,3-10-611 0</inkml:trace>
  <inkml:trace contextRef="#ctx0" brushRef="#br1" timeOffset="168466.59">9523 6545 469 0,'0'0'551'0,"0"0"-266"16,0 0-52-16,0 0-118 15,0 0-75-15,0 0-24 0,0 0-15 16,8 0 8-16,-5 0-9 15,-3 0 20-15,0 0-9 16,0 0 6-16,0 0-15 16,0 0-1-16,0 0 2 15,0 0-2-15,0 0 12 16,0 0 65-16,0 0 42 16,0 0 4-16,0 0-28 15,0 0-43-15,0 0-14 16,0 0-10-16,0 0 1 0,0 0 15 15,0 0 5 1,0 0 3-16,0 0-18 0,0 0-7 16,0 0-19-16,0 0 0 15,0 0-9-15,0 0 2 16,0 0-1-16,0 0 0 16,0 0 7-16,0 0-8 15,0 0 6-15,0 0-6 16,0 0 9-16,0 0-8 15,0 0 11-15,0 0-11 16,0 0 1-16,0 0-1 16,0 0 0-16,0 0 1 15,0 0-2-15,0 0 7 16,0 0-6-16,0 0 4 16,0-4-4-16,0 2 0 0,2-3 1 15,-2 5-1-15,0 0-1 16,0 0 0-16,0 0-1 15,0 0 0-15,0 0-1 16,0 0-16-16,0 0 1 16,0 0-4-16,0-2 6 15,0 2 0-15,6-5-82 16,2 1-224-16,-2-2-603 0</inkml:trace>
  <inkml:trace contextRef="#ctx0" brushRef="#br1" timeOffset="169741.12">9484 6328 907 0,'0'0'366'16,"0"0"-189"-16,0 0 118 16,5 107-80-16,8-47 6 15,0 10-59-15,6 1-55 16,-1 4-39-16,-1-7-41 16,-1-7-6-16,-3-11-20 15,-1-12 10-15,-6-13-10 16,-4-11 0-16,-2-9 5 0,0-5 11 15,0-2 27-15,0-24-26 16,-6-9-3-16,6-6-9 16,0-7 21-16,15 2-18 15,21 1 4-15,9 10-12 16,3 8 1-16,2 15-2 16,-5 12 1-16,-10 2 0 15,-11 23-1-15,-10 8 14 16,-14 4-2-16,0 0 32 15,-25-1 30-15,-8-5-1 16,-1-5-34-16,3-10-17 16,4-8-13-16,5-8 2 15,5 0 6-15,0-6-17 16,5-11-25-16,4 2-31 16,6-1-25-16,2 0-96 0,5 4-205 15,10 0-530-15</inkml:trace>
  <inkml:trace contextRef="#ctx0" brushRef="#br1" timeOffset="169936.37">10169 6793 1618 0,'0'0'234'0,"0"0"-25"16,0 0 128-16,-16 121-193 15,12-82-90-15,4-4-35 16,0-3-9-16,-3-2-10 0,-1 4-23 16,-2-10-231-16,-3-5-449 0</inkml:trace>
  <inkml:trace contextRef="#ctx0" brushRef="#br1" timeOffset="172182.06">10534 6613 789 0,'0'0'168'0,"0"0"-68"15,0 0 37-15,0 0-76 16,0 0-16-16,0 0 116 16,0 0 5-16,9-2-22 15,-9 2-34-15,0 0-30 16,0 0 9-16,0 0-13 16,0 0 11-16,0 0 7 15,0-2 25-15,0 0-32 16,0-4-14-16,0 2-19 0,0-1-15 15,0 0-11-15,-2 1-7 16,-9 2 4-16,-5-1-19 16,-1 3 2-16,-8 0-8 15,-2 12 1-15,0 15 11 16,5 6-11-16,5 12 7 16,8 3-2-16,9-2-5 15,0-3 0-15,24-7-1 16,14-9 1-16,6-13 0 15,4-3-1-15,-4-11-12 16,1 0-34-16,10-6-91 16,-12-10-210-16,-6 0-419 0</inkml:trace>
  <inkml:trace contextRef="#ctx0" brushRef="#br1" timeOffset="172384.51">10978 6875 2357 0,'0'0'340'0,"0"0"-262"16,0 0-11-16,-49 111-38 15,22-59-29-15,-8 25-8 16,3-14-204-16,8-8-601 0</inkml:trace>
  <inkml:trace contextRef="#ctx0" brushRef="#br1" timeOffset="174095.56">11467 6645 1151 0,'0'0'385'16,"0"0"-59"-16,0 0-23 0,0 0-84 15,0 0-39-15,0 0-73 16,-114-21-32-16,68 21-1 16,0 0-18-16,2 9-9 15,1 8-14-15,10 6-7 16,4 9-17-16,8 5-9 15,13 3 0-15,8 6-1 16,0-4 1-16,22-5-18 16,16-6-22-16,7-13-27 15,1-14-11-15,-1-4-65 16,4-20-156-16,-14-11-239 16,-8-3-298-16</inkml:trace>
  <inkml:trace contextRef="#ctx0" brushRef="#br1" timeOffset="174284.25">11363 6288 1249 0,'0'0'293'16,"0"0"53"-16,0 0 45 15,0 0-130-15,0 0-141 16,0 0-77-16,0 0 47 16,39 94-23-16,-22-34-34 15,-3 3-20-15,-1-7-5 16,-4-2-8-16,3-6-15 15,0 2-94-15,2-11-207 16,-1-16-447-16</inkml:trace>
  <inkml:trace contextRef="#ctx0" brushRef="#br1" timeOffset="174659.74">11830 6291 1896 0,'0'0'262'0,"0"0"-189"16,0 0 121-16,-58 144-58 15,48-79-54-15,10 1-40 16,0-7-8-16,10-11-16 0,9-12-7 15,2-12-10-15,-3-10 1 16,-3-9-2-16,-3-5 0 16,-6 0 7-16,-1-7 4 15,-5 4 0-15,0 3-11 16,0 3 12-16,-13 34-11 16,-6 17 8-16,5 14-8 15,8 6 1-15,6 2-2 16,0-8 0-16,18-12 0 15,13-15-61-15,-4-17-252 16,-5-14-481-16</inkml:trace>
  <inkml:trace contextRef="#ctx0" brushRef="#br1" timeOffset="180520.57">14335 6162 1751 0,'0'0'529'0,"0"0"-381"15,0 0 23-15,0 0-125 16,0 0 12-16,0 157 54 15,6-77-36-15,2 6-4 16,-2-5-21-16,-1-8-3 16,1-9-27-16,2-10-8 0,-2-11-11 15,1-9-1-15,-1-12 0 16,-2-6-1-16,1-6-2 16,-5-6-35-16,0-4-17 15,0 0-25-15,0-23-87 16,0-26-141-16,0 2-267 15,0 0-478-15</inkml:trace>
  <inkml:trace contextRef="#ctx0" brushRef="#br1" timeOffset="180754.79">14125 6152 129 0,'0'0'1526'16,"0"0"-1327"-16,0 0 38 16,0 0-89-16,121-56-49 15,-63 42-28-15,0 4-25 16,-4 0-36-16,-8 3-1 16,-8 5-9-16,-6 1 0 15,1-1-141-15,-10 0-332 16,-8-3-756-16</inkml:trace>
  <inkml:trace contextRef="#ctx0" brushRef="#br1" timeOffset="180934.69">14279 6488 377 0,'0'0'1041'16,"0"0"-780"-16,0 0 221 15,0 0-338-15,168-43-60 16,-108 21-51-16,11 2-33 16,-13 3-70-16,-15 8-536 0</inkml:trace>
  <inkml:trace contextRef="#ctx0" brushRef="#br1" timeOffset="184088.52">15198 6689 1921 0,'0'0'347'15,"0"0"-142"-15,0 0-49 16,0 0-108-16,131-68-32 16,-89 51-5-16,-8 8-11 15,-10 3-18-15,-16 6-117 16,-8 0-246-16,0 1-426 0</inkml:trace>
  <inkml:trace contextRef="#ctx0" brushRef="#br1" timeOffset="184237.28">15229 6840 1600 0,'0'0'351'16,"0"0"-108"-16,0 0-81 15,0 0-122-15,0 0-22 16,158-62-18-16,-111 43-1 16,13 0-140-16,-13 0-358 15,-9 3-555-15</inkml:trace>
  <inkml:trace contextRef="#ctx0" brushRef="#br1" timeOffset="184657.33">15958 6125 1545 0,'0'0'293'0,"0"0"-58"16,0 0-61-16,0 0-112 16,0 0 25-16,-11 145 21 15,4-85-20-15,1-1-9 16,-1-7-42-16,5-10-14 0,0-12-22 16,2-11 10-1,0-8-10-15,0-11-1 0,2 0 1 16,13-11 17-16,5-8-3 15,0-1-13-15,0 6-2 16,-1 11-12-16,-4 3-7 16,-4 31 8-16,-8 21 5 15,-3 18 6-15,-12 14 6 16,-15 5 12-16,-4-3-5 16,2-10 12-16,9-18-13 15,6-16-10-15,8-20-1 16,6-16-1-16,0-6-22 15,22-42-167-15,7-4-363 16,3-5-306-16</inkml:trace>
  <inkml:trace contextRef="#ctx0" brushRef="#br1" timeOffset="187757.99">16671 6409 1132 0,'0'0'290'16,"0"0"-115"-16,0 0 117 15,0 0-93-15,0 0-36 16,0 0 2-16,0 0-26 15,-69-46-76-15,47 86-15 16,-7 16 4-16,2 10-9 0,5 6-9 16,13-4-7-1,9-5-4-15,9-16-7 0,29-8 7 16,14-19 11-16,8-14-4 16,4-6-9-16,-4-12-9 15,-9-14 0-15,-14-6-6 16,-16-3 9-16,-11-1-8 15,-10-4 2-15,-3 0 2 16,-21-1-10-16,-9 4 8 16,-4 1 4-16,-3 5-8 15,-2 11-5-15,-1 7 0 16,4 7-9-16,3 6 8 16,7 0-6-16,6 0-47 15,15 0-68-15,8 0-181 16,6 0-377-16,17-8-752 0</inkml:trace>
  <inkml:trace contextRef="#ctx0" brushRef="#br1" timeOffset="187968.86">16752 6009 1570 0,'0'0'599'0,"0"0"-528"15,0 0 29-15,-16 201 37 16,-11-57-14-16,-4 9-10 16,2-27-29-16,9-35-39 15,12-37-44-15,2-10-1 0,2 22-29 16,2-10-191 0,0-8-464-16</inkml:trace>
  <inkml:trace contextRef="#ctx0" brushRef="#br1" timeOffset="188215.66">17135 6682 2027 0,'0'0'318'16,"0"0"-192"-16,-45 132 104 15,8-63-151-15,-17 40-77 16,10-19-2-16,7-13-600 0</inkml:trace>
  <inkml:trace contextRef="#ctx0" brushRef="#br1" timeOffset="190431.61">17566 6319 1947 0,'0'0'498'0,"0"0"-363"15,0 0 26-15,0 0-19 16,50 123-7-16,-36-50-29 16,-7 4-40-16,-7 1 0 15,0-8-30-15,0-12-18 16,-7-14-8-16,3-14-4 0,2-14-4 15,-2-14-1-15,4-2 27 16,0-29-14-16,0-12-13 16,6-8-1-16,13-1-6 15,6 14-15-15,-3 16 11 16,1 18-12-16,-6 6-1 16,-3 34 22-16,-12 14 1 15,-2 13 3-15,0 1-3 16,-16-4 1-16,1-10-1 15,6-12 0-15,9-18-47 16,0-16-118-16,38-19-83 16,4-22-207-16,0-3-748 0</inkml:trace>
  <inkml:trace contextRef="#ctx0" brushRef="#br1" timeOffset="190903.27">17980 6266 2008 0,'0'0'362'0,"0"0"-186"16,0 0-48-16,4 102 45 15,10-28-46 1,-3 15-48-16,-2 1 0 0,-2-3-26 16,-3-16-28-16,0-13-19 15,3-17 0-15,-3-19-6 16,4-16-11-16,-4-6-16 16,0-14 18-16,5-24 9 15,0-11-14-15,7-4 13 16,8-2-5-16,5 7 5 15,7 14-6-15,4 14 5 16,-5 15 1-16,-6 5-11 16,-6 27 1-16,-17 15 11 15,-6 10 17-15,-4 3 5 16,-23-4 7-16,-6-5-8 0,-1-9-8 16,5-10-12-16,7-16 8 15,7-11-9-15,6 0-33 16,9-24-92-16,9-20-126 15,17 3-289-15,1 8-401 0</inkml:trace>
  <inkml:trace contextRef="#ctx0" brushRef="#br1" timeOffset="191241.47">18667 6280 2237 0,'0'0'271'0,"0"0"-68"0,-61 102-51 15,53-56-52-15,8-3-40 16,2-9-37-16,17-10-9 16,4-10-3-16,-7-11-11 15,-3-3 12-15,-7 0-11 16,-1 0 22-16,-2-5-18 15,-3 5-5-15,0 0-8 16,0 28-10-16,0 20 18 16,-10 17 0-16,4 10 1 15,6 2-1-15,0-7 0 16,6-10 0-16,15-13-1 0,-1-18-26 16,13-17-73-1,-9-10-227-15,1-2-471 0</inkml:trace>
  <inkml:trace contextRef="#ctx0" brushRef="#br1" timeOffset="191520.13">19516 6733 1793 0,'0'0'877'0,"0"0"-739"16,0 0-26-16,-114 107-34 15,62-33-36-15,2 6-42 16,5 18 0-16,16-22-126 15,11-17-590-15</inkml:trace>
  <inkml:trace contextRef="#ctx0" brushRef="#br1" timeOffset="193472.73">19964 6154 1825 0,'0'0'320'16,"0"0"-131"-16,0 0-30 15,0 0-82-15,0 0-40 16,0 0 45-16,29 142 16 15,-16-71-23-15,-2 3-12 16,-4-4-29-16,0-10-16 16,-5-7-9-16,-2-12-3 15,0-9 0-15,0-9-6 16,0-15 8-16,0-8-8 0,0 0 20 16,0-26-13-16,9-9-7 15,2-1 0-15,2 6 10 16,3 10-10-16,0 14-8 15,-6 6-4-15,2 20-3 16,-8 18 15-16,-1 6 1 16,-3 3 0-16,0-1 1 15,0-9-2-15,0-8-1 16,4-13-113-16,21-8-401 16,4-8-358-16</inkml:trace>
  <inkml:trace contextRef="#ctx0" brushRef="#br1" timeOffset="194071.43">20853 6459 221 0,'0'0'1592'0,"0"0"-1122"0,0 0-255 16,0 0-63-16,-127-32-40 15,96 32-48-15,0 22-45 16,0 8-2-16,4 4-1 16,7 2 2-16,9-4 0 15,11-2-5-15,0-5-11 16,25-8-2-16,12-3 20 15,5-4-10-15,1-3 1 16,-1-6-11-16,-2-1-11 16,-1 0-86-16,9-12-107 15,-5-6-369-15,-8-1-742 0</inkml:trace>
  <inkml:trace contextRef="#ctx0" brushRef="#br1" timeOffset="194268.9">21393 6557 2213 0,'0'0'320'0,"0"0"-226"16,0 0 37-16,0 0-43 16,0 0-53-16,-36 106-18 15,36-84-17-15,0-4 0 16,0 3-106-16,0-5-213 15,0-7-565-15</inkml:trace>
  <inkml:trace contextRef="#ctx0" brushRef="#br1" timeOffset="194583.84">21848 6353 598 0,'0'0'1102'15,"0"0"-945"-15,0 0 122 16,-135-32-86-16,98 32-61 16,6 9-80-16,-1 19-20 15,8 13 5-15,6 2 9 16,9 3-4-16,9-3 13 0,0-9-19 15,27-10-17 1,12-9-3-16,9-15 1 0,3 0-17 16,-4 0-93-16,-4-21-112 15,-4-25-97-15,-10 6-173 16,-10-7-211-16</inkml:trace>
  <inkml:trace contextRef="#ctx0" brushRef="#br1" timeOffset="194756.38">21869 6020 848 0,'0'0'824'15,"0"0"-259"-15,0 0-227 16,0 0-107-16,0 0-120 16,0 0-80-16,0 0 61 0,-29 110 2 15,29-44-30-15,3 2-28 16,6-6-12-16,2-7-22 16,5-11-2-16,5-10-53 15,18-14-100-15,-6-11-233 16,-4-9-638-16</inkml:trace>
  <inkml:trace contextRef="#ctx0" brushRef="#br1" timeOffset="195055.72">22282 6113 1145 0,'0'0'1283'0,"0"0"-1139"0,0 0-46 16,-139 121 7-16,116-60-13 15,13-3-43-15,10-7-29 16,10-8-20-16,19-16-8 16,0-11 8-16,-3-7-34 15,-4-9-33-15,-10 0 44 16,-8 0 16-16,-4 0 5 16,0 6 2-16,0 9 9 15,-14 8 14-15,-1 12-4 16,4 6-13-16,6 3 2 15,5 1-8-15,0-4 0 16,14-6-1-16,22-9-65 16,-7-8-453-16,0-10-668 0</inkml:trace>
  <inkml:trace contextRef="#ctx0" brushRef="#br1" timeOffset="197098.52">22538 6764 1906 0,'0'0'288'15,"0"0"-217"-15,0 0-6 16,0 0 107-16,-17 106-11 16,6-62-88-16,4-2-40 15,4-8-27-15,3-10-6 16,10-10-105-16,9-8-360 16,4-6-523-16</inkml:trace>
  <inkml:trace contextRef="#ctx0" brushRef="#br1" timeOffset="197766.06">22824 6589 1631 0,'0'0'362'15,"0"0"-248"-15,0 0-10 16,0 0-16-16,0 0-18 16,164 15-39-16,-105-10-19 15,-10 5-7-15,-9 0-5 16,-13 4 0-16,-7-2 0 15,-9-4-1-15,-7-1 1 0,-2-4 0 16,-2-3 22-16,0 0 64 16,0 0 50-16,-8-8-72 15,-8-8-36-15,0-6-17 16,0-4 12-16,-1-6-2 16,5-8-4-16,4-6-17 15,8-2-5-15,0-1-2 16,2 5 7-16,20 9-1 15,7 6 2-15,5 7-1 16,1 10 0-16,-1 8 0 16,-7 4 0-16,-3 2-6 15,-8 22 4-15,-7 10-10 16,-7 7 12-16,-2 2 6 0,-2 1 14 16,-14 0-8-16,-1-5 0 15,-2-5-11-15,6-1-1 16,2-7 1-16,4 1-1 15,5-5 1-15,2-2 16 16,0-4 12-16,2-6-5 16,16-4 9-16,11-6 3 15,7 0 0-15,4 0-15 16,-3-6-5-16,-5-2-5 16,-6 2-11-16,-3 3 0 15,-3-2 0-15,-2-1-36 16,11-12-140-16,-5 1-426 0,-1-4-1174 15</inkml:trace>
  <inkml:trace contextRef="#ctx0" brushRef="#br1" timeOffset="198111.25">24083 5985 2107 0,'0'0'309'16,"0"0"-234"-16,0 0 26 16,0 0 34-16,-86 155-23 15,78-101-54-15,8-6-16 0,0-10-19 16,19-9-14-16,5-12-9 16,0-9 9-16,1-8-9 15,-7 0-41-15,-5 0-5 16,-9 0 16-16,-4 0 9 15,0 8-6-15,-15 20 17 16,-10 13 10-16,1 15 21 16,2 11-21-16,8 6 14 15,10-5-14-15,4-5 1 16,9-13-1-16,15-14-5 16,24-16-28-16,-11-12-232 15,-3-8-551-15</inkml:trace>
  <inkml:trace contextRef="#ctx0" brushRef="#br1" timeOffset="210960.89">23472 5835 1731 0,'0'0'320'0,"0"0"-98"15,0 0 34-15,0 0-113 16,0 0-65-16,0 0-46 15,-8-26-23-15,8 26 6 16,-5 0 9-16,1 16 33 16,-8 6 19-16,-1 6-11 15,-3 2-3-15,-1 0-23 16,-1-2-12-16,5-3-9 16,1-7-1-16,6-7-16 0,1-4 1 15,5-6 7-15,0-1 0 16,0 0 7-16,0 0-4 15,0 0 11-15,-2 3-16 16,2-3-5-16,0 0-1 16,0 0 0-16,0 0 8 15,0 0 0-15,0 0 5 16,0 0 14-16,0-3 11 16,0-5-24-16,0 0 12 15,0-2-5-15,11-4-10 16,9-5-6-16,11-6-6 15,14-7 0-15,6-2-2 16,7-2 2-16,-2 0-8 16,-2 3 7-16,1-2-40 15,5-3-56-15,31-23-64 0,-14 8-114 16,-9 0-629-16</inkml:trace>
  <inkml:trace contextRef="#ctx0" brushRef="#br1" timeOffset="-204413.51">11870 3928 620 0,'0'0'290'16,"0"0"-13"-16,0 0-29 16,0 0-50-16,0 0-111 15,0 0-50-15,0-19-21 16,0 16 13-16,0 3 49 16,0 0 29-16,0 0-3 15,0 0-19-15,-2 3-46 16,-5 9-31-16,-3 2 6 15,2 1-13-15,-1-1 12 16,3-2-7-16,4-6-5 16,2-4 0-16,0 1 5 0,0-3 1 15,0 0 4-15,0 0 12 16,0 0 8-16,0 0 2 16,0 0-24-16,0-3-4 15,0 1-4-15,0 2-1 16,0-2 1-16,0 2-1 15,0 0 0-15,0 0-10 16,0 0 1-16,0 0-26 16,0 10 35-16,0 4 0 15,0 2 0-15,0-2 1 16,0-3 0-16,0-6-1 16,0 0-1-16,0-5-9 15,0 0-3-15,0 0 13 0,6 0 2 16,3 0 11-16,5-9-13 15,3-7 6-15,8-8-6 16,8-8-53-16,14-10-77 16,8-10-24-16,11-4-16 15,27-21 16-15,-18 14-77 16,-14 8-507-16</inkml:trace>
  <inkml:trace contextRef="#ctx0" brushRef="#br1" timeOffset="-202764.85">16125 4461 864 0,'0'0'108'0,"0"0"-107"16,0 0-1-16,0 0 0 16,0 0-21-16,0 0-258 0</inkml:trace>
  <inkml:trace contextRef="#ctx0" brushRef="#br1" timeOffset="-202606.51">16592 4132 525 0,'0'0'0'0</inkml:trace>
  <inkml:trace contextRef="#ctx0" brushRef="#br1" timeOffset="-198986.44">16870 5729 628 0,'0'0'291'0,"0"0"-153"16,0 0 66-16,0 0-68 15,0 0-63-15,0 0-11 16,-2 0 33-16,2 0 2 16,0 0 23-16,0 0-14 0,0 0-7 15,-2 0-31 1,2 0-33-16,0 0-35 0,0 0-19 15,0 6 0-15,0 4 17 16,0 2 2-16,-2 1 1 16,-2-1 5-16,4-1-6 15,0-3 0-15,0-6-1 16,0-2-67-16,10 0-110 16,12-12 160-16,14-22 18 15,10-14-11-15,52-55-42 16,-11 10-269-16,-4 6-254 0</inkml:trace>
  <inkml:trace contextRef="#ctx0" brushRef="#br1" timeOffset="-195426.51">23089 7258 1277 0,'0'0'210'0,"0"0"-124"16,0 0 26-16,0 0-62 15,0 0-50-15,0 0 34 16,3 21 65-16,-3-13 5 0,0-6-6 15,10-2-48 1,22-4 5-16,39-38-21 0,47-35-34 16,45-32-20-16,-16 8-144 15,-26 13-443-15</inkml:trace>
  <inkml:trace contextRef="#ctx0" brushRef="#br1" timeOffset="-191420.31">17790 5905 861 0,'0'0'222'15,"0"0"-3"-15,0 0-45 16,0 0-94-16,0 0-58 16,0 0 13-16,7-8-22 15,-7 8-3-15,0 0 4 16,0 0 8-16,0 0 15 16,0 0-27-16,0 0-9 15,0 8 4-15,0 4 10 16,0 3-14-16,0-1 6 15,0-5-7-15,0-5 0 0,12-4 0 16,17 0 18-16,13-15-4 16,16-16-14-16,33-28-64 15,-10 6-275-15,-15 2-546 0</inkml:trace>
  <inkml:trace contextRef="#ctx0" brushRef="#br1" timeOffset="-187913.89">9411 6174 361 0,'0'0'253'0,"0"0"112"16,0 0-52-16,0 0-87 16,0 0-107-16,0 0-84 15,160-117-35-15,-106 88-77 16,6-2-654-16</inkml:trace>
  <inkml:trace contextRef="#ctx0" brushRef="#br1" timeOffset="-182464.3">20143 6747 857 0,'0'0'359'16,"0"0"-153"-16,0 0-25 15,0 0-87-15,0 0-49 16,0 0-44-16,-4 0-1 0,4 2-6 15,0 8 6-15,0 10 1 16,-2 6 36-16,0 11-6 16,0 4-21-16,2 4 7 15,0-1-15-15,0-2 7 16,0-6-9-16,10-4 1 16,-4-4 9-16,3-6-9 15,-3-4 11-15,-2-7 0 16,4-6-12-16,-2-3 0 15,7-2-10-15,3-2 10 16,-3-10-494-16</inkml:trace>
  <inkml:trace contextRef="#ctx0" brushRef="#br1" timeOffset="-163574.84">20897 5738 1200 0,'0'0'195'15,"0"0"-62"-15,0 0 108 16,0 0-60-16,0 0-48 16,0 0-116-16,39-39 28 15,-39 62 19-15,0 4 8 16,0-6 1-16,0-2-32 16,0-5-14-16,0-6-20 15,2-2 8-15,7-2 3 16,9-4-5-16,9 0-2 15,15-4 1-15,33-29-12 16,66-44-17-16,-14 2-164 16,0-9-323-16</inkml:trace>
  <inkml:trace contextRef="#ctx0" brushRef="#br1" timeOffset="-152906">18178 7256 1303 0,'0'0'289'0,"0"0"-203"16,0 0 226-16,0 0-95 15,0 0-107-15,-11 0-60 16,11 0 11-16,0 0 14 16,0 0 15-16,-3 0 8 15,3 0-14-15,0 0-16 16,0 0-17-16,-2 0-11 16,2 0-11-16,-2 0-5 0,0 0 3 15,0 0 1-15,-2 0 6 16,-1 0-17-16,1 0 2 15,0 0-17-15,0 0 5 16,4 0-5-16,0 0-2 16,0 0 0-16,0 0-31 15,0 0-32-15,10-7-51 16,7-6-184-16,8 1-383 0</inkml:trace>
  <inkml:trace contextRef="#ctx0" brushRef="#br1" timeOffset="-152350.21">21096 7249 2177 0,'0'0'267'15,"0"0"-166"-15,0 0 22 0,0 0-68 16,0 0-55-16,0 0-3 16,0 0-10-16,-4 0-11 15,0 8-15-15,1-4-83 16,1 0-179-16,2 1-258 15,-3-5-806-15</inkml:trace>
  <inkml:trace contextRef="#ctx0" brushRef="#br1" timeOffset="-150646.11">23372 6694 651 0,'0'0'232'0,"0"0"-177"0,0 0-55 16,0 0-234-16</inkml:trace>
  <inkml:trace contextRef="#ctx0" brushRef="#br1" timeOffset="-52866.86">2275 8261 1914 0,'0'0'378'0,"0"0"-121"16,0 0 22-16,0 0-182 15,0 0-70-15,-8 113 49 16,8-5 6-16,0 2 1 15,0-9-38-15,0-15-8 0,0-28-19 16,0 6-3-16,0 0-15 16,6-12 2-16,3-8-1 15,-3-13-1-15,2-9-1 16,-4-10-45-16,1-10 1 16,-5-2-63-16,0-14-28 15,0-40-161-15,-7 1-462 16,-7 1-784-16</inkml:trace>
  <inkml:trace contextRef="#ctx0" brushRef="#br1" timeOffset="-52656.31">2041 8369 1532 0,'0'0'691'16,"0"0"-606"-16,0 0 39 15,0 0-11-15,141-27-36 16,-83 17-45-16,-2 1-10 16,-8 1-21-16,-7 3-1 15,-8-2-6-15,-6 7-154 16,-12 0-357-16,-10 0-242 0</inkml:trace>
  <inkml:trace contextRef="#ctx0" brushRef="#br1" timeOffset="-52498.39">2242 8682 462 0,'0'0'1085'16,"0"0"-940"-16,0 0 143 0,0 0-107 15,0 0-14 1,0 0-35-16,0 0-37 0,143 18-62 16,-94-33-8-16,13 1-25 15,-13 4-96-15,-11 3-695 0</inkml:trace>
  <inkml:trace contextRef="#ctx0" brushRef="#br1" timeOffset="-50359.61">3624 8860 1553 0,'0'0'193'0,"0"0"-34"16,0 0 14-16,0 0-65 16,0 0 33-16,145-11-41 15,-98-1-35-15,-7 0-25 16,-9-2-13-16,-6-3-17 16,-10 4-1-16,-5-3 2 15,-10 2-2-15,0 2 4 16,-21 4-4-16,-10 1 18 15,-7 7-27-15,0 0 17 0,0 9 15 16,5 14 15-16,6 8-20 16,10 5-2-1,9 4-10-15,8-2-15 0,8 0 0 16,23-8 3-16,11-6-3 16,9-10 1-16,7-6-1 15,0-8-21-15,26-12-104 16,-12-12-444-16,-12-4-555 0</inkml:trace>
  <inkml:trace contextRef="#ctx0" brushRef="#br1" timeOffset="-50066.43">4296 8596 1553 0,'0'0'335'0,"0"0"-261"16,0 0 70-16,0 0-87 15,73 133 16-15,-29-99 5 16,-1-4-35-16,-6 0-6 16,-10-2-15-16,-8 0 8 15,-15 0-12-15,-4 2 47 16,-10 0 7-16,-17-2-4 16,-4-1-4-16,-2-8-9 15,0-7-25-15,1-8-16 16,8-4 7-16,6 0-20 15,10-18-2-15,8-2-35 16,0 3-52-16,31-6-96 16,7 9-364-16,-1 0-213 0</inkml:trace>
  <inkml:trace contextRef="#ctx0" brushRef="#br1" timeOffset="-49482.25">5251 8586 1724 0,'0'0'513'0,"0"0"-470"0,0 0 157 16,-24 114-66-16,42-70-68 15,22-6-13-15,11-9-2 16,7-12-26-16,3-12-25 16,-7-5 15-16,-6 0-15 15,-13-18 2-15,-10-8-2 16,-14-7-2-16,-9-4-8 16,-2-4-2-16,0 5 5 15,-11 7 7-15,2 6 18 16,5 17-3-16,4 6 12 15,0 10-19-15,0 24-8 16,13 13 6-16,3 4 10 0,-1 4-4 16,1-8-5-16,-3-6 2 15,-4-13-9-15,-4-12 0 16,-3-10 7-16,-2-6-2 16,0-8 5-16,0-22-3 15,-2-12-6-15,-5-6 0 16,5-4 5-16,2 2-5 15,0 8-1-15,6 10 1 16,12 11 15-16,3 16-15 16,3 5 3-16,-2 1-3 15,-2 24-1-15,-1 5 0 16,-4 3 1-16,-2 1 7 16,-4 1-8-16,0-5 0 0,0-6-8 15,0-2-5 1,6 0-134-16,1-7-335 0,-1-3-390 0</inkml:trace>
  <inkml:trace contextRef="#ctx0" brushRef="#br1" timeOffset="-49075.88">6176 8566 1809 0,'0'0'229'0,"0"0"22"16,0 0-66-16,-131 70-96 0,104-21-45 16,12 2 35-16,11 0-20 15,4-5-19-15,17-7-29 16,18-16-10-16,8-9 17 15,4-12-9-15,-5-2 3 16,-4-8-6-16,-9-18-7 16,-12-6 1-16,-5-8 0 15,-10-7 0-15,-2 1 8 16,0 7 15-16,0 6 36 16,0 15 15-16,0 11-21 15,0 7-47-15,0 0 0 0,13 20-6 16,6 9 0-1,-1 5-1-15,3 4-12 0,8 11-87 16,-6-9-266-16,-5-8-613 0</inkml:trace>
  <inkml:trace contextRef="#ctx0" brushRef="#br1" timeOffset="-48527.23">7129 8478 1910 0,'0'0'274'0,"0"0"-102"16,0 0-42-16,0 0-44 15,158 44-22-15,-103-6-28 16,-10 6-5-16,-14 4 20 16,-11-2-12-16,-13-1 10 15,-7-7 3-15,-5-4 25 16,-22-10-28-16,-8-3-12 15,-5-12-10-15,-3-6-6 0,3-3 0 16,1-17 15-16,-2-15-13 16,3-10-13-16,5-6-1 15,2-4-3-15,10-1-1 16,13 3-5-16,8 0 0 16,4 2 0-16,29 0 5 15,19 2 3-15,6 4-1 16,6 5 17-16,-1 5-15 15,-7 10 21-15,-14 9-30 16,-13 4 0-16,-7 6-1 16,-9 3 0-16,-1 0-21 15,-3 3-29-15,-1 11-54 0,15 16-102 16,-3-5-524-16,-1-2-672 16</inkml:trace>
  <inkml:trace contextRef="#ctx0" brushRef="#br1" timeOffset="-48315.76">7721 8698 1813 0,'0'0'377'15,"0"0"-233"-15,0 0 125 16,0 0-173-16,0 0-76 15,0 0-7-15,118-41-13 16,-73 31-14-16,22-6-152 0,-11 2-381 16,-6 1-808-16</inkml:trace>
  <inkml:trace contextRef="#ctx0" brushRef="#br1" timeOffset="-47905.58">8491 8536 1854 0,'0'0'360'15,"0"0"115"-15,-116 0-302 16,76 21-52-16,5 4-36 16,14 6-4-16,11 5-49 0,10-3-13 15,2 0-18-15,27-8 6 16,14-7-6-16,9-11-1 15,1-7 3-15,-4-2-3 16,-5-21-7-16,-13-2-11 16,-10-5 18-16,-7-3 10 15,-10 5-8-15,-4 2-1 16,0 10 14-16,0 8 36 16,0 8 5-16,0 0-42 15,0 18 1-15,0 21-9 16,-4 8 5-16,1 8 26 15,3-3-16-15,0-9-12 16,0-8-7-16,0-12-2 16,5-12-6-16,1-11-29 0,1 0-51 15,1-14-45-15,-5-48-120 16,-3 4-551-16,0-7-1102 0</inkml:trace>
  <inkml:trace contextRef="#ctx0" brushRef="#br1" timeOffset="-47754.37">8428 8233 2083 0,'0'0'466'16,"0"0"-328"-16,0 0 77 15,0 0-113-15,0 0-50 16,0 0-46-16,0 0-6 0,73 97-14 16,-25-67-123-1,-8-7-448-15,-7-2-1444 0</inkml:trace>
  <inkml:trace contextRef="#ctx0" brushRef="#br1" timeOffset="-47267.51">8916 8631 1787 0,'0'0'373'0,"0"0"-274"16,0 0 155-16,0 0-169 16,0 0-33-16,0 0 31 0,-69 130-34 15,95-92-13-15,13-9-35 16,1-10 11-16,4-13 3 16,-5-6-6-16,-8-10-8 15,-12-19 0-15,-7-10-1 16,-12-3 1-16,0-1-2 15,-4 10 2-15,-10 7 11 16,3 13-10-16,7 13 18 16,4 0-20-16,0 32-8 15,0 16 8-15,15 15 1 16,3 11 19-16,-1 0-19 16,-3-2 34-16,-7-3-23 15,-7-11 19-15,0-10 4 16,-16-8 24-16,-10-10-11 15,-5-9 0-15,-4-14-9 0,6-7-10 16,5 0 4-16,6-10-33 16,7-8 6-16,7 0-6 15,4-1-28-15,0 4-38 16,0-2-38-16,15-2-48 16,1 0-194-16,-1 4-369 0</inkml:trace>
  <inkml:trace contextRef="#ctx0" brushRef="#br1" timeOffset="-46994.28">8657 8395 1350 0,'0'0'358'0,"0"0"-265"16,0 0 8-16,0 0-1 16,16 127-15-16,-11-57 5 15,-1 33-64-15,0-19-26 16,-1-12-295-16</inkml:trace>
  <inkml:trace contextRef="#ctx0" brushRef="#br1" timeOffset="-46433.2">9235 8695 1437 0,'0'0'285'16,"0"0"-184"-16,0 0 16 0,129-32-30 15,-82 11-1-15,-9 6-29 16,-12 1-15-16,-12 4-25 16,-11 3 57-16,-3 5 74 15,-10 2-30-15,-17 0-66 16,-1 9-22-16,-3 15-9 16,4 6-6-16,7 8-5 15,9 0-9-15,11-1 0 16,0-6 10-16,17-9-10 15,19-10 1-15,11-10 10 16,9-2-12-16,2-12-76 16,11-32-151-16,-18 2-392 15,-13-1-767-15</inkml:trace>
  <inkml:trace contextRef="#ctx0" brushRef="#br1" timeOffset="-45615.16">9670 8296 1631 0,'0'0'526'0,"0"0"-449"15,0 0 123-15,2 102-22 16,13-32-35-16,6 10-44 16,3 4-7-16,-2-4-24 15,-2-11-33-15,1-17-20 16,-8-13-9-16,-3-18-6 16,-4-11 0-16,-6-10-1 15,0-2 1-15,0-25-8 16,0-8-12-16,0-5 18 15,0-1-5-15,8 5 7 0,19 9 0 16,7 5-6 0,5 8 5-16,2 14-3 0,-3 0-3 15,-11 27 7-15,-14 16-1 16,-13 5-6-16,0 3 7 16,-32-5 47-16,-5-2 16 15,-6-15-3-15,3-9-33 16,5-11 2-16,8-9-28 15,8-15 17-15,9-21-18 16,10-10-15-16,0-5-46 16,16 5-31-16,15 11 3 15,9 10-124-15,6 15-35 16,3 10 37-16,5 0 44 0,-2 10 64 16,-10 7 71-1,-9-3 32-15,-15-4 40 0,-9-3 140 16,-7-4 66-16,-2-3-2 15,0 0-73-15,0-15-55 16,0-10-89-16,0-10-20 16,0-4-6-16,0-2 11 15,16 3-11-15,4 4-1 16,6 6-29-16,6 7-74 16,1 2-58-16,2 9-97 15,-1 4-210-15,-5 4-52 16,-9 2 366-16,-9 0 154 15,-11 0 95-15,0 0 295 16,-15 10 127-16,-12 8-248 0,-6 10-64 16,2 8-50-16,2 10-62 15,8 8-12-15,12 2-44 16,9-1-22-16,7-4-14 16,20-12-1-16,10-11 0 15,4-12-12-15,1-14-24 16,-2-2-30-16,-3-18 29 15,-12-18-12-15,-6-8 49 16,-9-4 0-16,-4 2 12 16,-6 7 16-16,0 13 20 15,0 12 13-15,0 14-29 16,2 0-32-16,4 31-7 16,3 10 6-16,-5 10-6 0,-2-1-18 15,-2 9-79-15,0-12-211 16,-6-13-781-16</inkml:trace>
  <inkml:trace contextRef="#ctx0" brushRef="#br1" timeOffset="-45170.4">11676 8404 557 0,'0'0'1199'0,"0"0"-1073"15,0 0 163-15,0 0-156 16,0 0-49-16,-33 141-42 16,70-94-22-16,3 8 1 15,-6 1-20-15,-10-1 33 16,-13 1-4-16,-11-10 62 0,0-5 18 16,-13-10-4-1,-14-4-31-15,-2-8-17 0,-4-14-25 16,2-5-9-16,4 0 18 15,4-24-27-15,10-3-15 16,9-2-3-16,4 0-14 16,0 4-72-16,40-9-74 15,-2 8-342-15,2-2-466 0</inkml:trace>
  <inkml:trace contextRef="#ctx0" brushRef="#br1" timeOffset="-44871.14">11959 8557 1850 0,'0'0'322'0,"0"0"-127"0,0 0 65 15,-13 133-115-15,15-79-62 16,22-5-41-16,15-11-30 16,7-12-3-16,8-14 0 15,1-12 3-15,-4 0 1 16,-8-20-4-16,-14-8 6 15,-16-6-1-15,-13-4 14 16,0-4 17-16,-15 1 1 16,-14 3 13-16,-5 4-14 15,1 6-8-15,-1 7-28 16,8 4-1-16,3 11-8 16,7 6-24-16,8 0-83 15,8 26-87-15,0 2-346 0,4-3-444 16</inkml:trace>
  <inkml:trace contextRef="#ctx0" brushRef="#br1" timeOffset="-44451.49">12366 8247 2041 0,'0'0'332'16,"0"0"-255"-16,0 0-8 15,0 0 23-15,37 167 8 16,-15-82 10-16,-4 6-23 16,-3-6-27-16,-8-13-54 15,-5-17 13-15,-2-14-18 16,0-17-2-16,0-17-4 0,0-7 5 16,-7-14 31-16,3-21-29 15,4-13 11-15,0-5-12 16,22 4 12-16,14 2-12 15,5 13-1-15,3 14 0 16,-2 16 0-16,-4 4-10 16,-7 22 10-16,-11 17-1 15,-13 5-8-15,-7 3 8 16,-9-2 2-16,-22-5 6 16,-11-8 32-16,-6-11 6 0,4-7-26 15,4-14 1 1,9 0-2-16,13-14-17 0,16-11-1 15,2-9-75-15,33-14-55 16,5 7-390-16,5 5-370 0</inkml:trace>
  <inkml:trace contextRef="#ctx0" brushRef="#br1" timeOffset="-44075.74">12889 8831 1547 0,'0'0'555'0,"0"0"-182"15,0 0-55-15,0 0-150 16,0 0-87-16,0 0-41 16,0 0-40-16,-29-116 24 15,29 67-24-15,0 5-9 0,0 2-9 16,11 8-16 0,5 8-44-16,5 5-26 0,4 10 19 15,4 5 38-15,4 2 47 16,7 4 0-16,3 0 6 15,-1 0-5-15,-4 0 9 16,-11 0-1-16,-13 0 5 16,-14 0 8-16,0 10-6 15,-17 6 50-15,-9 12-29 16,-6 10 5-16,1 12-30 16,8 8 8-16,9 3 7 15,9-7-13-15,5-8-14 16,15-11-2-16,22-14 2 0,3-13-12 15,4-8-27 1,9-20-80-16,-10-12-142 0,-7-5-418 16</inkml:trace>
  <inkml:trace contextRef="#ctx0" brushRef="#br1" timeOffset="-43467.98">13811 8689 1455 0,'0'0'524'15,"0"0"-358"-15,0 0 61 16,0 0-54-16,175 9-103 16,-94-9-45-16,4 0-10 15,-9 0-6-15,-9-5 55 16,-13-6 0-16,-14 4 3 16,-13-4-33-16,-12-1-2 15,-10 2-10-15,-5-4 7 0,0-1-22 16,-10-4 10-16,-9-5 4 15,-6-1-6-15,3-9 37 16,3-7-25-16,6-2 0 16,5-1-20-16,6 1 8 15,2 4-14-15,0 8 0 16,21 3-1-16,8 5 1 16,8 7-2-16,0 7-2 15,1 4 2-15,-2 5 1 16,-10 0 0-16,-5 22-9 15,-15 10-5-15,-6 11 2 16,0 7 4-16,-22 0 8 16,-3 0 0-16,3-4 5 15,2-4 4-15,7-4-9 16,6-4 0-16,5-3 0 16,2-8 0-16,0-7 0 15,20-7 4-15,5-9-4 0,8 0 6 16,5-7-6-16,13-12-75 15,-7 1-121-15,-8 5-713 0</inkml:trace>
  <inkml:trace contextRef="#ctx0" brushRef="#br1" timeOffset="-43347.31">14943 8770 2417 0,'0'0'467'16,"0"0"-387"-16,0 0-80 0,0 0-22 15,0 0-1791-15</inkml:trace>
  <inkml:trace contextRef="#ctx0" brushRef="#br1" timeOffset="-27844.4">1910 11122 1175 0,'0'0'287'0,"0"0"-189"0,0 0 91 16,118 55 73-16,-72-55-41 16,4 0-69-16,-1-20-37 15,-5-10-22-15,-4-10-26 16,-1-10-31-16,-8-11-14 15,-9-9 4-15,-6-8 2 16,-14-3-4-16,-2-2-6 16,-13-1-17-16,-21-3 4 15,-4-1 1-15,-2 2 0 16,3 3-5-16,7 13 5 16,10 14-4-16,9 18-1 15,9 12 5-15,2 12-4 16,2 6-2-16,22 8 0 0,15 0 1 15,17 22 19-15,10 22 11 16,23 34-12-16,20 31-8 16,9 25-1-16,-12-6-9 15,-31-24 10-15,-30-29-10 16,-23-17-1-16,-6 10 0 16,-8 6 1-16,-8 7 1 15,-6-7-1-15,-30-12 10 16,-9-8-10-16,-3-17 4 15,3-12-4-15,7-21 9 16,5-4 32-16,6-32-8 16,6-16-24-16,9-8-10 15,9 1 0-15,3 4 0 0,3 13 1 16,19 7 0 0,4 15 5-16,5 9-6 0,3 7-10 15,-4 0-7-15,-2 15 1 16,-2 7-32-16,6 9-91 15,-6-7-463-15,-7-8-1056 0</inkml:trace>
  <inkml:trace contextRef="#ctx0" brushRef="#br1" timeOffset="-27077.71">3196 10814 1564 0,'0'0'639'0,"0"0"-556"16,0 0-12 0,0 0 34-16,0 0-59 0,0 0-13 15,130-14 10-15,-88 2-22 16,-2 2-13-16,-7 2-1 15,-2 6-7-15,-2 2-92 16,-6 0-284-16,-13 4-411 0</inkml:trace>
  <inkml:trace contextRef="#ctx0" brushRef="#br1" timeOffset="-26935.01">3359 11037 1287 0,'0'0'401'0,"0"0"-257"0,0 0 55 15,0 0-44 1,134-20-103-16,-79 7-36 0,14 6-16 16,-13 3-141-16,-16 1-443 15</inkml:trace>
  <inkml:trace contextRef="#ctx0" brushRef="#br1" timeOffset="-24518.37">4346 10196 1390 0,'0'0'272'16,"0"0"4"-16,0 0 18 16,0 0-174-16,0 0-103 15,0 0 104-15,60 159 23 16,-35-73-16-16,-5 4-16 16,-7-2-40-16,-4-6-20 15,-4-11-32-15,-5-13 2 16,0-11-21-16,0-15 16 15,0-15-16-15,0-11 4 16,0-6 7-16,0-6 10 16,-3-21-15-16,-1-12-7 15,4-2-10-15,0 6 4 16,4 11 6-16,17 18-11 16,3 6-2-16,7 32 13 15,-1 22-1-15,-8 15 2 0,-13 7 6 16,-9 6 2-16,0-4-2 15,-11-8 7-15,-7-12-13 16,-1-13-2-16,9-17 1 16,3-13-2-16,7-7 1 15,0-8-26-15,0 0-59 16,0 0-82-16,13 0-131 16,8 0-162-16,-1-9-314 0</inkml:trace>
  <inkml:trace contextRef="#ctx0" brushRef="#br1" timeOffset="-23984.54">5178 10575 1189 0,'0'0'287'15,"0"0"-56"-15,0 0 80 16,0 0-103-16,0 0-109 15,-94 107-16-15,94-54 26 16,0 5-32-16,5 3 5 16,14 2 9-16,8-5-36 15,11-10-13-15,9-7-3 16,13-18 1-16,11-14-1 16,8-9-13-16,0-18-16 15,-2-16 10-15,-11-7-14 16,-14-7 5-16,-19 2-11 15,-20 1 11-15,-13 3 16 16,0 6 18-16,-26-1 12 0,-17 9-24 16,-10-1-8-16,-10 6-25 15,-8 6 6-15,0 7-6 16,2 4 0-16,8 6-7 16,15 0 1-16,13 0-40 15,14 0-71-15,19-3-63 16,0-2-409-16,3-4-764 0</inkml:trace>
  <inkml:trace contextRef="#ctx0" brushRef="#br1" timeOffset="-23765.27">5367 10247 147 0,'0'0'1714'0,"0"0"-1444"16,0 0-108-16,0 0-71 15,-4 174 87-15,-12-44-20 16,1-4-18-16,-1-23-53 16,7-35-41-16,7-19-29 15,0 2-9-15,0 4-8 16,0 3-45-16,2-4-119 16,0-14-512-16,0-15-964 0</inkml:trace>
  <inkml:trace contextRef="#ctx0" brushRef="#br1" timeOffset="-23577.21">6041 10975 1773 0,'0'0'296'15,"0"0"45"-15,0 0-120 16,-42 124-130-16,17-75-67 15,-2 10-24-15,-15 27-70 16,8-14-516-16,0-5-821 0</inkml:trace>
  <inkml:trace contextRef="#ctx0" brushRef="#br1" timeOffset="-21192.45">6558 10423 1139 0,'0'0'304'16,"0"0"-61"-16,0 0 22 15,0 0-51-15,91-104-63 16,-71 101-68-16,-2 3-49 16,2 31 14-16,-5 17 56 15,-1 12-6-15,-10 10-19 16,-4 2-12-16,0-1-31 0,0-4-8 16,-2-12-14-16,0-9-5 15,0-14-8-15,2-10 1 16,0-12 6-16,0-10-7 15,4 0 7-15,5-10-2 16,-3-9-4-16,2 2-1 16,-4 5 1-16,-2 10-2 15,0 2-1-15,-2 20-17 16,3 20 18-16,-1 10 1 16,0 4 0-16,8 1 4 15,0-7-5-15,5-10 11 16,8-12-10-16,4-10 0 15,2-10-1-15,0-6-9 16,-2 0-73-16,-8 0-133 16,-5 0-304-16,-10 0-427 0</inkml:trace>
  <inkml:trace contextRef="#ctx0" brushRef="#br1" timeOffset="-20614.31">6965 10435 1430 0,'0'0'316'0,"0"0"-89"0,0 0 98 16,0 0-223-16,0 0-29 16,0 0 62-16,108 152-28 15,-77-79-13-15,-4 2-17 16,-5-5-18-16,-7-7-35 16,-1-9 3-16,-3-12-25 15,-2-12-1-15,-3-9 0 16,-1-13 8-16,-5-8-8 15,0 0 17-15,0-15 3 16,0-10-20-16,0-10 3 16,0-3-2-16,0-1-2 15,11-4 0-15,16 1 0 16,9 3 0-16,6 7 0 0,5 13-1 16,-5 12-8-16,-1 7 8 15,-8 19 0-15,-6 17-8 16,-12 8 15-16,-11 4-7 15,-4 2 2-15,-8-4 12 16,-21-6-5-16,-3-6-1 16,-1-8-1-16,2-11-5 15,4-11 13-15,7-4-14 16,4 0-2-16,8-16-42 16,6-4-16-16,2-1-49 15,6 2-59-15,32-13-147 16,-1 3-236-16,-3 5-561 0</inkml:trace>
  <inkml:trace contextRef="#ctx0" brushRef="#br1" timeOffset="-20268.52">7862 10367 1737 0,'0'0'300'0,"0"0"-223"16,0 0 189-16,-38 121-66 16,28-66-57-16,4-1-26 15,4-3-14-15,2-13-43 0,0-12-41 16,18-10-11-16,7-12 5 16,4-4-1-16,-1-4-12 15,-8-10 0-15,-6 0-19 16,-10 6 18-16,-4 8-7 15,0 0-4-15,-20 26 11 16,-2 14-5-16,0 9 6 16,6 8 2-16,7 1-2 15,9-4 0-15,2-7-1 16,27-11-42-16,27-12-44 16,-7-10-170-16,-4-6-425 0</inkml:trace>
  <inkml:trace contextRef="#ctx0" brushRef="#br1" timeOffset="-20057.55">8459 11004 1290 0,'0'0'1021'15,"0"0"-904"-15,0 0 129 16,-18 103-109-16,0-53-85 16,-8 22-52-16,4-14-52 15,-3-6-586-15</inkml:trace>
  <inkml:trace contextRef="#ctx0" brushRef="#br1" timeOffset="-14960.6">8786 10337 1676 0,'0'0'353'16,"0"0"-273"-16,0 0 79 15,21 146 43-15,-13-74-86 16,0 4-2-16,-6-1-9 16,-2-7-20-16,0-8-40 15,0-8-21-15,-6-13 0 16,-2-14-8-16,2-11-9 15,3-14-6-15,3 0 17 16,0-21-9-16,0-16-9 16,9-6-7-16,9-2 6 15,7 11-10-15,-1 18 5 16,-4 16 0-16,-6 18-3 16,-7 35 9-16,-7 17 1 0,0 7 6 15,-14 1-5-15,3-9 11 16,7-20-13-16,4-17-9 15,33-32-76-15,11 0-231 16,1-20-715-16</inkml:trace>
  <inkml:trace contextRef="#ctx0" brushRef="#br1" timeOffset="-13316.51">9623 10768 1128 0,'0'0'333'0,"0"0"-81"16,0 0 58-16,-131 28-100 15,90-8-50-15,5 6-44 16,5 4-45-16,11 7-17 16,7 0 13-16,8 2-4 15,5-3-34-15,7-5-1 16,18-2-27-16,8-7 16 15,5-6-16-15,5-6 0 16,-1-8-1-16,16-2-151 16,-9-4-366-16,-9-10-385 0</inkml:trace>
  <inkml:trace contextRef="#ctx0" brushRef="#br1" timeOffset="-13149.78">9851 11051 1595 0,'0'0'538'0,"0"0"-444"16,0 0 231-16,0 0-192 16,0 117-77-16,0-92-33 15,0-1-13-15,8-2-10 16,12-1-34-16,0-8-158 16,-2-5-417-16</inkml:trace>
  <inkml:trace contextRef="#ctx0" brushRef="#br1" timeOffset="-12661.59">10428 10904 189 0,'0'0'1160'0,"0"0"-812"16,0 0-5-16,0 0-77 16,-116-7-94-16,80 24-64 15,-2 12-39-15,0 11-25 0,7 4-15 16,8 4 24-16,13-1-12 16,10-6-16-16,0-11-14 15,29-9-10-15,6-14-1 16,9-7-7-16,1 0-111 15,-1-20-103-15,-5-8-93 16,-10-6-38-16,-9-6 4 16,-9-8 79-16,-6-10 245 15,-5-10 24-15,0-6 137 16,-14-3 49-16,-1 6-2 16,1 18 164-16,1 17-10 15,4 16-67-15,5 16-101 16,4 4-84-16,0 9-68 0,4 23 3 15,11 11 9 1,3 5-12-16,2 4-4 0,-2-2-14 16,0 0 0-16,-5-6-27 15,5 0-93-15,-2-9-402 16,-5-14-823-16</inkml:trace>
  <inkml:trace contextRef="#ctx0" brushRef="#br1" timeOffset="-12310.32">10894 10597 1139 0,'0'0'580'15,"0"0"-362"-15,0 0 110 16,0 0-147-16,0 0-38 15,-75 138 25-15,75-80-65 16,0-7-49-16,12-9-30 16,8-11-12-16,0-12-12 15,-4-9 2-15,-9-6 5 16,-5-4-6-16,-2 0-1 16,-2 0-4-16,-17 0-4 15,-2 7-2-15,-2 21 10 16,5 14 0-16,9 9 0 15,7 10 1-15,2-3 5 0,11-4-6 16,14-8-14-16,19-11-108 16,-6-13-233-16,-2-15-402 0</inkml:trace>
  <inkml:trace contextRef="#ctx0" brushRef="#br1" timeOffset="-11334.04">11467 11155 1132 0,'0'0'348'16,"0"0"-90"-16,0 0 92 15,0 0-150-15,0 0-124 16,0 0-39-16,0 0-15 16,-7-4 42-16,4 4 45 15,1 0-18-15,2 2-21 16,-2-2 1-16,2 0-8 16,-3 0-27-16,1 0-11 15,0 0-16-15,2 0 2 16,-2 0-10-16,2 0 0 15,0-2 0-15,0-1 7 16,0 2-7-16,0-3 0 0,0 3-1 16,0-5 1-1,0 5-2-15,0 1-7 0,0 0 7 16,0 0-7-16,0 0 7 16,0 0-8-16,-6 0 8 15,-6 4 1-15,-1 2 1 16,4-3 9-16,2-3-10 15,2 0 9-15,5 0-3 16,0 0 1-16,0 0-7 16,0 0 1-16,0 0-1 15,0 0-7-15,0 13-4 16,0 6 11-16,0 8 3 16,0 6-3-16,0 6 24 15,-15 1-4-15,-3-1-8 16,-7 1-11-16,2-2-1 0,-6-2-7 15,-14 12-81-15,7-10-396 16,1-6-862-16</inkml:trace>
  <inkml:trace contextRef="#ctx0" brushRef="#br1" timeOffset="-8984.65">11930 10386 1475 0,'0'0'675'0,"0"0"-563"0,0 0-78 16,0 0 101-16,38 119 5 16,-22-55-40-16,-6 5 1 15,-1-1-22-15,-4-4 0 16,-5-10-37-16,0-10-13 16,0-13-11-16,0-12-5 15,0-12-12-15,0-7 11 16,0-4 7-16,0-23-13 15,0-4-5-15,0 0-1 16,0 6 0-16,11 14 0 16,0 11-6-16,1 23 0 0,-4 43 6 15,-3 7 0-15,-5 13 10 16,0 1 5-16,-3-21-7 16,-3-6-8-16,6-20-2 15,0-22-42-15,25-28-91 16,6-22-174-16,2-10-574 0</inkml:trace>
  <inkml:trace contextRef="#ctx0" brushRef="#br1" timeOffset="-7242.8">12944 10776 1431 0,'0'0'322'16,"0"0"-152"-16,0 0 153 15,0 0-108-15,-123-22-116 16,86 29-38-16,-1 20-4 0,5 9 1 16,4 8-17-16,10 0-10 15,13 1-13-15,6-5-8 16,11-7-4-16,25-6-5 16,13-11-1-16,6-8-26 15,26-8-124-15,-14 0-314 16,-9-12-332-16</inkml:trace>
  <inkml:trace contextRef="#ctx0" brushRef="#br1" timeOffset="-6926.64">13325 10578 1820 0,'0'0'237'16,"0"0"-150"-16,0 0 93 15,0 0-97-15,-29 128-35 16,34-102-35-16,19-11 2 16,5-8-14-16,5-7 8 15,-5 0-9-15,-7-16-30 16,-9-1 24-16,-11-1 6 16,-2 11 8-16,0 7-7 15,-15 2 17-15,-3 35-12 16,-7 30 14-16,4 40 12 15,5 1 35-15,7-10-24 16,9-16-21-16,9-30-6 16,22-4-16-16,23-8-1 0,-6-16-233 15,-7-20-625-15</inkml:trace>
  <inkml:trace contextRef="#ctx0" brushRef="#br1" timeOffset="-6519.73">14075 11029 2134 0,'0'0'511'16,"0"0"-444"-16,0 0 38 0,0 0 40 15,-45 130-67-15,5-70-43 16,-18 18-35-16,8-14-101 16,6-13-711-16</inkml:trace>
  <inkml:trace contextRef="#ctx0" brushRef="#br1" timeOffset="-4170.32">14565 10495 1744 0,'0'0'377'0,"0"0"-286"15,0 0 60-15,0 0 17 16,35 138-52-16,-30-82-4 15,-1-5-51-15,-4-1-9 16,0-8-22-16,0-9-17 16,0-8-4-16,0-9 2 15,-9-12-4-15,3-4 8 16,-4 0 2-16,2-13-16 16,3-6-2-16,3 6 0 15,2 11 1-15,0 2-7 0,0 14-5 16,0 27 11-16,-10 22 1 15,-15 15 12-15,-9 6-12 16,-4-1 2-16,9-8-2 16,14-21-68-16,23-28-184 15,26-17-289-15,9-9-81 0</inkml:trace>
  <inkml:trace contextRef="#ctx0" brushRef="#br1" timeOffset="-2984.89">14862 10455 1452 0,'0'0'662'0,"0"0"-415"16,0 0-35-16,0 0-121 16,0 0-3-16,26 128 27 0,0-54-19 15,1 11-33 1,0-3-2-16,-2-4-28 0,-8-8-8 16,-1-7-7-16,-7-13-6 15,-5-10-4-15,-4-8-8 16,0-12 6-16,0-6-6 15,0-11 9-15,-2-3-8 16,-11 0 22-16,-5-19-16 16,3-9 0-16,3-9-7 15,10-9 0-15,2-1-1 16,16 1-1-16,19 1 1 16,7 11-6-16,6 13 5 15,-4 10-2-15,-3 11 4 16,-8 0-1-16,-6 20 1 15,-12 9 0-15,-8 1 11 0,-7 2 1 16,0 0 0 0,-24 2 7-16,-10-2-17 0,-7-4 13 15,2-3-14-15,1-12 0 16,5-5 1-16,10-8-2 16,7 0-41-16,7 0-41 15,9-12-47-15,7-12-116 16,22 0-444-16,2 2-976 0</inkml:trace>
  <inkml:trace contextRef="#ctx0" brushRef="#br1" timeOffset="-2774.29">15575 11025 1262 0,'0'0'602'0,"0"0"-375"15,0 0 20-15,0 0 7 16,0 0-83-16,10 111-74 16,-10-76-39-16,0-3-28 15,0-4-29-15,-4-6-1 16,0-3-118-16,2-10-501 16,2-5-1018-16</inkml:trace>
  <inkml:trace contextRef="#ctx0" brushRef="#br1" timeOffset="-1460.67">16440 10696 1275 0,'0'0'312'15,"0"0"-154"-15,0 0 113 16,0 0-51-16,0 0-78 16,-137-14-23-16,91 28-24 15,-5 8-35-15,-3 7-19 0,0 8-6 16,8 3-4-16,5 1-6 15,17 0-10-15,13-1 3 16,11-7-5-16,14-8-12 16,27-8 11-16,13-11-6 15,9-6-6-15,-3 0-16 16,-2-12-71-16,-10-10-44 16,-9-7-31-16,-12-9-7 15,-10-11 36-15,-8-14 49 16,-9-11-2-16,0-11 70 15,0-5 8-15,-13 1 8 16,-2 12 34-16,1 15 133 16,3 19 67-16,1 22 6 15,8 21-59-15,2 6-133 16,0 34-29-16,4 18 47 0,10 14 9 16,-1 6-35-16,1-1-10 15,-1-5-17-15,1-8-13 16,3-11-8-16,4-10-71 15,14-16-103-15,-4-13-394 16,1-14-1008-16</inkml:trace>
  <inkml:trace contextRef="#ctx0" brushRef="#br1" timeOffset="-1138.48">16783 10372 2192 0,'0'0'273'0,"0"0"-211"16,0 0 56-16,-40 123-14 15,35-68-43-15,5-4-28 16,0-7-16-16,12-9-16 16,7-14-1-16,6-10 0 15,-3-11-43-15,1 0-57 16,-10-9 7-16,-5-5 1 15,-8 7 92-15,0 7 6 16,-2 0 57-16,-13 30-32 16,-3 14 5-16,3 14 17 15,5 5-6-15,10-1-3 0,0-8-20 16,14-12-24-16,36-16-39 16,-8-14-125-16,-3-12-542 0</inkml:trace>
  <inkml:trace contextRef="#ctx0" brushRef="#br1" timeOffset="-470.22">17425 10904 856 0,'0'0'561'16,"0"0"-229"-16,0 0 31 16,0 0-62-16,0 0-112 15,0 0-73-15,0 0 52 16,2 117-50-16,-11-65-33 16,-7-3-28-16,1-3-30 15,-1-5-19-15,1-4-8 16,-8-6-29-16,-12 2-111 15,2-8-384-15,4-9-1352 0</inkml:trace>
  <inkml:trace contextRef="#ctx0" brushRef="#br1" timeOffset="1399.71">17886 10805 523 0,'0'0'1253'0,"0"0"-933"0,0 0-157 15,0 0-4-15,0 0-91 16,0 0-31-16,0 0 20 16,141 2 5-16,-93-2-14 15,0-2 3-15,-11 2-36 16,-6 0-5-16,-2 0-4 16,-2 0 0-16,-4-3-4 15,-6 1-1-15,-5 0 5 16,-8 0-6-16,-4 2 13 15,0-3-5-15,0-4 32 16,-4-1-10-16,-8-3-17 16,-3-7-1-16,-1-1 11 0,-1-3-11 15,1 0-6 1,0-2-5-16,3 0 10 0,2-3 2 16,4 1-13-16,5-4 27 15,2-1-13-15,0-5-4 16,20-3-4-16,11 1 8 15,7-1 18-15,9 2 3 16,0 3 8-16,-1 6-19 16,-5 8-4-16,-10 7-11 15,-7 13-9-15,-4 0 6 16,-4 9-3-16,2 12-3 16,-4 8 10-16,-4 3-4 15,-3 2-4-15,-7 0 1 16,0-1-2-16,0 2-1 15,-7 1 2-15,-11-2 5 0,1 0 2 16,-1-1-1 0,5-8 1-16,3-2-8 0,4-7 11 15,3-4-10-15,1-3-4 16,2-2 0-16,0-2 1 16,0 0 2-16,0-1 0 15,0 0 8-15,0 0-9 16,0-1 1-16,14-3 0 15,8 0 20-15,7 0 6 16,8 0 4-16,4 0-10 16,-3 0-4-16,-5-6-16 15,-2 5 5-15,-6-3-6 0,-2 2-5 16,-6 0 5 0,-3-3-1-16,-3 4 1 0,-1-3-42 15,2 0-43-15,5-2-59 16,24-11-82-16,-3 2-549 15,2-1-1095-15</inkml:trace>
  <inkml:trace contextRef="#ctx0" brushRef="#br1" timeOffset="1849.62">19358 9833 1513 0,'0'0'748'0,"0"0"-610"15,0 0-54-15,0 0 80 16,-54 120-43-16,45-55-26 15,7 3-22-15,2-4 16 16,0-6-48-16,15-10-15 16,10-11-19-16,2-11 4 15,2-10-10-15,-4-12 8 16,-2-4 0-16,-4 0-9 16,-6-14 0-16,-6-2-8 0,-5 4 7 15,-2 8-10-15,0 4 10 16,-7 14-11-16,-13 26 7 15,-4 18 5-15,-1 10 1 16,6 10 17-16,7 2-7 16,12-5-11-16,0-9 1 15,24-10-2-15,8-13-50 16,10-15-118-16,-9-13-450 16,-8-11-1303-16</inkml:trace>
  <inkml:trace contextRef="#ctx0" brushRef="#br1" timeOffset="16139.48">18038 9818 1367 0,'0'0'267'16,"0"0"-63"-16,0 0 53 15,0 0-70-15,0 0-103 16,0 0-24-16,0-15-8 16,0 15 29-16,0 11 15 15,0 5-16-15,0 3-17 0,0 4-3 16,0 0-11-16,-7 0-31 15,1-2 16-15,1-9-23 16,5-1 16-16,0-9-27 16,0-2 24-16,0-6-6 15,15-20 30-15,14-13-30 16,9-5-18-16,12-5 0 16,8-6-7-16,13-3-4 15,7-2-59-15,40-26-36 16,-20 16-231-16,-15 8-853 0</inkml:trace>
  <inkml:trace contextRef="#ctx0" brushRef="#br1" timeOffset="29471.39">5227 11679 514 0,'0'0'182'16,"0"0"-60"-16,0 0 150 16,0 0-49-16,0 0-13 0,0 0-58 15,24-61-60-15,-24 61-38 16,0 0-22-16,0 0-17 15,0 0-15-15,0 0 12 16,0 0-11-16,0 0 11 16,0 0-3-16,0 4 7 15,0 10-7-15,-6 6 1 16,2 3-3-16,-2-2-6 16,4 0-1-16,2-5 6 15,0-6-6-15,0-4 1 16,0-3 11-16,0-1-12 15,0-2 1-15,0 3 5 16,0-1-6-16,0-2 2 16,0 0-2-16,16-7 10 0,13-23 6 15,18-14-16-15,44-42-89 16,-8 10-139-16,-11 4-918 16</inkml:trace>
  <inkml:trace contextRef="#ctx0" brushRef="#br1" timeOffset="33983.45">18544 11358 461 0,'0'0'912'0,"0"0"-784"16,0 0 0-1,0 0 75-15,0 0-83 0,0 0-61 16,-38 7 21-16,33 4-2 15,1 3-10-15,-1-3-16 16,1 0-15-16,2-5-12 16,2-6-10-16,0 0 21 15,18-13 8-15,26-20 12 16,21-16-56-16,51-39-118 16,-12 12-159-16,-12 4-523 0</inkml:trace>
  <inkml:trace contextRef="#ctx0" brushRef="#br1" timeOffset="36410.55">7216 11951 738 0,'0'0'584'15,"0"0"-519"-15,0 0 20 16,0 0 96-16,0 0-79 15,0 0-40-15,13-62 12 16,-11 60-13-16,0 2-22 16,-2 0-5-16,0 17-14 15,0 4 79-15,0 5-18 16,0-1-16-16,0-5-43 16,0-11-6-16,0-9-15 15,9-4 0-15,27-46 30 16,8-14-31-16,12-16-177 15,15-22-77-15,-19 32-40 0,-11 11-727 16</inkml:trace>
  <inkml:trace contextRef="#ctx0" brushRef="#br1" timeOffset="38969.67">9727 11676 1185 0,'0'0'256'0,"0"0"-190"16,0 0 51-16,0 0-52 15,0 0-28-15,0 0-18 16,-2 18 25-16,2-2 17 16,0-1 20-16,-2 0-26 15,-3 1 15-15,3-1 26 16,-2-3-50-16,2-6 26 15,2-2-14-15,0-4-5 0,0 0-11 16,0 0-7-16,17-17 19 16,12-5-42-16,10-6-12 15,7-4-80-15,32-20-83 16,-9 11-218-16,-8-2-754 0</inkml:trace>
  <inkml:trace contextRef="#ctx0" brushRef="#br1" timeOffset="46195.68">12572 11608 1245 0,'0'0'225'16,"0"0"-146"-16,0 0-18 15,0 0-38-15,0 0-13 16,0 0-8-16,-5 51 28 0,5-28 2 16,-4 3 25-16,2-1-22 15,0-5-5-15,0-6-19 16,2-6 7-16,0-8-17 15,4 0 12-15,23-21 18 16,13-15-18-16,11-14-13 16,38-34-55-16,-13 11-80 15,-10 4-568-15</inkml:trace>
  <inkml:trace contextRef="#ctx0" brushRef="#br1" timeOffset="52712.79">15664 11566 778 0,'0'0'127'0,"0"0"-80"15,0 0-46-15,0 0 27 16,0 0 31-16,0 0-28 0,2 52 12 16,-2-37 40-16,0-6 12 15,0-3-38-15,0-4 30 16,0 0-10-16,0 0-10 15,0 3-28-15,0-4-7 16,-2 3-7-16,2 0-9 16,0-1 1-16,0-3-11 15,0 0 23-15,0 0-4 16,0 0 80-16,0 0-39 16,0-7-44-16,0-1-11 15,0 2-4-15,0 0-6 16,0 2-1-16,0 0 3 15,0-2 6-15,0 2-17 16,4-4 8-16,10-4 0 16,5-2-1-16,13-9 1 0,11-3 0 15,38-25-22 1,-4 5-242-16,-13-2-965 0</inkml:trace>
  <inkml:trace contextRef="#ctx0" brushRef="#br1" timeOffset="59445.03">15443 10154 553 0,'0'0'277'15,"0"0"-222"-15,0 0-43 16,0 0-4-16,0 0-7 15,0 0 0-15,-27 107 0 16,25-91-1-16,2-8 0 16,23-8 4-16,10-12-18 15,11-18-246-15</inkml:trace>
  <inkml:trace contextRef="#ctx0" brushRef="#br1" timeOffset="113173.2">7299 9918 570 0,'0'0'136'15,"0"0"31"-15,0 0 40 16,0 0 43-16,0 0-105 16,0 0-46-16,8-6-17 15,-8 6-34-15,0 0-7 16,2 0-2-16,-2 0 15 15,0 0-14-15,0 0-21 16,2 0-19-16,0 6 0 16,1 8 0-16,-1 5 12 15,-2 2 1-15,0 1-7 16,0-2 2-16,0 0-7 16,0-4 5-16,0-4-6 15,0-5 1-15,0-2-1 0,8-5 0 16,17-2-9-1,18-24 2-15,17-12-24 0,61-40-108 16,-13 9-202-16,-10 4-175 16</inkml:trace>
  <inkml:trace contextRef="#ctx0" brushRef="#br1" timeOffset="115073.91">12697 9956 907 0,'0'0'162'0,"0"0"82"16,0 0-181-16,0 0-39 15,0 0 40-15,0 0 39 16,0 101-27-16,0-72-28 16,0-7-30-16,0-3 2 15,0-10-10-15,0-1 2 16,0-5-5-16,11-3-1 15,11-5 26-15,11-19-16 16,19-16-5-16,28-18-11 0,5-2 1 16,40-19-1-1,-23 12-128-15,-37 20-973 0</inkml:trace>
  <inkml:trace contextRef="#ctx0" brushRef="#br1" timeOffset="128782.42">2369 12647 1787 0,'0'0'313'0,"0"0"-201"0,0 0-65 15,0 176 143-15,0-43-38 16,-2-5-12-16,-5-23-33 16,3-36-14-16,-1-20-32 15,0-1-28-15,-1 1-17 16,0-3 7-16,1-17-14 16,1-15 0-16,-1-14 3 15,0-4 37-15,-3-32 40 16,-3-18-70-16,-3-16-5 15,1-15-13-15,1-5 7 16,6 0-8-16,6 8 0 16,0 12-6-16,8 17 5 0,11 19 1 15,3 18-11-15,3 16 10 16,1 9-16-16,5 24 16 16,1 17-4-16,1 8 4 15,3 7 2-15,2 0-1 16,1-7 0-16,7-11 0 15,-5-9 7-15,2-9-6 16,-5-15 3-16,-5-9-3 16,-4-5 0-16,-4-8 6 15,-3-20 14-15,-8-9-12 16,-6-8-1-16,-8-3 1 16,0-2-3-16,-4 3 5 15,-16 4-11-15,-4 5 0 16,-1 2-11-16,5 5-49 0,15-3-115 15,5 8-152-15,0 8-1013 16</inkml:trace>
  <inkml:trace contextRef="#ctx0" brushRef="#br1" timeOffset="129054.33">2986 13060 1633 0,'0'0'227'0,"0"0"155"16,-33 154-187-16,33-93-73 15,0-7-68-15,27-12-26 16,14-9 0-16,7-16-1 16,6-15-9-16,-1-2-3 0,-4-14-8 15,-8-14 8-15,-18-7-6 16,-9-2 33-16,-12 0 36 16,-2 2 20-16,-8 1-10 15,-17 5-10-15,-4 3-36 16,-4 4-27-16,2 6-15 15,4 7-13-15,6 2-57 16,15 3-69-16,6 3-115 16,0-1-521-16</inkml:trace>
  <inkml:trace contextRef="#ctx0" brushRef="#br1" timeOffset="129564.71">3954 12930 1783 0,'0'0'44'0,"0"0"67"16,0 0-71-16,0 0 12 16,-27 102-13-16,47-59 89 15,3 0 39-15,-2 1-29 16,-5-1-23-16,-7-8-10 15,-7-3-26-15,-2-4 4 16,0-7-12-16,-6-5-24 16,-11-7-7-16,-2-9 2 15,-3 0-17-15,2-3-11 16,4-11-1-16,3-1-13 0,6 1-1 16,7 5-26-16,0-2-47 15,12 3-42-15,25 1-2 16,15-4-52-16,12-1 4 15,10-4-40-15,0 0 97 16,-6-3 100-16,-12-1 9 16,-14-3 11-16,-15 1-1 15,-13 2 34-15,-14 4 137 16,0 1 10-16,-12 6-37 16,-12 5-62-16,-3 4-5 15,-1 0-44-15,-1 18-22 16,2 12-12-16,6 8-3 15,9 5-5-15,12 0 5 0,0-1-6 16,23-6-6-16,43-7-63 16,-6-13-111-16,-5-6-469 0</inkml:trace>
  <inkml:trace contextRef="#ctx0" brushRef="#br1" timeOffset="129895.16">5171 13084 1861 0,'0'0'221'0,"0"0"46"15,0 0-123-15,0 0-9 16,-105 105-63-16,105-60-26 16,0-3-7-16,23-2-27 15,10-10-11-15,9-9-1 16,37-21-46-16,-13 0-151 0,-5-12-492 15</inkml:trace>
  <inkml:trace contextRef="#ctx0" brushRef="#br1" timeOffset="130475.75">5503 13075 1967 0,'0'0'506'15,"0"0"-411"-15,0 0 11 16,0 0 50-16,-44 123-48 15,50-91-68-15,23-6-8 16,11-3-5-16,3-11-10 16,1-8-17-16,-3-4 0 15,-3-7-59-15,-7-18-42 16,-6-12-5-16,-8-7 14 16,-5-2-24-16,-6 6 74 0,-4 12 42 15,-2 12 133 1,0 12 17-16,0 4-90 0,2 12-58 15,7 20 14-15,1 9 14 16,3 2 7-16,-1-1-14 16,2-6 4-16,-5-10-18 15,-5-8-3-15,1-11-6 16,-3-7 6-16,1-5-6 16,1-20-6-16,3-13-30 15,1-3 10-15,6 1 26 16,-3 6-1-16,2 8-5 15,-1 14 5-15,-1 10-7 0,0 2-7 16,2 8 9-16,3 15 6 16,-5-3-5-16,-2-3 5 15,-3-5 0-15,2-10 0 16,0-2-9-16,1-8-6 16,7-18-19-16,-1-3 20 15,3-4 14-15,-3 8 8 16,-3 8 53-16,-3 11 17 15,0 6-31-15,2 2-47 16,4 19 18-16,1 4 6 16,0 1-9-16,0-6-13 15,1-4-1-15,3-8-1 16,14-8-76-16,-5-20-202 0,-5-6-762 16</inkml:trace>
  <inkml:trace contextRef="#ctx0" brushRef="#br1" timeOffset="130840.78">6386 12985 1913 0,'0'0'235'0,"0"0"104"16,0 0-191-16,-3 163-37 16,-1-90-59-16,4 1-22 15,0 0-15-15,0-8-9 16,14-10 1-16,1-13 5 16,-1-16-6-16,-7-15-6 15,-7-12 7-15,0-4-1 16,-12-28 12-16,-10-12-17 15,0-12 11-15,3-4 23 0,11-5 52 16,8 2-22 0,18-2-39-16,28 3-26 0,19 4 0 15,7 11-15-15,1 15-20 16,-8 18 14-16,-14 14-1 16,-20 11 15-16,-18 24-5 15,-13 10 12-15,-11 3 6 16,-24 1 24-16,-8-5 31 15,-1-8-14-15,2-10 1 16,1-11-15-16,8-12-9 16,2-3-24-16,4-11 0 15,9-12-122-15,16-28-56 16,2 7-395-16,0 0-914 0</inkml:trace>
  <inkml:trace contextRef="#ctx0" brushRef="#br1" timeOffset="131013.69">6616 12746 1237 0,'0'0'1279'16,"0"0"-1132"-16,0 0 19 15,42 130 49-15,-26-60-94 16,-5 0-83-16,-5-4-26 16,-3-10-12-16,-3-10-1 15,0-12-98-15,13-26-71 16,0-8-434-16,5 0-699 0</inkml:trace>
  <inkml:trace contextRef="#ctx0" brushRef="#br1" timeOffset="131230.38">6954 13159 1498 0,'0'0'197'0,"0"0"204"0,0 0-158 16,0 0 1-16,0 0-95 16,0 0-13-16,0 0-18 15,25-95-20-15,-50 95-42 16,-4 0-19-16,-4 20-14 15,4 17-10-15,6 10-12 16,17 7 0-16,6 4 5 16,14-4 0-16,21-5-5 15,7-14-1-15,6-20 0 16,0-15-54-16,14-22-42 16,-10-18-161-16,-12-5-740 0</inkml:trace>
  <inkml:trace contextRef="#ctx0" brushRef="#br1" timeOffset="132042.73">9155 13309 1699 0,'0'0'216'0,"0"0"28"0,0 0-21 16,0 0-13-16,158 34-57 15,-93-43-29-15,-3-14-51 16,-6-12-41-16,-8-4-31 16,-9-16 14-16,-12-11-9 15,-10-7 3-15,-10-11-9 16,-7 4 2-16,0 10 4 16,-3 12 6-16,-14 12 43 15,-1 9 5-15,1 8 3 16,3 7-8-16,5 10-8 15,7 8 5-15,2 4-34 16,4 0-18-16,27 16-5 16,9 12 5-16,12 7 8 15,4 8-8-15,0 6 0 16,-2 9 0-16,-2 8 0 0,-3 9 0 16,-7 6-13-16,-6 9 7 15,-7 5-3-15,-11-6-5 16,-11-4-5-16,-7-11-2 15,-2-13 12-15,-19-15-3 16,-6-14 5-16,1-15-5 16,2-8-5-16,-1-9 17 15,7-3 9-15,5-18-3 16,6-8-5-16,7-2-1 16,0-6 0-16,13 4 0 15,12-1-8-15,4 2-4 16,6 11-22-16,5 3-17 15,3 8-42-15,17 6-24 0,-11 4-432 16,-10 0-1256-16</inkml:trace>
  <inkml:trace contextRef="#ctx0" brushRef="#br1" timeOffset="132626.51">11145 13101 33 0,'0'0'2041'16,"0"0"-1812"-16,0 0-71 0,0 0-88 15,-4 113 75-15,22-43-53 16,4 3-35-16,-2-5-30 16,-2-14-6-16,-5-16-15 15,-4-16 3-15,-7-15-9 16,-2-7 18-16,0-15 9 16,-6-23-17-16,-3-16-2 15,5-6-8-15,4-7 3 16,8 6-3-16,26 10-3 15,5 15 3-15,6 20 16 16,-3 16 2-16,-6 11 0 16,-7 33 2-16,-11 9-7 15,-9 10 2-15,-7-1-9 16,-2-4 3-16,2-9-9 16,8-17 0-16,5-13-1 0,39-19-102 15,-3-10-214-15,2-18-454 16</inkml:trace>
  <inkml:trace contextRef="#ctx0" brushRef="#br1" timeOffset="132904.8">11883 13152 2134 0,'0'0'253'0,"0"0"-27"16,-53 131-123-16,37-56 24 15,12 4-72-15,4-8-25 16,10-10-17-16,25-25-13 15,9-14 6-15,5-18-6 0,0-4 15 16,-4-27-14-16,-8-13 0 16,-12-11-1-16,-16-3 2 15,-9 2 5-15,0 2 17 16,-25 7 45-16,-6 8 19 16,-5 9-34-16,3 7-31 15,4 11-23-15,6 8-6 16,10 0-56-16,13 21-120 15,5 3-459-15,17-4-984 0</inkml:trace>
  <inkml:trace contextRef="#ctx0" brushRef="#br1" timeOffset="133220.52">12810 13430 1810 0,'127'-26'241'16,"0"1"37"-16,-6 3-189 16,-45 8-64-16,-41 5-25 15,-10-4-11-15,-14-1 11 16,-11-6 19-16,-11 1 87 16,-30 5 55-16,-3 4-39 15,-3 10-34-15,7 0-49 16,7 28-25-16,8 14-14 15,12 11 6-15,9 5-5 16,4-4-1-16,11-8 9 16,22-10-7-16,10-10 8 0,7-12-4 15,9-11-6-15,23-11-127 16,-13-19-355-16,-11-8-1179 0</inkml:trace>
  <inkml:trace contextRef="#ctx0" brushRef="#br1" timeOffset="133439.3">13693 13136 2011 0,'0'0'261'0,"0"0"-103"15,0 0-51-15,0 0-43 16,-11 152 17-16,20-89-35 16,-3 1 19-16,-6-8-8 15,0-7-28-15,-2-12-13 0,-11-9-4 16,-5-9-5-1,1-11-5-15,-4-8-2 0,1 0-37 16,-5-5-92-16,-8-17-192 16,6 6-267-16,3 4-605 0</inkml:trace>
  <inkml:trace contextRef="#ctx0" brushRef="#br1" timeOffset="134054.79">14407 13168 1991 0,'0'0'236'15,"0"0"-28"-15,-14 123-97 16,18-71 17-16,25-8-50 16,14-10-47-16,4-18 0 15,2-16-16-15,-7 0-1 16,-7-30-14-16,-8-10-10 0,-11-8-4 15,-7-5 3 1,-9 4 11-16,0 4 0 0,0 11 12 16,0 17 48-16,0 10 8 15,0 7-50-15,14 22-10 16,1 22-8-16,5 13 16 16,0 11 4-16,-4-1-14 15,-5 0 7-15,-2-13-12 16,-4-13 8-16,-3-14-9 15,-2-17 0-15,0-10 1 16,0-2 20-16,0-30-20 16,0-16 5-16,4-11-4 15,13-6-2-15,10 2-1 0,4 15 1 16,-2 19 15-16,-4 14 12 16,0 15-14-16,-5 11-13 15,-5 21 1-15,-1 6 4 16,-5 2-5-16,0-2 0 15,-3-8-8-15,10-11-58 16,49-14-94-16,-3-5-431 16,14 0-713-16</inkml:trace>
  <inkml:trace contextRef="#ctx0" brushRef="#br1" timeOffset="134369.07">15510 13101 2004 0,'0'0'273'0,"0"0"22"16,-125 7-179-16,80 21-19 16,14 12-37-16,14 6-30 15,17 0 8-15,0-2 10 16,33-7-9-16,16-11-18 16,6-14-12-16,-1-12-3 15,-4 0-6-15,-15-27-33 16,-10-7 5-16,-12-1 20 15,-9 2 8-15,-4 7 20 16,0 8 51-16,0 12 7 16,0 6-15-16,0 0-63 15,0 24-17-15,0 12 17 16,7 5 2-16,9-1-2 0,6-6-24 16,34-16-71-16,-8-10-171 15,11-8-482-15</inkml:trace>
  <inkml:trace contextRef="#ctx0" brushRef="#br1" timeOffset="134670.01">16469 13075 1759 0,'0'0'390'0,"0"0"-267"16,0 0 147-16,0 0-178 15,0 0 9-15,-103 109-13 0,111-61 21 16,15 8-26 0,2 2-22-16,-7 0-30 0,-5-7-14 15,-13-7-1-15,0-9 4 16,-13-5 10-16,-14-12 16 16,-4-8-11-16,0-10-16 15,4 0 1-15,9-10-20 16,13-17-21-16,5-5-83 15,11-8-69-15,47-22-328 16,-4 8-172-16,0 6-748 0</inkml:trace>
  <inkml:trace contextRef="#ctx0" brushRef="#br1" timeOffset="134805.57">16731 13207 1802 0,'0'0'564'0,"0"0"-288"15,0 0-32-15,0 0-56 16,7 114-119-16,-2-78-38 15,2-2-25-15,6-7-6 16,27-6-72-16,-2-10-132 16,4-11-658-16</inkml:trace>
  <inkml:trace contextRef="#ctx0" brushRef="#br1" timeOffset="135232.25">17195 13114 2109 0,'0'0'298'0,"0"0"-39"16,0 0-148-16,0 0-71 15,0 0-9-15,-82 103-13 16,86-62 7-16,25-2-1 16,9-10-23-16,4-9-1 15,1-11-10-15,-3-9-67 16,-11-6-44-16,-7-20 39 15,-11-4 39-15,-7-2 29 16,-4 5 14-16,0 10 73 16,0 10 76-16,0 7-61 15,0 8-76-15,0 28-11 16,8 19-1-16,0 15 9 16,-3 8 6-16,-5-1-3 0,0 1-1 15,-11-10 1-15,-12-8 13 16,-3-12 32-16,-6-11-12 15,3-16-5-15,-2-9 1 16,0-12 20-16,4 0-7 16,2-21-24-16,10-11-14 15,9-6-16-15,6 1-42 16,0-4-57-16,40-12-41 16,2 9-149-16,-2 3-541 0</inkml:trace>
  <inkml:trace contextRef="#ctx0" brushRef="#br1" timeOffset="135683.34">17695 13162 1825 0,'0'0'227'0,"0"0"79"16,8 104-52-16,-1-56-101 15,-2-5-83-15,-3-8-47 16,-2-12-13-16,0-11-8 15,0-12 7-15,0 0 8 16,5-23 3-16,1-16-20 16,5-10-11-16,5 1 10 15,4 6-4-15,2 10 5 16,3 14-1-16,1 16 0 0,-1 2-10 16,-2 26 3-16,-8 11 8 15,-4 5 0-15,-6-5 18 16,-5-2-5-16,0-14 8 15,0-6-12-15,0-13-1 16,0-2 4-16,0-18 0 16,2-16-12-16,9-10-21 15,9-2 20-15,0 4 1 16,2 8 12-16,-1 11 12 16,-4 17 6-16,-1 6-23 15,-3 17-1-15,-1 20 2 16,-4 4 1-16,-3 1-8 15,1-7 8-15,-2-3-9 16,6-15 0-16,19-17-32 16,-5 0-155-16,12-6-457 0</inkml:trace>
  <inkml:trace contextRef="#ctx0" brushRef="#br1" timeOffset="135989.54">18535 13118 1928 0,'0'0'484'15,"0"0"-283"-15,0 0 21 16,-140 44-142-16,106-1-33 16,12 6-7-16,11 6-7 15,11-4-5-15,0-7-14 16,17-15-14-16,16-12-7 16,6-17 6-16,1-3-13 0,0-26-17 15,-9-14 19-15,-9-6-3 16,-5 2 15-16,-9 5 0 15,-6 10 42-15,0 9 31 16,-2 12 5-16,0 8-14 16,5 3-64-16,1 14-26 15,6 16 26-15,-1 7 1 16,5 1-1-16,-1-2-24 16,12-2-114-16,-2-10-395 15,-3-13-994-15</inkml:trace>
  <inkml:trace contextRef="#ctx0" brushRef="#br1" timeOffset="136627.91">20006 13026 1568 0,'0'0'352'0,"0"0"44"16,-114 0-197-16,56 24-82 15,-2 13-32-15,7 6-31 16,12 6 3-16,20 1-9 16,21-4-32-16,6-7-13 15,38-7 3-15,14-11-2 0,9-13 7 16,-5-8-11-16,-8-4-22 16,-16-21-5-16,-13-9 27 15,-11-6-1-15,-10-2 1 16,-4 5 1-16,0 6 18 15,0 9 20-15,0 8 6 16,0 9 3-16,0 2-20 16,0 3-13-16,0 0-15 15,0 0 0-15,0 0-8 16,0 0 1-16,0 0-20 0,0 0-46 16,0 0-48-16,11 4-170 15,0 0-283-15,2 3-478 16</inkml:trace>
  <inkml:trace contextRef="#ctx0" brushRef="#br1" timeOffset="137492.83">19957 13072 1498 0,'0'0'524'16,"0"0"-415"-16,0 0-55 16,0 0 2-16,0 0 32 15,29 145-49-15,-18-96-21 16,-4-1-17-16,2-5-1 16,7-1-152-16,-3-11-176 15,1-11-799-15</inkml:trace>
  <inkml:trace contextRef="#ctx0" brushRef="#br1" timeOffset="137754.58">20149 12719 1793 0,'0'0'235'0,"0"0"-21"16,0 0-88-16,0 0-107 16,0 0-10-16,-2 109-9 15,0-44-53-15,-4-12-237 16,4-9-604-16</inkml:trace>
  <inkml:trace contextRef="#ctx0" brushRef="#br1" timeOffset="138018.3">20450 12781 1824 0,'0'0'203'0,"0"0"27"15,0 112-12-15,0-51-29 16,0 5-82-16,0-6-56 0,7-2-30 16,3-10-14-1,2-5-7-15,-1-11-12 0,5-5-89 16,-3-8-206-16,2-12-396 0</inkml:trace>
  <inkml:trace contextRef="#ctx0" brushRef="#br1" timeOffset="153173.28">20922 13116 101 0,'0'0'1446'16,"0"0"-1254"-16,0 0 114 16,0 0-97-16,0 0-92 15,0 0 45-15,-4-27-8 16,-5 27-41-16,-7 0-67 16,-1 1-28-16,-4 19-7 15,6 3-11-15,4 8 5 16,8 3-4-16,3 0-1 15,3-1 1-15,19-5 0 16,5-7 0-16,6-4 0 0,-1-11-1 16,-1-6-33-16,-7-3-3 15,-8-20 28-15,-7-9 8 16,-9-5 0-16,0 2 7 16,-3 4 23-16,-8 9 36 15,3 10-2-15,3 10 9 16,5 2-62-16,0 19-4 15,0 20-13-15,13 14 12 16,1 7-6-16,-1 6 0 16,-4-2 1-16,-9-2-1 15,0-8 1-15,-11-6-1 16,-18-7 8-16,-9-12 8 16,-3-3 26-16,-1-9 15 15,3-9-12-15,5-6-1 16,7-2-19-16,5-7-7 0,9-16-18 15,8-7-38-15,5-31-88 16,22 5-141-16,7 2-597 0</inkml:trace>
  <inkml:trace contextRef="#ctx0" brushRef="#br1" timeOffset="153812.06">21146 13136 1773 0,'0'0'374'0,"0"0"-84"16,0 0-121-16,156-54-117 16,-98 42-31-16,-8 2-10 15,-9 0-11-15,-17 3 11 0,-12 4-10 16,-12-1 25 0,0-3 104-16,0 7-40 0,-17-3-38 15,-4 3-3-15,-4 0-22 16,-2 17-10-16,0 10-4 15,7 4-12-15,9 6 1 16,9-1-1-16,2-3-2 16,23-8 1-16,12-8 0 15,9-13-15-15,1-4-64 16,-1-16-65-16,-8-21-130 16,-9-13-107-16,-9-11 15 15,-7-8-9-15,-7-3 236 16,0 10 139-16,2 15 343 0,-4 17 203 15,2 20-209 1,3 10-154-16,4 10-125 0,5 28 20 16,2 12 21-16,-1 11-47 15,-1 5-9-15,-3-1-23 16,-6-6-10-16,-5-7-10 16,-2-12 0-16,0-14 0 15,0-13 2-15,0-13 5 16,-2 0-1-16,2-25-6 15,0-7-18-15,11-6 17 16,18 1-3-16,7 4 3 16,6 9 1-16,1 9-1 15,-6 15 0-15,-3 0-6 16,-14 15 5-16,-13 19-4 0,-7 6 6 16,-21 6 15-16,-16 0 14 15,-11-5-13-15,2-7-7 16,1-12 2-16,7-10-5 15,9-12 3-15,10 0-8 16,14-19-1-16,14-30-81 16,22 3-145-16,5 3-542 0</inkml:trace>
  <inkml:trace contextRef="#ctx0" brushRef="#br1" timeOffset="153986.3">22055 13283 1287 0,'0'0'744'0,"0"0"-281"15,0 0-115-15,0 0-121 0,0 0-83 16,0 0-73 0,0 0-41-16,7-61-23 0,8 33-7 15,5 0-1-15,1 4-7 16,0 3-76-16,24-11-66 16,-5 5-147-16,7 3-623 0</inkml:trace>
  <inkml:trace contextRef="#ctx0" brushRef="#br1" timeOffset="154285.36">22683 12997 1846 0,'0'0'642'0,"0"0"-290"15,-122 0-118-15,75 9-103 16,4 11-59-16,10 14-39 16,8 10-27-16,8 8 7 15,13 4-13-15,4-3-12 0,15-11-5 16,22-15-25-16,6-15-24 15,2-12-57-15,0-9-29 16,-10-26-38-16,-6-4 140 16,-8 2 50-16,-11 9 86 15,-3 9 90-15,-7 8 35 16,0 9-43-16,0 2-76 16,0 0-68-16,0 18-22 15,0 8-4-15,0 4 2 16,0 5-1-16,0-3-70 0,0 0-116 15,0-6-148 1,-9-10-1196-16</inkml:trace>
  <inkml:trace contextRef="#ctx0" brushRef="#br0" timeOffset="176381.95">6694 11410 1117 0,'0'0'401'16,"0"0"-155"-16,0 0-5 16,0 0-88-16,0 0-67 15,0 0-35-15,0 0-2 16,0 9 2-16,0-5 20 15,9-1 31-15,6-2-32 16,5-1-17-16,9 0-19 16,7 0-3-16,7 0-7 0,3 0 1 15,6 0-13-15,3-1-1 16,8-2-5-16,6 2-6 16,6 1 6-16,8 0-5 15,2 0 1-15,4 0-2 16,-4 0 8-16,-6 0-8 15,-7 0 1-15,-14 0-1 16,-11 0 2-16,-14 0-1 16,-10 0 0-16,-10 0 6 15,-4 0 7-15,-2 0 32 16,-3 0 11-16,-4 0-3 16,0 0-5-16,0 0-16 0,0 0-9 15,0 1 4-15,0-1 8 16,0 0-13-16,0 0 4 15,0 0-8-15,0 0 8 16,0 0-13-16,0 0-2 16,0 0-4-16,0 0-7 15,0 0 7-15,0 0-7 16,0 0 5-16,0 0-6 16,0 0-6-16,0 0-11 15,0 0-82-15,0 0-121 16,-2 0-661-16</inkml:trace>
  <inkml:trace contextRef="#ctx0" brushRef="#br0" timeOffset="177363.62">12474 11419 1290 0,'0'0'232'16,"0"0"-130"-16,0 0 130 16,0 0-104-16,0 0-77 15,0 0-32-15,0 0-9 16,-9 0 8-16,9 0 10 16,0 0 31-16,0 4-2 15,5-1-6-15,17 1 34 16,14 0 10-16,10-2-10 15,12 1-33-15,7 0-24 16,6-1-16-16,7 0 2 16,7 0-14-16,27-2 12 15,-10 2-11-15,7-2 7 16,-6 1-8-16,-27-1 0 0,-7 3 6 16,-25-1-4-16,-19 0 24 15,-15-2 10-15,-8 0 63 16,-2 0 2-16,0 0 6 15,0 0-18-15,0 0-47 16,0 0-31-16,0 0-10 16,0 0 5-16,0 0-6 15,0 0 0-15,0 0-9 16,0 0 0-16,0 0-58 16,0 0-69-16,0 0-187 15,8 0-441-15</inkml:trace>
  <inkml:trace contextRef="#ctx0" brushRef="#br1" timeOffset="212938.67">15392 10305 504 0,'0'0'226'0,"0"0"-68"15,0 0 54-15,0 0 53 16,0 0-62-16,29-12-39 15,-27 12-9-15,-2 0-20 16,0 0-5-16,0 0-12 16,0 0-48-16,0 0-32 15,0 0-29-15,0 0 2 16,0 0-10-16,0 0 6 0,0 0-7 16,0 0 1-16,0 0-1 15,0 0 1-15,0 0-1 16,0 0-15-16,0 0-41 15,0 0-61-15,0 0-7 16,0 4-49-16,14-2-33 16,-1-2-168-16,0 0-497 0</inkml:trace>
  <inkml:trace contextRef="#ctx0" brushRef="#br1" timeOffset="213322.74">16027 10162 914 0,'0'0'170'0,"0"0"-125"16,0 0-7-16,0 0 117 15,0 0-54-15,0 0-33 16,0 0 17-16,0 0 17 15,0 0 3-15,0 0 16 16,0 0-18-16,0 0-14 16,0 0-11-16,0 0-25 15,0 0-10-15,0 0-21 16,0 0-5-16,0 0-3 16,0 0-3-16,0 0-10 15,0 0 5-15,0 0-5 16,0 0-1-16,0 0 7 0,0 0-6 15,0 0 4-15,0 0-4 16,0 0 6-16,0 0-7 16,0 0-144-16,0 0-120 15,0-8-474-15</inkml:trace>
  <inkml:trace contextRef="#ctx0" brushRef="#br1" timeOffset="-107248.64">2400 14969 1283 0,'0'0'589'0,"0"0"-511"16,0 0 91-16,0 0 6 0,0 0-107 15,0 0 7 1,134-51 30-16,-105 86 25 0,-9 7-41 16,-11 3-17-16,-9 2 1 15,0-5-22-15,-15 1-21 16,-15-7-17-16,1-8-2 16,-2-14-5-16,2-12 1 15,2-2 10-15,5-22-6 16,5-17-6-16,5-7-5 15,12 2 0-15,0-2 6 16,14 11-1-16,13 14-5 16,-1 13-1-16,-2 8-9 15,-3 17 1-15,-15 15 7 16,-6 11 4-16,-2 1 17 16,-23 1 2-16,-1-8-6 0,-1-10-5 15,5-9 1-15,4-10-5 16,0-8 15-16,4-4-2 15,4-22-19-15,5-11-1 16,5-7-4-16,0-2 5 16,18 7 0-16,13 0 0 15,5 15 0-15,-2 9 0 16,-5 15 0-16,-10 0-9 16,-7 15 3-16,-12 13 6 15,0 7 24-15,-16 4-2 16,-11-7-4-16,0-4-12 15,5-7 3-15,6-12-7 16,6-9 11-16,3 0 31 0,4-9-20 16,3-14-24-1,0 1-7-15,7 0 7 0,13 8-6 16,2 6 6-16,1 8-8 16,0 0-2-16,-6 4 2 15,-9 14 7-15,-4 4 1 16,-4 0 6-16,0 1 11 15,-17-5-17-15,5-4 6 16,0-11 0-16,3-3 1 16,3-3 8-16,-2-20-15 15,4 0-15-15,4-2 9 16,0 5 5-16,12 6 0 16,9 8-5-16,6 6-3 15,2 0 8-15,-4 0 0 0,-5 17 1 16,-13 0 7-16,-7 1 18 15,0 5 0-15,-19-1 5 16,-4-8-3-16,-4-6-15 16,4-8 5-16,3 0-10 15,5-8 0-15,3-10-7 16,10-7-18-16,2 4-33 16,0-6-52-16,43-7-66 15,-3 7-76-15,5-2-490 0</inkml:trace>
  <inkml:trace contextRef="#ctx0" brushRef="#br1" timeOffset="-105747.48">3564 14552 1311 0,'0'0'355'15,"0"0"-155"-15,0 0 182 16,0 0-148-16,0 0-104 16,0 0-4-16,0 0-11 15,0-18-31-15,0 18-14 0,0 0-9 16,0 0-25 0,-3 0 0-16,3 0-15 0,0 0-7 15,-2 0-14-15,2 9 0 16,0 6 0-16,0 2 1 15,0 6 1-15,0 5-1 16,0 4 8-16,0 6-8 16,0 0 7-16,0 0-7 15,0 2 5-15,0-1-5 16,0-2 0-16,0 2 1 16,0-4-2-16,2 0 2 15,3 1-2-15,-2-3 1 0,-1 6 0 16,0-8 5-16,-2-2-6 15,2 1 0 1,3-4 0-16,-3-2 0 0,2 1 0 16,-4-4 0-16,0 4 2 15,0-7-2-15,0 5 0 16,0-6 1-16,0-3 0 16,0 0 0-16,0-1 5 15,0-2-6-15,0 4 0 16,0-6 0-16,0 3 1 15,0 2 0-15,0-3-1 16,0 1 0-16,0-9 0 16,0 2-1-16,0 0 0 15,0-5-7-15,0 4 8 16,4 0-2-16,4-2 2 0,-2 5-1 16,1-2 1-16,4 1 0 15,0 1 2-15,4-2-2 16,4 4 1-16,3-9 9 15,2 4-9-15,3-3 5 16,2 3-5-16,2-4 8 16,0 0-9-16,0 0 0 15,1 0 0-15,1 0 0 16,0 0 5-16,-2 0-5 16,-2 0 0-16,-6 0-6 15,-7 0 5-15,-9 0 1 16,-3 0 1-16,-2 0 0 15,-2 0 4-15,0 0 1 0,0 0 4 16,0 0 4 0,0 0 7-16,0 0-3 0,0 0-12 15,0 0 0-15,0 0-6 16,2 0-7-16,-2 0-37 16,4 0-64-16,10 0-112 15,-3-5-237-15,3 1-742 0</inkml:trace>
  <inkml:trace contextRef="#ctx0" brushRef="#br1" timeOffset="-99737.06">4627 15147 1513 0,'0'0'344'0,"0"0"44"15,0 0 4-15,0 0-183 16,0 0-103-16,0 0-51 15,-11 12-25-15,11-8-22 16,0 1 6-16,9 0 1 16,5 4 17-16,8-5-16 15,6 0 1-15,11-4-4 16,5 0-4-16,1 0-9 16,-1 0-4-16,-6-3-76 0,-5-2-90 15,-6-2-131-15,-9 4-312 16,-7 1-671-16</inkml:trace>
  <inkml:trace contextRef="#ctx0" brushRef="#br1" timeOffset="-99518.29">4753 15473 567 0,'0'0'1105'16,"0"0"-972"-16,0 0 77 0,0 0 3 16,0 0-98-16,0 0-38 15,135 11-54-15,-102-11-23 16,12-2-38-16,-9-4-440 16,-7 3-805-16</inkml:trace>
  <inkml:trace contextRef="#ctx0" brushRef="#br1" timeOffset="-94606.45">5762 14708 1109 0,'0'0'377'0,"0"0"-178"0,0 0-55 16,0 0-64-16,0 0-2 15,0 0 83-15,9 131-3 16,-7-79-38-16,0 2-23 15,2-8-27-15,-2-3-20 16,-2-4-2-16,0-3-11 16,0-4 1-16,0-8-18 15,0-3 1-15,0-3-19 16,-4-10 7-16,2-2-8 16,0-6 14-16,2 0 12 15,0-9 2-15,0-5-15 16,0 5-14-16,0-2 0 0,6 9-6 15,15 2 5-15,6 9-5 16,2 13 6-16,0 10-1 16,-7 8 1-16,-7 4 1 15,-8-1-1-15,-7 9 2 16,0-9-2-16,0-7 11 16,-7-6-11-16,3-9 0 15,4-14-77-15,0-7-193 16,11 0-329-16,3-7-824 0</inkml:trace>
  <inkml:trace contextRef="#ctx0" brushRef="#br1" timeOffset="-73491.29">6593 14834 1437 0,'0'0'208'0,"0"0"-57"16,0 116 214-16,0-55-155 15,0 3-51-15,0 2-49 16,0-12-25-16,0-5-28 16,0-9-27-16,0-8-8 15,0-14-20-15,-2-8 17 16,-2-8-18-16,2-2 25 0,-5-9 21 16,3-12-26-16,1-1-13 15,3 4-8-15,0 5-14 16,0 13 14-16,7 0 1 15,8 21 6-15,1 15 29 16,-5 4-19-16,-7 6 16 16,-2 2 2-16,-2-8-14 15,0-4-13-15,0-5-8 16,0-9 0-16,5-7-40 16,7-2-35-16,7-5-79 15,26-8-185-15,-5 0-309 16,3-4-742-16</inkml:trace>
  <inkml:trace contextRef="#ctx0" brushRef="#br1" timeOffset="-72629.2">7601 14829 1820 0,'0'0'389'0,"0"0"-185"16,0 0 13-16,0 0-85 16,-59 107-44-16,53-46-23 15,6 3-29-15,0-10-19 16,6-6-16-16,15-17-1 16,1-7 0-16,3-14-44 15,-1-8-39-15,-6-2-16 16,-4 0 32-16,-7 0 48 15,-7 0 13-15,0 0 12 16,0 15 3-16,-17 16 40 16,4 9 11-16,0 4 8 0,8 0-30 15,5-2-16-15,0-6-21 16,5-6-1-16,15-8-22 16,11-13-119-16,-2-4-364 15,-4-5-367-15</inkml:trace>
  <inkml:trace contextRef="#ctx0" brushRef="#br1" timeOffset="-72448.06">8032 15611 182 0,'0'0'2013'0,"0"0"-1785"16,0 0-145-16,0 0 18 15,-29 116-101-15,29-76-13 16,2-8-170-16,4-6-540 0</inkml:trace>
  <inkml:trace contextRef="#ctx0" brushRef="#br1" timeOffset="-71901.01">8277 14930 1517 0,'0'0'380'16,"0"0"-293"-16,4 103 86 16,9-35 84-16,3 8-80 15,-1 1-37-15,-1-6 4 16,-3-13-77-16,-5-17-36 16,2-11-22-16,-6-16 0 0,-2-9-9 15,0-5 1 1,0-15-1-16,0-19-11 0,6-7 4 15,5 0-8-15,10 1 13 16,8 1-18-16,4 16 20 16,5 4 1-16,-1 16 5 15,-3 3-6-15,-8 8-7 16,-7 18-1-16,-15 12 8 16,-4 2 51-16,-11 4 6 15,-18 0 4-15,-4-8-27 16,0-6-13-16,-2-6-12 15,11-10-1-15,2-7-1 16,8-7 1-16,3 0-8 16,7 0-2-16,2 0-10 15,2-9-70-15,0-4-36 0,15-14-96 16,7 5-462-16,-1 0-648 16</inkml:trace>
  <inkml:trace contextRef="#ctx0" brushRef="#br1" timeOffset="-71405.22">8080 15025 1435 0,'0'0'311'16,"0"0"-178"-16,0 0 19 16,0 0 106-16,9 116-98 15,2-62-54-15,0-4-30 16,1-5-31-16,-1-10-25 0,-3-9-9 16,-1-7-10-16,-4-6 5 15,-1-10-3-15,0 1 3 16,-2 1-7-16,2 4 1 15,-2 9 0-15,3 1 0 16,1 6 0-16,2 3 1 16,1-2 0-16,5-3-1 15,3-5-57-15,9-9-132 16,1-4-323-16,-2-1-547 0</inkml:trace>
  <inkml:trace contextRef="#ctx0" brushRef="#br1" timeOffset="-70990.69">8792 15049 1737 0,'0'0'500'15,"0"0"-402"-15,0 0 177 16,0 0-110-16,-81 105-74 0,81-73-57 16,11-10-23-16,18-4-10 15,0-4-1-15,0-10 0 16,-9-3-43-16,-9-1 17 15,-9 0 26-15,-2 5 8 16,0 3-7-16,0 10 22 16,0 4 9-16,0 12 9 15,0 12 4-15,0 0-24 16,5 6-1-16,17-8-19 16,7-2-2-16,2-11-20 15,17-17-80-15,-11-10-439 16,-8-4-852-16</inkml:trace>
  <inkml:trace contextRef="#ctx0" brushRef="#br1" timeOffset="-70646.04">9288 14788 2105 0,'0'0'246'15,"0"0"-73"-15,-60 116 73 0,49-61-147 16,9-3-65 0,2-9-22-16,7-10-12 0,10-13-20 15,3-8-21-15,-7-4-47 16,-3 1 31-16,-10 6 20 15,0 16 37-15,0 8 3 16,-12 19 85-16,6 7 7 16,6 0-28-16,0-1-37 15,8-15-21-15,15-6-9 16,15-15-31-16,-9-10-114 16,-5-10-652-16</inkml:trace>
  <inkml:trace contextRef="#ctx0" brushRef="#br1" timeOffset="-44323.7">11540 14575 1751 0,'0'0'351'0,"0"0"-91"16,0 0 5-16,0 0-204 15,0 0-6-15,8 191 60 16,-2-88-31-16,-4-10 6 16,-2-8-13-16,0-25-27 15,0 5-7-15,0 7-42 16,0-12 25-16,0-2-25 16,0-5 0-16,0-6 0 15,0-10 6-15,-5-7-7 0,2-12 0 16,1-8-6-16,2-6-47 15,-2-4 5-15,-4-31-74 16,-1-5-159-16,1-4-596 0</inkml:trace>
  <inkml:trace contextRef="#ctx0" brushRef="#br1" timeOffset="-44008.39">11266 14726 978 0,'0'0'694'0,"0"0"-524"16,0 0 304-16,0 0-360 15,0 0-39-15,0 0 16 16,145-35-25-16,-85 16-22 16,2 3-14-16,-2 0-13 15,-2 2-16-15,-2 2-1 16,-3 2-50-16,-1 4-165 16,4 2-55-16,-17 4-283 15,-12 0-576-15</inkml:trace>
  <inkml:trace contextRef="#ctx0" brushRef="#br1" timeOffset="-43790.04">11377 15163 1285 0,'0'0'225'15,"0"0"15"-15,0 0 66 16,0 0-172-16,0 0 5 16,127 12-69-16,-73-19-70 15,39-11-70-15,-13 1-475 0,-1 3-1021 0</inkml:trace>
  <inkml:trace contextRef="#ctx0" brushRef="#br1" timeOffset="-43443.61">12354 15119 1579 0,'0'0'376'16,"0"0"-126"-16,0 0 48 16,0 0-145-16,0 0-63 15,0 0-66-15,0 0 4 16,147-7-27-16,-105 2 3 15,-5 3-4-15,-2-2-117 16,-9 4-157-16,-6 0-330 16,-14 0-854-16</inkml:trace>
  <inkml:trace contextRef="#ctx0" brushRef="#br1" timeOffset="-43295.41">12418 15348 1633 0,'0'0'272'15,"0"0"-139"-15,0 0 161 16,0 0-119-16,0 0-123 16,147 0-52-16,-93-6-150 15,-14-4-400-15,-11 6-640 0</inkml:trace>
  <inkml:trace contextRef="#ctx0" brushRef="#br1" timeOffset="-41557.04">13020 14682 1635 0,'0'0'241'16,"0"0"-117"-16,0 0 27 16,0 0-81-16,17 106-13 15,-3-29 31-15,-5 8 3 16,-5-2 17-16,-4-15 9 15,0-1-41-15,0-14-12 16,0-12-40-16,0-17-2 16,-6-8-14-16,-3-7 2 15,0-8 0-15,-4-1 4 16,0-4-2-16,-3-13-12 16,5 2 3-16,6 1-3 15,5 14-8-15,0 0-4 16,13 32 0-16,14 48 12 0,-4 40 11 15,-8 5-1-15,-5-13-8 16,-10-18 2-16,0-18-4 16,0-9-143-16,-4-18-1093 0</inkml:trace>
  <inkml:trace contextRef="#ctx0" brushRef="#br1" timeOffset="-38667.1">13776 15141 1106 0,'0'0'259'15,"0"0"-109"-15,0 0 143 16,0 0-90-16,0 0-60 16,0 0 6-16,-103-22-20 15,79 22-40-15,-5 10-34 0,0 15 12 16,0 8-22-16,4 10 11 16,9 6-26-16,12 6 7 15,4-3-7-15,6-2-3 16,23-13-5-16,10-8-4 15,3-11-3-15,7-8-13 16,0-10 10-16,2 0-6 16,-3-10 1-16,-6-11-6 15,-7-12 10-15,-10-1-11 16,-10-6 6-16,-10-2 0 16,-5 0-6-16,-9 4 9 15,-15 4-7-15,-3 7 4 16,-2 5 0-16,2 7-6 15,0 2 0-15,2 4 1 16,5 4-1-16,5-3 0 0,1 7-1 16,1 1-52-16,2 0-71 15,2 0-215-15,2 0-321 0</inkml:trace>
  <inkml:trace contextRef="#ctx0" brushRef="#br1" timeOffset="-38404.2">13855 14819 1493 0,'0'0'303'16,"0"0"-100"-16,0 0 42 15,0 0-135-15,0 0-72 16,-23 131 50-16,5-56 47 15,-3 13-22-15,-3 3 13 16,0-7-46-16,-1-6-32 16,7-12-42-16,7-11 7 15,7-13-13-15,4-10-47 16,0-13-147-16,0-6-575 0</inkml:trace>
  <inkml:trace contextRef="#ctx0" brushRef="#br1" timeOffset="-38104.41">14293 15526 1332 0,'0'0'274'15,"0"0"-45"-15,0 0 134 16,0 107-86-16,0-67-127 0,-4-4-64 16,-8-1-51-16,1-4-7 15,3-7-21-15,3 2-7 16,5-14-174-16,0-1-487 0</inkml:trace>
  <inkml:trace contextRef="#ctx0" brushRef="#br1" timeOffset="-37195.23">14569 15436 1250 0,'0'0'386'16,"0"0"-199"-16,0 0-32 15,0 0-49-15,0 0-77 16,141-10-20-16,-88 10 6 16,1 0-14-16,-5 0 10 0,-5 6-10 15,-6 3 11-15,-7-2-11 16,-11-1-1-16,-9-2-1 15,-6 0-1-15,-5-4 2 16,0 0 30-16,-5 0 116 16,-10 0-70-16,-8-4-30 15,-1-8-37-15,-2-4 0 16,-1 4-3-16,4-6 6 16,5 1 2-16,7-4 13 15,7 1-21-15,4-6 3 16,0 0-4-16,4-1-4 15,15 4 7-15,2-5-8 16,6 2 2-16,2-1-2 0,4 0 0 16,3 0 0-1,3 5-7-15,-6 0 6 0,-6 8-4 16,-6 4-1-16,-2 6 6 16,-9 4-1-16,4 0-13 15,-3 7 13-15,3 8-5 16,-1 3 5-16,-2 4 0 15,1 2 2-15,-6 2-2 16,-2-1 7-16,-4 5-7 16,0-4 1-16,0 6 0 15,-4-6 0-15,-5 1 0 16,2-4 0-16,0 0 1 0,3-6-1 16,0-1 1-16,2-4-2 15,0-5 1 1,2 2 0-16,0-5 1 0,0-2 5 15,0 0-6-15,0 1 28 16,0 0 26-16,4 1 6 16,4 1 2-16,4-5-2 15,3 5 10-15,4-3-28 16,0-2-2-16,4 0-16 16,-1 0-1-16,3 0-13 15,2 0-9-15,-1-4 0 16,-2 1-1-16,3 3-1 15,-4 0-86-15,-1 0-81 16,7 0-106-16,-7 0-273 16,-2 0-174-16</inkml:trace>
  <inkml:trace contextRef="#ctx0" brushRef="#br1" timeOffset="-37001.05">15782 15484 1162 0,'0'0'196'16,"0"0"22"-16,0 0 47 15,0 0-126-15,0 0-82 16,0 0 1-16,-25 117 12 16,12-98-34-16,-13 15-36 15,1-11-106-15,2 0-259 0</inkml:trace>
  <inkml:trace contextRef="#ctx0" brushRef="#br1" timeOffset="-21269.38">6973 14650 1054 0,'0'0'306'0,"0"0"-197"15,0 0 86-15,0 0-55 16,0 0-41-16,0 0 5 16,26-46 53-16,-26 43-6 15,0 3-7-15,0 0-33 16,0 0-51-16,0 0-36 16,0 0-24-16,0 0-11 15,0 15 11-15,3 2 7 16,-3 2-7-16,0 1 1 15,0-6 14-15,0-4-7 16,0-2 11-16,2-8-19 0,4 0 24 16,9-4-14-16,10-22 38 15,14-15-27-15,11-17-21 16,35-34-25-16,-12 13-278 16,-7 7-1330-16</inkml:trace>
  <inkml:trace contextRef="#ctx0" brushRef="#br1" timeOffset="-19079.68">15969 14945 1485 0,'0'0'255'0,"0"0"-156"16,0 0 64-16,0 0-86 16,0 0-18-16,0 0 58 15,123 52 7-15,-109-6-12 0,-10 6 26 16,-4 3-40 0,0-5-22-16,-10-5-41 0,-3-2-10 15,0-11-11-15,2-6-7 16,4-12-1-16,3-12-5 15,4-2 22-15,0-11-14 16,0-15-8-16,6 3-1 16,7 5 5-16,-1 10-5 15,-3 8-16-15,-3 22 10 16,-2 22 6-16,-4 14 9 16,0 4-8-16,0-2 7 15,-6-3-7-15,2-17-1 16,4-8 0-16,0-10 0 15,4-15-8-15,29-7-107 16,-4 0-148-16,0-3-492 0</inkml:trace>
  <inkml:trace contextRef="#ctx0" brushRef="#br1" timeOffset="-18374.41">16935 14962 1862 0,'0'0'240'15,"0"0"31"-15,-32 109-45 16,30-68-115-16,2-8-70 16,9-8-9-16,16-13-24 15,-1-8 4-15,0-4-12 0,-4 0-18 16,-8-9-24-16,-8 0 38 15,-4 0-2-15,0 5 12 16,0 4-12-16,-9 8 4 16,-2 19 2-16,2 13 13 15,5 9 16-15,4 2-15 16,0-3-8-16,17-11-6 16,15-8 0-16,17-11-44 15,-7-7-247-15,-7-8-367 0</inkml:trace>
  <inkml:trace contextRef="#ctx0" brushRef="#br1" timeOffset="-18163.06">17556 15570 2292 0,'0'0'276'16,"0"0"-85"-16,0 0-102 15,-82 179-89-15,39-112-311 16,-7-2-1287-16</inkml:trace>
  <inkml:trace contextRef="#ctx0" brushRef="#br1" timeOffset="-2720.06">7222 15266 743 0,'0'0'934'15,"0"0"-767"-15,0 0 71 16,0 0-18-16,0 0-80 15,0 0-36-15,-62-30-2 16,55 26 9-16,0 0-32 16,-2 2-3-16,-2 2-19 0,-3 0-18 15,-3 0-23 1,-5 0-2-16,-5 7-8 0,0 12-4 16,0-1 9-16,5 6-11 15,4 7 3-15,3 1-1 16,3 6-2-16,8 8 0 15,4 1 2-15,0-1-2 16,9-5 2-16,13-11 10 16,7-8 3-16,5-12-3 15,1-10-6-15,1 0 10 16,-5 0-8-16,-4-14 5 16,-9 2-11-16,-7 2-2 15,-4 2-24-15,-3 3-21 16,3-3-52-16,4-2-109 15,-2 1-365-15,-2 0-560 0</inkml:trace>
  <inkml:trace contextRef="#ctx0" brushRef="#br1" timeOffset="8281.65">16646 15182 1174 0,'0'0'274'0,"0"0"-88"0,0 0 65 16,0 0-100-16,0 0-42 16,0 0 30-16,-50-14 19 15,48 14-38-15,2 0-6 16,0 0-38-16,0 0-21 15,-2 0-27-15,-4 0-11 16,-2 0-11-16,-7 0 3 16,-4 0-2-16,-3 5 7 15,-3 8 11-15,3-4-4 16,2 9-2-16,-3 2-13 16,4 9-5-16,1 3 0 15,3 2-1-15,3 1 1 16,8 2 0-16,4-8-1 0,0-4-3 15,14-6 3 1,9-4 1-16,6-4 5 0,3-8 0 16,-6-1 0-16,-1-2-4 15,-4 0-1-15,-6 0 5 16,1 0-6-16,-1-5 0 16,-3 0-17-16,-4-1 8 15,-1 2 8-15,-5 2-9 16,-2 2-87-16,0 0-161 15,0 0-425-15,0 0-1073 0</inkml:trace>
  <inkml:trace contextRef="#ctx0" brushRef="#br1" timeOffset="13523.66">17953 14985 1408 0,'0'0'333'16,"0"0"-185"-16,0 0-5 16,0 0 68-16,18 106-58 15,-9-52 17-15,-2 5-47 16,-3-1-27-16,-4-8-28 16,0-2-28-16,0-8-22 0,-2-8-3 15,-10-6-2-15,2-8-11 16,1-12 7-16,2-6 0 15,7 0 4-15,0-16-8 16,0-2-5-16,0 2-10 16,7 10 2-16,4 6-2 15,2 15 0-15,-6 24 10 16,-7 7 0-16,0 12 1 16,0-1 5-16,-9-3-5 15,2-14-1-15,7-12-10 16,2-24-166-16,21-4-207 15,4-9-726-15</inkml:trace>
  <inkml:trace contextRef="#ctx0" brushRef="#br1" timeOffset="14191.82">18261 15054 1475 0,'0'0'344'0,"0"0"-182"16,0 0 41-16,0 0-14 16,11 114-27-16,4-50-40 15,3 6-19-15,-2-2-28 16,-1-2-39-16,-2-12-17 15,-1-6-13-15,-3-7-1 16,-5-13-4-16,0-6 0 16,-4-9 0-16,0-4 5 0,0-6-6 15,0-3 6-15,0 0 6 16,0-9-3-16,0-11-1 16,-4-4-7-16,4-7 8 15,0-1-9-15,16-4 0 16,13 2-1-16,11 7 0 15,5 8 0-15,1 5-1 16,-6 14-4-16,-5 0 0 16,-14 14 6-16,-5 10-5 15,-11 6 5-15,-5-2 1 16,0 2 18-16,-9-2 8 16,-14-3 12-16,-4-5-8 15,-6-2-10-15,-5-6-12 0,0-4-8 16,2-2 6-16,5-6-7 15,9 0 0-15,7-10-36 16,8-6-64-16,7-11-109 16,9 8-465-16,13 2-775 0</inkml:trace>
  <inkml:trace contextRef="#ctx0" brushRef="#br1" timeOffset="14440.87">18903 15593 1438 0,'0'0'307'0,"0"0"-36"15,0 0 105-15,0 0-217 16,-2 119-107-16,0-96-38 15,-1-5-3-15,0-4-11 16,3-4-52-16,0-6-139 16,0-4-179-16,0 0-570 0</inkml:trace>
  <inkml:trace contextRef="#ctx0" brushRef="#br1" timeOffset="15086.69">19549 15444 1232 0,'0'0'360'16,"0"0"-93"-16,0 0 63 15,0 0-141-15,0 0-92 0,0 0-38 16,-135-52-1-16,104 52-19 16,-2 0-8-16,2 14 12 15,2 10-4-15,3 8 3 16,4 10-3-16,3 6 7 15,11-4-3-15,8 2-14 16,0-5-20-16,20-7 0 16,16-14-8-16,8-4-1 15,3-11 0-15,2-5-12 16,-4 0-44-16,-6 0-32 16,-3-13-1-16,-7-1 7 15,-2-8-18-15,-7-1 39 0,-7-9 27 16,-1-3 24-1,-8-9 1-15,-4-5-10 0,0-1 1 16,0-8 11-16,-12-3 7 16,0 2 7-16,-4 6 33 15,5 12 84-15,0 9-2 16,4 10-8-16,0 8-5 16,5 7-19-16,2 7-21 15,0 0-49-15,0 22-19 16,2 17-1-16,5 11 24 15,0 8 9-15,-1 4 0 16,3-4-18-16,3-3-14 16,5-12-1-16,3-2-18 0,14-18-65 15,-5-7-133 1,0-11-551-16</inkml:trace>
  <inkml:trace contextRef="#ctx0" brushRef="#br1" timeOffset="15475.89">20089 15089 1631 0,'0'0'328'0,"0"0"-196"15,0 0 207-15,-67 139-145 0,47-69-33 16,4-5-37-16,9 1-32 16,7-15-56-16,0-11-19 15,16-15-11-15,11-13-6 16,2-12 0-16,2 0-24 16,-7-17-7-16,-3-7-5 15,-11-4 13-15,-4 6 11 16,-6 10 12-16,0 12-15 15,-16 0 6-15,-9 28 9 16,-2 14 1-16,0 13 14 16,10 3 9-16,8 0 3 15,9-4-20-15,0-13-7 16,24-6-18-16,3-12-185 0,-5-14-772 16</inkml:trace>
  <inkml:trace contextRef="#ctx0" brushRef="#br1" timeOffset="25644.89">20443 15683 836 0,'0'0'377'0,"0"0"-278"15,0 0 29-15,0 0 110 16,0 0-70-16,0 0-54 16,-5 0 14-16,5 0 3 15,0 0-20-15,0 0-31 16,0 0-21-16,0 0-5 16,0 0-20-16,0 0-16 15,0 0-3-15,0 0 12 16,0 0 31-16,0 0 7 15,0 0-2-15,0 0-17 16,0-6-23-16,2-6-22 0,8 6 0 16,1 1-1-1,2 5-1-15,3 0-6 0,-5 32 4 16,-4 9 3-16,-7 9 9 16,-12 10 3-16,-25 4-4 15,-17 3-8-15,-35 13-83 16,13-18-420-16,12-16-1289 0</inkml:trace>
  <inkml:trace contextRef="#ctx0" brushRef="#br1" timeOffset="27017.98">8152 14740 669 0,'0'0'392'16,"0"0"-258"-16,0 0 23 16,0 0 71-16,0 0-71 15,0 0-66-15,0 0-4 16,0 0 9-16,0 0-8 0,0 0-46 15,0 0-37 1,0 2-5-16,0 8-15 0,0 0 15 16,0 3 1-16,0 0 0 15,0-3 0-15,0 3 0 16,2-5 1-16,0-2-1 16,3-1 0-16,-1-2-1 15,7-3-34-15,18-8-68 16,-2-20-113-16,-1-7-397 0</inkml:trace>
  <inkml:trace contextRef="#ctx0" brushRef="#br1" timeOffset="29529.9">20897 15133 1610 0,'0'0'324'16,"0"0"-158"-16,0 0 60 15,0 0-107-15,0 0 32 16,0 0-11-16,104 143-25 16,-80-89-30-16,-11 4-14 15,-8 0-19-15,-5-4-10 16,0-7-12-16,-3-10-5 0,-10-6-14 16,4-13 1-16,0-9-11 15,1-9 10-15,-1 0 4 16,1-13-5-16,2-13-8 15,6 2-1-15,0-3-1 16,0 13 0-16,6 10 0 16,8 4-17-16,-1 11 11 15,-1 19 6-15,-5 10 0 16,-7 4 1-16,0 2 0 16,-3 2 0-16,-13 3-1 15,-1 0-1-15,1-11-65 16,7-3-44-16,16-24-100 15,20-4-378-15,10-9-470 0</inkml:trace>
  <inkml:trace contextRef="#ctx0" brushRef="#br1" timeOffset="30153.41">21422 15150 1753 0,'0'0'323'0,"0"0"-137"15,0 0-39-15,0 0-19 16,9 120 0-16,-1-53-16 0,0 4-18 15,-4 3-6 1,-2-4-31-16,0-7-27 0,0-15-13 16,1-11-8-16,-1-14-1 15,0-9-8-15,-2-10 6 16,0-4 3-16,0-4 16 16,0-21-16-16,0-10-7 15,9-5-1-15,7-1-1 16,13 6 0-16,6 3-6 15,5 10 5-15,5 9-4 16,-5 13 5-16,-5 0-8 16,-6 26 7-16,-12 6 0 15,-13 12 1-15,-4-2 1 0,-11 3 11 16,-20-5 6 0,-10-5-12-16,-1-9 1 0,-1-6-7 15,3-13-16-15,5-7-56 16,6-18-58-16,8-8-215 15,11-6-625-15</inkml:trace>
  <inkml:trace contextRef="#ctx0" brushRef="#br1" timeOffset="30611.87">22124 15066 1825 0,'0'0'258'0,"0"0"-114"15,0 0 74-15,0 0-86 16,-9 139-56-16,9-81 23 16,3-1-20-16,7-8-45 15,5-14-22-15,4-13-11 16,1-7 12-16,-3-15-7 0,-1 0 6 16,-5-19-11-1,-9-3 14-15,-2 5-9 0,-2 4-4 16,-20 12-2-16,-2 1-2 15,-5 17-5-15,4 19 6 16,3 8 1-16,9 6 0 16,13-1 0-16,0 1 0 15,13-6 0-15,16 0-1 16,2-2-25-16,4 10-87 16,-6-16-221-16,-4 0-473 0</inkml:trace>
  <inkml:trace contextRef="#ctx0" brushRef="#br1" timeOffset="30890.02">22777 15683 2063 0,'0'0'382'16,"0"0"-278"-16,0 0 70 16,-22 119-34-16,-14-59-71 15,-13 5-53-15,-42 30-16 0,10-19-212 16,4-6-1246-16</inkml:trace>
  <inkml:trace contextRef="#ctx0" brushRef="#br1" timeOffset="-211219.34">13618 3735 371 0,'0'0'604'16,"0"0"-255"-16,0 0 42 15,0 0-57-15,0 0-75 16,0 0-98-16,-23-1-39 16,21 1-41-16,2 0-35 15,-2 0-25-15,-2 0-14 16,-2 0-2-16,0 1 2 16,-1 6-2-16,3-3 1 15,0-1-6-15,2-3 0 16,-1 3 24-16,0-3 19 15,3 0 11-15,-2 0-3 0,2 0-24 16,0 0 10 0,0 0-35-16,0 0 29 0,0 0-13 15,0 0 0-15,0 0-11 16,0 0 10-16,0 0-5 16,0 0-11-16,0 0 5 15,0 0 2-15,0 0-16 16,-13 0-4-16,-3 4-67 15,-15 2-282-15</inkml:trace>
  <inkml:trace contextRef="#ctx0" brushRef="#br1" timeOffset="-205544.37">8348 14870 881 0,'0'0'129'0,"0"0"-80"15,0 0 87-15,0 0-78 16,0 0-39-16,0 0-3 16,-38-31-16-16,38 25 9 15,-4 2-8-15,-2 0-1 16,0-2 2-16,-1 2-2 15,3 0-19-15,0-7-19 16,2 4-43-16,0-2 33 0,-2 1 48 16,2 2 0-16,2 2 20 15,-2-4 18-15,2 4 37 16,0 2 47-16,0-1 36 16,0 3-22-16,0 0-37 15,0 0-16-15,-2 0-14 16,0 0-5-16,-3 0-4 15,-1 5 21-15,-3 11-9 16,2 2 11-16,-2 1-27 16,5-10-8-16,0 4-24 15,1-12-8-15,3 2 3 16,0-3-7-16,0 0 21 16,-2-3 25-16,2-11-3 15,0 0-37-15,-2 0-2 16,2 2-6-16,0 6 10 0,0 2-2 15,0 0-6-15,0 4-4 16,0 0-2-16,0 0-12 16,0 4 2-16,0 10 4 15,0 3 1-15,-3-3 7 16,3 0-2-16,0-9-6 16,0-2 0-16,0-2 1 15,0-1-1-15,0 0 6 16,0 0-6-16,0 0 7 15,14 0 10-15,6-9-7 16,2-5-2-16,7-9 2 16,4-3-9-16,25-19-1 15,-8 7-122-15,-4-1-456 0</inkml:trace>
  <inkml:trace contextRef="#ctx0" brushRef="#br1" timeOffset="-201012.85">23123 15129 1448 0,'0'0'347'16,"0"0"-88"-16,0 0 109 16,0 0-209-16,0 0-106 15,0 0 98-15,37 71-27 16,-30-26-28-16,-1 1-13 16,-3 0-23-16,-3-5-28 15,3-10-19-15,-3-4-3 16,2-9-9-16,0-10 4 15,0-8 1-15,0 0-3 16,3-21-1-16,3-5-1 0,2-6-1 16,1-1-1-1,-1 11 1-15,0 14-2 0,-3 8 2 16,-3 5-26-16,-2 30 25 16,-2 5 1-16,0 6 0 15,0 7 0-15,0 0 8 16,-2 0-8-16,2 1 0 15,0-1 1-15,0 2 0 16,13-11-2-16,7 0 2 16,1-12-1-16,3-6 0 15,-2-3-26-15,-2-14-47 16,-1 0-6-16,-7-9-35 0,-1 0-137 16,-6 0-402-16</inkml:trace>
  <inkml:trace contextRef="#ctx0" brushRef="#br1" timeOffset="-197185.43">23981 15441 461 0,'0'0'410'16,"0"0"-228"-16,0 0 73 15,0 0 9-15,0 0-40 16,0 0 1-16,0 0 37 15,-7-26-67-15,-2 19-45 16,-4 5-18-16,-10 2-64 0,-4 0-27 16,-6 3-25-16,-7 18 0 15,-2 7-14-15,1 4 5 16,8 7 2-16,11-2-8 16,13 2 3-16,9-6 7 15,9-2-12-15,20-5 2 16,2-9 7-16,5-6-8 15,-2-3-36-15,-5-8-55 16,0 0-88-16,8-4-141 16,-6-11-306-16,-2-2-703 0</inkml:trace>
  <inkml:trace contextRef="#ctx0" brushRef="#br1" timeOffset="-196994.87">24217 15601 1023 0,'0'0'737'16,"0"0"-591"-16,0 0 222 16,-37 102-134-16,29-68-149 15,6-4-35-15,0-4-38 16,2-8-6-16,0-4-6 16,0-6-30-16,8-8-147 15,6 0-329-15,4-12-639 0</inkml:trace>
  <inkml:trace contextRef="#ctx0" brushRef="#br1" timeOffset="-196523.2">24757 15388 1305 0,'0'0'248'16,"0"0"-13"-16,0 0 49 16,0 0-145-16,-128 34-48 15,97 2 35-15,4 5-49 16,8 8-4-16,5-1 5 0,12 1-29 16,2-8-25-1,16-10-15-15,19-11 9 0,9-8-5 16,8-12-10-16,-1 0-3 15,-6-14-57-15,-7-16-92 16,-14-6-8-16,-10-13 30 16,-14-10 92-16,0-15 35 15,0-9 3-15,-18-1 13 16,2 4-2-16,0 13 83 16,1 18 43-16,6 16 12 15,0 17-5-15,7 14-12 16,2 2-75-16,0 18-45 0,0 18 14 15,0 12 7 1,9 7 6-16,-3 3-28 16,4 2 10-16,-2-4-24 0,3-2 0 15,7-10-13-15,22 2-64 16,-1-14-141-16,1-14-515 0</inkml:trace>
  <inkml:trace contextRef="#ctx0" brushRef="#br1" timeOffset="-196222.88">25206 15218 1776 0,'0'0'292'16,"0"0"-228"-16,0 0 176 16,0 0-110-16,-60 110-63 0,58-68-13 15,2 3-23-15,0-14-20 16,0-4-4-16,10-12-5 15,-4-4-2-15,1-8 15 16,-5-3 9-16,-2 0-3 16,0 0-14-16,0 6-7 15,0 10-14-15,-5 12 14 16,-3 7 18-16,6 5-2 16,2 2 12-16,0-2-20 15,4-8-8-15,13 2 0 16,1 20-68-16,-2-9-294 15,-7-6-338-15</inkml:trace>
  <inkml:trace contextRef="#ctx0" brushRef="#br1" timeOffset="-195913.85">25565 15875 1309 0,'0'0'1185'15,"0"0"-1040"-15,0 0 10 16,-89 142-19-16,60-81-103 16,-6 3-33-16,-41 34-30 15,4-13-280-15,-3-13-1194 0</inkml:trace>
  <inkml:trace contextRef="#ctx0" brushRef="#br1" timeOffset="-191133.05">22764 5329 903 0,'0'0'0'0</inkml:trace>
  <inkml:trace contextRef="#ctx0" brushRef="#br1" timeOffset="-181629.98">26022 15173 166 0,'0'0'1670'16,"0"0"-1466"-16,0 0 100 15,0 0-99-15,0 0-152 16,0 0-5-16,-2 103 26 15,4-47 5-15,5 0-22 16,-2-3-3-16,-3-10-24 0,-2-5-8 16,0-3-8-1,0-13-8-15,0-13-3 0,0-4 3 16,0-5 6-16,-4 0-11 16,-1-23 13-16,3-4-13 15,2 0-1-15,0 10 0 16,11 2-1-16,7 15-5 15,0 10-3-15,-5 30 7 16,-6 13 4-16,-7 14 2 16,0 6-3-16,-5-1 14 15,-10-6-14-15,3-8-1 16,3-8 0-16,3-6-8 16,6-7-62-16,0-11-270 15,0-12-726-15</inkml:trace>
  <inkml:trace contextRef="#ctx0" brushRef="#br1" timeOffset="-181014.07">26722 15436 413 0,'0'0'407'0,"0"0"-263"16,0 0 121-16,0 0-32 15,0 0-55-15,0 0 55 16,0 0-23-16,-35-53-30 16,14 48-31-16,-4 5-43 15,-4 0-51-15,-5 12-5 16,0 13-27-16,3 6 2 16,2 5 8-16,7 2-8 15,10 4 10-15,10 3-13 16,2-5-6-16,14 0-10 15,13-4 3-15,2-6-3 16,0-8-3-16,-3-4-3 16,3-4 6-16,4-10-6 15,4-4-17-15,3 0-34 16,4 0-120-16,9-21-157 0,-7 1-192 16,-13 3-617-16</inkml:trace>
  <inkml:trace contextRef="#ctx0" brushRef="#br1" timeOffset="-180819.25">27042 15727 1393 0,'0'0'188'0,"0"0"58"15,0 0-76 1,0 0-98-16,0 102-50 0,0-76-15 15,0 0-7-15,0-1-11 16,2-13-197-16,9-7-711 0</inkml:trace>
  <inkml:trace contextRef="#ctx0" brushRef="#br1" timeOffset="-179663.79">27387 15213 1169 0,'0'0'280'0,"0"0"-77"15,0 0 196-15,0 0-158 16,0 0-160-16,0 0-52 15,0 0 51-15,14 89 7 16,1-29-27-16,-1 2-3 16,-6-4-29-16,-1-6-4 15,-1-11-17-15,-4-13-6 16,4-8 8-16,-4-10-8 0,-2-6 5 16,0-4 1-1,0-4 18-15,0-18-23 0,0-2 4 16,0-2-6-16,4-1 0 15,9 1-1-15,12 2-9 16,6 2-29-16,7 6-3 16,2 11 22-16,-4 5 0 15,-5 0 19-15,-6 21-9 16,-12 4 9-16,-9 4-4 16,-4 3 5-16,-6-1 7 15,-23-5 13-15,-7-2 21 16,-4-2-11-16,-1-12-6 15,4-2-8-15,8-8 7 16,8 0-12-16,11 0-11 16,7-8-54-16,3-2-49 0,16-12-224 15,10 4-215-15,3 3-582 16</inkml:trace>
  <inkml:trace contextRef="#ctx0" brushRef="#br1" timeOffset="-179287.62">28002 15145 1861 0,'0'0'236'15,"0"0"-80"-15,0 0 57 16,0 0-129-16,0 0-46 15,-34 121-11-15,34-93-25 16,3-6 5-16,13-8-7 16,-1-7 0-16,3-7-15 15,0 0 5-15,-3-21-2 16,-1 3 11-16,-3-1 1 16,-9 6 1-16,-2 10-1 15,0 3-7-15,-4 25-7 16,-12 19 14-16,1 10 6 15,3 8 20-15,10-2-25 16,2-3 12-16,0-7-11 0,9-11 5 16,9-10-7-1,4-9-24-15,-4-6-276 0,-3-12-276 0</inkml:trace>
  <inkml:trace contextRef="#ctx0" brushRef="#br1" timeOffset="-171925.29">18579 15605 508 0,'0'0'641'16,"0"0"-622"-16,0 0-6 16,0 0-26-16,0 0-63 15,0 0-769-15</inkml:trace>
  <inkml:trace contextRef="#ctx0" brushRef="#br1" timeOffset="-166880.35">28515 15731 1255 0,'0'0'257'0,"0"0"-2"16,0 0 87-16,0 0-159 16,0 0-40-16,0 0 1 15,9 0-85-15,-9 0-18 16,0 0 0-16,0 0 20 16,0 0-11-16,0 0-5 15,0-4-4-15,-7-4-20 16,2-2-10-16,3 1-2 15,0 0 3-15,2-2-2 16,0 10 5-16,0 1 3 16,0 1-18-16,-2 28 1 15,-11 11 2-15,-12 10-2 16,-12 6 8-16,-13-2-9 16,-35 5-9-16,14-15-54 15,2-12-604-15</inkml:trace>
  <inkml:trace contextRef="#ctx0" brushRef="#br1" timeOffset="-69682.39">16355 14815 1590 0,'0'0'311'16,"0"0"-223"-16,0 0 72 15,0 0-14-15,0 0-58 16,0 14-36-16,0-14-8 15,0 1-19-15,0-1-8 16,0 0-17-16,-4 9-1 16,-8-2-218-16,1 0-540 0</inkml:trace>
  <inkml:trace contextRef="#ctx0" brushRef="#br1" timeOffset="-69013.98">21310 15066 2102 0,'0'0'145'0,"0"0"-61"15,0 0-84-15,0 0 62 16,0 0-62-16,0 0-256 16,0 0-405-16</inkml:trace>
  <inkml:trace contextRef="#ctx0" brushRef="#br1" timeOffset="-66146.6">28927 15078 1802 0,'0'0'310'0,"0"0"-32"15,0 0 91-15,0 0-215 16,0 0-88-16,0 0-54 16,0 0 12-16,54 51-2 15,-50 2 26-15,-4-3-6 16,0 6 10-16,0 0-16 15,-11 2-9-15,-7 2 2 16,-2-2-11-16,1-3 4 16,-2-5-22-16,3-6 12 15,5-13-11-15,4-10 0 16,2-7 0-16,3-12 1 16,1-2 11-16,1 0 6 15,-2-2 34-15,-3-16-37 0,0 1 1 16,1-10-17-16,1 5 0 15,5-2-1-15,0 2-5 16,2 4 5-16,17 1 1 16,0 4 0-16,4 3-12 15,-3 10 12-15,3 0-18 16,-6 14 17-16,-1 18-10 16,-5 12 10-16,-5 2 1 15,-4 9 0-15,-2 4 0 16,0-5 0-16,0 4 0 15,0-10 0-15,0 3-1 16,-2-5 1-16,0-2-1 16,0-4-11-16,2-4-8 0,0-6-50 15,0-8-47 1,0-8-34-16,8-5-131 0,6-9-477 0</inkml:trace>
  <inkml:trace contextRef="#ctx0" brushRef="#br1" timeOffset="-64908.64">29852 15620 1043 0,'0'0'198'0,"0"0"27"15,0 0 9-15,0 0-122 16,0 0-27-16,0 0 25 16,0 0-9-16,-13-82 54 15,2 68-10-15,-3 2-48 16,-3 0-18-16,-3 6-41 15,-7-1-12-15,0 7-19 16,0 0 14-16,-2 0-12 16,0 3 18-16,2 15-5 15,6 4 1-15,2 9 2 16,9 1-12-16,5 2 0 0,5 0-12 16,0-4 10-1,11-2-5-15,9-6 3 0,0-5-8 16,5-5 0-16,-1-5-1 15,5-5-28-15,2-2-48 16,-2 0-69-16,-4-9-24 16,-5-3-58-16,-9-11 3 15,-2-17-12-15,-5 8-52 16,-2-2-306-16</inkml:trace>
  <inkml:trace contextRef="#ctx0" brushRef="#br1" timeOffset="-64638.93">29859 15078 1016 0,'0'0'251'0,"0"0"40"15,0 0 26-15,0 0-68 16,0 0-18-16,0 0-110 16,0 0-61-16,32-49 16 15,-30 103 43-15,-2 8-15 16,0 6-31-16,0 5-23 15,-5-2-23-15,-2-6-12 16,5-5-14-16,2-4 9 16,0-11-10-16,0-8 0 15,0-6-9-15,0-5-35 0,0-3-87 16,12-11-161 0,1-3-337-16,3-9-756 0</inkml:trace>
  <inkml:trace contextRef="#ctx0" brushRef="#br1" timeOffset="-64215.74">30258 15159 818 0,'0'0'1058'16,"0"0"-947"-16,0 0 124 16,0 0-4-16,-78 143-92 0,58-85-35 15,9-9-25-15,9 4-40 16,2-15-30-16,2-4 4 16,18-11-11-16,-1-14 10 15,4-5 0-15,-3-4-3 16,1-4-9-16,-8-14-22 15,-5 4 2-15,-8 0 5 16,0 10 3-16,-4 4-1 16,-18 0 7-16,-8 27 6 15,1 9 0-15,4 5 7 16,4 8-1-16,10-1-6 16,11-7 0-16,0 0 0 0,13-3-8 15,6-1 2 1,-2-5-13-16,3-2-151 0,-5-9-294 15,-1-7-700-15</inkml:trace>
  <inkml:trace contextRef="#ctx0" brushRef="#br1" timeOffset="-53150.77">19007 14700 15 0,'0'0'566'0,"0"0"-228"15,0 0 175-15,0 0-20 16,0 0-167-16,0 0-39 15,-2 12-86-15,2-16-80 16,-2-10-50-16,-2 4-23 16,-1 0-33-16,3 4-9 15,2 0-6-15,0 0-78 16,13 2-213-16,8 2-498 0</inkml:trace>
  <inkml:trace contextRef="#ctx0" brushRef="#br1" timeOffset="-52647.76">21747 14950 2011 0,'0'0'0'16,"0"0"-169"-16,0 0-1044 0</inkml:trace>
  <inkml:trace contextRef="#ctx0" brushRef="#br1" timeOffset="-51058.27">19028 14672 1458 0,'0'0'223'0,"0"0"-180"16,0 0 55-16,0 0 9 15,0 0-64-15,0 0-33 16,0 0-1-16,0 0-8 15,0 0 0-15,2 0-1 16,0 0-41-16,13 0-75 16,1 0-193-16,2 0-562 0</inkml:trace>
  <inkml:trace contextRef="#ctx0" brushRef="#br1" timeOffset="-39419.99">30709 15047 15 0,'0'0'311'0,"0"0"-282"16,0 0-29-16,0 0-7 15,0 0-231-15</inkml:trace>
  <inkml:trace contextRef="#ctx0" brushRef="#br1" timeOffset="-37785.31">30769 14668 730 0,'0'0'152'0,"0"0"-57"16,0 0 164-16,0 0-69 15,0 0-14-15,0 0 24 16,0 0-8-16,-37-4-18 15,37-1-45-15,4 2-60 16,0-3-40-16,2 1-16 0,3 0-1 16,0-2-3-1,2 7-8-15,-2-5 5 0,0 5-6 16,-4 0 0-16,-1 0-8 16,-2 0 8-16,-2 8 0 15,3 6 1-15,-3 4 5 16,0-2 19-16,0 4 11 15,0-2 3-15,0 2-8 16,-7-1-7-16,0-1 13 16,0 3-7-16,-1 4 7 15,-3 1 2-15,-3 2 0 16,3 2-2-16,-3 6-15 16,3-6-5-16,3 3-11 15,2-7 4-15,6 1-8 16,0-5 5-16,0-10 2 0,0 0-9 15,0 0 1-15,0-6 8 16,0 1-8-16,0-2-1 16,0-1 0-16,4 0 6 15,4-2-1-15,-1 1 1 16,-3-2 1-16,0-1-6 16,-4 0 7-16,2 0-2 15,-2 0 3-15,0 0 9 16,4 0 4-16,-2 0-2 15,2-4-20-15,0-2 2 16,3-6-1-16,-5 7 0 16,0-6-1-16,0 5 1 15,-2 0-1-15,0 2 0 0,0 2-6 16,0 0-16-16,0 2 22 16,0 0 3-16,0 0 4 15,-2 0-5-15,-2 0-1 16,-3 0-1-16,-3 0 1 15,0 0 0-15,-3 0 0 16,1 4-1-16,2 4 0 16,1 0-1-16,-1 3 1 15,2 1-1-15,-1 3 1 16,0 2 1-16,2 1 0 16,-2 1-1-16,1 2 1 15,1-2 0-15,2 3 10 0,1 1-11 16,1-1 0-1,3 0 1-15,0 4 0 0,0-3 13 16,0 2-8-16,7 3-5 16,0 2 0-16,-2 4 4 15,1 4-4-15,-2 3 0 16,1 0-1-16,-3 2 6 16,2 3-6-16,-1-6 0 15,-3 1 0-15,0-2 1 16,0-3 0-16,-9-4-1 15,-4-2 2-15,-1-7 7 16,-3-5 0-16,-2-5-1 16,0 1-1-16,-6-1-6 0,3-4 16 15,-3 0 2 1,2-6-4-16,4 2 9 0,1-5-7 16,3 0 4-16,3-8-9 15,1-6-5-15,7 0-7 16,0-3-6-16,4 4-9 15,0-1-12-15,0 1-21 16,0 4-21-16,0-3-25 16,0 5-54-16,6 0-37 15,0 7-178-15,1 0-232 16,-5 0-239-16</inkml:trace>
  <inkml:trace contextRef="#ctx0" brushRef="#br1" timeOffset="-36145.32">18426 16058 814 0,'216'34'0'0,"0"2"-796"0</inkml:trace>
  <inkml:trace contextRef="#ctx0" brushRef="#br1" timeOffset="-31709.94">2980 15651 502 0,'0'0'124'0,"0"0"-83"0,0 0 89 16,0 0 5-16,0 0-44 15,0 0 38-15,91 86-22 16,-68-65-21-16,-3-2 2 15,-1 1-5-15,0 4-29 16,0 3 4-16,1-6 6 16,-1 5-11-16,-2 2-1 15,-1-6 4-15,-1 4-17 16,-3-7-15-16,-1-1-4 16,0 0-11-16,-4-6-1 15,2-2-6-15,-3 0 7 16,-2-2-9-16,1-4 1 15,-2-4 5-15,-3 0-4 16,2 0 15-16,0 0 11 0,2 0 47 16,3 0-6-16,7 0-28 15,3-8-14-15,4-2-11 16,0 2-4-16,4-2-11 16,4 5 5-16,0 2-6 15,4 3 6-15,-2 0-6 16,1 0 0-16,-1 0 0 15,-2 0 1-15,-2 12-1 16,-3 2-1-16,-1 9 0 16,-4-6 1-16,2 7 1 15,-5-2-1-15,-3 0 0 16,0 0 0-16,-4-4 0 16,0-4 0-16,-3 2 1 0,-1-6 0 15,0-6 0 1,-3 1 0-16,-2-4 0 0,2 1 0 15,-2-2 0-15,0 0 10 16,0 0 3-16,0 0 67 16,0 0 29-16,0-8-48 15,0-4-35-15,0-2-16 16,0-8-3-16,0 3-7 16,0-2 0-16,0 3 0 15,0 4 0-15,5 0 0 16,-1 0 0-16,2 2-1 15,4 3 0-15,1-4 0 16,2 3-5-16,3 2 4 0,-1 2 1 16,3 2-1-1,0-1-1-15,0 5-5 0,0 0 6 16,-1 0 0-16,4 5 0 16,1 1 0-16,0 6 0 15,0-6 0-15,-4 2 1 16,0-4 0-16,-4 1 0 15,-4-5 0-15,2 0 0 16,1 0 1-16,0-9 0 16,1-9 6-16,-3-1-7 15,3-2 1-15,-6 3-1 16,-1-1 1-16,-3 5 0 0,-2 2 1 16,-2 7-1-1,0 1-1-15,0 0-29 16,0-1-75-16,-4-2-87 0,-11-4-91 15,1 8-321-15,1-8-525 0</inkml:trace>
  <inkml:trace contextRef="#ctx0" brushRef="#br1" timeOffset="-26955.7">6516 15218 1092 0,'0'0'0'0,"0"0"-633"15,0 0 608-15,129 148 25 16,-102-96 32-16,-12 6-2 15,-15 23-17-15,-20-11-13 16,-13-6-24-16</inkml:trace>
  <inkml:trace contextRef="#ctx0" brushRef="#br1" timeOffset="-26019.6">5851 16583 1625 0,'0'0'310'0,"0"0"-130"0,0 0 147 16,0 0-166-16,0 0-112 16,0 0-30-16,18 112 93 15,-11-28-2-15,2 25-27 16,-5-10-4-16,-4-2-27 15,0 2-14-15,0-15-23 16,0 0-9-16,0-8-6 16,0-13 1-16,2-17-1 15,0-24-25-15,-2-14-75 16,5-34-2-16,-3-19-189 16,-2-5-555-16</inkml:trace>
  <inkml:trace contextRef="#ctx0" brushRef="#br1" timeOffset="-25778.25">5436 16714 1677 0,'0'0'225'0,"0"0"-160"15,0 0-15-15,156-51-17 16,-71 29-4-16,2 5 23 16,-9 8-30-16,-11 6-22 15,-18 3 0-15,-14 0-100 0,-12 3-177 16,-15 6-386-16</inkml:trace>
  <inkml:trace contextRef="#ctx0" brushRef="#br1" timeOffset="-25590.19">5592 17080 1470 0,'0'0'224'0,"0"0"-155"16,0 0 193-16,0 0-65 16,0 0-77-16,0 0-54 15,164 16-26-15,-106-23-26 16,-8 2-14-16,6 5-133 0,-16 0-362 15,-4 0-933-15</inkml:trace>
  <inkml:trace contextRef="#ctx0" brushRef="#br1" timeOffset="-25156.69">6825 17154 1553 0,'0'0'641'0,"0"0"-568"15,0 0-51-15,0 0 13 16,127-3-2-16,-85-1-15 15,-5-5-5-15,-11 4-5 16,-8 0-2-16,-10-3 4 16,-5 3 11-16,-3 1 25 15,0-1-2-15,-7 2-20 16,-10 3 13-16,-8 0-10 16,-2 0-14-16,-4 12 2 15,-2 15-4-15,2 8-1 16,2 7 4-16,8 2 12 15,10 4 10-15,11 3 0 0,0-12-18 16,23-3-9-16,15-9-2 16,6-10-6-16,12-17-1 15,24-3-70-15,-11-21-272 16,-11-7-770-16</inkml:trace>
  <inkml:trace contextRef="#ctx0" brushRef="#br1" timeOffset="-24847.33">7340 17040 1560 0,'0'0'222'0,"0"0"-156"0,0 0 4 16,0 0 34-16,5 102 38 15,19-65-18-15,1 3 16 16,-6 4-15-16,-5 0-24 15,-11 0-22-15,-3-4 16 16,-3 1-25-16,-19-9-23 16,-5-6-29-16,-2-8-6 15,0-13-2-15,0-5 1 16,4 0-4-16,4-1-6 16,5-12-1-16,7 4-21 15,7-3-29-15,2-2-81 16,21-13-231-16,14 5-254 15,2 4-506-15</inkml:trace>
  <inkml:trace contextRef="#ctx0" brushRef="#br1" timeOffset="-24463.8">8356 17070 1595 0,'0'0'207'0,"0"0"-123"16,0 0 150-16,0 0-114 16,-113 81-49-16,110-63-42 0,3-1 4 15,10 9 23-15,17-1-7 16,4 5-16-16,0-4 1 15,-4 2 5-15,-8 2-12 16,-7-2 1-16,-12 2 14 16,0 2 38-16,-16-6 26 15,-13-3-18-15,0-5-32 16,2-9-32-16,2-9-7 16,6 0-5-16,7-18-12 15,6-8-9-15,6-6-46 16,0 0-82-16,14-8-175 15,7 4-363-15,4 5-791 0</inkml:trace>
  <inkml:trace contextRef="#ctx0" brushRef="#br1" timeOffset="-24322.17">8518 17195 1866 0,'0'0'252'0,"0"0"-162"15,0 0 130-15,0 0-68 16,15 107-88-16,-9-84-46 15,4-5-18-15,7-6-29 16,-1-10-354-16,1-2-536 0</inkml:trace>
  <inkml:trace contextRef="#ctx0" brushRef="#br1" timeOffset="-23865.61">8873 17133 1290 0,'0'0'753'0,"0"0"-666"16,0 0 3-16,0 0 73 15,-124 40-83-15,119-13-31 16,5 8 21-16,5-7 10 16,22 2-37-16,8-7-25 15,8-14-4-15,-1-5-14 16,-7-4-11-16,-5 0-134 15,-12-18-8-15,-7-3 60 16,-7-2 53-16,-4 5 39 16,0 0 1-16,0 10 34 15,0 8 43-15,0 0-27 0,0 0-44 16,4 14-5-16,6 16 10 16,3 14 14-16,1 7 0 15,-1 7 2-15,-5 0 3 16,-6-5-6-16,-2 0 8 15,0-7 7-15,-13-6 31 16,-7-6 11-16,-2-12-21 16,-4-4-2-16,-1-8 2 15,-2-6-23-15,2-4-18 16,2 0-9-16,6-18-10 16,5-4-32-16,9-10-58 15,5-21-91-15,21 4-354 0,5 1-118 16</inkml:trace>
  <inkml:trace contextRef="#ctx0" brushRef="#br1" timeOffset="-23414.72">9246 17173 1570 0,'0'0'201'0,"0"0"-140"16,0 0 74-16,49 129 35 15,-35-92-65-15,-6-7-65 16,-3-8-19-16,-5-7-11 16,0-12 0-16,0-3 13 0,0 0 23 15,0-22 14 1,-5-8-15-16,3 2-32 0,2 1-1 16,0 10-4-16,13 7 4 15,12 5-12-15,2 5 0 16,0 0-1-16,-3 15 1 15,-6 7-1-15,-9-4 1 16,-4 0 0-16,-5-4 2 16,0-6 5-16,0-4 0 15,0-4 7-15,0-4 23 16,0-22 2-16,0-6-26 16,8 0-12-16,10 1 4 15,4 10-4-15,7 7-1 16,0 10 0-16,0 4 0 15,-4 0-1-15,-5 0 1 0,-5 12 0 16,-3 2-2-16,-3-4 1 16,1 2-6-16,19-7-30 15,-2-5-345-15,2 0-540 0</inkml:trace>
  <inkml:trace contextRef="#ctx0" brushRef="#br1" timeOffset="-23097.34">10071 17154 1618 0,'0'0'256'0,"0"0"-174"0,0 0 125 16,0 0-42-16,-136 55-73 16,120-20-34-16,10 6 6 15,6-5-13-15,6 0-20 16,26-10-12-16,7-12-1 15,9-14-6-15,-4 0-12 16,-7-28-40-16,-7-8-131 16,-14-7-93-16,-10 2 149 15,-4 9 115-15,-2 6 115 16,0 12 92-16,0 6-43 16,5 8-87-16,11 0-66 15,3 4-4-15,10 14-7 16,12 8-128-16,-10-6-490 15,-4-4-762-15</inkml:trace>
  <inkml:trace contextRef="#ctx0" brushRef="#br1" timeOffset="-22481.71">11471 17106 1743 0,'0'0'259'0,"0"0"-189"15,0 0 117-15,0 0-80 0,0 0-31 16,-108 135-23-16,111-99-4 16,23-6-28-1,15-8-6-15,5-15-3 0,2-7-12 16,-11 0-52-16,-8-25 34 16,-16-1 10-16,-10-6 8 15,-3-2 9-15,-3 6 1 16,-12 6 62-16,1 7 65 15,4 8 27-15,5 2-70 16,3 5-59-16,2 0-35 16,0 14 0-16,0 7 14 15,2 2-13-15,7 4 8 16,-3-5-8-16,4-1-1 0,-1 2 0 16,-1-9-49-1,6-5-59-15,19-9-70 0,-4 0-335 16,1-9-382-16</inkml:trace>
  <inkml:trace contextRef="#ctx0" brushRef="#br1" timeOffset="-22288.4">11765 16772 2041 0,'0'0'485'0,"0"0"-375"15,0 0 8-15,0 0-60 16,0 0 62-16,80 134-29 15,-55-76-33-15,-3-2-26 16,0-6-22-16,-2-1-10 16,1-12-1-16,-2-2-46 0,20-17-71 15,-6-4-168-15,0-14-420 16</inkml:trace>
  <inkml:trace contextRef="#ctx0" brushRef="#br1" timeOffset="-21852.46">12366 16968 1030 0,'0'0'1079'15,"0"0"-918"-15,0 0-57 16,-137 8 62-16,119 15-88 16,9 16-29-16,9 7 4 15,0 8 40-15,13 3-35 0,18-8-19 16,10-3-17-16,3-20-11 15,-1-9-2-15,-5-14-9 16,-7-3-19-16,-11-20-36 16,-9-19 11-16,-5-1 19 15,-6-2 24-15,0 8 1 16,0 10 0-16,0 7 35 16,0 12 8-16,0 5-22 15,7 4-21-15,11 19-2 16,5 18 2-16,0 13 6 15,-2 11-4-15,-9 7 11 16,-10 3 8-16,-2-2 11 0,0-8 1 16,-14-10 8-1,-1-20 4-15,-4-12-22 0,1-9-8 16,1-14 9-16,-6-3 15 16,3-26-24-16,5-8-15 15,6-10-54-15,9-25-61 16,15 13-153-16,10 7-540 0</inkml:trace>
  <inkml:trace contextRef="#ctx0" brushRef="#br1" timeOffset="-21176.43">12839 17191 1534 0,'0'0'203'0,"0"0"-144"15,0 0-8-15,123-53-26 16,-79 35-3-16,-5-4-21 16,-12-2-1-16,-17-2-55 15,-10 4 55-15,0 0 39 16,-18 5 109-16,-6 6 60 16,-2 11-41-16,-1 0-72 15,4 14-56-15,8 18-26 16,3 3 5-16,10 4 15 15,2-2 1-15,7-1-9 16,17-10-5-16,10-9-11 16,3-12 1-16,2-5-10 15,-4-12-5-15,-8-16-124 0,-9-16-144 16,-13-9 9-16,-5-5 31 16,0 4 95-16,-10 10 138 15,-3 8 141-15,7 22 168 16,4 9-1-16,2 5-191 15,0 23-83-15,15 21 42 16,10 7-1-16,1 10-11 16,1 2-21-16,-7-1-20 15,-2-12-11-15,-9-10-11 16,-5-13 11-16,-2-15-11 16,0-12 0-16,-2 0 30 15,0-25-7-15,0-11-16 0,8-5-7 16,7-5 0-16,5 3 6 15,9 6-6-15,4 8 0 16,3 6 0-16,-1 13-1 16,-3 10 0-16,-3 4-11 15,-7 28 5-15,-11 9 6 16,-11 7 0-16,-2 1 29 16,-29-4 31-16,-7-6 11 15,-6-7-24-15,3-9-16 16,6-19-17-16,6-4-4 15,8-4-10-15,10-28 0 16,11-3-63-16,0 0-58 16,38-9-118-16,7 12-383 15,-3 9-422-15</inkml:trace>
  <inkml:trace contextRef="#ctx0" brushRef="#br1" timeOffset="-21009.96">13684 17267 67 0,'0'0'1167'16,"0"0"-547"-16,0 0-146 15,0 0-154-15,0 0-129 16,0 0-117-16,0 0-50 16,-29-94-13-16,40 58-11 15,14 5-22-15,4-1-65 16,2 6-55-16,19-2-158 16,-11 7-240-16,3 2-646 0</inkml:trace>
  <inkml:trace contextRef="#ctx0" brushRef="#br1" timeOffset="-20726.72">14094 16968 702 0,'0'0'172'0,"0"0"185"0,0 0 312 16,0 0-278-16,0 0-118 16,0 0-119-16,-120 80-50 15,96-35-42-15,12 4-18 16,12 0-20-16,5-9-10 16,24-8-7-16,9-14-7 15,4-9 7-15,0-9-7 16,-9-23-29-16,-3-13-26 15,-12-12 21-15,-7 2 20 16,-4-2 14-16,-5 11 18 16,-2 16 61-16,2 2 28 15,-2 15-12-15,2 4-56 0,3 0-39 16,6 12-11-16,2 13 11 16,3 9 0-1,0-2-37-15,-6-1-81 0,-5 6-138 16,-5-7-402-16,0-12-451 0</inkml:trace>
  <inkml:trace contextRef="#ctx0" brushRef="#br1" timeOffset="-20231.06">15412 17034 1881 0,'0'0'304'0,"0"0"-183"16,0 0 116-16,0 0-136 16,0 0-56-16,0 0-44 0,0 0 15 15,-47 32 2-15,80-5-1 16,1 4-2-16,-5 1-5 15,-11 3 8-15,-12-3 7 16,-6-6 20-16,0 0-3 16,-20-8-8-16,-11 0-13 15,-5-13-7-15,-1-5-1 16,-1 0-4-16,9-5 0 16,9-11-9-16,13-2-6 15,7-1-87-15,42-16-198 16,7 7-284-16,7 2-429 0</inkml:trace>
  <inkml:trace contextRef="#ctx0" brushRef="#br1" timeOffset="-19682.51">15911 17016 1532 0,'0'0'739'0,"0"0"-531"15,0 0-97-15,-125 32-21 16,103-1-29-16,13 9-27 15,9-5-1-15,0 2-9 16,21-9-8-16,12-12-8 16,9-7 8-16,3-9 5 15,-1 0-21-15,-4-13 0 16,-9-18-44-16,-8-4 3 0,-12-11 6 16,-8-3 33-1,-3 5 2-15,0 8 16 0,0 14 65 16,-3 12 46-16,3 10-40 15,0 0-63-15,0 15-17 16,11 20 1-16,10 9 4 16,-2 7-3-16,-1 0 0 15,-5-5-3-15,-3-5-6 16,-8-12 1-16,0-9-1 16,-2-15 0-16,0-5 0 15,0-10 5-15,2-17-4 16,5-12 0-16,6-1-1 15,9 3-13-15,12 1 7 0,11 9 4 16,3 5 2 0,4 13-7-16,-3 9 5 0,-11 0-8 15,-11 26 1-15,-19 6-3 16,-8 4 6-16,-8 1 6 16,-24-4 2-16,-8-8 11 15,0-4-5-15,-2-16 1 16,6-5 12-16,5 0-6 15,9 0-5-15,8-14-10 16,14-4-10-16,9-13-98 16,23 8-386-16,1-3-444 0</inkml:trace>
  <inkml:trace contextRef="#ctx0" brushRef="#br1" timeOffset="-19322.6">16930 17299 1677 0,'0'0'391'16,"0"0"-129"-16,0 0 95 16,0 0-144-16,0 0-124 15,0 0-65-15,-38-116-14 16,38 84-9-16,5 1-1 16,8 4-38-16,9 0-43 15,12 6-37-15,6-2 1 16,9 5 14-16,-3 8 55 15,-3 3 48-15,-12 7 11 16,-16 0-1-16,-12 0-9 0,-3 12 44 16,-20 9 37-16,-9 7 13 15,-2 4-17-15,8 8-13 16,15-6-18-16,8 3-26 16,8-5-5-16,30-11-4 15,9-2-3-15,7-15-7 16,-5-4-2-16,-4-4-24 15,-10-18-78-15,3-14-67 16,-11 4-168-16,0 6-374 0</inkml:trace>
  <inkml:trace contextRef="#ctx0" brushRef="#br1" timeOffset="-18707.41">17784 17154 1423 0,'0'0'389'15,"0"0"-158"-15,0 0 44 16,0 0-77-16,0 0-89 16,158 0-72-16,-73 0 77 15,2 0-61-15,-5 0-33 16,-8 0-13-16,-14 7-5 15,-8-3 4-15,-15-4-5 16,-12 4 0-16,-12-4 5 16,-9 0-4-16,-4 0 11 15,0 0 8-15,0-4 27 0,-2-14-29 16,-9-5-11 0,2 2-2-16,0-8-5 0,3-5 0 15,1-2 0-15,3 0 0 16,2 0 0-16,0-1 7 15,7 4-8-15,19 1 0 16,16 4 0-16,14 2-2 16,15 12-4-16,3 1 5 15,-5 13 1-15,-17 0-7 16,-19 18-16-16,-18 9-2 16,-15 1 13-16,0 6 10 15,-11-2 1-15,-9-2 0 16,1 2 1-16,0-2 0 0,-1-2 0 15,5 2 0 1,-1-2 0-16,3-1 0 0,2-9 1 16,6-5-1-16,5-4 0 15,0-5 1-15,16-4 10 16,13 0-10-16,6 0 20 16,1 0 2-16,-3 0-7 15,-8 0-14-15,-2 0-2 16,-8 0-22-16,-4 0-41 15,-2 0-98-15,-5 0-225 16,1 0-505-16</inkml:trace>
  <inkml:trace contextRef="#ctx0" brushRef="#br1" timeOffset="81283.17">22643 14506 309 0,'0'0'562'16,"0"0"-418"-16,0 0 78 16,0 0 18-16,0 0-120 15,0 0-56-15,-2-4-38 16,2 4-1-16,-2 4-18 0,0 14 6 16,-2 4-11-16,-4 7 5 15,-1 6-6-15,1 5 0 16,-4-4 6-16,3 4-6 15,3-8 0-15,2-2-1 16,4-6-1-16,0-6-83 16,0-7-80-16,0-9 49 15,6-2-11-15,1 0 74 16,-3-14 32-16,-2-8 20 16,0-2 0-16,1-2 9 15,2-5-9-15,1-4-27 16,3-2-3-16,9-19-111 15,-1 10-67-15,-3 6-49 0</inkml:trace>
  <inkml:trace contextRef="#ctx0" brushRef="#br1" timeOffset="84046.15">16388 14734 730 0,'0'0'545'16,"0"0"-456"-16,0 0 14 15,0 0 71-15,0 0-72 16,0 117-13-16,-2-110 36 16,0 0 4-16,2-7 73 15,0 0 6-15,0-22-72 16,0-5-83-16,0-1-18 15,2 1-20-15,3 6-3 0,-3 11 2 16,-2 2 2-16,0 8 5 16,0 0-20-16,0 0-2 15,0 18-9-15,0 4 10 16,-7 4 1-16,3-2 5 16,0 1-5-16,-2-5 8 15,2-5 9-15,-2 4 1 16,1-1 7-16,-1 3-25 15,-2-1 18-15,4 1-16 16,0-4 6-16,1-8-9 16,3-3 2-16,0-6 8 15,0 0 4-15,0-15 25 16,0-6-29-16,9-1 9 0,1-5-18 16,3 1 2-1,3 3-3-15,7-9-6 0,14-3-9 16,11-6-60-16,15-8-43 15,46-13-108-15,-13 8-150 16,-7 10-731-16</inkml:trace>
  <inkml:trace contextRef="#ctx0" brushRef="#br1" timeOffset="126945.87">11482 16808 980 0,'0'0'301'0,"0"0"-181"0,0 0 37 16,0 0 5 0,0 0-66-16,0 0-51 0,-20-10-45 15,13 10 0-15,-2 6 2 16,-4 10 21-16,-1 6 6 15,-1-2 17-15,1 1-4 16,6-9-13-16,3-1-7 16,3-2-20-16,0-9 16 15,2 0-10-15,0 0 9 16,0 0 11-16,0-5-5 16,4-10-16-16,3 3-6 15,1-2 4-15,-3 1-4 0,2 5-2 16,-3 2-30-16,3-2-38 15,2-1-7-15,2 0 2 16,0 1-44-16,0 8-9 16,-4 0-128-16,-4 0-355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31:14.8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1019 1299 1033 0,'0'0'534'0,"0"0"-471"15,0 0-4-15,0 0 32 16,0 0 48-16,0 0-35 16,81 28-31-16,-74-16 17 0,-4 0 18 15,-3 2-27-15,-3 1 8 16,-17 0-1-16,-9 2-43 16,0-6-24-16,5-3-10 15,1-8 7-15,10 0-9 16,5-5 11-16,0-16-7 15,8-7-1-15,0 0-5 16,5 0-6-16,15 5-1 16,5 6 0-16,1 9-1 15,1 8-5-15,0 0 5 16,-3 6 1-16,-8 13 0 16,-7 2 0-16,-9 4 0 15,0 0 11-15,-11 1-11 0,-7-2 9 16,-2-4-8-16,4-6 6 15,1-9-6-15,-1-5 14 16,3-5-3-16,1-18-10 16,4-9 2-16,5-5-2 15,3-1 1-15,0 8-3 16,5 6-1-16,13 7-5 16,1 14 6-16,4 3-1 15,-5 0 1-15,-1 14 0 16,-10 7 1-16,-7 5 20 15,0-1-6-15,-4 1 10 16,-14-2-2-16,0-4-8 16,3-6-14-16,3-6 10 0,4-8-1 15,-3 0 3 1,-1-13-2-16,1-12-11 0,5-3 7 16,0-2-6-16,6 2-1 15,0 9 0-15,17 4-1 16,7 9-8-16,3 6 9 15,0 0 0-15,-5 12 0 16,-6 6 6-16,-12 4-6 16,-4 5 15-16,0-1-2 15,-18 1 8-15,-4-3-12 16,2-5-7-16,5-8-1 16,1-9 8-16,5-2 5 15,0-2-8-15,2-17-2 16,5-8-4-16,2 4 0 15,0 1-1-15,0 6-1 0,12 7-5 16,5 7 1 0,5 2 4-16,-6 0 2 0,-3 14 0 15,-10 4 18-15,-3 2 33 16,0-3 4-16,-5-5-20 16,-4-5-20-16,2-5-3 15,3-2 0-15,-5 0 0 16,1-7-12-16,-4-5-1 15,-1-2-9-15,1 2-64 16,1 1-44-16,11 4-103 16,0 5-455-16,0 0-1275 0</inkml:trace>
  <inkml:trace contextRef="#ctx0" brushRef="#br0" timeOffset="1275.68">1919 1764 1300 0,'0'0'350'16,"0"0"-175"0,0 0 33-16,0 0-95 0,0 0-36 15,0 0 26-15,136-30 15 16,-71 22-16-16,1 4-19 16,5 4-33-16,1 0-22 15,-3 4-16-15,0 8-3 16,-2-2-2-16,-9 0-7 15,-5-4 6-15,-10-2-5 16,-9-4 7-16,-11 0-7 16,-4-2 9-16,-9-12 2 15,0-2 35-15,-4 0 3 16,-3 1 2-16,-3 0-6 0,0 1-8 16,0 0-13-16,-9 0-19 15,-7 2 3-15,-1 0-9 16,-4 1 2-16,-1-1-2 15,-1-3 1-15,2-2 0 16,0-4 0-16,1-4 1 16,5-6-1-16,1-5-1 15,7-3 0-15,7-1-1 16,0 0 1-16,5 1 0 16,17 0-2-16,7 3 2 15,2 2-1-15,5 8 0 16,3 6 0-16,-2 10-6 15,1 10 7-15,2 0-1 16,-2 8-7-16,0 15 8 16,-5 7 1-16,-4 2-1 0,-6 5 0 15,-6-1 0 1,-3 0 0-16,-8 0 0 0,-1 0 0 16,-3 1 0-16,-2 0 0 15,0 2 0-15,0-4 0 16,-2 4 6-16,-5-3-6 15,-1 0 0-15,0-2 1 16,4-3-1-16,0-4 0 16,4-7-4-16,0-2 4 15,0-5 0-15,0-3 0 16,0-3 0-16,13 0-1 16,3-3 1-16,2-4 0 0,6 0 11 15,2 0 2-15,3-2 8 16,-2-9-9-16,0 1-3 15,-4 5-9-15,-4-2 0 16,-5 3 0-16,-1 4-1 16,-3 0-7-16,0 0-39 15,13 0-58-15,-4 0-133 16,4 0-448-16</inkml:trace>
  <inkml:trace contextRef="#ctx0" brushRef="#br0" timeOffset="1705.18">3624 1417 1446 0,'0'0'275'16,"0"0"75"-16,0 0-102 15,0 0-140-15,0 0-53 16,0 0 2-16,0 0-25 16,153-15-17-16,-112 4-7 15,-3 0-8-15,-5 7-49 16,-8 1-268-16,-14 3-337 0</inkml:trace>
  <inkml:trace contextRef="#ctx0" brushRef="#br0" timeOffset="1892.18">3706 1678 1247 0,'0'0'190'16,"0"0"-3"-16,0 0 72 15,0 0-66-15,121-19-111 16,-76 6-40-16,-5 3-26 16,-7 4-14-16,-2 6-2 15,-8 0-274-15,-10 0-837 0</inkml:trace>
  <inkml:trace contextRef="#ctx0" brushRef="#br0" timeOffset="7891.06">4776 1037 925 0,'0'0'368'16,"0"0"-120"-16,0 0-75 0,0 0 4 16,0 0 25-16,0 0-41 15,-23-5-35-15,19 5-22 16,-2 0-17-16,-1 0-36 15,-1 9-29-15,-2 10-16 16,4 11 9-16,-1 9-6 16,5 7 5-16,2 8-13 15,0 6 15-15,0 2-2 16,0 3-1-16,0-4 4 16,0-4-10-16,0-11 4 15,2-13-10-15,-2-8 0 16,0-13-1-16,0-6 6 0,0-6 7 15,0 0 8 1,0 0-6-16,0-8-14 0,-4-4-1 16,2 0-6-16,2 1 4 15,0 8 2-15,17 3-7 16,6 0 2-16,1 24 5 16,-1 13 1-16,-4 12-1 15,-7 8 5-15,-8 1-4 16,-4 2 3-16,0-6-3 15,0-10-2-15,0-8 1 16,-4-12 0-16,2-10-53 16,2-10-117-16,0-4-154 15,11 0-2-15,2-6-479 0</inkml:trace>
  <inkml:trace contextRef="#ctx0" brushRef="#br0" timeOffset="8762.74">5515 1427 624 0,'0'0'308'0,"0"0"-30"0,0 0 10 16,0 0-91-1,0 0-53-15,0 0-32 0,0 0 0 16,-6-25 0-16,2 21 14 15,-2-1-6-15,-1 0-9 16,-1-2-32-16,-4 2-28 16,1 0-16-16,-5 2-17 15,-1 3-4-15,-4 0-8 16,-1 0 3-16,-2 0 0 16,-3 9 3-16,-2 7-6 15,2 10-6-15,0 6 0 16,5 11 1-16,7 5-1 15,3 4 1-15,10 0 6 16,2-4-7-16,0-4 0 16,20-7 0-16,9-11 0 0,7-8 1 15,4-13-1-15,5-5 11 16,-3 0-11-16,1-18 1 16,-8-4-1-16,-6-2 0 15,-6-2 6-15,-10-3-4 16,-9-3-1-16,-4-3 5 15,0 1 5-15,0-1-11 16,-2 1 10-16,-7 7 10 16,-3 3 8-16,4 7 11 15,1 8 1-15,1 4 13 16,4 3 0-16,2 2-18 16,0 0-35-16,0 16-1 15,0 13 1-15,0 5 12 0,2 5-1 16,4 0 7-16,1-1-17 15,1-4 6-15,2-2-7 16,-1-1-5-16,-1-8-47 16,13 0-75-16,-3-10-157 15,-1-2-486-15</inkml:trace>
  <inkml:trace contextRef="#ctx0" brushRef="#br0" timeOffset="8965.1">5999 1760 1739 0,'0'0'251'0,"0"0"10"15,0 0-58 1,0 0-116-16,-14 133-49 0,14-94-26 16,0 2-1-16,0-5-11 15,0-2 6-15,0-8-6 16,11-8-31-16,2-6-213 15,2-10-402-15</inkml:trace>
  <inkml:trace contextRef="#ctx0" brushRef="#br0" timeOffset="9451.65">6163 1226 1490 0,'0'0'224'0,"0"0"-3"16,0 0-88-16,0 0 37 15,0 0-9-15,71 155-24 16,-46-88-26-16,-5 1-33 16,-3-8-38-16,2-4-22 15,-3-10-9-15,-3-10-8 16,-5-7 5-16,-1-14 1 15,-2-5-7-15,-3-8 0 16,-2-2 14-16,0-4 11 16,0-16-13-16,7-9-6 15,1-6-6-15,11-1-1 0,5 3-5 16,2 1 1-16,6 11 4 16,0 9 1-16,-1 10-6 15,-5 2-1-15,-4 2 6 16,-6 19 1-16,-7 2 1 15,-9 5 14-15,0 0 9 16,-4 4 8-16,-19-2-5 16,-2-2-12-16,2-6-9 15,0-7-5-15,5-6-1 16,3-6 1-16,3-3 5 16,3 0-6-16,3 0-13 15,6 0-57-15,0-21-102 16,15 6-437-16,7-3-727 0</inkml:trace>
  <inkml:trace contextRef="#ctx0" brushRef="#br0" timeOffset="9684.99">6939 1664 1729 0,'0'0'535'15,"0"0"-382"-15,0 0-18 16,0 0 33-16,0 0-45 16,18 125-58-16,-16-86-20 0,-2-3-19 15,0-5-17 1,0-8-8-16,0-6-1 0,0-10-18 16,0-2-107-16,0-5-351 15,0 0-510-15</inkml:trace>
  <inkml:trace contextRef="#ctx0" brushRef="#br0" timeOffset="10046.1">7496 1463 1418 0,'0'0'215'16,"0"0"51"-16,0 0-69 16,0 0-109-16,-122 17-47 15,95 7 27-15,2 10-7 16,8 8 0-16,7 5 40 15,10 2 9-15,0 1 2 16,12-3-57-16,15-7-28 16,4-8-17-16,5-6-4 15,1-13-6-15,1-4-30 16,0-9-136-16,15-2-149 16,-10-15-276-16,-5-2-577 0</inkml:trace>
  <inkml:trace contextRef="#ctx0" brushRef="#br0" timeOffset="10258.2">7944 1702 1622 0,'0'0'364'16,"0"0"-238"-16,0 0 112 15,0 0-78-15,7 111-81 16,-3-75-41-16,-4-1-15 0,0 2-16 15,0-5 1 1,0-2-8-16,0-6 0 0,7 0-39 16,0-9-249-16,6-6-518 0</inkml:trace>
  <inkml:trace contextRef="#ctx0" brushRef="#br0" timeOffset="10630.43">8676 1516 1448 0,'0'0'310'15,"0"0"-140"-15,0 0 114 16,0 0-141-16,-119-40-97 16,88 40-13-16,-2 0 5 15,-1 16-27-15,3 12-2 16,7 7 8-16,7 2 15 16,13 5-4-16,4-2 5 15,0 0-5-15,16-8-16 16,11-5-5-16,4-11-6 15,7-9 13-15,2-7-14 16,5 0-29-16,-1 0-148 0,8-19-157 16,-13-3-197-16,-12 0-267 15</inkml:trace>
  <inkml:trace contextRef="#ctx0" brushRef="#br0" timeOffset="10886.54">8720 1157 100 0,'0'0'1568'16,"0"0"-1209"-16,0 0-13 16,0 0-107-16,0 0-62 15,0 0-68-15,0 0-77 16,-29-60-22-16,38 102 17 16,-2 10 27-16,-1 12 7 15,-4 6-1-15,1-2-34 16,-1-1-14-16,0-4-11 0,5-6 6 15,2-3-7-15,2-8-6 16,0-6-51-16,0-9-61 16,10-14-96-16,-6-7-466 15,1-8-558-15</inkml:trace>
  <inkml:trace contextRef="#ctx0" brushRef="#br0" timeOffset="11270.39">9101 1197 1437 0,'0'0'221'0,"0"0"59"16,0 0-80-16,0 0-55 15,-37 108-8-15,37-62 10 16,0-2-72-16,10-8-47 16,13-9-8-16,6-11-13 15,0-9 2-15,0-7 0 16,-5 0-9-16,-8-5-11 16,-7-6-3-16,-9 4 12 15,0 5 2-15,-7 2-24 0,-16 7 19 16,-3 27 5-16,2 11 0 15,3 11 0-15,13 5 0 16,8 0 0-16,0-4-8 16,6-10-2-16,28-8-103 15,-5-16-126-15,-2-8-259 0</inkml:trace>
  <inkml:trace contextRef="#ctx0" brushRef="#br0" timeOffset="16244.22">12224 960 1731 0,'0'0'309'16,"0"0"-109"-16,0 0-111 15,0 0-49-15,0 0 105 16,0 0-33-16,0 79-26 16,0-58-7-16,3-3-31 15,-1-6-6-15,-2-3-14 16,0-6-10-16,2 0 0 15,-2-3 5-15,0 0 19 16,2 0 25-16,-2-6-19 16,0-10-29-16,0-7-8 0,0 2-10 15,0-3 8-15,0 2-8 16,0-1 11-16,0 3 6 16,0 2 8-16,0 4-1 15,0 5 11-15,0 3 2 16,0 5-3-16,0-1-8 15,0 2-21-15,0 0-6 16,0 0-8-16,0 2-3 16,0 14 6-16,0 6 5 15,0 7 1-15,0 3 11 16,0 4-10-16,0 3-1 16,0 2 6-16,0 1-7 15,0 0 1-15,0 0-1 0,0-1 1 16,0-4-1-1,0 0 1-15,0-6 0 0,2-1-1 16,3-3 0-16,1-6 0 16,4 0 0-16,-4-5 1 15,3-2-1-15,-3-2 0 16,2-3 0-16,-4 0 0 16,2-2 0-16,1 0 0 15,-1 0 0-15,4 0 1 16,-4-3-1-16,3-3 0 15,3-1 1-15,-1 0 0 16,7 0 5-16,1 0-5 16,6 0 4-16,0 0-4 15,2 0 4-15,-3-5-5 16,-2-2 0-16,-4 2 1 0,-5 1-1 16,-1-1-2-16,-4 5 2 15,-1 0-6-15,-3 0 4 16,4 0-11-16,-4 0-41 15,0 0-46-15,7-3-47 16,20-14-52-16,0 2-329 16,3-3-730-16</inkml:trace>
  <inkml:trace contextRef="#ctx0" brushRef="#br0" timeOffset="16493.2">13016 1226 1179 0,'0'0'528'16,"0"0"-322"-16,0 0-78 15,0 0-55-15,0 0-27 16,0 0-21-16,0 0-15 15,71 7-10-15,-44-7-96 16,8 0-159-16,-6 0-421 16,-4 0-419-16</inkml:trace>
  <inkml:trace contextRef="#ctx0" brushRef="#br0" timeOffset="16672.53">13103 1430 806 0,'0'0'681'16,"0"0"-476"-16,0 0-12 16,0 0-50-16,0 0-37 15,0 0-66-15,0 0-19 16,89 0-21-16,-36-9-55 16,-8 2-184-16,-5-2-404 0</inkml:trace>
  <inkml:trace contextRef="#ctx0" brushRef="#br0" timeOffset="17130.07">13716 970 1483 0,'0'0'331'0,"0"0"-242"15,0 0 23 1,0 0 76-16,0 157-86 0,0-99-31 16,4 2-1-16,0-6 19 15,-2-9-30-15,-2-8-20 16,0-9-18-16,0-6-5 15,0-7-4-15,0-10-11 16,0-3 17-16,0-2-6 16,-2 0 18-16,-2-9-15 15,0-5-8-15,4 0-6 16,0 5-1-16,0 5 0 16,0 4-9-16,10 6-6 15,7 23 10-15,-2 10 5 16,-1 10 0-16,-6 5 1 15,-1 2 0-15,-7 0-1 0,0-5 0 16,0-7-58-16,2 7-182 16,-2-10-265-16,2-10-470 0</inkml:trace>
  <inkml:trace contextRef="#ctx0" brushRef="#br0" timeOffset="19578.37">14710 983 1360 0,'0'0'244'0,"0"0"-148"15,0 0 211-15,-7 112-55 16,4-68-91-16,-1 0-39 15,2-8-42-15,2-8-29 16,-2-6-17-16,2-10-10 16,-2-4-16-16,0-8 5 15,-5 0 7-15,0 0 11 16,-2-5-15-16,0-10-5 16,5 1-10-16,2 2 1 0,2 7-2 15,0 5-2-15,13 0 1 16,5 19 1-16,1 15 9 15,0 8 5-15,-8 6 2 16,-7 2-4-16,-4-1 0 16,0-6-6-16,0-4-6 15,-7-9 2-15,-1-9-2 16,3-7-11-16,1-5-45 16,4-3-53-16,0 0-97 15,0-2-108-15,11 0 13 16,9-1 25-16,-2-3-363 0</inkml:trace>
  <inkml:trace contextRef="#ctx0" brushRef="#br0" timeOffset="20238.23">15414 1257 1243 0,'0'0'295'16,"0"0"-104"-16,0 0 111 16,0 0-72-16,0 0-120 15,0 0-21-15,0 0-12 16,-134-63-20-16,112 63-10 16,-4 0-5-16,-1 5-9 15,-2 17-14-15,2 9-1 16,6 8-7-16,8 5 8 15,11 1 11-15,2-4-14 16,9-4-2-16,22-6-14 16,7-6 0-16,5-9 6 0,1-8 2 15,-3-7-8-15,-4-1 2 16,-6 0-2-16,-8-16-7 16,-6-3 7-16,-5-9 0 15,-8-2 6-15,-1-7-6 16,-3-1 1-16,0 4 5 15,0 7 5-15,-7 4 15 16,2 9 13-16,0 5 24 16,3 8 1-16,2 1-56 15,0 4-8-15,0 16 0 16,0 10 15-16,5 4 9 16,6 4-10-16,0-1-5 0,3-5-8 15,1-2 5 1,1-9-6-16,-3-2-8 0,3-8-57 15,2-2-107-15,6-9-187 16,-3 0-288-16,-6-2-608 0</inkml:trace>
  <inkml:trace contextRef="#ctx0" brushRef="#br0" timeOffset="20592.36">15762 1097 1600 0,'0'0'389'0,"0"0"-108"16,0 0 70-16,0 0-176 15,0 0-138-15,0 0-19 16,0 0 25-16,-40 97-2 16,40-53-23-16,0-5-12 15,0-3-5-15,15-7-1 16,3-10 0-16,5-9-12 15,-6-5-67-15,3-5 1 16,-7 0-3-16,-1-5 35 16,-5-5 42-16,-5 3 4 15,-2 7 21-15,0 0-21 16,0 9-2-16,-9 19 2 16,-1 7 8-16,2 4-7 15,6 2 0-15,2-4-1 16,0 0 0-16,10-4-56 0,7-7-306 15,1-9-370-15</inkml:trace>
  <inkml:trace contextRef="#ctx0" brushRef="#br0" timeOffset="20757.22">16232 1792 2039 0,'0'0'319'15,"0"0"-202"-15,0 0-7 16,0 0-72-16,-26 129-38 16,26-79-161-16,0-10-363 15,0-8-933-15</inkml:trace>
  <inkml:trace contextRef="#ctx0" brushRef="#br0" timeOffset="23190.39">17043 860 1927 0,'0'0'302'0,"0"0"-160"16,0 0-69-16,0 0 3 15,0 0 68-15,-8 142-19 16,8-85-41-16,0-7-2 16,0-6-34-16,4-8-18 15,-2-10-18-15,0-8 0 16,-2-6-11-16,0-10 1 16,0-2 13-16,-8 0 1 15,-3-12-5-15,-1-6-11 16,3 2 11-16,7 4-11 0,2 8 0 15,0 4-12-15,5 14-15 16,11 26 27-16,-1 10 1 16,-1 12 11-16,-4 3-3 15,-5-5 0-15,-3-6-8 16,0-8-1-16,-2-14 0 16,0-13-67-16,10-19-154 15,-2-7-330-15,3-15-269 0</inkml:trace>
  <inkml:trace contextRef="#ctx0" brushRef="#br0" timeOffset="23700.17">17416 960 1674 0,'0'0'285'0,"0"0"10"16,0 0-90-16,0 0-147 16,0 0 24-16,58 142 71 15,-31-64-44-15,-3 9-21 0,-2-3-23 16,-3-9-34-16,-4-16-21 15,-4-14-1-15,-2-15-8 16,-5-14 0-16,-1-14 1 16,-3-2 11-16,0-16 7 15,0-14-19-15,0-6-1 16,0-4 1-16,12 3-1 16,11 1 0-16,4 4-1 15,8 6-10-15,1 8 11 16,0 10 0-16,-7 8-15 15,-5 4 14-15,-8 23-1 16,-11 6 2-16,-5 4 1 16,-5-2 8-16,-19-3-3 0,-3-5-5 15,0-5 6 1,0-8-7-16,5-6-1 0,2-7-14 16,2-1-12-16,3 0-64 15,12-5-99-15,3-8-340 16,0 1-759-16</inkml:trace>
  <inkml:trace contextRef="#ctx0" brushRef="#br0" timeOffset="23894.71">17987 1434 205 0,'0'0'1639'0,"0"0"-1405"16,0 0 142-16,0 0-142 15,13 109-108-15,-9-74-79 0,3-3-29 16,-5-3-12 0,-2 0-6-16,0-3-56 0,0-3-148 15,0-9-411-15,0-9-809 0</inkml:trace>
  <inkml:trace contextRef="#ctx0" brushRef="#br0" timeOffset="24202.55">18482 1201 1018 0,'0'0'509'15,"0"0"-281"-15,0 0 42 16,0 0-38-16,-129 62-82 16,112-24-31-16,13 5-18 15,4 2 9-15,0 0-43 16,21-5-35-16,4-6-17 16,10-7-5-16,0-7-10 15,5-13-15-15,25-7-191 16,-12 0-332-16,-3-10-579 0</inkml:trace>
  <inkml:trace contextRef="#ctx0" brushRef="#br0" timeOffset="24577.55">18899 947 1605 0,'0'0'336'0,"0"0"142"16,0 0-358-16,0 0-81 15,0 0 31-15,-31 117 16 16,25-57 1-16,4 1-16 16,2-7-29-16,0-8-22 0,10-14-14 15,7-10-1-15,1-12-5 16,2-10-11-16,0 0-26 15,-4-10-54-15,-7-8 9 16,-5 2 50-16,-4 9 31 16,0 5-24-16,-13 2 19 15,-3 14-3-15,-1 23 3 16,3 11 6-16,7 8 12 16,7 7-6-16,0-1-6 15,5-8 0-15,26-4-4 16,-4-18-233-16,-3-13-376 0</inkml:trace>
  <inkml:trace contextRef="#ctx0" brushRef="#br0" timeOffset="25584.02">19298 844 1294 0,'0'0'254'16,"0"0"-113"-16,0 0 156 15,0 0-71-15,0 0-152 16,0 0-12-16,0 0 20 16,33-42-7-16,-24 42-18 15,-3 0-35-15,4 0-8 0,-4 10-13 16,3 12 5-16,-3 9-5 15,-4 6 9-15,2 5-1 16,-4 0-3-16,0 0 3 16,0 1-2-16,0-4 10 15,0-1-7-15,6 3 7 16,0-4-7-16,3-4 0 16,-2-3-4-16,2-6 1 15,-2-7-7-15,-1-10 0 16,1-5 1-16,0-2 7 15,4 0 11-15,0-16-13 16,-2-6-6-16,0 0 0 0,-3 0 0 16,-4 4 1-16,-2 5-1 15,0 0 0-15,0 5 0 16,-8 6-15-16,-5 2 0 16,-3 0 14-16,0 20-1 15,3 9 2-15,4 15 0 16,7 4 2-16,2 6-2 15,0-1 2-15,4 2-1 16,11-4 0-16,4-2 6 16,-6-1-7-16,-2 0 0 15,-4 2 0-15,-7-1 0 16,0-1 0-16,0-6 0 16,-9-10 0-16,0-8 0 0,-2-10 1 15,0-10-1-15,-18-4-99 16,2-4-149-16,0-8-340 0</inkml:trace>
  <inkml:trace contextRef="#ctx0" brushRef="#br0" timeOffset="29288.22">1377 3342 1674 0,'0'0'589'0,"0"0"-337"16,0 0 29-16,0 0-158 16,0 0-83-16,0 0 38 15,24 100 30-15,-10-37-9 16,-1 9-30-16,-4 8-17 16,-2 22-6-16,-4-7-8 15,-1 1-7-15,0-4-10 16,0-17-6-16,2-3-6 15,1-12-3-15,-1-16-6 16,0-14 0-16,-1-11-6 16,0-14-33-16,-1-5-26 15,0 0-38-15,2-5-66 16,1-28-106-16,-1 8-365 16,0-4-365-16</inkml:trace>
  <inkml:trace contextRef="#ctx0" brushRef="#br0" timeOffset="29619.2">1341 3398 469 0,'0'0'853'0,"0"0"-548"16,0 0 84-16,0 0-150 0,0 0-135 15,0 0-24-15,0 0 84 16,38 0-30-16,-7 0-28 16,6 0-35-16,0 0-29 15,-1 0-27-15,1 0-3 16,-1 0-10-16,0 0-2 15,0 0-108-15,-5-3-160 16,0 3-105-16,-10 0-188 16,-11 0-368-16</inkml:trace>
  <inkml:trace contextRef="#ctx0" brushRef="#br0" timeOffset="29859.36">1524 3759 367 0,'0'0'1015'16,"0"0"-748"-16,0 0 228 16,0 0-262-16,0 0-90 15,0 0-73-15,0 0-33 16,127-10-25-16,-100 4-5 15,4 1-6-15,16-9-1 16,-5-1-131-16,-6 2-563 0</inkml:trace>
  <inkml:trace contextRef="#ctx0" brushRef="#br0" timeOffset="30423.36">2360 3932 599 0,'0'0'518'0,"0"0"-342"16,0 0 113-16,0 0-150 15,121 0-79-15,-96 0-38 16,-4 0-7-16,2 0-15 16,-3 0-40-16,-9 0-490 0</inkml:trace>
  <inkml:trace contextRef="#ctx0" brushRef="#br0" timeOffset="30594.98">2465 4163 1393 0,'0'0'257'0,"0"0"-84"16,0 0 154-16,0 0-137 15,0 0-117-15,134-42-42 16,-88 20-13-16,17-9-18 15,-14 5-6-15,-7 2-334 0</inkml:trace>
  <inkml:trace contextRef="#ctx0" brushRef="#br0" timeOffset="31129.07">2895 3392 1160 0,'0'0'305'0,"0"0"-118"15,0 0-93-15,0 0 46 0,43 117 9 16,-19-34-22-16,-4 1-36 16,-2 7-33-16,-5 5 3 15,-3-18-17-15,-6 4-21 16,-4-14-10-16,0-14-4 16,-4-14 7-16,-12-14-5 15,3-12 9-15,-3-10-8 16,3-4 11-16,1 0-4 15,1-16 42-15,5-5 3 16,3 0-28-16,3 0-27 16,0 5-8-16,7 4 4 15,12 8-5-15,8 4-8 0,8 9 2 16,0 23 5-16,-2 14 1 16,-6 13-1-16,-7 10 1 15,-9 5 6-15,-6-1 2 16,-5-3-8-16,0-7 8 15,0-12-8-15,0-7 0 16,0-9 0-16,0-6-2 16,-5-9-194-16,-2-7-605 0</inkml:trace>
  <inkml:trace contextRef="#ctx0" brushRef="#br0" timeOffset="33325.87">3760 4016 1202 0,'0'0'185'16,"0"0"13"-16,0 0 67 16,0 0-124-16,0 0-56 15,0 0 8-15,-22 26-33 16,15-8 5-16,1 10 12 16,-2 6-23-16,4 8-7 15,2 3-1-15,2 3 2 16,0-2-2-16,6-7-6 15,17-4-17-15,6-5-4 16,8-10-4-16,6-4 1 0,6-8 2 16,5-8-1-1,-1 0 6-15,1-3-6 0,-1-20-4 16,-2-2-5-16,-5-7 2 16,-13 3-9-16,-12-1 10 15,-9 2 45-15,-12 0 22 16,0 1-6-16,-14 1-18 15,-13-1-8-15,-4 0-10 16,-4 3-15-16,-7 5-13 16,-3 0-2-16,-6 8-5 15,2 2 0-15,5 7 1 16,5 2-2-16,15 0 0 16,6 0-7-16,9 0-44 0,7 6-76 15,2 13-34 1,0-3-293-16,0-1-209 0</inkml:trace>
  <inkml:trace contextRef="#ctx0" brushRef="#br0" timeOffset="33686.26">4201 3762 476 0,'0'0'1061'0,"0"0"-885"16,0 0 58-16,0 0-139 16,0 0-80-16,0 0-14 15,0 0 45-15,-2 112 20 16,-9-52 15-16,-2 10 10 15,-9 7-26-15,-3 1 30 16,-4-2-9-16,-2-6-22 16,4-8-25-16,4-9-21 15,6-10-12-15,1-9 1 16,5-7-2-16,3-5-5 16,-4-4-38-16,1 4-98 15,0-4-187-15,6-6-301 0</inkml:trace>
  <inkml:trace contextRef="#ctx0" brushRef="#br0" timeOffset="33934.83">4596 4525 1086 0,'0'0'339'0,"0"0"-176"15,0 0 189-15,-9 123-213 16,5-89-88-16,2-2-34 0,-3-4-9 16,3-2-8-16,0-7-74 15,0-10-309-15</inkml:trace>
  <inkml:trace contextRef="#ctx0" brushRef="#br0" timeOffset="34776.37">4935 4393 920 0,'0'0'143'15,"0"0"109"-15,0 0-43 16,0 0-97-16,149 32-29 15,-108-27 53-15,-2-1-43 16,-3-3-12-16,-7 1-42 16,-7-2-20-16,-7 2-12 15,-3 0-6-15,-5 0 1 0,-3 1-2 16,-4-1 0 0,0-2 1-16,0 0 11 0,0 0 20 15,0 0 49-15,0-11-39 16,-9-5-7-16,-1-2 11 15,-2-2-13-15,1-4 4 16,2-2-7-16,2-2-8 16,5-2-7-16,2-2 11 15,0 2-8-15,0-3-6 16,18-1-3-16,5 1-2 16,6-4-1-16,2 3-5 15,-2 2 5-15,2 6-5 16,-5 9 38-16,-1 5 4 0,-3 5-19 15,1 5-15 1,0 2-8-16,2 0 0 0,-2 7-1 16,-1 7 1-16,-2 6-1 15,-6 3 0-15,-8 4-1 16,-4 2-30-16,-2 1 1 16,0 3 17-16,0-3 11 15,-11-2 2-15,0 0 0 16,0 0 0-16,2-1 0 15,-3-1 0-15,4-1 0 16,-3 1 1-16,-1 1 6 16,2-1-4-16,1-5-2 15,1-1 16-15,6-5 5 16,2-8-2-16,0 0-19 16,0-6 20-16,2 2 1 0,12-3 26 15,7 0 13-15,-2 0-19 16,4 0-15-16,-1 0-8 15,-2-7-7-15,-2 1-4 16,-5 3-8-16,1-2 0 16,-3 3-1-16,0 0-86 15,7-1-92-15,-4-4-173 16,1 0-403-16</inkml:trace>
  <inkml:trace contextRef="#ctx0" brushRef="#br0" timeOffset="35009.37">6038 4405 573 0,'0'0'822'16,"0"0"-709"-16,0 0 152 16,0 0-104-16,0 0-75 15,0 0 84-15,0 0-21 16,-42 92-42-16,26-69-27 15,3-1-38-15,-5 2-32 16,0 2-10-16,1 2-9 16,-10 8-230-16,4-6-311 15,4-6-921-15</inkml:trace>
  <inkml:trace contextRef="#ctx0" brushRef="#br0" timeOffset="40824.01">6585 3759 983 0,'0'0'368'16,"0"0"-113"-16,0 0 127 16,0 0-84-16,0 0-91 15,0 0-68-15,0-7-76 16,0 22-54-16,4 16 4 15,7 11 43-15,5 10 2 16,2 9-13-16,-1 0-17 16,4-1-9-16,-4-3-4 15,1-8-4-15,-3-6-10 16,-3-7 5-16,-1-6-5 16,-5-8 1-16,-1-3 5 0,-5-7-7 15,0-7 2 1,0-1-1-16,0-1 8 0,0-2-1 15,0-1 1-15,0 0 6 16,0 0 10-16,0 0 0 16,0-4-13-16,-5-5 2 15,1-2-14-15,4-3 1 16,0 0-1-16,0 0 0 16,0 2-1-16,14 5 0 15,5 1-6-15,2 6-1 16,1 0 2-16,3 15-2 15,-1 9 7-15,-2 10 2 16,-4 4-1-16,-7 7 1 16,-4-2 4-16,-5 0-5 15,-2-6 0-15,0-5 0 16,0-3 0-16,0-8 0 0,0-1-12 16,0-9-65-16,5-1-64 15,8-8-109-15,-2-2-250 16,1 0-171-16</inkml:trace>
  <inkml:trace contextRef="#ctx0" brushRef="#br0" timeOffset="41650.26">7394 4124 933 0,'0'0'336'15,"0"0"-43"-15,0 0-35 16,0 0-117-16,0 0-26 16,0 0-16-16,0 0-16 0,-62-51-9 15,50 49-19-15,-1-1-23 16,-3 1 2-16,1 2-2 16,-1 0-4-16,3 0-10 15,-1 7 0-15,1 3 2 16,-1 3-9-16,3 5-5 15,0 5-5-15,2 3 5 16,4 2 21-16,1 4 18 16,4 2 10-16,0 2-15 15,0-1 0-15,14-2-20 16,1-1-7-16,6-4-4 16,2-6-3-16,4-6-5 15,4-8 1-15,1-8 11 16,-3 0-5-16,0 0-1 15,-7-8 1-15,-4-3 2 0,-5-3-9 16,-4-3 8 0,-2 0-2-16,-4-2-1 0,-3-3 2 15,0-4-7-15,0-2 17 16,0-2 0-16,-8 0 12 16,-3 0-10-16,-2 2 4 15,2 4 8-15,0 6 10 16,2 4-1-16,2 4-8 15,2 2-2-15,3 5-10 16,2 3 6-16,0 0-27 16,0 0-5-16,0 8-13 15,0 13 17-15,9 4 1 0,5 8 1 16,-1 1 5 0,3-1-6-16,-1 4 6 0,1-3-6 15,-3 2 0-15,-1-2 1 16,-1 0-2-16,-3 1 1 15,4-5 0-15,-3-2 0 16,-1-8-20-16,2-5-34 16,-4-7-66-16,3-8-66 15,7 0-141-15,-3-13-231 16,1-6-642-16</inkml:trace>
  <inkml:trace contextRef="#ctx0" brushRef="#br0" timeOffset="42160.4">7884 3780 942 0,'0'0'647'0,"0"0"-512"15,0 0 184-15,0 0-141 16,0 0-123-16,0 0 19 16,-49 112 42-16,49-58-23 0,0-1-9 15,11-6-44-15,5-6-13 16,2-10-18-16,-1-8-2 15,-1-10-5-15,-5-4-1 16,0-8 7-16,-2-1-8 16,0 0-3-16,-2-1 2 15,-5-9 1-15,-2 2-15 16,0 4 14-16,0 4-9 16,0 0 9-16,-13 4 0 15,-1 19-7-15,1 12 8 16,0 5-6-16,3 10 6 15,6-1 0-15,4 4 10 0,0-5-10 16,9-6-1 0,11-7 1-16,3-9 0 0,1-6-10 15,-2-4-148-15,7 3-169 16,-6-4-208-16,-7-3-574 0</inkml:trace>
  <inkml:trace contextRef="#ctx0" brushRef="#br0" timeOffset="44173.77">8488 4575 1106 0,'0'0'490'16,"0"0"-369"-16,0 0 44 15,0 0-58-15,0 0-59 16,0 0-29-16,3 0-7 16,-3 0 14-16,0 3 63 15,0-1 45-15,0 0-9 0,0-2-36 16,0 2-18-16,0-2-13 16,0 0-4-1,0 2-20-15,0-2-7 0,0 0-11 16,0 0-4-16,0 0-6 15,2 0 6-15,-2 1 2 16,0 4-2-16,2 7-11 16,-2 6 0-16,0 12 15 15,0 9-2-15,-20 8 8 16,-14 7-17-16,-49 35-5 16,8-16-171-16,-8-7-1095 0</inkml:trace>
  <inkml:trace contextRef="#ctx0" brushRef="#br0" timeOffset="48620.33">9179 3898 916 0,'0'0'237'0,"0"0"-85"15,0 0 87-15,0 0-140 16,0 0-48-16,0 0 38 15,-7-26 19-15,7 26 31 16,0-2 37-16,0 2-18 16,0-2-50-16,0 0-48 15,0 2-17-15,0 0-21 16,0 0-4-16,0 0-6 16,0 0 1-16,0 0-11 15,0 2-2-15,5 12 1 16,6 6 0-16,4 4 11 15,-1 5-11-15,-1 0 11 0,-4 5-6 16,-2 3 12-16,-2 0 6 16,-3 3 24-16,-2 3-11 15,0-3-9-15,0 0-11 16,0-6-11-16,-4-2 1 16,-1-8-7-16,0-8 1 15,3-3 1-15,-2-10 7 16,1-1-2-16,-1-2 9 15,0 0-4-15,-3-2-4 16,2-12 2-16,1-2-9 16,4-1 0-16,0 0-1 15,0 5 0-15,18 7-7 16,7 5 6-16,-2 5-8 16,6 25 9-16,-4 13-1 0,-5 8 1 15,-7 7 6-15,-5 1-5 16,-6-5 0-16,-2-8-1 15,0-10 0-15,0-8-3 16,4-12-153-16,1-8-454 16,-1-8-653-16</inkml:trace>
  <inkml:trace contextRef="#ctx0" brushRef="#br0" timeOffset="59250.21">9681 3912 882 0,'0'0'908'16,"0"0"-762"-16,0 0 360 16,0 0-327-16,0 0-129 0,0 0-4 15,37 116 66-15,-5-45-26 16,-1 3-9-16,-6-2-29 16,-7-4-25-16,-3-6 0 15,-3-7-16-15,-6-10 2 16,1-6-9-16,-5-10 1 15,-2-8 1-15,0-10-1 16,0-4 8-16,0-7-7 16,0 0 23-16,0-8-7 15,-7-14-9-15,1-9-8 16,4-2-1-16,2-2 0 16,8 5-6-16,19 7 0 0,4 6 5 15,3 8 1 1,-3 6-8-16,-4 3 8 0,0 0-2 15,-8 6 1-15,-1 12-5 16,-7 4 6-16,-9 7 2 16,-2 5 11-16,-6 0 22 15,-21 2-5-15,-2-2 0 16,2-8-21-16,5-8-3 16,4-8-5-16,7-10 13 15,2 0-10-15,-2 0-4 16,2-13-30-16,2 1-16 15,0 3-16-15,3-2-22 16,2 0-22-16,2-11-88 16,0 1-348-16,11 2-495 0</inkml:trace>
  <inkml:trace contextRef="#ctx0" brushRef="#br0" timeOffset="59496.69">10358 4412 1495 0,'0'0'367'15,"0"0"-38"-15,0 0-46 16,0 0-88-16,0 0-39 16,27 134-47-16,-23-96-25 15,-4-4-36-15,2-2-30 0,-2-6-2 16,0-4-16-1,0-6 0-15,0-4 0 0,0-6-73 16,0-6-101-16,0 0-336 16,5-8-506-16</inkml:trace>
  <inkml:trace contextRef="#ctx0" brushRef="#br0" timeOffset="59857.93">10856 4250 1367 0,'0'0'343'0,"0"0"-71"16,0 0 65-16,0 0-126 15,0 0-116-15,0 0-38 16,0 0-16-16,-126 13-21 16,109 11 2-16,3 8 9 15,3 4 7-15,7 2-5 16,4 1-1-16,0-5-20 16,13-8-6-16,12-9-5 15,6-6 7-15,4-7-1 0,0-4-7 16,-2 0 0-1,-2-8-45-15,2-11-109 0,-6 2-306 16,-7 3-485-16</inkml:trace>
  <inkml:trace contextRef="#ctx0" brushRef="#br0" timeOffset="60044.54">11110 4470 1577 0,'0'0'270'15,"0"0"64"-15,0 0-56 16,0 0-147-16,22 108-76 16,-11-80-35-16,-2 0-8 15,-2 0-5-15,-3-4-6 0,1-2-1 16,5-4-121-16,0-6-440 16,1-8-700-16</inkml:trace>
  <inkml:trace contextRef="#ctx0" brushRef="#br0" timeOffset="60570.46">11596 4309 766 0,'0'0'781'0,"0"0"-611"15,0 0 231 1,0 0-150-16,-119-34-147 0,97 34-37 16,2 6-16-16,2 20-27 15,5 9 5-15,4 6 15 16,6 3 0-16,3-4-17 16,10-5 0-16,14-9-17 15,10-12 2-15,6-8-11 16,2-6 13-16,3 0-14 15,-5-9-77-15,-7-9-72 16,-6 1-86-16,-9-4-8 16,-9-1 49-16,-9-4-15 15,0-6 65-15,-2-8-62 16,-14-10-16-16,-4-8 95 16,0-6 127-16,2-6 78 0,2 6 198 15,3 7 98-15,6 15 121 16,1 14-203-16,3 14-54 15,3 12-66-15,0 2-88 16,0 28-83-16,13 23 0 16,8 18 27-16,-1 11-8 15,2 4 2-15,-2-1-11 16,-2-9-4-16,-3-8-7 16,-1-9 0-16,-1-15-43 15,14-20-113-15,-2-14-422 16,-4-8-634-16</inkml:trace>
  <inkml:trace contextRef="#ctx0" brushRef="#br0" timeOffset="60916.25">12153 4018 1986 0,'0'0'327'16,"0"0"-204"-16,0 0 58 15,0 0-121-15,0 0 1 16,-47 146 12-16,47-87-19 16,5-5-13-16,15-10-18 15,6-10-13-15,3-12-9 16,-2-11 5-16,-3-11-6 16,-3 0-33-16,-8-7 14 0,-7-11-14 15,-3 0-4-15,-3 6 17 16,0 10 19-16,-16 2-10 15,-6 11 11-15,-3 21 1 16,3 7 6-16,6 7-1 16,6 2 0-16,10-3-6 15,0-5-6-15,4-7 5 16,34-6-1-16,-5-11-180 16,0-8-497-16</inkml:trace>
  <inkml:trace contextRef="#ctx0" brushRef="#br0" timeOffset="61074.69">12547 4698 1829 0,'0'0'303'16,"0"0"9"-16,-29 114-148 16,18-58-108-16,3 3-56 15,-8 19-3-15,3-14-309 16,-3-9-799-16</inkml:trace>
  <inkml:trace contextRef="#ctx0" brushRef="#br0" timeOffset="65686.02">13009 4087 146 0,'0'0'862'0,"0"0"-606"16,0 0 66-16,0 0 1 16,0 0-51-16,38-105-56 15,-23 105-44-15,3 17-108 16,3 26-25-16,0 20 49 0,0 12-5 15,-3 6-11-15,-5 0-33 16,-2-7-14-16,-7-9-13 16,-1-10-3-16,-3-11-7 15,0-11 8-15,0-16-10 16,-3-9 1-16,-4-8 10 16,-1 0 8-16,-1-18-17 15,2-9-1-15,7-2-1 16,0 1 0-16,0 8-6 15,12 8-3-15,7 12 7 16,-1 0-13-16,-4 21 9 16,-5 18 6-16,-7 7 2 15,-2 3-1-15,0-3 0 16,0-11 0-16,0-7-1 16,4-12-27-16,19-16-148 0,-4-4-461 15,2-15-983-15</inkml:trace>
  <inkml:trace contextRef="#ctx0" brushRef="#br0" timeOffset="66211.02">13504 4146 1416 0,'0'0'563'0,"0"0"-381"16,0 0-28-16,0 0 52 16,31 103-47-16,-18-47-19 15,-3 4-28-15,0-4-41 16,-1-3-35-16,1-11-20 15,-2-8-6-15,1-9-10 16,-3-8 1-16,0-8 0 16,-4-2-1-16,0-7-13 15,-2 0 7-15,0-7 4 16,4-12-7-16,3-8 3 0,9-7 0 16,5 1-3-1,11-2 8-15,3 9 0 0,2 8-1 16,-2 9 2-16,-4 9-8 15,-6 0 2-15,-8 23 5 16,-5 7 1-16,-12 5 15 16,0-2 10-16,-7 3 9 15,-19-3-14-15,-7-3-4 16,-2-4-7-16,-1-8-7 16,5-6-1-16,9-10-1 15,7-2-41-15,6 0-62 16,9-16-87-16,0-1-327 15,11-3-273-15</inkml:trace>
  <inkml:trace contextRef="#ctx0" brushRef="#br0" timeOffset="66407.53">14088 4509 1031 0,'0'0'855'0,"0"0"-616"16,0 0 235-16,0 0-328 15,14 119-67-15,-6-79-34 16,-1 0-30-16,-1-2-5 16,1-4-9-16,-2-4-1 15,-1-7-32-15,7-10-172 16,1-6-446-16,1-7-759 0</inkml:trace>
  <inkml:trace contextRef="#ctx0" brushRef="#br0" timeOffset="66774.39">14447 4354 1378 0,'0'0'380'0,"0"0"-209"0,0 0 59 16,0 0-131-16,0 0-63 15,0 0-17-15,0 0 37 16,-123 107 33-16,119-71 23 16,4-1-53-16,0-3-26 15,11-9-19-15,13-2-2 16,5-7 13-16,3-8 5 15,1-4-5-15,0-2-16 16,-2 0-9-16,-2 0-6 16,-6-2-100-16,-4-6-127 15,6-6-106-15,-4 1-191 16,-3 0-750-16</inkml:trace>
  <inkml:trace contextRef="#ctx0" brushRef="#br0" timeOffset="67210.36">14962 3987 1681 0,'0'0'356'15,"0"0"-169"-15,0 0-5 16,0 0-32-16,-45 101-15 16,34-50-19-16,7-3-21 15,4-9-27-15,0-4-32 0,10-12-21 16,15-8 1 0,4-7-1-16,2-8 0 0,-4 0-9 15,-7 0 1-15,-7-6-6 16,-6 1 8-16,-5 0-8 15,-2 5-1-15,0 0-12 16,-11 0-3-16,-7 22 8 16,1 7-1-16,3 12 8 15,5 6-1-15,7 1 1 16,2-2-2-16,0-3-3 16,20-9 4-16,2-3-4 15,1-9-8-15,-3-5-58 0,5-2-120 16,-10-5-282-16,-1-1-106 15</inkml:trace>
  <inkml:trace contextRef="#ctx0" brushRef="#br0" timeOffset="70130.74">15684 4550 1422 0,'0'0'479'15,"0"0"-218"-15,0 0-33 16,0 0-124-16,0 0-62 0,0 0-7 16,13 0 3-16,-9-4 29 15,1 0 27-15,2 0 0 16,-2 0-12-16,-3-1-19 15,2 4-11-15,-2-2-25 16,0 3-12-16,0 0-15 16,3-1 6-16,2-2-6 15,2 2 6-15,-3-2-5 16,3 2 5-16,-4 1-5 16,2 0 0-16,-3 0-1 15,0 0-1-15,1 0 0 0,-3 13 0 16,-2 6 0-1,0 8 1-15,-15 8 1 0,-19 7 5 16,-13 9-6-16,-55 30-49 16,11-10-180-16,1-10-731 0</inkml:trace>
  <inkml:trace contextRef="#ctx0" brushRef="#br0" timeOffset="79088.25">16515 4030 1517 0,'0'0'366'0,"0"0"-27"15,0 0-55-15,0 0-147 16,0 0-114-16,0 0-10 16,54 111 3-16,-39-53 61 15,-1 2-15-15,-8-8-9 16,-3-4-21-16,-3-7-11 16,0-6-10-16,-9-3-2 15,-9-3-2-15,5-9-6 16,-1-8 4-16,5-8-4 0,3-4 9 15,2 0-1 1,-2-7-3-16,6-2-6 0,0 0-1 16,3 9-8-16,15 0-3 15,6 17 6-15,-1 14 0 16,-6 12 6-16,-5 5 0 16,-8-2 1-16,-4-4-1 15,0-8 0-15,0-10-13 16,0-18-123-16,0-6-239 15,0 0-376-15</inkml:trace>
  <inkml:trace contextRef="#ctx0" brushRef="#br0" timeOffset="79605.17">17126 4200 1026 0,'0'0'352'0,"0"0"-115"16,0 0 1-16,0 0-33 15,0 0-83-15,-118 87-38 0,111-37 14 16,5 6-19-16,2 0 4 16,4-8-22-16,23-11-33 15,7-14-10-15,11-14 6 16,1-9-15-16,1-4 10 16,-5-22-19-16,-11-4 0 15,-10-5-22-15,-13-1-48 16,-8 1 28-16,0-2 35 15,-10 5 7-15,-6 4 16 16,0 9 58-16,5 5 11 16,4 7 27-16,3 7-3 15,0 0-56-15,1 21-46 16,3 6 13-16,0 7-2 0,0 2-2 16,0 0-9-16,0-2-6 15,3-4-1-15,5-2 0 16,1-8 0-16,5-1-61 15,10-5-153-15,-2-6-535 16,1-6-721-16</inkml:trace>
  <inkml:trace contextRef="#ctx0" brushRef="#br0" timeOffset="79786.34">17614 4566 1677 0,'0'0'334'16,"0"0"-92"-16,0 0-15 15,0 0-71-15,0 114-87 0,-2-84-42 16,0 2-17-16,2-4 4 16,0-3-14-16,0-6-19 15,0-7-100 1,24-12-246-16,5 0-162 0,3-12-659 16</inkml:trace>
  <inkml:trace contextRef="#ctx0" brushRef="#br0" timeOffset="80303.63">17987 4238 933 0,'0'0'352'16,"0"0"-40"-16,0 0-45 15,0 0-41-15,0 0-76 16,-114 3-61-16,94 20-39 16,-1 12-5-16,4 8 5 15,5 4 16-15,8 3-14 16,4 0-14-16,0-5-18 16,14-12-5-16,11-10-14 15,6-12 7-15,4-8-8 16,3-3 0-16,-5-4-20 15,-2-16-66-15,-8-5 1 0,-8-9-16 16,-7-2-14 0,-8-6 51-16,0-6 29 0,-12-2 32 15,-8-6 3-15,-2 0 12 16,-1-4 8-16,6 1 20 16,1 5 36-16,3 12 42 15,6 12 31-15,2 14-14 16,5 11-15-16,0 5-53 15,0 17-66-15,7 19 0 16,9 12 17-16,2 6 0 16,-1 4 2-16,2-3 1 15,0-9-9-15,-1-4-12 16,5-10 0-16,1-6-21 16,18-12-181-16,-6-9-539 0,-3-5-1031 15</inkml:trace>
  <inkml:trace contextRef="#ctx0" brushRef="#br0" timeOffset="80679.25">18357 3970 1896 0,'0'0'283'0,"0"0"-188"16,0 0 68-16,0 0-15 15,-67 143-35-15,67-97-54 0,0-5-27 16,0-8-12-16,15-7-7 16,8-10-5-16,2-7-7 15,0-6 10-15,-2-3-10 16,-3 0 2-16,-5-8-3 16,-5-1-7-16,-6 2 0 15,-4 7 6-15,0 0-13 16,0 10-5-16,-8 20 10 15,-2 9 9-15,2 5 0 16,5 4 2-16,3-2 6 16,0-6-8-16,7-5 0 15,11-10 0-15,4-7 0 16,-2-3-7-16,0-8-43 0,2-2-189 16,-4 2-246-16,-5-5-604 15</inkml:trace>
  <inkml:trace contextRef="#ctx0" brushRef="#br0" timeOffset="81011.36">18932 4601 2163 0,'0'0'267'16,"0"0"-151"-16,-87 142-21 16,20-57-58-16,11-13-37 15,5-15-325-15</inkml:trace>
  <inkml:trace contextRef="#ctx0" brushRef="#br0" timeOffset="93438.68">7334 3807 500 0,'0'0'1692'16,"0"0"-1487"-16,0 0-79 16,0 0-9-16,0 0-30 15,0 0-22-15,0 0-33 16,0 0-32-16,0 0 5 16,0 0-5-16,0-2-70 15,8-5-146-15,1-3-550 0</inkml:trace>
  <inkml:trace contextRef="#ctx0" brushRef="#br0" timeOffset="93949.96">10835 3775 2261 0,'0'0'250'0,"0"0"-186"15,0 0-64-15,0 0-236 16,0 0-1165-16</inkml:trace>
  <inkml:trace contextRef="#ctx0" brushRef="#br0" timeOffset="98655.39">5637 3546 861 0,'0'0'183'0,"0"0"-69"0,0 0 60 15,0 0-5-15,0 0-56 16,0 0-20-16,0-17-21 16,0 17-33-16,0 0-26 15,0 0-11-15,0 2 4 16,0 10 1-16,0 5-7 15,0 6 15-15,0 1-9 16,0-2-5-16,0-3 9 16,0-12-10-16,9-7 0 15,18-2-16-15,35-50-26 16,-6 0-208-16,-5-2-411 0</inkml:trace>
  <inkml:trace contextRef="#ctx0" brushRef="#br0" timeOffset="104392.17">19454 3843 1674 0,'0'0'310'16,"0"0"-252"-16,35 150 116 15,-19-65-4-15,1 8-38 16,-6-17-51-16,-1 0-23 0,-4-10-12 16,-1-14-24-1,-5-12-1-15,0-10-6 0,0-7 7 16,0-11-7-16,0-6 5 15,0-6-7-15,-5 0 14 16,-3-4 34-16,-2-20-35 16,3-7-11-16,5-1-14 15,2 5 4-15,0 9-5 16,2 11-2-16,12 7-20 16,4 21 16-16,-2 19 5 15,-5 10 1-15,-7 5 0 16,-4 4 1-16,0-1 5 15,0-8-6-15,-11-1 1 0,-3-9-1 16,3-4-42 0,3-7-102-16,8-4-150 0,0-9-366 15,15-11-600-15</inkml:trace>
  <inkml:trace contextRef="#ctx0" brushRef="#br0" timeOffset="105011.31">20216 4296 758 0,'0'0'395'0,"0"0"-79"16,0 0-19-16,0 0-53 16,0 0-47-16,0 0-56 15,0 0-30-15,-92-33-22 16,70 33-32-16,-5 4-25 15,0 20 12-15,3 10-12 16,2 8-6-16,4 7-7 0,7-2 6 16,9-4-13-1,2-7-10-15,8-8-2 0,21-8 1 16,7-12 7-16,5-6-7 16,-2-2 22-16,-1-4-17 15,-9-14-2-15,-6-3-3 16,-6-2-1-16,-8-5 1 15,-4-8 5-15,-5-2 0 16,0-5-6-16,0 3 7 16,-2 7-6-16,-5 6 8 15,2 9 26-15,3 10 42 16,0 8-6-16,2 0-59 16,0 10-12-16,0 16 0 15,0 8 12-15,2 4 3 16,7 0 4-16,0 1-11 0,0-6-1 15,0-3-7-15,0-2 1 16,-1-5-1-16,1-5-40 16,9 0-87-16,1-6-336 15,-4-6-369-15</inkml:trace>
  <inkml:trace contextRef="#ctx0" brushRef="#br0" timeOffset="105223.21">20588 4630 418 0,'0'0'1342'0,"0"0"-1131"16,0 0 0-16,0 0 7 16,0 0-100-16,0 131-67 15,0-101-36-15,0-5 1 16,-5 0-16-16,1-1-67 15,0-8-274-15,2-8-517 0</inkml:trace>
  <inkml:trace contextRef="#ctx0" brushRef="#br0" timeOffset="105754.82">20874 4157 1813 0,'0'0'245'0,"0"0"-28"16,0 0-28-16,0 0-131 16,0 0 12-16,0 0 26 15,8 152-28-15,-8-98 13 16,0 3-30-16,0-7-29 15,0-4-4-15,0-10-17 16,0-6 5-16,0-12-5 16,2-5 5-16,1-10-5 0,-1-3 5 15,-2 0 14-15,4-6 71 16,0-14-37-16,8-4-47 16,5-6-2-16,8 0-5 15,6 2 0-15,7 1-2 16,3 8 2-16,-1 4-2 15,-5 11 1-15,-4 4-10 16,-6 3 1-16,-5 16 9 16,-5 5-4-16,-7 5 5 15,-6-1 1-15,-2-2 10 16,-2-2-2-16,-21 0 18 16,-6-4 1-16,-4-5-2 15,0 0-13-15,1-7-12 16,6-6 10-16,5-2-10 15,6 0 7-15,6 0-8 0,4-2-34 16,5-6-46-16,9-2-47 16,13 0-140-16,7 0-533 0</inkml:trace>
  <inkml:trace contextRef="#ctx0" brushRef="#br0" timeOffset="106012.24">21622 4538 1729 0,'0'0'381'0,"0"0"-265"0,0 0 101 16,0 0-21-1,0 0-49-15,0 133-75 0,-4-101-20 16,-3-3-29-16,-1 0-14 15,-2-6 0-15,4-2-9 16,-1-5-33-16,3-6-109 16,4-10-156-16,0 0-304 15,6 0-433-15</inkml:trace>
  <inkml:trace contextRef="#ctx0" brushRef="#br0" timeOffset="108789.16">22095 4257 750 0,'0'0'300'15,"0"0"-80"-15,0 0-6 16,0 0-78-16,0 0-61 16,0 0-32-16,0 0-8 15,7-7-2-15,-7 7 43 16,0 0 23-16,2-1 36 15,-2-1-21-15,0 0-46 16,0 2 19-16,0-2 10 0,0 0-22 16,-2-1-43-16,-14 3-16 15,-2 0-15-15,-4 0 5 16,-3 0-6-16,1 9 6 16,-1 8-3-16,5 6-3 15,3 7 0-15,3 7 0 16,10 0 0-16,4-1 1 15,0 0-1-15,2-6 0 16,18-7 5-16,5-5-4 16,8-10-1-16,9-4 9 15,5-4-9-15,4 0-29 16,9-10-200-16,-13-5-297 16,-9 0-579-16</inkml:trace>
  <inkml:trace contextRef="#ctx0" brushRef="#br0" timeOffset="109149.86">22505 3944 1403 0,'0'0'390'15,"0"0"-198"-15,0 0-97 16,0 0 9-16,-42 116 29 15,29-58-61-15,7-1-41 16,6-6-11-16,0-7-9 0,10-11-9 16,10-8 10-16,2-11-12 15,3-7 7-15,-3-7 2 16,-4 0-9-16,-4-2-15 16,-8-10-5-16,-6 2 14 15,0 6 5-15,-4 4 0 16,-15 4-8-16,-1 25 9 15,-2 6 9-15,6 11-3 16,6 2-6-16,10 5 0 16,0-3 0-16,6-2-13 15,32 4-152-15,-5-12-127 16,-2-10-532-16</inkml:trace>
  <inkml:trace contextRef="#ctx0" brushRef="#br0" timeOffset="109660.52">23020 4567 1606 0,'0'0'548'0,"0"0"-289"16,0 0-58-16,0 0-117 15,0 0-76-15,0 0 1 16,0 0 49-16,-29 119 23 16,0-73-32-16,-9 4-25 15,-10 1-24-15,-37 23-23 16,10-14-248-16,4-7-1057 0</inkml:trace>
  <inkml:trace contextRef="#ctx0" brushRef="#br0" timeOffset="112117.46">23684 4000 1355 0,'0'0'320'15,"0"0"-247"-15,0 0-19 16,23 134 42-16,-15-63-30 16,-3 1-13-16,0-4-12 15,-5-8-7-15,0-7-12 16,0-9 28-16,-8-10 31 15,-7-8-14-15,-3-10-24 0,5-7-20 16,1-6-2 0,6-3-2-16,-1 0 1 0,7-15 15 15,0-5-11-15,0 3-17 16,7 0-7-16,7 12-9 16,3 5-6-16,-1 5 6 15,-1 22 3-15,-3 7 6 16,-10 8 1-16,-2 2 9 15,0-2-9-15,0-2 0 16,0-6-1-16,0-9-280 16,0-15-558-16</inkml:trace>
  <inkml:trace contextRef="#ctx0" brushRef="#br0" timeOffset="112681.07">24331 4480 818 0,'0'0'370'0,"0"0"-83"0,0 0-40 15,0 0-90 1,0 0-63-16,0 0-53 0,-130 29-18 16,111 8-10-16,1 4-1 15,5 4 5-15,5-3 19 16,8-6-14-16,0-8-10 16,21-12-8-16,10-9 3 15,2-7 5-15,7 0 27 16,-1-15-25-16,-6-7-14 15,-6-4-15-15,-8-1-42 16,-5-8 8-16,-10-1 28 16,-4-9 20-16,0-3 1 15,0-6 1-15,-16-6 11 0,1-2 23 16,-3 1 43 0,5 0 24-16,-1 5 20 0,8 8 23 15,1 11 1 1,5 14-37-16,0 12-34 0,0 11-29 15,0 16-44-15,11 25-2 16,1 13 9-16,-6 8 0 16,-4 4-3-16,1-2-5 15,-3-6 5-15,4-7-6 16,3-9 0-16,2-13-47 16,18-10-101-16,0-12-221 15,-1-7-508-15</inkml:trace>
  <inkml:trace contextRef="#ctx0" brushRef="#br0" timeOffset="113071.17">24654 4211 1555 0,'0'0'195'16,"0"0"-35"-16,0 0 49 15,-40 140-86-15,36-91-23 16,4-1-3-16,0-11-54 16,4-6-9-16,13-11-24 15,6-13 1-15,4-7 8 16,0 0-4-16,-3-7-8 0,-2-13 5 16,-8 0-3-1,-10-1-7-15,-2 7 8 0,-2 9 0 16,0 5 19-16,-4 5-29 15,-12 23 0-15,-1 15 0 16,0 5 24-16,9 6-12 16,4-4 0-16,4-4-11 15,0-6 0-15,12-5 5 16,7-7-5-16,-1-3-2 16,-1 1-9-16,1-1-63 15,0 5-121-15,-4-7-154 16,-4-4-330-16</inkml:trace>
  <inkml:trace contextRef="#ctx0" brushRef="#br0" timeOffset="117110.96">7407 5235 189 0,'0'0'876'0,"0"0"-774"0,0 0-62 16,0 0-20-16,0 0-11 16,0 0 4-16,0-10 36 15,0 10 117-15,0 0 80 16,0 0 35-16,0 0-42 15,0 0-80-15,0 0-51 16,0 0-50-16,2 0-30 16,2 0-26-16,1 0 11 15,4 0 1-15,2 0 26 16,2 6-4-16,5 3 5 16,3 0-6-16,0 1-3 15,4 2-8-15,4 1-9 16,2-1 5-16,0-4-14 0,1 0 4 15,3 0-8 1,6 1 7-16,7 2-3 0,10 0 26 16,10 4 36-16,12 1-41 15,7 0-5-15,11 0-13 16,3-2 10-16,5-1-5 16,1-4-8-16,2 1-6 15,1 0 6-15,-6 2-5 16,-1 2 5-16,-5 3 0 15,-4 0-6-15,-3 1 10 16,-2-2-9-16,0-2 0 16,-1-1-1-16,1-1 8 0,-2 0-8 15,-1-3 9 1,1-1 0-16,0 1-1 0,0-1-2 16,2-3-6-16,21 0 0 15,23-3-1-15,25-2 1 16,10 0-1-16,-10 0 1 15,-20 0-1-15,-20 0 1 16,-17 0 1-16,-17 0 0 16,-16 2 4-16,-4-2-4 15,14 0-1-15,13 0 0 16,12 0 7-16,-1-10-7 16,0-4 0-16,-3-1 0 15,-5 1-1-15,-7 0 0 16,-5 2 2-16,-8-1-2 15,-3 1 1-15,-7-5 0 0,-1 0 0 16,-3-4 1-16,-4 1 0 16,-9 3-1-16,-5 3 1 15,-11 3 0-15,-6 5-2 16,-5 4 1-16,-2 0 0 16,2-2 0-16,3 0 0 15,5-6 1-15,10-2 0 16,11-4 0-16,7-2 0 15,6-2-1-15,-2 0 1 16,-8 4-1-16,-13 6 0 16,-12-1 0-16,-8 6 0 15,-6-3 1-15,0 0 5 16,3-5-5-16,2 1-1 0,1 0 0 16,-3 0 1-1,-1 2-1-15,-1 2 1 0,-1-1-1 16,-1 0 1-16,3-1-1 15,3 1 0-15,2-7 0 16,4 5 1-16,1-4-2 16,-2 2 1-16,-2 1 0 15,-5 5 0-15,-5 0 0 16,-3 5-1-16,-6 0 1 16,-2 2 0-16,0 0-1 15,0 0 1-15,0 0-2 16,0 0 1-16,-8 11-17 15,-7 6 18-15,-5 7 0 0,-3 5 0 16,0 0 0 0,2-3 1-16,3-3-1 0,5-7 0 15,4-6 0-15,5-2 1 16,2-7 6-16,2-1-7 16,0 0 11-16,0 0-4 15,0 0 7-15,0 0 11 16,0-14 13-16,0-7-26 15,0-6-11-15,0-4 7 16,-3-1-7-16,-2-1-1 16,1 8 1-16,-5 2 8 15,5 7 3-15,0 6 5 16,-1 4 2-16,5 3-1 16,0 3-18-16,0 0-5 0,0 0-7 15,0 15-2-15,5 3 13 16,8 4 2-16,3 0-2 15,-1 0 2-15,5-5-1 16,2-1 0-16,0-7 0 16,-3-2 1-16,-6-4 0 15,-5-1-1-15,-5-2 0 16,-3 2 7-16,0-2-6 16,0 0 5-16,0 2-6 15,-13 1 0-15,-6 2 0 16,2 2 0-16,1-2 1 15,5 0-1-15,5-4-1 16,1 2-6-16,5-3 5 0,0 0-14 16,5 0 0-16,12 0 10 15,3 0 6-15,-1 0-1 16,-4 0-10-16,-4 0 10 16,-6 0-13-16,-3 0 4 15,-2 0 1-15,0 0 8 16,0 0 1-16,0 0 0 15,0 0 0-15,-10 1-49 16,-3 3-149-16,-3 0-678 0</inkml:trace>
  <inkml:trace contextRef="#ctx0" brushRef="#br0" timeOffset="118266.86">7262 5249 1219 0,'0'0'326'0,"0"0"-179"16,0 0-110-16,0 0 30 16,0 0 79-16,0 0-8 15,85 117-38-15,-72-88-7 16,-2-8-26-16,-2-7-38 15,-2-3-14-15,0-10-9 16,-5-1 13-16,0 0 1 16,1-8 18-16,-1-14-20 15,-2-4-4-15,0-6-6 16,0 2 22-16,0-1-8 16,-12 9 20-16,1 5 18 0,2 5-4 15,3 3 14 1,4 7-10-16,-1 0-12 0,3 2-29 15,0 0-19-15,7 0-7 16,17 0 7-16,10 0 6 16,4 0-6-16,0 0 12 15,-3 0-12-15,-2 0 1 16,-8-1 0-16,-7 1-1 16,-9 0-6-16,-5 10 5 15,-4 8 0-15,0 4 1 16,-8 2 0-16,-8-2 0 15,0 2 6-15,-4 0-6 16,-5-1 0-16,4 0 0 16,-4-3 1-16,5-5-1 15,7-4 0-15,3-8 1 0,10-3 1 16,0-5 11 0,0-16-13-16,16-8-7 0,-1 0 5 15,-1 4 2-15,-5 4 0 16,-7 6 1-16,-2 5 5 15,0 2-6-15,0 4 0 16,-6 2-9-16,-3 2 8 16,-1 0-57-16,-5 4-84 15,2 10-162-15,-1 4-344 0</inkml:trace>
  <inkml:trace contextRef="#ctx0" brushRef="#br0" timeOffset="129779.34">7322 3793 902 0,'0'0'305'15,"0"0"-60"-15,0 0-95 16,0 0-61-16,0 0-51 16,0 0-22-16,0 0-10 15,0 0 1-15,2 0 3 16,-2 3 81-16,0-3 36 15,0 0 38-15,0 2-22 16,0-2-32-16,0 0-25 16,0 0-31-16,2 0-15 15,-2 0-16-15,3 0 9 0,0 0 3 16,3 0 4-16,7-5 8 16,3-10-19-16,8-9-6 15,3 0-13-15,2-3 4 16,0 5-8-16,-2 3 10 15,0 2-7-15,-5 1 5 16,3 2-7-16,4-2 0 16,2-2-1-16,9-4-4 15,8-3-1-15,4 0 5 16,6-3 1-16,2 2-6 16,2 1 10-16,1 0 16 15,-1 1-3-15,5-5-6 16,7 1-8-16,7-5 14 0,7-4-3 15,24-9 7-15,24-3-10 16,22-6-6-16,-13 8-6 16,-26 11 0-16,-33 12 3 15,-17 4-1-15,29-6 5 16,36-6-13-16,40-6 9 16,11 2 0-16,-9 6 5 15,-7 4-1-15,-14 4 13 16,0 0-2-16,8 2-8 15,-1 0-1-15,6-3-9 16,6 1 11-16,9-2-8 16,6 1 0-16,2 0 1 15,-3 2 0-15,-8 0-2 16,-6 3-7-16,-2 4 5 16,-7 4-6-16,-5 2 6 0,-3 4-5 15,-3 3 6-15,-1 1-5 16,-3 0 4-16,-8 0 1 15,-6 0-6-15,-5 1-1 16,1 7 0-16,0 0 0 16,-1-2 0-16,0 3 0 15,-5-4 0-15,-20 6-1 16,-16-1 1-16,-22-1 0 16,-3 5 0-16,11 2 1 15,7 7 0-15,8 0 0 16,-3 5 6-16,-2 0-7 15,1 3 0-15,2-4 0 0,7 0-2 16,0-1 1 0,-2 1 0-16,-10 0 0 0,-6 1 0 15,-11 1 1-15,-5 1 0 16,-4-2-1-16,-4-1 1 16,0 2 0-16,-6-2 0 15,-1-2 6-15,-9 3-5 16,-2 2-1-16,-7 0 0 15,-3 4 0-15,-1 1 0 16,0-2-5-16,0 2 5 16,-2-6 0-16,2 1 1 15,-2-3-1-15,-6-4-1 16,-1-5-1-16,-5-1 1 0,-4-7 1 16,-3-2-5-16,-4-4 5 15,3-4 1-15,-3 0 0 16,0 0 6-16,0 0-5 15,0 0 4-15,0 0-5 16,0 0 4-16,0 0-4 16,0 0-2-16,0 0 1 15,0 0-1-15,0 0-19 16,0 0-5-16,0 0-2 16,0 0-3-16,0 0-6 15,0-4 8-15,0-4 7 16,0-4 3-16,0-3 12 15,0 4-1-15,0 0 7 16,0 4 2-16,2 2 5 16,-2 2-5-16,0 3 11 0,0 0-11 15,0 0-2-15,0 0-1 16,0 0-22-16,0 8 11 16,-9 7 8-16,-5 6 4 15,-1-1 1-15,1 0 10 16,3-4-5-16,7-6-5 15,-1-4 0-15,5-4-1 16,0-2 15-16,0 0 0 16,0 0 11-16,0-14-2 15,0-4-14-15,0 0-8 16,0-3-1-16,0 6 1 16,0 1-1-16,0 4 0 0,0 3-1 15,0 3 0-15,3 4 0 16,1 0-11-1,5 0-5-15,4 0 14 0,7 11 2 16,5 0 0-16,6 2 1 16,-2-3 0-16,-2 0 6 15,-4-4-7-15,-13-3-1 16,-5 4-8-16,-5-3 3 16,0 2 6-16,-15 2 0 15,-8-1 9-15,-2-2-8 16,1 1 9-16,3-5-9 15,6 4 3-15,-1-5-4 16,3 2-1-16,2 0 0 16,-5 2 0-16,-1-3-8 15,-6 2-68-15,-22-3-72 0,5 0-116 16,3 0-526-16</inkml:trace>
  <inkml:trace contextRef="#ctx0" brushRef="#br0" timeOffset="138969.28">11324 3774 1079 0,'0'0'245'15,"0"0"19"-15,0 0-81 16,0 0-109-16,0 0-45 16,16-8 37-16,-3-2 51 15,5 0 3-15,-1-2-21 16,-1-1-12-16,1 4-26 15,0-2 0-15,0 1-12 0,5-1-23 16,7-2 3-16,9-4-7 16,7 0-3-16,9-1-5 15,1-2 4-15,5 0 0 16,0 2 8-16,-2 0 0 16,-2 4-11-16,-4 3-5 15,-2 4-9-15,-2 2 6 16,3 3-7-16,2 1 2 15,7-1-1-15,8 2 0 16,5 0 0-16,7 0 0 16,2 0 0-16,3 10-1 15,0 4 2-15,4 2-1 16,1 2 0-16,-1 2 0 16,0 0 0-16,-2 2 1 15,-10 0-1-15,-10 1 0 0,-15-4 0 16,-17-1 0-16,-10 0-1 15,-14-4 0-15,-4-3 0 16,-5-1 1-16,-2-5 5 16,0 0 18-16,0-3-6 15,0 0-8-15,0-2-2 16,0 1-8-16,3-1 6 16,-3 0-6-16,0 0 6 15,0 0-5-15,0 0 8 16,0 0-8-16,0 0 0 0,0 0 0 15,0 0-1 1,0 0 1-16,0 0 0 0,0 0 11 16,0 0-12-16,0 0 2 15,0 0-2-15,0 0 0 16,0 0-34-16,0 0-21 16,0 0 10-16,0 0 17 15,0 0 20-15,0 0 8 16,2 0 0-16,2 0 1 15,-2-1 0-15,0-3 0 16,0 1 0-16,-2 1 6 16,0 2 16-16,0 0-14 15,0 0-9-15,0 7-1 0,-8 9 1 16,-3 0 10 0,-1 0-1-16,1-3-2 0,5-1-6 15,4-7 0-15,-1-4 1 16,3-1 5-16,0 0 13 15,0 0 7-15,0-6-8 16,0-9-11-16,0 5 1 16,0 0 2-16,0 6 13 15,0 4 11-15,0 0-19 16,0 0-16-16,0 0-10 16,0 0 10-16,5 0-6 15,-3 0 6-15,2 0 1 16,-4 2-1-16,0 5-36 15,-18 0-301-15,-6 1-928 0</inkml:trace>
  <inkml:trace contextRef="#ctx0" brushRef="#br0" timeOffset="139682.07">11361 3756 851 0,'0'0'681'16,"0"0"-439"-16,0 0 20 15,0 0-183-15,0 0-52 16,0 0 47-16,0 0-2 15,41 68-42-15,-35-54-8 16,-3-2 9-16,-1-6 4 16,-2 1 1-16,0-7-12 15,0 0 1-15,0 0 49 16,0 0 17-16,0 0 0 16,-7-13-57-16,-2 3-17 15,2 0 19-15,3 4 16 0,2 4-12 16,0 2-14-16,2 0-22 15,-3 0-4-15,1 6-10 16,-4 8 9-16,-4 4 1 16,-3 2 1-16,-1 0 0 15,1 1-1-15,-1-7-11 16,6 1-60-16,-1-3-91 16,7-7-139-16,2-2-182 15,0-1-254-15</inkml:trace>
  <inkml:trace contextRef="#ctx0" brushRef="#br0" timeOffset="149209.57">11243 3834 227 0,'0'0'616'15,"0"0"-369"-15,0 0-44 0,0 0-76 16,0 0 4-16,0 0-39 16,5 0-49-16,-5 0-22 15,2 0-8-15,-2 0 38 16,0 0 59-16,3 0 14 16,-3 0 5-16,0 0-12 15,0 0-31-15,0 0-11 16,0 0-27-16,0 0-7 15,0 0-17-15,0 0-4 16,2 0-1-16,-2 0 2 16,2-3-2-16,0 0-8 15,0-1 6-15,0 0 0 16,1 0 4-16,-3 2-12 0,2-2 0 16,2-1-2-16,0 2-6 15,4-3 8-15,-2-2-8 16,3 0 0-16,-1-1 0 15,0 4 8-15,-4-2-8 16,-2 5 17-16,1 1-6 16,-3 1 2-16,0 0-1 15,2 0-3-15,-2-2 7 16,2 0-11-16,2-1 0 16,1 0-6-16,-2 0 6 15,1-1-6-15,-4 3 7 16,2 1 4-16,-2 0 1 15,0 0 3-15,2-3-8 16,3 2 5-16,1-3-11 16,4-5 1-16,0 1-2 0,1 1 1 15,1-1 1-15,-3 1 0 16,-1 1-1-16,4 1 0 16,-3-2 13-16,1 0-13 15,2-2 13-15,5-3-7 16,4 0-1-16,4-3-5 15,1 1 0-15,2-1 0 16,2 3 0-16,-6-2 4 16,1 4-4-16,-3-2-1 15,1 2 0-15,-6 0 1 16,-1 0-1-16,-1 1 1 16,4 2 0-16,-2 0 0 0,3-2 0 15,7 1-1-15,7-4 0 16,8-2 0-16,9-4 0 15,11-4 1-15,5 1-1 16,0 0 0-16,-4 5 0 16,-6 0 1-16,-7 4-1 15,-3 2 0-15,-1-1 0 16,1 0 1-16,6-1-1 16,13-3 1-16,7-1-1 15,7 2 1-15,8 1 1 16,0 2 4-16,-3 1-6 15,-7 5 1-15,-3-1 0 16,0 5 0-16,-2-3 0 0,3 2 0 16,1-2 0-16,6 1 0 15,0 3-1-15,-3 0 0 16,-2 0 0-16,-7 0 0 16,-6 5 0-16,-5 4 0 15,-4 2 0-15,2 1 0 16,0 0 0-16,6 0 0 15,5-2 0-15,5 2 1 16,4 0 0-16,2 0-1 16,1 2 0-16,-6 3 1 15,-6-2-1-15,-6 2 0 16,-8-2 1-16,-5 1-1 16,1 1 0-16,-2-6 0 15,4 3 0-15,1-1 6 16,4 2-6-16,-5 2 0 0,3 0-6 15,-5 4 6 1,1 2 0-16,1-4 0 0,5 1 0 16,2-2-1-16,8-3 2 15,0-2-1-15,6 0 0 16,-2 2 0-16,-6 2 4 16,-6 3-4-16,-9-1 0 15,-10 1-1-15,-12 1 1 16,-8-4-2-16,-2 2 1 15,-3-1 0-15,1-2 0 16,6 1 1-16,6 0 0 16,2 0 1-16,4 4-1 0,5-1 2 15,1 4-2-15,1-2 1 16,-2 0-1-16,-9-3 0 16,-6-6 0-16,-7-3 1 15,-12-6-1-15,-1-2 0 16,-3 0 6-16,-2-2 0 15,0 0 7-15,2 0 14 16,-2 0-8-16,0 0-7 16,0 0-10-16,0 0 6 15,0 0-7-15,0 0-2 16,0 0 1-16,0-6-6 16,0 2-6-16,0-4-7 15,0-4-4-15,0-1-4 0,0-4 2 16,4 2-1-1,2 6 19-15,-4 1 7 0,-2 4 0 16,0 2-6-16,0 2 6 16,0 0-8-16,0 0-8 15,-2 9 1-15,-10 8 14 16,-3 7 1-16,1-2-1 16,1 0 1-16,2-5 9 15,4-8-2-15,4-3-6 16,1-6 7-16,2 0 5 15,0 0 5-15,0-4 18 16,0-14-7-16,2-5-19 16,10-3-9-16,-3 3 0 15,-1 3 0-15,-1 5 10 16,-2 8-2-16,-3 3 3 0,0 4-11 16,1 0-1-16,3 0-8 15,3 11 1-15,5 4 7 16,3 3 0-16,-1 2 1 15,-1-2 0-15,-3-2 0 16,-6-2 0-16,-1-1-1 16,-5-6-1-16,0 1 1 15,0-4 7-15,0 0-7 16,-3-2 1-16,-3-2 0 16,-6 4-1-16,-5 1 0 0,-6 0-44 15,-6 4-62 1,-15 3-167-16,3-4-383 15,2 0-961-15</inkml:trace>
  <inkml:trace contextRef="#ctx0" brushRef="#br0" timeOffset="172491.45">19779 3601 317 0,'0'0'87'0,"0"0"-50"16,0 0 28-16,0 0 46 16,31 3-23-16,-22-3-29 15,2 0-14-15,3 1 6 16,-1-1 18-16,5 0-14 16,3 0 7-16,6 0-16 15,5 0-27-15,1 0-1 16,1-1 8-16,2-2-6 0,-3 1-10 15,-2 2 0 1,0 0 3-16,-2-2 22 0,0 2 8 16,-2 0 14-16,4-2 11 15,1-1 15-15,1 3-28 16,3-3-17-16,-1 1-6 16,3 0-13-16,0 2-5 15,0-2-5-15,-3 0 1 16,-1 1-4-16,-3-2 3 15,-4 1 0-15,-5 0-9 16,-4 0 15-16,-2 0-14 16,-3 0 10-16,-2 1 19 15,-2-5 8-15,-2 5-5 16,-3-3 15-16,1 0 4 16,-3-1-11-16,0 0-16 0,1-2-16 15,-1-4 7-15,0 1-16 16,-2-3 6-16,2 1 4 15,0 0-10-15,0-1 6 16,3-1 3-16,-1 0 8 16,3 0-2-16,0-2 1 15,2 0-10-15,-1-1 6 16,2 4-11-16,1-1 0 16,-5 2 0-16,4 2 0 15,-4 1 0-15,1 4-1 16,-3-2 6-16,2 3-6 15,0 0 0-15,-2 2 0 16,0 1 0-16,1-2-1 0,-1 3 0 16,0 0 0-16,2 0-7 15,-4 0-1-15,-2 0-1 16,2 0 9-16,-2 0-8 16,0 0 7-16,0 0 1 15,0 0 0-15,0 6-8 16,0-2 9-16,0 3 0 15,0 1 1-15,0 0 0 16,0 2 0-16,-4 0 0 16,-2 1 0-16,4 0 6 15,2-2-7-15,0 0 1 16,0-1-1-16,0-1 0 16,0 2 0-16,0 3 1 15,0 1 0-15,0-2-1 0,2 1 1 16,4 0 0-16,0-1 0 15,-2-2 0-15,3-1-1 16,1-2 0-16,4 0 0 16,-1-4 6-16,3 2-6 15,1-2 1-15,-1-1 0 16,1 2 1-16,-2 0-2 16,3-2 2-16,2-1-2 15,2 0 2-15,0 2-1 16,5-2-1-16,0 2 1 15,3 0 0-15,1 0 0 0,2 0 0 16,3 1-1 0,2-3 0-16,3 0 1 0,1 0 0 15,7 0 0-15,0 0 5 16,2 0-6-16,-4 0 1 16,-3 0-1-16,-6 0 0 15,-5 0 0-15,-4 0 0 16,0 0 0-16,0 0 0 15,2 3 0-15,0-3 0 16,4 2 1-16,0-2-1 16,3 0 1-16,-1 0 0 15,3 0 0-15,-2 0-1 16,0 0 0-16,-1 0 1 16,-1 0-1-16,-5 0 1 15,-7 0-1-15,-4 0 0 0,-9 2 0 16,-2 0 0-1,-5 1-9-15,0 2 8 0,0 4 1 16,0 8-1-16,0 5 0 16,3 3 1-16,2 1 0 15,-3 5 0-15,3-4 0 16,-3-5 0-16,1-5 0 16,-1-2 0-16,1-7 1 15,-5-4 0-15,2-4 0 16,-2 0 6-16,0 0 9 15,0 0 14-15,2-4-21 16,-2-14-9-16,0 0-93 0,0 0-299 16</inkml:trace>
  <inkml:trace contextRef="#ctx0" brushRef="#br0" timeOffset="195409.26">25310 4694 1292 0,'0'0'606'0,"0"0"-133"16,0 0-207-16,0 0-62 16,0 0-65-16,0 0-30 15,37 26-40-15,-37-22-25 16,0 2-20-16,0-2-9 16,0 2-6-16,0 0-2 15,0-2 8-15,-6-2-7 16,1-2 7-16,0 0-2 15,1 0 8-15,4 0-3 0,0-10 0 16,0-2-17 0,0 4 11-16,0 0-5 0,12 6-7 15,-2 2-1-15,-1 0-13 16,-2 0 14-16,-4 0-12 16,-3 2 4-16,0 4 7 15,0 3 1-15,-10-2 10 16,-5 3 2-16,-1-4-4 15,3-2-7-15,-1-4 13 16,5 0-8-16,3 0 9 16,4-10-8-16,0-7-7 15,2-6-1-15,0 3-7 0,12 0 8 16,9 6 0-16,-1 4-1 16,-2 8 1-16,-2 2 0 15,-6 0-14-15,-3 14 14 16,-7 6 0-16,0 4 8 15,-7 4 10-15,-17 0 7 16,-5 0-11-16,-3 0-13 16,1-4-1-16,2 0-12 15,8-3-102-15,-4 3-112 16,7-6-259-16,7-7-1059 0</inkml:trace>
  <inkml:trace contextRef="#ctx0" brushRef="#br0" timeOffset="-157625.42">7216 3942 538 0,'0'0'609'15,"0"0"-507"-15,0 0-36 16,0 0-16-16,0 0-26 15,0 0-11-15,6 0-13 16,3 0-18-16,-1 0-82 16,0-7-208-16</inkml:trace>
  <inkml:trace contextRef="#ctx0" brushRef="#br0" timeOffset="-155276.98">17556 3817 819 0,'0'0'216'0,"0"0"-70"16,0 0 52-16,0 0-41 15,0 0-65-15,0 0-62 16,0 0-30-16,0 7-7 15,0-1-207-15,-4-2-705 0</inkml:trace>
  <inkml:trace contextRef="#ctx0" brushRef="#br0" timeOffset="-149247.34">25026 3830 1318 0,'0'0'297'0,"0"0"-84"16,0 0 46-16,0 0-121 15,0 0-58-15,0 0 19 16,0 0-12-16,94-45-13 15,-79 44-1-15,4 1 13 16,-6 0-23-16,-3 0-24 0,2 1-12 16,-5 10-8-16,-3 0 6 15,0 4-4-15,-4 3-4 16,0 5 2-16,0-2 2 16,0 4-7-16,0 1 4 15,0 6 3-15,-4-3-6 16,-3 5 2-16,1 2-9 15,0 1 11-15,-4-1-4 16,3 2 3-16,-1-2-6 16,-2-2-1-16,4 3-4 15,-1-4-1-15,3-1-4 16,2-2-1-16,0-2 10 16,2-1-11-16,0-5 8 15,0-4-1-15,0-3 4 16,0 0-10-16,0-3 8 0,0 0-9 15,6-2 0-15,3 0 9 16,3-3-8-16,-2 2 13 16,3-6-13-16,1 0 10 15,-3-3-5-15,3 0 6 16,-5 0 1-16,-3 0 7 16,0-10 1-16,-3 0-11 15,-3-1-9-15,0 1 0 16,0 2 6-16,0 1-7 15,0 0 8-15,0 4-8 16,-5-2 6-16,3 2-5 16,2 0 1-16,-2 3-2 15,2 0 0-15,-2 0-12 0,0 0-9 16,-5 9 11-16,-2 5 9 16,-2 6 1-16,-2 1 0 15,1 4 1-15,3 1 0 16,1 0 0-16,0-1 4 15,4 2-5-15,0-1 0 16,4 2 0-16,0 2 5 16,0 2-5-16,0 0 1 15,0 1-1-15,0-1 0 16,0-1 0-16,0 1 0 16,2 3 1-16,8-1-1 15,-2 1 0-15,1 0-1 0,-7 0 1 16,-2-1 0-16,0-3 1 15,0-1 0-15,-13-4-1 16,-5-1 6-16,-2-5-6 16,0-2 3-16,-5-4 4 15,1-2 5-15,-1-7-3 16,-1 0 5-16,1-5 10 16,1 0 7-16,1 0-4 15,4-5-10-15,0-4-2 16,3-1-14-16,5 0 6 15,3 2-7-15,-2 1-18 16,-1 2-85-16,-11 3-80 16,0 2-122-16,0 0-526 0</inkml:trace>
  <inkml:trace contextRef="#ctx0" brushRef="#br0" timeOffset="-89586.84">2329 6779 310 0,'0'0'96'0,"0"0"-63"15,0 0-10-15,0 0-17 16,0 0 2-16,0 0-8 16,0 111 1-16,0-94 1 15,-2 3 5-15,-8 6-6 16,4-3-1-16,0-5-10 0</inkml:trace>
  <inkml:trace contextRef="#ctx0" brushRef="#br0" timeOffset="-88641.94">2144 6287 1585 0,'0'0'244'16,"0"0"15"-16,0 0 88 16,0 0-92-16,0 0-64 15,11-103-76-15,-9 103-75 16,5 14-16-16,2 24-17 16,2 36 74-16,-2 39-3 15,-9 27 2-15,0 8-13 0,-5-10-6 16,-10-34-17-16,1-32-13 15,6-17 17-15,3-8-19 16,-2 3-2-16,1 0-21 16,-1 0 6-16,3-12 3 15,-1-13 1-15,3-5-14 16,0-11 4-16,2-3-5 16,0-4 0-16,0-2 11 15,0 0-11-15,0 0 19 16,0 0-20-16,0 0 6 15,0 0-5-15,2 0 5 16,13 0-5-16,8 0 18 0,4 0 17 16,2 0-15-16,0 0-7 15,-2 0-13-15,-6 0 5 16,2 0-5-16,-5-2-1 16,-5 2-10-16,1 0-28 15,-3 0-41-15,4-1-37 16,3-4-28-16,7-4-55 15,35-18-48-15,-4 1-361 16,-3 0-571-16</inkml:trace>
  <inkml:trace contextRef="#ctx0" brushRef="#br0" timeOffset="-88327.27">3067 6798 1765 0,'0'0'508'0,"0"0"-340"15,0 0 131-15,0 0-160 16,0 0-81-16,0 0-34 15,0 0 10-15,104 2-11 16,-59-2-11-16,-3 0-6 16,-1-2 1-16,-10 0-7 15,-2 2-21-15,-9 0-62 0,-2 0-142 16,-10 0-268-16,-3 4-83 16,-5 1-941-16</inkml:trace>
  <inkml:trace contextRef="#ctx0" brushRef="#br0" timeOffset="-88116.69">3049 7092 1015 0,'0'0'694'16,"0"0"-565"-16,0 0 188 16,0 0-51-16,0 0-124 15,0 0 6-15,0 0-39 16,118 30-35-16,-73-30-23 0,-7 0-37 15,-7-2-13 1,-7 2-1-16,-3 0 0 0,8 0-145 16,-8 0-346-16,0 0-280 0</inkml:trace>
  <inkml:trace contextRef="#ctx0" brushRef="#br0" timeOffset="-84941.53">4157 6324 1733 0,'0'0'346'15,"0"0"-115"-15,0 0 73 0,0 0-80 16,0 0-138-16,0 0-44 16,0 0 17-16,73 68 36 15,-59-6-11-15,-5 9-6 16,-5 5-21-16,-4 0-3 16,0 1-17-16,0-6-10 15,-11-6 2-15,-5-5-19 16,1-10 5-16,1-8-9 15,1-12 2-15,2-7-7 16,2-12 6-16,0-9-1 16,-2-2 8-16,-5-4 4 15,1-16-17-15,-1-5 14 16,7-6-15-16,7-1 0 0,2 6-7 16,9 9-1-16,18 8-5 15,6 9-4-15,3 4 7 16,-5 26-2-16,-4 12 12 15,-11 8-4-15,-10 7 3 16,-6 1 2-16,0 0-1 16,-22-5 1-16,-3-2-1 15,0-5-52-15,4-7-59 16,2-7-52-16,13-6-54 16,6-10-312-16,15-9-229 15,10-4-607-15</inkml:trace>
  <inkml:trace contextRef="#ctx0" brushRef="#br0" timeOffset="-84468.08">5079 6527 1829 0,'0'0'315'16,"0"0"-191"-16,0 0 36 16,0 0 24-16,23 122-62 0,-21-68-16 15,-2-3-10-15,0-5-24 16,0-6-36-16,-4-8-22 15,-3-9 4-15,3-9-16 16,-1-5 8-16,0-9-8 16,3 0 14-16,2-2 5 15,0-16-12-15,0 0-9 16,0-1 0-16,7 10-1 16,4 9-8-16,0 0 8 15,1 22-11-15,-1 18 12 16,-7 8 7-16,-2 8 17 15,-2 0-9-15,0-2-7 16,0-7-7-16,0-11-1 0,0-9 0 16,0-8-1-16,0-9-44 15,40-10-69-15,-3 0-117 16,2-4-494-16</inkml:trace>
  <inkml:trace contextRef="#ctx0" brushRef="#br0" timeOffset="-83987.33">5760 6752 1515 0,'0'0'281'0,"0"0"-44"15,0 0 112-15,0 0-174 16,-118 32-98-16,93 9 4 16,2 12 26-16,6 7-29 15,5-2-35-15,12-4-22 16,0-5-12-16,19-12-9 16,10-10 8-16,6-12-8 15,1-11 0-15,1-4-8 16,0-9-43-16,-6-19-38 15,-6-7-13-15,-6-6 28 16,-5 0-4-16,-8 3 78 16,-6 10 2-16,0 7 60 0,0 12 86 15,0 9-5-15,0 0-65 16,0 12-46-16,0 18 12 16,0 7 33-16,0 4-23 15,0 6-26-15,0-4-5 16,0-3-23-16,0-1 16 15,5-10-16-15,-1-2 0 16,3-8-18-16,0-4-70 16,17-10-86-16,-2-2-171 15,3-3-538-15</inkml:trace>
  <inkml:trace contextRef="#ctx0" brushRef="#br0" timeOffset="-83610.97">6292 6711 1835 0,'0'0'317'0,"0"0"-119"16,0 0 22-16,0 0-85 15,0 0-26-15,-62 118-19 16,62-79-42-16,0-7-26 15,9-5-14-15,9-10 1 16,4-5-8-16,-1-10 10 16,-2-2-11-16,-3 0 0 0,-7-2-6 15,-5-6-6 1,-4 4 11-16,0 4 0 0,0 0 1 16,-13 18-6-16,-7 14 6 15,-3 11 14-15,6 8-3 16,5 2 5-16,10-2-16 15,2-5 0-15,0-7 0 16,20-9 0-16,3-9-8 16,21-7-140-16,-6-7-337 15,-2-5-512-15</inkml:trace>
  <inkml:trace contextRef="#ctx0" brushRef="#br0" timeOffset="-83454.32">6788 7429 1773 0,'0'0'614'16,"0"0"-536"-16,0 0 129 15,0 0-125-15,0 0-67 16,-101 127-15-16,69-91-231 16,-3-4-934-16</inkml:trace>
  <inkml:trace contextRef="#ctx0" brushRef="#br0" timeOffset="-81269.29">7436 6497 1594 0,'0'0'264'0,"0"0"-122"15,0 122 238-15,0-59-146 16,0 0-70-16,0-3-45 16,0-5-26-16,0-8-29 15,0-6-13-15,0-11-30 16,0-8 0-16,0-8-15 16,0-12 6-16,0-2 0 15,-4-5 15-15,-1-16-17 0,3-7-9 16,2 2 2-1,0 6-1-15,0 10-4 0,13 10-7 16,0 6 2-16,1 30-1 16,-5 16 8-16,-9 10 6 15,0 8 8-15,-7-2-5 16,-11-5-3-16,-1-11 0 16,0-7-5-16,6-12-2 15,4-6-4-15,7-12-38 16,2-6-71-16,0-6-60 15,38-3-79-15,-2 0-293 16,-1-2-363-16</inkml:trace>
  <inkml:trace contextRef="#ctx0" brushRef="#br0" timeOffset="-80767.36">7991 6665 2011 0,'0'0'304'0,"0"0"-178"16,0 0 48-16,43 133-6 0,-22-53-71 15,2 7-22 1,-3 2 6-16,-7-7-29 15,-3-14-24-15,-4-11-27 0,-4-19 13 16,-2-12-8-16,0-14 0 16,0-10-6-16,0-2 18 15,0-6 4-15,0-19-14 16,0-4-2-16,3-10-6 16,14-1 3-16,10-1-2 15,9 2-2-15,4 9 0 16,0 12 0-16,-3 16-10 15,-5 2 2-15,-10 22 2 16,-8 13 6-16,-14 4 1 16,0 4 0-16,-16-3 15 15,-15-7 10-15,-5-4 8 0,-1-7-7 16,0-8-5-16,6-8-15 16,9-6 1-16,6 0 7 15,8-13-14-15,8-4-27 16,0-1-69-16,8 2-39 15,33-10-107-15,-3 6-401 16,-3-1-505-16</inkml:trace>
  <inkml:trace contextRef="#ctx0" brushRef="#br0" timeOffset="-80571.37">8662 7231 1692 0,'0'0'535'0,"0"0"-254"15,0 0-26 1,0 0-101-16,9 118-49 0,-9-84-41 16,0-4-33-16,-9-4-20 15,2-7-5-15,3-6-6 16,4-5-39-16,0-8-91 16,0 0-174-16,4-1-427 0</inkml:trace>
  <inkml:trace contextRef="#ctx0" brushRef="#br0" timeOffset="-80233.03">9199 6964 1382 0,'0'0'284'0,"0"0"-34"16,0 0 49-16,0 0-131 15,0 0-58-15,0 0 15 16,-127 124-9-16,113-80-7 16,4-1-37-16,7-7-35 15,3-7-22-15,9-6-6 16,18-7-7-16,11-8 13 15,7-4-14-15,-1-4-1 0,-1 0-13 16,-8 0-74-16,-6 0-80 16,2 0-124-16,-10-9-252 15,-4 0-545-15</inkml:trace>
  <inkml:trace contextRef="#ctx0" brushRef="#br0" timeOffset="-80066.04">9492 7249 1573 0,'0'0'234'16,"0"0"148"-16,0 0-79 16,0 0-152-16,0 108-66 15,-3-79-53-15,1-4-19 16,-3-3-11-16,5-3-2 0,0-7-96 16,2-6-272-1,10-6-202-15</inkml:trace>
  <inkml:trace contextRef="#ctx0" brushRef="#br0" timeOffset="-79513.86">10162 7086 1525 0,'0'0'223'0,"0"0"-118"16,0 0 188-16,0 0-121 0,-124-55-78 15,93 55-12-15,-1 23-17 16,1 15-6-16,4 9 16 16,9 3-7-16,9-3 6 15,9-4-36-15,0-7-6 16,11-9-21-16,16-6 7 15,6-9-12-15,3-4 6 16,5-8-5-16,-1 0-6 16,-3-4-1-16,-3-15-20 15,-5-10-4-15,-7-6 6 16,-9-8 18-16,-3-11 2 16,-10-6 7-16,0-7 4 0,0-1 22 15,0 2 5-15,0 2 11 16,0 4 31-16,0 5-25 15,0 9-7-15,0 10-8 16,0 9 6-16,2 16-4 16,4 11-1-16,1 2-43 15,5 30-3-15,-4 16 2 16,3 15 2-16,-4 9 10 16,0 4-10-16,-3-2 0 15,3-6 0-15,-1-8-1 16,2-9-7-16,0-15-53 15,3-12-93-15,16-19-107 16,0-5-422-16,0 0-744 0</inkml:trace>
  <inkml:trace contextRef="#ctx0" brushRef="#br0" timeOffset="-79183.34">10773 6709 1892 0,'0'0'510'16,"0"0"-418"-16,0 0 30 16,0 0 6-16,0 0 5 15,-83 127-64-15,77-73-33 16,6-4-24-16,0-6 0 16,0-8-11-16,13-11 0 15,3-11 0-15,-3-9-1 16,-4-5-16-16,-2 0-13 0,-5 0 5 15,-2 0 6-15,0 2 8 16,-9 16-11-16,-9 11 11 16,3 11 8-16,1 4 1 15,6 4 0-15,8-2 1 16,0-4-1-16,0-6 1 16,15-10-8-16,16-10-135 15,0-7-235-15,-2-9-511 0</inkml:trace>
  <inkml:trace contextRef="#ctx0" brushRef="#br0" timeOffset="-78649.23">11366 6485 690 0,'0'0'855'16,"0"0"-556"-1,0 0 93-15,0 0-113 0,0 0-51 16,0 0-128-16,0 0-66 16,-38 35 63-16,23 16 15 15,1 7-19-15,3-2-30 16,9-3-37-16,2-7-5 16,2-13-20-16,15-8 10 15,4-11-10-15,-1-10 10 16,-3-4-5-16,-1 0-6 15,-5-13-8-15,-1 3-10 16,-10 5 11-16,0 5-13 16,-3 5-1-16,-19 32 6 0,-7 16 14 15,-4 14-1-15,4 9 2 16,6 4-1-16,12-6 0 16,11-9-7-16,0-14-2 15,5-8 4-15,14-13-84 16,8-8-91-16,18-12-146 15,-5-3-323-15,-5-7-726 0</inkml:trace>
  <inkml:trace contextRef="#ctx0" brushRef="#br0" timeOffset="-78332.41">11928 7002 1000 0,'0'0'910'15,"0"0"-631"-15,0 0-156 16,0 0-23-16,0 0-36 16,0 0-44-16,118-10-9 15,-82 4-11-15,-1 2-10 0,-6 0-176 16,-11 2-135-16,-9 0-455 16</inkml:trace>
  <inkml:trace contextRef="#ctx0" brushRef="#br0" timeOffset="-78191.59">11883 7275 1192 0,'0'0'193'0,"0"0"-97"16,0 0 38-16,0 0-92 16,159 14-42-16,-115-10-198 15,-7-2-907-15</inkml:trace>
  <inkml:trace contextRef="#ctx0" brushRef="#br0" timeOffset="-72701.57">14503 7291 1685 0,'0'0'202'16,"0"0"-137"-16,0 0 40 15,0 0 95-15,0 0-13 16,158-24-81-16,-94-14-53 16,3-13-22-16,-3-5-8 15,-6-9-7-15,-8-4-7 0,-10-5 3 16,-11-3-5-16,-9 1 5 16,-11 2-4-16,-9 4 7 15,0 10 3-15,0 8 32 16,-5 8-8-16,-3 8 0 15,1 7-8-15,2 10-1 16,3 7 8-16,2 5-22 16,0 7-10-16,7 0-9 15,21 12-6-15,17 21 6 16,7 14 0-16,1 18 2 16,-2 12-1-16,-3 10 3 15,-11 1-2-15,-1 1 1 16,-9-5-2-16,-7-6-1 0,-9-4 0 15,-11-5 2 1,0-9 4-16,-13-11-5 0,-14-6 7 16,-2-9-8-16,-2-10 9 15,4-12-9-15,4-9 9 16,3-3 3-16,5-12 5 16,-1-15-11-16,3-1 0 15,6 0 0-15,3 2 6 16,4 6 10-16,0 4-16 15,0 4-1-15,17 2-5 16,8 6-1-16,6 1-10 16,7 3 10-16,0 0-15 0,7 7-41 15,4 8-31 1,4-1-63-16,38-1-51 0,-12-5-288 16,-6-7-348-16</inkml:trace>
  <inkml:trace contextRef="#ctx0" brushRef="#br0" timeOffset="-72497.81">16045 7048 1994 0,'0'0'309'15,"0"0"-193"-15,0 0-29 16,0 0-30-16,132-37-26 15,-81 26-14-15,-5 1-17 0,-12 2 0 16,-16 8-172-16,-14 0-320 16,-4 0-369-16</inkml:trace>
  <inkml:trace contextRef="#ctx0" brushRef="#br0" timeOffset="-72356.07">16085 7257 1232 0,'0'0'294'16,"0"0"-138"-16,0 0 63 15,0 0-71-15,0 0-18 16,0 0-9-16,0 0-58 16,154 34-42-16,-100-44-21 15,-12 2-38-15,-18 2-454 0</inkml:trace>
  <inkml:trace contextRef="#ctx0" brushRef="#br0" timeOffset="-70937.98">16950 6295 1618 0,'0'0'348'15,"0"0"-102"-15,0 0-109 0,0 0-55 16,-20 133 60-16,20-54-40 15,0 11-23-15,0 4 1 16,5 1-32-16,5-7-11 16,-5-6-16-16,-5-7 3 15,0-10-7-15,-5-7-1 16,-16-9-7-16,-6-12 0 16,0-7-1-16,0-15-7 15,2-9 11-15,5-6 0 16,5 0 6-16,6-10-12 15,4-1 1-15,5 2-1 16,0 9-6-16,0 0-6 16,2 20-12-16,8 20 18 0,-6 16 0 15,-4 12 9 1,0 8-8-16,-22 2-1 0,-10 0 0 16,-14 17-30-16,5-21-180 15,8-13-906-15</inkml:trace>
  <inkml:trace contextRef="#ctx0" brushRef="#br0" timeOffset="-68631.2">17597 6858 500 0,'0'0'652'0,"0"0"-432"15,0 0-31-15,0 0 28 16,0 0-29-16,0 0-65 16,0 0-17-16,-77-16 0 15,67 37 13-15,-4 14-8 16,1 11-17-16,2 10-12 15,1 6-46-15,8 3-9 0,2-5-13 16,0-11 3 0,19-6-16-16,5-14 0 0,7-6 17 15,7-9 8-15,0-6 24 16,5-7-14-16,-4-1-12 16,-1 0-9-16,-2-5 11 15,-10-16 4-15,-3-2 8 16,-12-12 22-16,-9-6-3 15,-2-7 3-15,-4-6-13 16,-19-1-8-16,-6 3-16 16,-4 6 0-16,-3 4-13 15,1 10-1-15,4 6-8 16,4 8-1-16,6 6 0 16,6 5 1-16,7 4-2 15,0 1-4-15,2 2-13 0,-3 0-48 16,0 0-13-16,-2 8-31 15,4 1-30-15,7 2-144 16,0-3-412-16,2-6-330 0</inkml:trace>
  <inkml:trace contextRef="#ctx0" brushRef="#br0" timeOffset="-68325.49">17770 6717 1159 0,'0'0'304'0,"0"0"-118"16,0 0-6-16,0 0-95 15,0 0-48-15,0 0 103 16,0 0 56-16,2 119-16 15,-11-60-66-15,-13 8-32 16,-9 11-10-16,-9 6-5 16,-4 3-22-16,-6-5-17 15,8-8-19-15,4-6-9 16,11-8-39-16,3 5-161 16,6-19-424-16,7-12-1046 0</inkml:trace>
  <inkml:trace contextRef="#ctx0" brushRef="#br0" timeOffset="-67843.13">18225 7337 884 0,'0'0'771'0,"0"0"-459"16,0 0-33-16,0 0-123 0,0 0-100 15,0 0 12-15,0 0 48 16,-55 110-62-16,30-72-29 16,5-2-23-16,5-5-2 15,9-5-100-15,6-8-359 16,0-12-272-16</inkml:trace>
  <inkml:trace contextRef="#ctx0" brushRef="#br0" timeOffset="-67040.83">18463 7200 1654 0,'0'0'311'16,"0"0"-170"-16,0 0-11 15,0 0-80-15,0 0-29 16,0 0 11-16,125 22 16 16,-73-11 8-16,-3 1-7 15,-5-1-22-15,-6-6-26 0,-5 1 7 16,-6-3-8-1,-7 2 6-15,-3-5-6 0,-9 2 1 16,-4-2 5-16,-1 0 2 16,-3 0 17-16,0 0-9 15,0-12-7-15,0-6-8 16,-5-5 11-16,-5-2-12 16,-4-3 1-16,-1-1 12 15,-2 2 16-15,-1-2-7 16,3 3 0-16,4 3 26 15,4-3-6-15,7 1 10 16,0-3-26-16,0 0-13 16,20-2-12-16,5 2 5 15,2 2-6-15,2 4 0 16,-2 5-1-16,-1 6 1 0,-4 3-1 16,-1 4 1-1,-2 4-1-15,-1 0-11 0,0 0 10 16,0 12-4-16,-2 4 0 15,-3 4 6-15,-7 4-8 16,-6 2 8-16,0 6 0 16,0 0 1-16,-13 4-1 15,-5 2 6-15,1-1-6 16,-1-2 1-16,2 0 0 16,5-3-1-16,0-2 5 15,4-7-4-15,3 0 4 16,2-9-5-16,2-2 6 15,0-3-6-15,0-6 0 16,0 1 1-16,0-2 5 16,9 0 16-16,8-1 17 0,5-1 10 15,3 0-22-15,2 0-9 16,-2 0-10-16,-2 0-8 16,0 0-1-16,-1 0-23 15,-3 0-97-15,7 0-142 16,-6 0-393-16,-2 0-613 0</inkml:trace>
  <inkml:trace contextRef="#ctx0" brushRef="#br0" timeOffset="-66866.18">19402 7275 1657 0,'0'0'278'0,"0"0"-194"15,0 0 89-15,0 0-6 16,0 0-51-16,-19 106-73 15,-2-74-28-15,-1 2-15 16,-3 0-2-16,-19 21-171 16,6-9-306-16,-1-4-860 0</inkml:trace>
  <inkml:trace contextRef="#ctx0" brushRef="#br0" timeOffset="-64450.8">5777 6573 819 0,'0'0'168'0,"0"0"-118"16,0 0-50-16,0 0-48 16,0 0-92-16,0 0-274 0</inkml:trace>
  <inkml:trace contextRef="#ctx0" brushRef="#br0" timeOffset="-63212.47">19931 6645 780 0,'0'0'407'15,"0"0"-66"-15,0 0-103 0,0 0-36 16,0 0-1 0,0 0-39-16,0 0-53 0,48-14-62 15,-25 42 19-15,2 12 5 16,-8 10-11-16,-5 6-4 16,-8 4 8-16,-4 2-20 15,0-7-14-15,-7-3-10 16,-9-8-9-16,3-7-3 15,-1-10-7-15,6-8 0 16,1-12-1-16,3-7 12 16,-1 0 3-16,5-11-2 15,0-12-12-15,0-1 5 16,0 4-6-16,16 4-9 16,1 11 9-16,3 5-1 15,-1 15-7-15,-4 23 1 16,-6 13 7-16,-6 7 0 15,-3 2 1-15,0-4 0 0,-6-4 5 16,-2-10-5-16,1-8-1 16,3-10-1-16,4-7-47 15,0-12-75-15,0-5-126 16,4-4-46-16,11-10-297 0</inkml:trace>
  <inkml:trace contextRef="#ctx0" brushRef="#br0" timeOffset="-62694.49">20594 6847 1222 0,'0'0'305'0,"0"0"-103"16,0 0-35-16,0 0-111 15,0 0-24-15,0 0-1 16,-122 149 15-16,111-95 38 16,2-1-4-16,9-7-22 0,0-6-29 15,11-12-7 1,16-12-8-16,8-13 0 0,1-3 4 15,3-9-10-15,-8-15-2 16,-8-6-6-16,-6-7-1 16,-9-4-45-16,-8-4-19 15,0-1 36-15,0 4 29 16,0 12 0-16,0 12 21 16,0 13 47-16,0 5-46 15,0 18-21-15,0 15 17 16,0 9 36-16,4 4 8 15,2-2 9-15,-2-2-20 16,0-5-20-16,1-8-17 16,-1-5-8-16,0-5 1 15,1-5-7-15,0-6 0 0,1-3-7 16,3-5-90 0,14 0-117-16,-1-13-111 0,2-4-466 0</inkml:trace>
  <inkml:trace contextRef="#ctx0" brushRef="#br0" timeOffset="-62311.81">21076 6689 1011 0,'0'0'503'16,"0"0"-391"-16,0 0 25 15,0 0-58-15,0 0-46 16,0 0 51-16,-71 131-25 16,64-79-4-16,7 0 10 15,0-4-36-15,0-9-18 16,16-8 2-16,8-9-4 16,1-9-8-16,0-10-1 15,-4-3-40-15,-5 0-36 16,-5-2 30-16,-9-4 23 15,-2 6 23-15,0 0 0 16,-4 12-12-16,-11 22 5 16,-3 9 1-16,5 7 6 15,5 2 7-15,8-2-7 16,0-6 0-16,25-8-9 0,6-2 8 16,14-3-35-1,-5-6-189-15,-7-5-473 0</inkml:trace>
  <inkml:trace contextRef="#ctx0" brushRef="#br0" timeOffset="-60592.31">21778 7308 789 0,'0'0'362'0,"0"0"-97"16,0 0-22-16,0 0-36 16,0 0-17-16,0 0-1 15,0 0-32-15,0-13-7 16,0 13-56-16,-2 0-35 15,-7 7-29-15,-6 12 16 16,-8 11 35-16,-10 8-30 0,-5 6-27 16,-2 4-23-16,2 0-1 15,5 2-12-15,10-11-217 16,8-15-698-16</inkml:trace>
  <inkml:trace contextRef="#ctx0" brushRef="#br0" timeOffset="-57402.39">22347 6565 1676 0,'0'0'201'16,"0"0"-148"-16,0 132 117 15,0-59-67-15,0 4 27 16,2-3-23-16,-2-3-52 16,0-13-25-16,0-9-9 15,0-16-8-15,0-11-7 16,0-12 1-16,0-10 2 16,0 0 23-16,0-10 2 15,-2-13-15-15,2-5-8 16,0 2-4-16,2 3-6 0,18 9 1 15,3 14-2-15,0 0-1 16,2 26 0-16,-7 12-3 16,-7 11 4-16,-9-2 1 15,-2 0 7-15,0-9-8 16,-4-7 3-16,-7-7-2 16,-1-4-1-16,6-9 0 15,2-1-72-15,2-5-124 16,2 0-60-16,2-5-77 15,14 0-373-15,3 0-187 0</inkml:trace>
  <inkml:trace contextRef="#ctx0" brushRef="#br0" timeOffset="-56855.26">22859 6587 1746 0,'0'0'316'0,"0"0"-224"16,0 0 11-16,5 126 54 15,-3-51-16-15,-2 9-41 16,0-3-11-16,4 0-32 15,4-11-17-15,0-10-13 0,3-12-16 16,-1-11-10-16,-4-16 12 16,-2-6-13-16,-1-9 1 15,-3-6 8-15,0 0 14 16,0 0 32-16,0-14-26 16,0-7-11-16,0-11-12 15,0 0-6-15,13-3 0 16,7 0 1-16,7 3-1 15,6 6 0-15,3 8-2 16,2 9 2-16,-2 9 0 16,-7 0 0-16,-8 13 0 15,-7 17 1-15,-7 5 6 16,-7 0-6-16,0 2-1 0,-15-2 8 16,-14-4 7-16,-10-3-14 15,-3-4 9-15,-7-4-9 16,5-6 4-16,4-4-5 15,9-6-2-15,10-4 2 16,9 0-10-16,8 0-35 16,4-11-63-16,16-10-221 15,13 3-299-15,-2-3-650 0</inkml:trace>
  <inkml:trace contextRef="#ctx0" brushRef="#br0" timeOffset="-56641.79">23497 7245 1746 0,'0'0'338'16,"0"0"-35"-16,0 0-87 16,0 0-133-16,-58 116-41 15,54-94-23-15,4-6-8 16,0-2-11-16,0-6-30 15,4-8-207-15,10 0-367 16,-1 0-563-16</inkml:trace>
  <inkml:trace contextRef="#ctx0" brushRef="#br0" timeOffset="-56298.66">23867 6958 831 0,'0'0'621'16,"0"0"-396"-16,0 0 19 15,0 0-50-15,0 0-50 16,0 0-87-16,0 0-20 15,-102 32 37-15,81 6 30 16,6 3-18-16,3 0-40 0,10-1-13 16,2-8-32-16,0-3 18 15,23-9-1-15,6-8 3 16,2-6-7-16,4-6-14 16,-1 0-78-16,1 0-63 15,8-18-140-15,-9-1-268 16,-8 2-375-16</inkml:trace>
  <inkml:trace contextRef="#ctx0" brushRef="#br0" timeOffset="-56147.69">24068 7207 1026 0,'0'0'278'16,"0"0"32"-16,0 0 29 16,0 0-94-16,0 109-48 0,0-85-111 15,0 1-49 1,-2-4-24-16,2-4-13 0,0 0 0 15,4-8-215-15,9-3-384 16</inkml:trace>
  <inkml:trace contextRef="#ctx0" brushRef="#br0" timeOffset="-55606.65">24605 7096 863 0,'0'0'714'15,"0"0"-584"-15,0 0 80 16,0 0-32-16,-116-22-66 15,92 36-61-15,-1 16-6 16,4 9 38-16,4 3 4 16,9-1-27-16,4-4-17 15,4-7-3-15,8-9-12 16,19-9 14-16,4-3-18 16,2-9-8-16,3 0 2 15,-3-2-16-15,-6-17-2 0,-2-6-12 16,-8-8-23-16,-3-16 7 15,-3-11 27-15,-3-15 0 16,-2-5 1-16,-2-2 1 16,-4 5 0-16,0 18 11 15,0 14 54-15,0 19 38 16,0 17 4-16,0 9-23 16,0 0-66-16,4 25-17 15,1 13 11-15,-1 8-2 16,2 7-10-16,4 1 6 15,-4 0-6-15,3-4 0 16,-5-4-1-16,4-5-45 16,-6-3-46-16,-2 4-92 15,0-10-284-15,0-10-169 0</inkml:trace>
  <inkml:trace contextRef="#ctx0" brushRef="#br0" timeOffset="-55261.47">25125 6735 1795 0,'0'0'321'0,"0"0"-227"16,0 0 7-16,0 0-8 16,-32 107-44-16,32-66-25 0,0 3-15 15,13-11 1 1,6-7-8-16,-2-10 6 0,-1-7-7 15,-5-9 0-15,-7 0 8 16,0 0 0-16,-4-5-3 16,0 5-6-16,0 0-3 15,-13 10-6-15,-9 22 8 16,-3 8 2-16,4 8 4 16,5 1-5-16,7-5 1 15,9-3-7-15,0-6 12 16,2-5-13-16,11-4 7 15,1-6-77-15,1-2-202 16,-1-6-217-16,-3-3-707 0</inkml:trace>
  <inkml:trace contextRef="#ctx0" brushRef="#br0" timeOffset="-55133.46">25191 7610 1166 0,'0'0'356'16,"0"0"-356"-16,0 0-507 0</inkml:trace>
  <inkml:trace contextRef="#ctx0" brushRef="#br0" timeOffset="-54607.47">25381 7495 1654 0,'0'0'556'0,"0"0"-297"16,0 0-40-16,0 0-110 15,0 0-55-15,0 0 8 0,0 0-9 16,-175 113-26-16,102-65-18 16,-27 22-9-16,18-12-96 15,13-9-567-15</inkml:trace>
  <inkml:trace contextRef="#ctx0" brushRef="#br0" timeOffset="-40270.58">25455 6462 861 0,'0'0'283'16,"0"0"-48"-16,0 0 16 16,0 0-92-16,0 0-117 15,0 0-21-15,64-30-1 16,-42 25 21-16,-4 1 71 16,-7 2-4-16,-7-1-35 15,-1 3-35-15,-1 0-20 16,-2 0-18-16,3 7 0 15,-1 7 1-15,-2 6 10 16,0 6-4-16,0 2 21 16,0 5-1-16,-7 6 25 0,-9 3-12 15,-2 1-11 1,1 0 17-16,-2 1-8 0,7 1-4 16,3-1-10-16,4-2-6 15,5 0-7-15,0-2 1 16,0-2-6-16,0-1 0 15,0-5 3-15,0-3-8 16,0-1 10-16,0-3-10 16,0-3 6-16,0-6-6 15,0-4 7-15,9-4-8 16,6-8 12-16,6 0 4 16,1 0 2-16,-2-8 2 15,-2-6-14-15,-5-3 14 16,-1 3 15-16,-6-1 1 15,-2 0-20-15,-4 1-5 0,3 0-10 16,-3 3 0-16,0 0 1 16,0 4-2-16,0 0 0 15,0 6 0-15,0 1-18 16,-16 0 1-16,-2 0 17 16,-4 3-6-16,0 5 5 15,2 2 1-15,1 3-1 16,2-1 1-16,3 1 0 15,1 4 0-15,-1 1 0 16,1 0 0-16,3 1 0 16,0 2 1-16,4-2-1 15,1 2 0-15,1 0 6 0,0 2-6 16,-2 0 0-16,4 2-2 16,-4-1 2-16,1-1 0 15,-1 2 0-15,-3 2 0 16,-2-4 1-16,-2 4 3 15,1-4-3-15,-1 0-2 16,-3-4 2-16,1 0 0 16,-1-6 5-16,-4-1-5 15,-4 1-1-15,-3-4 1 16,-2 0 7-16,0-1 1 16,2-2-8-16,2-2-1 15,6 0 1-15,0-2 0 16,4-2-1-16,-3 0 0 15,-17 0-57-15,3-9-238 16,1 0-784-16</inkml:trace>
  <inkml:trace contextRef="#ctx0" brushRef="#br0" timeOffset="-29874.5">2207 9448 1940 0,'0'0'329'0,"0"0"-163"16,0 0 59-16,0 0-112 16,0 0-83-16,0 0-17 15,64 60 14-15,-41-9 55 16,-2 12 2-16,-5 9 1 0,-7 9-32 16,-5 5-11-16,-4 3-9 15,0-3-9-15,-4-2-6 16,-5-8-5-16,1-9 2 15,2-11-7-15,6-12 3 16,0-12-10-16,0-9 5 16,3-9-6-16,11-2 9 15,3-7 1-15,3-3 2 16,7-2 12-16,4 0 1 16,5 0 5-16,1-12-21 15,2 3 3-15,-1-3-11 16,-5-1 4-16,-2 3-5 15,-4 0-7-15,-4-1-37 0,-4 0-63 16,22-17-73-16,-6 4-161 16,-1-2-720-16</inkml:trace>
  <inkml:trace contextRef="#ctx0" brushRef="#br0" timeOffset="-29617.44">3100 9872 1506 0,'0'0'540'0,"0"0"-376"15,0 0-22-15,0 0-58 16,0 0-56-16,114 0-17 15,-70 0-1-15,1 0-10 16,-5 0-9-16,-2 0-204 16,-14 0-255-16,-7 6-574 0</inkml:trace>
  <inkml:trace contextRef="#ctx0" brushRef="#br0" timeOffset="-29416.46">3191 10215 1667 0,'0'0'269'0,"0"0"-190"16,0 0 92-16,0 0-43 15,0 0-52-15,0 0-33 16,0 0-14-16,139 52-5 16,-110-52-15-16,-2 0-8 15,-5 0-1-15,4 0-205 16,-7 1-312-16,-6-1-864 0</inkml:trace>
  <inkml:trace contextRef="#ctx0" brushRef="#br0" timeOffset="-23008.8">4510 9382 1512 0,'0'0'353'16,"0"0"-168"-16,0 0 100 0,0 0-188 15,0 0-60 1,39 124 52-16,-18-43 20 0,-8 12 11 16,-7-1-21-16,-6-3-30 15,0-6-23-15,-6-13-5 16,-10-12-13-16,-2-12-3 16,0-8-14-16,3-12 4 15,-1-10-9-15,5-7 4 16,3-9-1-16,0 0 32 15,4-26-1-15,4-11-26 16,0-3-8-16,0 5-6 16,16 9 0-16,1 17-2 15,-1 9-10-15,-1 26 2 0,-5 24 9 16,-10 15 2 0,0 9-1-16,-18 3 0 0,-9 0 7 15,-2-9-7-15,2-10 0 16,7-9-6-16,7-9-19 15,13-13-94-15,13-15-114 16,21-7-455-16,1-5-1249 0</inkml:trace>
  <inkml:trace contextRef="#ctx0" brushRef="#br0" timeOffset="-22521.19">5536 9513 1974 0,'0'0'293'15,"0"0"-225"-15,0 0 156 16,0 152-77-16,0-86-36 16,-2 1-34-16,0-5-14 15,-2-8-34-15,2-12-11 16,-3-13-12-16,1-10-5 0,2-12 1 16,2-7 16-16,0 0 5 15,0-26-12-15,0-6-3 16,13-2-7-16,3 7 11 15,1 11-12-15,-1 16-8 16,-3 2-8-16,-1 32 15 16,-10 16 1-16,-2 10 9 15,0 7 17-15,-20-2-16 16,-5-4 7-16,2-8-17 16,6-7 7-16,1-13-7 15,5-8 0-15,5-12-9 16,6-5-67-16,0-8-114 15,21 0-140-15,10-2-308 16,4-10-554-16</inkml:trace>
  <inkml:trace contextRef="#ctx0" brushRef="#br0" timeOffset="-22077.74">6225 9842 1655 0,'0'0'281'0,"0"0"-127"16,0 0 214-16,0 0-222 16,-120-23-91-16,89 51 0 15,0 15 27-15,2 6-22 0,6 4-7 16,12-2-6-1,11-2-23-15,0-10-8 0,19-14-8 16,14-10 1-16,7-15-8 16,2 0 14-16,-2-21-15 15,-4-11-7-15,-9-10 1 16,-8-2 6-16,-5 0 0 16,-5 6 6-16,-5 10-2 15,-2 12 26-15,-2 12 30 16,0 4-29-16,0 10-23 15,0 22 17-15,0 12 41 16,0 6-1-16,0 4-25 0,0-2-16 16,0-6-23-16,0-3 0 15,0-11-1-15,6-6-45 16,19-18-94-16,0-6-102 16,0-2-618-16</inkml:trace>
  <inkml:trace contextRef="#ctx0" brushRef="#br0" timeOffset="-21567.16">6680 9549 1557 0,'0'0'290'15,"0"0"-70"-15,0 0-58 16,0 0-26-16,0 0 60 0,-46 150-49 16,32-92-36-1,8-1-32-15,6-10-37 0,0-6-29 16,4-9-5-16,14-15-7 16,-1-6 0-16,-1-11-1 15,0 0-9-15,-5-6 3 16,-4-9-12-16,-7 6 11 15,0 9-2-15,0 0 0 16,-18 9 0-16,-5 22 9 16,-3 8 2-16,4 5-1 15,3 2 6-15,9-3-6 16,5-1-2-16,5-4-7 16,7 3-43-16,11-12-228 15,1-7-566-15</inkml:trace>
  <inkml:trace contextRef="#ctx0" brushRef="#br0" timeOffset="-21384.97">6954 10432 1532 0,'0'0'725'0,"0"0"-627"15,0 0 91-15,0 0-63 16,-58 103-83-16,50-74-25 15,1-6-18-15,7 1-103 16,0-7-358-16,0-9-686 0</inkml:trace>
  <inkml:trace contextRef="#ctx0" brushRef="#br0" timeOffset="-20906.09">7612 9557 1380 0,'0'0'513'15,"0"0"-413"-15,0 0-33 0,0 0 123 16,0 0-9-16,-6 123-46 16,-4-74-14-16,-5-1-13 15,-1-2-55-15,1-8-31 16,1-7-11-16,5-9-4 16,5-12 2-16,4-10-8 15,0 0 21-15,2-12-9 16,15-12 1-16,2 0-14 15,1 6 0-15,0 9-1 16,-2 9-7-16,-5 19-4 16,-4 27 12-16,-9 14-1 15,0 10-6-15,-7 2 7 16,-13-1 0-16,0-11 0 0,3-14 0 16,5-13 0-1,8-14 0-15,4-15-87 0,0-4-10 16,22-28-180-16,7-4-368 15,0-1-653-15</inkml:trace>
  <inkml:trace contextRef="#ctx0" brushRef="#br0" timeOffset="-20396.91">8142 9919 1894 0,'0'0'321'15,"0"0"-129"-15,0 0 16 16,-114 25-123-16,86 7-30 15,8 12 18-15,6 5-20 16,14 4-21-16,0 0-14 16,14-7-4-16,19-11-13 15,9-12 17-15,3-13-16 16,4-10-4-16,-6-2-19 16,-6-24-16-16,-3-13 9 0,-7-12 14 15,-3-14 13-15,-3-10 1 16,-4-10 0-16,1 0 1 15,-5 5 12-15,-4 10 12 16,-4 12 50-16,-5 15 10 16,0 14 27-16,0 14-25 15,0 15-17-15,0 3-53 16,0 33-16-16,-2 16 11 16,-3 17-11-16,-2 8 11 15,3 8-12-15,0-5 0 16,4-5-18-16,0-12-64 15,6-3-74-15,14-19-168 16,0-19-819-16</inkml:trace>
  <inkml:trace contextRef="#ctx0" brushRef="#br0" timeOffset="-20051.14">8902 9726 1594 0,'0'0'712'16,"0"0"-628"-16,0 0 85 16,0 0-15-16,-122 81-66 15,97-27-7-15,10 4 7 16,9-3-43-16,6-7-26 0,2-13-11 16,17-8-1-16,6-15-6 15,2-12-1-15,-3 0-21 16,-5-12-14-16,-6-8 14 15,-11 4-1-15,-2 11 22 16,0 5 8-16,-23 7-8 16,-6 32 2-16,-2 16 17 15,0 11 16-15,9 9-14 16,6-5-11-16,14-7-8 16,2-14-2-16,2-14-9 15,40-22-30-15,-1-9-112 16,-1-4-457-16</inkml:trace>
  <inkml:trace contextRef="#ctx0" brushRef="#br0" timeOffset="-19344.66">9446 9479 1472 0,'0'0'333'0,"0"0"-58"16,0 0 55-16,0 0-204 15,0 0-86-15,0 0-23 16,0 0 5-16,92-101 15 16,-76 101 6-16,-7 8-35 0,-5 24 8 15,-4 12 35 1,0 11 28-16,-13 3-16 0,-5 3 1 16,3-6-34-16,1-3-18 15,9-8-11-15,5-10 0 16,0-8 9-16,3-12-9 15,13-7 5-15,5-7-5 16,2-7-1-16,-3-14-3 16,-5-5-15-16,-5 1 0 15,-8 10 0-15,-2 8 9 16,-5 7-10-16,-19 14 18 16,-13 26-5-16,-4 20 6 0,-4 9 1 15,7 12 19 1,7-2-7-16,11-3-2 0,13-8-10 15,7-8 0-15,0-11 8 16,5-5-7-16,8-7 2 16,1-5-4-16,-3-3-1 15,9-5-76-15,-3-5-159 16,2-12-713-16</inkml:trace>
  <inkml:trace contextRef="#ctx0" brushRef="#br0" timeOffset="-12125.42">11662 9597 1590 0,'0'0'345'16,"0"0"-104"-16,0 0-126 15,0 0-37-15,0 0 104 16,21 150 11-16,-11-78-47 16,-3 7-23-16,0-1-41 15,-2-2-25-15,-3-4-18 16,-2-3-21-16,0-9-4 0,0-4-14 16,0-10 11-1,0-10-11-15,0-9 1 0,0-13-1 16,0-7-1-16,-2-7-40 15,2 0-11-15,-2-12-51 16,-3-41-150-16,0 5-397 16,-2-1-425-16</inkml:trace>
  <inkml:trace contextRef="#ctx0" brushRef="#br0" timeOffset="-11899.54">11569 9673 1222 0,'0'0'526'0,"0"0"-372"15,0 0 51-15,0 0-7 16,141-28-78-16,-93 24-61 16,-1-1-37-16,-5 5-11 15,-8-3-11-15,-10 3-1 16,-8 0-64-16,-11 0-196 15,-3 3-244-15,-2 6-700 0</inkml:trace>
  <inkml:trace contextRef="#ctx0" brushRef="#br0" timeOffset="-11742.89">11734 9927 325 0,'0'0'932'15,"0"0"-684"-15,0 0 36 0,0 0-63 16,0 0-81-16,0 0 4 15,0 0-65-15,121 67-52 16,-77-67-16-16,9-4-11 16,-11-4-117-16,-6-2-400 0</inkml:trace>
  <inkml:trace contextRef="#ctx0" brushRef="#br0" timeOffset="-11419.73">12295 9950 1532 0,'0'0'341'15,"0"0"-99"-15,0 0-44 16,0 0-135-16,0 0-34 16,121-11-28-16,-83 8-2 15,-5 3-25-15,-6 0-242 0,-7 0-279 16,-13 0-503-16</inkml:trace>
  <inkml:trace contextRef="#ctx0" brushRef="#br0" timeOffset="-11246.38">12387 10072 400 0,'0'0'889'16,"0"0"-538"-16,0 0-3 16,0 0-59-16,0 0-118 15,0 0-34-15,0 0-41 16,14 80-5-16,23-78-56 15,8-2-9-15,4 0-20 16,7 0-6-16,23-5-127 16,-11-9-427-16,-5-4-611 0</inkml:trace>
  <inkml:trace contextRef="#ctx0" brushRef="#br0" timeOffset="-10818.3">13116 9465 1594 0,'0'0'242'0,"0"0"-151"15,0 0 164-15,0 132-69 0,4-61-42 16,3 4-2-16,0 3-10 15,-3-6-40-15,-2-5-43 16,-2-9-30-16,0-12-11 16,0-9 0-16,-2-10-7 15,-4-13-2-15,-2-9 7 16,2-5-6-16,2-5 9 16,-1-15-2-16,5-1-5 15,0 4 4-15,0 7-6 16,11 10 0-16,5 0-2 15,1 30 1-15,0 16 1 16,-7 14 1-16,-5 7 16 16,-5 1 2-16,0-4-8 0,0-6-5 15,-9-10-6 1,3-8 0-16,1-5-5 0,5-7-46 16,0-10-210-16,13-6-611 0</inkml:trace>
  <inkml:trace contextRef="#ctx0" brushRef="#br0" timeOffset="-10150.65">13738 9865 1315 0,'0'0'219'0,"0"0"61"15,0 0-65-15,0 0-7 16,0 0-83-16,0 0-70 15,0 0-35-15,-76 27 27 16,56 13 44-16,2 8 0 16,4 4 3-16,10 0-6 15,4-1-41-15,7-4-12 16,22-5-14-16,11-8-8 16,11-7-4-16,3-11-7 15,4-8 10-15,-5-8-12 16,-4 0 7-16,-8-12-6 15,-10-12 14-15,-6-9-15 16,-10-4 6-16,-9-4-4 0,-6-1 17 16,0 2 5-16,-9 3-5 15,-13 2 32-15,-5 3-30 16,-2 4 2-16,5 6-22 16,0 6 9-16,1 8-10 15,6 4-12-15,-1 4-11 16,-1 0-50-16,4 0-81 15,1 4-212-15,6-2-525 0</inkml:trace>
  <inkml:trace contextRef="#ctx0" brushRef="#br0" timeOffset="-9901.73">14044 9597 1213 0,'0'0'481'0,"0"0"-425"16,0 0 69-16,-37 129 70 16,-3-37-36-16,-2-4-11 15,-5 8-5-15,5 3-70 16,11-19-73-16,6 26-2 15,9-26-265-15,12-17-378 0</inkml:trace>
  <inkml:trace contextRef="#ctx0" brushRef="#br0" timeOffset="-9595.46">14416 10256 1234 0,'0'0'728'0,"0"0"-630"15,0 0 56-15,0 0 65 16,-42 104-141-16,30-71-39 16,3-3-33-16,5-6-6 15,4-4-163-15,0-6-378 16,15-7-906-16</inkml:trace>
  <inkml:trace contextRef="#ctx0" brushRef="#br0" timeOffset="-8934.88">14714 10164 1219 0,'0'0'256'0,"0"0"-149"16,0 0 70-16,0 0-104 16,117 18-45-16,-82-4-3 15,-2-3 10-15,-1-1-10 16,-8-5-10-16,-4-1-6 16,-4-1-2-16,-5-3 0 15,-7 0 8-15,0 0 1 0,-4 0 7 16,0-8-4-16,0-6 15 15,0-3 35-15,-2 0 1 16,-4-6 16-16,-3 0-33 16,2-6-12-16,3 0-17 15,-3-2-5-15,4-1-2 16,3 0-2-16,0-1 4 16,0 4 8-16,12-2 4 15,12 1-7-15,5 7-14 16,8 1-10-16,0 3 6 15,1 7-6-15,-3 6 0 16,-4 6 0-16,-6 0-1 0,-2 3-14 16,-8 16 15-1,-6 8-6-15,-4 4 0 0,-5 3 5 16,0 5-5-16,-14-1 6 16,-8-1 1-16,-2 4 7 15,-1-3-8-15,7-4 1 16,3-2-1-16,8-3 1 15,5-7 7-15,2-5-8 16,0-3 21-16,0-3 7 16,11-3 26-16,7-4 28 15,6 0-26-15,7-4-35 16,0 0-15-16,0 0-6 16,-2 0-73-16,5 0-107 15,-8-2-157-15,-3-4-504 0</inkml:trace>
  <inkml:trace contextRef="#ctx0" brushRef="#br0" timeOffset="-8752.83">15539 10263 1585 0,'0'0'485'15,"0"0"-308"-15,0 0 2 16,0 0 44-16,0 0-121 15,-40 134-55-15,11-101-47 16,-20 16-22-16,7-9-191 16,1-8-622-16</inkml:trace>
  <inkml:trace contextRef="#ctx0" brushRef="#br0" timeOffset="-6554.68">16252 9749 1288 0,'0'0'238'0,"0"0"-83"16,0 0-71-16,0 0 86 15,60 153-12-15,-50-83 10 16,-10 1-46-16,0 1-1 16,0-12-39-16,-2-11-34 15,-8-8-12-15,1-13-18 16,5-10-1-16,0-13-6 16,2-5 8-16,2 0 1 15,0-15 1-15,0-7-11 16,0-3-10-16,0 7 12 15,2 11-12-15,8 7 0 16,-1 15-18-16,1 28 10 16,-6 10 8-16,-4 6 6 15,0-1-4-15,-6-4 5 16,-6-12-6-16,5-10 4 0,5-11-5 16,2-13-6-16,23-8-86 15,12-22-201-15,5-5-524 0</inkml:trace>
  <inkml:trace contextRef="#ctx0" brushRef="#br0" timeOffset="-6096.54">16918 9968 1222 0,'0'0'312'0,"0"0"-63"16,0 0 6-16,0 0-145 15,0 0-21-15,-139 82 14 16,112-34-29-16,6 6-2 16,13-1-7-16,8-5-8 15,2-10-17-15,29-10-10 16,9-14-11-16,9-14-1 15,3 0 1-15,-6-19-19 16,-6-13 0-16,-11-6-4 16,-11-3-13-16,-7-2-13 15,-9 7 30-15,-2 8 0 0,0 12 8 16,0 12 33-16,0 4-27 16,0 13-13-16,0 18-1 15,0 9 27-15,0 5-5 16,0 1 8-16,8-3-15 15,7-6-2-15,5-8-1 16,5-15-11-16,4-5 7 16,6-9-8-16,3 0-94 15,14-34-228-15,-10 1-358 16,-9 2-699-16</inkml:trace>
  <inkml:trace contextRef="#ctx0" brushRef="#br0" timeOffset="-5774.53">17534 9806 1512 0,'0'0'322'0,"0"0"-17"15,0 0-101-15,0 0-142 16,0 0 49-16,-60 108 2 16,48-60-47-16,6-4-26 15,6-7-11-15,0-8-13 16,16-11-6-16,3-7 2 15,6-11 3-15,-4 0-7 16,-4-5-8-16,-3-9 0 16,-8 1 0-16,-6 10-9 0,0 3-11 15,-2 10 1 1,-18 22 18-16,0 16 0 0,-2 8 1 16,3 5 1-16,11-1 9 15,8-7-10-15,0-9 0 16,15-10 0-16,37-13-19 15,-5-9-200-15,-1-10-496 0</inkml:trace>
  <inkml:trace contextRef="#ctx0" brushRef="#br0" timeOffset="-5218.45">18064 10401 1597 0,'0'0'296'0,"0"0"-181"16,0 0 101-16,0 0 12 0,-29 118-84 16,0-69-68-16,-4-3-42 15,-7 6-34-15,7-15-77 16,6-8-746-16</inkml:trace>
  <inkml:trace contextRef="#ctx0" brushRef="#br0" timeOffset="-1177.89">18687 9784 606 0,'0'0'804'0,"0"0"-603"16,0 0 54-16,0 0-124 0,0 0 37 15,0 0 13-15,64 148-63 16,-57-90 1-16,-7 2-23 16,0-4-28-16,0-6-29 15,0-6-12-15,0-11-11 16,0-10-7-16,-4-9-1 16,1-9-2-16,3-5 10 15,0 0 14-15,0-19 10 16,0-6-25-16,0-1-15 15,16 10-6-15,0 13 6 16,-1 3-2-16,-1 35-6 16,-6 12 7-16,-8 13 2 15,0 3 9-15,-4-3-9 0,-16-6 12 16,2-11-12 0,4-9-1-16,8-12 0 0,6-20-88 15,22-2-454-15,5 0-746 0</inkml:trace>
  <inkml:trace contextRef="#ctx0" brushRef="#br0" timeOffset="-232.08">19226 9803 1385 0,'0'0'311'15,"0"0"224"-15,0 0-315 16,0 0-105-16,0 0-73 15,0 0 59-15,2 175 8 16,5-91-51-16,-5 6-6 16,1-3-13-16,-3-12-21 15,0-8-4-15,0-18-8 16,0-10-6-16,0-18 8 0,0-8-8 16,0-13 7-16,0 0 13 15,0-15-6-15,0-16-13 16,0-5 1-16,12-4-2 15,9-2-2-15,10 4-4 16,13 4-5-16,8 7 0 16,2 16 11-16,-6 8 1 15,-7 3-1-15,-14 17-6 16,-12 13 0-16,-15 2 6 16,0 0 1-16,-11-2 12 15,-18-4 2-15,-4-8 3 16,-8-4-8-16,5-9-1 15,1-5-9-15,8 0 9 16,10-3-9-16,9-13-16 16,8-4-63-16,21-14-145 0,14 3-475 15,6 4-408-15</inkml:trace>
  <inkml:trace contextRef="#ctx0" brushRef="#br0" timeOffset="-45.64">19817 10263 1731 0,'0'0'306'16,"0"0"-35"-16,0 0-148 15,0 0 2-15,0 0-30 16,-16 109-50-16,11-82-21 16,3-1-18-16,0-4-6 0,2-4-5 15,2-2-167-15,14-7-355 16,2-4-505-16</inkml:trace>
  <inkml:trace contextRef="#ctx0" brushRef="#br0" timeOffset="345.73">20218 10244 1114 0,'0'0'307'0,"0"0"-19"16,0 0-99-16,0 0-75 15,0 0 12-15,-120 55-39 16,101-28 11-16,8 4-15 16,5-2-13-16,6 0-12 15,0-3-20-15,13-3-20 16,10-4 3-16,1-5-21 16,1-4-6-16,4-6-131 0,0-4-118 15,0 0-62 1,2-1-35-16,5-19-45 0,-7 6 23 15,-6-1-122-15</inkml:trace>
  <inkml:trace contextRef="#ctx0" brushRef="#br0" timeOffset="714.8">20675 10337 1575 0,'0'0'184'15,"0"0"-13"-15,0 0 40 16,0 0-51-16,-69 120-40 16,53-87-70-16,3-1-27 15,1-6-22-15,8-5-1 0,4-8 0 16,0-5-268-16,0-8-539 15</inkml:trace>
  <inkml:trace contextRef="#ctx0" brushRef="#br0" timeOffset="1207.73">20989 10229 1107 0,'0'0'545'16,"0"0"-409"-16,0 0 125 0,0 0-159 16,-113 39-59-16,80 2-12 15,1 3 10-15,3 4 5 16,9 0 16-16,11-7 14 15,9-4-31-15,0-9-16 16,29-10-17-16,9-9 27 16,8-9-20-16,1 0-19 15,-2-18-47-15,-5-9 19 16,-8-7-14-16,-6-8 17 16,-8-10 25-16,-4-8 1 15,-6-8 5-15,-6-1 8 16,-2 6 45-16,0 3 29 15,0 11 21-15,0 8 0 0,0 14-44 16,0 11-14-16,0 11 3 16,0 5-38-16,0 27-15 15,5 17 3-15,-1 10-3 16,-2 8-1-16,-2-2 1 16,0-2 7-16,0-5-8 15,0-11-3-15,0-8-53 16,2-10-226-16,10-12-612 0</inkml:trace>
  <inkml:trace contextRef="#ctx0" brushRef="#br0" timeOffset="1569.46">21622 9972 2032 0,'0'0'248'16,"0"0"-76"-16,0 0-99 16,0 0-36-16,0 0 28 15,-87 145 7-15,80-84-11 16,5-3-13-16,2-7-25 16,0-10-22-16,7-9 11 15,2-15-12-15,-2-11-27 16,-3-6-17-16,-2 0 36 0,-2-4-20 15,0-3-4 1,0 7 18-16,-13 0-1 0,-11 19 14 16,-5 20 1-16,2 14 6 15,2 10 1-15,12 1 3 16,11 0-8-16,2-8-1 16,0-8-1-16,25-12-46 15,-4-16-430-15,0-12-759 0</inkml:trace>
  <inkml:trace contextRef="#ctx0" brushRef="#br0" timeOffset="1824.38">21908 10724 2278 0,'0'0'263'0,"0"0"-226"16,0 0 7-16,-114 98-18 15,49-34-26-15,10-7-95 16,5-11-624-16</inkml:trace>
  <inkml:trace contextRef="#ctx0" brushRef="#br0" timeOffset="7478.21">22810 9930 967 0,'0'0'781'0,"0"0"-638"16,0 0 53-16,0 0-76 0,0 0 84 15,25 160-57-15,-21-84-46 16,-4 2-32-16,0-1-4 16,-11-9-33-16,-9-13-14 15,0-10-3-15,2-12-14 16,3-12 16-16,6-11-11 15,6-10 5-15,3 0 3 16,0-19-1-16,19-10-13 16,10 3-1-16,2 6 0 15,2 10 0-15,-4 10 1 16,-8 12-13-16,-9 22 12 16,-12 10 1-16,0 4 8 15,-6 1-7-15,-12-8 7 0,5-6-7 16,9-12-1-16,12-18-117 15,19-5-548-15,9-2-468 0</inkml:trace>
  <inkml:trace contextRef="#ctx0" brushRef="#br0" timeOffset="7905.3">23535 10357 1172 0,'0'0'645'0,"0"0"-531"0,0 0 270 16,-132-12-240-16,101 22-95 15,4 16-31-15,5 6-6 16,9 2 1-16,6 2 0 16,7-2 8-16,0-5-3 15,29-7-17-15,9-8 26 16,8-11-12-16,4-3-9 15,1-3-6-15,-9-24-76 16,-6-11-49-16,-11-14 45 16,-9-28 52-16,-10-4 22 15,-6-7 6-15,0 3 18 16,0 28 87-16,-14 9 78 16,3 20 2-16,3 23-50 15,0 8-53-15,2 16-61 0,-1 24-2 16,1 14 22-16,2 6-4 15,4 5-19-15,0-5-17 16,0-6 8-16,4-12-9 16,11-10-13-16,5-12-74 15,26-14-75-15,-5-6-185 16,-1 0-522-16</inkml:trace>
  <inkml:trace contextRef="#ctx0" brushRef="#br0" timeOffset="8213.26">24083 10014 1850 0,'0'0'314'0,"0"0"-167"15,0 0-4-15,0 0-46 0,-98 122-39 16,94-77-30-16,4-7-7 16,8-6-21-16,21-13 9 15,5-8 12-15,-1-11-21 16,-4 0-11-16,-6-16-4 15,-7-9 5-15,-5 2-14 16,-9 4 24-16,-2 11 0 16,0 8 1-16,-19 17-1 15,-9 23 0-15,-6 12 9 16,1 9-7-16,6 2-2 16,7-3 1-16,12-8 0 15,8-7-1-15,0-10 0 16,28-8-89-16,3-12-385 15,3-10-582-15</inkml:trace>
  <inkml:trace contextRef="#ctx0" brushRef="#br0" timeOffset="8356.62">24384 10715 1847 0,'0'0'243'16,"0"0"-157"-16,-77 107-38 15,34-39-48-15,11-12-90 16,3-8-1079-16</inkml:trace>
  <inkml:trace contextRef="#ctx0" brushRef="#br0" timeOffset="12957.29">25002 10024 9 0,'0'0'1462'15,"0"0"-1246"-15,0 0 282 16,0 0-262-16,0 0-68 15,0 0-75-15,40-54-34 16,-18 115 25-16,-6 12-4 16,-8 12-24-16,-8-1-4 15,0-6-15-15,-6-11-20 16,-12-14-1-16,2-13-15 16,1-9 2-16,1-12 3 0,6-11-8 15,3-6 4 1,5-2-1-16,0-10-1 0,3-14-1 15,14 0-18-15,5 4 8 16,1 8 4-16,2 12 6 16,-6 0 0-16,-5 24-2 15,-5 10 3-15,-9 5 9 16,0 2 3-16,0-3-4 16,-5-1-7-16,3-9-1 15,2-8-32-15,29-13-138 16,11-4-216-16,7-3-479 0</inkml:trace>
  <inkml:trace contextRef="#ctx0" brushRef="#br0" timeOffset="13354.94">25671 10273 1365 0,'0'0'317'16,"0"0"-54"-16,0 0 121 16,0 0-225-16,0 0-105 15,-130 38 30-15,101 8-5 16,7 4-3-16,8 0-17 16,14-5-13-16,0-10-22 15,29-11-17-15,12-12 19 16,3-10-14-16,3-2-12 0,-2-18-44 15,-10-14-45-15,-8-10 25 16,-9-9 22-16,-7-2 31 16,-7 0 11-16,-2 14 54 15,-2 13 58-15,0 16 18 16,0 10-65-16,0 17-56 16,-4 22-3-16,-2 5 12 15,-1 2-7-15,5-4-11 16,2-5 0-16,0-10-20 15,24-5-83-15,5-10-186 16,-2-7-663-16</inkml:trace>
  <inkml:trace contextRef="#ctx0" brushRef="#br0" timeOffset="13506.53">26005 10537 1728 0,'0'0'293'15,"0"0"97"-15,0 0-134 16,-22 103-99-16,19-75-80 15,3-4-48-15,0-6-29 16,16-6-35-16,20-12-169 16,-3 0-442-16,-1-19-769 0</inkml:trace>
  <inkml:trace contextRef="#ctx0" brushRef="#br0" timeOffset="13867.54">26234 10062 2096 0,'0'0'326'0,"0"0"-177"16,0 0 62-16,-25 109-40 16,23-45-44-16,2 6-64 15,0-6-14-15,0-8-35 16,0-12-10-16,0-11-4 16,0-16-19-16,0-11-55 15,2-6 7-15,15-6 25 16,7-20-12-16,12-8 20 15,6-2 20-15,5 2 14 16,-1 8 2-16,-5 10 22 16,-8 14 15-16,-6 2-8 15,-14 15-4-15,-8 14 18 16,-5 3-5-16,-11 2-11 0,-18-4 4 16,-5-4-20-16,-1-3 1 15,2-7-7-15,4-9-1 16,8-3-5-16,5-4-1 15,12 0-3-15,4-11-98 16,7-5-98-16,15-1-635 0</inkml:trace>
  <inkml:trace contextRef="#ctx0" brushRef="#br0" timeOffset="14032.06">26741 10489 1930 0,'0'0'335'0,"0"0"168"0,0 0-351 16,-3 130-83 0,1-89-41-16,2-7-28 0,0-4-12 15,0-10-122-15,9-8-418 16,7-10-829-16</inkml:trace>
  <inkml:trace contextRef="#ctx0" brushRef="#br0" timeOffset="14317.27">27195 10294 1490 0,'0'0'258'0,"0"0"240"15,0 0-254-15,0 0-112 16,-127 45-30-16,107-5 19 16,5 4-50-16,12 0-27 15,3-1-29-15,7-7-2 16,22-7-2-16,7-8-11 16,8-11-17-16,28-10-98 15,-10-2-185-15,-6-15-486 0</inkml:trace>
  <inkml:trace contextRef="#ctx0" brushRef="#br0" timeOffset="14699.36">27871 10002 1844 0,'0'0'368'0,"0"0"-236"16,0 0 154-16,0 0-166 16,0 0-19-16,-117 94 4 15,109-52-17-15,6-2-36 16,2-6-17-16,4-6-25 16,16-10 11-16,5-9-13 0,-1-8-1 15,-4-1-1 1,-4 0-6-16,-7-7-26 0,-9 0-4 15,0 7 9-15,-9 0 11 16,-15 21 4-16,-5 18 5 16,0 12 1-16,4 9 1 15,10 4 17-15,7-2-9 16,8-5-1-16,0-10-8 16,12-8 0-16,5-12-19 15,14-13-128-15,-4-9-445 16,-4-5-1325-16</inkml:trace>
  <inkml:trace contextRef="#ctx0" brushRef="#br0" timeOffset="20058.18">5873 10668 761 0,'0'0'304'15,"0"0"21"-15,0 0-48 16,0 0-98-16,0 0-70 16,0 0-30-16,-7 4-26 15,7 0-22-15,25-3 9 16,17-1 13-16,21 0-53 16,57 0-69-16,-13 0-273 0,-11-1-853 15</inkml:trace>
  <inkml:trace contextRef="#ctx0" brushRef="#br0" timeOffset="20659.5">8042 10760 1365 0,'0'0'161'0,"0"0"-140"0,0 0 30 15,0 0-51 1,167 7-14-16,-113-4-659 0</inkml:trace>
  <inkml:trace contextRef="#ctx0" brushRef="#br0" timeOffset="23248.7">16997 10645 411 0,'0'0'114'0,"0"0"10"15,0 0-83-15,129-5-41 16,-71 5-15-16,-13 0-25 16,-3 0-244-16</inkml:trace>
  <inkml:trace contextRef="#ctx0" brushRef="#br0" timeOffset="25552.27">28423 10770 1262 0,'0'0'856'0,"0"0"-655"16,0 0 257-16,0 0-330 15,0 0-89-15,0 0-24 16,0 0 0-16,-75 58 21 16,46-18-5-16,-5 2-29 15,8-2 5-15,3-5-7 16,12-5-79-16,11-15-174 16,18-6-414-16,8-9-946 0</inkml:trace>
  <inkml:trace contextRef="#ctx0" brushRef="#br0" timeOffset="26046.72">29224 9922 1575 0,'0'0'291'16,"0"0"-38"-16,0 0-133 0,0 0-77 15,-20 121 112-15,13-54 13 16,3 5-49-16,0-3-31 15,-4-6-17-15,4-17-43 16,-1-11-16-16,-1-12 1 16,2-9-5-16,-2-7 2 15,4-7-8-15,2 0 23 16,0-9 50-16,0-18-36 16,8-4-27-16,5-4-12 15,3 12-2-15,-3 14 1 16,-5 9-12-16,0 20 7 15,-8 22 4-15,0 9 4 16,-2 7 5-16,-19 1-7 16,1-4 5-16,-1-9-4 0,4-8-1 15,6-9 0-15,6-8-45 16,5-10-133-16,23-11-372 16,3 0-458-16</inkml:trace>
  <inkml:trace contextRef="#ctx0" brushRef="#br0" timeOffset="26496.98">29792 10239 1597 0,'0'0'241'16,"0"0"157"-16,0 0-234 16,0 0-114-16,0 0-32 15,-118 68 2-15,94-18-10 16,6 4 26-16,11-1 19 16,7-7-21-16,0-10-18 15,23-11-4-15,6-9-3 16,4-11 2-16,0-5-11 15,-4-9-3-15,-4-17-44 16,-6-9-21-16,-5-6 46 16,-7-3 11-16,-5 0 11 0,-2 6 42 15,0 9 79-15,0 10 29 16,0 13-38-16,0 6-53 16,-2 6-59-16,-5 24 9 15,3 10-9-15,-1 4 9 16,3 2-8-16,2 0 6 15,0-6-7-15,0-1 0 16,9-5-60-16,6-8-194 16,6-10-644-16</inkml:trace>
  <inkml:trace contextRef="#ctx0" brushRef="#br0" timeOffset="26678.34">30009 10619 808 0,'0'0'1268'16,"0"0"-1122"-16,0 0 139 16,0 0-162-16,0 0-73 15,-12 116-31-15,8-87-6 16,2-5-13-16,2-2-1 16,0-8-209-16,0-8-586 0</inkml:trace>
  <inkml:trace contextRef="#ctx0" brushRef="#br0" timeOffset="27173.87">30499 10345 1317 0,'0'0'248'16,"0"0"-63"-16,0 0 48 15,0 0-128-15,-134-8-43 16,94 43 33-16,2 8-27 16,9 6 4-16,9 2 2 15,16-2-29-15,4-7-21 16,6-6-3-16,23-12-10 0,7-10 0 15,2-10-11-15,2-4-33 16,-4-12-68-16,-7-18-111 16,-7-15 53-16,-7-10 98 15,-5-28 43-15,-6-2 18 16,-2-2 24-16,-2-2 41 16,0 29 142-16,0 8 18 15,0 21-18-15,0 16-23 16,0 15-82-16,0 6-89 15,0 32-12-15,0 20 15 16,0 12 14-16,0 7 15 16,0-3-24-16,0-7-8 15,2-14-11-15,7-11-2 16,7-10-36-16,28-16-90 16,-1-9-341-16,3-7-531 0</inkml:trace>
  <inkml:trace contextRef="#ctx0" brushRef="#br0" timeOffset="27489.61">30909 10142 1952 0,'0'0'247'16,"0"0"-27"-16,0 0-89 16,0 0-19-16,-123 126-39 15,104-80-18-15,9 0-28 16,10-11-17-16,0-12 2 15,12-4-11-15,10-12-1 0,0-7 0 16,-2 0-12-16,-4 0-3 16,-10-12 13-16,-3 3-4 15,-3 7 6-15,0 2-1 16,-20 4-1-16,-7 26 2 16,-2 10 0-16,2 13 6 15,8 0-5-15,9 0 9 16,10-7-9-16,0-6 0 15,6-12-1-15,29-12-27 16,-2-10-336-16,-4-6-596 0</inkml:trace>
  <inkml:trace contextRef="#ctx0" brushRef="#br0" timeOffset="27850.05">31025 10922 1250 0,'0'0'1056'0,"0"0"-935"15,0 0 211-15,-121 95-218 16,66-48-71-16,-37 34-43 15,13-11-31-15,4-8-659 0</inkml:trace>
  <inkml:trace contextRef="#ctx0" brushRef="#br0" timeOffset="41272.41">11577 11339 1288 0,'0'0'723'0,"0"0"-482"16,0 0-138-16,0 0 90 15,32 103-39-15,-19-39-28 16,-4 2-25-16,-5 0-17 15,-4-4-41-15,0-8-22 16,-6-7-1-16,-9-14-19 16,-1-7 13-16,5-14-12 15,1-12 5-15,6-7 7 16,4-25-14-16,0-8-6 16,10 1-9-16,11 11 13 15,6 19-6-15,0 10 7 0,-5 57-3 16,-13 13 4-16,-9 15 2 15,0 6 11-15,-18-16-5 16,-4 0 5-16,6-15-13 16,12-17 0-16,4-18-74 15,18-12-227-15,4-11-725 0</inkml:trace>
  <inkml:trace contextRef="#ctx0" brushRef="#br0" timeOffset="46971.26">12266 11596 879 0,'0'0'962'0,"0"0"-653"16,0 0 6-16,0 0-139 15,0 0-100-15,0 0 37 16,17 133 4-16,-11-60-14 15,-2 4-45-15,-4-6-1 16,0-10-43-16,0-11 1 16,0-11-15-16,0-10 17 15,0-11-16-15,0-10 0 0,0-8 9 16,0 0-1-16,0-22-1 16,13-10-7-16,16-8-2 15,12 2 1-15,1 4 0 16,3 12-6-16,-3 14 4 15,-9 8-4-15,-8 8 5 16,-10 21 0-16,-9 6 1 16,-6 5 3-16,-19 3-2 15,-18-3 10-15,-6-3-10 16,-4-4 14-16,4-10-14 16,8-8 5-16,10-11-5 0,12-4-1 15,11-10-9-15,2-14-92 16,40-17-51-16,3 8-178 15,1 3-424-15</inkml:trace>
  <inkml:trace contextRef="#ctx0" brushRef="#br0" timeOffset="47159.72">12808 12071 1491 0,'0'0'325'16,"0"0"72"-16,0 0-45 15,0 0-125-15,0 115-131 16,-4-79-22-16,-6-2-50 16,4-6-10-16,2-7-14 15,4-6-57-15,0-13-160 0,10-2-486 16,6 0-811-16</inkml:trace>
  <inkml:trace contextRef="#ctx0" brushRef="#br0" timeOffset="47442.41">13261 11825 1356 0,'0'0'285'15,"0"0"193"-15,0 0-255 0,0 0-33 16,-123 12-92-16,96 14 0 15,5 8-16-15,7 2-20 16,5 0-28-16,10 0-16 16,0-2-10-16,10-4-7 15,14-3-2-15,2-8 9 16,8-5-17-16,2-5-37 16,6-9-83-16,21 0-178 15,-12-12-262-15,-7-4-492 0</inkml:trace>
  <inkml:trace contextRef="#ctx0" brushRef="#br0" timeOffset="47818.46">13729 11511 1729 0,'0'0'312'15,"0"0"-88"-15,0 0-12 16,0 0-83-16,-87 136-66 16,76-78 29-16,6-2-40 15,5-5-13-15,3-6-37 16,21-13 5-16,5-14-7 16,3-12-24-16,-1-6-61 15,-4-4-31-15,-10-14 55 16,-8 2 25-16,-6 4 36 15,-3 9 9-15,0 3 19 0,-19 19-10 16,-1 15 21-16,-2 8 7 16,2 4-24-16,9-1-4 15,9-6-17-15,2-5 3 16,9-6-4-16,18-5-7 16,2-6-59-16,10 5-63 15,-5-5-264-15,-7-3-555 0</inkml:trace>
  <inkml:trace contextRef="#ctx0" brushRef="#br0" timeOffset="160105.2">14328 11269 1341 0,'0'0'192'0,"0"0"-99"16,0 0 139-1,0 0-107-15,0 0-85 0,0 0 31 16,79 12 71-16,-75 32 35 15,-4 10-34-15,0 9-36 16,2 3-35-16,1-2-11 16,1 0-15-16,2-10-22 15,4-5-4-15,1-15-20 16,2-13 11-16,3-13-2 16,4-8-4-16,-3-8 7 15,2-21 1-15,-9-3-4 16,-5-3-1-16,-5 9-8 0,0 10 0 15,-15 14 2 1,-6 2 4-16,-3 26 15 0,-3 23-21 16,0 15 7-16,5 12-7 15,2 10 5-15,7 0-4 16,3-1-1-16,10-7 2 16,0-12 7-16,2-10-18 15,12-11 0-15,1-12-5 16,-1-8-40-16,-3-6-61 15,-2 8-177-15,-4-5-366 16,-3-3-1047-16</inkml:trace>
  <inkml:trace contextRef="#ctx0" brushRef="#br0" timeOffset="178305.39">14700 12332 1505 0,'0'0'230'0,"0"0"-69"15,0 0 110-15,0 0-154 16,0 0-77-16,0 0 0 15,0 0 16-15,52-12 5 16,-50 12 3-16,-2 5-10 16,0 0 4-16,0 4-24 15,-8-4-9-15,-4-1-5 16,3-1-8-16,5-3-3 16,4 0 4-16,0-5 5 0,0-11-6 15,15-2-12 1,8-1 1-16,1 8-1 0,-1 5 1 15,-6 6-1-15,-5 0-8 16,-8 20 7-16,-4 4 0 16,0 2 0-16,-20 0 1 15,-5-6 0-15,1-3 21 16,6-10-9-16,2-7 5 16,10 0 4-16,3-4 1 15,3-16 0-15,0-1-11 16,9-2-11-16,7 7 1 15,-3 6-1-15,-1 6-9 16,-4 4 8-16,-3 0 0 16,-3 2-7-16,-2 8 8 15,0 0 0-15,0-2-1 0,0-2 0 16,-9-2 1-16,5-4-43 16,2 0-205-16,2 0-517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43:47.3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2953 11328 1644 0,'0'0'213'15,"0"0"149"-15,0 0-90 16,0 0-131-16,0 0-5 15,0 0-45-15,-4 5 13 16,4-1-19-16,0-2-20 16,6-2-34-16,-2 0-5 15,2 0-5-15,-4 0-3 0,0 0 21 16,-2 0-5 0,0-9 13-16,0-3-28 0,0-5 2 15,0 1-11-15,-7-2 11 16,-9-2-15-16,-4 2-5 15,-2-2 0-15,-2 2 0 16,-1 2-2-16,-2 2 8 16,0 1-8-16,3 7 1 15,0 0 0-15,1 5-7 16,1 1 5-16,-1 0-7 16,-1 10 8-16,-2 8 0 15,-1 8-5-15,2 4-1 16,2 4 7-16,6 9-1 15,5 3-8-15,6 5 9 16,6 6-2-16,0 4 1 0,0 6 1 16,14 3 0-16,3 0-1 15,4-1 7-15,3-5-12 16,5-10 7-16,0-8-2 16,5-8 1-16,3-10 0 15,3-8 4-15,1-6-2 16,1-8 5-16,-2-2-7 15,-5-4 19-15,-1 0-18 16,-5 0-1-16,-7-2 1 16,-4-6-1-16,-3 0 0 15,1 2-42-15,2 0-62 16,20-3-81-16,-4-2-131 16,1 1-604-16</inkml:trace>
  <inkml:trace contextRef="#ctx0" brushRef="#br0" timeOffset="362.23">3569 11514 1731 0,'0'0'294'15,"0"0"25"-15,0 0-79 16,0 0-173-16,0 0 12 15,0 0-49-15,0 0-2 16,148 15-22-16,-109-12 0 16,-4 1-6-16,-1-2-70 15,-1 3-223-15,-8-2-273 16,-10 1-499-16</inkml:trace>
  <inkml:trace contextRef="#ctx0" brushRef="#br0" timeOffset="548.73">3640 11814 1530 0,'0'0'400'15,"0"0"-156"-15,0 0 107 16,0 0-219-16,0 0-24 16,0 0-17-16,0 0-45 15,102 17-34-15,-61-17-12 16,14-15-49-16,-10-3-209 15,-5 0-494-15</inkml:trace>
  <inkml:trace contextRef="#ctx0" brushRef="#br0" timeOffset="842.94">4342 11047 1515 0,'0'0'271'16,"0"0"4"-16,0 0-114 16,0 0-80-16,0 0 87 0,8 116-27 15,0-70-13 1,-4 0-74-16,-2-8-33 0,1-3-12 15,-1-8-8-15,-2-6-1 16,2-7-59-16,4-11-135 16,-1-3-408-16,0 0-502 0</inkml:trace>
  <inkml:trace contextRef="#ctx0" brushRef="#br0" timeOffset="992.55">4506 11113 1605 0,'0'0'291'16,"0"0"-127"-16,0 0 134 0,0 0-191 16,-13 142-51-1,11-92-38-15,2 14-18 0,0-11-172 16,0-11-540-16</inkml:trace>
  <inkml:trace contextRef="#ctx0" brushRef="#br0" timeOffset="2350.15">5519 11069 1287 0,'0'0'168'0,"0"0"63"15,0 0-61-15,-114 24-85 16,83-4-3-16,4 6 7 16,5 0-37-16,9 3 14 15,4 3-4-15,7-1-26 16,2 1-11-16,0-2-23 16,15-2 12-16,10-2-13 0,6 1-1 15,6 0 17-15,4 0 2 16,1 4-13-16,-2 1-5 15,-5 3 1-15,-5 5 7 16,-12 4-18-16,-12 2 18 16,-6 1 0-16,0 0 4 15,-22-2 26-15,-2-3 2 16,-7-8-1-16,0-6-8 16,-1-10-9-16,-2-8 0 15,3-8-14-15,-2-2 6 16,4 0-8-16,3-14-1 15,3-4-5-15,7 0-1 16,5-2-1-16,9 0-49 0,2 1-28 16,19-8-130-1,16 6-280-15,0 3-512 0</inkml:trace>
  <inkml:trace contextRef="#ctx0" brushRef="#br0" timeOffset="2823.89">6096 11423 1590 0,'0'0'280'16,"0"0"-67"-16,0 0 14 0,0 0-150 15,-126 21-19 1,103 13-10-16,5 8-2 0,5 7 12 15,4 4-5-15,9-2 1 16,0-2-29-16,11-8 10 16,18-13-26-16,9-10-1 15,7-15 4-15,3-3 5 16,-3-5-7-16,-5-22 2 16,-9-6-12-16,-10-7 0 15,-13-7-7-15,-8-3-8 16,0 4 6-16,-10 8 9 15,-7 12 10-15,2 8 10 0,6 10 39 16,4 8 6 0,3 0-28-16,2 14-20 0,0 16 4 15,0 10 46 1,7 8-21-16,4 5-10 0,5-2-21 16,0-5-1-16,1-5-14 15,-1-7 0-15,-1-12 0 16,-1-6-59-16,-1-10-29 15,1-6-62-15,3-12-111 16,-1-14-297-16,-7-6-723 0</inkml:trace>
  <inkml:trace contextRef="#ctx0" brushRef="#br0" timeOffset="3066.8">6413 11159 502 0,'0'0'1633'0,"0"0"-1345"16,0 0-56-16,0 0-44 16,0 108-7-16,0-50-58 15,0 7-21-15,0-4-42 16,4-4-23-16,5-5-25 16,2-6-11-16,-2-5-1 15,0-6-13-15,-4-3-30 16,3-3-55-16,3-9-35 15,16-16-88-15,0-4-382 16,-2-2-178-16</inkml:trace>
  <inkml:trace contextRef="#ctx0" brushRef="#br0" timeOffset="3231.07">6745 11613 1790 0,'0'0'356'15,"0"0"13"-15,0 0-149 16,0 0-45-16,0 0-91 15,0 0-26-15,16 122-48 16,-10-101-1-16,-1-2-9 16,1-7-25-16,10-12-83 15,-3 0-165-15,-1-4-389 0</inkml:trace>
  <inkml:trace contextRef="#ctx0" brushRef="#br0" timeOffset="3484.31">7004 11650 1748 0,'0'0'332'0,"0"0"153"16,0 0-380-16,0 0-17 15,13 117-24-15,-13-93-27 16,0-8-20-16,0-9-7 16,0-7-1-16,0 0 54 15,0-9 7-15,-7-13-58 16,1-3 10-16,1-3-7 15,5-2-10-15,0-2-5 16,0-1-1-16,0-1-12 16,13 1-18-16,3 5-61 15,13 6-102-15,-3 10-309 16,-1 3-1002-16</inkml:trace>
  <inkml:trace contextRef="#ctx0" brushRef="#br0" timeOffset="3950.56">8051 11436 175 0,'0'0'1485'15,"0"0"-1263"1,0 0 277-16,-116-6-375 0,85 27-42 16,0 16 24-16,4 7-28 15,7 8-10-15,6 2-2 16,12-2-17-16,2-7-30 16,10-9-19-16,13-13 0 15,9-8 0-15,2-13 0 16,-1-2 0-16,1-10-13 15,-5-15-8-15,-6-4 14 16,-6-10 7-16,-7-1 1 16,-2-2-1-16,-6 2 1 15,-2 9 14-15,2 8-2 16,-2 13 52-16,2 10-30 16,3 0-35-16,3 14 6 0,6 14 5 15,1 6 7-15,1 4-11 16,-1-1-6-16,1-2-1 15,2-6-20-15,18-5-77 16,-5-9-242-16,1-6-893 0</inkml:trace>
  <inkml:trace contextRef="#ctx0" brushRef="#br0" timeOffset="4332.31">9159 11442 1691 0,'0'0'247'16,"0"0"237"-16,0 0-279 16,0 0-111-16,-116-19-22 15,87 35-3-15,0 16-1 16,2 7-3-16,7 6 23 0,9 4-33 16,11-3-11-16,0-3-29 15,16-7-12-15,15-7-3 16,7-8 0-16,4-9-15 15,3-6-49-15,-1-6-57 16,19-4-180-16,-12-14-443 16,-11-6-680-16</inkml:trace>
  <inkml:trace contextRef="#ctx0" brushRef="#br0" timeOffset="4513.56">9407 11497 773 0,'0'0'1261'16,"0"0"-781"-16,0 0-224 15,0 0-154-15,0 0-83 0,0 0 18 16,0 0-1 0,10 113-21-16,-3-71-1 0,0-1-14 15,-2-8-9-15,-1-6-54 16,2-12-86-16,3-15-170 16,1 0-253-16,-4-17-1159 0</inkml:trace>
  <inkml:trace contextRef="#ctx0" brushRef="#br0" timeOffset="4656.37">9384 11369 1920 0,'0'0'260'16,"0"0"-58"-16,0 0-202 0,0 0-19 15,0 0-310-15,0 0-558 16</inkml:trace>
  <inkml:trace contextRef="#ctx0" brushRef="#br0" timeOffset="4964.81">9888 11522 1380 0,'0'0'227'0,"0"0"77"0,0 0-14 16,0 0-195-16,-134 14-29 15,105 14 1-15,2 6-4 16,8 4 39-16,7 2 25 16,10-4-53-16,2-4-20 15,14-5-37-15,17-7-8 16,6-6 7-16,5-7-15 15,-1-3 5-15,-1-1-6 16,0-3-68-16,11 0-92 16,-11-10-198-16,-1-5-430 0</inkml:trace>
  <inkml:trace contextRef="#ctx0" brushRef="#br0" timeOffset="5196.95">10142 11253 2102 0,'0'0'273'16,"0"0"59"-16,0 0-232 15,0 0-52-15,0 0 41 16,27 130 22-16,-23-62-23 16,-2 10-14-16,-2-6-43 15,0-1-9-15,0-10-22 16,0-14-6-16,5-8-46 15,4-15-62-15,11-24-78 16,0 0-545-16,-2-9-730 0</inkml:trace>
  <inkml:trace contextRef="#ctx0" brushRef="#br0" timeOffset="5517.6">10497 11485 1713 0,'0'0'301'0,"0"0"-86"16,0 0 123-16,-54 128-179 16,54-79-60-16,0-1-39 15,9-5-28-15,15-7-24 16,8-11-2-16,-1-10-5 16,4-13 13-16,-1-2-13 15,-5-17 20-15,-5-12-14 0,-5-5 2 16,-13-5-7-16,-6 0 26 15,0 1 1-15,-9 1-3 16,-11 5 9-16,-3 6-19 16,2 8 4-16,0 6-20 15,5 6-1-15,6 6-11 16,1 0-25-16,5 0-53 16,4 13-110-16,4 0-442 15,9-5-630-15</inkml:trace>
  <inkml:trace contextRef="#ctx0" brushRef="#br0" timeOffset="5901.96">10929 11532 2049 0,'0'0'232'0,"0"0"60"15,0 0-117-15,27 108-75 16,-12-62-20-16,3-2-42 15,0-6-14-15,-2-8-15 16,2-12-5-16,1-11 2 16,6-7 8-16,4-2-1 15,0-21-4-15,-4-2 8 16,-5-8-16-16,-7 0 10 16,-7-6-11-16,-3-1 16 15,-3-4-5-15,0 3 2 16,0 2-12-16,0 11 6 15,0 8-5-15,2 12-2 16,3 8-15-16,-1 0-21 16,3 12 30-16,2 16 6 0,-1 6-1 15,0 2 1-15,-2-2-1 16,-2-4 0-16,1-2-5 16,3-7-31-16,19-3-77 15,0-7-264-15,0-4-687 0</inkml:trace>
  <inkml:trace contextRef="#ctx0" brushRef="#br0" timeOffset="6488">11778 11568 1242 0,'0'0'663'0,"0"0"-451"16,0 0 179-16,0 0-184 16,0 0-98-16,0 0-45 15,0 0-16-15,-124-57-18 16,92 82 10-16,3 7-11 16,5 6-7-16,11 4 2 15,5-1-18-15,8-5-2 16,0-7-4-16,19-8 0 15,10-11-9-15,2-8 9 16,4-2-1-16,-4-4-26 16,-4-16-10-16,-4-4 4 15,-8-5 15-15,-3-1-20 0,-6 2 37 16,-4 2 1 0,0 8 8-16,-2 6 25 0,3 8 28 15,-1 4-24-15,0 0-37 16,5 22 1-16,0 11 9 15,2 6 16-15,-3 4-17 16,4-1-8-16,-4-6-1 16,3-6 0-16,-1-7-57 15,4-16-125-15,-3-5-546 16,-3-2-1154-16</inkml:trace>
  <inkml:trace contextRef="#ctx0" brushRef="#br0" timeOffset="6923.34">12922 11260 1363 0,'0'0'789'15,"0"0"-557"-15,0 0 135 16,0 0-259-16,0 0-47 16,0 0 42-16,9 156 3 15,-3-84-40-15,1 2-31 16,-2-6-19-16,-1-5-15 16,-1-13 2-16,-1-13-3 15,2-8-25-15,5-15-89 16,29-14-76-16,-4-11-306 15,3-12-301-15</inkml:trace>
  <inkml:trace contextRef="#ctx0" brushRef="#br0" timeOffset="7200.14">13249 11508 1622 0,'0'0'326'16,"0"0"-142"-16,0 0 105 15,0 0-151-15,-21 116-32 16,21-76-36-16,8-6-30 15,21-7-27-15,9-12 5 16,5-11-3-16,-1-4 8 16,-5-1-11-16,-10-21 0 15,-13-3 26-15,-9-3-2 16,-5 0 17-16,-7-2-25 16,-13 4 11-16,-5 0-12 15,0 6-8-15,6 2-13 0,3 6-6 16,9 1-1-16,7 6-36 15,0-2-74-15,27-4-156 16,9 1-524-16,1 0-366 0</inkml:trace>
  <inkml:trace contextRef="#ctx0" brushRef="#br0" timeOffset="7434.95">13581 11485 1287 0,'0'0'222'0,"0"0"264"16,0 0-252-16,0 0-49 15,66 123-25-15,-42-87-46 16,-4 2-50-16,-7-2-36 0,-6-3-6 16,-7-5-20-16,0-5 19 15,-14-4-8-15,-10-6 4 16,-2-1-16-16,-1-11 11 16,2-1-12-16,5 0-6 15,5 0-104-15,5-4-173 16,6-6-245-16,4-7-246 15,0 3 19-15,0 3 455 0</inkml:trace>
  <inkml:trace contextRef="#ctx0" brushRef="#br0" timeOffset="8342.95">11484 11522 1033 0,'0'0'245'0,"0"0"-173"16,0 0 1-16,0 0 1 16,-7 116 14-16,7-78-2 15,5 0-40-15,-1-4-11 16,-2-6 4-16,-2-7-4 15,0-4-9-15,0-5-17 0,0-1 5 16,0-8-14-16,-2-3-34 16,-2-3-147-16,1-13-596 0</inkml:trace>
  <inkml:trace contextRef="#ctx0" brushRef="#br0" timeOffset="8537.69">11493 11305 1916 0,'0'0'365'16,"0"0"-113"-16,0 0-88 0,0 0-118 16,0 0-46-1,0 0-33-15,0 0-87 0,3 14-250 16,5 0-394-16</inkml:trace>
  <inkml:trace contextRef="#ctx0" brushRef="#br0" timeOffset="9536.15">14536 11135 1582 0,'0'0'541'16,"0"0"-218"-16,0 0-99 0,0 0-170 16,0 0-3-16,17 170 23 15,-5-83 8-15,1 1-25 16,3-4-31-16,-1-6-1 15,-1-12-25-15,-3-13 1 16,-3-16 0-16,0-14-1 16,-6-15-4-16,0-8 4 15,-2-13-1-15,0-18-9 16,0-10 3-16,0-5-8 16,-6 2 15-16,-15 3 0 15,-6 3 1-15,-2 6-1 16,-4 9 0-16,-2 11 0 15,-1 8-2-15,-3 4 2 0,8 10 0 16,2 19-2 0,10 4 7-16,9 6-6 0,10 5 2 15,0-7 6-15,16 0-7 16,13-9-6-16,7-6 6 16,8-7-1-16,5-2-35 15,28-12-166-15,-15-1-362 16,-6 0-929-16</inkml:trace>
  <inkml:trace contextRef="#ctx0" brushRef="#br0" timeOffset="9874.28">14986 11510 1810 0,'0'0'371'0,"0"0"-155"16,0 0 41-16,0 0-181 15,-122 86-22-15,112-32-3 16,10 4 0-16,0-1-20 16,12-8 0-16,15-10-25 15,6-17-4-15,7-14 5 16,2-8 5-16,3-18 8 16,-7-14-20-16,-9-7 0 15,-9-1 0-15,-11 0 12 16,-9 2-11-16,0 4 34 15,-18 5-2-15,-6 2-3 16,-3 7 0-16,0 6-29 0,5 5 13 16,1 4-14-16,4 5-8 15,3 0-44-15,14 17-60 16,0 3-206-16,5-3-666 0</inkml:trace>
  <inkml:trace contextRef="#ctx0" brushRef="#br0" timeOffset="10384.04">15396 11615 1809 0,'0'0'235'16,"0"0"142"-16,0 0-99 0,-2 125-156 15,4-89-56 1,7-5-33-16,-2-9-24 0,-5-8-5 15,-2-8-2-15,0-6-2 16,0 0 13-16,0-16 4 16,-6-15-16-16,3-4 11 15,3-7-12-15,0-1 0 16,3 5 0-16,16 8-3 16,6 8 3-16,6 10 10 15,0 12 3-15,1 2-13 16,-3 26-1-16,-9 10 0 15,-7 7 0-15,-7 2 1 16,-6-4 1-16,0-7 8 16,0-9-8-16,0-13-1 15,-4-14 0-15,2 0 1 0,-2-20-1 16,4-15-1-16,0-9 0 16,0-5 1-16,6 1 9 15,14 5-8-15,5 8 9 16,4 13-8-16,-2 13 20 15,-3 9-7-15,-2 3 7 16,-1 25 26-16,-6 8 0 16,-3 2-4-16,-4 0-19 15,1-1-8-15,-1-7-17 16,6-6-9-16,15-6-73 16,-2-9-126-16,0-6-652 0</inkml:trace>
  <inkml:trace contextRef="#ctx0" brushRef="#br0" timeOffset="10556.94">16257 11502 2335 0,'0'0'389'0,"0"0"-208"16,0 0 1-16,0 0-69 16,0 112-64-16,0-72 1 15,0-5-40-15,0-7-10 16,5-6-81-16,12-8-95 15,-1-9-121-15,-3-5-577 0</inkml:trace>
  <inkml:trace contextRef="#ctx0" brushRef="#br0" timeOffset="10909.95">16549 11532 1874 0,'0'0'233'0,"0"0"51"16,0 0-32-16,-7 108-153 16,7-66-16-16,0-2-21 15,0-6-42-15,0-7-1 16,0-12-18-16,0-6-1 16,0-9 1-16,0 0 17 15,-4-14-11-15,0-12 4 16,4-6-4-16,0-5 2 15,12 1 48-15,11 0 0 0,2 8 12 16,-4 6-9 0,2 12-6-16,-5 10-33 0,-3 2-20 15,-1 28 0-15,-5 8 9 16,-5 6 1-16,-4 2-10 16,0-5-2-16,4-7-60 15,19-12-85-15,-1-11-197 16,7-8-1026-16</inkml:trace>
  <inkml:trace contextRef="#ctx0" brushRef="#br0" timeOffset="11346.26">17155 11552 599 0,'0'0'1539'0,"0"0"-1254"15,0 0 38-15,-116 14-185 16,92 14-100-16,10 6 13 15,8 5-9-15,6-6-3 16,0-3-20-16,13-12-13 16,11-8-6-16,3-10 9 15,2 0 6-15,-4-10-15 16,-3-13-12-16,-6-6-13 16,-6-3-5-16,-2 1-1 15,-4-1 24-15,-4 11 7 16,2 5 7-16,1 12 8 0,1 4-6 15,2 6-9 1,6 29-6-16,1 11 6 0,-2 14 27 16,-4 4 12-16,-5-1-5 15,-2-4 1-15,0-11-4 16,-11-10 8-16,-9-9 3 16,-4-10-16-16,-3-7-1 15,0-5-9-15,-2-7 5 16,4 0-20-16,6 0 10 15,3-11-11-15,5-2-29 16,11-4-45-16,0-3-58 16,27-22-88-16,10 3-495 15,1-2-793-15</inkml:trace>
  <inkml:trace contextRef="#ctx0" brushRef="#br0" timeOffset="11609.41">17396 11642 1739 0,'0'0'257'16,"0"0"129"-16,0 0-114 16,8 131-171-16,17-99-64 15,11-12-19-15,4-14 8 16,0-6-11-16,-4-6-6 16,-7-18-8-16,-11-2 11 15,-7-2-4-15,-7 2 9 16,-4-1 28-16,0 1 14 15,-15 2-7-15,-5 2-15 16,-3 4-8-16,4 4-19 0,3 4-10 16,7 5-24-16,9 5-62 15,0 0-130-15,0 0-536 0</inkml:trace>
  <inkml:trace contextRef="#ctx0" brushRef="#br0" timeOffset="11869.59">17828 11575 1962 0,'0'0'229'0,"0"0"-66"0,0 0 16 16,27 105-110-1,-11-64-44-15,-3-1-18 0,-11-3 6 16,-2-1-12-16,0-3 15 15,-23-7 22-15,0-6 25 16,-4-3-26-16,2-10-19 16,5-7-6-16,7 0-11 15,6-7-1-15,7-25-72 16,11 6-199-16,10 0-530 0</inkml:trace>
  <inkml:trace contextRef="#ctx0" brushRef="#br0" timeOffset="12496.07">18201 11099 1242 0,'0'0'761'15,"0"0"-529"-15,0 0 129 16,0 0-212-16,0 0-42 15,0 0 25-15,-20 127-41 16,20-81-49-16,0-4-25 16,0-9-17-16,4-4 0 15,5-12-76-15,7-10-108 16,-1-7-547-16,-1 0-1251 0</inkml:trace>
  <inkml:trace contextRef="#ctx0" brushRef="#br0" timeOffset="12613.98">18355 11187 2009 0,'0'0'315'0,"0"0"-135"16,0 0-3-16,0 0-114 15,-16 118-63-15,9-69-48 16,1-5-653-16</inkml:trace>
  <inkml:trace contextRef="#ctx0" brushRef="#br0" timeOffset="21541.09">2890 13266 745 0,'0'0'377'16,"0"0"119"-16,0 0-236 16,0 0-36-16,0 0-8 15,0 0-38-15,-17-27-46 16,15 25-6-16,-1 2-25 16,1 0-55-16,2 0-32 15,0 12-14-15,0 11 0 16,0 12 0-16,0 7 17 15,0 6 2-15,7 5-2 0,-2 0 2 16,-1 1-18 0,0-4 22-16,-4-2-16 0,0-3 4 15,0-7-11-15,0-2 8 16,0-8-7-16,0-5 7 16,-6-4-6-16,4-5-2 15,-3-4 8-15,3 0-7 16,-3-2-1-16,3-2 0 15,-1 0 1-15,3 0-1 16,-2-1 0-16,0 0 1 16,2-1-1-16,-2 2 0 15,0-1 8-15,2-2-8 16,0 1 0-16,0 1 0 16,0 0-6-16,0-3 6 15,4 3-1-15,12-3 1 0,11-2 36 16,6 0 7-16,5 0 8 15,0 0-21-15,-1-2 5 16,-8-3-19-16,-4 3-4 16,-4 0-11-16,-4 2-1 15,1 0-1-15,-3 0 1 16,3 0 0-16,1 0-39 16,0 0-42-16,4 0-60 15,3 0-29-15,19-5-136 16,-5-4-287-16,-4 1-399 0</inkml:trace>
  <inkml:trace contextRef="#ctx0" brushRef="#br0" timeOffset="21887.3">3804 13469 1245 0,'0'0'581'0,"0"0"-429"15,0 0 142-15,0 0-218 16,0 0-20-16,0 0-7 16,0 0-7-16,106 16-20 15,-69-16-7-15,1 0-5 16,-3 0-10-16,2 0-121 16,-10 0-213-16,-12 0-360 0</inkml:trace>
  <inkml:trace contextRef="#ctx0" brushRef="#br0" timeOffset="22052.55">3934 13733 1018 0,'0'0'708'0,"0"0"-563"16,0 0 203-16,0 0-231 15,0 0-49-15,0 0-55 16,150-7-13-16,-95 2-171 15,-6 5-517-15</inkml:trace>
  <inkml:trace contextRef="#ctx0" brushRef="#br0" timeOffset="22533.73">4741 12683 1774 0,'0'0'343'16,"0"0"-207"-16,0 0-4 16,0 0-83-16,0 0 20 15,0 0-8-15,37 131-43 16,-25-98 2-16,-3-4-20 16,-3-4 0-16,2-6-16 15,0-7-185-15,1-8-360 16,-5-4-1185-16</inkml:trace>
  <inkml:trace contextRef="#ctx0" brushRef="#br0" timeOffset="22683.25">4915 12751 1746 0,'0'0'274'16,"0"0"-89"-16,0 0 46 15,0 103-145-15,4-66-53 16,9-1-33-16,12 8-46 15,-3-7-252-15,-6-9-548 0</inkml:trace>
  <inkml:trace contextRef="#ctx0" brushRef="#br0" timeOffset="23808.74">8308 13036 1612 0,'0'0'349'0,"0"0"-21"15,0 0-151-15,0 0-66 16,0 0 11-16,0 0-26 16,17 116-24-16,-10-82-53 15,-2-2 3-15,1-1-21 16,1-8-1-16,9 2-66 15,-1-10-228-15,-1-6-403 0</inkml:trace>
  <inkml:trace contextRef="#ctx0" brushRef="#br0" timeOffset="23957.62">8564 13046 1866 0,'0'0'317'0,"0"0"-217"16,0 0 78-16,0 0-82 15,20 118-75-15,-3-77-21 16,20 5-43-16,-6-9-287 16,-5-9-656-16</inkml:trace>
  <inkml:trace contextRef="#ctx0" brushRef="#br0" timeOffset="24791.92">12275 13309 1455 0,'0'0'306'16,"0"0"-114"-16,0 0 273 16,-115-56-315-16,78 52-55 15,0 4 7-15,1 0-35 0,3 19-21 16,0 18-12-16,1 9 7 16,8 7-5-16,3 8-6 15,13-4 5-15,8-8-24 16,0-8-2-16,24-13-9 15,16-14 0-15,10-13 5 16,2-1-5-16,0-17-11 16,-5-14-32-16,-13-7 30 15,-10-6 2-15,-13-5 10 16,-9-4 2-16,-2 1 5 16,0 4 9-16,-6 8 37 15,-6 10-4-15,6 7 20 0,1 10-16 16,3 8-14-16,2 5-38 15,0 0-2 1,9 20 2-16,7 13 3 0,1 7 21 16,-1 6-10-16,-3 2 3 15,-3-4-16-15,-2-6-1 16,-1-6 0-16,-1-8-4 16,2-7-38-16,0-5-58 15,1-7-38-15,9-5-82 16,-1 0-355-16,0 0-128 0</inkml:trace>
  <inkml:trace contextRef="#ctx0" brushRef="#br0" timeOffset="25046.98">12480 12968 2097 0,'0'0'467'15,"0"0"-369"-15,0 0 93 16,0 0-49-16,0 0-6 16,65 148-49-16,-47-80-31 15,-7 4-4-15,-1-2-37 16,-6-7-2-16,0-9-4 16,3-9-9-16,-3-13-24 15,5-6-52-15,2-8-68 0,14-9-68 16,-3 0-347-1,0-8-690-15</inkml:trace>
  <inkml:trace contextRef="#ctx0" brushRef="#br0" timeOffset="25470.18">13735 12809 1713 0,'0'0'323'0,"0"0"138"15,0 0-301-15,0 0-127 16,0 0 22-16,-35 116 27 16,26-45-3-16,0 5-14 15,9 2-25-15,0-2 11 16,11-5-26-16,18-13 1 16,4-9-19-16,3-14-1 15,-1-9-5-15,-2-10 1 16,-5-6-1-16,1-8 0 0,-2-2-1 15,2 0-50-15,-3 0-12 16,-1-4-42-16,0-4-48 16,-6 3-107-16,-3-4-274 0</inkml:trace>
  <inkml:trace contextRef="#ctx0" brushRef="#br0" timeOffset="25887.64">14277 13343 314 0,'0'0'1508'15,"0"0"-1335"-15,0 0 211 16,0 0-262-16,0 0-80 15,0 0-28-15,159-56 0 16,-117 40-13-16,-7-1 8 16,-8 2-8-16,-8-2 6 15,-13 3-7-15,-6-1 8 16,0 1-7-16,-14-1 10 16,-7 3 2-16,-9 5-12 15,4 4 16-15,-1 3-1 16,2 3 2-16,5 16-6 15,2 11 10-15,8 6 13 16,2 9-1-16,8 1 12 0,0 0-11 16,10-9-8-1,13-4-27-15,9-11 0 0,8-10-1 16,7-10-35-16,29-2-110 16,-11-18-390-16,-10-4-490 0</inkml:trace>
  <inkml:trace contextRef="#ctx0" brushRef="#br0" timeOffset="26449.69">14966 13101 1892 0,'0'0'477'0,"0"0"-257"15,-133-3 5-15,85 18-155 16,13 14-15-16,8 11-4 15,12 10-6-15,12 5-14 16,3-3 5-16,12-8-25 16,23-9-10-16,9-14 0 15,8-15 11-15,4-6-12 16,-5-10-5-16,-4-21-40 16,-12-6 1-16,-10-4 15 15,-9-1 4-15,-8 5 7 16,-3 8 18-16,-5 9 5 15,2 11 16-15,0 9-5 16,6 0-16-16,0 23-14 16,3 12 14-16,3 6 2 0,1 4 5 15,-1-3 1-15,-3-6 2 16,-3-8-10-16,-3-12 0 16,-3-9 5-16,-2-7-4 15,0 0 15-15,0-12-3 16,0-20-12-16,5-7-1 15,4-6-1-15,4-1 1 16,7 5 9-16,5 6 29 16,4 9-23-16,2 12 24 15,0 13-17-15,2 1-5 16,-1 23-10-16,-3 13 20 16,-7 6-12-16,-9 0 6 15,-4-3-9-15,-7-5-11 0,-2-8-1 16,0-6-3-1,0-10-36-15,-2-6-82 0,-13-4-29 16,3-12-230-16,-1-5-531 0</inkml:trace>
  <inkml:trace contextRef="#ctx0" brushRef="#br0" timeOffset="26633.91">14984 12883 2118 0,'0'0'246'15,"0"0"-133"-15,0 0-66 16,0 0-47-16,0 0-281 16,0 0-915-16</inkml:trace>
  <inkml:trace contextRef="#ctx0" brushRef="#br0" timeOffset="27510.06">16272 13200 221 0,'0'0'1391'15,"0"0"-1184"-15,0 0 140 16,0 0-166-16,0 0-124 16,-116 5-37-16,112 34 6 15,4 10-15-15,0 7 17 16,2-4-4-16,21-8 3 16,3-10-27-16,10-16 0 15,4-12 25-15,3-6 4 16,-1-14-13-16,-5-16-15 0,-8-11-1 15,-13-5-28-15,-9-7-3 16,-7-8 19-16,0-1 12 16,-9 2 1-16,-3 8 29 15,2 14 70-15,1 14 4 16,2 14 4-16,4 10-52 16,3 0-41-16,0 26-13 15,0 14-3-15,0 12 2 16,6 4-1-16,9 0 1 15,7-3 7-15,10-11-8 16,5-12 0-16,13-14 7 16,0-12-7-16,4-4-1 0,-5-15-42 15,-9-14 8 1,-13-7-3-16,-14-5 18 0,-8 4 7 16,-5 6 13-16,0 9 6 15,-16 12 16-15,-2 10 16 16,-1 5-38-16,-2 27 8 15,4 9-7-15,5 12-1 16,8 5 6-16,4-2 12 16,6-5-10-16,17-10-7 15,6-10 1-15,4-8-2 16,3-11-24-16,26-8-94 16,-8-4-233-16,-7 0-716 0</inkml:trace>
  <inkml:trace contextRef="#ctx0" brushRef="#br0" timeOffset="28396.29">18096 12846 1358 0,'0'0'380'0,"0"0"-91"15,0 0 78-15,0 0-194 16,0 0-73-16,0 0-16 15,0 0-13-15,-29-47-29 16,24 45 4-16,-1 1-4 16,-6 1-9-16,-1 0 2 15,-9 0-19-15,-5 0 14 16,-2 5-29-16,-5 8 22 16,1 3-2-16,2 4-6 15,2 6-8-15,4 6 7 16,6 4-13-16,0 5 8 15,7 6 11-15,2 3-20 0,8 1 13 16,2-2-13-16,7-1 5 16,17 1-5-16,9-5-1 15,6-7 0-15,3-6 1 16,1-7 1-16,1-12 5 16,0-9-12-16,-1-3-2 15,-5-3-4-15,-7-17-7 16,-2-6 18-16,-9-4-6 15,-5 0 7-15,-5 0 1 16,-8 0-1-16,-2 1 6 16,0 4-6-16,0 0 0 15,-2 5 0-15,-12 6 7 16,1 2-7-16,-3 4 0 16,1 4-3-16,-3 4 3 0,-3 0 0 15,0 0-7-15,-4 4 1 16,2 6 5-16,1 0 1 15,3 1 1-15,2-4 0 16,9-1 0-16,3-4-1 16,5 0-5-16,0-2 5 15,0 0 20-15,7 0-20 16,13-5 21-16,2-7-21 16,7 0 12-16,0-2-12 15,2 7 1-15,-2 2-1 16,-4 5 0-16,0 0-1 15,-5 0-8-15,-7 17 9 16,-4 7-28-16,-5 7 27 0,-4 2 2 16,0 2 2-16,0-1-3 15,0-4-2-15,0-6-22 16,0-6-39-16,0-6-61 16,25-4-185-16,-1-6-338 15,-1-2-548-15</inkml:trace>
  <inkml:trace contextRef="#ctx0" brushRef="#br0" timeOffset="28981.67">18660 13307 1470 0,'0'0'262'15,"0"0"297"-15,0 0-367 16,-2 116-93-16,2-89-42 16,0-4-32-16,0-11-16 15,0-8 2-15,0-4 3 16,0 0 13-16,-2-20-3 15,-6-8-11-15,2-4-12 0,4-8 19 16,2 0-8 0,0-1-12-16,4 6-2 0,14 4-48 15,2 12-47-15,0 5 0 16,0 7 32-16,0 7 49 16,5 0 16-16,4 0 0 15,6 0 7-15,8 4 10 16,1-4 2-16,-1 0-10 15,-10 0-2-15,-8 0-1 16,-14 0 3-16,-7-4 24 16,-4 2 20-16,0 1 38 15,-6-2-56-15,-12 3-17 16,-5 0-17-16,1 0 9 16,-4 15-1-16,1 6 4 15,2 7-3-15,2 8-9 0,2 4 36 16,7 2-7-16,4 1 1 15,8-7-17-15,0-8-14 16,16-5-1-16,9-14 1 16,6-5 0-16,20-4-64 15,-4-4-163-15,-9-10-488 0</inkml:trace>
  <inkml:trace contextRef="#ctx0" brushRef="#br0" timeOffset="29409.36">19350 13293 1267 0,'0'0'583'0,"0"0"-445"15,0 0 214-15,0 0-209 16,0 0-108-16,0 0-35 16,0 0-80-16,-2 0 4 0,2 0 56 15,0 0 20 1,0-5 11-16,0 0 63 0,0-2 24 15,0 2 33-15,0-1 9 16,0 2 3-16,0 4-62 16,0 0-58-16,0 5-23 15,0 17 0-15,0 4 0 16,0 6 7-16,0-3-8 16,0-3 1-16,0-4-34 15,21 0-107-15,-1-8-473 16,2-4-713-16</inkml:trace>
  <inkml:trace contextRef="#ctx0" brushRef="#br0" timeOffset="29739.94">19794 13017 1505 0,'0'0'281'16,"0"0"-130"-16,0 0 352 15,-58-108-323-15,50 92-38 16,1 11-10-16,3 5-49 16,-1 12-71-16,0 25 0 15,3 22 12-15,-4 13 25 16,1 10 9-16,-4 7-14 0,2-3 8 15,-1-7-20 1,3-10-8-16,1-15-24 0,4-12 6 16,0-15-6-16,0-11-38 15,6-16-91-15,7 0-136 16,-1-7-554-16</inkml:trace>
  <inkml:trace contextRef="#ctx0" brushRef="#br0" timeOffset="29905.35">19696 13377 1857 0,'0'0'626'0,"0"0"-563"16,0 0 72-16,0 0-135 16,130-44-196-16,-43 37-130 15,-12 4-152-15,-1-1-1069 0</inkml:trace>
  <inkml:trace contextRef="#ctx0" brushRef="#br0" timeOffset="30121.26">20392 13016 1719 0,'0'0'392'0,"0"0"-179"15,0 0 30-15,0 0-110 16,0 0-93-16,0 0-25 15,0 0 16-15,-60 97 37 0,53-26-13 16,0 8-9-16,3-5-14 16,1-7-10-16,3-9-21 15,0-15-1-15,0-14-41 16,0-14-231-16,0-10-706 0</inkml:trace>
  <inkml:trace contextRef="#ctx0" brushRef="#br0" timeOffset="30258.43">20236 13392 2189 0,'0'0'376'0,"0"0"-112"15,0 0-129-15,0 0-135 16,0 0-34-16,113 0-21 0,-39 0-239 16,-7 0-322-16</inkml:trace>
  <inkml:trace contextRef="#ctx0" brushRef="#br0" timeOffset="30513.4">21319 13066 1572 0,'0'0'674'16,"0"0"-521"-16,0 0 89 16,0 0-57-16,0 0-66 0,0 141-45 15,0-104-40-15,0-5-31 16,0-8-3-16,20-13-105 16,1-10-186-16,-4-1-544 0</inkml:trace>
  <inkml:trace contextRef="#ctx0" brushRef="#br0" timeOffset="30647.9">21533 13101 2199 0,'0'0'298'0,"0"0"-42"0,0 0-98 16,0 0-99 0,-5 125-50-16,5-79-9 0,0-7-163 15,0-13-533-15</inkml:trace>
  <inkml:trace contextRef="#ctx0" brushRef="#br0" timeOffset="31039.49">22010 12726 1237 0,'0'0'585'0,"0"0"-482"15,0 0 386-15,0 0-427 16,0 0-35-16,0 0-8 16,0 0-10-16,-2 92-8 15,2-63 0-15,0 10-1 16,0-9-25-16,0-9-525 0</inkml:trace>
  <inkml:trace contextRef="#ctx0" brushRef="#br0" timeOffset="31218.14">22155 12733 62 0,'0'0'2248'0,"0"0"-1957"16,0 0-115-16,0 0-43 15,0 0-66-15,5 143-56 0,-5-96-11 16,0 4-12 0,0 7-109-16,-9-12-265 0,-3-10-545 0</inkml:trace>
  <inkml:trace contextRef="#ctx0" brushRef="#br0" timeOffset="74041.03">3339 15262 750 0,'0'0'126'16,"0"0"35"-16,0 0 106 15,0 0-87-15,0 0-17 16,0 0 50-16,60-8 20 0,-58 4-28 16,0 2-17-16,-2-2-23 15,0 4-45-15,0-4-41 16,0 0-20-16,-4 0-33 16,-5 2 4-16,-5-2-8 15,-1-1-2-15,-1 2 1 16,-1 3 1-16,-3 0 3 15,-3 0-19-15,0 0 3 16,2 8-9-16,-2 2 0 16,3 4 0-16,1 6 0 15,2 1 0-15,2 8 0 16,4-1-2-16,4 7-1 16,3 0 3-16,4 1 0 0,0-2 1 15,0-2-1-15,6 0 0 16,15-5 1-16,3-5-1 15,8-4 7-15,1-4-6 16,0-9 8-16,1-1-9 16,-3-1 6-16,-2-3-6 15,-7 0 8-15,-2 0-8 16,-2 0 0-16,-3 0-1 16,3-3-27-16,3-2-33 15,0-5-56-15,20-6-88 16,-5-2-332-16,-1 4-451 0</inkml:trace>
  <inkml:trace contextRef="#ctx0" brushRef="#br0" timeOffset="74386.45">3920 15258 1654 0,'0'0'304'16,"0"0"-17"-16,0 0-56 0,0 0-158 15,0 0-11-15,0 0 10 16,0 0-40-16,108 0-5 16,-73-8-25-16,3 2 11 15,-2 2-13-15,-3 4-86 16,-2 0-167-16,-4 0-133 16,-9 0-198-16,-7 4-572 0</inkml:trace>
  <inkml:trace contextRef="#ctx0" brushRef="#br0" timeOffset="74604.1">4047 15476 1382 0,'0'0'226'0,"0"0"-61"15,0 0 36-15,0 0-62 16,0 0-1-16,0 0 11 15,0 0-37-15,85 28-28 16,-51-28-50-16,1 0-19 16,2 0-15-16,2 0-128 15,-10 0-243-15,-6 0-411 0</inkml:trace>
  <inkml:trace contextRef="#ctx0" brushRef="#br0" timeOffset="77930.38">4745 15258 1267 0,'0'0'184'15,"0"0"191"-15,0 0-109 16,0 0-101-16,0 0-45 16,0 0 2-16,125-88-39 15,-87 77-2-15,-2 6-35 16,-3 5-22-16,-6 0-17 15,-2 0 1-15,-10 16-8 16,-6 0 1-16,-6 6 0 16,-3 2 0-16,-8 2 6 15,-13 2-6-15,-6 2 6 0,-2 0-6 16,0-2 14-16,4-2-6 16,5-4 3-16,7-3 0 15,2-6 0-15,6-1 0 16,0-2-11-16,5-2 24 15,0-2-5-15,0-2 9 16,0 1-2-16,16-5 23 16,4 0 5-16,2 0-4 15,3 0-20-15,0-5-16 16,-4 1-7-16,0 1 1 16,-1 0-15-16,-3 1 6 15,6 0-11-15,2 2-41 16,4-4-26-16,24-10-64 0,-6 6-152 15,-4-5-517-15</inkml:trace>
  <inkml:trace contextRef="#ctx0" brushRef="#br0" timeOffset="78336.59">5497 15078 1045 0,'0'0'489'16,"0"0"-364"-16,0 0 171 15,0 0-171-15,0 0-66 0,0 0 41 16,0 0-16 0,-83 63 22-16,83-41 5 0,0 1-29 15,2-5-16-15,18-1-1 16,7-8 7-16,11-3-24 15,3-6-1-15,1 0-20 16,-5 0-4-16,-8-8-17 16,-6-2 9-16,-10-4 3 15,-6-4 29-15,-5 2 12 16,-2-3-5-16,0 1-9 16,-7 4-30-16,-8-4-1 15,-3 4-13-15,0 0-1 16,0 7 0-16,3 2 0 15,1 5-24-15,1 0-53 16,-1 0-65-16,-1 8-137 0,3 6-433 16,6 0-817-16</inkml:trace>
  <inkml:trace contextRef="#ctx0" brushRef="#br0" timeOffset="78687.45">5490 15272 1401 0,'0'0'186'0,"0"0"152"16,0 0-152-16,0 0-86 15,0 0 8-15,-54 130-4 16,54-102-39-16,0 0-1 0,21-6-7 16,8-3 17-1,6-14 8-15,9-5-9 0,4 0-31 16,-2-17-27-16,-3-8-9 15,-8 4 3-15,-8-11-9 16,-6 9 0-16,-11-1 11 16,-7 4-4-16,-3 3 29 15,0 0 26-15,-9 7-21 16,-11-2-14-16,-3 5-26 16,-4 4-1-16,3 3-2 15,0 0-5-15,1 3-23 16,5 8-13-16,3 4-38 15,15 5-100-15,0-3-345 16,0-8-346-16</inkml:trace>
  <inkml:trace contextRef="#ctx0" brushRef="#br0" timeOffset="78997.13">6354 15003 1958 0,'0'0'272'0,"0"0"50"16,0 0-118-16,0 0-153 16,0 0-27-16,0 0 85 15,-112 147 6-15,64-79-7 0,2-2-12 16,1 0-36-16,5-7-32 15,11-6-4-15,4-11-24 16,9-8 0-16,8-11 0 16,3-14-16-16,1 0-54 15,4-9-55-15,0-9-53 16,0-13-371-16,0-2-932 0</inkml:trace>
  <inkml:trace contextRef="#ctx0" brushRef="#br0" timeOffset="79253.09">6036 15124 2004 0,'0'0'280'16,"0"0"47"-16,0 0-108 16,0 0-149-16,0 0-43 15,0 0-3-15,0 0-14 16,23-12 14-16,-23 15-13 15,0 1-8-15,0-4-2 16,0 0-1-16,0 0 13 16,0 0 11-16,0 0-24 15,0-6 0-15,0 0-42 16,8 4-89-16,5-2-234 16,1 4-624-16</inkml:trace>
  <inkml:trace contextRef="#ctx0" brushRef="#br0" timeOffset="79573.38">6286 15502 1530 0,'0'0'238'0,"0"0"-130"16,0 0 33-16,0 0-27 15,0 0 16-15,0 0 54 16,0 0-76-16,8 0-5 16,2-3-8-16,-1-2-28 15,-3 5-38-15,-2 0-7 0,-2 0-16 16,-2 0 2 0,0 5-8-16,0 0 31 0,-10 3 26 15,1-4-27-15,3 0-6 16,2-4-23-16,2 0-1 15,2 0-7-15,-4 0-95 16,0 0-141-16,-1 0-474 0</inkml:trace>
  <inkml:trace contextRef="#ctx0" brushRef="#br0" timeOffset="82142.17">7320 15066 123 0,'0'0'1540'16,"0"0"-1258"-16,0 0 49 16,0 0-104-16,0 0-118 15,0 0-23-15,20 0-26 16,-11 17 25-16,0 5 0 15,2 5-6-15,-4 9-24 16,-1 4-16-16,-4 6-3 16,-2 2-16-16,0 0 5 15,0 2-19-15,0-9 8 0,0-2-7 16,-2-7 2 0,0-10-9-16,2-8 2 0,0-1-1 15,0-12 1-15,0 2 7 16,0-3-8-16,2 0 6 15,12 0 6-15,3 0 20 16,4 0-13-16,4 0-8 16,1-3-12-16,-2-2 1 15,1 0-1-15,0 1-16 16,1 3-18-16,3-1-65 16,20-5-46-16,-8 3-200 15,-2-1-611-15</inkml:trace>
  <inkml:trace contextRef="#ctx0" brushRef="#br0" timeOffset="82456.94">8036 15248 1521 0,'0'0'598'0,"0"0"-369"0,0 0 44 16,0 0-117-16,0 0-77 15,0 0-30-15,120-12-27 16,-80 8-1-16,-4 0-21 15,-3 2 0-15,-6 2-88 16,-7 0-124-16,-9 0-155 16,-5 0-351-16</inkml:trace>
  <inkml:trace contextRef="#ctx0" brushRef="#br0" timeOffset="82630.62">8121 15430 1279 0,'0'0'239'0,"0"0"-42"0,0 0 29 16,0 0-95 0,0 0 13-16,0 0 14 0,0 0-73 15,129 24-61-15,-98-24-24 16,11 0-15-16,-11 0-290 16,-4 0-444-16</inkml:trace>
  <inkml:trace contextRef="#ctx0" brushRef="#br0" timeOffset="85120.8">9143 15263 867 0,'0'0'618'0,"0"0"-442"16,0 0 331 0,0 0-290-16,0 0-50 0,0 0 11 15,0 0-70-15,10-23-53 16,5 13-22-16,8 1 3 16,6-3-14-16,4 3-5 15,2-4-8-15,1 8-3 16,-1 5-5-16,-6 0-1 15,-2 0 1-15,-4 4-1 16,-6 14 6-16,-3 4-6 16,-8 6 0-16,-1 6 0 15,-5 3 2-15,0 7 4 16,0 2-5-16,-5-3 18 16,-1-1-17-16,0-2 13 15,1-1-3-15,2-11-2 0,3-8-10 16,0-6 0-1,0-4 0-15,0-10 0 0,0 3 0 16,0-3 0-16,0 0-1 16,0 0-22-16,0 0-2 15,0 0-30-15,-4-16-146 16,-5-2-347-16,-2 1-279 0</inkml:trace>
  <inkml:trace contextRef="#ctx0" brushRef="#br0" timeOffset="85309.73">9249 15508 1642 0,'0'0'378'0,"0"0"-97"15,0 0 23 1,0 0-131-16,0 0-73 0,0 0-30 16,0 0-29-16,153-54-25 15,-92 36-7-15,-1 0-9 16,-2 2-24-16,17-3-140 15,-17 6-185-15,-4 3-389 0</inkml:trace>
  <inkml:trace contextRef="#ctx0" brushRef="#br0" timeOffset="85566.2">10333 15066 1088 0,'0'0'1088'16,"0"0"-951"-16,0 0 38 16,0 0-5-16,0 0-51 15,-71 124-3-15,42-74-15 16,-2 1-10-16,4 0-22 16,3-10-29-16,4-6-23 15,6-7-16-15,6-8-1 16,1-6-17-16,1-7-68 15,-8-7-114-15,5 0-432 16,-3-11-1043-16</inkml:trace>
  <inkml:trace contextRef="#ctx0" brushRef="#br0" timeOffset="85721.61">9999 15204 2208 0,'0'0'305'15,"0"0"-95"-15,0 0-51 16,0 0-139-16,0 0-20 16,0 0-112-16,0 0-254 15,95 17-476-15</inkml:trace>
  <inkml:trace contextRef="#ctx0" brushRef="#br0" timeOffset="85887.32">10318 15487 1846 0,'0'0'387'0,"0"0"105"0,0 0-267 16,0 0-95-16,0 0-73 15,0 0-37-15,0 0-20 16,11 1-30-16,-11-1-88 16,0-4-230-16,0 2-562 0</inkml:trace>
  <inkml:trace contextRef="#ctx0" brushRef="#br0" timeOffset="87650.74">13143 15159 882 0,'0'0'243'15,"0"0"-66"-15,0 0 39 16,0 0-105-16,0 0-12 16,0 0 50-16,0 0-5 15,2-22 8-15,-2 17-10 0,0-2-35 16,-5 6-45-16,-5-4-5 16,-6 1-5-16,-3 2-5 15,0 2-6-15,-4 0-13 16,-1 0-9-16,-1 0-7 15,-1 2 3-15,-1 7-9 16,3 0 13-16,1 8-10 16,3 1 3-16,2 8-4 15,2 1 1-15,5 10 1 16,3-4-1-16,4 6 3 16,4-6-12-16,0-1 14 15,15-5-2-15,9-3 37 0,10-8-10 16,5-2 0-16,7-8-12 15,-2-6-5-15,3 0-9 16,-1 0-5-16,-1 0-7 16,-5-2-1-16,-2-5 9 15,-5-4-9-15,-2-3 0 16,-2 7-33-16,-2-8-20 16,-2 7-76-16,13-2-148 15,-5 6-441-15,-2 2-570 0</inkml:trace>
  <inkml:trace contextRef="#ctx0" brushRef="#br0" timeOffset="88177.22">14052 15499 1109 0,'0'0'261'0,"0"0"25"15,0 0-62-15,0 0-95 16,0 0 28-16,0 0 10 16,0 0-32-16,-47-77-27 15,40 59-2-15,1-3-28 16,2-2-7-16,2-5-21 15,-1 0-12-15,3 0-14 0,0-4 2 16,3 1-10-16,9 4-8 16,7 0-5-16,2 4-3 15,4 2 0-15,0 3-1 16,-3 8-1-16,-2 2 2 16,0 8 0-16,-2 0 1 15,0 10 0-15,2 10 0 16,0 7-1-16,-2 2 10 15,0 6-10-15,-5 1 0 16,1 4 1-16,-8 0 0 16,3-6 0-16,-5-1-1 15,0 2 1-15,2-9 0 0,-2-2-1 16,0-2 0-16,1 0-1 16,-1-10-39-16,-2 2-54 15,2-4-87-15,0-1-51 16,0-5-114-16,-2-4-266 15,5 0-412-15</inkml:trace>
  <inkml:trace contextRef="#ctx0" brushRef="#br0" timeOffset="88741.11">14763 15043 1280 0,'0'0'340'15,"0"0"-96"-15,0 0 34 16,0 0-148-16,0 0-56 15,0 0 26-15,0 0 4 16,29 76-17-16,-27-48-3 16,-2 7 1-16,0-4-33 15,0 4-23-15,0-4-15 0,-2-2-12 16,0-3 9 0,0 0-10-16,2-8 3 0,0-4-3 15,0-2 0-15,0-1 0 16,0-4 10-16,0-3-10 15,6 2 17-15,4-2 18 16,-2 1-10-16,3 0-4 16,3-3-10-16,1 4 0 15,-1-6-5-15,1 0 13 16,-1 0-2-16,1 0 4 16,1 0-4-16,-3 0-4 15,1 0-4-15,1 0-10 16,-4 0 9-16,3 0-9 15,-3 0 1-15,0 0-1 0,-2 0-1 16,0 0-29-16,2 0-23 16,0 0-17-16,4 0-50 15,10-10-92-15,-5 2-326 16,1-6-294-16</inkml:trace>
  <inkml:trace contextRef="#ctx0" brushRef="#br0" timeOffset="89056.17">15715 15101 413 0,'0'0'1464'16,"0"0"-1192"-16,0 0 105 15,0 0-155-15,0 0-141 16,0 0-33-16,0 0-23 16,69-4-7-16,-42 4-8 15,-2 4-10-15,-4 0-54 16,0-4-134-16,-7 7-123 15,-6-4-243-15,-6 6-348 0</inkml:trace>
  <inkml:trace contextRef="#ctx0" brushRef="#br0" timeOffset="89251.19">15666 15350 1403 0,'0'0'288'0,"0"0"17"16,0 0 72-16,0 0-184 16,0 0-120-16,0 0-48 15,139 7-10-15,-116-7-15 16,0 0-63-16,-9 0-299 16,-3 0-645-16</inkml:trace>
  <inkml:trace contextRef="#ctx0" brushRef="#br0" timeOffset="90946.9">16592 15145 1553 0,'0'0'279'16,"0"0"-187"-16,0 0 81 15,126-56-108-15,-88 42-36 16,-2 5-21-16,-10 0 1 16,-7 3-9-16,-9 4 10 15,-7 0-9-15,-3 2 25 0,0 0 25 16,-13 0 12-16,-10 0-37 16,-6 0-24-16,0 4 8 15,-4 11-8-15,2-2 8 16,-3 5-9-16,1 4 8 15,0 0-8-15,6 0 0 16,4 1 0-16,9-4 0 16,8-3 5-16,6-1-5 15,0-7 0-15,16-7 9 16,11-1 11-16,4 0-15 16,2 0-5-16,3 0 0 15,1 0 0-15,-3 0 0 16,-3 7-1-16,-4 4 2 0,-9 5-1 15,-7-1-1 1,-7 3 0-16,-4 2 1 0,-2 5-1 16,-20-4 9-16,-5 1 8 15,-4-4 22-15,-2 0 27 16,1 0-28-16,4-10-9 16,3-2-14-16,7-1 1 15,3-5-10-15,3 0 3 16,5 0-9-16,1-7-24 15,6-1-87-15,0-9-202 16,6-2-161-16,13 3-486 0</inkml:trace>
  <inkml:trace contextRef="#ctx0" brushRef="#br0" timeOffset="91271.97">17576 14846 1839 0,'0'0'241'15,"0"0"-65"-15,0 0 49 16,-60 142-100-16,31-87-33 15,0 3 41-15,0-9-51 16,4-8-31-16,6-2-25 0,1-11-10 16,9-7-10-16,3-2 0 15,3-13-6-15,0 1-25 16,1-6-52-16,-2-1-90 16,-7 0-142-16,-1 0-367 15,-1 0-847-15</inkml:trace>
  <inkml:trace contextRef="#ctx0" brushRef="#br0" timeOffset="91452.3">17233 15089 1870 0,'0'0'504'0,"0"0"-349"0,0 0 7 16,0 0-111-16,0 0-35 15,0 0-16-15,0 0-91 16,119 35-367-16,-90-23-394 0</inkml:trace>
  <inkml:trace contextRef="#ctx0" brushRef="#br0" timeOffset="91601.18">17670 15383 2067 0,'0'0'548'0,"0"0"-447"16,0 0 56-16,0 0-93 16,0 0-64-16,0 0-94 0,0 0-258 15,-2 0-801-15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45:24.52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11012 4200 895 0,'0'0'583'15,"0"0"-498"-15,-141-59 92 16,79 36-105-16,1 4 41 15,1-2-16-15,0 5 14 16,2 0-2-16,-2 4-2 16,0 3-21-16,-3 9-3 15,-6 0-30-15,-5 13-17 16,-10 23 7-16,-25 22-22 16,-34 27 13-16,-28 29 8 15,-10 14 1-15,9 9-4 0,18 3-7 16,14-2 5-16,2 15 0 15,5 14 5-15,7 13-22 16,15 6 10-16,20 1-17 16,19 3 8-16,23-3-11 15,18 5 10-15,13 9-14 16,14 6 1-16,4 10 3 16,0 8-9-16,0 8 7 15,0 4-7-15,0-1 8 16,0 3-8-16,22 1 13 15,24-5-7-15,28-2 7 16,22-2 1-16,25-3 0 16,24-3 7-16,15 1-10 0,14 1 21 15,11-7-32 1,4-5 6-16,17-10-6 0,12-15 11 16,16-14-4-16,26-16 5 15,21-25-2-15,27-23-5 16,22-21 11-16,9-19-17 15,13-14 18-15,-2-13-7 16,-5-16-10-16,-4-11 0 16,-11-18 8-16,-2-6-1 15,-4-34 7-15,-8-24-15 16,-4-16 1-16,-16-12 12 16,-15-8-11-16,-20-11 13 15,-24-7-2-15,-30-7-13 16,-24-5-3-16,-27-10 3 0,-21-12 0 15,-16-17 1-15,-12-11 5 16,-13-10-5-16,-15-6 16 16,-11-4-15-16,-15-4 11 15,-13-7-5-15,-16-10-8 16,-14-8-1-16,-10-3 1 16,-10-8 0-16,-30-1 1 15,-18-6 10-15,-13-11-11 16,-16-12-2-16,-15-2-6 15,-16-1 8-15,-19 7 0 16,-16 15 0-16,-26 11 0 16,-23 6-7-16,-26 13 1 15,-28 6-29-15,-25 14 5 0,-17 17-22 16,-22 13 3-16,-3 18-32 16,-4 25-23-16,-1 31 7 15,2 37-5-15,1 33-28 16,2 27-133-16,84 18-321 15,40 20-611-15</inkml:trace>
  <inkml:trace contextRef="#ctx0" brushRef="#br0" timeOffset="1576.18">20631 4200 1435 0,'0'0'195'16,"0"0"-108"-16,0 0-42 0,0 0-21 16,0 0 15-16,-128-36 64 15,97 29 53-15,-9 0-7 16,-6 2-41-16,-12 2-28 15,-10 2-28-15,-12 1 15 16,-9 0-37-16,-23 0 4 16,-25 12 0-16,-35 2-4 15,-11 1-3-15,2 2 4 16,5 1-1-16,11 3 0 16,-9 8 10-16,-9 0-8 15,-6 5-2-15,-3 1-16 16,5 3 1-16,2 8-14 0,2 4 11 15,0 11-2-15,3 7 4 16,-1 10 14 0,0 8-16-16,3 8 9 0,3 8-19 15,7 7 5-15,8 15-6 16,4 18 0-16,4 11 0 16,3 13 14-16,6 6-8 15,5 8 2-15,2 6 6 16,0 5-15-16,6 7 17 15,8 8-17-15,15 3 0 16,18 2-10-16,15-1 10 16,14-1 0-16,13 5 0 15,12 5 7-15,8 8-6 16,7 5-1-16,11-1 4 16,7-1-10-16,2-5 12 0,21-9-12 15,27-3 12-15,18 0-4 16,21-5-2-16,21-9 0 15,19-9 0-15,20-13 1 16,22-20 5-16,20-5-5 16,21-16 11-16,20-12-11 15,17-9 20-15,19-13-12 16,10-10 2-16,14-12-10 16,15-14 20-16,9-20-1 15,19-16-19-15,12-17 7 16,10-13-7-16,6 0 11 15,-2-14 0-15,-12-12-11 16,-6-11 5-16,-13-7 5 16,-5-14-2-16,-11-13-9 0,-11-10 3 15,-4-19 3-15,-14-16-7 16,-9-17 2-16,-15-12 10 16,-16-11-11-16,-25-14 0 15,-22-17-1-15,-22-12 1 16,-18-14 8-16,-13-11-7 15,-12-8 14-15,-13-11 0 16,-15-12 9-16,-16-11-24 16,-18-7 11-16,-16-5-11 15,-14 0 8-15,-15 6 5 16,-19-3-2-16,-5-1-11 16,-12-5 1-16,-23-6 10 0,-13 7-3 15,-12 3 13 1,-17 6-21-16,-26 12-1 0,-24 17 1 15,-31 17 0-15,-30 27 0 16,-30 24-14-16,-27 26 4 16,-20 32-44-16,-20 38-15 15,-16 36-12-15,-19 38-24 16,-21 22-44-16,78 24-179 16,30 12-818-16</inkml:trace>
  <inkml:trace contextRef="#ctx0" brushRef="#br0" timeOffset="3705.73">10773 2501 1385 0,'0'0'262'0,"0"0"-38"16,0 0 24-16,0 0-63 15,0 0-46-15,0 0-42 16,-40-45-23-16,13 45-20 16,-8 0 14-16,-8 0-1 15,-3 2-22-15,-2 10-7 16,1 4-25-16,-1 4 5 15,-4 6-6-15,2 5 3 16,0 3-9-16,3 3-5 16,7 4 1-16,9 3-1 0,6 6 5 15,8 8-6-15,5 3 10 16,8 2-8-16,4 0 5 16,2-5-5-16,18-6 8 15,12-8-4-15,5-7 17 16,8-10 1-16,10-7 5 15,11-9 4-15,5-10-9 16,4-1 12-16,1-6-21 16,0-10 2-16,-7 0-17 15,-8 0 1-15,-11 4-1 16,-7 6-37-16,1 6-97 16,-10 0-158-16,-5 2-509 0</inkml:trace>
  <inkml:trace contextRef="#ctx0" brushRef="#br0" timeOffset="4765.57">23258 2680 1202 0,'0'0'344'16,"0"0"48"-16,0 0-49 15,0 0-128-15,0 0-74 16,0 0-27-16,0 0-35 16,7-12-12-16,-5 12-33 15,3 9-17-15,0 15-11 16,-1 8 13-16,-2 10 7 16,0 10-14-16,-2 4 1 15,0 7-13-15,0 3 15 16,0 2-14-16,0 2 7 15,0-3-7-15,-2 0 8 0,0-4-3 16,0-5 4-16,-3-7-9 16,3-5-1-16,-3-5 3 15,3-4-2-15,0-8-1 16,2-7 0-16,0-5 2 16,0-6-2-16,0-4 1 15,0-3-1-15,11-3 6 16,7-1 6-16,9 0-6 15,4 0 15-15,6 0-20 16,6-4 5-16,-1 0-6 16,3 4 5-16,-5 0-5 15,-2 0 0-15,-3 0 0 16,-6 8 0-16,-2 5-1 0,-2-1-2 16,-3 0-3-16,-1-3 0 15,-4 4-6-15,-3-1-18 16,-1-2-31-16,-4 2-43 15,7 4-105-15,-3-3-352 16,1-1-264-16</inkml:trace>
  <inkml:trace contextRef="#ctx0" brushRef="#br0" timeOffset="6822.3">4253 760 1333 0,'0'0'317'0,"0"0"-155"16,0 0-26-16,0 0-41 16,0 0-4-16,0 0 17 15,82-22-32-15,-38 14-20 16,8-2-10-16,6-2-33 16,4 2-1-16,3 1-9 15,-3 5-2-15,-1 3 6 16,-1 1-7-16,2 0 1 15,5-3-1-15,24-2 6 16,-2-2 9-16,12 0 36 16,4 0-35-16,-10 7-6 15,13 0-8-15,-4 0-1 16,2 0 7-16,20 0-7 0,28 9-1 16,35-2 0-16,12 2 2 15,-5-4-2-15,-13-1 2 16,-20 3-2-16,-7 0 1 15,-2 2 1-15,-2-1 4 16,-3 2-6-16,3-2 0 16,3 1 0-16,12 0 1 15,1-1 0-15,-2 1-1 16,2 2 1-16,-1-2 0 16,1 3-1-16,-2-1 0 15,0 3 0-15,-4-2 0 0,-2 4 1 16,-1-2-1-1,-1 2 0-15,-4-2 1 0,-7 2 0 16,-4 1-1-16,-5-2 0 16,-1 5 1-16,0-2-1 15,8 2 0-15,5-1-1 16,8-4-14-16,8-2 15 16,13-4 0-16,6 0 0 15,5-4 0-15,4 2 1 16,-3-2-1-16,4 2-4 15,2 1 4-15,7-3 0 16,12 6 1-16,12-5-1 16,9 2 0-16,7 0 2 15,1 0-1-15,-2 1-1 0,2 4 0 16,3 1 0-16,3 2 0 16,1 0 0-16,5 3 1 15,6-5 0-15,8 3-1 16,13-1 0-16,11 4 0 15,2-2 0-15,-2 4 4 16,-5 2-4-16,-5 5 0 16,0-1 0-16,5 2 0 15,3 2 0-15,0-2 0 16,4 4 0-16,0 2 1 16,4 0-1-16,0 6 0 15,-3 2 5-15,-4 4-4 16,-8-1-2-16,-3-3-7 0,2-2-2 15,3-3-2 1,-1 2 9-16,-3 1 2 0,-8 2 0 16,-11 5 1-16,-6-3-14 15,-6 0 14-15,-5-2 0 16,-7-2 9-16,-7-2-9 16,-4-1 1-16,-3-4-1 15,3 2-2-15,5-5 2 16,14 3 6-16,-2 2 7 15,-4-2-13-15,-12 0 9 16,-21-3-9-16,-20-2 0 16,-28-7-1-16,-39-2 1 15,-34-7 0-15,-29-5 0 16,9-7-70-16,-15 3-298 16,-5-5-545-16</inkml:trace>
  <inkml:trace contextRef="#ctx0" brushRef="#br0" timeOffset="11140.02">27156 2784 765 0,'0'0'245'0,"0"0"-136"16,0 0 70-16,0 0 0 0,0 0 35 16,0 0 24-1,-23-3 25-15,23 1-53 0,0 2-33 16,0 0-51-16,0 0-36 16,0 0-35-16,0 0-23 15,0 5-26-15,0 12-6 16,0 9 9-16,0 10-2 15,0 6 10-15,2 4-17 16,2 5 18-16,1 2-4 16,3 2 11-16,2 1-2 15,1 4 1-15,1 5-9 16,-6 0 1-16,-4 9-7 16,-2 5-9-16,0 4 16 0,-16 23-15 15,-9 18 0 1,4-12 5-16,0-12 3 0,1-16-9 15,5-13 1-15,-5 7 0 16,-5 14 12-16,-6 15 10 16,-9 19-13-16,-12 20 14 15,-3 8-12-15,-1-7 3 16,5-11-13-16,7-11 4 16,7 5-5-16,6-1-1 15,7-1 1-15,0 1 1 16,3-1 16-16,-3 3-18 15,-1 10 15-15,-3 3-7 16,-7 4 4-16,0 6-11 16,-1 1 5-16,5 7-5 15,4 0-1-15,8-4 0 0,1 0 0 16,2-1 0-16,3 4 1 16,-3 7 5-16,1 2-5 15,-6 5 0-15,2 7 0 16,-2 5-1-16,-1 1 0 15,2 1 0-15,4-8-6 16,8 3 13-16,6-2-7 16,2-3 0-16,0 2 6 15,10 5-6-15,3-2-1 16,1-2-5-16,-5-6 4 16,-7-6-4-16,-2-6 12 15,0-6-4-15,0-5-2 0,0-11 5 16,4-6-5-16,6-2-6 15,3-9 2-15,-5-25 4 16,4-20 0-16,-5-26 0 16,-1-6-4-16,4 6 11 15,-4 9-13-15,-1 1 8 16,-3-4-2-16,-2-10 1 16,0-7 5-16,0-9-6 15,0-9 0-15,-5-4 0 16,-1-6 5-16,2-2-6 15,-2-5 2-15,2 2-2 16,2-2 1-16,0 1 0 16,0 3 0-16,2 0 0 0,0 1 0 15,0-5 1-15,0-2-2 16,0-4 3-16,0-2-4 16,0 0-8-16,0 0 1 15,0 0-11-15,0 0-22 16,0-4-40-16,0-4-30 15,-17 4-75-15,-2-1-390 16,-3 4-838-16</inkml:trace>
  <inkml:trace contextRef="#ctx0" brushRef="#br0" timeOffset="12904.41">4425 912 1408 0,'0'0'271'0,"0"0"-77"16,0 0 105-16,0 0-107 16,0 0-25-16,0 0-27 15,0 0-60-15,-25-28-35 16,25 28-24-16,-2 0 4 0,2 10-23 16,0 10 5-16,0 6 4 15,0 8 5-15,0 7 2 16,0 3 10-16,6 7-2 15,-1 3-7-15,-5 8 4 16,0 3-22-16,0 7 20 16,-7 4-13-16,-6 6 4 15,-1 7 0-15,1 15-1 16,4 22 1-16,2 25-11 16,3 6 5-16,0-12-5 15,-1-14 21-15,-1-21-21 16,-4-3 5-16,-1-3-5 15,-5 5 10-15,-1 2-10 16,-6 12 8-16,1 6-3 16,-5 9-4-16,-2 7 17 0,-4 14-18 15,-1 16 9-15,-1-1-10 16,-1 5 9-16,7-7-3 16,7-6 2-16,11 1-7 15,11-1 1-15,0 3 8 16,4 7-10-16,7 11 0 15,-1 4-2-15,-8 7 2 16,-2 6 0-16,0 1 1 16,-2 6 0-16,-4 5-1 15,6 5 1-15,0-3 0 16,6-2-1-16,15-7 5 16,4 2-7-16,2-2 3 15,0 7-2-15,-5 9 2 0,-4 4 1 16,-5 3-2-16,-4 1-1 15,-5-1 1-15,1-8 0 16,-3-3-3-16,3-2 13 16,2-7-16-16,3-3 6 15,7-3 0-15,-2-5-6 16,1-4 6-16,-3 3 2 16,-3-1-2-16,0 5 1 15,1 1 1-15,-3-6-3 16,9-7 1-16,1-7 0 15,1-9 0-15,6-4 0 16,-3-5 1-16,-2-5 0 0,-6 1-1 16,-6-3 2-16,-5-10-4 15,-3-10 4 1,0-29-3-16,0-26 2 0,0-27 8 16,2-11-8-16,4-2-1 15,4-7 0-15,-2-8-2 16,1-21-23-16,-1-9-32 15,2-5-24-15,3-21-113 16,18-24-157-16,1 3-302 16,-6 6-1031-16</inkml:trace>
  <inkml:trace contextRef="#ctx0" brushRef="#br0" timeOffset="14323.88">4661 13864 1827 0,'0'0'233'15,"0"0"-89"-15,0 0 9 16,0 0-79-16,0 0 6 15,0 0-10-15,113-62-14 16,-77 48-5-16,4 0-18 0,4-2-12 16,10 0-2-1,11 0-17-15,11-2 13 0,28-4-13 16,35-2 4-16,30-2 18 16,18-3 14-16,-2 7-10 15,-5 3-12-15,1 0-2 16,9 3-14-16,8-4 1 15,12 0 10-15,6 0-12 16,4-1 2-16,4 1 0 16,-2 3-1-16,1 3 2 15,-4 2 4-15,0 4-6 16,-3 0 5-16,4-3-4 16,6 0-1-16,5-4 0 15,8 0 0-15,6-2 0 16,2 2 0-16,1 3 0 0,-5 3 1 15,-7 8-1-15,-4-3 2 16,-5 1-4-16,-1-2 7 16,3-4-6-16,7-6 2 15,5-4-2-15,4 2 2 16,-2-2-1-16,-6 7 0 16,-9 4 0-16,-12 4-1 15,-10 4 7-15,-3-2-2 16,-2 1-4-16,7-6 0 15,4-5-8-15,10 0 8 16,5-3 0-16,3 4 1 16,-3 5 0-16,1 0 0 0,-8 3-1 15,2 3 6-15,5 0-17 16,9 0 12-16,9 0-2 16,9 0 2-16,7 0 7 15,2 0-8-15,2 0 0 16,1 0 0-16,-3 12 1 15,4-1 2-15,0 1-1 16,3 0-2-16,4-1 0 16,3 3 2-16,6-5-2 15,5 6 0-15,0 0-1 16,-3 4 1-16,-7 1 0 16,-8 2 9-16,-5 2-15 15,3 2 12-15,-3 0-12 0,0 2 12 16,-2-4-5-1,0 2 0-15,-4-4-1 0,1-2-2 16,-3 4 2-16,-10-3 0 16,-6 2 6-16,-11 3-3 15,-12-2-3-15,-10 0-1 16,-10-4 1-16,-7 1 0 16,-5-4 0-16,-13 2 0 15,-9 1 1-15,-37-4 8 16,-34-2-9-16,-31-5 1 15,-17 2-2-15,-7-1 1 16,-9-2-1-16,-5 0-1 16,-12-4 1-16,-10-4 0 15,0 4 1-15,-2-4 8 16,0 0-7-16,0 0 7 0,0 0-7 16,2 0 14-1,0 0-4-15,3-4-4 0,1-4-6 16,2 1 1-16,2 0 7 15,3-1-3-15,6 2-9 16,1-2 4-16,1-1-1 16,0 1 0-16,-3 3 1 15,-1-2 0-15,-1 2-1 16,-3 1 0-16,1-3 1 16,-3 6-2-16,-4-3 6 15,-3 4-5-15,-4 0 0 16,0-5 1-16,0 5 0 0,0 0 5 15,0-1-5-15,0 1 10 16,0-4 16-16,0 0-27 16,3-3 11-16,-1 0-10 15,0-4-1-15,3-4 1 16,-3-3 8-16,0-9 3 16,-2-8 6-16,0-3 3 15,0-13-20-15,0-7 8 16,0-8 0-16,0-2-7 15,-2-5-2-15,0-3 5 16,2 1-5-16,-2 0 0 16,2 2-1-16,0 11 2 15,0 10-2-15,-3 11-13 0,1 15-38 16,-3 13-122 0,1 9-475-16</inkml:trace>
  <inkml:trace contextRef="#ctx0" brushRef="#br0" timeOffset="16876.15">10688 7117 1101 0,'0'0'271'0,"0"0"-172"15,0 0-24-15,0 0-41 16,0 0-21-16,0 0-13 15,0 0-186-15</inkml:trace>
  <inkml:trace contextRef="#ctx0" brushRef="#br0" timeOffset="29417.45">15267 8101 909 0,'0'0'616'16,"0"0"-326"-16,0 0-11 15,0 0-104-15,0 0-70 16,0 0-10-16,31 0-17 0,-16-2 38 16,1-2-22-16,1 2-36 15,0 2-24-15,3 0-28 16,7 0 9-16,6-3-14 16,5 2 7-16,2-5-7 15,-5 1 6-15,-6-2-7 16,-8 1 1-16,-7 5-1 15,-8-2 0-15,-4 0-27 16,-2 3-83-16,0 0-97 16,0-1-275-16,0-3-8 15,0 0-164-15</inkml:trace>
  <inkml:trace contextRef="#ctx0" brushRef="#br0" timeOffset="30207.7">15194 8119 590 0,'0'0'112'0,"0"0"53"15,0 0 7-15,0 0-23 16,0 0 39-16,-23 121-34 16,21-98-11-16,-2 2-51 15,1-7-32-15,3-2-27 0,0-6 5 16,0-5-20-16,0-2 0 16,0-1-8-16,0-2 21 15,0 0 47-15,7 0 6 16,2 0-45-16,4-2-20 15,3-6-4-15,2-4-14 16,6-1 13-16,1 2-14 16,1-2 8-16,-1 4-7 15,-2 0-1-15,-8 5 9 16,-1 3 1-16,-1 1 6 16,0 0-5-16,3 0 2 15,2 3-13-15,-1 8 11 0,4 3-10 16,-4 4-2-1,-3 1-7-15,-4 3-4 0,-7 3 12 16,-3 1 13-16,0-4 5 16,0-1-6-16,-7-2 6 15,-1-3-12-15,-4-2 3 16,3-2-9-16,-2 0 15 16,-3-4-15-16,2 2 9 15,-7-4 0-15,2 2-9 16,-6-4 28-16,1 1 6 15,3-2 14-15,-2-3-15 16,3 2-7-16,5-2-9 16,-3 2-11-16,3 0 0 15,-1 3-5-15,1-4 9 16,-3 1-9-16,5-2 9 0,-2 0-10 16,1 0 13-16,4 0-11 15,-1 0-1-15,2 0 4 16,0 0-5-16,1 0 0 15,-1-2 2-15,1-4-2 16,-2 2 1-16,2 1 2 16,-1-2-2-16,1 1-2 15,4 2 0-15,0 2-5 16,2 0-49-16,0 0-121 16,0 0-111-16,0 0-567 0</inkml:trace>
  <inkml:trace contextRef="#ctx0" brushRef="#br0" timeOffset="30898.39">16192 8093 1181 0,'0'0'291'0,"0"0"72"0,0 0-61 16,0 0-101-16,0 0-100 15,0 0-55-15,0 0-21 16,-9 2 18-16,-8 18 70 16,-8 6-23-16,-4 8-10 15,-6 6-14-15,-4 6-23 16,1 4-17-16,-2 0-11 15,3 1 19-15,-2-5-17 16,6 0 2-16,2-5-12 16,4-6 7-16,5-7-7 15,2-4-1-15,4-6-6 16,7-5 0-16,1-5 11 16,3-4-10-16,3-4-2 0,-1 0 1 15,1 0 0-15,2 0-34 16,0-11-29-16,0-3-55 15,0-1-63-15,0-10-123 16,0 5-58-16,5 0-151 0</inkml:trace>
  <inkml:trace contextRef="#ctx0" brushRef="#br0" timeOffset="31147.04">15859 8115 1144 0,'0'0'601'0,"0"0"-265"16,0 0 21-16,0 0-179 16,0 0-66-16,0 0-75 15,0 0-26-15,12-20-11 16,-12 20-19-16,0 0-56 15,0 0-101-15,0 16-68 16,0-3-116-16,0 2-479 0</inkml:trace>
  <inkml:trace contextRef="#ctx0" brushRef="#br0" timeOffset="31407.58">15936 8511 506 0,'0'0'177'0,"0"0"-41"15,0 0-13-15,0 0-9 16,0 0-19-16,0 0 37 15,0 0 25-15,0 0-50 0,0 0-59 16,0 0-48 0,0 3-89-16,0 1-282 0</inkml:trace>
  <inkml:trace contextRef="#ctx0" brushRef="#br0" timeOffset="33467.12">16063 8700 738 0,'0'0'190'16,"0"0"41"-16,0 0-70 16,0 0-70-16,0 0 18 0,0 0 79 15,-9-7-39-15,20-1-20 16,-2 1-9-16,-2 4-18 16,-3 1-31-16,-2 2-37 15,-2 0-23-15,0 5 37 16,0 7-2-16,0 5-39 15,-6-5 10-15,-4 0-16 16,2-4 12-16,3-4-12 16,3-4 5-16,2 0 7 15,0 0 10-15,0 0 0 16,0-3 10-16,0-4 10 16,0 3-12-16,0-1 1 15,0 3-10-15,0 2-4 0,0 0-18 16,0 0 15-16,-4 7 5 15,-12 4 8-15,-1 5 14 16,-2-7-35-16,9-4 5 16,5-5-6-16,5 0 18 15,0 0 21-15,0-7-21 16,0-3-23-16,2 1-1 16,-2 9-12-16,0 0-223 15,0 0-1054-15</inkml:trace>
  <inkml:trace contextRef="#ctx0" brushRef="#br0" timeOffset="34660.44">15822 8201 212 0,'0'0'387'0,"0"0"-214"0,0 0 54 16,0 0-120-16,0 0 9 15,0 0 23-15,0 0-19 16,31-22-53-16,-27 22 42 15,-2 0 15-15,-2 4 18 16,0 2-85-16,0 2-33 16,0 2-9-16,0-2-4 15,-4-2-2-15,-2-1 1 16,1-5 0-16,1 0-9 16,2 0 36-16,2-9-9 15,0-5 6-15,0 0 4 0,4-2-5 16,9 0-21-1,5 4-2-15,1 0 5 0,-2 6-5 16,1 3 36-16,-7 3-31 16,-2 0 0-16,-7 0-15 15,-2 12 18-15,0 3-9 16,-11 2 1-16,-7-3 8 16,0-2-5-16,4-7-1 15,6-3-10-15,1-2 12 16,5 0 1-16,0-10 3 15,2-2-10-15,0 1-8 16,0 2-11-16,0 7-184 0,0 2-282 16,0 0-719-16</inkml:trace>
  <inkml:trace contextRef="#ctx0" brushRef="#br0" timeOffset="45815.89">10605 6625 383 0,'0'0'186'0,"0"0"-16"15,0 0-25-15,0 0-80 16,0 0 59-16,0 0-41 16,0-14 38-16,0 10-5 15,0 1-8-15,0-4-34 16,3 2-38-16,0-2-10 15,3 0-10-15,5-6 0 16,3 3-10-16,-1-2 7 16,5 0 46-16,-5 1 46 15,3 2 3-15,-5-2-2 16,0 1-19-16,3 3-34 16,-4-4-24-16,6 4-20 0,-3-1 10 15,0 4-5-15,-1 0 9 16,-3 4-9-16,-5 0-1 15,0 0 0-15,2 8 54 16,-4 6-40-16,0 3-18 16,0 2-2-16,-2 1-1 15,0-1-4-15,0 1-1 16,0 3 7-16,0-1-8 16,-4 0 1-16,-6 0 0 15,-1 0 1-15,1 0 6 16,-2 0-7-16,1 0-1 15,2-1 1-15,-2 1-1 16,2-3 2-16,-2 4-2 0,0-2 2 16,-2 2-1-16,1 0 5 15,-1 2-4-15,0-4 5 16,1 2-6-16,1-3 6 16,2-2-6-16,2-4 5 15,1-2-5-15,2-2 11 16,-3-2-10-16,3-2-1 15,-4 2 38-15,2-2 11 16,1 0 6-16,3-1-25 16,0-2-9-16,2-3-2 15,0 0 27-15,0 0 13 16,0 0-3-16,0 0-8 16,0 0-8-16,0 0-4 0,0-10-25 15,4-3-2 1,7-6-9-16,3-3 0 0,1 2 0 15,1 0 0-15,-3 4 0 16,-1 4 0-16,-5 4 0 16,-1 4-1-16,-2 4 0 15,3 0-11-15,0 0 11 16,4 5-7-16,2 7 6 16,3 7 2-16,-1-1-1 15,-1 3 0-15,-1 2 0 16,-1 0-1-16,-1-6-4 15,3-1 5-15,-2-3 2 0,1-8 4 16,3-3-6 0,-3-2 8-16,1 0-8 0,-3 0 2 15,-4 0 4-15,-2-2-6 16,-3-3 11-16,0 1-10 16,-2-5 4-16,0 1-5 15,2 0 0-15,-2 0 0 16,0 2-1-16,0 0 0 15,0 2-8-15,0 2 7 16,0 0-17-16,0 1-2 16,0-2-19-16,0-1-20 15,0 0-69-15,0-6-93 16,0 0-243-16,0 2-245 0</inkml:trace>
  <inkml:trace contextRef="#ctx0" brushRef="#br0" timeOffset="46696.01">11054 6555 1113 0,'0'0'291'0,"0"0"29"15,0 0-74-15,0 0-39 16,0 0-60-16,0 0-31 15,0 0-18-15,53-35-12 16,-26 26 5-16,9-2-34 16,1-1-17-16,6-2-20 15,-3 5-7-15,-6 3-12 16,-8 4 1-16,-7 2-1 16,-6 0 0-16,-7 2 0 15,-4 10 0-15,-2 3 9 0,0 4-9 16,-6 3 8-1,-12 2-8-15,-4 3 1 0,-3-4 4 16,1 0-5-16,3-6-2 16,2-1 2-16,3-2-2 15,5-6 7-15,2 0-2 16,2-6-4-16,5 0 1 16,2-2 0-16,0 0 15 15,0 0-1-15,0 0 12 16,0 0 5-16,11-6-26 15,2-4-5-15,8 0 1 16,0 2 5-16,2 1-7 16,2 6 6-16,1 1-5 15,-1 0 0-15,-3 0-1 0,0 13 0 16,-3 2-1-16,-4 5 7 16,-6 3-7-16,-4 2 1 15,-5 1 0-15,0 1 0 16,-3-1 0-16,-11-4 7 15,-3 0 0-15,-1-4 5 16,-2-2 3-16,-2-2 10 16,-3-2-4-16,1-2 3 15,-3-4-15-15,2-2-7 16,1-2 6-16,2-2-7 16,1 0-1-16,1 0 6 15,5 0 0-15,4 0-5 16,1 0-1-16,2 0 0 0,3-4 1 15,1-1-1-15,2 2 0 16,2-1-25-16,0 0-8 16,0 1-21-16,0-3-33 15,0 1-52-15,4-11-123 16,14 2-250-16,2-2-163 0</inkml:trace>
  <inkml:trace contextRef="#ctx0" brushRef="#br0" timeOffset="47219.88">12040 6280 939 0,'0'0'221'0,"0"0"133"0,0 0-124 16,0 0-28-16,0 0 25 16,0 0-75-16,0 0-97 15,4 20-21-15,-18 10 78 16,-3 8-16-16,-8 12-12 16,-2 6-5-16,-6 9 3 15,-3 0 3-15,-1 1 2 16,0-5-32-16,6-3-25 15,6-10-6-15,6-5-24 16,1-7 11-16,7-8-11 16,2-7 0-16,2-7 2 15,5-7-8-15,2-5-11 16,0-2-10-16,0-2-6 0,0-19-82 16,0-16-161-16,0 4-335 15,0-1-502-15</inkml:trace>
  <inkml:trace contextRef="#ctx0" brushRef="#br0" timeOffset="47566.75">11799 6346 1440 0,'0'0'377'0,"0"0"-50"16,0 0-223-16,0 0-70 16,0 0-15-16,0 0 4 0,0 0-9 15,-2 28 4-15,-12-18 11 16,-1-2 2-16,1-1-29 16,5-2 13-16,0-2-5 15,7-3 9-15,2 0 48 16,0 0 51-16,0-7-48 15,9-2-39-15,2-3 36 16,0 1-23-16,-2 6-1 16,-5-2-33-16,-2 5-10 15,1 2-34-15,-3 0-212 16,0 14-417-16,0 4-645 0</inkml:trace>
  <inkml:trace contextRef="#ctx0" brushRef="#br0" timeOffset="48039.01">11963 6992 1395 0,'0'0'269'0,"0"0"32"16,0 0-106-16,0 0-8 15,0 0-75-15,0 0-42 16,0 0-21-16,-2 0-19 16,2 0 3-16,0 0 32 15,0 0-33-15,0 2-14 16,0 3-9-16,0 0-2 15,0-1 3-15,0-1-10 16,0-3 9-16,0 0-8 16,0 0 6-16,0 0-6 15,0 0 0-15,0 0 9 16,0 0 41-16,0 3 9 16,0-3-23-16,0 2-2 15,0 0-11-15,0-2 11 16,0 2-20-16,0-2-3 0,0 0-10 15,0 0-2-15,-9 0-47 16,-4 0-74-16,-19 0-121 16,6 5-353-16,0 2-1110 0</inkml:trace>
  <inkml:trace contextRef="#ctx0" brushRef="#br0" timeOffset="58865.47">19752 7189 1317 0,'0'0'184'0,"0"0"30"16,0 0-71-16,0 0-69 16,0 0-35-16,0 0 18 0,-2 0 34 15,-12 0-1-15,1 0-23 16,2 0-44-16,0 0 4 15,4 0 4-15,5-12 9 16,2-4-10-16,0-3 11 16,0 4-4-16,9 3 1 15,9 1 5-15,-1 6-28 16,2 2 5-16,-4 3-18 16,-1 0 7-16,-8 0-9 15,-2 7 1-15,-4 0 0 16,0 5 5-16,-4 0 6 15,-12-1-3-15,1-2 11 0,-1-4-19 16,3-5 10-16,4 0-2 16,5 0 10-16,4-13-5 15,0-5-1-15,0 3 7 16,4-3 5-16,9 5 14 16,1 5-12-16,-1 6 1 15,0 2-27-15,-1 0-1 16,-6 12 2-16,-4 4-2 15,-2 1 1-15,0-3-1 16,-2-3 5-16,-9 0-4 16,-3-7 12-16,4-4-12 15,-2 0 11-15,3-3-4 16,3-15 4-16,1-1-6 0,3-3 1 16,2-1-6-1,0 3 0-15,5 5 17 0,12-2-12 16,5 8 14-16,3 2-13 15,2 5 8-15,-2 2-14 16,-6 0 5-16,2 12-6 16,-5 8 0-16,-6 5-1 15,-3 2 2-15,-7 2-3 16,0 2 8-16,0 4-6 16,-4 1 0-16,-13 0 1 15,2-2 0-15,-3 2 0 16,1-5 0-16,-1 1 0 15,0-7 4-15,-2-1-4 0,2-2 7 16,-2-1-7 0,0-2-1-16,0 0 1 0,2-2 10 15,4 0-10-15,1-3-1 16,5-6 2-16,-2-2-2 16,4-2 12-16,-3-3-11 15,-1 2 21-15,4 1-10 16,-3-2 6-16,1 2-12 15,0-3 2-15,2 1-8 16,4-2 1-16,0 0 8 16,2 0-8-16,0 0 21 15,0 0-1-15,0 0 27 16,0 0-13-16,0 0-11 16,0-7-11-16,0-6-1 15,13-1-11-15,5-3-1 0,4-3 0 16,5-2 1-16,2 4-4 15,-4 4 4-15,-4 4-2 16,-2 4 0-16,-2 6-6 16,-1 0 0-16,-1 0 5 15,6 13 2-15,-1 6 0 16,1 4-8-16,4 3 8 16,-2 0 0-16,-3 3 1 15,-3-5 0-15,-1-2-1 16,0-6 0-16,2-6 1 15,2-5-1-15,2-2 6 16,2-3-4-16,-1 0 6 0,-6 0-7 16,-3-4 1-16,-5-4-2 15,-5 0 9-15,0-1-8 16,-4 2 0-16,0 0-1 16,0-2-13-16,0 1-9 15,0 2-58-15,0-6-37 16,0 2-122-16,0-2-646 0</inkml:trace>
  <inkml:trace contextRef="#ctx0" brushRef="#br0" timeOffset="59376.7">20909 6878 1294 0,'0'0'312'0,"0"0"18"16,0 0 24-16,0 0-133 16,0 0-91-16,0 0-85 15,0 0-23-15,-14 24 60 0,-7 12 18 16,-8 12-33-16,-3 6-13 16,-4 9 1-16,-2 0-10 15,-1 0 20-15,-1-7-38 16,3-6 4-16,6-6-14 15,4-3-4-15,1-8-7 16,4-1-4-16,-1-6 4 16,3-1-6-16,3-5 5 15,3-6 1-15,3-5-8 16,7-2 3-16,-1-6-2 16,5-1 1-16,-2 0 0 15,2-5-44-15,0-10-31 16,-2-2-34-16,0-16-103 0,2 6-475 15,0 1-786-15</inkml:trace>
  <inkml:trace contextRef="#ctx0" brushRef="#br0" timeOffset="59781.9">20465 6883 1575 0,'0'0'298'0,"0"0"197"0,0 0-339 15,0 0-58 1,0 0-74-16,0 0-23 0,0 0 15 16,0 19 5-16,-6-9 19 15,-3-1-17-15,2-2 12 16,2-3-33-16,1-2 22 15,4-2-11-15,0 0 44 16,0 0 13-16,0 0-17 16,0-2-3-16,0-2 1 15,0 0-6-15,0 0-15 16,0 2 17-16,0 2-17 16,0-2-3-16,0 2-6 15,0 0-5-15,0 0-2 16,0 0-13-16,0 0-2 15,0 0-16-15,0 0-30 0,0 0-65 16,0 11-60-16,0 3-287 16,2 5-267-16</inkml:trace>
  <inkml:trace contextRef="#ctx0" brushRef="#br0" timeOffset="60286.68">20704 7633 1111 0,'0'0'489'0,"0"0"-200"15,0 0-26-15,0 0-96 16,0 0-47-16,0 0-22 16,0 0-27-16,16-8-1 15,-14 7-19-15,2 1-9 16,1 0-17-16,-3 0 11 16,-2 0-26-16,0 0 1 15,0 0-11-15,0 8 11 16,-11 2-2-16,-1-4-8 15,4-2 6-15,6-2-6 0,2-2 19 16,0 0-7-16,0 0-6 16,0-4-6-16,0-1-1 15,0 5 2-15,2 0 19 16,-2 0 1-16,2 0-5 16,-2 0-8-16,0 0-8 15,0 0 13-15,0 0-12 16,0 0 8-16,0 0-9 15,0 0 8-15,0 0-9 16,0 0-6-16,-4 0-66 16,-10 0-225-16,1 0-497 0</inkml:trace>
  <inkml:trace contextRef="#ctx0" brushRef="#br0" timeOffset="69945.31">14790 2023 1610 0,'0'0'285'0,"0"0"-3"0,0 0-95 16,0 0 14-16,0 0-22 16,0 0-78-16,4-6-38 15,8 0 18-15,3-3-8 16,10-2-19-16,1-1-18 15,8 0-18-15,3 0 3 16,4 4-21-16,1 2 12 16,-2 2-11-16,1 4 0 15,-4 0 8-15,-1 0-9 16,-5 0 1-16,-2 10-1 16,-8 4-6-16,-4 4-8 15,-5 5 14-15,-4 6 0 16,-1 0 1-16,-5 6-1 0,-2 3 6 15,0 9-6-15,0 3 6 16,0 4-5-16,-4 6 1 16,-5 2 19-16,-3-1-15 15,1-2 16-15,3-7 1 16,1-3 1-16,0-8-6 16,5-4-4-16,-1-4-2 15,1-8-10-15,2-4-2 16,0-2 1-16,0-5 5 15,0-4-6-15,0-4-8 16,0-2-15-16,0-4-4 16,0 0-14-16,0 0-5 15,-2-10-62-15,-2-7-88 0,0-14-272 16,-1 2-192-16,0 2-841 16</inkml:trace>
  <inkml:trace contextRef="#ctx0" brushRef="#br0" timeOffset="70165.17">14917 2496 1967 0,'0'0'391'15,"0"0"-193"-15,0 0-11 0,0 0-65 16,118-50-55-16,-73 42-43 15,3 0-24 1,0 4-7-16,1-1-56 0,13 5-107 16,-11-3-318-16,-4 3-242 0</inkml:trace>
  <inkml:trace contextRef="#ctx0" brushRef="#br0" timeOffset="70629.92">15811 2348 1463 0,'0'0'341'0,"0"0"-142"15,0 0 13-15,0 0-45 16,0 0-67-16,-118 58-45 15,100-20-2-15,2 6 46 16,6 0-4-16,7-2-2 16,3-3-35-16,0-7-15 15,18-6-2-15,9-6-7 16,6-8-19-16,7-6-14 16,1-6 15-16,1 0-4 15,-3-4 4-15,-2-14-14 16,-4-5 7-16,-6-2 1 15,-3-9-2-15,-8-5 4 0,-8 1 25 16,-8-2-17-16,0 4-11 16,-4 5-3-16,-16 6-5 15,-4 5-2-15,-8 4 1 16,-1 2-12-16,-5 6-3 16,2 1-18-16,3 7 6 15,4 0-26-15,4 0-12 16,10 9-64-16,15 11-132 15,0-3-300-15,0-2-195 0</inkml:trace>
  <inkml:trace contextRef="#ctx0" brushRef="#br0" timeOffset="70991.5">16707 2071 1847 0,'0'0'603'16,"0"0"-438"-16,0 0-99 15,0 0-22-15,0 0 56 16,-53 149-30-16,22-73-19 0,-8 4 14 15,-5 0 23-15,-1-4-16 16,1-7-17-16,6-10-16 16,7-8-19-16,6-13-10 15,9-10-8-15,7-9 3 16,5-8-5-16,4-8-8 16,0-3-8-16,0 0-32 15,0-5-26-15,0-36-96 16,0 3-378-16,4 1-600 0</inkml:trace>
  <inkml:trace contextRef="#ctx0" brushRef="#br0" timeOffset="71389.91">16411 2109 1820 0,'0'0'361'0,"0"0"-135"16,0 0-135-16,0 0-58 16,0 0 8-16,0 0-2 15,0 0-18-15,-54 85-5 16,42-73-5-16,8-6-4 16,0-5 17-16,4-1 51 15,0 0 40-15,0 0-30 16,0-5-28-16,0-4-36 15,8 6-5-15,2 3-9 16,-1 0 2-16,-3 0-7 0,-4 0 4 16,-2 3 0-16,0 6-6 15,0-2 18-15,-10 2-7 16,-3-3 2-16,3-5 1 16,1-1 4-16,7 0 6 15,0-4-21-15,2-8-3 16,0 0-17-16,0 3-32 15,17-4-75-15,6 5-138 16,-1 4-511-16</inkml:trace>
  <inkml:trace contextRef="#ctx0" brushRef="#br0" timeOffset="71884.55">16729 2845 1618 0,'0'0'507'0,"0"0"-398"16,0 0 30-16,0 0-32 16,0 0-63-16,0 0-26 15,0 0 18-15,65 6-8 16,-65 2-10-16,-15 1 25 16,-4-2-4-16,-1-1-12 15,5-4-18-15,6-2 6 16,7 0 43-16,2 0 6 15,0-10-15-15,0 2-20 16,0 2 17-16,4 2-20 16,-1 3 17-16,-3 1-24 15,0 0 1-15,0 0-5 16,0 0-14-16,0 0 11 16,-12 0-12-16,3 0 4 15,3 0-4-15,-1 0-6 0,3-5-51 16,1-7-71-16,3-10-183 15,0 0-419-15,0 2-810 0</inkml:trace>
  <inkml:trace contextRef="#ctx0" brushRef="#br0" timeOffset="72342.61">16326 2198 1343 0,'0'0'570'0,"0"0"-259"0,0 0-62 15,0 0-94-15,0 0-66 16,0 0-57-16,0 0-22 15,0-13-4-15,0 17 12 16,0 5 1-16,0-4 8 16,-2 2 3-16,2-5-21 15,-2-2 6-15,2 0-14 16,0 0-1-16,0 0-30 16,0 0-76-16,0 0-367 15,0 1-258-15</inkml:trace>
  <inkml:trace contextRef="#ctx0" brushRef="#br0" timeOffset="117784.49">10495 4218 462 0,'0'0'103'0,"0"0"84"16,0 0-78-16,0 0 2 15,0 0-10-15,142 0-14 16,-106-7-44-16,0-4-21 16,-3 3-15-16,-2 3-1 15,-2-2-5-15,-2 7-1 16,0 0 7-16,4-3 0 16,2 3 6-16,5-4 0 15,4-1 29-15,5 0-16 0,3-4-3 16,-4 4 12-1,1-2 10-15,-3 4-19 0,-2 1-11 16,-1 2-5-16,3 0-1 16,6-3 10-16,6 1-11 15,10-3-2-15,7-4-5 16,6 1 7-16,1 4-7 16,-4 4 0-16,-3 0 0 15,-5 0-1-15,-8 11 0 16,-8 4-8-16,-4 3 8 15,-1-1 0-15,-5-4-1 16,-2-1-6-16,11-4-68 0,-9-1-212 16,-8-5-255-16</inkml:trace>
  <inkml:trace contextRef="#ctx0" brushRef="#br0" timeOffset="118250.62">12480 4088 208 0,'0'0'75'0,"0"0"-26"15,0 0 66-15,-122-1 67 16,80 1-35-16,3 4-8 15,2 1-31-15,1-1-60 16,3 1-22-16,-3-4-13 16,-1 2 3-16,-4 1 20 15,-8 0-10-15,-7 3-5 16,-8 6 3-16,-8-1 8 16,-5-1-10-16,-8 4-8 0,-5-1-8 15,1-3-4-15,2 0-2 16,-22 3-32-16,22-6-99 15,18-3-478-15</inkml:trace>
  <inkml:trace contextRef="#ctx0" brushRef="#br0" timeOffset="118491.86">10468 4250 464 0,'0'0'41'0,"0"0"-41"16,0 0-78-16,0 0-33 0</inkml:trace>
  <inkml:trace contextRef="#ctx0" brushRef="#br0" timeOffset="118738.41">10468 4250 479 0,'133'-77'159'16,"-110"75"-31"-16,10-1-50 15,12 2-3-15,6 1-28 16,11 0 3-16,10 0-8 16,6 0-1-16,6 0-2 15,8 0 20-15,4 0-17 16,7 0-22-16,-1 4-8 16,4 0-12-16,4 1-10 15,0-3-89-15,34 5-70 16,-28-4-42-16,-18 0-103 0</inkml:trace>
  <inkml:trace contextRef="#ctx0" brushRef="#br0" timeOffset="119360.62">12044 4229 454 0,'0'0'62'0,"113"0"-37"0,-41 4-15 16,3 1 7-16,-3 4-10 16,-10 1-6-16,-11-3-1 15,-10 2-40-15,-12-3-30 16,-10-1 38-16,-5-5 32 15,-5 0 29-15,-5 0 44 16,0 0 40-16,-1 0 28 16,-3-5 24-16,0-1 29 15,0 0 22-15,-18-2-64 16,-6 2-76-16,-14-4-49 16,-7 2-8-16,-13-2-17 0,-11 2 7 15,-49 8-9-15,13 0-46 16,5 0-437-16</inkml:trace>
  <inkml:trace contextRef="#ctx0" brushRef="#br0" timeOffset="123199.02">28425 9858 1202 0,'0'0'185'0,"0"0"-161"15,0 0 15 1,0 0 87-16,-129-60-50 0,96 60-9 15,-5 0-10-15,-11 21 17 16,-5 14 20-16,-6 11-41 16,3 18-1-16,-7 32-19 15,2 47 8-15,2 45-16 16,14 20 16-16,21-5-1 16,25-24-15-16,14-38-10 15,26-32-9-15,6-33 2 16,3-22-7-16,9-11 15 15,36 7 17-15,45 2 31 16,50-6-5-16,16-20-10 16,-5-26-24-16,-21-10-8 15,-50-24 3-15,-28-3-11 0,-32-2 3 16,-18-5-11-16,2-19 10 16,3-28-5-16,-3-40 4 15,-26-27-1-15,-20 6 0 16,-7 33 0-16,-31 37 7 15,-17 25-1-15,-33-14-6 16,-48-8-7-16,-39-6-2 16,10 20 0-16,35 23-50 15,45 17-36-15,34 12-30 16,-12 3-115-16,9 3-105 16,9 5-489-16</inkml:trace>
  <inkml:trace contextRef="#ctx0" brushRef="#br0" timeOffset="123777.36">29988 10240 719 0,'0'0'668'0,"0"0"-596"16,-136-7-28-16,67 7 72 15,-4 14-53-15,-5 12-34 16,-2 10-7-16,6 8 15 16,3 14 43-16,1 24-5 15,3 43-8-15,9 43 24 16,16 21-35-16,28-9 1 16,14-25-21-16,35-47-4 15,11-29-4-15,3-21 9 16,14-9 18-16,32 6-1 15,46-7 11-15,51-29-9 0,17-19-8 16,-13-53-14-16,-44-16-13 16,-57 3-4-16,-16-22 11 15,-15-25 18-15,-10-23 26 16,-14-18 1-16,-36 16-24 16,-6 34-23-16,-31 25-11 15,-7 22-6-15,-14 16-9 16,-35-12-1-16,-42 2-14 15,-41 8-72-15,-13 26-74 16,8 17-133-16,53 24-252 16,34 7-438-16</inkml:trace>
  <inkml:trace contextRef="#ctx0" brushRef="#br0" timeOffset="124310.53">29088 11267 1480 0,'0'0'198'16,"0"0"-112"-16,-125 0 79 15,81 2-38-15,1 14-74 16,3 10-28-16,-2 13 5 16,-3 16-15-16,-5 37-4 15,8 44-9-15,18 42 19 16,24 21 23-16,20-3 18 15,47-19 0-15,20-31-28 16,15-20-1-16,-5-35-11 16,-13-36 2-16,-18-26-12 15,2-24 0-15,9-5-2 16,13-26 42-16,19-45-19 16,-2-48-21-16,-8-42 1 0,-20-15-11 15,-29-1 60-15,-33 16 19 16,-17 22 1-16,-22 6-16 15,-23 30-24-15,-5 28-20 16,-35 8-14-16,-38 19-8 16,-33 15-2-16,-38 15-16 15,-4 23-119-15,53 26-160 16,18 6-381-16</inkml:trace>
  <inkml:trace contextRef="#ctx0" brushRef="#br0" timeOffset="127675.48">29280 11315 370 0,'0'0'72'16,"0"0"-46"-16,0 0 0 16,0 0 4-16,0 0 32 15,0 0 34-15,0 0-31 16,-20 10 20-16,20-10 69 0,0 0 29 15,0 0-46-15,0 0-3 16,0 0 4-16,0 0-35 16,0 0-37-16,0 0-15 15,0 0 1-15,0 0-2 16,0 0-31-16,0 0-4 16,0 0-14-16,0-2 0 15,0-2-1-15,0 3 1 16,0-2 0-16,0 3 1 15,0 0-1-15,0 0 0 16,0 0-1-16,2 0-13 16,2 0 12-16,2 0 0 15,2 0 1-15,-2 0 0 0,1 6 0 16,-3 3 0-16,-4 3-1 16,0 1 1-16,0 1 1 15,-8 3 18-15,-11-2-9 16,-2-2 1-16,-2-4-2 15,3-2-2-15,3-3-6 16,0-2 8-16,7-2-2 16,2 0-5-16,2 0 12 15,4-2-14-15,2-6 17 16,0 0-5-16,0-3-2 16,6 0-10-16,12-2 1 15,3 2-1-15,2 3-1 16,-2 2 1-16,-3 3-6 15,-5 3 6-15,-7 0-8 0,-1 0 7 16,-2 0-8-16,-3 5 9 16,0 3-8-16,-3 0 8 15,-12 2 9-15,-6-3-7 16,0 1 5-16,-2-4-6 16,5-2 6-16,3-2-7 15,5 0 11-15,6 0-2 16,2 0 2-16,2-6 0 15,0 1 9-15,0-3-12 16,8 1-8-16,11-1 0 16,1 3 1-16,-1 1 4 15,2 1 5-15,-3 3 5 16,-7 0-8-16,-5 0-6 0,-6 0-1 16,0 11 0-16,-4 0 15 15,-19 2 0-15,-2 1 6 16,-2-5-14-16,4-1 0 15,5-3-1-15,7-5 11 16,2 0 5-16,4-2 7 16,5-10 47-16,0-1-12 15,0 1-32-15,8 2-31 16,9 0 8-16,3 2-9 16,5 4 0-16,-2 3 1 15,-4 1-1-15,-3 0-6 16,-5 0 5-16,-7 8-12 0,-4 3 7 15,0 2 6-15,-17-1 1 16,-8 0 13 0,0-2-13-16,3-4 8 0,5-4-7 15,1-2 7-15,5 0 5 16,1-8-3-16,6-8 7 16,4-2-18-16,0-1 11 15,2 6-11-15,16 3 0 16,3 2-6-16,2 5 4 15,4 3 1-15,0 0-1 16,-4 0 2-16,-8 3-6 16,-8 2 5-16,-7 3-15 15,0 2 16-15,-16 1 7 16,-11-1 5-16,-4 0 0 16,2-5-4-16,8-5-7 0,0 0 9 15,7 0 0-15,6-1-1 16,5-11 3-16,3-3-6 15,0 2 3-15,9-1-8 16,14 1-1-16,1 5-6 16,5 6 5-16,3 2 1 15,-1 5-9-15,-4 17 8 16,-8 4-4-16,-7 2 4 16,-12 2 1-16,0-4 0 15,-16-1 6-15,-11-4-4 16,-1-5 11-16,-1-6-7 15,2-4 4-15,6-6-9 16,5 0 21-16,8-18-11 0,1-12-1 16,7-6-9-16,0-2 7 15,0 0-8-15,19 7 2 16,2 7-2-16,2 8-1 16,4 6 1-16,-1 10-7 15,3 0 7-15,0 3-2 16,-4 12 1-16,-8 7-1 15,-3-1 1-15,-12 0-6 16,-2 1 7-16,-5-1 6 16,-23-1-5-16,-11-4 6 15,-2-3 2-15,-1-6-3 16,1-7-5-16,7 0 11 16,8-6-6-16,6-18 1 0,8-6 2 15,10-5-8-15,2-1 4 16,5 4-5-16,17 6 0 15,7 6-1-15,4 11 1 16,3 6-1-16,5 3-7 16,-4 0 7-16,-5 16-7 15,-10 7 2-15,-13 0-6 16,-9 1 11-16,0 2-5 16,-16-2 6-16,-13-1 1 15,-5-7 5-15,3-6-5 16,0-6 0-16,2-4 6 15,4 0 4-15,4-19-2 16,2-4-8-16,9-5 9 16,5-2-9-16,5-1 0 0,5 5-1 15,21 2 0-15,6 8 0 16,5 5-1-16,3 8 0 16,1 3-6-16,-8 0 6 15,-6 20-19-15,-10 4 14 16,-10 4 5-16,-7 2-6 15,0-2 7-15,-22-1 0 16,-7-5 0-16,-4-4 8 16,2-6-8-16,2-5 6 15,4-7 2-15,5 0-2 16,7-7 4-16,3-15-8 16,8-4 7-16,2-5-9 15,10 1 1-15,15 2-1 0,12 5-1 16,1 4 0-16,3 11-5 15,0 8 5-15,-5 0-4 16,-7 20-4-16,-10 8 0 16,-9 6 7-16,-10 0 1 15,-4 0 1-15,-23-2 8 16,-12-6 4-16,1-6 13 16,-1-5-17-16,5-7 1 15,5-8-8-15,4 0 11 16,7-8-4-16,5-12 1 15,7-4-9-15,4-2-9 16,2 0-34-16,0 3-72 16,8 7-96-16,15 5-92 15,-4 4-176-15,0 3-335 0</inkml:trace>
  <inkml:trace contextRef="#ctx0" brushRef="#br0" timeOffset="133553.95">29241 11414 293 0,'0'0'54'15,"0"0"-108"-15,0 0 35 0</inkml:trace>
  <inkml:trace contextRef="#ctx0" brushRef="#br0" timeOffset="133695.82">29241 11414 1155 0,'8'-26'0'0</inkml:trace>
  <inkml:trace contextRef="#ctx0" brushRef="#br0" timeOffset="136437.32">29694 8993 620 0,'0'0'355'0,"0"0"-167"16,0 0 170-16,0 0-129 16,0 0-45-16,0 0 26 15,0 0-18-15,-33-5-38 16,30 2-27-16,-1 1-28 15,2 2-6-15,-2 0-36 16,1 0-7-16,3 0-24 16,-3 0-5-16,3 0-20 15,0 0 10-15,-2 0-11 16,2 0 2-16,-2 0 7 0,-2 12-8 16,2 0 14-16,-3 6-14 15,3 0 7-15,-2 3-8 16,2-3 9-16,-3 1-8 15,0 4 5-15,1-2-4 16,-3 3 4-16,-1 5 4 16,-2 1-10-16,1 3 16 15,1-1-15-15,-1 3 5 16,-1 2-5-16,2 0 12 16,-1 5 1-16,-5 0 5 15,4 1 2-15,-4 1-7 16,1-4 7-16,0-2-14 15,1 0 10-15,-1-1-5 0,1-3 3 16,1 2-2 0,3-2 2-16,-4 0-3 0,3-5-1 15,1 0 7-15,1-5-17 16,0-6 16-16,3-4-17 16,-1-4 9-16,3-4-8 15,2-3 5-15,0-3-5 16,0 0 5-16,0 0 0 15,0 0 0-15,0 0 8 16,0 0-14-16,0 0 11 16,0-12-11-16,0-3-22 15,0-4-29-15,-4 0-16 16,-1-6-5-16,-4 1-15 16,2 2 6-16,1 3-7 15,-1 2 13-15,5 3 14 0,0 3 31 16,-1 0 18-16,3 3 12 15,0 2 0-15,0 0 1 16,0 4 24-16,0 2 9 16,0 0-8-16,0 0-26 15,0 8 13-15,0 10 8 16,0 3 3-16,5 5 6 16,-3-1-8-16,3 3-5 15,-3-2-2-15,2 1 1 16,-2-5-16-16,1-5 12 15,-1-5-6-15,0-5-6 16,0-3 6-16,1-1 0 16,-3-3-5-16,2 0 0 0,0 0-1 15,3 0 1-15,3 0 5 16,6 0-6-16,4 0 33 16,2-14-20-16,3 2 1 15,-6-3-13-15,-1-4 1 16,-3 2 4-16,-5-1-6 15,2 0 10-15,-3 6-9 16,-1 0 2-16,0 3-2 16,-1 4-1-16,0 1 0 15,-1-1 1-15,-1 3-1 16,-3 2 0-16,0 0 0 16,0 0-11-16,0 0 11 0,0 0 0 15,0 0 6 1,-14 0-5-16,-6-2-1 0,-5 1 0 15,1-3 1-15,-1 2 0 16,8-3-1-16,3 2 0 16,7-1 0-16,5 1-64 15,-2 3-103-15,0 0-453 16,-6 0-1358-16</inkml:trace>
  <inkml:trace contextRef="#ctx0" brushRef="#br0" timeOffset="138500.17">30661 9765 992 0,'0'0'147'0,"0"0"-34"16,0 0 2-16,0 0-73 15,0 0-12-15,0 0-2 0,-118 36-2 16,105-18-9 0,7-4 1-16,3 2-10 0,3-1 0 15,0 2-7-15,11-3 8 16,12 3 27-16,1 1 43 16,3 0-24-16,-1 4-18 15,-3 0 14-15,-4 0-19 16,-5 2-14-16,-7-5 17 15,-7 2-1-15,0-5-4 16,0-2 6-16,-9-2 44 16,-11 0 17-16,-7-2 5 15,-2 0-40-15,-2-2-28 16,2 0-17-16,3-3-8 16,3-2-1-16,7-3-6 15,3 0 5-15,5 0-6 0,2 0-1 16,6-16-113-16,12-2-186 15,7-2-644-15</inkml:trace>
  <inkml:trace contextRef="#ctx0" brushRef="#br0" timeOffset="138681.6">30884 9944 1587 0,'0'0'314'16,"0"0"-216"-16,0 0 155 15,0 0-109-15,0 0-38 16,-31 125-64-16,31-104-17 16,0-3-16-16,7-6-9 0,35-5-137 15,-2-6-221 1,-3-1-905-16</inkml:trace>
  <inkml:trace contextRef="#ctx0" brushRef="#br0" timeOffset="139049.07">31243 9803 1407 0,'0'0'187'16,"0"0"-22"-16,0 0-53 16,0 0-73-16,0 0-22 0,0 0-5 15,0 0-11 1,-79 95 10-16,96-74 9 0,1 6-10 15,-5-3-8-15,-3 3 10 16,-6-6 2-16,-2 1-3 16,-2-6 16-16,0-3 10 15,-2-2 22-15,-12-2 46 16,-3-4 3-16,-4-1 7 16,-1-1-51-16,-1 0-31 15,2-3-21-15,0 0-2 16,4 0-8-16,1 0 5 15,3 0-6-15,1 0 0 16,4 0-2-16,-1 0-35 16,4 0-75-16,5 0-108 15,3-3-40-15,12-9-638 0</inkml:trace>
  <inkml:trace contextRef="#ctx0" brushRef="#br0" timeOffset="139267.71">31424 9581 1472 0,'0'0'335'0,"0"0"-180"16,0 0 143-16,6 113-92 16,-6-55-81-16,0-3-52 15,0 2-33-15,0-7-23 16,0-6-13-16,0-5-4 0,0-8-37 15,2-2-194-15,2-8-412 16,-4-10-956-16</inkml:trace>
  <inkml:trace contextRef="#ctx0" brushRef="#br0" timeOffset="139956.53">31548 9985 909 0,'0'0'524'0,"0"0"-400"16,0 0 192-16,0 0-119 15,0 0-47-15,94-116 2 16,-87 103-54-16,-4 3-44 16,-3 4-17-16,0 3-31 15,-5 3 1-15,-15 5 8 0,-3 18 3 16,-1 10-12-16,4 5 2 16,8 2-7-16,12-2 0 15,0-6 5-15,17-9-7 16,14-8 2-16,6-9 17 15,8-6-18-15,0-1-114 16,0-22-49-16,-10-7-72 16,-6-9-55-16,-7 0-258 15,-8 0 359-15,-6 8 189 16,-1 8 150-16,-3 14 122 16,-1 9-102-16,2 0-139 15,1 20 1-15,-2 8 17 16,3 0 10-16,-3-2 44 15,1-2 37-15,0-7-1 0,-3-2-37 16,2-9-31 0,-4-2-38-16,0-4-6 0,0 0 5 15,0-4-6-15,0-14-13 16,0-6-13-16,0-6-1 16,9-4 0-16,9 1 1 15,5 8-16-15,0 9-11 16,0 11 22-16,-1 5 5 15,-4 5 6-15,0 15 12 16,-5 1 15-16,-3 2 0 16,-4-3 19-16,-2-5-8 15,1-3-11-15,-1-5-19 16,1-5-14-16,4-2-12 0,4-2-39 16,5-17-80-16,5-6-97 15,2-6 77-15,2 2 101 16,-4 3 50-16,-3 9 0 15,-9 12 82-15,-2 5-9 16,-4 4 27-16,-5 18 1 16,0 4-38-16,0 2 7 15,0 0-14-15,2-1-20 16,9-3-27-16,27-1-9 16,2-7-200-16,2-9-1065 0</inkml:trace>
  <inkml:trace contextRef="#ctx0" brushRef="#br0" timeOffset="140272.9">32568 9934 1605 0,'0'0'212'15,"0"0"100"-15,0 0-114 16,0 0-59-16,2 109-64 15,38-100-63-15,5-6-12 16,-1-3-73-16,-1-12-179 16,-12-15-4-16,-7-4 124 15,-15-4 110-15,-4 4 22 16,-5 5 135-16,0 14 180 16,0 7-75-16,0 5-169 0,0 12-71 15,-7 19 1-15,0 8 14 16,-2 2-14-16,7 3 7 15,2-5-8-15,0 1-39 16,0-10-348-16,0-9-1047 0</inkml:trace>
  <inkml:trace contextRef="#ctx0" brushRef="#br0" timeOffset="141098.68">31065 11023 851 0,'0'0'218'0,"0"0"92"15,0 0-70-15,0 0-96 16,0 0-101-16,0 0-42 16,0 0 7-16,-2 28 23 15,-1 4 38-15,3 4 31 16,0 0 69-16,0-4-48 15,21-5-25-15,6-8-26 0,4-9-20 16,0-6-11 0,0-4-14-16,-4-4-8 0,-10-20-10 15,-3-10-6-15,-9-8-1 16,-5-12 15-16,0-8-14 16,0-5 13-16,0 4-14 15,0 8 18-15,-3 15 17 16,3 16 25-16,0 16-6 15,0 8-41-15,0 8-12 16,0 24-1-16,7 9 17 16,-1 7-10-16,4-3 10 15,1-4-7-15,-1-8 8 16,4-8-17-16,2-9-1 16,-3-11-14-16,0-5 14 15,-2 0 19-15,-1-21-19 0,-4-9-31 16,-4-4 21-16,-2-1 10 15,0 9-11-15,0 10 11 16,0 14 0-16,0 2-27 16,0 35 16-16,0 11 11 15,0 5 0-15,0 6-2 16,23-4-10-16,6-8-114 16,6-9-17-16,17-12-185 15,-12-8 20-15,-5-10-618 0</inkml:trace>
  <inkml:trace contextRef="#ctx0" brushRef="#br0" timeOffset="142052.74">30588 12366 1187 0,'0'0'145'0,"0"0"-13"15,0 0 31-15,0 0-47 16,121-102 3-16,-113 80 32 16,-3 2-16-16,-5 6 43 15,0 6-40-15,-15 8-83 16,-8 0-35-16,-6 21-19 15,0 14 0-15,4 11 17 16,8 3 13-16,10 4-10 16,7-7 6-16,0-7-17 15,22-7-10-15,11-12 0 0,7-11 0 16,10-9 0 0,6 0-41-16,2-24-188 0,-5-8-78 15,-6-7-23-15,-14-6-228 16,-13 1 242-16,-13 0 231 15,-7 8 85-15,0 6 246 16,-11 9 23-16,-9 7-19 16,1 7-102-16,0 7-57 15,1 2-42-15,1 20-6 16,5 7-7-16,7 6 25 16,5 3 9-16,5-2-23 15,22-3-40-15,8-12 0 16,6-5 14-16,1-12-21 15,-2-4-71-15,-4-6-126 16,-8-17-72-16,-10-10-75 0,-7-4 110 16,-11 2 159-16,0 3 75 15,0 6 146-15,-2 12 175 16,-7 10 12-16,3 4-172 16,-1 14-99-16,5 16-20 15,2 6 43-15,0 0-8 16,18-2-3-16,8-6-24 15,8-10-20-15,1-10 17 16,4-8-17-16,-4-1-5 16,-3-24-25-16,-11-5-30 0,-5-7-4 15,-7-2 0-15,-5 3 17 16,-4 4 17 0,0 9 11-16,0 10 37 0,0 11 22 15,0 2-58-15,0 10-12 16,0 14 2-16,0 6-1 15,3 2 11-15,12-4-3 16,8-7-9-16,6-4-9 16,9-11-7-16,15-6-151 15,-8-11-356-15,-8-12-731 0</inkml:trace>
  <inkml:trace contextRef="#ctx0" brushRef="#br0" timeOffset="142203.35">31596 12198 1252 0,'0'0'232'0,"0"0"-102"0,0 0-2 16,0 0-36-16,-43 114-51 16,43-80-15-16,9-6-13 15,13-5-13-15,7-14-26 16,12-9-97-16,-8-4-357 16,-6-15-172-16</inkml:trace>
  <inkml:trace contextRef="#ctx0" brushRef="#br0" timeOffset="142331.74">31596 12198 462 0,'149'26'815'15,"-149"-29"-449"-15,0 3 162 16,0 0-442-16,-2 11-64 16,0 17 0-16,2 5-20 15,0 0 13-15,0-1-9 16,11-4-6-16,31-14-25 0,1-5-260 16,-4-9-778-16</inkml:trace>
  <inkml:trace contextRef="#ctx0" brushRef="#br0" timeOffset="142825.9">31968 12166 1410 0,'0'0'192'16,"0"0"57"-16,0 0-78 16,-25 113-42-16,25-82-45 15,7-4-56-15,17-8-27 16,3-11-1-16,2-8-79 15,-2 0-112-15,-4-16 15 0,-6-10 31 16,-3-3 93 0,-6-2 52-16,-1 4 64 0,-3 8 117 15,-1 7 90-15,2 9-67 16,1 3-143-16,3 7-48 16,2 13 1-16,0 2-14 15,2 0 12-15,-3-1-12 16,-4-6 7-16,1-5-7 15,-3-8 1-15,6-2 0 16,-2-4 0-16,5-19-1 16,3 0-62-16,-1 0 40 15,1 2 22-15,-3 7 21 16,-1 6 31-16,1 8-42 16,3 0-10-16,-1 2 12 0,4 10-12 15,-4 2 0-15,1-4 0 16,-3 0 6-16,1-4 4 15,3-6-10-15,3 0-13 16,3 0-81-16,-4-2-2 16,-1-7 53-16,-7 2 20 15,-4 2 17-15,-7 0 4 16,0 3 2-16,-9 2-81 16,-4 0-244-16</inkml:trace>
  <inkml:trace contextRef="#ctx0" brushRef="#br0" timeOffset="147120.84">29342 11372 925 0,'0'0'275'15,"0"0"-200"-15,0 0 27 16,0 0 24-16,0 0-33 16,0 0-36-16,-51 21-8 15,49-21-11-15,-1 3 54 0,3-3-2 16,-2 0 4 0,2 0-23-16,0 0-9 0,-2 0-29 15,2 0-17-15,-2 2-10 16,-1 0-5-16,1-1 9 15,2 2-9-15,-3-3 10 16,3 1-11-16,0-1 0 16,0 0 1-16,0 0 7 15,0 0-8-15,0 0 1 16,0 0 5-16,0 0-6 16,0 0 0-16,0 0 10 15,0 0-5-15,0 0-5 16,0 2 0-16,3 3-133 15,4 1-522-15</inkml:trace>
  <inkml:trace contextRef="#ctx0" brushRef="#br0" timeOffset="147345.35">29399 11497 1684 0,'0'0'42'0,"0"0"-40"15,0 0-2-15,0 0-776 0</inkml:trace>
  <inkml:trace contextRef="#ctx0" brushRef="#br0" timeOffset="147489.31">29399 11497 1835 0,'19'-23'239'15,"-28"23"-189"-15,2 0-19 16,2 0-31-16,5 0-722 0</inkml:trace>
  <inkml:trace contextRef="#ctx0" brushRef="#br0" timeOffset="168512.94">15882 5877 508 0,'0'0'94'0,"0"0"-3"16,0 0-19-16,0 0-8 16,41-12-11-16,-20 1-14 15,15-1-5-15,15-9 25 16,20-7-16-16,37-15-18 16,46-20-25-16,55-20-13 15,21-1-26-15,-14 12 39 16,-49 26 0-16,-67 24 8 15,-30 14-8-15,-32 6-17 16,-16 2-962-16</inkml:trace>
  <inkml:trace contextRef="#ctx0" brushRef="#br0" timeOffset="168926.11">16451 6086 646 0,'0'0'110'15,"232"-80"-70"-15,-26 18 155 16,49-8 21-16,19-1-19 15,0-1-53-15,-15 4-63 16,-5 1-24-16,-20 3-26 16,-29 11-20-16,-29 10-11 15,-57 16-111-15,-35 1-455 0</inkml:trace>
  <inkml:trace contextRef="#ctx0" brushRef="#br0" timeOffset="169428.26">16667 6258 423 0,'0'0'199'16,"199"-34"-144"-16,-12 1 14 16,49-10 28-16,33-6 118 0,26-2 27 15,8-4-62 1,20 3-73-16,-2 6-31 0,-24 8-23 15,-36 9-32-15,-41 6-20 16,-33 7-1-16,-21 4-14 16,-18-2-121-16,-9 4-106 15,-41 0-156-15,-22 2-4 0</inkml:trace>
  <inkml:trace contextRef="#ctx0" brushRef="#br0" timeOffset="169932.92">16567 6604 360 0,'0'0'68'0,"0"0"-42"0,0 0-2 16,0 0 9-16,0 0 2 16,151 9 54-16,-71-9-24 15,57-12 13-15,81-23 57 16,54-8-24-16,40-6 23 16,26 2 63-16,13 6-1 15,27 5-25-15,22 8-53 16,3 6-64-16,-6 9-23 15,-19 4-19-15,-31 6-2 16,-36-2 1-16,-45-1-11 16,-39 0-1-16,-42 0-29 0,-47 4-74 15,-51 2-288-15,-40 0-166 16</inkml:trace>
  <inkml:trace contextRef="#ctx0" brushRef="#br0" timeOffset="170404.28">16906 7118 1071 0,'0'0'80'16,"184"0"-46"-16,-5 0 17 15,46 0 1-15,38 0 18 16,36 4-44-16,31 15-9 0,35-1-5 16,20 0 13-1,6-5 53-15,-10 0-23 0,-7-1-17 16,-14 4-19-16,-20 2-18 15,-25 3-1-15,-25-2 0 16,-39-3-44-16,-75-5-212 16,-53 1-512-16</inkml:trace>
  <inkml:trace contextRef="#ctx0" brushRef="#br0" timeOffset="170945.02">17496 8351 1440 0,'0'0'0'0,"0"0"-133"15,188 47 121-15,-9-18 12 16,45 2 104-16,28-1 29 16,7-7-36-16,-3-6-7 15,20 0-5-15,12 2-1 16,8 7-40-16,3 11-17 15,-13 9-13-15,-35 10-6 16,-43 0-8-16,-61-8-6 0,-51-12-16 16,-41-12-56-16,-19-2 17 15,-7 4-40-15,-20 6-63 16,-3-3-59-16,-6-12-159 16</inkml:trace>
  <inkml:trace contextRef="#ctx0" brushRef="#br0" timeOffset="171373.93">17655 9448 868 0,'0'0'0'0,"220"41"-59"16,-14-12 59-16,41 8 37 15,15-5 158-15,-9 0 38 16,-35 5-101-16,-17 4-78 15,-23 9-47-15,-19 4-7 0,-17 6-207 16,-6 1-129 0,-5-5 65-16,0-6 245 0,-5-14 26 15,-19-11 37-15,-20-13 28 16,-23-5-14-16,-10-2-22 16,-2-3-3-16,-6 1-18 15,-11 3-8-15,-23-2-46 16,-30 3-186-16,-22-4 105 15,-12-1-15-15</inkml:trace>
  <inkml:trace contextRef="#ctx0" brushRef="#br0" timeOffset="171809.47">16868 10542 1360 0,'0'0'203'16,"0"0"-185"-16,171 0-17 15,-59 4 8-15,33 14-9 16,40 14 13-16,18 5 1 0,-3 4 7 16,-15-3-21-1,-22-8 7-15,-3-4-7 0,-4-6-9 16,-8-3 0-16,-9 0 8 16,-27-5-5-16,-29 0 6 15,-25-2 0-15,-14-2 1 16,1 0-12-16,-1-2-11 15,1 1-45-15,-9-6 47 16,-9 1 19-16,-10-2 2 16,-7 0 20-16,-10 0-21 15,-29 0-41-15,-19-11-108 16,-10-6-415-16</inkml:trace>
  <inkml:trace contextRef="#ctx0" brushRef="#br0" timeOffset="172129.87">16288 10914 1224 0,'0'0'53'0,"223"0"-53"0,-20-8-16 16,47-12 16-16,24-6 123 16,6-6 21-16,-8 2 3 15,5 6-64-15,-5 4-34 16,-11 10-49-16,-16 4-115 15,-67 6-440-15,-40 0-84 0</inkml:trace>
  <inkml:trace contextRef="#ctx0" brushRef="#br0" timeOffset="175914.5">28292 1497 793 0,'0'0'118'0,"0"0"-118"16,0 0-50-16,0 0-796 0</inkml:trace>
  <inkml:trace contextRef="#ctx0" brushRef="#br0" timeOffset="181755.71">18133 5184 750 0,'0'0'104'0,"0"0"-64"16,0 0-22-16,0 0-8 15,172-11 39-15,-101 1 107 16,12-3-44-16,6 4-46 15,5 4-12-15,24-2-31 0,38 3-6 16,58-4-16 0,39-5 6-16,25 1-7 0,11 1 9 15,-17 5-8-15,-4 6 0 16,-16 0 0-16,-25 0 0 16,-29 12-1-16,-24 0 0 15,-22 0-11-15,-36-2-101 16,-27-2-82-16,9 1-54 15,-29-2-75-15,-13-2-204 0</inkml:trace>
  <inkml:trace contextRef="#ctx0" brushRef="#br0" timeOffset="181825.18">21535 5245 365 0,'0'0'36'16,"-171"22"-36"-16</inkml:trace>
  <inkml:trace contextRef="#ctx0" brushRef="#br0" timeOffset="182132.37">19422 6039 1124 0,'323'-30'170'0,"65"-1"-67"16,-9 11-37-16,14 6-32 16,-4 5-10-16,-16 9-6 15,-30 0-1-15,-46 4-6 16,-56 15-11-16,-65 1-82 15,-65-5-255-15,-47-2-376 0</inkml:trace>
  <inkml:trace contextRef="#ctx0" brushRef="#br0" timeOffset="182603.68">18880 8083 666 0,'262'0'81'0,"41"0"-64"15,-14 0-4-15,10 0 11 16,2 0 50-16,0 0-18 16,-14 16-34-16,-28 9-10 15,-34 7-12-15,-76-6-25 0,-41-5-310 0</inkml:trace>
  <inkml:trace contextRef="#ctx0" brushRef="#br0" timeOffset="183047.32">20033 9411 1127 0,'185'15'0'0,"29"12"-237"16,-11 3-103-16,7 4 225 15,1-7 115-15,6-5 147 0,-1-5-89 16,-11-3 21-16,-45-1 105 16,-24 13-67-16,-49-5-117 15,-40-1-282-15</inkml:trace>
  <inkml:trace contextRef="#ctx0" brushRef="#br0" timeOffset="183421.67">18417 10682 880 0,'0'0'0'15,"0"0"-23"-15,212 26 23 16,-27-22 5-16,35-4 96 0,17 0 30 15,4-4 39 1,-15-8-31-16,4 5-32 0,-9 7-8 16,-9 0-99-16,-61 0-206 15,-30 3-279-15</inkml:trace>
  <inkml:trace contextRef="#ctx0" brushRef="#br0" timeOffset="192041.88">13577 4819 745 0,'0'0'108'0,"0"0"-66"0,0 0-32 16,-118 0-4-1,76 0-4-15,-2 0-1 0,1 0 7 16,-4 5-6-16,-4 4-1 15,-7 3 21-15,-9 3-2 16,-13 6-8-16,-25 11-11 16,-31 12 0-16,-43 16 6 15,-23 10-6-15,-10 5 0 16,-2 3 22-16,5 2 11 16,-5 4 9-16,2 4-11 15,7-2-9-15,15-3-23 16,10-11 7-16,10-9-7 15,10 0 0-15,10-5 0 16,32-5 0-16,27-12-15 16,-1 5-106-16,32-11-47 15,6-7-181-15</inkml:trace>
  <inkml:trace contextRef="#ctx0" brushRef="#br0" timeOffset="192573.56">14480 5179 411 0,'0'0'87'0,"0"0"-45"15,-139 56-12-15,64-21-3 16,-29 15-2-16,-37 18-15 16,-42 26 0-16,-24 10-9 15,-12 5 19-15,-4-1 16 0,5-4-7 16,-18 13-19-16,-16 13-4 16,-16 11-5-16,-19 5 0 15,-8 3 6-15,8 4-6 16,13-1 0-16,21-7 0 15,29-12-1-15,25-15 0 16,30-20 1-16,38-23 21 16,36-19 75-16,33-15-5 15,20-6-54-15,4 1-23 16,5 15-15-16,8-5-128 16,11-9-165-16</inkml:trace>
  <inkml:trace contextRef="#ctx0" brushRef="#br0" timeOffset="193077.93">13666 6703 438 0,'0'0'83'0,"-216"125"-42"16,15-5 15-16,-44 27-18 16,-22 7-17-16,-3 0-19 15,18-16-2-15,0 3-47 16,5-1 21-16,8 3 19 15,5-5 7-15,7-3 0 0,9-8 1 16,12-6 18-16,26-9 11 16,41-24-1-16,44-25-15 15,34-23-14-15,24-13-6 16,16-3-54-16,8-4-22 16,13-6-112-16</inkml:trace>
  <inkml:trace contextRef="#ctx0" brushRef="#br0" timeOffset="193573.66">14422 7432 439 0,'0'0'80'0,"0"0"-75"15,-145 67-5-15,67-30-69 0,-11 5 30 16,-27 13 38 0,-27 18 1-16,-32 21 0 0,-13 9 0 15,5 0-15-15,14-8-83 16,18-1-82-16,-7 9 180 16,-10 6 7-16,-8 16 153 15,-5 7 31-15,-4 1-27 16,7-7 11-16,11-3 14 15,11-13-17-15,28-17-52 16,35-23-49-16,28-15-33 16,17-11-18-16,-2 5-11 15,1 2-8-15,0 4-1 16,0 11-5-16,13-16-137 16,10-13-215-16</inkml:trace>
  <inkml:trace contextRef="#ctx0" brushRef="#br0" timeOffset="194045.59">12931 9585 895 0,'-131'74'142'16,"-14"10"-84"-16,18-6-32 0,-6 3-15 15,2 5-10-15,-2 4 0 16,-6 8 1-16,2 1-1 15,4-7 7-15,25-15-7 16,27-28 0-16,32-18-1 16,20-4-27-16,9-7-116 15,9-1-140-15</inkml:trace>
  <inkml:trace contextRef="#ctx0" brushRef="#br0" timeOffset="194435.42">14206 9636 1817 0,'0'0'249'0,"0"0"-195"16,0 0-35-16,0 0-17 16,0 0-2-16,0 0 11 15,0 0-11-15,-69 29-61 16,18 5-37-16,-12 10 45 16,-15 11 23-16,-27 15-9 15,-38 24-10-15,-39 26 24 0,-12 8 16 16,9-5 9-1,40-26 2-15,47-32-2 0,28-17 9 16,15-4-9-16,-5 2 0 16,2 5 0-16,2 0 0 15,21-6-9-15,14-13-258 16,17-14-502-16</inkml:trace>
  <inkml:trace contextRef="#ctx0" brushRef="#br0" timeOffset="194782.67">14538 10389 1285 0,'0'0'0'0,"0"0"-181"16,0 0-166-16,0 0 31 15,-114 126 316-15,92-102 82 16,0-2-82-16,-5 2-75 15,-6 5-11-15,-12 5 86 0,-18 7 36 16,-53 38-36-16,12-8-17 16,2-6-318-16</inkml:trace>
  <inkml:trace contextRef="#ctx0" brushRef="#br0" timeOffset="198942.49">15834 1252 80 0,'0'0'523'0,"0"0"-442"0,0 0-15 16,0 0-19-1,0 0-23-15,-119-49 21 0,101 43-31 16,-4 3-8-16,-2 3-5 16,-7 0 0-16,-8 0 6 15,-5 15-6-15,-6 2 6 16,0 0-7-16,-6 3 0 15,0 1-16-15,0 0-60 16,-2 4 8-16,0-4 39 16,-2 4 27-16,-2-1 1 15,-3 2 1-15,-18 13-3 16,19-5-26-16,8-1-334 0</inkml:trace>
  <inkml:trace contextRef="#ctx0" brushRef="#br0" timeOffset="199977.86">16185 1520 479 0,'0'0'742'0,"0"0"-703"15,0 0-32-15,0 0-7 16,-143-57-22-16,112 43 22 16,-4 3 1-16,-5 3 8 15,-4 1-9-15,-6 3 1 0,-6 4 13 16,-4 0-3-16,-2 0 0 15,2 0-10-15,-1 2 7 16,1 7-2-16,4 2 4 16,0 4 2-16,4 3-11 15,-2 2 5-15,0 2-4 16,3 1 6-16,0 2-7 16,2 1 9-16,2 2-10 15,2 4 1-15,1 6-1 16,-1 5 1-16,-1 4 0 15,1 3-1-15,0 6 1 16,5 1-1-16,2 4 0 16,7-3 0-16,4 5 0 0,8 2 0 15,0 1 0-15,5-3 0 16,4 2 1-16,1-3 0 16,5-2-1-16,2 0 7 15,2-3-7-15,0-1 21 16,15-2 11-16,11-1 36 15,6-2-4-15,5 2 4 16,6 0-14-16,4 2-25 16,4 4-7-16,3-1-12 15,6 0 8-15,7 3-5 16,8-5 13-16,10-2-8 16,4-4 4-16,9-3 10 15,5-5 5-15,1-6 4 0,19-4-13 16,22-10 34-1,20-12 22-15,9-10 8 0,-4 0-26 16,-10-24 8-16,-13-6-25 16,-9-4 3-16,-24 4-9 15,-27 4 15-15,-27 3-30 16,-11-2-8-16,6-12-12 16,3-9-7-16,3-12 7 15,-10-6 1-15,-9-10-8 16,-8-6 16-16,-14-9 1 15,-11-3-6-15,-9-7-2 16,-9 0 6-16,-29-4-14 16,-15 3 9-16,-16 3-10 15,-14 2-1-15,-24 1 1 16,-29 3 1-16,-29 15-2 0,-17 25-6 16,-9 37-103-16,-11 19-198 15,53 23-198-15,4 8-1148 0</inkml:trace>
  <inkml:trace contextRef="#ctx0" brushRef="#br0" timeOffset="211329.58">7289 14284 707 0,'0'0'272'16,"0"0"-16"-16,0 0-16 16,0 0-112-16,0 0-39 15,-7 0-6-15,5 0-2 16,2 0-21-16,-2 0-6 16,0 0-10-16,0 0 4 15,-1 0 21-15,0 0 35 16,1 0 2-16,0 0-14 15,0 0-6-15,0 0-32 16,-3 0-9-16,3 0-10 16,-4 0-3-16,1 0-13 15,-2 3-1-15,1-3 0 0,-3 0-3 16,2 2 6-16,-2 0-4 16,2 0 10-16,-3 4-13 15,0-1 7-15,-1 2-3 16,0 3 2-16,-3 1-8 15,4 2 3-15,-1 4-3 16,-1 3-4-16,6-1 5 16,-1 7-13-16,3 2 10 15,2 7-9-15,-1 1 5 16,3 8-4-16,0 2 8 16,0 6-1-16,7 2-1 15,4 3 4-15,2-3-11 0,1-4 15 16,1-6-15-16,3-4 9 15,2-8-9-15,0-4 13 16,2-6-6-16,1-2 4 16,-1-6 9-16,-4-2 6 15,-2-6 6-15,-8 0-17 16,-3-4 10-16,-3-2-11 16,-2 3 0-16,0-3-6 15,0 0 0-15,0 0 0 16,0 0-8-16,0 0 11 15,0 0-10-15,0 0 8 16,0 0-10-16,0 0 0 16,0 0 0-16,0 0-1 0,0 0-29 15,0 0-27 1,0 0-37-16,25-7-69 0,1-9-429 16,1 0-465-16</inkml:trace>
  <inkml:trace contextRef="#ctx0" brushRef="#br0" timeOffset="212246.02">7857 14454 1252 0,'0'0'273'0,"0"0"-55"16,0 0 21-16,0 0-41 15,0 0 3-15,0 0-43 16,0 0-33-16,0 40-51 16,0-39-20-16,0 1-26 15,0 1-1-15,0-3 5 16,0 0 11-16,0 0-1 0,0 0-9 16,0-5-8-16,0-7-23 15,-2 5 8-15,-2-7-9 16,-1 2 0-16,-2 1 0 15,1-1 0-15,-3 3 0 16,3-1 0-16,-2 3 1 16,0 1 5-16,1 2-14 15,-5 3 4-15,2 1 2 16,-3 0-5-16,-1 0 5 16,1 0 0-16,-1 5 0 15,1 1 0-15,-1 6 0 16,5-3 1-16,1 1-6 0,1-3 5 15,0 4 2 1,2-2-2-16,1 3 2 0,-2 0-2 16,1 2 2-16,1 5-1 15,-3-6 1-15,0 10 0 16,3-5 0-16,-1 4-1 16,3 2 0-16,2 2 0 15,0 4 0-15,0-2-1 16,0 2 1-16,9 1 1 15,2 1-1-15,0 0 6 16,0 1-6-16,3 0 0 16,1-1 0-16,4 0 1 15,0-2-1-15,3-7 1 16,1-2-1-16,2-3 1 16,-4-8 5-16,2-1-5 0,-3-9 21 15,3 0-7-15,-6 0-2 16,-1 0-1-16,-3 0 2 15,-4 0-8-15,0 0 3 16,-4 0 0-16,-3 0-8 16,0 0 9-16,-2 0-9 15,2 0 7-15,-2 0-8 16,0 0 0-16,0 0-10 16,0 0-1-16,2 0-13 15,5-5-47-15,5-2-76 16,21-7-72-16,-4-1-322 15,2 1-277-15</inkml:trace>
  <inkml:trace contextRef="#ctx0" brushRef="#br0" timeOffset="212905.1">8439 14386 1410 0,'0'0'253'16,"0"0"26"-16,0 0-51 16,0 0-91-16,0 0-63 15,0 0-35-15,0 0 47 16,-44 78 52-16,44-26-9 15,0 2-34-15,0 4-31 16,9-2-14-16,6-3-17 0,5-6-12 16,3-2-7-16,3-9 0 15,4-10-7-15,-5-8-7 16,2-9 0-16,-2-4 8 16,2-5-8-16,-2-5 13 15,-3-14-1-15,-2-8-10 16,-2-4 8-16,-5-3-3 15,-2-7-7-15,-6 1 0 16,-3-4-7-16,-2 4 6 16,0 5-6-16,0-2 7 15,-9 5 1-15,0 2 6 16,0 0-6-16,0 6 1 16,0-3 9-16,2 8-10 15,5 2-2-15,0 8 2 0,2 4-7 16,0 2 6-16,0 3-12 15,0 0-58-15,0 0-52 16,11 3-100-16,9 8-303 16,3-2-349-16</inkml:trace>
  <inkml:trace contextRef="#ctx0" brushRef="#br0" timeOffset="213415.77">9145 14351 1681 0,'0'0'223'0,"0"0"10"15,0 0-27-15,0 0-125 16,0 0-64-16,0 0-7 15,0 0 5-15,0 58 20 16,0-26 44-16,-6 5-12 16,-3 1-6-16,0-2-8 15,-2-1 0-15,-2 4-21 16,-1-1-8-16,1 1-8 16,1-5-7-16,2-1 3 0,3-8-11 15,5-4 11-15,0-3-12 16,2-6 8-16,0-3-7 15,0-3 13-15,0 2-4 16,4-7 8-16,7 6 3 16,5-3 2-16,1 2 2 15,4-2-3-15,3 0 8 16,3-4-12-16,0 2-6 16,-1-2-11-16,-1 0 5 15,-3 0-6-15,1 0 0 16,-4 0-2-16,2 0-20 15,-3 0-28-15,1 0-42 16,2-5-58-16,1-4-49 16,12-9-135-16,-10-1-57 15,0 3-727-15</inkml:trace>
  <inkml:trace contextRef="#ctx0" brushRef="#br0" timeOffset="213890.15">9579 14239 1315 0,'0'0'236'0,"0"0"42"16,0 0-150-16,0 0-22 16,0 0 6-16,0 0 21 15,106 147-3-15,-83-92 8 16,-6 6-36-16,-5 7-20 15,-6 4-21-15,-6 3-15 16,0 3-22-16,-6-3 9 16,-13-4 1-16,-1-4 4 0,-2-9-7 15,2-15-10 1,3-7-9-16,3-11-6 0,5-9 3 16,5-7-9-16,2-4 0 15,-1-5-10-15,1 0-11 16,-1 0-25-16,3-10-72 15,3-25-60-15,17 4-345 16,2-6-348-16</inkml:trace>
  <inkml:trace contextRef="#ctx0" brushRef="#br0" timeOffset="214429.28">10073 13987 380 0,'0'0'879'0,"0"0"-721"16,0 0 162-16,0 0-140 16,0 0-91-16,0 0-16 15,0 0-9-15,-62-15-23 16,48 15 14-16,-1 0 14 0,-1 10-14 16,1 2-11-16,-1 2-20 15,3 3 4-15,1 3 11 16,3-1 12-16,5 6-7 15,4 1 1-15,0 0-20 16,0 1-14-16,4-2-2 16,8-1-9-16,1-2-1 15,2-8 1-15,3-2-9 16,1-2 4-16,-2-10 5 16,5 4 15-16,-1-4 6 15,-2 0-14-15,-1 0-1 16,-5 0 4-16,-1 0-9 0,-1-4-2 15,-3-1-7 1,2 5-27-16,-3-5-82 0,1 3-73 16,1 2-42-16,0 0-33 15,0 0-283-15,-5 0-455 0</inkml:trace>
  <inkml:trace contextRef="#ctx0" brushRef="#br0" timeOffset="-207282.09">10628 14374 1445 0,'0'0'627'0,"0"0"-491"16,0 0 133-16,0 0-141 16,0 0-79-16,0 0-25 15,60 3-12-15,-20-3-2 16,3 0-10-16,-1 0-102 16,5 0-210-16,-11 0-219 0,-12 2-322 15</inkml:trace>
  <inkml:trace contextRef="#ctx0" brushRef="#br0" timeOffset="-207095.09">10599 14668 1463 0,'0'0'381'0,"0"0"-126"15,0 0 71-15,0 0-182 16,0 0-69-16,0 0-30 15,120-16-20-15,-64 2-25 16,29-2-117-16,-12 4-269 16,-8 2-260-16</inkml:trace>
  <inkml:trace contextRef="#ctx0" brushRef="#br0" timeOffset="-206644.67">11313 14299 1679 0,'0'0'287'0,"0"0"70"0,0 0-67 15,0 0-192-15,0 0-66 16,0 0 44-16,118-41-21 16,-85 36 8-16,3 5-3 15,-5 0-17-15,0 8-12 16,-2 15-11-16,-2 4-11 16,-5 9 0-16,-6 8 25 15,-8 4-11-15,-8 7 16 16,0 3-6-16,0 0 7 15,-4-4-16-15,-2-6-9 16,-1-3-7-16,5-14-7 16,2-8 6-16,0-9-7 0,0-9 0 15,0-5-30 1,0 0 3-16,2 0-13 0,5-11-29 16,-1-6-55-16,-6-10-86 15,0 4-411-15,0-3-606 0</inkml:trace>
  <inkml:trace contextRef="#ctx0" brushRef="#br0" timeOffset="-206432.85">11450 14622 1936 0,'0'0'647'0,"0"0"-446"15,0 0 25-15,0 0-110 16,0 0-72-16,0 0-14 15,129-52-11-15,-81 34-18 0,-6 4-1 16,-6 0-10-16,-7 6-37 16,-5-2-55-16,-2 4-25 15,8 0-135-15,-6-3-341 16,1 2-527-16</inkml:trace>
  <inkml:trace contextRef="#ctx0" brushRef="#br0" timeOffset="-206021.02">12177 14369 1224 0,'0'0'483'0,"0"0"-272"15,0 0 183-15,0 0-197 16,0 0-84-16,0 0 22 15,-122 116-49-15,111-72-7 16,4 2-19-16,7-7 6 16,0-3-29-16,9-6-8 15,14-7-14-15,8-14-8 16,4-9 11-16,7 0-17 16,1-12 18-16,-3-14-18 15,-7-3 6-15,-6-2-7 16,-14 1-7-16,-5 1 1 0,-8 3 5 15,0 5 0 1,-8 1 2-16,-9 3 0 0,-4 4 0 16,-5 3-2-16,-3 6 1 15,-3 1 0-15,-3 3-10 16,2 0-19-16,4 13-28 16,4 1-31-16,21-2-102 15,4-2-479-15,0-6-593 0</inkml:trace>
  <inkml:trace contextRef="#ctx0" brushRef="#br0" timeOffset="-205758.23">12868 14187 2304 0,'0'0'352'0,"0"0"-194"15,0 0 33-15,0 0-85 16,-80 145-25-16,51-82-6 16,2 0-6-16,1-4-29 15,4-6-17-15,-1-7-13 16,6-8-10-16,1-10 0 16,7-7-9-16,2-10-58 15,4-7-44-15,3-4-39 16,0-15-69-16,0-9-627 0</inkml:trace>
  <inkml:trace contextRef="#ctx0" brushRef="#br0" timeOffset="-205532.2">12621 14284 1967 0,'0'0'542'0,"0"0"-295"15,0 0-9-15,0 0-128 16,0 0-54-16,0 0-1 16,0 0-14-16,0-14-8 15,0 19-21-15,0 1-12 16,0 0-26-16,2 0-82 0,19 6-79 16,-6-1-199-1,1 2-506-15</inkml:trace>
  <inkml:trace contextRef="#ctx0" brushRef="#br0" timeOffset="-205368.97">12939 14680 2162 0,'0'0'303'16,"0"0"-233"-16,0 0-70 15,0 0-547-15,0 0-1183 0</inkml:trace>
  <inkml:trace contextRef="#ctx0" brushRef="#br0" timeOffset="-162430.15">27673 1231 1420 0,'0'0'279'15,"0"0"113"-15,0 0-81 16,0 0-121-16,0 0-17 0,0 0-45 16,0 0-29-1,93-102-2-15,-82 100-33 0,-2 2 4 16,-2 0-55-16,2 4 11 15,-1 11-15-15,-1 7 2 16,0 7-10-16,-2 3 8 16,-3 6 2-16,-2 5-11 15,0 6 3-15,0 6 7 16,0-2-9-16,-2 3 0 16,-8-1 0-16,1-3-1 15,1-6 9-15,-1-2-9 16,-1-4 0-16,4-6 0 15,2-5 10-15,2-7-18 16,2-7 9-16,0-3-2 0,0-5 2 16,0-3-1-16,2-1 0 15,13 0 1-15,12-3 6 16,8 0-6-16,12 0 16 16,9-15-16-16,9-4 19 15,-1-3-11-15,-3 2 6 16,-14 1-14-16,-12 5 5 15,-15 7-6-15,-11 2 0 16,-4 5-1-16,-5 0-12 16,0 0-4-16,0 0-72 15,0 0-34-15,0 0-48 16,0 2-162-16,2 1-406 0</inkml:trace>
  <inkml:trace contextRef="#ctx0" brushRef="#br0" timeOffset="-162136.91">28423 1566 1787 0,'0'0'301'0,"0"0"44"15,0 0-109-15,0 0-97 16,0 0-18-16,130-18-42 16,-94 12-18-16,-5-1-34 15,-6 4-4-15,-10-1-14 0,-5 2-8 16,-2-1 2-16,-6 3-3 16,-2 0-6-16,2 0-86 15,13 0-58-15,1 0-392 16,7-2-929-16</inkml:trace>
  <inkml:trace contextRef="#ctx0" brushRef="#br0" timeOffset="-161754.16">29382 1252 810 0,'0'0'921'0,"0"0"-769"16,0 0 143-16,0 0-94 16,0 0-85-16,0 0-36 15,-114-55-4-15,81 67-31 16,-3 17 15-16,-7 10-26 16,1 14 0-16,0 8 5 15,9 4 9-15,11-1-29 16,15-4-7-16,7-6-4 15,24-8 1-15,21-9 13 16,9-11-7-16,6-11 30 16,0-9-14-16,-5-6 7 15,-3 0-29-15,-10-4 3 0,-8-8-11 16,-5 2-1-16,-5-2 0 16,-6 3 0-16,0-2-6 15,-5 3-90-15,1 6-86 16,-5 2-423-16,-7 0-801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50:07.656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6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1" timeString="2020-04-23T23:55:04.638"/>
    </inkml:context>
  </inkml:definitions>
  <inkml:trace contextRef="#ctx0" brushRef="#br0">11359 4291 1866 0,'0'0'247'15,"0"0"-120"-15,0 0 42 16,-152 26-98-16,104-4 18 16,-4 6 1-16,-3 5 1 15,-6 8-32-15,-7 10 18 16,-9 9-28-16,-23 26-3 16,-24 30-8-16,-24 34-19 15,-5 19 14-15,10 7-14 16,11 5 4-16,21-7-22 15,2 15 41-15,1 13-36 16,8 11 8-16,5 18-8 16,3 19 7-16,5 17-13 15,2 15 2-15,3 23-4 16,2 12 4-16,12 10 9 0,20 10-10 16,30-1 18-16,18 0-18 15,47-3 5-15,30-6 3 16,33-12 9-16,29-15-18 15,27-13 0-15,33-20 0 16,26-17 6-16,24-15 6 16,28-19-12-16,17-19-12 15,26-28-2-15,20-31 14 16,24-29 0-16,30-32 0 16,22-25 19-16,20-28-18 0,5-24 14 15,-2-12-9 1,-7-32-3-16,-12-20 3 0,-19-22-6 15,-15-24 1-15,-21-31 6 16,-24-25-7-16,-17-30 0 16,-31-19 4-16,-27-17-4 15,-34-11 40-15,-34-16-22 16,-40-16-1-16,-32-14-16 16,-35-17 13-16,-29-17-13 15,-22-14 13-15,-17-17-14 16,-21-6 4-16,-2-5-17 15,-45 6 26-15,-24 2-14 16,-38 4 2-16,-33 9-2 16,-35 2 2-16,-32 20 12 15,-34 6-13-15,-33 15 9 0,-42 9-17 16,-45 13 8-16,-42 30-9 16,-25 41-64-16,-14 53-27 15,5 66 7-15,9 72 34 16,9 49-12-16,13 79-67 15,110-5-160-15,51 5-691 0</inkml:trace>
  <inkml:trace contextRef="#ctx0" brushRef="#br0" timeOffset="1162.57">20739 3185 1294 0,'0'0'188'16,"-124"21"-159"-16,41-5 18 0,-15 2-2 15,-2 5 26-15,-3 1 33 16,1 5 0-16,-21 18-34 16,-26 20-1-16,-49 42-44 15,-30 28-12-15,-13 27-12 16,-8 14 0-16,10 4 5 15,-10 16 5-15,-3 12 41 16,-5 16 32-16,3 19 0 16,7 18-27-16,11 8-3 15,17 7-11-15,25 5-7 16,25-3 0-16,26 11-27 0,33 1 29 16,26-1-36-1,26 9 13-15,27-5-14 0,19 10 14 16,12 1-1-16,23 3 0 15,24 4-8-15,18-7-4 16,14-1-1-16,22-3 7 16,14-11-2-16,24-6 0 15,17-9-7-15,25-22 2 16,26-13-1-16,22-17 17 16,26-18 21-16,17-17 1 15,15-15-18-15,16-17 19 16,21-17-28-16,19-21 6 15,18-23-18-15,23-30 0 16,10-28-9-16,16-28 9 0,1-10 0 16,-2-36-9-16,-8-30 3 15,-3-25 12-15,-17-21 29 16,-12-21 11-16,-7-24 15 16,-14-26-10-16,-1-27-6 15,-12-27-12-15,-12-23-32 16,-15-15 10-16,-30-16-11 15,-28-20 0-15,-39-10-15 16,-45-12-18-16,-46-10 8 16,-47-5 25-16,-41-7 8 15,-32-4-8-15,-42-4 25 16,-45 8 20-16,-38-6 35 16,-35-2-61-16,-37 4 14 0,-35 0-25 15,-33-2 11-15,-34 5-19 16,-31 4-7-16,-29 13-23 15,-33 32-14-15,-27 27-4 16,-31 44-55-16,-36 56 10 16,-41 71-105-16,120 59-267 15,39 50-671-15</inkml:trace>
  <inkml:trace contextRef="#ctx0" brushRef="#br0" timeOffset="3198.78">14228 4006 1220 0,'0'0'165'15,"0"0"-114"-15,-122 65-4 0,68-33 15 16,-4 4 2-16,0 5-39 16,-9 4 8-16,-11 9-27 15,-24 21 10-15,-41 27-15 16,-49 38-1-16,-24 25-3 16,-14 6-65-16,-3 8-56 15,14-8 36-15,3 0 63 16,6 0 19-16,19-11 6 15,14-9 1-15,15-12 10 16,17-13-5-16,33-26 41 16,32-26 30-16,29-23-16 15,17-17-21-15,8-3-28 16,5-6-5-16,21-20-7 0,18-5-327 16,16-15-585-16</inkml:trace>
  <inkml:trace contextRef="#ctx0" brushRef="#br0" timeOffset="3694.77">15983 4349 576 0,'0'0'104'0,"0"0"0"16,0 0 187-16,0 0-45 16,0 0-7-16,0 0-89 15,0 0-56-15,-18-56-12 16,-9 56 32-16,-13 10-60 15,-18 17 27-15,-35 18-18 16,-50 29-4-16,-61 43-17 16,-45 25-8-16,-27 27-19 15,-28 20-6-15,-5 12 9 16,-28 22-17-16,-17 9 17 16,8 1-18-16,14-8 19 15,15-9-4-15,18-1 28 0,10 3-13 16,11-5-17-16,16-10-2 15,28-13-10-15,25-21-2 16,29-21 3-16,41-32-2 16,41-31 0-16,38-32 0 15,27-16-73-15,6-5-173 16,27-6-23-16,0-3-234 16,8-23-136-16</inkml:trace>
  <inkml:trace contextRef="#ctx0" brushRef="#br0" timeOffset="4204.22">16816 5167 1269 0,'0'0'0'16,"0"0"-41"-16,-143 61 41 15,30-10 279-15,-34 33-8 16,-18 20-35-16,-4 12-101 0,-3 5-79 15,-7 6-16-15,-16 13-24 16,-29 17 30-16,-23 24-21 16,-25 17 19-16,-22 20-7 15,-12 15-4-15,6-2-18 16,5-5-5-16,15-3 7 16,10-5 14-16,-2 4 12 15,0 6-43-15,2 2 21 16,2-1-21-16,17-6 2 15,21-22-2-15,30-27 6 16,34-26-6-16,48-37 6 16,38-39-5-16,29-23-1 15,17-17 0-15,7-4-3 0,9-1 3 16,14-8-42-16,20-19-150 16,22 0-176-16,4-24-661 0</inkml:trace>
  <inkml:trace contextRef="#ctx0" brushRef="#br0" timeOffset="4662.43">15726 6950 1075 0,'0'0'304'15,"0"0"-120"-15,-114 124-12 16,14-37-52-16,-38 27-12 16,-40 31 24-16,-16 17-1 15,2 5-3-15,5 5-88 16,2 2-3-16,-16 17-8 15,-17 17 6-15,-10 6-21 16,-3 5-5-16,1-1 8 16,3 0-4-16,1-3 26 0,6 7-21 15,1-2 28-15,10-1-28 16,6-7 13-16,11-3 6 16,7-13-10-16,13-13-11 15,14-17-14-15,22-21 2 16,29-35 4-16,31-27-16 15,25-28 10-15,16-15-8 16,3-5-13-16,12-12-99 16,20-25-101-16,29-28-282 15,18-20-401-15</inkml:trace>
  <inkml:trace contextRef="#ctx0" brushRef="#br0" timeOffset="5074.64">15292 8640 1455 0,'0'0'204'0,"0"0"-197"16,0 0-1-16,0 0 42 16,-154 151 91-16,80-82-22 15,-30 26 15-15,-35 37-61 0,-40 47-26 16,-21 22-15-16,-1 5 19 16,12-5 16-16,15-13-6 15,5-1-11-15,-1-1-2 16,6-7 4-16,5-13-32 15,15-14 11-15,32-33-29 16,33-34 13-16,29-30-13 16,19-20 0-16,2-4 0 15,6-1-51-15,3 2-85 16,9-9-61-16,11-4 36 16,0-7-110-16,2-9-379 0</inkml:trace>
  <inkml:trace contextRef="#ctx0" brushRef="#br0" timeOffset="5442.06">15728 9523 1309 0,'0'0'174'0,"0"0"16"15,-131 159 5-15,59-78-43 0,-21 24-23 16,-28 26 3 0,-30 30-24-16,-12 4-18 0,5-9-23 15,9-15-15-15,12-14-15 16,-5 4-29-16,-7 6 27 15,-3 1-34-15,-2-6 22 16,30-19-22-16,23-28 10 16,34-24-10-16,16-13-2 15,2-2-19-15,8-7-101 16,18-28-38-16,13-11-98 16,10-11-606-16</inkml:trace>
  <inkml:trace contextRef="#ctx0" brushRef="#br0" timeOffset="6104.64">20960 3898 945 0,'0'0'647'0,"0"0"-526"16,0 0 0-16,0 0 39 16,0 0 16-16,-192 130-51 15,68-24-24-15,-43 44-33 16,-30 25 4-16,-10 20-32 15,1 6-10-15,6-1-24 16,7 2 0-16,12-6 0 16,18-17-5-16,30-20-2 15,29-38-2-15,33-38-4 16,29-26-43-16,18-17 22 16,8-2-34-16,11-4-17 15,5-4-73-15,32-18-47 0,13-10-37 16,1-2-490-16</inkml:trace>
  <inkml:trace contextRef="#ctx0" brushRef="#br0" timeOffset="6502.51">23869 4395 365 0,'0'0'406'0,"0"0"-133"15,0 0 257-15,-53 126-238 16,-36-63-62-16,-54 27-25 16,-56 32-86-16,-34 14-29 15,-14 11-23-15,-4 3 20 16,4 3-47-16,-23 17-12 15,-19 13-22-15,-31 14-3 16,-20 9-2-16,-13 14-1 16,-3 9 10-16,8 1-9 15,18-7-1-15,22-16 1 16,30-19-2-16,28-24 2 16,34-19 7-16,40-22-8 0,49-32 1 15,47-29-1 1,42-25-41-16,31-19-79 0,33-18-216 15,22-4-202-15,14-22-402 16</inkml:trace>
  <inkml:trace contextRef="#ctx0" brushRef="#br0" timeOffset="6922.15">24161 5470 1314 0,'0'0'0'0,"0"0"-159"0,129 32 159 16,-106-4 131-16,-23 11-23 16,-20 5 140-16,-62 20 56 15,-63 26-112-15,-65 32-51 16,-39 21-14-16,-21 7-50 15,-4 9-13-15,4-1-36 16,-18 13 8-16,-20 15-5 16,-10 10 7-16,-19 5 2 15,-2 3-33-15,2-5 20 16,10-2-27-16,15-5 47 16,18-6-3-16,12-5-13 15,20-7-31-15,17-16 1 0,26-16-1 16,38-21 1-1,48-34 0-15,46-27 8 0,36-25-18 16,26-14-11-16,16-9-74 16,9-12-98-16,78-33-371 15,11-20 222-15,16-14-737 0</inkml:trace>
  <inkml:trace contextRef="#ctx0" brushRef="#br0" timeOffset="7327.49">25258 6232 2176 0,'-127'114'174'15,"-49"28"-173"-15,-56 32-1 16,-31 4 1-16,-13 0 1 16,-21 8 20-16,-15 10 59 15,-22 12 34-15,-16 8-56 16,-14 9 4-16,-12 12-39 16,6 5 7-16,1-3-22 15,20-4 8-15,19-13-1 16,27-15 14-16,29-16 1 15,28-10-30-15,24-12-1 0,23-9 6 16,23-11-12-16,28-17 8 16,40-28-4-16,31-29-11 15,29-22-37-15,12-9-75 16,4-1-24-16,17-3-153 16,9-10-293-16,6-18-513 0</inkml:trace>
  <inkml:trace contextRef="#ctx0" brushRef="#br0" timeOffset="7770.63">25256 7657 1824 0,'0'0'766'16,"-116"92"-766"-16,-11 9-24 16,-83 48-2-16,-46 20-141 15,-32 7 101-15,-6 0 66 16,23-6 22-16,-13 9 79 15,-7 12-9-15,-18 5-49 16,-9 13 13-16,-8 8-41 0,10 5 18 16,4 1-12-16,11-13 10 15,13-12-4-15,10-11-7 16,14-15-7-16,21-7-13 16,16-13 11-16,18-13 1 15,22-15-21-15,23-18 10 16,39-26-2-16,41-23-13 15,35-26-43-15,24-12-59 16,25-19-58-16,0 0-91 16,9-23-424-16</inkml:trace>
  <inkml:trace contextRef="#ctx0" brushRef="#br0" timeOffset="8236.59">25737 8221 2385 0,'0'0'418'16,"-122"109"-418"-16,-7 7-15 0,-68 46-8 16,-39 17-106-16,-22-5 85 15,3-11 44-15,17-15 6 16,-12 8 45-16,-4 5 20 16,-5 7-39-16,1 5 17 15,4 3-48-15,2-1 16 16,2-7-3-16,5-9 2 15,6-13-8-15,12-8 2 16,8-7-4-16,13-11 2 16,5-12-14-16,14-9 16 15,17-12-11-15,39-20 2 16,35-16-2-16,29-17 2 0,13-9-3 16,5-1-26-1,7-2-57-15,9-6-5 0,33-16-53 16,17-3-233-16,22-18-419 0</inkml:trace>
  <inkml:trace contextRef="#ctx0" brushRef="#br0" timeOffset="8565.73">23947 10011 1425 0,'-134'67'265'0,"-26"28"-71"16,-32 19 160-16,3 8-160 16,-1 3-33-16,-8 7-79 15,-7 9 12-15,4 12-59 16,9 6 9-16,8-3-8 15,12-1-11-15,11-10-15 16,18-10-10-16,30-24 0 16,31-28 6-16,24-30-18 15,16-14 10-15,5-6-57 16,9-3-94-16,6-4-132 16,10-15-366-16</inkml:trace>
  <inkml:trace contextRef="#ctx0" brushRef="#br0" timeOffset="15534.8">8620 1953 1490 0,'0'0'247'16,"0"0"56"-16,0 0-24 16,0 0-196-16,0 0-53 15,-9-9-18-15,9 28 28 16,4 9 46-16,5 15 6 16,2 30 4-16,-2 37 1 15,-4 39-3-15,-5 13-49 16,0-3 28-16,0-23-12 15,0-36-4-15,-2-24-22 0,-1-18-13 16,1-11-10 0,0 5-6-16,0 0 0 0,-1-2 0 15,3-16 6-15,0-12-12 16,0-13-1-16,0-9 1 16,0-4 11-16,-5-31-1 15,1-12-10-15,-4-19 0 16,-1-11-5-16,-1-8 4 15,2-5-16-15,1 1 17 16,1-3-23-16,0 5 22 16,6-1-19-16,0-1 10 15,0 1-2-15,0-2 0 0,0 2 11 16,0 3 1 0,0 8-12-16,-2 14-1 0,-2 17 13 15,2 16 1-15,0 14 12 16,2 14-4-16,0 2-9 15,16 18-1-15,15 26 1 16,11 18 18-16,12 14-16 16,4 15 37-16,6 0-26 15,1 1 8-15,-3-3-1 16,0-9-7-16,-6-3-6 16,-7-6-6-16,-6-8 7 15,-6-3-7-15,-5-6 0 16,-6-8 0-16,-7-10-2 15,-9-10-22-15,-3-11-26 16,-7-11-26-16,0-4 9 0,-33-12-22 16,-5-11-229-16,-7 0-434 15</inkml:trace>
  <inkml:trace contextRef="#ctx0" brushRef="#br0" timeOffset="15707.94">8698 2939 2031 0,'0'0'336'16,"0"0"-73"-16,0 0-96 15,0 0-68-15,169-102-53 16,-82 52-32-16,7 1-14 16,28-18-53-16,-22 17-297 0,-21 3-786 15</inkml:trace>
  <inkml:trace contextRef="#ctx0" brushRef="#br0" timeOffset="16382.41">9592 2115 1861 0,'0'0'221'16,"0"0"-57"-16,33 163 80 15,-6-35-43-15,0 0-67 16,-10-21-19-16,-5-33-23 16,-4-22-42-16,3 2-12 0,1 2-20 15,-1-2 9-15,-5-15-26 16,2-17 6-16,-4-15-6 16,-2-7 9-16,-2-7 2 15,0-26-2-15,0-14-2 16,-6-16-8-16,-13-11 0 15,-5-7-11-15,-1-3 9 16,-1 0-14-16,1 0 10 16,3 5-2-16,1 4 8 15,6 7 0-15,1 7 1 16,4 6 3-16,5 4-2 16,3 5-4-16,2 12-13 15,0 10 14-15,0 14 2 0,0 10-2 16,9 14 2-1,13 24 1-15,7 17 22 0,7 10-5 16,10 5 5-16,8 5-6 16,8 0 8-16,3-2-26 15,0-5 6-15,-5-3-6 16,-7-7 6-16,-8-7-6 16,-9-5 0-16,-9-7 0 15,-10-11 1-15,-5-10-2 16,-6-6 3-16,-4-5-8 15,-2-2 12-15,0-3-5 16,-4 0 7-16,-14 0 4 16,-9 1-5-16,-7 4-6 0,-5-1 1 15,-9 6 7 1,-2 2-15-16,-2 2 6 0,6 4 0 16,7 2-7-16,10-3 1 15,14-7-17-15,9-4-19 16,6-5-40-16,0-3-45 15,44-3-151-15,-1-17-276 16,1-8-312-16</inkml:trace>
  <inkml:trace contextRef="#ctx0" brushRef="#br0" timeOffset="17012.8">10362 2069 2046 0,'0'0'306'0,"0"0"-232"15,0 0 144-15,68 141 34 16,-22-67-86-16,4 5-38 16,-2-7-47-16,-5-9-41 15,-7-10-13-15,-7-16-26 16,-12-8 5-16,-7-14-5 15,-10-11-2-15,0-4 2 16,-10-2 5-16,-16-23-5 16,-8-15 0-16,0-15 5 15,3-27-6-15,12-2 0 0,15-8-18 16,4 0 2-16,23 20-36 16,18 7 1-16,3 19 36 15,3 24 15-15,-5 22-2 16,-8 6-22-16,-12 34 24 15,-13 15 0-15,-9 12-6 16,0 2 15-16,-15-6-3 16,-6-10-5-16,6-14 6 15,6-18-6-15,7-13-1 16,2-8 0-16,2 0-26 16,20-22-50-16,9-6 19 15,7-4 45-15,3 2-9 16,3 8 20-16,-2 14-5 0,3 8 5 15,-1 9 2 1,-3 29 17-16,-12 15 26 0,-10 9-14 16,-16 8-3-16,-3-1-9 15,-22-3 53-15,-17-4-13 16,-3-6 6-16,-2-10-26 16,-1-10-14-16,8-11-17 15,5-13-1-15,5-5-6 16,5-7-60-16,5 0-4 15,5-12-71-15,12-22-44 16,0 2-343-16,0-1-538 0</inkml:trace>
  <inkml:trace contextRef="#ctx0" brushRef="#br0" timeOffset="17710.86">11674 2173 1850 0,'0'0'335'0,"0"0"-101"16,0 0-96-16,113-55-71 0,-51 26-52 15,8 0-1-15,-3 6-13 16,-7 5-2-16,-14 6-18 16,-15 12-163-16,-12 0-336 15,-17 14-450-15</inkml:trace>
  <inkml:trace contextRef="#ctx0" brushRef="#br0" timeOffset="17860.84">11941 2546 1802 0,'0'0'335'0,"0"0"-190"16,0 0 94-16,0 0-107 0,0 0-38 15,130-23-94-15,-37 1-71 16,-15 2-448-16,-14 3-700 0</inkml:trace>
  <inkml:trace contextRef="#ctx0" brushRef="#br0" timeOffset="22291.47">13370 1488 1633 0,'0'0'485'16,"0"0"-392"-16,-18 134 52 15,18-10 10-15,25 40-4 16,13 6-39-16,-1-30-2 15,-3-50-47-15,-8-44-23 16,4-14-29-16,3-4-3 0,8-6-8 16,21-20-38-16,-11-2-137 15,-8-14-745-15</inkml:trace>
  <inkml:trace contextRef="#ctx0" brushRef="#br0" timeOffset="22756.04">14096 1598 1485 0,'0'0'515'16,"-2"110"-311"-16,2-31 71 0,0 5-81 16,4 0-26-16,13-10-78 15,3-11-39-15,-3-7-44 16,1-15 10-16,-5-10-16 15,-3-16 11-15,-8-12-11 16,-2-3 9-16,0-30 18 16,0-35-28-16,-18-35 0 15,0-2 11-15,0 6-10 16,7 14-1-16,6 24 0 16,3-3 1-16,2 3-1 15,0 10 0-15,14 14 0 16,6 11 7-16,4 18 4 15,7 5 23-15,5 21-8 0,3 25 55 16,-2 15-24-16,1 9-10 16,-3 4-15-16,1-3-13 15,0-7-7-15,-5-10-11 16,1-12 2-16,-5-10 7 16,-6-9-14-16,-3-11 4 15,-5-5-23-15,-1-5-32 16,-5-2-29-16,-5 0-42 15,-2 0-13-15,-7-6-110 16,-13-4-460-16</inkml:trace>
  <inkml:trace contextRef="#ctx0" brushRef="#br0" timeOffset="22930.63">14345 2049 1707 0,'0'0'556'16,"0"0"-310"-16,0 0-8 15,0 0-83-15,0 0-96 16,0 0-35-16,0 0-9 16,135-73-15-16,-73 44 0 15,32-17-86-15,-18 8-533 16,-11 1-868-16</inkml:trace>
  <inkml:trace contextRef="#ctx0" brushRef="#br0" timeOffset="23103.02">15142 1634 2196 0,'0'0'472'15,"0"0"-353"-15,0 0-49 16,0 0-36-16,0 0-22 16,127-53-12-16,-91 48-37 15,9-2-143-15,-12 0-363 16,-4 0-615-16</inkml:trace>
  <inkml:trace contextRef="#ctx0" brushRef="#br0" timeOffset="23710.67">15708 1363 1555 0,'0'0'852'0,"0"0"-584"0,0 0-122 15,0 0-3-15,0 0 31 16,78 155-51-16,-40-83-34 16,1 2-6-16,-2 0-22 15,-6-10-40-15,-4-11-15 16,-5-15 5-16,-8-17-10 16,-8-12-1-16,-6-9 6 15,0-6-5-15,-4-22-1 16,-16-16-12-16,-2-12-1 15,-1-13 12-15,5-7-4 16,10-2-3-16,5-3-10 16,3 8 3-16,9 6-7 15,16 18 2-15,4 12 5 0,0 21 9 16,0 16-6-16,-4 9 5 16,-10 32 5-16,-9 13 2 15,-6 8 0-15,0-1 1 16,0-8 9-16,-9-12-10 15,5-15 0-15,0-12 1 16,4-14 6-16,0 0 4 16,0-12-4-16,15-11-14 15,8-7-22-15,6 5-4 16,4 3-2-16,5 10 23 16,-2 9 4-16,0 3 7 15,-5 17-4-15,-7 17 5 16,-9 7 6-16,-10 12-6 15,-5 3 46-15,-7 2-9 0,-20-2 5 16,-6-3-12-16,0-7-4 16,-1-14-13-16,5-13-5 15,7-8-8-15,5-9-34 16,3-2-41-16,5 0-67 16,7-8-22-16,2-9-157 15,0-3-526-15</inkml:trace>
  <inkml:trace contextRef="#ctx0" brushRef="#br0" timeOffset="24026.56">16254 884 1564 0,'0'0'239'16,"130"64"265"-16,-12 18-230 16,16 39-55-16,-12 15-69 15,-37-18-44-15,-41-27-31 0,-23-35-47 16,-11-10-16-1,0 8-12-15,-6 2-34 0,-4 4-83 16,-4-5-126-16,-16-15-392 16,-5-17-495-16</inkml:trace>
  <inkml:trace contextRef="#ctx0" brushRef="#br0" timeOffset="26180.86">7920 4368 1818 0,'0'0'495'0,"0"0"-406"0,0 0 31 15,108 153 79-15,-29-32-36 16,19 44-31-16,-3 11-8 16,-10-6-12-16,-18-23-25 15,-15-26-24-15,-15-26-12 16,-8-20-21-16,-6-21 0 16,-7-10-29-16,-1-2 16 15,1-3-16-15,-1-4 11 16,-6-17-11-16,-7-16 0 15,-2-2 8-15,0-24 13 16,-19-27-8-16,-10-17-8 16,-9-15-11-16,-7-14 11 15,-7-3-7-15,-5-16 1 0,-13-17-1 16,-9-17 1-16,0-3 1 16,15 32-1-16,19 32-10 15,19 39 9-15,8 17 2 16,-1 1-4-16,6 3 9 15,0 0-5-15,6 11-1 16,7 10 0-16,0 6-1 16,31 2-18-16,21 17 18 15,19 15 1-15,14 14 12 16,10 10-2-16,8 6-10 16,0 6 2-16,-1 0 5 15,-3-1-7-15,-10-4-1 16,-10-2 1-16,-7-9-1 15,-9-5 0-15,-13-14-14 16,-9-6 6-16,-12-15-49 0,-12-3-34 16,-7-6-27-16,-8-3-18 15,-2 0 9-15,-9-12-195 16,-11-2-476-16</inkml:trace>
  <inkml:trace contextRef="#ctx0" brushRef="#br0" timeOffset="26367.84">8566 5370 1874 0,'0'0'264'0,"0"0"30"15,0 0-87 1,0 0-127-16,0 0-29 0,127-77-23 16,-55 33-17-16,7-4-4 15,4 0-7-15,2 2 0 16,17-15-97-16,-21 10-514 15,-14 3-1021-15</inkml:trace>
  <inkml:trace contextRef="#ctx0" brushRef="#br0" timeOffset="27697.23">24280 3226 1795 0,'0'0'350'16,"0"0"-3"-16,0 0-109 15,0 0-171-15,29 163 28 16,24-15 49-16,8 16-41 15,-4-2-29-15,-10-43-14 16,-18-41-27-16,-11-25-12 0,-5-20-20 16,0 1 10-16,-3-9-10 15,-2-7 11-15,-6-15-12 16,-2-3 18-16,0-26-1 16,-22-21-11-16,-20-38-6 15,-14-39 1-15,-2-40 4 16,10-17-5-16,23 3-1 15,25 21-12-15,8 45 7 16,19 32-11-16,0 28 2 16,2 16 6-16,5 8 3 15,3 10 5-15,3 18-15 16,-6 10 10-16,-12 39 12 16,-16 21-3-16,-6 13-3 0,-6 4 10 15,-21-5-7 1,-4-12 6-16,4-14-9 0,10-18 1 15,8-19-9-15,9-14 14 16,0-5-7-16,24-24 1 16,19-12-1-16,13-4-19 15,6 4-3-15,7 12 4 16,0 15 8-16,-3 9 10 16,2 18 2-16,-8 24-9 15,-11 16 8-15,-16 11-7 16,-17 5 1-16,-16 4 6 15,-18 1 22-15,-28-5 19 0,-10-6 3 16,-2-11-17 0,4-16 0-16,10-14-27 0,8-18 0 15,7-9-12-15,2 0-68 16,-10-7-79-16,5 2-151 16,4 1-783-16</inkml:trace>
  <inkml:trace contextRef="#ctx0" brushRef="#br0" timeOffset="38552.4">17472 1284 836 0,'0'0'1287'0,"0"0"-1080"16,0 0-137-16,0 0 91 16,15 165 0-16,8-80-46 15,6 3-37-15,11-4-3 16,7-8-36-16,8-13-8 15,8-15-31-15,4-20 27 16,2-19-26-16,-5-9 20 16,-4-12-15-16,-12-23 7 15,-17-10-4-15,-16-9-1 16,-15-6 7-16,0-5 6 0,-29-2 28 16,-7 3-22-16,-3 10 30 15,1 10-11-15,1 9 2 16,8 11-24-16,10 9-3 15,3 4-13-15,5 3-7 16,5 4-1-16,3 4-14 16,3 0-40-16,0 0-86 15,11 9-36-15,10 5-202 16,0-5-757-16</inkml:trace>
  <inkml:trace contextRef="#ctx0" brushRef="#br0" timeOffset="39168.69">18424 1323 2089 0,'0'0'326'15,"0"0"-223"-15,24 140 169 16,1-68-61-16,10 6-46 16,7-3-96-16,4 0-32 15,-7-12-26-15,-5-8-1 16,-12-13-4-16,-7-16-6 15,-8-14 0-15,-7-12 7 16,0 0 8-16,-11-24 0 16,-16-20-14-16,-6-14 0 15,-3-14-1-15,3-6 6 16,13-6-6-16,11-1-1 16,9 4-6-16,15 7 0 0,24 12-4 15,5 15 10-15,3 21-6 16,-1 21 7-16,-1 5-9 15,-9 26 9-15,-11 16 0 16,-12 11 1-16,-13 0 10 16,0 1-10-16,-5-6 20 15,-11-11-21-15,3-11 0 16,7-12 0-16,1-10 1 16,5-4 3-16,0-9-4 15,0-18-11-15,22-6-22 16,7 1 21-16,10 6-16 15,5 9 27-15,0 9-7 16,5 8 8-16,-1 0-1 16,-4 23 1-16,-9 13 1 0,-10 9 5 15,-14 6 20-15,-11 6 8 16,0-3 23-16,-17-2-20 16,-10-4 4-16,-5-9-13 15,-3-7-5-15,-1-11-16 16,0-4 8-16,3-9-15 15,1-4-1-15,3-4-27 16,6 0-58-16,-2 0-2 16,5 0-36-16,1-17-48 15,6 2-322-15,5-3-833 0</inkml:trace>
  <inkml:trace contextRef="#ctx0" brushRef="#br0" timeOffset="39575.57">18196 1185 1330 0,'0'0'311'0,"0"0"-123"16,0 0-6-16,-42 128-27 15,42-58 8-15,0 14-53 16,8 9 7-16,29 1-56 16,11-4-21-16,17-6-29 15,9-9-10-15,8-11-1 16,0-12-65-16,26 0-204 0,-24-16-261 16,-12-12-1095-16</inkml:trace>
  <inkml:trace contextRef="#ctx0" brushRef="#br0" timeOffset="39927.61">19609 1349 1670 0,'0'0'370'16,"0"0"-91"-16,0 0-108 15,0 0-87-15,0 0-29 16,0 0 17-16,0 0-17 16,152 2-44-16,-103-2-11 15,16-9-36-15,-12 0-481 16,-8-3-758-16</inkml:trace>
  <inkml:trace contextRef="#ctx0" brushRef="#br0" timeOffset="40407.37">20357 1041 2070 0,'0'0'278'16,"0"0"-127"-16,0 0 62 15,-10 164-16-15,10-90-80 16,4 5-8-16,12-3-33 15,-1-11-49-15,2-9 1 16,-5-10-27-16,2-15 4 16,-7-11-5-16,-1-13 6 15,-4-7-6-15,1 0 12 0,2-15 9 16,-3-19-20-16,2-12-1 16,-1-14 5-16,-3-14-5 15,0-7 0-15,0-7 5 16,-11 2-5-16,-1 8 0 15,3 13 0-15,5 21 6 16,4 21 41-16,0 14-6 16,0 9-22-16,25 14-10 15,10 21-3-15,9 16 12 16,8 12 8-16,2 5-2 16,-4 4 1-16,-2-4-11 15,-6-6-13-15,-7-5 1 16,-6-9 13-16,-6-10-26 0,-7-13 11 15,-8-6-27 1,-1-11-42-16,-5-8-21 0,-2-6-40 16,0-17-184-16,-13 2-1277 0</inkml:trace>
  <inkml:trace contextRef="#ctx0" brushRef="#br0" timeOffset="40573.68">20479 1578 2320 0,'0'0'487'0,"0"0"-404"16,0 0 10-16,0 0-31 0,150-39-45 15,-77 11-17-15,2 1-36 16,10-18-89-16,-21 11-435 16,-16-2-807-16</inkml:trace>
  <inkml:trace contextRef="#ctx0" brushRef="#br0" timeOffset="40744.76">20874 872 2082 0,'0'0'338'16,"0"0"-243"-16,0 0 50 16,149 12 73-16,-76 22-109 15,0 13-66-15,-10 8-34 0,-14 10-9 16,-26 44-40-1,-15-19-240-15,-8-5-665 0</inkml:trace>
  <inkml:trace contextRef="#ctx0" brushRef="#br0" timeOffset="41384.82">21480 8886 1037 0,'0'0'0'0</inkml:trace>
  <inkml:trace contextRef="#ctx0" brushRef="#br0" timeOffset="101779.12">10858 4566 568 0,'0'0'103'0,"0"0"-70"15,0 0 66-15,0 0 13 16,147-69 48-16,-98 52-5 16,7-5-44-16,10-2-22 15,13-1-25-15,29-5 11 16,35-7-32-16,25 2-24 15,-12 3-9-15,-36 10-9 16,-42 10-1-16,-12 2 0 16,-10 4-180-16,-11 2-549 0</inkml:trace>
  <inkml:trace contextRef="#ctx0" brushRef="#br0" timeOffset="102259.3">10971 4536 591 0,'0'0'114'15,"0"0"-86"-15,0 0-4 16,134-51-11-16,-67 32-3 15,11-6 87-15,12 4 46 16,5-4-29-16,5 1 24 16,21 0-21-16,17-4-73 15,25 0-22-15,11 0-21 16,1 6 7-16,-3 4-7 16,-2 4 5-16,11-3-5 15,1 2 1-15,6 1 25 0,-10 0 48 16,-13 2-38-16,-18 2-30 15,-20 1-7-15,-42 4-114 16,-25-2-518-16</inkml:trace>
  <inkml:trace contextRef="#ctx0" brushRef="#br0" timeOffset="147274.66">14353 10236 2111 0,'0'0'198'0,"0"0"-198"16,0 0-111-16,0 0 72 15,0 0 39-15,0 0 0 16,58-46-17-16,2 18-111 16,3-7-558-16</inkml:trace>
  <inkml:trace contextRef="#ctx0" brushRef="#br0" timeOffset="147611.72">20623 8647 2133 0,'0'0'96'16,"0"0"-96"-16,0 0-61 15,0 0 61-15,0 0 3 16,0 0 64-16,0 0-10 16,-79-87-20-16,79 84-26 0,0-2-22 15,0-1-6 1,21-14-54-16,4 2-197 0,-7-4-523 0</inkml:trace>
  <inkml:trace contextRef="#ctx0" brushRef="#br0" timeOffset="170873.32">18094 13682 1696 0,'0'0'349'0,"0"0"-219"16,0 0 96-16,0 0-101 16,0 0-79-16,153-46 3 15,-86 25-31-15,5 3 46 16,-5 6-15-16,-9 7-23 16,-16 5-18-16,-16 0-7 15,-15 3-1-15,-11 15 6 16,0 8-17-16,-29 10 26 0,-6 6 24 15,-5 9-3 1,-2 1-8-16,3 4-5 16,8-4-8-16,10 0 9 0,4-4 0 15,13-7-2-15,4-5-11 16,0-10 13-16,17-8-24 16,10-13 12-16,4-5 0 15,8 0 12-15,5-20-24 16,3-9-9-16,18-21-67 15,-11 4-111-15,-8 6-630 0</inkml:trace>
  <inkml:trace contextRef="#ctx0" brushRef="#br0" timeOffset="171262.93">18891 13626 1748 0,'0'0'210'16,"0"0"-41"-16,0 0 22 16,135-60-126-16,-104 58-58 15,-10 2-7-15,-13 11 0 16,-8 19-6-16,-12 5 12 16,-19 0 3-16,-2-1 33 15,1-1 30-15,8-8-15 16,15-6-41-16,9-7-11 0,4-5-4 15,25 0-2 1,7-3-31-16,5 5 5 0,-4-4 17 16,-3 7 10-1,-12 4 0-15,-11 4 0 0,-11 2 5 16,-7 2 40-16,-24 5 93 16,-12-3-33-16,-1-1-26 15,2-3-33-15,6-5-11 16,12-5-22-16,8-12-11 15,12 0-2-15,8-39-103 16,19-6-466-16,3-4-1222 0</inkml:trace>
  <inkml:trace contextRef="#ctx0" brushRef="#br0" timeOffset="171435.71">19599 13437 1967 0,'0'0'499'15,"0"0"-361"-15,0 0 56 16,-79 127-33-16,44-74-64 16,4-2-62-16,6-7-20 15,7-4-15-15,2-2-14 16,6-10-168-16,-4-9-659 0</inkml:trace>
  <inkml:trace contextRef="#ctx0" brushRef="#br0" timeOffset="171586.48">19373 13686 1768 0,'0'0'980'0,"0"0"-819"16,0 0-98-16,0 0-63 16,0 0-23-16,0 0-278 15,151 32-1076-15</inkml:trace>
  <inkml:trace contextRef="#ctx0" brushRef="#br0" timeOffset="171682.88">19732 14055 1691 0,'0'0'0'0,"0"0"-109"0</inkml:trace>
  <inkml:trace contextRef="#ctx0" brushRef="#br0" timeOffset="189343.73">20291 13549 1716 0,'0'0'574'15,"0"0"-409"1,0 0 27-16,34 106 3 0,-23-35-45 15,2 8-20-15,-1-1-22 16,-3-6-23-16,1-11-24 16,2-8-40-16,-1-14-3 15,-3-10-12-15,2-7-12 16,-6-8 3-16,-1-4-45 16,-3-4-55-16,-11-6-35 15,-18 0-56-15,-6-12-597 0</inkml:trace>
  <inkml:trace contextRef="#ctx0" brushRef="#br0" timeOffset="189506.7">20147 14037 1925 0,'0'0'654'16,"0"0"-473"-16,0 0-22 15,0 0-106-15,138-73-40 16,-85 48-13-16,3-2-22 15,13-5-120-15,-13 6-328 16,-10 2-463-16</inkml:trace>
  <inkml:trace contextRef="#ctx0" brushRef="#br0" timeOffset="189897.19">20822 13726 1483 0,'0'0'312'16,"0"0"47"-16,0 0-125 16,0 0-157-16,138-58-59 15,-84 36 10-15,-5 5-27 16,-7 7 28-16,-9 6 17 16,-6 4 0-16,-7 0-24 15,-9 7 21-15,-4 12 11 16,-7 8-34-16,0 3 8 15,-5 4 12-15,-12 6 23 16,-1 2-18-16,3 0-8 16,3-2 5-16,6 0 21 15,6-5-17-15,0-4-10 16,0-8-7-16,16-5-14 0,5-6 24 16,6-5-12-16,4-7 10 15,0 0-12-15,1 0-16 16,-3 0-2-16,-5-12-7 15,-1-1-21-15,-6-8-69 16,10-23-78-16,-2 4-304 16,-3-2-930-16</inkml:trace>
  <inkml:trace contextRef="#ctx0" brushRef="#br0" timeOffset="190101.08">21859 13445 1400 0,'0'0'589'0,"0"0"-256"16,0 0 31-16,-83 128-170 16,59-79-82-16,1-1-25 15,1-4-42-15,5-2-6 16,-2-7-26-16,3-1-12 16,3-11-1-16,3-5-39 15,-6-13-87-15,3-5-201 16,-1 0-788-16</inkml:trace>
  <inkml:trace contextRef="#ctx0" brushRef="#br0" timeOffset="190251.36">21504 13607 1903 0,'0'0'618'0,"0"0"-381"0,0 0-105 15,0 0-102-15,0 0-30 16,0 0-76-16,145 19-210 15,-112 9-328-15,-2 2-286 0</inkml:trace>
  <inkml:trace contextRef="#ctx0" brushRef="#br0" timeOffset="190370.56">21859 13866 814 0,'0'0'611'16,"0"0"-226"-16,0 0 83 16,0 0-239-16,0 0-63 15,0 0-86-15,0 0-57 16,49 68-23-16,-27-68-75 15,-4-4-303-15,4-10-903 0</inkml:trace>
  <inkml:trace contextRef="#ctx0" brushRef="#br0" timeOffset="190619.1">22496 13647 1483 0,'0'0'544'0,"0"0"-256"0,0 0-88 16,0 0-146-16,0 0-26 15,154-32-27-15,-117 22-1 16,-5 5-152-16,-8-2-194 15,-14 7-478-15</inkml:trace>
  <inkml:trace contextRef="#ctx0" brushRef="#br0" timeOffset="190760.35">22583 13825 1243 0,'0'0'320'16,"0"0"-27"-16,0 0 71 15,0 0-109-15,0 0-121 16,0 0-63-16,0 0-22 15,147 26-49-15,-80-49-58 16,-13 3-244-16,-8 0-595 0</inkml:trace>
  <inkml:trace contextRef="#ctx0" brushRef="#br0" timeOffset="191241.23">23303 13392 1502 0,'0'0'496'16,"0"0"-291"-16,0 0-61 15,0 0-72-15,150-58-39 16,-112 53-14-16,-3 5-3 16,-10 0-15-16,-6 4 17 15,-7 14-7-15,-10 8 30 16,-2 4-27-16,0 6-7 16,-16 4-5-16,-3 2 5 15,-4-1 4-15,5-3-5 16,3-2 44-16,4-4 16 15,6-4 13-15,5 0-19 0,0-4-4 16,0 0-2 0,5-4 3-16,10-2-9 0,3-7 3 15,2 1-6-15,6-12-15 16,1 0-2-16,5 0-13 16,-1 0 0-16,0-12-14 15,-2-5-1-15,-2 0-66 16,-2-12-67-16,-8 2-226 15,-3 1-1116-15</inkml:trace>
  <inkml:trace contextRef="#ctx0" brushRef="#br0" timeOffset="191758.37">23902 13371 335 0,'0'0'740'0,"0"0"-425"15,0 0-11-15,0 0-92 16,0 0-74-16,123-73-56 16,-111 68-36-16,-8 0-27 15,-4 4 0-15,0 1 108 16,-18 0-90-16,-8 1-29 15,-3 11-1-15,2 2 12 16,2 5 38-16,7-1 22 0,7 3-21 16,7 2-2-16,4 0-23 15,0 0-12-15,19-2-2 16,8-4-10-16,7 0 2 16,2-5-5-16,0 0-3 15,-3-1-3-15,0 4 1 16,-6 0-1-16,-4 2 1 15,-10 2 0-15,-7-2-1 16,-6 0 9-16,0-2 4 16,-2-2 75-16,-19 1-18 15,-2 2-1-15,-2-1-11 16,0-3 2-16,5 0-18 16,3-5-13-16,3 2-22 15,3-3-7-15,2-2 0 0,3 0-18 16,-2 0-20-16,2 0-49 15,-5-4-49-15,-1 0-173 16,6 0-621-16</inkml:trace>
  <inkml:trace contextRef="#ctx0" brushRef="#br0" timeOffset="192075.65">24605 13226 1768 0,'0'0'480'15,"0"0"-297"-15,0 0 91 16,-22 120-83-16,-1-48-64 15,1 11-12-15,-2-2-32 16,4-12-38-16,4-8-29 16,7-15-16-16,5-13 0 15,-1-14-30-15,3-13-48 16,0-6-33-16,0-37-60 16,-1-7-608-16,0-2-607 0</inkml:trace>
  <inkml:trace contextRef="#ctx0" brushRef="#br0" timeOffset="192217.68">24367 13427 1156 0,'0'0'533'0,"0"0"-159"16,0 0 189-16,0 0-327 15,0 0-119-15,0 0-101 16,0 0 16-16,44-38-32 16,-15 48 0-16,9 12-102 15,-9-4-363-15,-5 2-452 0</inkml:trace>
  <inkml:trace contextRef="#ctx0" brushRef="#br0" timeOffset="192351.98">24714 13643 1702 0,'0'0'557'0,"0"0"-218"16,0 0-26-16,0 0-155 16,0 0-113-16,0 0-45 15,0 0-54-15,2 4-177 16,-15 0-556-16</inkml:trace>
  <inkml:trace contextRef="#ctx1" brushRef="#br0">19372 0 0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3T23:59:36.6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3062 9705 1644 0,'0'0'298'16,"0"0"73"-1,0 0-36-15,0 0-139 0,0 0-48 16,0 0-12-16,-29-52-34 16,29 52-15-16,0 0-16 15,0 3-42-15,0 16-11 16,0 15-17-16,3 13 31 16,10 15-2-16,5 12 3 15,2 8-6-15,2 6 7 16,0 0-14-16,1-3-8 15,-1-6-1-15,0-8-10 16,-4-9 12-16,0-7-13 16,0-7 0-16,-4-11 0 15,-1-5 1-15,-5-9-1 0,0-8 0 16,-2-4-26-16,-4-10-14 16,0-1-37-16,-2 0-31 15,0 0-14-15,0 0-61 16,-13-1-118-16,0-7-524 0</inkml:trace>
  <inkml:trace contextRef="#ctx0" brushRef="#br0" timeOffset="384.64">2670 10780 1413 0,'0'0'244'16,"0"0"-107"-16,0 0-15 15,0 0-25-15,0 0 66 16,0 0 7-16,116 8-64 15,-60-8-28-15,6 0 20 16,9-8-27-16,6-4 1 16,4-2-23-16,4-2-8 15,2-1-23-15,-2-1-5 0,-3 4-12 16,-10-1-1 0,-12 1 0-16,-13 4-11 0,-12 0-2 15,-12 1-40-15,-7 2-48 16,-16-7-142-16,0 3-103 15,0-1-402-15</inkml:trace>
  <inkml:trace contextRef="#ctx0" brushRef="#br0" timeOffset="872.72">2411 10040 962 0,'0'0'373'0,"0"0"-123"16,0 0-11-16,0 0-73 0,0 0 8 16,0 0-33-16,157-82-21 15,-95 60 28-15,14-2-17 16,11 0 7-16,6 0-46 15,5 2-42-15,-2 1-31 16,-2 1-2-16,-6 3-7 16,-11-2 8-16,-13 7 3 15,-16 2-3-15,-17 7 10 16,-16-2-26-16,-9 5 5 16,-6 0-7-16,0 0 0 15,0 0-1-15,12 0-62 16,-3 0-161-16,9 3-711 0</inkml:trace>
  <inkml:trace contextRef="#ctx0" brushRef="#br0" timeOffset="1271.4">3976 10098 1587 0,'0'0'251'0,"0"0"-102"15,0 0 72-15,0 0-82 16,0 0 43-16,0 0-57 16,121 24-59-16,-70-24-32 15,4-14-10-15,-1 0-15 16,-7 0-9-16,-5 3-10 15,-6 6-165-15,-12 3-294 16,-12 2-573-16</inkml:trace>
  <inkml:trace contextRef="#ctx0" brushRef="#br0" timeOffset="1427.51">4201 10383 776 0,'0'0'656'16,"0"0"-578"-16,0 0 94 15,0 0-7-15,0 0-57 16,0 0-68-16,123-6-40 16,-56-16-19-16,-12 4-384 15,-5 0-746-15</inkml:trace>
  <inkml:trace contextRef="#ctx0" brushRef="#br0" timeOffset="1969.55">5664 9583 1401 0,'0'0'478'16,"0"0"-220"-16,0 0 109 15,0 0-221-15,0 0-91 0,0 0 42 16,0 0 15-16,49 118 7 15,-31-67-49-15,-5-3-27 16,1-2-37-16,-1-9 3 16,-5-2-2-16,2-7-7 15,-1-6-1-15,-5-2-25 16,0-4-53-16,4-9-156 16,-6-2-371-16,0-5-533 0</inkml:trace>
  <inkml:trace contextRef="#ctx0" brushRef="#br0" timeOffset="2141.51">5891 9555 474 0,'0'0'1254'0,"0"0"-1061"16,0 0 169-16,25 136-149 15,-14-84-127-15,3-2-44 16,-2-6-35-16,7 11-7 15,-4-13-141-15,-6-8-461 0</inkml:trace>
  <inkml:trace contextRef="#ctx0" brushRef="#br0" timeOffset="6932.36">6738 9711 1813 0,'0'0'277'15,"0"0"45"1,0 0 4-16,0 0-203 0,0 0-55 16,0 0-20-16,-20-17-9 15,20 17 10-15,0 0 16 16,0 0-1-16,0-3-4 16,0 1-16-16,0 0-22 15,0-3 15-15,0 5-25 16,0-5 3-16,0 1-6 15,0 2 2-15,0 2-10 16,0-3 1-16,0 3-1 16,0 0 0-16,0 0 0 15,0 0 7-15,0 0-9 0,0 0 1 16,0 0 0 0,0 0 0-16,0 0 0 0,0 0-1 15,0 0 1-15,0 0 0 16,0 0 1-16,0 0-7 15,0 0 5-15,0 0 1 16,0 0-6-16,0 0 5 16,0 0-1-16,0 0 1 15,0 0 0-15,0 0 0 16,0 0-5-16,0 0 0 16,0 0 6-16,0 0-9 15,0 0 7-15,0 0-11 0,0 0 7 16,0 0-2-1,0 0 3-15,0 0 4 0,0 0 2 16,0 0 5-16,0 0-5 16,0 0-1-16,0 0 0 15,0 0 1-15,0 0 0 16,0 0 0-16,0 0 1 16,0 0-2-16,0 0 3 15,0 0-1-15,0 0-2 16,0 0 0-16,0 0 5 15,0 0-5-15,0 0 0 16,0 0 0-16,0 0 0 16,0 0-1-16,0 0-4 15,0 0 3-15,0 0-8 16,0 3 10-16,0 11-7 0,7 4 7 16,4 10 0-16,0 13 0 15,3 8 0-15,1 13 0 16,-1 11 0-16,-1 5 1 15,-2 6 8-15,0 1-9 16,-4-1 6-16,-1-4-5 16,2-10 10-16,0-5-10 15,3-12 8-15,3-7-2 16,3-9-6-16,4-9 7 16,3-8-7-16,3-6 9 15,1-4-4-15,4-5 3 16,0-2-1-16,1-3-8 15,-2 0 0-15,0 0 0 0,3-8-10 16,-3-6-62 0,2-5-61-16,19-8-116 0,-8 1-453 15,-6 3-998-15</inkml:trace>
  <inkml:trace contextRef="#ctx0" brushRef="#br0" timeOffset="7426.83">7659 10189 1635 0,'0'0'281'0,"0"0"-63"16,0 0 136-16,0 0-165 0,0 0-99 15,-121-25-20-15,92 54-14 16,-2 11-21-16,2 12 1 15,7 3-21-15,8 2 10 16,12-5 2-16,2-8-3 16,12-10-17-16,19-10 2 15,5-11-2-15,6-9-6 16,1-4 7-16,-6-4-6 16,-3-14-2-16,-10-6-16 15,-6-5 4-15,-7-5 7 16,-6-4 5-16,-3-4 0 15,-2-2 0-15,0 2 1 16,0 7 18-16,0 10 23 0,0 9 2 16,0 11 20-16,0 5-37 15,6 5-21-15,7 21-6 16,3 12 18-16,-3 6 3 16,1 3 3-16,-5-4-2 15,-1-7-21-15,-2-4 8 16,0-5-8-16,-1-6-1 15,-1-4 0-15,0-4-23 16,4-3-42-16,0-3-27 16,19-7-65-16,-2 0-212 15,3-3-424-15</inkml:trace>
  <inkml:trace contextRef="#ctx0" brushRef="#br0" timeOffset="7699.87">8647 10270 1694 0,'0'0'217'0,"0"0"-21"16,0 148 192-16,4-81-232 15,7-2-74-15,0-5-17 0,0-8-26 16,0-8-25-16,-4-10-5 16,2-6-9-1,-5-10-32-15,3-11-172 0,-5-7-399 16,0 0-626-16</inkml:trace>
  <inkml:trace contextRef="#ctx0" brushRef="#br0" timeOffset="7968.21">8597 10457 1731 0,'0'0'218'16,"0"0"-51"-16,56-108 34 15,-4 66-131-15,6 3-33 16,4 14 15-16,-4 11 24 16,-5 14-4-16,-10 4-2 15,-12 28-29-15,-14 10 60 0,-12 6 5 16,-5-2-29-16,-11-3-1 15,-18-4-9-15,-7-9-16 16,1-4-28-16,-3-8-2 16,5-6-14-16,2-6 2 15,4-6-3-15,4 0-6 16,5 0-10-16,5-24-73 16,6 2-83-16,7-2-517 0</inkml:trace>
  <inkml:trace contextRef="#ctx0" brushRef="#br0" timeOffset="8517.08">9235 10421 1035 0,'0'0'322'15,"0"0"-54"-15,0 0-98 16,153-42-102-16,-103 23-17 16,-8-2 6-16,-15 5-23 15,-11 4 39-15,-12 2 95 16,-4 2 26-16,-6 4-84 15,-19 2-53-15,-4 2-23 0,-4 0-6 16,-3 4 41-16,2 12-13 16,3 8-3-16,1 5-17 15,11 8 13-15,3 1-15 16,10 0-1-16,6 0-9 16,0-6-23-16,22-6 17 15,14-5-18-15,8-12 3 16,7-2-3-16,5-7-39 15,-2 0-96-15,-8 0-57 16,-7 0-63-16,-10-2 76 16,-12-8 144-16,-6-2 35 15,-4-2 196-15,0-4-23 0,-3-5-11 16,0-1-35-16,3 0-36 16,0 0-56-16,0-1-25 15,4 0-10-15,5-1-28 16,5-4-51-16,22-12-191 15,-5 5-364-15,0 7-577 0</inkml:trace>
  <inkml:trace contextRef="#ctx0" brushRef="#br0" timeOffset="8794.64">9953 10190 1435 0,'0'0'383'16,"0"0"-67"-16,0 0-17 15,0 0-132-15,-85 104-78 16,81-73-41-16,4-5-27 15,0 2-3-15,10 0-10 0,13-3 4 16,2 2-12-16,-1-3 9 16,0 0-7-16,-4-4-2 15,-6 1 0-15,-5-5 0 16,-7-5 0-16,-2-1 8 16,0-1-7-16,-18-4 26 15,-4 0 0-15,-5-3-9 16,1-2 1-16,1 0-11 15,2 0-3-15,6 0-5 16,3 0-28-16,10-7-112 16,2 2-434-16,2-2-586 0</inkml:trace>
  <inkml:trace contextRef="#ctx0" brushRef="#br0" timeOffset="9356.48">10352 10268 1765 0,'0'0'234'16,"0"0"-50"-16,0 0 83 16,0 0-168-16,0 0-40 15,-121 137 35-15,115-87-21 0,6-6-19 16,11-6-29-1,22-10-5-15,14-13-8 0,7-12-12 16,1-3 0-16,-4-8-14 16,-8-17-41-16,-11-8-29 15,-13-5 45-15,-9 0 23 16,-10 0 10-16,0 7 6 16,0 6 2-16,0 9 20 15,0 13 15-15,0 3-29 16,0 15-8-16,4 14 0 15,9 10 0-15,1 3 0 16,-1 0 2-16,-5-6-1 16,-1-6 0-16,-4-8-1 15,-3-8 9-15,0-7-9 16,0-7 9-16,0 0 1 0,0-14 38 16,0-15-26-16,0-7 2 15,0-8 1-15,6-2 26 16,14 0 2-16,7 4-32 15,2 9-5-15,4 12-16 16,-2 13 13-16,0 8 2 16,-2 8 1-16,-4 20-8 15,-4 4-2-15,-6 1 0 16,-4-1-5-16,-4-1 0 16,-1-4-1-16,10 0-44 15,0-8-257-15,0-7-1009 0</inkml:trace>
  <inkml:trace contextRef="#ctx0" brushRef="#br0" timeOffset="9746.54">11408 10294 990 0,'0'0'679'16,"0"0"-489"-16,0 0 186 15,0 0-115-15,-153-5-111 16,105 30-37-16,4 10-8 16,4 5-37-16,11 1-3 15,13 2-29-15,16-6-2 16,3-10-16-16,30-7-2 0,14-9 1 16,6-10-10-1,-1-1 0-15,-5-5-7 0,-12-16-14 16,-8-3 9-1,-14-5 4-15,-4-2 2 0,-4-3 7 16,-5 0-8-16,2 8 12 16,-2 10 25-16,2 10 13 15,3 6-31-15,3 10-19 16,1 23-6-16,5 11 6 16,-3 7 4-16,0-1-4 15,-2-1-11-15,0 2-92 16,-3-10-157-16,-1-13-605 0</inkml:trace>
  <inkml:trace contextRef="#ctx0" brushRef="#br0" timeOffset="10234.5">12576 10323 1562 0,'0'0'290'0,"0"0"-91"16,0 0 130-16,161-16-198 15,-94-4-70-15,-7 0-24 16,-16 0-15-16,-17 2-8 16,-13 1-7-16,-14 3 39 15,0 5 8-15,-16 1 3 16,-11 3-24-16,-4 5 6 15,-2 0-1-15,-1 18-2 16,5 14-12-16,2 12-3 16,10 9 6-16,5 5 0 15,12 0 10-15,0-9-29 0,23-10 7 16,15-9-14-16,7-14 9 16,7-11-10-16,31-14-4 15,-14-14-156-15,-4-8-662 0</inkml:trace>
  <inkml:trace contextRef="#ctx0" brushRef="#br0" timeOffset="10499.77">13223 10160 1590 0,'0'0'311'0,"0"0"-97"0,0 0 20 16,0 0-148-16,36 125-43 15,-15-71-8-15,0-2 0 16,-7 1 24-16,-12-8 30 16,-2-5 1-16,-2-4-6 15,-21-5-8-15,-6-8-25 16,-2-4-15-16,2-12-24 16,2-7-1-16,2 0-11 15,8 0-23-15,-1-17-131 16,5 3-305-16,3 1-492 0</inkml:trace>
  <inkml:trace contextRef="#ctx0" brushRef="#br0" timeOffset="10820.11">14440 10120 2221 0,'0'0'497'0,"0"0"-393"16,0 0 49-1,0 116-38-15,5-55-48 0,8-3-44 16,3-6-8-16,-1-8-14 16,-1-14-2-16,-4-8-59 15,9-12-98-15,-6-8-199 16,3-2-614-16</inkml:trace>
  <inkml:trace contextRef="#ctx0" brushRef="#br0" timeOffset="11173.93">14665 10156 1438 0,'0'0'710'0,"0"0"-504"15,0 0-89-15,0 0 52 0,60 137-46 16,-44-81-14-16,-7-6-24 16,0-8-45-16,-7-10-17 15,0-8-16-15,0-8-5 16,-2-10 5-16,0-6-7 15,0 0 24-15,0-9-23 16,2-20 5-16,3-8-6 16,4-8 1-16,4-5-1 15,7 3 0-15,5 8 2 16,4 11-2-16,5 10 5 16,-1 13-4-16,0 5 10 15,-4 17-11-15,-6 17 7 16,-8 8 5-16,-6 2 14 0,-4-2-12 15,-5-8-14-15,0-4 0 16,4-9-12-16,9-9-106 16,1-10-509-16,-1-2-1571 0</inkml:trace>
  <inkml:trace contextRef="#ctx0" brushRef="#br0" timeOffset="11466.95">15271 10307 2023 0,'0'0'259'0,"0"0"-112"15,-29 123 107-15,29-77-126 0,2-9-93 16,25-11-13-16,9-10-2 16,7-14-6-16,3-2 3 15,-1-11 2-15,-3-16-11 16,-6-3-7-16,-9-4 17 15,-11-3-18-15,-8 0 13 16,-8-1-2-16,0 2 1 16,-4 6 18-16,-12 6 14 15,-1 6 0-15,0 9-44 16,2 5 0-16,-1 4-106 16,6 9-116-16,3 7-418 0</inkml:trace>
  <inkml:trace contextRef="#ctx0" brushRef="#br0" timeOffset="11697.66">15706 10231 2105 0,'0'0'549'15,"0"0"-399"-15,0 0-9 16,0 0-63-16,0 0 1 15,-60 120-19-15,57-80-32 16,3-6-19-16,0-6-1 16,14-5-8-16,11-9-12 15,6-7-60-15,24-7-94 16,-5-2-464-16,-3-14-829 0</inkml:trace>
  <inkml:trace contextRef="#ctx0" brushRef="#br0" timeOffset="12030.04">16056 10321 1453 0,'0'0'335'16,"0"0"-164"-16,0 0 38 16,0 0-143-16,0 0-38 15,136-22-27-15,-100 8 14 16,-12-1-14-16,-6 1 29 15,-11 1 27-15,-7 1 10 0,0 0 7 16,-9 3-44-16,-14 4 10 16,-1 3 3-16,-5 2 13 15,3 4-16-15,-1 22 2 16,2 9-24-16,7 11 16 16,7 0-1-16,9-1-3 15,2-6-11-15,13-7-13 16,18-9 5-16,8-12-11 15,7-11 0-15,25-11-134 16,-11-15-388-16,-6-3-886 0</inkml:trace>
  <inkml:trace contextRef="#ctx0" brushRef="#br0" timeOffset="12366.27">16507 10254 1388 0,'0'0'243'0,"0"0"13"15,19 106 27-15,-3-63-115 16,-1-2 18-16,-3-9 12 16,-6-11-82-16,-1-7-53 15,-3-10-39-15,-2-4-5 16,0 0-5-16,-2-16-14 16,-9-10-45-16,-1-8-19 15,6-6 43-15,6-4 21 16,0-2 6-16,2 4 55 15,18 6-1-15,7 8-33 16,2 10-8-16,2 9-7 0,-2 9 0 16,-2 6 0-16,-5 24-12 15,-4 7 13-15,-5 5-12 16,-3 2 16-16,-6-5-17 16,-2-4 2-16,-2-7-2 15,2-6-79-15,-2-8-269 16,5-11-1060-16</inkml:trace>
  <inkml:trace contextRef="#ctx0" brushRef="#br0" timeOffset="12622.8">17204 9970 1453 0,'0'0'350'0,"0"0"-219"16,0 0 199-16,0 114-84 15,9-39-29-15,0 6-63 16,0 0-45-16,0-9-58 16,-3-14-27-16,1-14-24 15,0-12 0-15,0-17-66 16,-3-9-146-16,3-6-467 0</inkml:trace>
  <inkml:trace contextRef="#ctx0" brushRef="#br0" timeOffset="13012.27">17115 10309 1698 0,'0'0'317'0,"0"0"-175"15,0 0 107-15,131-8-172 16,-73 8-40-16,0-2 2 16,0-3 34-16,1 0-19 15,-9-3 1-15,-3-5-15 16,-7-1-21-16,-13 3-5 16,-9 1-14-16,-13 1 21 15,-5 2 24-15,-3 0 13 0,-21 2-31 16,-5 0-7-16,-7 5-7 15,-1 0 14-15,-2 3 7 16,6 18-14-16,4 11 1 16,7 9-20-16,8 5 25 15,12 0-5-15,2-3 1 16,9-6-13-16,22-9 6 16,5-10-4-16,8-8-10 15,6-10 14-15,2 0-15 16,0-10-16-16,13-20-95 15,-12 2-156-15,-13 1-945 0</inkml:trace>
  <inkml:trace contextRef="#ctx0" brushRef="#br0" timeOffset="13487.49">17971 9828 1785 0,'0'0'643'15,"0"0"-371"-15,0 0-56 16,0 0-123-16,0 0-48 16,0 0 33-16,0 0-8 15,0 96-25-15,2-62-24 16,5-2-13-16,0-4-8 0,0-6 0 16,-1-6-61-16,9-10-97 15,-3-6-359-15,3 0-1266 0</inkml:trace>
  <inkml:trace contextRef="#ctx0" brushRef="#br0" timeOffset="13651.05">18139 9878 1918 0,'0'0'385'16,"0"0"-245"-16,0 0 107 15,0 0-161-15,0 0-28 16,0 133-31-16,0-96-18 0,0-1-9 15,-4 0-84-15,2-6-482 16,2-12-1138-16</inkml:trace>
  <inkml:trace contextRef="#ctx0" brushRef="#br0" timeOffset="104557.22">3202 11791 1523 0,'0'0'564'0,"0"0"-347"15,0 0 243-15,0 0-250 0,0 0-45 16,0 0-21-16,3-93-20 15,2 93-40-15,-1 0-30 16,7 24-29-16,1 17-7 16,1 15 2-16,-3 16-10 15,-2 10 14-15,-6 2-3 16,-2 0-1-16,0-4-11 16,0-8 3-16,0-2-12 15,0-12 2-15,0-8-1 16,0-13-1-16,0-10-1 15,0-12-47-15,0-6-28 16,0-7-20-16,0-2-5 0,0 0-32 16,-10-26-71-1,-3 2-368-15,-3 2-962 0</inkml:trace>
  <inkml:trace contextRef="#ctx0" brushRef="#br0" timeOffset="104850.31">2670 12564 1352 0,'0'0'492'16,"0"0"-276"-16,0 0 170 0,0 0-203 16,0 0-64-1,133 9-5-15,-65-9 13 0,5 0-21 16,4 0-9-16,-4 0-25 15,-5 0-33-15,-3 0-18 16,-7 0-9-16,-6 0-6 16,-10 0-6-16,-9 0 0 15,-8 0-2-15,-9 0-5 16,-3 0-38-16,-7 0-43 16,-4 0-69-16,1-11-105 15,-3-3-538-15</inkml:trace>
  <inkml:trace contextRef="#ctx0" brushRef="#br0" timeOffset="105203.93">2777 11714 1691 0,'0'0'538'16,"0"0"-273"-16,0 0 18 15,113-11-81-15,-44 6-54 0,10 1-16 16,4-1-34-1,-4 0-42-15,-7 1-29 0,-12 3-12 16,-9-2-14-16,-12 3 5 16,-8 0-6-16,-4 0-28 15,-4 0-64-15,14 0-101 16,-6 10-128-16,0 0-650 0</inkml:trace>
  <inkml:trace contextRef="#ctx0" brushRef="#br0" timeOffset="105572.04">4055 11586 713 0,'0'0'802'16,"0"0"-637"-16,0 0 127 16,0 0-38-16,0 0-137 15,0 0-29-15,-118 20 17 16,95 7-4-16,3 4 7 16,9 3-13-16,9 3-37 15,2-4-20-15,4-3-8 16,16 1-21-16,7-7 1 0,1-2-1 15,3-6 6-15,6-3-4 16,-2-6 5-16,1-3-9 16,-3-1-7-16,1 0-21 15,11-3-148-15,-10 0-171 16,-4 0-513-16</inkml:trace>
  <inkml:trace contextRef="#ctx0" brushRef="#br0" timeOffset="106556.38">4656 12119 1273 0,'0'0'384'15,"0"0"-98"-15,0 0 50 16,0 0-111-16,0 0-91 16,0 0-27-16,0 0 2 15,49 12-25-15,-18-10-26 0,5 1-29 16,5-1-11-16,-1 0-17 15,-1-2 10-15,-3 0-11 16,-3 1-29-16,-8-1-82 16,-3 2-132-16,-9 1-330 15,-3 1-375-15</inkml:trace>
  <inkml:trace contextRef="#ctx0" brushRef="#br0" timeOffset="106810.03">4641 12414 907 0,'0'0'276'0,"0"0"88"15,0 0-40-15,116 2-106 16,-68-2-69-16,2 0-11 15,-8 0-34-15,-4-2-51 16,-7-2-35-16,-9 0-18 16,-4 0-34-16,-5 0-236 15,-5 4-320-15,-4-1-1013 0</inkml:trace>
  <inkml:trace contextRef="#ctx0" brushRef="#br0" timeOffset="110414.37">5735 11690 2023 0,'0'0'320'0,"0"0"-211"0,0 0 176 16,0 0-130-16,0 0-91 15,11 115-28-15,-7-94-9 16,2-1-19-16,-2-9-1 15,0-3-7-15,-2-6-27 16,5-2-133-16,-3-14-228 16,4-6-470-16</inkml:trace>
  <inkml:trace contextRef="#ctx0" brushRef="#br0" timeOffset="110541.08">5735 11690 1307 0,'125'-50'539'15,"-121"50"-270"-15,5 20 30 16,3 9-31-16,-2 3-110 0,0 5-75 15,1 3-48 1,-5 2-25-16,5 16-10 0,-3-9-153 16,-2-7-726-16</inkml:trace>
  <inkml:trace contextRef="#ctx0" brushRef="#br0" timeOffset="112822.99">6959 11898 1991 0,'0'0'346'0,"0"0"-213"15,0 0 0-15,0 0-8 16,16 136-12-16,-14-62-47 16,-2 5 6-16,0 4 4 15,0-2-18-15,0-6-28 16,-2-7-6-16,2-10-12 15,0-7-4-15,8-13-7 16,15-11 0-16,6-10-1 16,4-7-26-16,9-10-26 15,3 0-53-15,29-22-70 16,-12-4-319-16,-4-2-498 0</inkml:trace>
  <inkml:trace contextRef="#ctx0" brushRef="#br0" timeOffset="113183.56">7567 12247 1500 0,'0'0'481'0,"0"0"-281"16,0 0 27-16,0 0-94 16,0 0-40-16,-98 143-11 15,92-89 11-15,6-4-11 16,0-7-24-16,22-9-32 0,14-14-20 15,10-15 15-15,10-5-14 16,-2-12-7-16,-3-22-9 16,-11-10-16-16,-13-5 14 15,-10-4 11-15,-9 5 1 16,-8 8 19-16,0 12 44 16,0 16 33-16,0 12-14 15,0 0-83-15,0 26 0 16,0 12 0-16,0 7 22 15,0 0-8-15,0 1-4 16,13-4-9-16,7-3-1 16,7-7-1-16,26 0-104 15,-6-8-73-15,1-8-540 0</inkml:trace>
  <inkml:trace contextRef="#ctx0" brushRef="#br0" timeOffset="113394.53">8802 12326 948 0,'0'0'936'16,"0"0"-741"-16,-24 161 329 16,24-86-275-16,0 4-107 15,20-5-83-15,5-5-30 16,-1-11-28-16,-2-12-1 15,-4-16-73-15,-7-12-152 16,-7-15-561-16</inkml:trace>
  <inkml:trace contextRef="#ctx0" brushRef="#br0" timeOffset="113658.12">8747 12360 1322 0,'0'0'273'15,"0"0"-43"-15,60-125 143 16,-4 88-188-16,12 19-119 15,7 15-27-15,0 6 6 16,-8 29 40-16,-16 12 1 16,-15 5-29-16,-18-3 10 15,-18 0-2-15,0-9 1 16,-23-4-15-16,-10-10 16 16,-2-5-23-16,-3-8-8 15,4-6-14-15,0-4-8 0,5 0-6 16,2-1-8-16,6-7-14 15,0-2-47-15,13-8-72 16,6 5-194-16,2-1-440 0</inkml:trace>
  <inkml:trace contextRef="#ctx0" brushRef="#br0" timeOffset="114084.95">9336 12386 637 0,'0'0'987'16,"0"0"-799"-16,0 0 45 15,162-12-6-15,-89-2-93 16,1 0-56-16,-13 0-19 16,-17-2-17-16,-15 0-20 15,-21 2 41-15,-8-2 19 16,-8 0 3-16,-24 4-42 0,-7 5 0 16,-9 7-4-1,2 5-3-15,1 21-19 0,10 13-7 16,6 4 2-16,16 6 3 15,13 0 24-15,6-3 7 16,34-3 8-16,16-9-24 16,13-7-6-16,7-10-24 15,7-9-9-15,-2-8-61 16,29-11-99-16,-23-10-187 16,-12-7-1032-16</inkml:trace>
  <inkml:trace contextRef="#ctx0" brushRef="#br0" timeOffset="114369.42">10387 12232 1515 0,'0'0'226'0,"0"0"23"16,0 0 54-16,2 126-113 15,12-75-30-15,1-5 0 16,1-2-27-16,-5-6-66 15,-6-9-34-15,-5-4-17 16,0-7-2-16,-18-6 2 16,-11-4 7-16,-6-8 1 15,-4 0-11-15,1 0 2 16,1-14-13-16,3 0 3 16,5 0-5-16,3 2-9 15,7 1-69-15,17-3-76 16,2 5-220-16,0-3-743 0</inkml:trace>
  <inkml:trace contextRef="#ctx0" brushRef="#br0" timeOffset="114918.18">10730 12310 1824 0,'0'0'294'16,"0"0"-151"-16,0 0 124 16,-113 111-116-16,97-56-23 15,12 4-47-15,4-5-4 0,22-10-42 16,18-9-22-16,12-12-7 16,4-14-6-16,-4-9-24 15,-4-11-76-15,-11-21-54 16,-12-10 14-16,-9-9 54 15,-9-2 29-15,-3 2 57 16,-4 9 3-16,0 14 82 16,0 14 19-16,2 14-17 15,2 4-81-15,5 25 0 16,5 8 12-16,3 7-9 16,1-1 25-16,1-5-4 15,-6-6-8-15,-3-8-7 16,-2-10-2-16,-4-8-7 0,-2-6 5 15,-2 0 11 1,0-25-22-16,0-8-6 0,5-9-8 16,1-8 14-16,8 1 1 15,3 3 41-15,8 12 3 16,4 10-23-16,4 19 4 16,5 5-9-16,1 15 1 15,-4 21-1-15,-4 10 22 16,-6 7-15-16,-6-4 1 15,-5-3-13-15,-1-8-6 16,3-5-6-16,13-11-39 16,-2-8-150-16,-1-8-698 0</inkml:trace>
  <inkml:trace contextRef="#ctx0" brushRef="#br0" timeOffset="115272.19">11886 12262 1603 0,'0'0'355'15,"0"0"-90"-15,0 0-24 16,0 0-92-16,0 0-24 16,-112 124-28-16,103-66 0 15,9 1-26-15,0-7-35 16,24-11-26-16,13-12-9 15,0-13-1-15,3-15-16 0,-4-1-70 16,-7-27-66-16,-7-17 40 16,-7-12 38-16,-7-2 56 15,-4 1 18-15,-4 13 106 16,0 16 59-16,0 16-56 16,0 12-72-16,0 12-31 15,0 26-6-15,0 8 1 16,0 4 0-16,0 3-1 15,4 1-70-15,9-14-231 16,-1-10-430-16</inkml:trace>
  <inkml:trace contextRef="#ctx0" brushRef="#br0" timeOffset="115931.58">12858 12057 1408 0,'0'0'524'0,"0"0"-232"16,0 0-30 0,0 0-140-16,0 0-25 0,-37 106 3 15,43-57-18-15,4 3-18 16,-1-4-5-16,-7-4-29 16,-2-8-10-16,0-6-5 15,-19-9 0-15,-6-9 11 16,-6-10-13-16,0-2-5 15,2-4-1-15,4-17 2 16,2-7-7-16,10-2 6 16,5 0-8-16,8 2-8 15,0 5-29-15,4 2-59 0,23 9 26 16,11 6-36 0,10 6 19-16,18 0 13 0,7 0 21 15,7 0 43-15,-2 0 10 16,-9 0 0-16,-11 0 0 15,-11-7-67-15,-12-8 11 16,-10-3 50-16,-10 0 6 16,-10-1 21-16,-5 4 68 15,0 0 15-15,-13 9 5 16,-6 6-28-16,-2 0-48 16,0 13-20-16,-1 19 1 15,5 10-1-15,0 9 25 16,11 2-2-16,6 1-1 15,0-4-17-15,27-6-7 16,10-8-10-16,11-9-1 16,8-11-13-16,23-16-126 0,-10 0-211 15,-11-12-968-15</inkml:trace>
  <inkml:trace contextRef="#ctx0" brushRef="#br0" timeOffset="116359.99">13894 12151 1595 0,'0'0'553'16,"0"0"-307"-16,0 0-32 15,0 0-128-15,0 0-49 0,0 0 21 16,-132 81 25-16,103-29 3 15,7 4-15-15,11 4 0 16,11-3-12-16,14-6-32 16,25-11-21-16,13-12-6 15,4-13-11-15,-1-15-76 16,-6-2-71-16,-9-26-39 16,-13-15 34-16,-9-7 96 15,-9-4 67-15,-7-2 6 16,-2 6 104-16,0 9 63 15,0 16-16-15,0 9-40 0,0 14-18 16,0 2-63-16,0 14-36 16,0 20 22-16,2 8 16 15,8 7-10-15,-2 0-16 16,5-1-12-16,1-5 0 16,1-9-49-16,24-7-92 15,-6-8-148-15,5-11-807 0</inkml:trace>
  <inkml:trace contextRef="#ctx0" brushRef="#br0" timeOffset="131005.02">15242 12222 1423 0,'0'0'345'0,"0"0"-209"16,0 0 261-16,0 0-195 15,0 0-87-15,0 0 4 16,0-36-13-16,-10 27-24 15,-7 4-9-15,-2 3-18 0,-6 2-35 16,-4 0-10-16,-6 19-9 16,-2 14-2-16,0 11 2 15,8 6-1-15,7 2 0 16,12 2 1-16,10-5-2 16,7-9 2-16,22-13-2 15,14-8-7-15,3-12-26 16,24-7-72-16,-12-16-172 15,-7-3-476-15</inkml:trace>
  <inkml:trace contextRef="#ctx0" brushRef="#br0" timeOffset="131673.12">15441 12254 1530 0,'0'0'280'16,"0"0"-185"-16,0 0 99 15,0 0-40-15,7 132-59 16,15-94-15-16,9-4-41 16,3-9-14-16,6-9-9 15,-1-12-5-15,2-4 5 16,-3-6-15-16,-1-19 13 16,-8-4-14-16,-6-8 0 15,-8-1 0-15,-10 0 1 16,-5 1 8-16,0 6 6 0,0 9 65 15,-3 10 22 1,1 10-1-16,2 2-61 0,0 21-32 16,0 18-7-16,10 12 3 15,3 7-3-15,1-3-1 16,1-1 1-16,-1-8 0 16,-4-7 5-16,-3-13-5 15,-3-10-1-15,-2-10-7 16,-2-6 7-16,0-6 8 15,0-18-7-15,0-10 0 16,0-4 5-16,0-3-6 16,0 9 1-16,6 6 8 15,11 12-3-15,3 8-12 0,9 6 0 16,0 5 6 0,5 15-7-16,-5 3 6 0,-5 2 1 15,-6-3 0-15,-8-7 0 16,-4-3 0-16,-4-7-1 15,-2-5 3-15,0 0 5 16,0-6 1-16,0-18 2 16,0-9-9-16,4-6 5 15,13-2-6-15,8 4 1 16,4 11 8-16,2 9-9 16,-2 17 3-16,-2 2-2 15,-4 30-1-15,-8 12 15 0,-5 6 21 16,-8 5 4-1,-2-3-11-15,0-4-22 0,0-10-7 16,0-8 0-16,13-21-52 16,1-6-169-1,1-3-567-15</inkml:trace>
  <inkml:trace contextRef="#ctx0" brushRef="#br0" timeOffset="132093.18">16623 12410 2060 0,'0'0'304'0,"0"0"-111"16,-23 116 28-16,21-49-147 15,2 3-41-15,0 0-26 16,0-2 7-16,-4-10-14 0,-8-9-1 16,-1-13-33-16,-3-18-46 15,3-16-54-15,1-4-31 16,8-33-116-16,2-11 138 15,2-12 143-15,0-10 39 16,0-7 171-16,18-6-2 16,11-2-86-16,13 1-73 15,14 12-28-15,6 11-15 16,1 21-6-16,-1 21 20 16,-10 17 1-16,-13 6 2 15,-14 31-15-15,-16 9 58 16,-9 5 10-16,-15 3 5 15,-23-4-5-15,-9-3-19 0,-1-9-24 16,2-8-17-16,6-10 3 16,7-8-18-16,10-8 7 15,7-4-8-15,6 0-15 16,3 0-63-16,7-18-49 16,0-4-193-16,2-2-606 0</inkml:trace>
  <inkml:trace contextRef="#ctx0" brushRef="#br0" timeOffset="132328.47">17046 11923 1899 0,'0'0'650'0,"0"0"-461"15,0 0-37-15,0 0 33 16,121 138-53-16,-98-66-49 15,-4 4-30-15,-13-1-11 16,-4-8-40-16,-2-12 2 16,0-11-4-16,0-9-46 15,0-14-87-15,36-14-105 16,0-7-569-16,6 0-706 0</inkml:trace>
  <inkml:trace contextRef="#ctx0" brushRef="#br0" timeOffset="134137.44">17508 12160 954 0,'0'0'172'0,"0"0"-78"0,0 0 175 16,0 0-127-16,0 0-52 16,0 0 50-16,0 0 22 15,-10-41-4-15,6 37-15 16,-1 1-17-16,3-1-35 15,-2 1-18-15,0-1-34 16,-6 3-9-16,-1-3-10 16,-2 1 6-16,-5 3-2 15,1 0 8-15,-2 0-3 16,1 0 4-16,1 0 1 16,-1 0-15-16,0 0 10 15,-2 11-14-15,-2 2 4 16,-1 6-10-16,1 5 8 0,0 3-10 15,1 7 7 1,4-1-2-16,5 6-11 0,8 2 18 16,4 1-19-16,0-2 10 15,0 1-10-15,16-9 1 16,4-6 0-16,4-8 0 16,5-8 0-16,7-6 5 15,7-4 1-15,1 0-7 16,1-9 4-16,-1-8-2 15,-8-7-2-15,-7-5 1 16,-9-3 10-16,-11-6-5 16,-5-4 3-16,-4 2-3 15,0 0 24-15,0 2 21 16,-6 6-17-16,1 3 13 0,3 6-14 16,2 2 7-16,0 3-9 15,0 4 5-15,0 5-6 16,0 4 2-16,0 5-8 15,0 0-24-15,2 25-1 16,7 13-8-16,0 10 9 16,0 10 2-16,-2 2 5 15,-3-2-6-15,0-6 0 16,1-10 0-16,-2-7-1 16,1-12 0-16,-2-6-17 15,0-10-26-15,0-2-59 16,3-5-49-16,9-7-77 15,-1-15-136-15,0-5-718 0</inkml:trace>
  <inkml:trace contextRef="#ctx0" brushRef="#br0" timeOffset="134602.26">17726 11847 1908 0,'0'0'390'0,"0"0"-144"15,0 0-91-15,0 0-60 16,27 163 16-16,-17-77-27 16,4 5-5-16,-1 1-22 15,-4-13-21-15,1-7-27 16,-4-12 4-16,-4-13-11 0,0-15 2 16,-2-14-4-16,0-12 1 15,0-6-1-15,0-9 15 16,3-20-10-16,7-10-5 15,6-6 0-15,11-4-6 16,7 1 5-16,8 4 1 16,3 7 0-16,-3 11-1 15,-2 17 0-15,-6 9-6 16,-5 4-1-16,-10 27 8 16,-7 8 0-16,-10 5-6 15,-2 1 12-15,0-2 0 16,-22-4 4-16,-7-5 10 15,-9-7 4-15,-3-7 9 16,-1-5-6-16,2-7-18 16,5-6 4-16,8-2-12 0,4 0 14 15,7-10-15-15,6-8-1 16,5-1-60-16,5 2-59 16,0-13-98-16,17 5-508 15,6 2-1101-15</inkml:trace>
  <inkml:trace contextRef="#ctx0" brushRef="#br0" timeOffset="134865.89">18303 11877 2116 0,'0'0'390'15,"0"0"-265"-15,0 0 107 16,40 140-28-16,-24-56-40 16,-3 6-52-16,-3 1-24 15,-4-10-46-15,-2-10-24 16,1-15-9-16,-3-11-9 16,2-16-18-16,0-10-78 15,13-19-78-15,-2-12-119 16,3-16-1140-16</inkml:trace>
  <inkml:trace contextRef="#ctx0" brushRef="#br0" timeOffset="135203.48">18642 12360 1540 0,'0'0'322'16,"0"0"-191"-16,0 0 123 15,0 0-101-15,165-40-91 16,-114 28 31-16,-10-3-27 16,-12 2-30-16,-14-1 35 15,-15 2 43-15,0-2-44 16,-18 2-22-16,-14 5-23 16,-5 4 19-16,-1 3-3 0,0 0-6 15,5 24-19 1,4 10 4-16,7 12 1 0,5 8 1 15,13 4-2-15,4-2-13 16,0-8 6-16,25-10-12 16,6-13-1-16,7-16 0 15,7-9-6-15,19-21-112 16,-10-13-130-16,-8-5-590 0</inkml:trace>
  <inkml:trace contextRef="#ctx0" brushRef="#br0" timeOffset="135420.54">19117 11628 2114 0,'0'0'326'0,"0"0"-117"15,0 0-10-15,0 0-9 16,0 0-86-16,6 143-75 15,5-100-9-15,-1-2-20 16,-4-7-10-16,1-16-88 16,-3-7-148-16,0-11-776 0</inkml:trace>
  <inkml:trace contextRef="#ctx0" brushRef="#br0" timeOffset="135525.48">19295 11679 1927 0,'0'0'372'0,"0"0"-248"15,0 0-30-15,-31 128-94 16,31-80-171-16</inkml:trace>
  <inkml:trace contextRef="#ctx0" brushRef="#br0" timeOffset="163801.67">5501 5726 827 0,'0'0'213'0,"0"0"24"16,0 0 1-16,0 0-40 16,0 0-12-16,0 0 29 15,-20-34-5-15,15 31-7 0,3 3-46 16,0 0-49 0,2 0-49-16,-2 0-22 0,2 0-30 15,0 2-6-15,0 11 11 16,0 9-11-16,0 9 23 15,0 5-13-15,0 8 8 16,0 5-8-16,0 2 8 16,0 2-19-16,0-4 12 15,0-2-4-15,0-5-7 16,0-6 12-16,0-6-13 16,0-7 2-16,-3-6 4 15,1-2-2-15,2-8-2 16,-2 1-2-16,0-2 10 15,0-1 8-15,0 4 9 16,0-1-12-16,-1 0 7 0,1 1-21 16,-1-2 11-16,1 3-12 15,0-2 13-15,0 0-2 16,-1 0 1-16,1-2-6 16,2-2-5-16,0-1 15 15,0-3-16-15,0 0 17 16,0 0-8-16,0 0 10 15,0 0-8-15,-2-3-5 16,2-7-6-16,0-6-32 16,0-4-62-16,0 2-155 15,4 2-738-15</inkml:trace>
  <inkml:trace contextRef="#ctx0" brushRef="#br0" timeOffset="177259.51">3862 13896 1290 0,'0'0'241'0,"0"0"-100"16,0 0 93-16,0 0-104 16,0 0-5-16,0 0-14 15,-46-45-46-15,34 40 5 16,-3-1 22-16,-5 3-15 16,-3-2-16-16,0 3-4 15,-4 0-26-15,-2-1-7 0,0 3-13 16,0 0-10-16,2 0 11 15,0 0-12-15,2 0 1 16,4 7 12-16,-2 3-1 16,0 2-11-16,-3 2 10 15,-1 6-11-15,-2 1 9 16,5 6 8-16,1 1-2 16,5-2 4-16,10 0-8 15,3 1-11-15,5-9 10 16,0-3 1-16,0 0-11 15,0-3 1-15,0-5-1 16,9 2 0-16,2-6-1 16,3 0 1-16,4-3 10 15,1 0-9-15,4 0 11 16,2 0-4-16,1 0-4 0,3 0-2 16,-1 0-1-16,7 0 7 15,0 0-7-15,3 0 0 16,2 0-1-16,3 9 0 15,-4 8 4-15,3 5-10 16,-3 5 3-16,-3 8 3 16,-5 5 0-16,-7 1 0 15,-6 5 0-15,-4-4-7 16,-8 2 7-16,-6-4 0 16,0-2 1-16,0-2 0 0,0-4 7 15,-8-2-8 1,-4-4 11-16,-1-2 10 0,-1-2-12 15,1-4 9-15,0-2-8 16,-3-2-2-16,-4-4-7 16,-2-2 6-16,-3 0-5 15,-4-3 7-15,0-1-1 16,0-4 9-16,0 0-1 16,2 0-10-16,0-4 5 15,1-9-10-15,-1 0 0 16,3-2 0-16,1 1 8 15,1 2-7-15,2-5 11 16,2 5-11-16,2-5 8 0,3 0 2 16,2 5-12-1,2-5 0-15,2 2-1 0,7 1 1 16,0 2-6-16,0-9-10 16,0 3-20-16,14-2 1 15,6-2-32-15,6 4-78 16,26-12-193-16,-6 7-264 15,2 5-692-15</inkml:trace>
  <inkml:trace contextRef="#ctx0" brushRef="#br0" timeOffset="177770.48">4658 14233 578 0,'0'0'599'0,"0"0"-384"15,0 0 109-15,0 0-115 16,0 0-61-16,0 0-33 16,0 0-13-16,12 0 13 15,5 0 27-15,10 2-26 16,8-2-46-16,4 4-31 16,3-4-14-16,3 0-18 15,-7 2-1-15,-3 2-6 16,-4 2 0-16,-6 1-39 15,0 5-95-15,-8-3-159 0,-5-4-529 16</inkml:trace>
  <inkml:trace contextRef="#ctx0" brushRef="#br0" timeOffset="177988.48">4694 14578 1117 0,'0'0'142'0,"0"0"37"16,0 0 85-16,113 6-150 0,-65-6-51 16,1 0-32-16,2 0-31 15,-14 0-42-15,-12 3-808 0</inkml:trace>
  <inkml:trace contextRef="#ctx0" brushRef="#br0" timeOffset="181531.73">5949 13767 1624 0,'0'0'293'0,"0"0"42"0,0 0-41 15,0 0-202-15,0 0-57 16,0 0 47-16,9 113 10 16,0-64-26-16,2-6-33 15,-2 0-11-15,3-10-14 16,-4-2-2-16,1-7-6 15,-3-2 0-15,4-6-92 16,-6-8-222-16,1-6-704 0</inkml:trace>
  <inkml:trace contextRef="#ctx0" brushRef="#br0" timeOffset="181697.03">6143 13837 1763 0,'0'0'215'0,"0"0"-133"16,0 0 173-16,43 130-156 16,-19-84-63-16,5 2-36 15,20 25-2-15,-4-7-251 16,-10-8-503-16</inkml:trace>
  <inkml:trace contextRef="#ctx0" brushRef="#br0" timeOffset="184196.33">7781 14177 778 0,'0'0'186'0,"0"0"35"16,0 0 112-16,0 0-103 16,0 0-34-16,0 0 14 15,0 0-45-15,-8-88-40 16,-5 79-27-16,-8 4-33 15,-1 3-25-15,-7 2-5 16,-3 0-7-16,-3 0 0 16,-1 7-10-16,1 9-4 15,-1 8-8-15,2 10 4 16,5 7-3-16,5 9 28 16,6 6 17-16,7 2-21 15,7 1-14-15,4-6-17 16,0-4 6-16,15-8-6 0,12-8 0 15,8-9-5-15,8-9 4 16,6-6-5-16,5-9 4 16,2 0-36-16,2-4-74 15,8-24-143-15,-14 5-316 16,-15-2-587-16</inkml:trace>
  <inkml:trace contextRef="#ctx0" brushRef="#br0" timeOffset="184383.89">7517 14482 484 0,'0'0'1249'0,"0"0"-1013"15,0 0 129-15,0 0-84 16,0 0-185-16,0 0-34 16,0 0-37-16,131-50-13 15,-62 33-11-15,3 3-1 16,30-4-125-16,-17 4-371 15,-14 0-227-15</inkml:trace>
  <inkml:trace contextRef="#ctx0" brushRef="#br0" timeOffset="184594.92">8346 14079 1818 0,'0'0'587'16,"0"0"-528"-16,0 0 123 15,0 0 12-15,4 140-63 0,7-80-44 16,0-2-20-16,4-5-34 16,-1-6-31-16,-1-6 7 15,1-3-9-15,-3-13-20 16,2-2-53-16,14-5-69 16,0-8-183-16,-3-8-449 0</inkml:trace>
  <inkml:trace contextRef="#ctx0" brushRef="#br0" timeOffset="185014.08">9257 14159 1305 0,'0'0'205'16,"0"0"-124"-16,0 0 68 15,0 0-72-15,0 0-8 16,0 0 47-16,73 130 6 16,-48-90 7-16,-7-2-23 15,-3-1-34-15,-7-4-30 16,-6 1-5-16,-2-8 2 0,-2 3 39 15,-19-3 30-15,-3-8-13 16,-3-1-20-16,-2-6-29 16,0-2-16-16,0-6-10 15,7-3 5-15,2 0-11 16,2 0-1-16,5-14-12 16,2 0 9-16,1 2-10 15,4-6-12-15,4 4-37 16,2-2-60-16,13-9-104 15,11 4-396-15,3 0-536 0</inkml:trace>
  <inkml:trace contextRef="#ctx0" brushRef="#br0" timeOffset="185884.42">9540 14319 1667 0,'0'0'228'0,"0"0"70"16,0 104-11-16,4-61-166 15,19-5-57-15,2-8-6 16,6-10-30-16,4-8-7 16,5-12 16-16,3 0 1 15,1-12-28-15,-3-13-1 16,-6 2-9-16,-10-5-14 15,-8 4-12-15,-7-5 13 16,-10 4 12-16,0 2 1 0,0-3-7 16,-12 3-5-16,-1 2-21 15,2 5-25-15,4 6 12 16,3 8 26-16,4 2 1 16,0 0-9-16,0 0 10 15,4 0 6-15,14 8 2 16,9 2-7-16,4-3 17 15,7-2 1-15,4-3 0 16,5-2 5-16,2 0 6 16,-2 0 3-16,-7-12-15 15,-9 2 9-15,-13 0 3 16,-7-2 6-16,-11 3 48 0,0 0-19 16,0 5-17-16,-13 0-18 15,-5 4 3-15,-4 0-3 16,-3 0-3-16,1 22-8 15,-1 8 5-15,5 10-5 16,2 4 6-16,12 4 2 16,6-5-8-16,0-5-1 15,13-10 0-15,12-8 0 16,6-8-5-16,2-8 5 16,0-4 9-16,-1-6-4 15,-1-12-5-15,-4-4-18 16,0 0 17-16,-5-2-4 15,2 1 5-15,-4 0 0 16,3-4 7-16,-3 1-6 16,0-2-1-16,0 0 0 0,-5 6 1 15,-3 5 0-15,-4 8 1 16,-5 9 6-16,-3 0-8 16,0 6-2-16,0 20 2 15,0 10 2-15,4 4 13 16,6 0-2-16,2-1 5 15,11-7-9-15,4-9 1 16,6-11-2-16,5-12 16 16,2 0-12-16,-2-13 3 15,-4-21-9-15,-7-2-5 16,-10-5 8-16,-9 0-8 16,-8 0 10-16,0 7-11 15,-8 8 0-15,-21 10-16 0,-9 4-15 16,-26 8-107-16,6 2-226 15,6 2-702-15</inkml:trace>
  <inkml:trace contextRef="#ctx0" brushRef="#br0" timeOffset="186230.33">11546 14179 2011 0,'0'0'311'0,"0"0"-102"16,-2 102 103-16,2-51-167 15,0 0-57-15,12-4-61 16,-1-6-11-16,1-10-16 16,2-7-10-16,18-10-50 0,-8-8-176 15,5-6-605-15</inkml:trace>
  <inkml:trace contextRef="#ctx0" brushRef="#br0" timeOffset="186560.65">11982 14323 1901 0,'0'0'383'16,"0"0"-265"-16,0 0 118 15,0 0-54-15,31 109-94 16,-14-73-44-16,-1-7-25 15,-7-4-10-15,-5-11-7 16,-2-10 5-16,-2-4-7 0,0-2 8 16,0-20-8-1,0-12-16-15,8-7 15 0,2-3 1 16,9 2 8-16,4 3-5 16,6 7-3-16,5 6-6 15,-1 15 6-15,1 11 8 16,-5 0 4-16,-5 20-12 15,-6 10 2-15,-9 10 14 16,-5-3-15-16,-4 2 0 16,0-6-1-16,16-1-81 15,2-10-250-15,8-6-979 0</inkml:trace>
  <inkml:trace contextRef="#ctx0" brushRef="#br0" timeOffset="187017.89">12775 14284 1545 0,'0'0'197'16,"0"0"-101"-16,0 0 105 16,-114-14-128-16,70 23-40 15,-1 17 120-15,3 8-9 16,4 6-47-16,9 1 11 15,15 1-14-15,14-7-9 16,9-3-31-16,29-6-14 16,15-6-29-16,10-13 11 0,0-2-14 15,-6-5-2 1,-10 0-6-16,-11-12 6 0,-9-11 8 16,-9-5-14-16,-7-6 0 15,-5-8 16-15,-6-11-4 16,0-9 1-16,0-8 12 15,-13-4 8-15,-3 5 15 16,1 11 29-16,3 18 2 16,6 20 20-16,1 12-17 15,5 8-44-15,0 27-37 16,0 18 10-16,11 14 19 16,3 5-10-16,1 5-4 15,1-11-16-15,-1-7 0 16,4-5-15-16,3-9-73 15,25-11-114-15,-5-8-102 0,0-18-1383 16</inkml:trace>
  <inkml:trace contextRef="#ctx0" brushRef="#br0" timeOffset="187169.49">13228 14420 1936 0,'0'0'583'15,"0"0"-476"-15,0 0 112 16,0 0-107-16,0 0-56 15,0 114-34-15,0-87-16 16,0-4-6-16,19-9-31 16,6-5-158-16,4-6-421 0</inkml:trace>
  <inkml:trace contextRef="#ctx0" brushRef="#br0" timeOffset="187401.09">13840 14284 1347 0,'0'0'723'15,"0"0"-595"-15,0 0 84 16,0 0-32-16,-120 27-73 16,97 5-21-16,8 2 29 15,9 2-52-15,6-1-39 16,0-3-13-16,17-4-11 0,19-7-18 15,38-12-134-15,-8-7-411 16,-5-2-1489-16</inkml:trace>
  <inkml:trace contextRef="#ctx0" brushRef="#br0" timeOffset="187746.42">14141 14309 1870 0,'0'0'516'16,"0"0"-330"-16,0 0 46 16,-151 28-121-16,122 0-60 15,13 8-21-15,14 4 13 0,2 1 2 16,26-7-14 0,20-7-7-16,4-8-22 0,6-11-2 15,-4-8-29-15,-8 0-48 16,-6-18 18-16,-9-12 28 15,-5 2 12-15,-6-7 19 16,-3 12 33-16,-5 0 38 16,-3 11 29-16,-5 8-22 15,-2 4-51-15,0 0-27 16,0 18-2-16,0 11-4 16,0 5 6-16,-5 4-1 15,-3-2-23-15,-4 12-67 16,1-10-105-16,-1-8-543 0</inkml:trace>
  <inkml:trace contextRef="#ctx0" brushRef="#br0" timeOffset="188362.3">15701 14247 1558 0,'0'0'483'0,"0"0"-216"16,0 0 27-16,-118-18-146 16,83 18-78-16,1 20-36 15,10 10 17-15,9-2-33 16,12 2 13-16,3-2-16 15,27-5-6-15,17-7-3 0,8-11 6 16,2-5-12-16,-8 0-31 16,-11-8-8-16,-10-14 4 15,-14-2 24-15,-9-6 11 16,-2 4 6-16,0 6 7 16,0 2 44-16,0 10 22 15,0 8 6-15,0 5-56 16,0 24-28-16,0 16 54 15,0 6-6-15,0 10-8 16,0-3-13-16,0-5-1 16,0-4-21-16,0-8-5 15,0-7 4-15,0-9-5 16,8-3-8-16,0-11-50 16,7-6-29-16,8-5-63 15,18-10-19-15,-6-14-476 0,-4-8-522 0</inkml:trace>
  <inkml:trace contextRef="#ctx0" brushRef="#br0" timeOffset="188812.17">15971 14270 1936 0,'0'0'322'0,"0"0"-190"15,0 0 142-15,0 0-74 16,23 127-97-16,4-94-12 15,4-9-19-15,4-7-11 16,3-12-28-16,-3-5-12 16,-1 0-12-16,-2-22-9 0,-6-12-34 15,-4-4-79-15,-5-2-9 16,-11-3-65-16,-4 7-2 16,-2 8 83-16,0 10 76 15,0 6 29-15,-4 7 1 16,4 5 0-16,0 0-4 15,2 0-4-15,21 0 8 16,6 5 5-16,0 2-4 16,-4-2 23-16,-4-1-8 15,-8-2-1-15,-10 0 19 16,-3-1 42-16,0 2 4 16,-5 3-18-16,-8 4 18 0,0 6-35 15,1 7-15-15,3 4-6 16,7 5 9-16,2 2-23 15,0 2-9-15,13-8 7 16,12-1-8-16,6-10-21 16,9-7-55-16,30-10-84 15,-10 0-407-15,4-7-808 0</inkml:trace>
  <inkml:trace contextRef="#ctx0" brushRef="#br0" timeOffset="189136.27">17302 14309 1440 0,'0'0'214'0,"0"0"-147"16,0 0 31-16,0 0-62 15,127-39 61-15,-109 27 145 16,-11 5-27-16,-7-1-34 15,0-2-84-15,-4 2-49 16,-17 0-30-16,-4 3-5 16,-1 5 5-16,0 0 15 15,-1 11-3-15,4 15-3 16,7 6 11-16,8 6-9 16,8-2-2-16,0 0-20 15,11-7-7-15,20-8-12 16,9-7-12-16,27-14-91 15,-7 0-238-15,-6-14-941 0</inkml:trace>
  <inkml:trace contextRef="#ctx0" brushRef="#br0" timeOffset="189361.06">17799 14141 1480 0,'0'0'288'0,"0"0"-105"15,0 0 36-15,0 0-73 16,58 112-72-16,-35-60 6 16,-5 0 18-16,-10-4 7 0,-5-5-5 15,-3-8-35-15,0-6-41 16,-11-7-16-16,-10-4-8 16,-5-9-2-16,-24-9-99 15,6 0-252-15,4 0-392 0</inkml:trace>
  <inkml:trace contextRef="#ctx0" brushRef="#br0" timeOffset="189758.17">18722 14080 1400 0,'0'0'622'16,"0"0"-260"-16,0 0-15 16,-153-4-135-16,103 12-85 15,6 15-52-15,8 11-17 16,12-2-23-16,10 7-1 0,14-4-23 16,0-1-7-16,25-4-4 15,17-8-16-15,14-8-34 16,39-14-52-16,-10 0-112 15,-9 0-637-15</inkml:trace>
  <inkml:trace contextRef="#ctx0" brushRef="#br0" timeOffset="190005.62">19003 14131 1751 0,'0'0'397'15,"0"0"-221"-15,0 0-10 16,0 0-39-16,-9 148-47 15,49-102-37-15,12-4-23 0,6-12-19 16,4-14 5 0,-2-16 5-16,-7 0 15 0,-6-23-17 15,-11-16 3-15,-14-5 9 16,-11-5 36-16,-11-2-8 16,0-2 22-16,-6 6 5 15,-9 2-40-15,-1 9-36 16,9 0-8-16,7 13-116 15,0 4-500-15</inkml:trace>
  <inkml:trace contextRef="#ctx0" brushRef="#br0" timeOffset="190456.31">19474 14165 1401 0,'0'0'220'0,"0"0"-93"15,55 105 183-15,-24-66 64 16,0-5-226-16,-8-12-115 15,-13-13-9-15,-6-9-24 16,-4-5 27-16,0-25-18 16,0-12-9-16,-4-12-1 15,4-2-5-15,0 0 6 16,0 9 12-16,14 13 54 16,5 14-17-16,0 19-7 15,8 1-24-15,2 33-12 16,2 15-6-16,-2 8 1 15,-6 3 0-15,-6-5 7 16,-5-12-8-16,-8-8-5 0,-4-15 5 16,0-16-63-16,2-3-53 15,3-13-120-15,3-23-233 16,4-11 235-16,5-5 234 16,4 0 172-16,-1 6 212 15,-1 11-76-15,0 12-130 16,-4 16-75-16,-1 7-67 15,-1 23-21-15,-2 13 3 16,-4 7 8-16,-3 1-14 16,0-5 6-16,1-6-9 15,-1-10-9-15,8-9-1 16,13-14-97-16,-4 0-365 16,4-12-999-16</inkml:trace>
  <inkml:trace contextRef="#ctx0" brushRef="#br0" timeOffset="190900.46">20392 14043 1309 0,'0'0'545'16,"0"0"-397"-16,0 0 154 16,0 0-93-16,9 142-77 15,-5-80-3-15,-4-2 24 16,0 0-57-16,0-7-54 15,-6-7-14-15,-7-10-11 0,1-9-11 16,1-4-5-16,5-17-1 16,0-6 1-16,4 0 5 15,2-22 3-15,0-14-7 16,0-10 13-16,2-8 4 16,17-4 35-16,7-3-23 15,6 1-30-15,7 5-2 16,2 14-11-16,1 12-17 15,-4 16 15-15,-5 10 14 16,-8 3 0-16,-5 16-1 16,-11 10-6-16,-7 6 7 15,-2 5 7-15,-11-5-6 16,-18 3 10-16,-4-14-5 16,-3-1 3-16,0-3-7 15,7-14 11-15,5 1-13 0,6-4-10 16,5 0-48-1,1 0-46-15,8-4-50 0,2-4-217 16,2 4-478-16</inkml:trace>
  <inkml:trace contextRef="#ctx0" brushRef="#br0" timeOffset="191500.55">21072 14013 1575 0,'0'0'357'0,"0"0"-130"0,0 0 27 16,0 0-124-16,-134 21-60 16,107 11-18-16,9 5 12 15,7-3 10-15,11-3-23 16,0-4-22-16,21-10-18 16,10-4-11-16,2-9 11 15,5-4-11-15,-5-3-31 16,-4-16-44-16,-6-8-27 15,-10-2 25-15,-5-2 43 16,-2 12 34-16,-4 1 107 0,-2 10 35 16,0 6-9-1,0 2-73-15,0 0-52 0,0 14-7 16,2 7 7-16,4 4-5 16,3-4 3-16,5 2 1 15,1-11-7-15,18-10-124 16,-1-2-174-16,-3 0-855 0</inkml:trace>
  <inkml:trace contextRef="#ctx0" brushRef="#br0" timeOffset="191898.04">21323 13672 1979 0,'0'0'390'15,"0"0"-256"-15,0 0 42 16,-6 119-38-16,6-44-36 0,11 3-6 15,2-1 10-15,0-15-63 16,-3-11-25-16,-1-14-4 16,-5-13-13-16,0-12 0 15,-2-12-1-15,2 0-16 16,0-4 10-16,4-19-9 16,5-6 15-16,6-3 0 15,7-4 0-15,8 3-1 16,3 12-32-16,4 8 16 15,-1 12 5-15,-4 1 5 16,-10 15 6-16,-5 17-11 16,-15 7 12-16,-6 1 0 15,0-4 9-15,-24-6-7 0,-8-6 46 16,-5-4-15 0,-2-8-3-16,1-5-14 0,3-2-4 15,6-5-11-15,4 0 5 16,8 0-6-16,7-8-19 15,10-12-46-15,10 4-120 16,9-3-628-16</inkml:trace>
  <inkml:trace contextRef="#ctx0" brushRef="#br0" timeOffset="192139.28">21983 13779 62 0,'0'0'2046'0,"0"0"-1735"15,0 0-106-15,0 0 84 16,-11 157-129-16,11-91-59 16,0-7-28-16,7-1-40 15,-1-14-28-15,1-7-5 16,2-6-63-16,14-11-110 15,-4-8-420-15,2-8-882 0</inkml:trace>
  <inkml:trace contextRef="#ctx0" brushRef="#br0" timeOffset="192438.29">22120 14091 1527 0,'0'0'237'0,"0"0"-129"15,0 0-8-15,118-30-62 16,-87 19-18-16,-9 4 75 16,-10-2 36-16,-8 4 5 15,-4-3 1-15,-2-2-69 16,-17 1-40-16,-7 1-27 16,-6 4 17-16,1 4 56 15,-2 4 10-15,0 23-30 16,6 7 7-16,6 7-4 15,10 5-14-15,9-1-25 0,2-6-12 16,16-7-6 0,16-11-9-16,7-9-19 0,32-12-61 15,-10 0-188-15,-6-7-472 0</inkml:trace>
  <inkml:trace contextRef="#ctx0" brushRef="#br0" timeOffset="192695.69">22828 13646 1605 0,'0'0'574'0,"0"0"-331"16,0 0-25-16,0 0 3 15,0 0-92-15,0 0-67 16,0 0-21-16,-37 120-34 16,37-104-7-16,8-5-40 15,3-11-171-15,1 0-465 16,-1 0-821-16</inkml:trace>
  <inkml:trace contextRef="#ctx0" brushRef="#br0" timeOffset="192806.14">22828 13646 1815 0,'60'54'277'16,"-78"-21"-47"-16,-3 13 113 0,2 9-198 16,-1 27-145-1,7-14 0-15,4-9-652 0</inkml:trace>
  <inkml:trace contextRef="#ctx0" brushRef="#br0" timeOffset="203796.32">3865 15976 1026 0,'0'0'203'0,"0"0"59"15,0 0 103-15,0 0-101 0,0 0-22 16,0 0-68 0,-84-79-64-16,61 73-36 0,-6-2-1 15,-2 4-44-15,-7 4-5 16,-7 0 4-16,-6 0-6 15,-2 8-1-15,-5 11-4 16,4 2-2-16,7-3-14 16,13-4 9-16,13-2-10 15,7-5 0-15,10-4-1 16,4-3 1-16,0 5-8 16,0-5 2-16,2 4 5 15,14 0 0-15,5 5 0 16,11 0 1-16,6 8 19 15,6 2-12-15,6 8-2 16,0 4-5-16,-2 8 0 0,-6 2 1 16,-4 8 0-16,-9 0 4 15,-9 1-4-15,-9 3 5 16,-6-4-5-16,-5 0-1 16,0-5 29-16,-10-2 11 15,-9-1 11-15,-4-6 16 16,-4-5-14-16,-2-8-2 15,-2-7 2-15,0-6-21 16,-2-4 7-16,-3-5-8 16,-2 0 4-16,-5-5-16 15,1-9-4-15,0 0-13 16,4-8 7-16,7 5 2 16,4-10-10-16,10 3 0 0,3-2 0 15,7-4-1-15,5 1-16 16,2 4-14-16,0-3-39 15,11 2-46-15,14-6 8 16,10 1-16-16,39-15-59 16,-5 9-162-16,-2 0-388 0</inkml:trace>
  <inkml:trace contextRef="#ctx0" brushRef="#br0" timeOffset="204163.75">4360 15738 1506 0,'0'0'494'15,"0"0"-332"-15,0 0 157 16,0 0-168-16,0 0-64 16,0 0-35-16,0 0 8 15,-118-3-20-15,87 31 20 16,-1 6-20-16,6 2-4 0,1 0 3 16,9-4-17-1,7-1-7-15,9-6-15 0,0-2 0 16,12-8-7-16,14-2 1 15,10-9-46-15,6-3-11 16,25-1-135-16,-9 0-388 16,-9 0-597-16</inkml:trace>
  <inkml:trace contextRef="#ctx0" brushRef="#br0" timeOffset="204452.07">4815 16102 1326 0,'0'0'750'0,"0"0"-646"15,0 0 15-15,0 0-2 16,0 0-50-16,0 0-61 16,138 18 2-16,-99-18 4 15,-4 4-12-15,-9 5-211 16,-10 0-123-16,-12-1-643 0</inkml:trace>
  <inkml:trace contextRef="#ctx0" brushRef="#br0" timeOffset="204609.5">4807 16455 1585 0,'0'0'204'16,"0"0"17"-16,0 0 94 15,0 0-172-15,0 0-66 16,0 0-38-16,143 0-39 16,-101-5-23-16,6 0-226 15,-15 1-260-15,-8-4-482 0</inkml:trace>
  <inkml:trace contextRef="#ctx0" brushRef="#br0" timeOffset="208025.44">5931 15430 1748 0,'0'0'283'0,"0"0"-221"16,0 0-4-16,0 0 35 15,0 0-53-15,0 108-27 16,0-85 0-16,5-5-13 15,8-9-31-15,-2-1-238 16,1-8-626-16</inkml:trace>
  <inkml:trace contextRef="#ctx0" brushRef="#br0" timeOffset="208161.39">6150 15488 1205 0,'0'0'849'0,"0"0"-741"16,0 0 31-16,0 0 62 15,-7 105-120-15,7-73-57 0,9 12-24 16,11-8-176 0,0-4-524-16</inkml:trace>
  <inkml:trace contextRef="#ctx0" brushRef="#br0" timeOffset="209758.54">7797 15825 103 0,'0'0'1161'0,"0"0"-880"16,0 0 15-16,0 0 58 16,0 0-163-16,0 0-64 15,-112-35-18-15,77 35-32 0,-5 0-12 16,1 17-19-1,6 5-13-15,4 4 0 0,12 0-26 16,10 2-7-16,7-1 1 16,5-8-1-16,19-1 0 15,10-1 10-15,1-9-10 16,-1-3-10-16,-5-5-32 16,-9 0-22-16,-11 0 41 15,-9 0 23-15,0 0 7 16,-19 0-7-16,-12 0 1 15,-9 9 0-15,-5 8 0 16,-1 6 5-16,1 5-5 16,3 8 18-16,9 4-19 15,10 4 1-15,12-4 1 16,11-4-1-16,0-1 1 0,23-7-1 16,12-11 1-16,12 2-1 15,9-7 4-15,4-9-5 16,31-1-133-16,-15-2-346 15,-11 0-257-15</inkml:trace>
  <inkml:trace contextRef="#ctx0" brushRef="#br0" timeOffset="209985.43">8086 15955 1942 0,'0'0'543'0,"0"0"-475"15,0 0 47-15,0 0 73 16,0 0-72-16,0 155-32 16,0-100-21-16,0-2-17 15,0-9-34-15,3-4-6 16,6-3-6-16,4-11-27 16,3-4-52-16,24-8-87 15,-4-11-199-15,1-3-412 0</inkml:trace>
  <inkml:trace contextRef="#ctx0" brushRef="#br0" timeOffset="210314.71">8827 16075 1480 0,'0'0'260'0,"0"0"-178"15,0 0 81-15,0 0-78 16,0 0 3-16,0 0-25 16,0 0 31-16,7 99-32 15,15-59 5-15,-5 0-7 16,-3 1 25-16,-7-4-28 16,-7 0 10-16,0-5-13 15,-7-6-4-15,-11-6-17 16,-1-5-12-16,-2-4-7 15,3-7-6-15,3-4 4 16,1 0-12-16,8 0 0 0,3-15-3 16,3-2-73-16,17-19-149 15,8 5-434-15,4-1-696 0</inkml:trace>
  <inkml:trace contextRef="#ctx0" brushRef="#br0" timeOffset="211095.13">9153 16200 1744 0,'0'0'313'0,"0"0"-224"15,0 0 215-15,-27 111-125 16,27-79-64-16,6 0-69 0,19-10-10 16,9-4-12-16,1-14-6 15,5-4-8-15,1 0-9 16,-6-22-1-16,-6-6-21 15,-4-7-4-15,-12-1-26 16,-7 0-3-16,-4 4 7 16,-2 6 29-16,0 1 7 15,-4 6 5-15,-5 4-92 16,5 8-132-16,2 5 53 16,2 2 2-16,0 0-344 15,2 0 244-15,11 9 265 16,3 0 10-16,1 5 117 15,6-8 79-15,4 2 18 0,4-8 2 16,11 0-8 0,5 0-56-16,2 0-84 0,-2-10-31 15,-14 3 26-15,-14 2-34 16,-17-1 32-16,-2 4 42 16,-19 2-15-16,-14 0-28 15,-2 0 7-15,1 13-34 16,5 8-2-16,7 11-19 15,13 8-12-15,9 0-2 16,0 5 1-16,20-5 0 16,11-4 1-16,7-10 0 15,2-12-2-15,-2-11-30 16,-7-3-31-16,-4-3 20 16,-7-20 35-16,-5-4 8 15,-1-4 10-15,-3-4 0 0,3-1 7 16,3-1-8-16,1-1-9 15,4 6-43-15,-2 4-191 16,1 10-23-16,-6 9 121 16,-3 9 82-16,-4 0 32 15,-1 15 22-15,1 7 70 16,2 0 85-16,3 0-9 16,5 1-36-16,7-10-46 15,13-3 0-15,8-6-20 16,12-4-17-16,2 0 39 15,-4-6-35-15,-16-12-17 16,-18-4-5-16,-15-4-9 16,-7-1-3-16,0 0 3 15,-17 1 1-15,-8 8-1 16,-2 6-17-16,-2 10-65 0,-17 2-196 16,5 6-313-16,8 6-816 15</inkml:trace>
  <inkml:trace contextRef="#ctx0" brushRef="#br0" timeOffset="211457.12">11419 15869 1874 0,'0'0'304'0,"0"0"-130"16,0 0 129-16,9 121-131 0,5-82-89 16,6-2-60-1,2-5-8-15,3-2-15 0,12-8-35 16,-6-7-210-16,-4-12-476 0</inkml:trace>
  <inkml:trace contextRef="#ctx0" brushRef="#br0" timeOffset="211763.14">11703 15927 1796 0,'0'0'246'15,"0"0"2"-15,0 0 107 16,26 121-178-16,-19-85-81 16,2 0-39-16,-5-6-23 15,-2-12-23-15,1-4-11 16,-1-14-11-16,2 0-16 0,4-10-16 15,0-20-27-15,5-2 26 16,5-8 25-16,7 4 19 16,4 2 0-16,4 7 30 15,3 9-1-15,-3 8 3 16,-2 10-8-16,-6 0-12 16,-4 18 6-16,-6 13-7 15,-5 1 17-15,2-2-22 16,-3 1-6-16,16-2-15 15,-3-7-142-15,5-8-609 0</inkml:trace>
  <inkml:trace contextRef="#ctx0" brushRef="#br0" timeOffset="212168.35">12487 15918 1847 0,'0'0'392'15,"0"0"-196"-15,0 0 46 16,-113 2-132-16,90 19-65 16,7 9-21-16,8 7 28 15,8 3-14-15,0-4-29 16,22-4 6-16,14-6-14 16,8-12 15-16,7-5-8 15,1-9 5-15,-6-5-13 0,-5-17-42 16,-10-10-22-1,-14-8 10-15,-7-10 21 0,-10-9 21 16,0 1 12-16,0 2 18 16,-12 10 51-16,6 16 24 15,-1 12 56-15,5 14-30 16,2 4-65-16,0 22-44 16,0 15 12-16,5 14 38 15,5 3-18-15,4 5-15 16,1-5-18-16,1-1-9 15,0-8-4-15,2-11-61 16,-1-6-90-16,12-24-89 16,-4-4-506-16,-5 0-762 0</inkml:trace>
  <inkml:trace contextRef="#ctx0" brushRef="#br0" timeOffset="212297.08">12884 16017 1996 0,'0'0'587'0,"0"0"-432"0,0 0-20 16,0 0-74-16,0 0-42 15,0 0-1-15,0 0-17 16,26 67-1-16,-3-53-130 16,-5-6-487-16,4-4-1165 0</inkml:trace>
  <inkml:trace contextRef="#ctx0" brushRef="#br0" timeOffset="212492.85">13332 15950 514 0,'0'0'1643'0,"0"0"-1369"16,0 0-68-16,0 0 44 15,0 0-126-15,-100 125-63 16,100-90-33-16,0-9-19 16,20-6-9-16,14-4-14 15,32-16-113-15,-6 0-405 16,-4-12-1062-16</inkml:trace>
  <inkml:trace contextRef="#ctx0" brushRef="#br0" timeOffset="212732.26">13622 16022 1722 0,'0'0'258'0,"0"0"-54"0,0 0 261 15,0 0-330-15,-18 116-75 16,63-98-28-16,13-9 5 15,2-9-22-15,-3 0 6 16,-12-11-14-16,-13-10 1 16,-14-6-8-16,-14 5-10 15,-4 0-8-15,0 4-12 16,-22 8-27-16,-12 5-4 16,-3 5-23-16,-19-3-125 15,6 3-170-15,10 0-802 0</inkml:trace>
  <inkml:trace contextRef="#ctx0" brushRef="#br0" timeOffset="213340.23">14948 15869 1932 0,'0'0'341'16,"0"0"-183"-16,0 0 85 16,-129 26-136-16,112 2-20 15,11 3-31-15,6-5-14 16,21-3-27-16,18-10-1 15,13-7-2-15,4-6 1 0,-5 0-13 16,-11-19-37 0,-11-6 10-16,-10-3-3 0,-13 5 24 15,-6 2 6-15,0 6 9 16,0 7 38-16,0 8 13 16,0 0-35-16,0 26-13 15,0 10 55-15,0 9-4 16,0 5-13-16,0 2-20 15,0-2-9-15,0-1-15 16,0-10-5-16,0-7-1 16,0-10 0-16,0-4-38 15,0-8-26-15,2-6-35 16,7-4-39-16,9 0-95 16,-1-18-448-16,-1-4-670 0</inkml:trace>
  <inkml:trace contextRef="#ctx0" brushRef="#br0" timeOffset="213552.25">15383 15797 1936 0,'0'0'306'16,"0"0"-205"-16,0 0 157 16,0 0-79-16,0 0-106 15,73 130-22-15,-61-100-32 16,-5-6-7-16,1-7-12 15,1-7 0-15,5-6-79 16,3-4-28-16,10-4-102 16,14-18-327-16,-6-1-110 0,-4 5-101 15</inkml:trace>
  <inkml:trace contextRef="#ctx0" brushRef="#br0" timeOffset="213782.56">15753 15891 500 0,'0'0'611'16,"0"0"-213"-16,0 0 143 15,0 0-392-15,0 0 35 16,0 0-40-16,0 0-42 15,89-75-3-15,-89 75-50 16,0 0-21-16,-16 0 32 16,-5 0-12-16,-6 20-6 15,0 1-6-15,4 9-15 16,10-2 2-16,9 2-22 16,4-4 4-16,7-2-4 15,17-7 19-15,10-7-8 16,1-6 0-16,5-4-12 0,3 0-51 15,1 0-58-15,25-13-67 16,-11 3-199-16,-7 2-902 0</inkml:trace>
  <inkml:trace contextRef="#ctx0" brushRef="#br0" timeOffset="214233.47">16343 15775 1555 0,'0'0'210'0,"0"0"-64"16,0 0 180-16,31 134-161 15,-31-98-59-15,0-8-31 16,0-7-37-16,0-12-8 16,0-9-22-16,0 0 11 15,0-22-13-15,8-9-4 16,5-13-1-16,7 0 12 0,5-2 33 15,8 11 50-15,3 7-22 16,1 12-35-16,-1 10 11 16,-5 6-19-16,-2 7-4 15,-8 22-18-15,-6 3 4 16,-1 2-2-16,-6-2-11 16,-1-6 0-16,15-2-64 15,-4-3-132-15,6-16-654 0</inkml:trace>
  <inkml:trace contextRef="#ctx0" brushRef="#br0" timeOffset="214480.58">16961 15779 1809 0,'0'0'359'0,"0"0"-117"0,0 0 90 15,-91 108-159-15,91-77-78 16,17-8-45-16,31-7 13 15,12-10-34-15,9-6-14 16,-3-8-5-16,-10-15-5 16,-13-12-5-16,-17 0-33 15,-12-2-24-15,-10 5-6 16,-4 2 2-16,0 12-38 16,-15 8-28-16,-34 10-47 15,4 0-118-15,-2 10-338 0</inkml:trace>
  <inkml:trace contextRef="#ctx0" brushRef="#br0" timeOffset="-214558.06">17942 15833 2045 0,'0'0'342'16,"0"0"-239"-16,118-8 35 16,-43-1-90-16,0-3-35 15,-13 1-5-15,-20-3-8 16,-22 2 0-16,-20 3 5 16,-8 0 30-16,-28 4 45 15,-7 5 11-15,3 0 7 16,5 5-45-16,10 16-17 15,13 6-16-15,12 1 4 0,4 2-14 16,27-10-9 0,15-4 2-16,12-8-3 0,40-8-84 15,-13 0-140-15,-5-16-496 0</inkml:trace>
  <inkml:trace contextRef="#ctx0" brushRef="#br0" timeOffset="-214300.93">18716 15663 1582 0,'0'0'480'0,"0"0"-297"15,0 0 14-15,0 0-29 0,0 0-48 16,0 0-6 0,138 130-25-16,-120-94-23 0,-12-3-17 15,-6-4-13-15,-2-2-18 16,-20-5-4-16,-7-8-5 15,-5-5-9-15,5-9 0 16,2 0-1-16,8-4-19 16,9-14-39-16,10 0-39 15,36-10-90-15,15 2-500 16,5 0-632-16</inkml:trace>
  <inkml:trace contextRef="#ctx0" brushRef="#br0" timeOffset="-214069.61">19624 15679 1993 0,'0'0'389'0,"0"0"-226"15,0 0 84-15,0 0-132 16,0 0-65-16,0 0-7 15,-8 114-22-15,35-91-15 16,8-10-6-16,12-1-29 16,29-10-141-16,-10-2-414 15,-10 0-612-15</inkml:trace>
  <inkml:trace contextRef="#ctx0" brushRef="#br0" timeOffset="-213604.24">19957 15669 1824 0,'0'0'328'0,"0"0"-186"16,0 0 159-16,0 0-128 16,0 0-53-16,0 0-38 15,89 106-7-15,-56-91-35 16,4-12-10-16,-6-3-30 16,-4 0 0-16,-6-16-42 15,-5-3-47-15,-5-8-23 16,-4 5 32-16,-5 0 61 15,-2 8 19-15,0 10 54 16,5 4 0-16,2 0-41 0,3 26-13 16,4 2 1-16,1 7 19 15,-3 0-19-15,-3-7 20 16,-3-6-9-16,-4-10-1 16,-2-8-11-16,0-4 9 15,0-8 6-15,0-18-9 16,0-9 1-16,0-6-6 15,14-5 9-15,6 6 17 16,2 6 4-16,3 10-22 16,-6 6 3-16,0 10 3 15,-3 8 21-15,-5 0-18 16,-5 1-12-16,1 15 12 16,-3 3-17-16,-4-7 7 15,0 2-8-15,0-4-8 0,0-2-43 16,3-4-27-16,6-2-90 15,-1-2-531-15,4 0-1106 0</inkml:trace>
  <inkml:trace contextRef="#ctx0" brushRef="#br0" timeOffset="-212859.55">20446 15441 1515 0,'0'0'379'15,"0"0"-89"-15,0 0-61 16,0 0-106-16,0 0 32 15,-8 111-42-15,8-67-2 16,0-3-51-16,0-13-18 16,0-6-26-16,0-9-5 15,0-8-1-15,0-5-4 0,0 0 27 16,0-22 12-16,0-14-24 16,0-10-20-16,-6-7 7 15,-7-1-8-15,-3 6 30 16,5 8 24-16,1 17 20 15,6 10 32-15,4 13-46 16,0 13-48-16,0 30-12 16,2 21 32-16,4 11-1 15,-2 5 5-15,-4-4-7 16,0-7-13-16,0-16-8 16,0-9-7-16,4-11-2 15,5-13-51-15,5-10-63 16,5-10-56-16,22-5-18 15,-6-13-153-15,-3-3-618 0</inkml:trace>
  <inkml:trace contextRef="#ctx0" brushRef="#br0" timeOffset="-212657.7">20666 15695 215 0,'0'0'1939'16,"0"0"-1569"-16,0 0-257 15,0 0 71-15,5 104-71 16,1-52-65-16,0-2-31 16,0-1-7-16,-2-9-9 15,-2-13-1-15,3-6-17 0,-1-11-111 16,12-10-223-16,-3 0-42 16,3-12-318-16</inkml:trace>
  <inkml:trace contextRef="#ctx0" brushRef="#br0" timeOffset="-212388.19">20760 15915 426 0,'0'0'887'0,"0"0"-550"16,0 0 3-16,-2-118 1 16,2 74-139-16,2 0-41 15,13 4-28-15,5 4-41 16,9 6-47-16,9 7-21 16,3 13-10-16,3 5-14 15,-4 5 20-15,-9 15-20 0,-9 20 0 16,-13 4-5-16,-9 2 5 15,0-1 0-15,-22-8 1 16,-7-2 13-16,-2-11-2 16,-2-10 8-16,2-1-19 15,6-8 12-15,5 0-12 16,7-4-1-16,8-9-5 16,5-6-44-16,20-8-118 15,11 6-448-15,4-1-441 0</inkml:trace>
  <inkml:trace contextRef="#ctx0" brushRef="#br0" timeOffset="-212041.19">21383 15575 1729 0,'0'0'396'15,"0"0"-170"-15,0 0 53 16,-113 76-148-16,99-50-59 15,12 2-21-15,2-2-25 16,12-8-2-16,19-9-23 16,11 0 14-16,2-9-15 15,-1 0-36-15,-7-14 10 16,-9-12-12-16,-10-6 5 16,-7 2 21-16,-6 2 12 15,-4 10 51-15,0 2 60 16,0 9 20-16,0 7-32 15,0 0-66-15,0 23-33 0,0 12 12 16,0 11 23 0,0-2-7-16,0-5-19 0,11-3-9 15,7-7-35-15,17-20-78 16,-3-4-120-16,-1-5-609 0</inkml:trace>
  <inkml:trace contextRef="#ctx0" brushRef="#br0" timeOffset="-211652.51">21796 15330 1659 0,'0'0'339'0,"0"0"-119"0,-2 106 133 16,2-38-144-16,9 3-82 16,5-5-33-16,-4-7-27 15,-5-18-32-15,-3-12-28 16,-2-9-7-16,0-17-20 15,0-3-11-15,0-3 16 16,0-20 15-16,0-6-4 16,14-4 4-16,10 1-9 15,10-3-21-15,6 12-20 16,6 4-68-16,-1 16-1 16,-5 3 13-16,-9 12 35 15,-13 16 25-15,-11 8 46 16,-7-5 4-16,-7 4 70 15,-20-9 60-15,-4-4-5 16,-4-8-31-16,-1-7-38 0,5-7-31 16,4 0-14-16,9-5-14 15,5-11-1-15,9 0-54 16,4-2-80-16,8-10-173 16,15 7-312-16,3-2-825 0</inkml:trace>
  <inkml:trace contextRef="#ctx0" brushRef="#br0" timeOffset="-211441.26">22253 15294 1588 0,'0'0'589'16,"0"0"-352"-16,0 0-90 0,0 0 59 15,65 130-54-15,-59-67-26 16,-6-2-20-16,0-4-43 15,0-8-39-15,-4-12-14 16,2-11-10-16,2-8-45 16,6-16-94-16,17-2-353 15,3 0-1211-15</inkml:trace>
  <inkml:trace contextRef="#ctx0" brushRef="#br0" timeOffset="-211142.33">22563 15543 935 0,'0'0'70'15,"0"0"-50"-15,0 0 67 0,124-35 62 16,-107 27 102-16,-13-2 74 16,-4 2-20-16,-2-1-150 15,-19-2-23-15,-6 7-24 16,-2 4-2-16,-2 0-12 15,-2 15 10-15,0 19-20 16,1 16 1-16,10 8 3 16,9 0-10-16,13-4-42 15,0-11-19-15,18-6-14 16,15-11-3-16,12-16-12 16,4-10-78-16,18-10-120 15,-11-21-427-15,-12-4-765 0</inkml:trace>
  <inkml:trace contextRef="#ctx0" brushRef="#br0" timeOffset="-210931.84">22928 15113 1891 0,'0'0'594'16,"0"0"-361"-16,0 0-80 15,0 0-31-15,0 0 10 16,0 0-45-16,16 132-50 16,-7-93-21-16,-3-3-16 0,6-8-66 15,-5-7-100 1,1-7-551-16</inkml:trace>
  <inkml:trace contextRef="#ctx0" brushRef="#br0" timeOffset="-210803.9">23053 15172 1431 0,'0'0'851'0,"0"0"-745"16,0 0 35-16,0 0-19 15,-11 130-122-15,18-84-306 16,2-11-784-16</inkml:trace>
  <inkml:trace contextRef="#ctx0" brushRef="#br0" timeOffset="-208654.92">19871 15516 327 0,'0'0'406'15,"0"0"-123"-15,0 0-75 16,0 0-104-16,0 0-76 16,0 0-3-16,0 0-2 15,0 0 1-15,0 0 10 0,0 0 14 16,0 0 7-16,0 0-5 16,0 0-5-16,-4 0 17 15,4 0 6-15,-2 0 15 16,0 0 15-16,2 0 2 15,-4 0-22-15,0 0-13 16,-5 0 14-16,-7 0-37 16,-4 0 14-16,-6 13-5 15,-6 5-26-15,-3 5-18 16,-4 3-7-16,-3 23-7 16,9-7-198-16,10-6-471 0</inkml:trace>
  <inkml:trace contextRef="#ctx0" brushRef="#br0" timeOffset="-121069.36">13136 3110 1083 0,'0'0'236'16,"0"0"-165"-16,0 0-12 16,0 0-8-16,0 0 19 15,0 0 48-15,4 34-13 16,7-30 24-16,1 0-41 16,1 3-25-16,3-4-27 0,8 1 4 15,9 1 16-15,10-5-4 16,3 3-12-16,8-1-33 15,-2 2 12-15,-1 0-19 16,0 0 7-16,0 0-7 16,5 0 6-16,2-4-5 15,11 0 6-15,10 0-6 16,5 0 0-16,7 0-1 16,0 0 1-16,-1 0-1 15,-3 0 2-15,-5 0 1 16,3 4 3-16,-3 1-6 15,5-4 1-15,0 1-1 16,0-2 7-16,-6 2-5 0,-10-2-4 16,-13 2 4-1,-12 0-2-15,-11 1 0 0,-14-3 6 16,-7 0 25-16,-8 0 65 16,-3 0-5-16,-1 0-12 15,-2 0 5-15,0 0-37 16,0 0-2-16,0 0-33 15,0 0 2-15,0 0-13 16,0 0-2-16,0 0-14 16,0 0-60-16,0 0-134 15,0 0-389-15</inkml:trace>
  <inkml:trace contextRef="#ctx0" brushRef="#br0" timeOffset="-119905.03">1979 4622 867 0,'0'0'297'16,"0"0"-142"-16,0 0 57 16,0 0-39-16,0 0-78 15,0 0-2-15,0 0-60 16,51-22 11-16,-22 14 10 15,9-2 3-15,4 0 11 16,12 0 7-16,8 3-38 16,29-2-9-16,34 2 16 15,27 6-24-15,-7 1 17 0,-29 0-24 16,-33 0 0-16,-27 5-12 16,6 4 0-16,3 1 0 15,-1-2 5-15,-12-3 0 16,-15 0-6-16,-8-5 22 15,-9 0 48-15,-4 0 19 16,-3 0-25-16,-1-8-18 16,-4 2-31-16,1-3-4 15,3 2-11-15,-4 0 0 16,3 2-20-16,1 5-135 16,-6 0-390-16,-2 0-569 0</inkml:trace>
  <inkml:trace contextRef="#ctx0" brushRef="#br0" timeOffset="-118583.18">22652 4229 593 0,'0'0'264'0,"0"0"-47"16,0 0-20-16,0 0-58 16,0 0-85-16,0 0 4 15,0 0-23-15,49 14 35 16,-13-7 11-16,13 2-6 15,9 2 4-15,15-4 19 16,28 0-44-16,31 5-28 0,32-5-5 16,6 1-21-1,-28-3 18-15,-39-4-17 0,-50 1 5 16,-14-2-6-16,-6 0 1 16,-6 2 1-16,-8-2-1 15,-9 0 14-15,-8 0 51 16,-2 0 47-16,0 0-59 15,0 0-22-15,0 0-32 16,0 7-67-16,0-4-209 16,2 1-551-16</inkml:trace>
  <inkml:trace contextRef="#ctx0" brushRef="#br0" timeOffset="-117575.95">19917 5206 421 0,'0'0'839'16,"0"0"-637"-16,0 0-12 0,0 0 43 16,0 0-61-16,0 0-91 15,0 0-19-15,83-5-6 16,-17 12-4-16,32 5 16 16,3-3-7-16,4 2-34 15,-3-2 0-15,-26-1-26 16,-3 2-2-16,-19-2-4 15,-21 3-29-15,-12-6-51 16,-13 4-98-16,-8-2-74 16,0 0-28-16,0-4-425 0</inkml:trace>
  <inkml:trace contextRef="#ctx0" brushRef="#br0" timeOffset="-116654.92">10508 7293 879 0,'0'0'291'16,"0"0"-81"-16,0 0-17 16,0 0-77-16,0 0-21 15,0 0 66-15,0 0 68 0,100 44-51 16,-28-39-57-16,12 2-26 15,12-2-43-15,9 2-14 16,0-1-32-16,-3-4 0 16,-8 0-6-16,-14 1-16 15,-11-3-45-15,-15 0-9 16,-12 0-36-16,-7 0-111 16,-12-7-70-16,-9 0-234 0</inkml:trace>
  <inkml:trace contextRef="#ctx0" brushRef="#br0" timeOffset="-80811.84">26919 3144 136 0,'0'0'190'15,"145"8"-132"-15,-76-4-58 0</inkml:trace>
  <inkml:trace contextRef="#ctx0" brushRef="#br0" timeOffset="-80728.23">28639 3333 192 0,'0'0'0'0</inkml:trace>
  <inkml:trace contextRef="#ctx0" brushRef="#br0" timeOffset="-80638.47">29792 3453 436 0,'0'0'111'16,"161"18"-82"-16,-84-8-13 15,-10-3-16-15,-4 4-63 0</inkml:trace>
  <inkml:trace contextRef="#ctx0" brushRef="#br0" timeOffset="-119589.32">32028 16052 562 0,'0'0'0'0</inkml:trace>
  <inkml:trace contextRef="#ctx0" brushRef="#br0" timeOffset="76978.47">22779 3122 179 0,'0'0'6'16,"0"0"-6"-16,0 0-7 16,-142 0 7-16,101 5-70 0</inkml:trace>
  <inkml:trace contextRef="#ctx0" brushRef="#br0" timeOffset="-156409.64">23931 14062 1232 0,'0'0'242'0,"0"0"-161"16,0 0 87-16,0 0-47 15,0 0-65-15,0 0 23 16,-17-1-22-16,17 1-19 16,0 0-20-16,0 0-12 15,0 0 5-15,0 0-5 16,0 0 10-16,0 0-14 15,0 1 14-15,0-1-4 16,-2 0 47-16,2 0-4 16,0 0-2-16,0 0-13 0,0 0 4 15,0 0-2 1,-2 0-21-16,2 0 12 0,0 0-32 16,-2 0 17-16,2 0-17 15,-4 0 8-15,4 0-2 16,0 0 24-16,0 0 5 15,0 0-12-15,0 0-8 16,0 0-10-16,0 0-7 16,0 0 2-16,0 0-1 15,0 0 0-15,0 0 10 16,0 0-9-16,0 0 7 16,0 0 5-16,0 0 0 0,0 0-13 15,0 0 5-15,0 0-6 16,0 2 2-16,0 3-2 15,0-5 1-15,4 0 0 16,6-7-5-16,9-17 5 16,4-8 0-16,9-7-48 15,11-19-40-15,-6 13-210 16,-8 6-202-16</inkml:trace>
  <inkml:trace contextRef="#ctx0" brushRef="#br0" timeOffset="106609.41">20715 15105 90 0,'0'0'0'0</inkml:trace>
  <inkml:trace contextRef="#ctx0" brushRef="#br0" timeOffset="180320.2">23063 13662 489 0,'0'0'102'0,"0"0"-100"16,0 0 8-16,0 0-10 16,0 0-34-16,0 0 34 15,10-47 71-15,-10 47 27 16,0 0 33-16,0 0 11 15,0 0 8-15,0 0-3 16,0 0-27-16,0 0-17 16,0 0 12-16,0 0-16 15,0 0-10-15,0 0-7 0,0 0-17 16,0 0 3-16,0 2 15 16,0-2-20-16,0 0-27 15,0 2-11-15,0-2-15 16,-2 0-1-16,2 0 6 15,0 0-6-15,0 0 4 16,0 0-7-16,0 0 15 16,0 0-5-16,9 0-4 15,0 0-11-15,2 0 7 16,-4-2-8-16,-3 2 1 16,-4 0 5-16,0 0 0 15,0 0-5-15,0 0 27 16,0 0-1-16,0 0-8 15,0 0-5-15,0 0-5 16,0 0-2-16,0 0 9 0,0 0-15 16,0 0 19-16,2-3-13 15,0 1-7-15,2-1 6 16,0 1-6-16,0 2-10 16,0 0 8-16,3 8-5 15,-3 13-5-15,-4 6 6 16,0 8 5-16,0 2 1 15,-11 2 1-15,-7-1 5 16,-3-4-5-16,0-2 0 16,-1-1-1-16,4-10-220 15,2-5-447-15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28:47.1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11442 7389 58 0,'0'0'0'0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48:10.6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12224 306 499 0,'0'0'546'15,"0"0"-305"-15,0 0-20 16,0 0-84-16,0 0-29 16,0 0-47-16,0 0-20 15,0-4-40-15,0 3 43 16,0 1 5-16,0 0 38 15,0 0-12-15,0 0-5 16,-4 0-14-16,-5 0-9 16,-2 8 23-16,-7 10-32 0,-4 6 5 15,-7 3-37-15,0 2 25 16,-2-3-23-16,-3 0 17 16,2-4-12-16,1-1 10 15,3-2-4-15,-1 1-7 16,0-1 6-16,2 2-17 15,-2 1 12-15,0-2-6 16,0 0-7-16,2 1 1 16,0-4 6-16,0 0-5 15,1-3-1-15,-1-2 5 16,3 2-5-16,-1-3 20 16,-2 4-20-16,1 3 16 15,-1 2-17-15,-2 0 5 0,2 2-5 16,3-1 0-16,-1-2-2 15,1 0 2-15,1 1 1 16,-2-3 7-16,2 1-7 16,-2 0 1-16,0 0-3 15,1-2 2-15,1 2 5 16,4 0-6-16,-2-1-1 16,4-4 1-16,-4 1 0 15,1 1-7-15,-5 1 16 16,-6 2-10-16,-6 2 2 15,-5 1 5-15,-4 4-5 16,2 1 0-16,-1-2 0 0,3 0 0 16,2 0 0-16,4-2 7 15,3-2-13-15,4 0 7 16,-3 3-3-16,-1-2 2 16,0 5 4-16,-3 1-5 15,1 3 0-15,-1-1 0 16,-2 2 0-16,2-2-1 15,1 3 4-15,-1-1-9 16,-1 5 12-16,-6 4-5 16,-6 4-1-16,-7 6 0 15,-4 5 1-15,-4 1-1 16,-6 0 0-16,-1 2 8 16,-2 2-17-16,-2-2 10 15,4-2-2-15,-3 2 2 16,-1-1-3-16,-1 1 3 0,-2-2-1 15,0 0 0-15,-2-2 0 16,-3-1-1-16,-1-1 12 16,-4-3-11-16,1 2 1 15,0 1-2-15,-1 4 1 16,1 0 0-16,0 3 0 16,4-1 1-16,8-4-1 15,7-8 9-15,6-4-20 16,7-5 20-16,-1-6-10 15,0 1 2-15,-2 4-2 16,-9 4-1-16,-9 7 2 16,-9 5-1-16,-3 2 1 15,-9 4-8-15,2-1 16 0,1-4-17 16,1-3 10-16,5-6-2 16,6-1 2-16,4-3 0 15,0 4-1-15,0 4 1 16,-2 5-2-16,-1 3 2 15,-1 2-5-15,2-4 16 16,-1-6-18-16,8-4 6 16,4-7 0-16,3-3-1 15,0-3 1-15,2 1 0 16,-3 2 0-16,-4 5 0 16,-3 4 8-16,-4 5-14 15,0 3 7-15,-5 3-2 16,-1 1 2-16,-5 3 2 0,-2-2-2 15,-5 2 0-15,-1 2-1 16,6-1 2-16,2 2-4 16,5-3 7-16,5 0-7 15,6-1 4-15,3-3-4 16,6-2-6-16,3-5 8 16,11-6 0-16,7-7 0 15,14-10-1-15,10-10 10 16,9-6-19-16,8-4 10 15,2-2-14-15,0 1-18 16,9 2-43-16,25 6-111 16,-1-2-288-16,-6-2-728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12:15.0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3689 5189 821 0,'0'0'158'16,"0"0"101"-16,0 0 101 15,0 0-108-15,0 0-60 16,-116 35 7-16,109-35-66 16,2 0-3-16,3 0-18 15,0 1-2-15,0-1-34 16,2 0-17-16,0 0-15 15,0 0-14-15,0 0 9 16,6-5 9-16,26-17 3 16,15-13-38-16,17-7 4 0,17-10-11 15,10-9 6-15,24-17-11 16,31-18 1-16,36-21 10 16,19-13 9-16,2 4 24 15,2 4-23-15,-2 0 17 16,15-17-24-16,8-5 0 15,-8-1-7-15,-15 13 4 16,-27 21 7-16,-23 12 6 16,-32 24-1-16,-34 17-22 15,-23 14 40-15,-12 6-30 16,2-2 33-16,-4 0 7 0,0 4-2 16,-19 12-1-1,-13 10 17-15,-11 8-1 0,-5 1-20 16,0 5-15-16,-2 0-24 15,0 0-11-15,0 0 5 16,0 0-52-16,0 0-107 16,0 11-78-16,-17 45-33 15,-18 1-242-15,-11 2-1557 0</inkml:trace>
  <inkml:trace contextRef="#ctx0" brushRef="#br0" timeOffset="1005.68">3653 5314 530 0,'0'0'657'0,"0"0"-493"15,0 0 132-15,0 0-71 16,0 0-75-16,0 0 5 15,0 0-6-15,-20-30-30 16,20 25-13-16,0 1-13 16,0 3-8-16,0 1-13 15,0 0-2-15,0 0-40 16,0 0 1-16,0 0-16 16,0 0 15-16,0 0 6 15,5 5 1-15,8 4-2 16,3-1 1-16,3 3 15 0,8 2-24 15,4-1 31-15,10 2-25 16,7 3 2-16,10-5-7 16,9 3 0-16,14 1-7 15,21 6-4-15,32 10-5 16,26 21-3-16,12 12 24 16,-5 7-33-16,-4 2 27 15,-5-7-16-15,19-1-1 16,14 0-10-16,17 3 18 15,10-1 10-15,2 0 5 16,4-2-15-16,-10-2-17 16,-18 0 21-16,-18 3-22 15,-42-11 11-15,-35-6-10 16,-33-13 23-16,-16-4-11 0,-4-3-12 16,-3 0-2-16,-9-5 2 15,-16-10-2-15,-11-7 10 16,-7-6-8-16,-2-2 8 15,0 0 11-15,0 0-14 16,0 0-6-16,0-2-23 16,0-8-83-16,0 2-52 15,0 0-68-15,7 2-48 16,2 1-791-16</inkml:trace>
  <inkml:trace contextRef="#ctx0" brushRef="#br0" timeOffset="2266.65">8499 2421 1079 0,'0'0'293'16,"0"0"-113"-16,0 0 31 16,0 0-4-16,0 0-58 15,0 0-97-15,0 0-30 16,-4 0-15-16,4 0 35 16,17 0 43-16,10-21 0 0,9-9 4 15,11-10-3-15,13-10 5 16,29-27-34-16,42-29 11 15,46-38 26-15,26-18-5 16,17-2-18-16,3 9-8 16,-7 20-13-16,-6 11-8 15,-22 12-6-15,-44 27-12 16,-39 24 8-16,-36 16-31 16,-15 12 9-16,-6-4-9 15,-5 3 14-15,-7 1 0 16,-18 13 30-16,-10 9 25 15,-5 4 1-15,-3 3-7 0,0 4-53 16,0 0 5 0,0 0-16-16,2 0-13 15,-2 0-59-15,0 0-41 0,0 9-80 16,-15 9-58-16,-10 6-469 16</inkml:trace>
  <inkml:trace contextRef="#ctx0" brushRef="#br0" timeOffset="3107.86">8742 2421 709 0,'0'0'885'16,"0"0"-636"-16,0 0-45 16,0 0-84-16,0 0-24 15,0 0-56-15,0 0-31 16,-11 0 10-16,11 5 23 0,0 1 65 15,16 0-3-15,8 4 13 16,12 2-33-16,13 2-6 16,18 0-17-16,16 0-18 15,32 7 5-15,34 7-30 16,39 13 14-16,8 12-31 16,-13 7 12-16,-19 4-4 15,-14-3 10-15,-3-6-10 16,0-5 3-16,-26-13 54 15,-32-12-37-15,-33-4-14 16,-23-7-8-16,-6 0-1 16,-8-5-6-16,-5 0 8 15,-7-6-1-15,-7-3 74 0,0 0 15 16,0-1-12-16,0-10-26 16,4-5-50-16,0 2 1 15,2 3-8-15,-2 1-2 16,0 3-7-16,-2 6-12 15,3-1-31-15,-1 2-36 16,6 0-32-16,3 2-48 16,0 9-111-16,-6 3-897 0</inkml:trace>
  <inkml:trace contextRef="#ctx0" brushRef="#br0" timeOffset="4083.25">9008 6846 80 0,'0'0'849'0,"0"0"-541"16,0 0-93-16,0 0-83 15,0 0-62-15,0 0-26 16,0 0-31-16,-2 0 22 15,2 0 23-15,0 0-7 16,-3 1 17-16,3-1 20 16,0 0 32-16,0 0-24 15,7 0 25-15,24-15-13 16,23-15-18-16,39-20-32 16,55-31 21-16,60-29 19 15,27-14-22-15,-7 3-16 16,-33 19-42-16,-47 24 20 15,-35 20-37-15,-31 14 8 0,-19 12-9 16,-12 4 6-16,5-7-5 16,4 1 19-16,0-2 13 15,-18 9 14-15,-15 8-2 16,-11 7-34-16,-11 8 29 16,-3 2-31-16,-2 2 0 15,0 0-9-15,0 0-15 16,0 0-57-16,0 0-57 15,-7 23-152-15,-15 3-287 16,-14 3-752-16</inkml:trace>
  <inkml:trace contextRef="#ctx0" brushRef="#br0" timeOffset="4795.85">9103 7064 952 0,'0'0'153'15,"0"0"-104"-15,0 0-24 16,0 0 76-16,0 0 91 15,0 0-5-15,0 0-45 16,-2-40-34-16,2 38 10 16,0-2-22-16,0-3 34 15,0 2-10-15,0-1-3 16,0 2-44-16,0 2-8 16,0 0-6-16,0 2-16 0,0 0 10 15,0 0-44-15,0 0 3 16,13 0-10-16,16 7 25 15,9 8 10-15,16 9 8 16,14 15-21-16,29 18 7 16,34 24 2-16,44 15-7 15,20 6 14-15,13-8-21 16,4-9 8-16,-7-11-6 16,7-2 30-16,-5 0-36 15,-18 0 2-15,-20 0 14 16,-37-9-19-16,-34-11 20 15,-31-14-31-15,-16-6 16 16,-6 2-17-16,-5-2 0 0,-6-4-8 16,-19-9 8-1,-11-10 1-15,-4-7 6 0,0-2 17 16,-4 0-3-16,-11-6-21 16,-1-11-26-16,7-20-86 15,3 5-117-15,1 2-547 0</inkml:trace>
  <inkml:trace contextRef="#ctx0" brushRef="#br0" timeOffset="38165.48">7768 2300 1437 0,'0'0'377'0,"0"0"6"15,0 0-78-15,0 0-99 16,0 0-49-16,0 0-29 0,0-51-20 15,-2 49-6 1,-2 2-14-16,2 0-36 0,-1 0-10 16,3 19-42-16,0 13 1 15,0 10 16-15,0 12 13 16,0 4-9-16,5 4 4 16,-1-2 7-16,3 2-14 15,-1-1 1-15,-2 3-17 16,4 0 10-16,-8-1-3 15,0-2 0-15,0-4-9 16,0-11 1-16,0-8-1 16,0-15 1-16,0-6-1 15,0-11-32-15,0-6-10 0,0 0-33 16,0 0-35-16,0 0-46 16,0-14-61-16,0-2-332 15,0 0-404-15</inkml:trace>
  <inkml:trace contextRef="#ctx0" brushRef="#br0" timeOffset="38465.28">7538 3122 1069 0,'0'0'159'16,"0"0"2"-16,0 0 58 0,0 0-29 16,0 0 28-16,0 0-8 15,0 0-16-15,139 8-48 16,-97-18-49-16,5 0-47 16,-3 4-26-16,-1 0-15 15,1 2-9-15,1-2-5 16,2-2-76-16,2-3-30 15,-1-3-50-15,8-9-143 16,-11 0-263-16,-11 3-700 0</inkml:trace>
  <inkml:trace contextRef="#ctx0" brushRef="#br0" timeOffset="38894.89">7289 2326 578 0,'0'0'797'15,"0"0"-547"-15,0 0-54 16,0 0 63-16,0 0-14 15,114 0-58-15,-50-4-44 16,7-18-15-16,5-5-28 16,2-2-49-16,-4 0-33 15,-5 5-18-15,-5 9-9 16,15 12-109-16,-17 3-411 0,-16 0-985 16</inkml:trace>
  <inkml:trace contextRef="#ctx0" brushRef="#br0" timeOffset="39659.91">8020 6474 684 0,'0'0'1443'0,"0"0"-1280"0,0 0 133 16,0 0-62-16,0 0-116 16,0 0-84-16,0 0-26 15,-31 34 23-15,35 23 39 16,8 9-7-16,1 6-30 15,1-4-1-15,-1-3-20 16,-3-9-2-16,2-8-10 16,-1-6 6-16,-5-10-6 15,2-4-21-15,-2-6-42 16,-1-2-39-16,1-5-48 0,-4-6-105 16,-2-2-236-1,0-4-108-15</inkml:trace>
  <inkml:trace contextRef="#ctx0" brushRef="#br0" timeOffset="39968.36">7762 7299 1363 0,'0'0'195'16,"0"0"-1"-16,0 0 62 0,0 0-107 15,135 0-79-15,-77 0-45 16,2-6-1-16,-1 2 8 16,-6-3 17-16,-2 2-6 15,-6-2-21-15,-3-2-16 16,-7-2-6-16,-6-1-10 15,-2-4-163-15,0-6-140 16,-6 3-293-16,-8 1-657 0</inkml:trace>
  <inkml:trace contextRef="#ctx0" brushRef="#br0" timeOffset="40306.51">7514 6503 1428 0,'0'0'346'0,"0"0"-121"0,0 0 116 15,0 0-160 1,178 4-47-16,-100-4-40 0,5-2-24 16,-5-6-37-16,-6-1-33 15,11-3-3-15,-15 3-139 16,-15-1-536-16</inkml:trace>
  <inkml:trace contextRef="#ctx0" brushRef="#br0" timeOffset="40672.51">8593 6168 1463 0,'0'0'214'15,"0"0"38"-15,0 0 27 16,0 0-126-16,-129-11-52 15,98 30 9-15,2 8-28 16,6 4 5-16,12 5 1 16,11-2-27-16,0-4-27 15,22-6-14-15,16-8 7 0,9-6-14 16,4-5-2-16,1-5-11 16,-4 0-9-16,19-17-96 15,-15-2-187-15,-9-4-673 16</inkml:trace>
  <inkml:trace contextRef="#ctx0" brushRef="#br0" timeOffset="45339.66">11990 141 885 0,'0'0'283'0,"0"0"-19"16,0 0-45-16,0 0-70 16,0 0-23-16,0 0-38 15,-80-9-4-15,64 9-15 0,-4 0 11 16,-5 0-2-1,-2 8-7-15,-1 2-4 0,-1 2-12 16,-2 0 4-16,2 2-10 16,0 0-13-16,0 0-22 15,4 3-5-15,3 1-8 16,-1 1 9-16,6 3-9 16,1 6 0-16,5 1 0 15,5 0 0-15,4 0 10 16,2-5-10-16,0-4-1 15,0-4 1-15,2-4 5 16,4-3-5-16,1-2 6 16,-1 0-6-16,-1-4 1 15,2 1-1-15,-1-2 0 0,1-2-2 16,5 0-16-16,1 0 17 16,3 0 13-16,3 0 2 15,4 0 3-15,-1-4-12 16,0-1-5-16,0-2 0 15,1 2 8-15,2-2-8 16,-2 3-1-16,2 1 0 16,0 0 2-16,2 3-1 15,-1 0-1-15,3 0 0 16,-4 8-14-16,1 6 6 16,-1 4 8-16,-1 3 11 15,-1 0-11-15,-4 4 0 16,-2-2 1-16,-5 4-1 0,-4-2 1 15,-6 0 5 1,-2-2-6-16,0-2 2 0,-2-1 9 16,-10-3-11-16,-3 2 15 15,-3-3-6-15,-2 0 3 16,0-2 3-16,-5-4 10 16,1-2-4-16,-5-4-6 15,-5-4-6-15,-1 0-9 16,-5 0 6-16,-3 0-6 15,1 0-37-15,-10 0-127 16,13 3-297-16,3-3-602 0</inkml:trace>
  <inkml:trace contextRef="#ctx0" brushRef="#br0" timeOffset="46580.04">11907 2668 1154 0,'0'0'481'0,"0"0"-260"16,0 0-4-16,0 0-91 15,0 0-65-15,0 0-5 16,0 0-1-16,-102 0-9 0,84 3-8 16,-1 6 8-1,-6-2-25-15,0 3-9 0,-2 4-6 16,-2 4 0-16,2 0-6 15,6 2 0-15,3 0 10 16,9 0-10-16,5-2 0 16,4-1-4-16,0-4 4 15,0-3 0-15,10 0 0 16,6-4-6-16,4-2-3 16,7 0 9-16,6-2 22 15,7 0-7-15,3 0-9 16,3 3-6-16,-3 2 1 15,-3 5 3-15,-2 7-4 16,-7 2-1-16,0 8-9 0,-4 3 10 16,-3 5 15-16,-5 2-15 15,-8 3 9-15,-7 0-8 16,-4-2 7-16,-2-2 6 16,-17-2 37-16,0-6 13 15,-4-4 11-15,1-5-2 16,3-5-19-16,-2-3-14 15,-1-3-28-15,-5 1 5 16,-7-2-17-16,-1 0 20 16,-5-3 14-16,-1-4 11 15,6-2-3-15,1 0-26 16,8 0 2-16,6-2-16 16,6-11 1-16,6-1-3 0,1-6-15 15,7-1-59-15,0-9-48 16,0-3-50-16,36-21-133 15,-3 11-264-15,0 0-315 0</inkml:trace>
  <inkml:trace contextRef="#ctx0" brushRef="#br0" timeOffset="47007.64">12526 2493 689 0,'0'0'352'16,"0"0"-114"-16,0 0-77 15,0 0-26-15,0 0-26 16,0 0 87-16,0 0 81 16,-14-12-37-16,-2 12-87 15,0 0-63-15,-1 0-14 16,-5 0 0-16,-1 0-10 16,-4 3-27-16,-2 11-3 15,0 4-21-15,2 5-3 0,4 1-12 16,6 3 6-16,9 2-6 15,8-3-6-15,0 0-3 16,6-3-9-16,17-2-24 16,4-5-10-16,6-7-12 15,23-6-43-15,-10-3-205 16,-1 0-514-16</inkml:trace>
  <inkml:trace contextRef="#ctx0" brushRef="#br0" timeOffset="48298.22">12208 5482 517 0,'0'0'553'16,"0"0"-258"-16,0 0-13 15,0 0-88-15,0 0-55 16,0 0-10-16,0 0-53 15,-66-8-3-15,45 8-12 16,0 0-8-16,-4 10-17 16,0 2-14-16,-4 6 3 15,0 5 10-15,-4 4 2 16,0 4-22-16,4 1 16 0,2-2-21 16,6-2 10-16,11-6-19 15,5-5 6-15,5-3-7 16,0-3 0-16,0-3 0 15,11 0-1-15,3-3 0 16,1 0-19-16,5-3 20 16,3-2 9-16,1 0 15 15,5 0-23-15,2 0 9 16,2-7-1-16,4 2-8 16,3 1 5-16,-1 1-5 15,2 3 4-15,-1 0-5 16,0 0 0-16,-5 9-6 15,0 8 6-15,-7 10-18 16,-6 4 18-16,-1 1 12 0,-8 1-12 16,-2 4 8-16,-6-3-7 15,-3-5-1-15,-2 2 7 16,0-7-1-16,-11 0-5 16,-7-6 10-16,-5-2 8 15,-2-4 6-15,0-4 7 16,-4-3-20-16,-3-5 14 15,-6 0-17-15,-2 0 20 16,-5 0-7-16,-1 0-1 16,0-9 1-16,7 1-4 15,5-4-9-15,7-3-7 16,10-2 2-16,5-3-4 0,8-5-24 16,4 2-94-16,0-5-108 15,2 6-349-15,10 3-626 0</inkml:trace>
  <inkml:trace contextRef="#ctx0" brushRef="#br0" timeOffset="49311.93">12543 7899 975 0,'0'0'330'0,"0"0"-73"15,0 0 12-15,0 0-125 16,0 0-61-16,0 0-31 16,-127 17-12-16,104-2-2 15,4 7 6-15,-1 4-8 16,1 6-4-16,6 2-7 15,3-1-24-15,6-4 11 16,4-5-11-16,0-4 8 16,10-1-9-16,9-7-6 15,6 0 6-15,2-3 28 16,6 2-10-16,5 3-17 16,1-2 10-16,3 1-10 0,1 4-1 15,-4 1 0 1,-3 4 9-16,-3 4-9 0,-8 3-2 15,-5 6 2-15,-9 1 1 16,-2 2 11-16,-7-4-10 16,-2-2 23-16,0-3-13 15,0-6 3-15,0 0-2 16,-2-3 21-16,-9-3 30 16,-5-1 11-16,-4 1-10 15,-4-6-7-15,-3 0 5 16,-2-1-24-16,-5-5-6 15,-3-3-5-15,-2-2 1 16,-1 0-14-16,3 0 4 16,1-7 1-16,7-10-10 15,2-2 2-15,7-1-11 0,5-1 3 16,1 1-4-16,5 3 0 16,3 0-12-16,4 1-13 15,2-2-62-15,6-16-110 16,19 4-353-16,2 0-495 0</inkml:trace>
  <inkml:trace contextRef="#ctx0" brushRef="#br0" timeOffset="49830.35">13245 7471 818 0,'0'0'525'0,"0"0"-240"0,0 0 25 16,0 0-83-16,0 0-76 15,0 0-46-15,0 0-35 16,-60-10-19-16,40 10-14 15,-5 0-6-15,1 10 8 16,-1 7-24-16,6 1-5 16,0 5-8-16,6 5 8 15,4 5-9-15,9-3 0 16,0 0-1-16,2-2 0 16,21-6 0-16,3-7-14 15,8-4 14-15,3-9 11 16,6-2-11-16,-1 0-15 15,10-8-136-15,-14-2-334 0,-9 0-686 0</inkml:trace>
  <inkml:trace contextRef="#ctx0" brushRef="#br0" timeOffset="-194735.98">17126 882 1945 0,'0'0'540'15,"0"0"-271"-15,0 0-112 16,0 0-55-16,-7 114 44 16,7-23-33-16,7-3-19 15,-3 6-21-15,4-2-26 16,-2-18-10-16,1 9-36 15,3-13 16-15,0-10-17 16,3-10 0-16,-2-14-16 0,3-14-50 16,-4-10-71-1,4-12-39-15,-7-32 0 0,-3-12-374 16,-4-6-813-16</inkml:trace>
  <inkml:trace contextRef="#ctx0" brushRef="#br0" timeOffset="-194452.92">17015 1074 1510 0,'0'0'250'16,"0"0"-49"-16,9-119 77 15,26 67-92-15,13 7-48 16,9 6-30-16,1 16-5 16,-5 15-33-16,-3 8-37 15,-10 17 1-15,-9 18-10 16,-13 13 30-16,-12 6 1 0,-6 0 9 15,-10-2-4-15,-22-3-4 16,-6-7-20-16,-2-8-15 16,2-8-7-16,7-8-13 15,9-9 7-15,8-6-8 16,9-3-33-16,5 0-49 16,0-16-62-16,34-17-95 15,4 6-558-15,0-2-339 0</inkml:trace>
  <inkml:trace contextRef="#ctx0" brushRef="#br0" timeOffset="-194189.3">17977 722 1162 0,'0'0'1032'16,"0"0"-817"-16,0 0 27 15,0 0-78-15,-126 94-55 16,107-38-5-16,6 7-22 16,7 4 5-16,6-3-33 15,0-6-24-15,13-5-23 16,14-11-7-16,4-12-6 16,4-8-3-16,2-12-48 15,5-7-36-15,29-3-66 0,-9-17-392 16,-8-3-584-16</inkml:trace>
  <inkml:trace contextRef="#ctx0" brushRef="#br0" timeOffset="-193776.44">18604 814 1876 0,'0'0'388'16,"0"0"-118"-16,0 0-77 16,-131 0-54-16,106 14-69 15,7 6-17-15,14 2-16 16,4 2-9-16,0 3-11 0,27-1-7 16,6-1 10-16,5-1-19 15,2 5 18-15,-2-3-17 16,-5 4-1-16,-6-2 5 15,-4-1-5-15,-10-3 1 16,-9-1 4-16,-4-5 3 16,-2 0 16-16,-23-4 56 15,-4-4 3-15,-6-1-14 16,1-4-17-16,1-5-31 16,6 0-10-16,2 0-6 15,8 0-6-15,1-2-16 16,5-1-23-16,5 0-44 15,6 1-26-15,0-2-48 0,37-6-108 16,3 0-582 0,5-2-741-16</inkml:trace>
  <inkml:trace contextRef="#ctx0" brushRef="#br0" timeOffset="-193511.77">19107 778 907 0,'0'0'1240'0,"0"0"-910"0,0 0-95 16,0 0-63 0,0 0 28-16,-26 112-65 0,21-58-20 15,-1-2-36-15,4-4-41 16,2-4-25-16,0-5-12 15,0-9-1-15,0-7-66 16,6-4-51-16,25-13-64 16,-2-6-103-16,0 0-666 0</inkml:trace>
  <inkml:trace contextRef="#ctx0" brushRef="#br0" timeOffset="-193122.98">19612 836 2114 0,'0'0'345'15,"0"0"-126"-15,0 0-55 16,0 0-105-16,0 0-29 16,0 0 12-16,29 136 3 15,-21-90-22-15,0 0-15 16,-4-8-3-16,-2-5-5 15,-2-8 0-15,0-5-32 16,-2-3-15-16,-16-5-38 16,-5-2-6-16,-1-3 10 15,2 2 35-15,-1-3 31 16,5-2 15-16,7-2 1 16,5-2-1-16,4 0 46 0,2 0 4 15,0 0 12-15,15 0-45 16,14 0 48-16,6-2-14 15,6-8-21-15,3 1-18 16,-1-4-10-16,-1 3-2 16,0-4-32-16,3-7-163 15,-9 6-451-15,-9-3-600 0</inkml:trace>
  <inkml:trace contextRef="#ctx0" brushRef="#br0" timeOffset="-192925.85">19487 856 221 0,'0'0'1466'16,"0"0"-972"-16,0 0-241 16,0 0-63-16,0 0-72 15,0 0-62-15,156-8-38 16,-85 2-18-16,-13 2-91 15,-11 0-699-15</inkml:trace>
  <inkml:trace contextRef="#ctx0" brushRef="#br0" timeOffset="-192681.24">20149 621 1371 0,'0'0'322'15,"0"0"48"-15,0 0-85 16,62 119-78-16,-55-66-46 16,-7 5-56-16,0-3-54 15,0-5-33-15,0-5-18 16,0-4-90-16,4-10-182 15,8-12-542-15</inkml:trace>
  <inkml:trace contextRef="#ctx0" brushRef="#br0" timeOffset="-192437.81">20554 860 1657 0,'0'0'566'0,"0"0"-379"16,0 0-19-16,0 0-88 16,0 0-51-16,135-41-14 0,-100 36-15 15,-1 5-61-15,-12 0-434 16,-11 0-473-16</inkml:trace>
  <inkml:trace contextRef="#ctx0" brushRef="#br0" timeOffset="-192319.05">20691 1013 1476 0,'0'0'290'16,"0"0"-39"-16,0 0-56 15,0 0-173-15,133 0-22 16,-95 0-657-16</inkml:trace>
  <inkml:trace contextRef="#ctx0" brushRef="#br0" timeOffset="-173544.97">18631 1798 861 0,'0'0'376'16,"0"0"-105"-16,0 0 14 15,0 0-37-15,0 0-51 0,0 0-41 16,-6-2-14-16,6 2-38 15,0 0-28-15,-4 0-23 16,4 0-6-16,0 0-5 16,-2 0-15-16,2 0 7 15,0 0-20-15,0 0 8 16,0 6-10-16,0 6-3 16,0 9-8-16,0 13 32 15,0 11 7-15,6 12-10 16,-6 3 3-16,2 4-21 15,-2-4 6-15,0-3-12 16,0-8 3-16,0-5-8 16,0-7-1-16,0-7 0 0,0-8 1 15,0-10 8-15,0-4-8 16,0-6-1-16,0-2 1 16,0 0 9-16,0-2-10 15,0-16-57-15,0-8-37 16,4-8-75-16,-2-31-161 15,0 11-302-15,1 4-347 0</inkml:trace>
  <inkml:trace contextRef="#ctx0" brushRef="#br0" timeOffset="-173155.01">18602 1851 985 0,'0'0'288'0,"0"0"-65"16,0 0 19-16,0 0-42 15,0 0-22-15,0 0-7 0,0 0-32 16,-4-67-56-16,-4 67-31 16,-3 14-4-16,-4 11 4 15,-5 4 12-15,-5 5 2 16,3 3-14-16,4-7-11 16,5-7 0-16,4-6-15 15,7-11-13-15,2-6-4 16,0 0-8-16,13-18 17 15,14-14-4-15,6-8-5 16,0-2-9-16,2 1 2 0,-10 11-2 16,-4 11 1-16,-7 8-1 15,-6 8 0-15,-3 3 0 16,-3 0-7-16,2 1 7 16,-2 15-5-16,0 2 5 15,-2 7 8-15,3-1-7 16,0 0-1-16,3 0-21 15,3-2-117-15,9 12-355 16,-1-6-38-16,-3 0-800 0</inkml:trace>
  <inkml:trace contextRef="#ctx0" brushRef="#br0" timeOffset="-172674.23">18698 2799 1164 0,'0'0'734'0,"0"0"-463"0,0 0-10 16,0 0-40 0,0 0-81-16,0 0-54 0,-123-15-28 15,98 15-16-15,-1 12-15 16,-1 15-5-16,7 9-16 15,2 5 8-15,9 3-12 16,9-4-1-16,0-4 8 16,5-6-9-16,19-8 0 15,5-7 1-15,7-12 7 16,-1-3-7-16,1 0 7 16,-3-2-7-16,-4-12-1 15,-4-3 0-15,-2-1-57 16,-6-1-25-16,10-13-102 15,-5 6-335-15,-1-1-609 0</inkml:trace>
  <inkml:trace contextRef="#ctx0" brushRef="#br0" timeOffset="-171361.79">18878 2875 1300 0,'0'0'375'0,"0"0"-229"16,0 0-61-16,0 0 61 16,7 114 10-16,11-80-42 0,1-5-27 15,4-9-33-15,2-8-26 16,-1-9-9-16,-2-3-1 15,-2 0-6-15,1-23 7 16,-8-3-10-16,-7-8-8 16,-4 0 12-16,-2-2-12 15,0 5 15-15,0 7-16 16,-4 10 24-16,4 11 9 16,0 3-26-16,0 6-7 15,14 17 0-15,9 9 2 16,-2 1-1-16,4 0 6 15,0-6-7-15,-5-5 6 16,-5-5-6-16,-4-10 0 0,-8-7 0 16,-3 0 0-1,0-5 0-15,0-14-4 0,-8-12-28 16,-4-1 19-16,0-4 13 16,3 2 0-16,5 4 1 15,4 10 5-15,0 7-4 16,0 6 5-16,4 7-5 15,8 0 7-15,3 0 4 16,-1 0 4-16,-1 4-16 16,-2 2 0-16,-2-4-1 15,0 0 0-15,2-2-114 16,0 0-397-16,-4 0-521 0</inkml:trace>
  <inkml:trace contextRef="#ctx0" brushRef="#br0" timeOffset="-171057.65">19119 2619 1365 0,'0'0'286'15,"0"0"-31"-15,0 0 16 16,0 0-172-16,0 0-38 16,0 0 154-16,65 119-8 0,-47-61-59 15,-3 3-45-15,-6-6-55 16,2-9-27-16,-2-15-20 16,2-6-1-16,1-9-27 15,1-12-73-15,11-4-79 16,1-18-347-16,-6-9-608 0</inkml:trace>
  <inkml:trace contextRef="#ctx0" brushRef="#br0" timeOffset="-170685.05">19460 2839 1273 0,'0'0'534'16,"0"0"-300"-16,0 0 87 15,14 131-89-15,-5-89-107 0,1 1-58 16,4-10-37-1,-1-8-7-15,0-4-23 0,-1-9 0 16,-3-6-29-16,-5-6-47 16,-2 0-1-16,-2-18-45 15,0-10-49-15,0-6 85 16,-4-3 74-16,-1-1 12 16,5 0 42-16,0 6 26 15,0 3-24-15,19 6-16 16,4 10 19-16,4 6-13 15,0 7-3-15,-2 2 31 16,-5 20 16-16,-7 2-15 16,-6 4-8-16,-7-1-18 15,0 0-13-15,-13-3-8 0,-10-3-8 16,-4-8-2-16,2-6 3 16,4-7-9-16,3 0-48 15,5-12-56-15,13-27-78 16,0 3-304-16,11 3-500 0</inkml:trace>
  <inkml:trace contextRef="#ctx0" brushRef="#br0" timeOffset="-170346.6">19859 2784 864 0,'0'0'1034'16,"0"0"-742"-16,0 0-36 0,0 0-112 15,-78 123-63-15,78-92-37 16,13-6-21-16,16-8-11 16,9-9 4-16,1-8-11 15,-4 0-5-15,-4-16-16 16,-6-7-10-16,-12-3-4 16,-7 3 30-16,-6 2 0 15,0 5 30-15,0 7 91 16,-2 6 42-16,0 3-30 15,0 0-74-15,2 0-53 16,0 0-6-16,0 8-9 16,0 2 9-16,4-2-6 15,7-6 0-15,3-2-57 0,4 0-49 16,2-40-110 0,-2 2-482-16,-7 0-448 0</inkml:trace>
  <inkml:trace contextRef="#ctx0" brushRef="#br0" timeOffset="-170008.75">20039 2564 1631 0,'0'0'625'16,"0"0"-471"-16,0 0-81 16,0 0 129-16,29 107-26 15,-8-55-98-15,0 0-32 16,0-6-13-16,-3-8-10 16,-5-9-23-16,-1-12 0 15,-6-8-7-15,-4-9-40 0,-2 0 19 16,0-21 7-16,0-9-6 15,5-2 6 1,3-3 21-16,8 8-2 0,4 3 2 16,5 12 2-16,-1 8 7 15,3 4-8-15,0 9 7 16,-8 16 4-16,-5 8-2 16,-9 1 20-16,-5-1-12 15,0-1 6-15,-9-4-3 16,-11-5-4-16,-3-7-3 15,4-6-3-15,-2-8-1 16,8-2-10-16,4 0-18 16,9-26-71-16,0-5-201 15,0-3-578-15</inkml:trace>
  <inkml:trace contextRef="#ctx0" brushRef="#br0" timeOffset="-169648.93">20486 2382 1162 0,'0'0'1151'16,"0"0"-847"-16,0 0-222 15,0 0 40-15,39 131 20 16,-16-68-76-16,0 2-32 16,-4-9-4-16,1-8-21 15,1-12-8-15,-2-14-1 16,6-15-11-16,2-7-5 15,8-11-17-15,3-19-22 0,0-4 31 16,-11 4 6-16,-9 5-9 16,-14 12 10-16,-4 9 17 15,-2 4 11-15,-18 4 19 16,0 21-12-16,2 8 5 16,7 6-7-16,9 4-2 15,2-8-13-15,13-2 0 16,18-13 6-16,4-12-7 15,2-8-4-15,-2 0-25 16,5-30-55-16,-9-1-180 16,-8 2-579-16</inkml:trace>
  <inkml:trace contextRef="#ctx0" brushRef="#br0" timeOffset="-169160.09">20174 1398 1650 0,'0'0'553'15,"0"0"-460"-15,0 0 13 0,0 0 73 16,11 157-34 0,-3-96-39-16,2-4-36 0,3-10-30 15,0-9-39-15,3-9 7 16,-1-10-8-16,-3-6-59 15,-12-13-158-15,0 0-310 16,0 0-258-16</inkml:trace>
  <inkml:trace contextRef="#ctx0" brushRef="#br0" timeOffset="-168951.87">20160 1729 1564 0,'0'0'365'16,"0"0"-4"-16,0 0-101 15,69 120-101-15,-40-85-63 16,-2-2-57-16,-3-9-24 16,-5-6-8-16,-7-8-1 15,-1-10 0-15,1 0 2 0,3-10 5 16,1-14-7-16,5-6-6 16,0-4-5-16,22-16-123 15,-7 6-238-15,-3 10-879 0</inkml:trace>
  <inkml:trace contextRef="#ctx0" brushRef="#br0" timeOffset="-168708.91">20829 1835 1800 0,'0'0'471'0,"0"0"-378"16,0 0 103-16,0 0 10 15,22 144-110-15,-7-94-56 16,3-8-30-16,1-7-10 16,10-15-28-16,-8-11-153 15,0-9-410-15</inkml:trace>
  <inkml:trace contextRef="#ctx0" brushRef="#br0" timeOffset="-168409.84">21018 1893 477 0,'0'0'1284'16,"0"0"-979"-16,0 0 70 16,18 109-135-16,-9-80-78 15,2-5-92-15,-2-8-44 16,-5-7-14-16,1-9-11 15,-5 0 6-15,0-15-7 16,0-16-13-16,0-8-22 16,0 0 22-16,2 6 13 15,2 8 0-15,4 13 11 16,0 12 1-16,7 0-2 16,4 12 13-16,3 17 19 15,-2 3 10-15,0 2-9 0,-4-2-20 16,-1-6-23-16,3-6 0 15,11-18-64-15,-5-2-139 16,-3 0-506-16</inkml:trace>
  <inkml:trace contextRef="#ctx0" brushRef="#br0" timeOffset="-168206.84">21326 1927 1679 0,'0'0'329'0,"0"0"-68"16,0 0 28-16,0 107-131 15,13-81-69-15,5-6-50 16,0-13-24-16,0-7 8 0,-1 0-6 16,-1-18 1-16,-7-8-6 15,-5-3-10 1,-4 0-2-16,0 0-51 0,0 3-27 16,-4-15-108-16,2 8-347 15,2 3-997-15</inkml:trace>
  <inkml:trace contextRef="#ctx0" brushRef="#br0" timeOffset="-168025.8">21591 1879 1670 0,'0'0'400'0,"0"0"-120"16,0 0-5-16,-40 102-126 0,40-69-80 15,0 2-38-15,18-7-23 16,4-4-8-16,7-12-11 15,0-7-68-15,16-8-136 16,-10-17-404-16,-3-4-651 0</inkml:trace>
  <inkml:trace contextRef="#ctx0" brushRef="#br0" timeOffset="-167524.2">21790 1983 814 0,'0'0'991'0,"0"0"-745"15,0 0-88-15,0 0 18 16,0 0-98-16,42-123-52 15,-31 105-6-15,-6 7-5 16,-5 6 33-16,0 5 55 16,-16 0-6-16,-9 19-48 15,-1 5 9-15,4 8-15 0,8 2-22 16,9 0-12-16,5-1-3 16,2-6-6-16,21-5-1 15,6-8 1-15,4-12 2 16,3-2-2-16,-1-18-66 15,0-17-70-15,-12-3 2 16,-4-3 25-16,-13 2 59 16,-6 10 50-16,0 7 28 15,0 10 122-15,0 10 20 16,0 2-73-16,0 7-88 16,16 19-9-16,6 11 14 15,7 3 2-15,-2 4-2 16,-3-6 1-16,-3-8-8 15,-8-8 5-15,-7-14-12 0,-6-8 1 16,0-6 22-16,0-25-23 16,-8-8-9-16,-3-7 8 15,1-1 1-15,6 7 0 16,4 8 13-16,0 13-12 16,2 9 10-16,16 10-11 15,3 0 9-15,-2 20 3 16,1 2 4-16,-4 4-5 15,-3-2-6-15,-2-4-5 16,10-6-12-16,-6-6-136 16,-1-8-697-16</inkml:trace>
  <inkml:trace contextRef="#ctx0" brushRef="#br0" timeOffset="-167161.68">22347 1496 2138 0,'0'0'582'16,"0"0"-481"-16,0 0-63 15,0 0 102-15,4 154-26 16,18-78-51-16,8 0 0 16,1-7-11-16,6-15-40 15,2-18 2-15,-1-18-13 0,-3-18 5 16,-2-3 4-16,-6-29-10 15,-6-7-12-15,-10-6-25 16,-11 6 4-16,0 9 0 16,0 12 15-16,-9 11 17 15,-7 7-5-15,1 12-3 16,-1 19 0-16,7 7 9 16,9 1-1-16,0-4 0 15,9-9-8-15,20-10 3 16,6-16 6-16,12 0 0 15,22-40-38-15,-9 0-144 16,-10 2-503-16</inkml:trace>
  <inkml:trace contextRef="#ctx0" brushRef="#br0" timeOffset="-84414.4">17284 5008 1969 0,'0'0'666'16,"0"0"-484"-16,0 0 61 15,0 0-151-15,-19 151 35 16,19-14 20-16,0 15-38 16,0-19-28-16,0-37-28 15,0-40-11-15,4-10-36 16,2 0 15-16,1 3-20 16,2-2-2-16,-4-13-5 15,-1-10-27-15,0-11-55 16,1-8-64-16,-1-5 0 15,3-16-27-15,-2-14-150 0,-3-4-728 16</inkml:trace>
  <inkml:trace contextRef="#ctx0" brushRef="#br0" timeOffset="-84086.06">17175 5063 1587 0,'0'0'380'0,"0"0"-34"16,0 0-17-16,142-88-136 15,-72 72-45-15,1 10-32 0,-9 6-27 16,-10 9-49-16,-12 28-5 16,-15 10-1-16,-12 8 5 15,-13 7 25-15,0 0-20 16,-20-3 41-16,-18-7-49 15,-7-8 15-15,-6-8-19 16,0-10-2-16,2-12-20 16,7-8 1-16,8-6-4 15,8 0-7-15,10-9-21 16,7-3-85-16,9-3-13 16,4-5-77-16,19 2-72 15,6-2-736-15</inkml:trace>
  <inkml:trace contextRef="#ctx0" brushRef="#br0" timeOffset="-83260.12">18178 4865 1949 0,'0'0'548'16,"0"0"-272"-16,0 0-91 16,0 0-93-16,0 0-62 15,0 0 14-15,-93 140 46 0,60-28-11 16,6-4 35-16,11-8-62 15,13-13 14-15,3-23-40 16,17 5 7-16,14-1-11 16,4-13 10-16,5-11-11 15,-2-11 0-15,-4-11 15 16,-5-8-23-16,-10-6 29 16,-7-4-42-16,-5-1 27 15,-3-3 7-15,-2 0 26 16,0 0-21-16,3-3-19 15,1-8-20-15,2 2-9 16,-2-1-59-16,3 4-109 16,7-1-61-16,-1 2-128 0,-3-2-987 0</inkml:trace>
  <inkml:trace contextRef="#ctx0" brushRef="#br0" timeOffset="-81855.99">18667 4877 1832 0,'0'0'508'0,"0"0"-370"15,0 0 75 1,-117 4-124-16,91 15-47 0,3 6-22 16,12 0-13-16,5 0-1 15,6-1-4-15,0-3-4 16,6-4 7-16,15 1-6 15,1-2 2-15,6 2 10 16,3 0-11-16,4 4 6 16,-4 4-5-16,-4 3-1 15,-6 0 0-15,-2 5 9 16,-11 1 15-16,-6-1-8 16,-2-4 79-16,0-4-15 15,-17-3 12-15,-5-4-13 16,-1-3-1-16,-4-5-9 15,6-6-26-15,0-5 7 0,3 0-50 16,3-5 24 0,5-15-24-16,4-6-57 0,6 3-69 15,0-1-46-15,12-12-81 16,9 3-476-16,4 3-780 0</inkml:trace>
  <inkml:trace contextRef="#ctx0" brushRef="#br0" timeOffset="-81569.03">18999 4656 1624 0,'0'0'317'0,"0"0"-150"16,0 0 164-16,0 0-214 15,0 0-38-15,0 0 3 16,0 0 2-16,-110 135-15 16,110-102-28-16,0-2-11 15,2-7-15-15,17-3-3 16,3-7-3-16,5-1-12 16,1-8 3-16,6 2-22 15,10-4-113-15,-6 0-126 16,-5-3-425-16</inkml:trace>
  <inkml:trace contextRef="#ctx0" brushRef="#br0" timeOffset="-81096.8">19531 5346 2125 0,'0'0'510'0,"0"0"-357"16,0 0 3-16,0 0-113 15,0 0-37-15,0 0-4 16,0 0 5-16,-26 84 2 15,12-61 2-15,1 3-1 16,1-6-8-16,4-6-4 0,1-7-1 16,5-5-33-1,2-2-21-15,0 0 14 0,0-4-82 16,0-18-164-16,9 5-283 16,-1-2-986-16</inkml:trace>
  <inkml:trace contextRef="#ctx0" brushRef="#br0" timeOffset="-80609.92">19551 4834 1480 0,'0'0'580'0,"0"0"-279"15,0 0 29-15,0 0-164 16,0 0-105-16,0 0-37 16,0 0 127-16,-6 123-51 15,4-53 2-15,-10 7 3 0,-3 6-14 16,-1-3-38-16,3-5-23 16,2-8-14-16,1-9-15 15,4-11-1-15,2-11 15 16,-1-10-17-16,3-10 4 15,2-8-4-15,0-4 1 16,0-4-5-16,0 0-18 16,0-5-38-16,2-11-77 15,16-3-96-15,13-4-36 16,-4 4-370-16,-5 1-252 0</inkml:trace>
  <inkml:trace contextRef="#ctx0" brushRef="#br0" timeOffset="-80166.14">19896 5029 1996 0,'0'0'265'0,"0"0"-7"16,0 0-68-16,0 0-125 15,0 0-12-15,0 0 16 16,52 138-24-16,-45-85-3 0,-5-2-36 16,-2-5 24-16,0-5-30 15,0-11 9-15,-7-9-8 16,-4-4-2-16,-5-5 1 16,-1-4-25-16,-1-1-16 15,1 0-23-15,1 0 37 16,0 0 0-16,0-2 26 15,6 2 2-15,-2-1 6 16,7 1-7-16,3-4 0 16,2 1 0-16,0 1 0 15,16-2 66-15,10-3-26 16,9 0 28-16,4-1-42 16,3-13 1-16,1-3-25 15,-3 2 6-15,-4 1-8 16,-7 3-43-16,-2 3-55 0,-3-5-85 15,-7 1-284-15,-3 1-136 16</inkml:trace>
  <inkml:trace contextRef="#ctx0" brushRef="#br0" timeOffset="-79940.27">19813 5023 1577 0,'0'0'495'0,"0"0"-341"16,0 0 119-16,0 0-132 0,129-58-91 16,-78 43-30-16,0 6-12 15,15 0-8-15,-12 7-277 16,-13-3-826-16</inkml:trace>
  <inkml:trace contextRef="#ctx0" brushRef="#br0" timeOffset="-79646.6">20546 4680 1515 0,'0'0'343'16,"0"0"143"-16,71 151-163 16,-46-71-58-16,-7 6-87 15,-7-4-40-15,-9-8-85 16,-2-7-22-16,0-12-31 15,-9-5-19-15,-11-1-65 16,-20 13-103-16,4-12-364 16,-2-8-1205-16</inkml:trace>
  <inkml:trace contextRef="#ctx0" brushRef="#br0" timeOffset="-78641.47">17483 8785 892 0,'0'0'493'15,"0"0"-201"-15,0 0 66 16,0 0-80-16,0 0-81 16,0 0 26-16,0 0-9 15,11 150-47-15,3-70-39 16,-2 9 0-16,2 1-50 16,-3-2 15-16,2-5-75 15,1-13 5-15,-1-15-22 16,1-8-2-16,-1-13-23 15,-1-12-59-15,-2-12-56 16,-1-10-23-16,3-18 8 0,-4-16-441 16,-5-9-753-16</inkml:trace>
  <inkml:trace contextRef="#ctx0" brushRef="#br0" timeOffset="-78378.83">17539 8726 1605 0,'0'0'278'0,"0"0"-116"16,145-77 306-16,-76 64-324 16,-3 13-4-16,-12 28-69 15,-14 27-25-15,-20 17 18 0,-18 11 20 16,-2-4-6-16,-24-5-36 15,-16-9 18-15,-7-12-53 16,-2-7-7-16,4-11-45 16,-9-14-76-16,17-10-187 15,6-11-668-15</inkml:trace>
  <inkml:trace contextRef="#ctx0" brushRef="#br0" timeOffset="-76743">18366 8777 538 0,'0'0'1356'0,"0"0"-1170"15,-69 155 132-15,40-70-62 16,4 6-107-16,12-8-46 15,10-6-58-15,3-11-23 16,18-14-13-16,15-13-9 16,10-14-41-16,4-10-42 15,29-15-65-15,-14-7-425 16,-4-16-772-16</inkml:trace>
  <inkml:trace contextRef="#ctx0" brushRef="#br0" timeOffset="-76396.64">18812 8879 1058 0,'0'0'897'16,"0"0"-790"-16,0 0 228 16,0 0-215-16,0 0-24 15,-104 111-53-15,104-79-18 16,23-1-23-16,2-1 14 15,4 2 17-15,-2 1-5 16,0 1 23-16,-6-2-29 0,-5 1 20 16,-5-6-6-16,-11-1 7 15,0-4 14-15,-7-5 18 16,-19-3-18-16,-6-7-11 16,-3 0-14-16,-3-7-31 15,7 0 20-15,4 0-20 16,9-7-2-16,9-2-44 15,9 2-41-15,0 3-96 16,42-2-175-16,1 2-312 16,1-4-1148-16</inkml:trace>
  <inkml:trace contextRef="#ctx0" brushRef="#br0" timeOffset="-75857.13">19416 8851 1737 0,'0'0'309'15,"0"0"-197"-15,0 0 199 16,0 0-173-16,0 0-114 16,0 0 53-16,0 0 58 15,4 26 19-15,5-8-15 16,-5 0-31-16,3-1-20 15,-2 0-24-15,-1 1-17 16,-2 2-29-16,3 5 21 0,-5 1-39 16,0-1 21-16,0 1-9 15,2-3 7-15,0-7-18 16,0-6 5-16,0-6-4 16,-2-4-1-16,0 0 33 15,0-4 2-15,-2-18 30 16,-11-10-57-16,-3-11 11 15,-3-6-7-15,0-6 7 16,3 3-14-16,6 6 7 16,1 11 10-16,7 14-7 15,0 10 50-15,2 11-52 16,0 7-14-16,4 30-4 16,13 14 4-16,-1 16 12 15,-1 14 9-15,-1 5-7 0,-7 1 1 16,-3-9-3-16,-4-8-2 15,2-16-5-15,-2-14-4 16,2-15-2-16,1-16-20 16,2-9-21-16,-1-5-27 15,5-20-111-15,4-13-66 16,-1 7-55-16,-4 0-587 0</inkml:trace>
  <inkml:trace contextRef="#ctx0" brushRef="#br0" timeOffset="-75391.83">20087 8793 2199 0,'0'0'519'15,"0"0"-428"-15,0 0 30 16,0 0 13-16,56 102-42 15,-37-50-22-15,-1 7-11 16,-5-4-12-16,-3-1-21 16,-6-7-17-16,-2-11-9 15,-2-8 12-15,0-7-24 16,0-10 12-16,-4-3-20 16,-10-4-15-16,-3 0 12 15,-6-2-4-15,-1 0 13 0,-1 1 13 16,2-2 2-1,4 1-4-15,3-2 16 0,5 2-13 16,5-2 0-16,1 2 0 16,5 0-2-16,0 1 2 15,0 0-3-15,13-1 3 16,14-2 21-16,9 0-5 16,11 0 30-16,3-14-46 15,4-4 2-15,-2 1-2 16,-8 0-15-16,-7 5-40 15,-10 2-41-15,-4 0-23 16,-7-1-75-16,-5-14-171 16,-3 1-247-16,-3-5-455 0</inkml:trace>
  <inkml:trace contextRef="#ctx0" brushRef="#br0" timeOffset="-75173.03">20008 8855 1228 0,'0'0'293'0,"0"0"186"16,0 0-145-16,0 0-46 15,0 0-51-15,0 0-152 16,0 0-7-16,25-53-15 16,24 50-5-16,6-3-35 15,3-2-5-15,-2 2-17 16,-4 4-1-16,-2 2-88 0,-9 0-380 15,-12 4-845-15</inkml:trace>
  <inkml:trace contextRef="#ctx0" brushRef="#br0" timeOffset="-74916.19">20764 8497 1776 0,'0'0'259'16,"0"0"-55"-16,0 0 128 15,71 138-73-15,-51-61-87 0,-7 12-4 16,-7-1-36 0,-6-18-52-16,0 3-44 0,-14-15-28 15,-1-8-8-15,-1-8-36 16,-2-4-46-16,-22 6-86 15,4-8-195-15,-2-8-1232 0</inkml:trace>
  <inkml:trace contextRef="#ctx0" brushRef="#br0" timeOffset="-74123.95">17755 12492 1557 0,'0'0'512'0,"0"0"-309"16,0 0 336-16,0 0-297 16,0 0-110-16,0 0-98 15,0 0 93-15,56 173 1 16,-27-75 4-16,-10-6-44 0,-3-20-23 16,-1 7-38-16,6 4-17 15,-5-13-10-15,-1-4 0 16,-1-15 0-16,-6-11-89 15,1-10-31-15,-5-18-55 16,-1-12 9-16,-3 0 38 16,0-24-89-16,-24-31-374 15,-8 5-9-15,-2 0-291 0</inkml:trace>
  <inkml:trace contextRef="#ctx0" brushRef="#br0" timeOffset="-73868.24">17734 12649 1521 0,'0'0'288'0,"0"0"-133"0,139-141 154 16,-66 88-169-16,8 12-18 15,-6 22 9-15,-5 19-58 16,-17 7-25-16,-13 35-2 16,-18 15 81-16,-14 8-70 15,-8 2 9-15,-14-3-18 16,-18-8 6-16,-3-5-15 15,-3-13-15-15,5-8-11 16,6-11-7-16,7-10-6 16,7-8-64-16,3-1-4 15,10-13-87-15,8-11-128 0,13-3-708 16</inkml:trace>
  <inkml:trace contextRef="#ctx0" brushRef="#br0" timeOffset="-73590.1">18831 12308 1716 0,'0'0'280'0,"0"0"-2"16,-42 135 82-16,20-60-133 15,4 8-92-15,2-4 1 16,12-10-73-16,4-9-8 0,0-11-37 16,15-11-12-16,10-12-4 15,6-7-4-15,4-6-7 16,6-8-40-16,26-5-74 16,-11 0-133-16,-5-1-478 0</inkml:trace>
  <inkml:trace contextRef="#ctx0" brushRef="#br0" timeOffset="-73132.64">19471 12279 1706 0,'0'0'398'16,"0"0"-188"-16,0 0 67 16,-113 37-141-16,92-7-59 15,11 2-20-15,10 2-15 16,0 0-33-16,15 3-2 15,9-4-7-15,5 3 8 0,3 1 18 16,-1-1-25 0,-2 2 9-16,-2-1-9 0,-5 1 9 15,-7-4-10-15,-8-5 0 16,-7-5 16-16,0-2 31 16,-13-4 51-16,-12-4-45 15,-2-3 20-15,-2-4-35 16,2-3-6-16,6-4-24 15,0 0 2-15,9 0-10 16,-2-4-24-16,7-7-41 16,3-8-88-16,4 2-71 15,0-1-557-15</inkml:trace>
  <inkml:trace contextRef="#ctx0" brushRef="#br0" timeOffset="-72720.86">19904 11985 1279 0,'0'0'331'0,"0"0"-23"0,0 0 76 16,0 0-209-16,0 0-76 15,0 0-45-15,0 0 55 16,-139 26-20-16,110 9 19 15,7 2-14-15,7 3-10 16,8 0-41-16,7-2-29 16,0-4-14-16,20-7 3 15,6-7-9-15,8-9 6 16,4-4-30-16,17-7-96 16,-7 0-176-16,-9-2-594 0</inkml:trace>
  <inkml:trace contextRef="#ctx0" brushRef="#br0" timeOffset="-72314.58">20415 11947 1974 0,'0'0'525'0,"0"0"-302"16,0 0-1-16,0 0-154 15,0 0 59-15,39 101-22 16,-23-21 7-16,-3 30-15 15,-8 28-10-15,-5-8-7 16,0-21-10-16,0-37-7 16,0-21-34-16,-5 0 2 15,1 2-19-15,2-5-13 16,2-16 1-16,0-15-12 16,0-8-74-16,0-9-8 15,6 0-16-15,21-23-71 16,0 2-78-16,-3-5-531 0</inkml:trace>
  <inkml:trace contextRef="#ctx0" brushRef="#br0" timeOffset="-71810.9">21014 12097 1685 0,'0'0'378'0,"0"0"-61"16,0 0-39-16,0 0-176 16,0 0-59-16,0 0 51 15,29 111-36-15,-13-57 5 16,-1 4-12-16,-1-2-12 15,-1-3-32-15,-3-6 1 16,-2-7-8-16,-4-6 0 16,-2-5-8-16,-2-5-53 15,0-5 0-15,0 0-68 16,-8-5-75-16,-6-1-120 16,1-1 4-16,-3-5-183 15,-2-1 105-15,-2 1 295 16,0-2 103-16,0 2 263 15,0-2-25-15,7 1-35 0,3-3-13 16,8 0-41-16,2-1-28 16,0 0 75-16,18 0 3 15,9-2-91-15,9 0-26 16,4 0-57-16,5-6 9 16,1-6-34-16,1 0 0 15,-7-2-16-15,2-9-160 16,-13 4-392-16,-9 1-340 0</inkml:trace>
  <inkml:trace contextRef="#ctx0" brushRef="#br0" timeOffset="-71586.56">20953 12162 1746 0,'0'0'591'0,"0"0"-302"16,0 0-57-16,0 0-146 15,0 0-85-15,132-26 20 16,-77 21-20-16,1 3-1 16,14 2-118-16,-17 0-401 15,-8-1-814-15</inkml:trace>
  <inkml:trace contextRef="#ctx0" brushRef="#br0" timeOffset="-71270.11">21538 11879 1500 0,'0'0'560'0,"0"0"-269"16,0 0-101-16,0 0-67 15,0 0-7-15,90 106 29 0,-49-40-29 16,-7 12 9 0,-10 11-5-16,-11 3-32 0,-8 0-5 15,-5-5-68-15,0-12 11 16,-5-8-26-16,-8-11-17 15,-1-8-64-15,-1-10-35 16,-12-12-84-16,3-11-300 16,3-15-1027-16</inkml:trace>
  <inkml:trace contextRef="#ctx0" brushRef="#br0" timeOffset="-70541.97">22186 12214 1735 0,'0'0'473'0,"0"0"-378"16,0 0 56-1,0 0-40-15,0 0-44 0,125-18-23 16,-92 11-29-16,9 2-15 15,-5-2-88-15,-13 3-608 0</inkml:trace>
  <inkml:trace contextRef="#ctx0" brushRef="#br0" timeOffset="-70407.34">22249 12443 80 0,'0'0'1813'0,"0"0"-1565"15,0 0-160-15,118-39-88 0,-58 20-32 16,-6 5-563-16</inkml:trace>
  <inkml:trace contextRef="#ctx0" brushRef="#br0" timeOffset="-69707.68">21447 8965 2022 0,'0'0'349'15,"0"0"-195"-15,0 0-111 16,0 0-17-16,0 0-26 16,153-46-42-16,-119 45-450 15,-15 1-741-15</inkml:trace>
  <inkml:trace contextRef="#ctx0" brushRef="#br0" timeOffset="-69559.23">21482 9119 1986 0,'0'0'521'0,"0"0"-459"0,0 0-11 15,0 0-51-15,167-51-12 16,-100 31-365-16,-12 4-390 0</inkml:trace>
  <inkml:trace contextRef="#ctx0" brushRef="#br0" timeOffset="-68950.1">21275 5238 1883 0,'0'0'398'15,"0"0"-260"-15,0 0-43 16,0 0-49-16,127-51-36 16,-88 41-10-16,2 4-35 15,-12 2-260-15,-12 3-637 0</inkml:trace>
  <inkml:trace contextRef="#ctx0" brushRef="#br0" timeOffset="-68815.57">21424 5450 798 0,'0'0'1323'16,"0"0"-992"-16,0 0-240 0,0 0-39 15,131-36-52-15,-66 20-116 16,-9 4-835-16</inkml:trace>
  <inkml:trace contextRef="#ctx0" brushRef="#br0" timeOffset="-63675.94">18785 6004 1925 0,'0'0'510'0,"0"0"-381"16,0 0 84-16,0 0-56 16,-16 114-48-16,16-70-7 15,0-3-77-15,0-6 5 16,11-7-28-16,0-6 13 0,-4-8-14 16,-1-4-1-16,-3-3 0 15,-3-4-66-15,0-3-35 16,0 0-138-16,-16-6-402 15,-4-8-1216-15</inkml:trace>
  <inkml:trace contextRef="#ctx0" brushRef="#br0" timeOffset="-63407.05">18667 6162 1739 0,'0'0'565'0,"0"0"-471"16,0 0 105-16,0 0-46 15,0 0-44-15,58 134-12 16,-36-96-68-16,0-4 11 0,-4-3-25 16,-1-5 1-16,-1-9-16 15,-1-6 6-15,1-10-5 16,3-1 10-16,2-1 6 16,4-17-16-16,-2-4 25 15,-1-2-25-15,-7 2 11 16,-4 0-12-16,-4 1 0 15,-2 4 0-15,3-8-52 16,-3 9-192-16,-1 0-711 0</inkml:trace>
  <inkml:trace contextRef="#ctx0" brushRef="#br0" timeOffset="-62526.81">17200 7080 1588 0,'0'0'234'0,"0"0"87"0,0 131-45 15,7-72-109-15,-1-1-36 16,3-7-67-16,-2-9-13 16,-3-8-23-16,-1-10-4 15,-3-6 4-15,2-5-10 16,-2-7 16-16,0-6-33 16,0 0 34-16,0 0 50 15,0-17 9-15,-5-8-65 16,-6-12-14-16,2-5-14 15,3-6 1-15,6-3-2 16,0 0 12-16,0-2-14 16,12 6 4-16,7 6-4 0,-2 9 4 15,1 17-3-15,0 12 1 16,0 3-6-16,0 23 6 16,-1 17 0-16,-1 9-3 15,-1 4 15-15,-1-2-13 16,-3-5 2-16,3-5-2 15,-1-9 5-15,1-6-4 16,-1-9 0-16,2-8 1 16,-1-6 0-16,1-3 8 15,-1-5 5-15,-1-17-7 16,-1-9-6-16,-6-6 0 16,-6-1 7-16,0 0-8 15,0 1 0-15,0 4 0 0,-4 1-1 16,-1 3 0-1,3 5-106-15,2 6-72 0,0 10-401 16,0 4-310-16,7 4-374 0</inkml:trace>
  <inkml:trace contextRef="#ctx0" brushRef="#br0" timeOffset="-62302.03">17554 7157 530 0,'0'0'344'16,"0"0"17"-16,0 0 9 16,43 139-110-16,-24-98-46 15,2-9-25-15,1-6-26 16,3-12-19-16,1-10 0 15,3-4 6-15,0-7-68 16,-2-20-33-16,-3-7-37 16,-8-3 17-16,-9-1-21 0,-7-3 24 15,0 2 7-15,-23 3 15 16,-4 6-29-16,1 9-16 16,-1 4-9-16,7 8-3 15,6 6-18-15,8 3-111 16,6 22-129-16,6 9-312 15,13-1-300-15</inkml:trace>
  <inkml:trace contextRef="#ctx0" brushRef="#br0" timeOffset="-62044.91">18160 7159 1618 0,'0'0'388'16,"0"0"-171"-16,0 0 23 16,0 0-148-16,0 0-4 15,-91 106 15-15,89-68-22 16,2-4-13-16,0-4-47 16,16-6 11-16,3-4-31 15,6-6 16-15,2-6-17 16,0-6-14-16,6-2-119 15,-6-12-407-15,-7-8-307 0</inkml:trace>
  <inkml:trace contextRef="#ctx0" brushRef="#br0" timeOffset="-61626.33">18270 7224 426 0,'0'0'1332'16,"0"0"-1101"-16,0 0-55 15,0 0 5-15,0 0 7 16,0 0-49-16,0 0-45 15,35 107-42-15,-8-98-3 16,0-4-21-16,4-5-13 16,-4 0-5-16,0-14-10 15,-8-9-20-15,-7-6-80 16,-10-5-59-16,-2-11-51 16,0-1 3-16,-7-5 43 15,-4 2 77-15,0 6 69 16,5 10 18-16,3 13 44 0,0 15 114 15,3 5 39-15,0 7-157 16,0 25 77-16,12 8 41 16,-1 6-12-16,0 3-23 15,1-3-41-15,-2-7-42 16,2-6-32-16,-1-8 2 16,-2-13 2-16,0-3-13 15,-2-4 1-15,-1 1 0 16,1-3-21-16,-1 0-7 15,-1 2-17-15,0-2-44 16,-3 4-24-16,0-5-70 16,0 1-28-16,5-3-81 15,1 0-43-15,0 3-458 0</inkml:trace>
  <inkml:trace contextRef="#ctx0" brushRef="#br0" timeOffset="-61039.94">18809 7132 1478 0,'0'0'293'0,"0"0"20"16,0 0-66-16,0 0-79 15,0 0-97-15,0 0-52 16,0 0 54-16,22 67 21 16,-10-26-1-16,1 1-60 15,-1 1-2-15,-2-5-22 16,-1-6 6-16,-3-4-15 15,0-7 1-15,-4-10 5 16,-2-5-4-16,0-6 8 16,0 0-10-16,0-8 31 15,-8-16-29-15,-7-5 11 16,1-4-13-16,4-1 8 0,3-3-8 16,7-1 1-16,0-1-1 15,23-2 8-15,10 4-19 16,5 4 10-16,1 13 0 15,-3 16-11-15,-7 4 11 16,-6 20-9-16,-10 17 10 16,-10 4 1-16,-3 4 0 15,-12-7 46-15,-13-4-9 16,-3-8 28-16,1-6-42 16,3-11-3-16,5-6-21 15,2-3 0-15,3 0-3 16,3-10-61-16,5-4-53 15,6-4-155-15,0 6-369 0,0 0-690 16</inkml:trace>
  <inkml:trace contextRef="#ctx0" brushRef="#br0" timeOffset="-60663.83">19262 7048 1425 0,'0'0'609'0,"0"0"-559"15,0 0 145-15,0 0-66 0,-39 115-34 16,39-81-37-16,5-7-21 16,17-6-13-16,3-13-14 15,0-8 10-15,-1 0-19 16,-4-18 22-16,-4-10-22 15,-7-6 4-15,-5 0-5 16,-4 1 0-16,0 9 0 16,0 6 25-16,0 13 162 15,0 5-76-15,0 0-68 16,0 21-36-16,0 12 14 16,2 4 2-16,8 3 1 15,-2-3-24-15,1-8 9 16,0-10-9-16,-2-9-5 0,-1-10-60 15,-3 0-189 1,1-10-550-16</inkml:trace>
  <inkml:trace contextRef="#ctx0" brushRef="#br0" timeOffset="-60304.44">19437 6902 1859 0,'0'0'512'15,"0"0"-327"-15,0 0-98 16,0 0 66-16,21 109-32 15,-5-54-34-15,-3 3-11 16,-2-5-26-16,-2-11-20 16,-4-12-29-16,-1-9 7 15,-2-14-7-15,-2-7-2 16,0 0-11-16,0-10 0 16,4-17-8-16,3-6 11 0,9-8 9 15,4 3 0 1,6 2-7-16,5 13-1 0,1 8 2 15,-3 15 3-15,-5 5 3 16,-6 22-8-16,-11 11 8 16,-7 1 0-16,0-2 6 15,-15-4 42-15,-8-9-13 16,1-6 13-16,-1-8-47 16,4-6 8-16,5-4-8 15,1 0-1-15,3 0-49 16,4-12-71-16,4 2-185 15,2-4-521-15</inkml:trace>
  <inkml:trace contextRef="#ctx0" brushRef="#br0" timeOffset="-59900.22">19931 6798 1687 0,'0'0'557'0,"0"0"-449"16,0 0 206-16,0 0-92 15,53 109-59-15,-40-63-78 16,-2-3-16-16,-2-5-52 16,-2-6-7-16,-2-8-9 15,1-11-1-15,5-10-25 0,5-3-41 16,7 0 31-16,0-14-62 15,2-4 19-15,-2-2 28 16,-5-2 48-16,-7 1 1 16,-5 0 1-16,-6 7 11 15,0 8 52-15,0 6-10 16,-2 0-52-16,-9 22 23 16,1 11-23-16,6 8 13 15,4 3-12-15,0-1 3 16,8-7-5-16,9-8 0 15,1-9 0-15,-1-8-23 16,8-11-85-16,-5 0-449 16,-7-2-496-16</inkml:trace>
  <inkml:trace contextRef="#ctx0" brushRef="#br0" timeOffset="-59111.6">20583 5886 1237 0,'0'0'363'0,"0"0"-39"0,0 0-42 15,0 0-97 1,0 0-48-16,0 0-58 0,0 0-50 15,29-5 62-15,-2 19-18 16,9 3 29-16,9 5-32 16,6 2-10-16,9 6-26 15,6-1-8-15,6 6 8 16,6-1-14-16,0-2 14 16,-5-5-34-16,-10-4 8 15,-12-7-7-15,-15-2 3 16,-14-4-4-16,-9-4-1 15,-5-3 0-15,-6-3 1 16,0 0-1-16,-2 0-17 16,0 0 1-16,0 0-46 15,0-5-95-15,0-9-173 0,-14 2-163 16,1 2-202-16</inkml:trace>
  <inkml:trace contextRef="#ctx0" brushRef="#br0" timeOffset="-58832.59">21317 6009 932 0,'0'0'591'16,"0"0"-197"-16,0 0 121 16,0 0-305-16,0 0-10 15,0 0-102-15,0 0-35 16,-2-26-48-16,22 45 39 16,7 3 3-16,2 2-5 15,0 2-23-15,-5-1-13 0,-6 0-4 16,-2-4-12-1,-7 0 6-15,-5-5 3 0,-4-4 1 16,0-3 19-16,0 0 35 16,-13-4-4-16,-8 2-15 15,-1-2-32-15,-1 4-13 16,4 2-9-16,-4 4-93 16,-12 16-38-16,4-4-154 15,0 0-614-15</inkml:trace>
  <inkml:trace contextRef="#ctx0" brushRef="#br0" timeOffset="-56699.73">21321 6849 355 0,'0'0'1983'0,"0"0"-1681"16,0 0-141-16,0 0-18 16,0 0-29-16,0 0-47 15,-6 111-43-15,6-79-4 16,0-6-20-16,0-6 0 16,2-1-23-16,-2-12-80 15,0-5-384-15,0-2-616 0</inkml:trace>
  <inkml:trace contextRef="#ctx0" brushRef="#br0" timeOffset="-56356.87">21402 6847 2118 0,'0'0'257'0,"0"0"-72"0,0 0-18 15,0 0-73-15,33 132-71 16,-24-100 1-16,0-3-24 15,-2-9 10-15,-3-8-10 16,-2-10 0-16,-2-2 0 16,0-4 0-16,0-18-6 15,0-8-6-15,0-4 6 16,0-6-3-16,9 2 8 16,11 2-20-16,5 2 21 15,2 10 3-15,2 8 39 16,-5 11 9-16,-4 5-27 0,-4 12 4 15,-5 17-19 1,-7 7 30-16,-4 2-25 0,0 0 3 16,0-3-17-16,0-6 1 15,0-12-1-15,18-17-128 16,0 0-613-16,2-3-878 0</inkml:trace>
  <inkml:trace contextRef="#ctx0" brushRef="#br0" timeOffset="-56100.45">21771 6812 1694 0,'0'0'258'0,"0"0"-78"15,0 0 175-15,0 0-172 16,-4 118-95-16,25-95-25 0,5-6-24 16,6-9-11-16,1-8 6 15,0 0-19-15,-2-13 7 16,-6-11-21-16,-10-1 16 15,-8-5-16-15,-7 0 6 16,0 3-5-16,-9 3 11 16,-11 5-2-16,0 3-5 15,2 2-6-15,3 3-2 16,5 6-37-16,8 0-282 16,2 3-825-16</inkml:trace>
  <inkml:trace contextRef="#ctx0" brushRef="#br0" timeOffset="-55891.27">22099 6733 1385 0,'0'0'540'15,"0"0"-376"-15,0 0 47 16,0 0-63-16,0 0-24 16,0 0-15-16,-20 123-27 15,20-93-53-15,0 2 10 16,12-4-22-16,1-2-4 15,3-6-12-15,1-1-1 16,6-8-10-16,16-8-129 16,-3 0-342-16,2-3-518 0</inkml:trace>
  <inkml:trace contextRef="#ctx0" brushRef="#br0" timeOffset="-55081.05">22382 6822 918 0,'0'0'948'0,"0"0"-791"16,0 0 57-16,0 0-79 15,0 0-25-15,0 0-17 16,0 0-44-16,87-10-28 16,-69-4-15-16,-9 2 9 15,-7 0-13-15,-2-1-2 16,-2 6 10-16,-16 0-2 16,-2 7-8-16,-4 0 0 0,1 10 7 15,4 17 2-15,5 4 8 16,9 8-2-16,5-3 14 15,0-2-28-15,23-5 6 16,6-10-6-16,2-12 4 16,3-7-5-16,-1 0-15 15,-4-14-140-15,-4-10-143 16,-10-5 45-16,-6-1 43 16,-6-3 84-16,-3 4 117 15,0 7 9-15,0 6 157 16,0 12 89-16,0 4-53 15,0 6-150-15,0 17-10 16,0 7 36-16,2 5 10 16,2-3-40-16,0-6 0 15,1-8-23-15,-3-6 2 0,0-10-17 16,0-2 14-16,-2-6 17 16,2-18-32-16,4-8-6 15,-2-7-24-15,7 0 30 16,3 1 0-16,1 3 7 15,3 11 5-15,1 12 13 16,0 8 5-16,-2 4-3 16,1 12 6-16,-2 16-18 15,-5 7 25-15,-5 1-31 16,-1 2 9-16,-3-6-18 16,-2-4 0-16,2-10-21 15,1-6-265-15,1-10-1103 0</inkml:trace>
  <inkml:trace contextRef="#ctx0" brushRef="#br0" timeOffset="-54673.03">23040 6381 2192 0,'0'0'329'16,"0"0"-169"-16,0 0-31 15,9 102 24-15,5-40-53 16,-4 4-1-16,1-2-50 16,-1-6-7-16,-4-7-41 0,1-13 0 15,-1-11-1-15,4-8 0 16,1-13-53-16,3-6-58 16,1 0 72-16,1-18-2 15,1-6 8-15,-3-1 7 16,-3 0 26-16,-7 0 0 15,-4 3 8-15,0 2-7 16,0 4 16-16,-11 6 11 16,-5 10-5-16,1 0-10 15,1 14-11-15,3 16 8 16,9 8-4-16,2 3 1 16,0-4-6-16,11-3 11 15,11-10-12-15,3-7 0 0,2-9-6 16,9-8-17-1,-5-4-119-15,-7-10-624 0</inkml:trace>
  <inkml:trace contextRef="#ctx0" brushRef="#br0" timeOffset="-50873.72">19021 9835 1166 0,'0'0'316'16,"0"0"-37"-16,0 0 204 16,0 0-204-16,0 0-63 15,0 0-12-15,-14-74-98 16,14 92-70-16,0 21 2 16,0 7 26-16,0 6-19 15,3 0-22-15,-1-4 4 16,0-7-21-16,3-8 2 15,-1-8-7-15,1-9-2 16,-3-7-21-16,0-2-55 16,-2-5-74-16,0-2-143 15,-11 0-298-15,-3 0-555 0</inkml:trace>
  <inkml:trace contextRef="#ctx0" brushRef="#br0" timeOffset="-50626.27">18880 10089 1365 0,'0'0'386'0,"0"0"-182"0,0 0 156 16,0 0-75-16,0 0-108 16,65 132-32-16,-45-104-52 15,0-7-20-15,0-6-24 16,-2-9-10-16,4-6 12 16,3 0 5-16,2-21 9 15,-1-2-45-15,-1-3 4 16,-8-1-15-16,0 6 0 15,-7 2-9-15,0 5 2 16,-4 2-2-16,-1 4-11 16,1 5-20-16,10-4-129 0,-1 3-217 15,-3 2-1040-15</inkml:trace>
  <inkml:trace contextRef="#ctx0" brushRef="#br0" timeOffset="-50018.33">17523 10994 1534 0,'0'0'405'15,"0"0"-89"-15,0 0 17 16,0 0-162-16,0 0-57 15,0 0-56-15,0 0 15 16,-13-73-19-16,-3 66-2 16,-4 7-7-16,-7 0 2 15,-4 21-17-15,-2 12-21 16,-4 14 12-16,4 7-20 16,9-1 14-16,8 2-9 15,16-6-6-15,0-12-1 16,16-4 1-16,18-11 0 0,5-8 0 15,9-9-48-15,-2-5-63 16,14-5-106-16,-10-13-491 16,-15-4-573-16</inkml:trace>
  <inkml:trace contextRef="#ctx0" brushRef="#br0" timeOffset="-49434.75">17632 11159 1527 0,'0'0'531'16,"0"0"-428"-16,0 0 167 15,0 0-64-15,0 0-74 16,0 0-41-16,58 106-15 16,-22-96-19-16,6-8-38 0,-1-2-5 15,-6-4-14-15,-6-18-15 16,-10-3-21-16,-7-8-11 16,-7 1-2-16,-5 2 37 15,0 6 11-15,0 7 1 16,0 10 50-16,0 7-3 15,0 0-26-15,0 22-15 16,2 6 10-16,6 0 4 16,4 0 6-16,-1-3-3 15,-2-10-5-15,0-5-7 16,-5-9-10-16,-1-1 13 16,-1-1-13-16,0-19 21 15,0-6-22-15,5-4-1 16,-3 0-14-16,3 4 14 0,0 6-5 15,1 11-13-15,4 9 17 16,1 0-2-16,0 18-5 16,1 8 18-16,-3 3-9 15,-5 0 0-15,0-8 17 16,-2-5-17-16,-2-7 1 16,0-9 5-16,3 0 3 15,-1-12 9-15,2-15-9 16,6-5-4-16,-1-1-4 15,3-2 2-15,1 9-1 16,1 9 10-16,-1 14 27 16,3 3 4-16,0 11-10 15,0 20-6-15,-3 3 39 16,1 4-33-16,-5-2 0 0,1-4-26 16,-4-9-4-16,1-8-3 15,-3-11-49-15,2-8-122 16,-4-18-115-16,0-8-634 0</inkml:trace>
  <inkml:trace contextRef="#ctx0" brushRef="#br0" timeOffset="-49081.14">18374 11004 1659 0,'0'0'690'15,"0"0"-421"-15,0 0-98 16,0 0 23-16,0 0-88 16,68 131 5-16,-55-86-36 15,-5 1-3-15,2-9-41 16,-4-7-5-16,1-9-26 0,-5-10 0 15,-2-6-9-15,0-5-16 16,0-7-14-16,-4-16-28 16,-5-12 53-16,2-7-2 15,7-4 14-15,0-2-7 16,18 4 3-16,13 3 1 16,7 10 5-16,3 12 0 15,-2 14 0-15,-5 5 0 16,-10 19 6-16,-11 17-6 15,-13 5 18-15,0 3 27 16,-21-5-5-16,-11-4 0 16,0-7-20-16,-1-10-8 15,6-7-8-15,6-10 4 0,7-1-16 16,5-1-13 0,5-13-79-16,4-13-87 0,0 5-442 15,6-2-641-15</inkml:trace>
  <inkml:trace contextRef="#ctx0" brushRef="#br0" timeOffset="-48878.28">18731 10822 2116 0,'0'0'536'0,"0"0"-366"15,0 0 59-15,78 128-69 16,-60-67-43-16,-6-3-18 15,-4-5-51-15,-1-10-23 16,-1-7-17-16,4-11-8 0,-4-8-38 16,9-11-135-16,-3-6-152 15,-1 0-689-15</inkml:trace>
  <inkml:trace contextRef="#ctx0" brushRef="#br0" timeOffset="-48382.47">19155 11057 1388 0,'0'0'488'0,"0"0"-212"15,0 0 40-15,0 0-121 16,0 0-113-16,-136 56 18 16,116-24-18-16,6 0-20 15,9-2-37-15,5-4-8 16,3-8-17-16,19-6 0 16,7-8-1-16,2-4 7 15,1 0-12-15,-1 0 0 16,-9-14 6-16,-4-4 0 15,-4-2 12-15,-6-4-11 0,-4-4 8 16,1 0-1-16,-2 3-7 16,-1 2 13-16,0 9-14 15,-2 5 41-15,0 4 2 16,2 5 2-16,-2 0-31 16,3 0-6-16,-1 0-8 15,0 0 0-15,0 0 0 16,0 5 6-16,0 0-9 15,0-3 3-15,-2-2 0 16,0 2-27-16,0-2-26 16,-2 0-92-16,-6 2-432 15,-1-2-1177-15</inkml:trace>
  <inkml:trace contextRef="#ctx0" brushRef="#br0" timeOffset="-47518.85">19090 11041 139 0,'0'0'265'0,"0"0"55"15,0 0 66-15,0 0-66 16,0 0-72-16,0 0-25 16,0 0-50-16,-20-44 7 0,13 33-29 15,-4 0-46-15,0-2-42 16,-2 6 2-16,-3 0-4 15,1 5-10-15,-6 2-5 16,1 0-19-16,0 0 24 16,2 4-32-16,3 10 10 15,1 11-10-15,3 3 23 16,3 3-9-16,2 6-4 16,4-3-15-16,2-2-8 15,0-3-1-15,10-4-4 16,9-7-2-16,6-2 2 15,2-6 5-15,2-4-5 16,0-1-2-16,-4-5 0 0,-4 0-10 16,0 0 11-1,-3 0-19-15,-3-7 19 0,-1-7-12 16,-8-2 12-16,-1-4 0 16,-3-6 12-16,-2-4-10 15,0-7 4-15,0-2-6 16,0-3 0-16,0 3 11 15,0 9-10-15,0 9 27 16,0 10 2-16,0 9 33 16,0 2-32-16,0 4-22 15,0 19-9-15,14 9 15 16,1 10 2-16,1 2 7 16,1 4 34-16,-3-2-39 15,-3-8 2-15,0-6-21 16,-4-7 6-16,0-8-6 15,-1-7-1-15,0-4-39 0,1-3-83 16,3-3-70-16,-6-3-288 16,2-11-958-16</inkml:trace>
  <inkml:trace contextRef="#ctx0" brushRef="#br0" timeOffset="-47053.82">19246 10770 1582 0,'0'0'389'0,"0"0"-163"16,0 0-38-16,0 0-3 16,78 122-103-16,-54-57-19 15,-8 3 4-15,-5-6-9 16,-9-10-25-16,-2-11-14 15,0-14-13-15,0-13 5 16,0-9-7-16,0-5 5 16,0 0 15-16,0-17-22 15,0-7 10-15,0-8-3 16,12-2 10-16,15 0-12 16,6 0-6-16,5 8 3 15,2 7-4-15,-2 14 0 0,-2 5-5 16,-9 5 4-1,-8 24 1-15,-9 5 0 0,-10 2 0 16,0 1 25-16,-12-6 20 16,-13-4-3-16,-4-6 28 15,-2-7-29-15,-2-3-7 16,6-10-16-16,1-1 0 16,8 0-12-16,2 0 0 15,7-9-6-15,5-3-26 16,4-5-47-16,0 1-134 15,4 3-550-15</inkml:trace>
  <inkml:trace contextRef="#ctx0" brushRef="#br0" timeOffset="-46578.9">19861 10662 2331 0,'0'0'367'0,"0"0"-210"16,0 0-1-16,0 0 20 15,116 154-45-15,-96-84-37 16,-9-1-24-16,-6-7-35 16,-5-8-20-16,0-10-8 15,0-14-14-15,0-10-1 16,0-12-29-16,0-8-47 15,6 0 19-15,8-20-71 0,-1-6 13 16,5-4 65-16,3 2 39 16,-2 0 11-16,1 0 16 15,3 1-8-15,-2-1 10 16,0 0 8-16,-3 2-9 16,-5 2 1-16,-9 7-2 15,-4 2 4-15,0 11 25 16,-10 4-25-16,-11 2 21 15,-4 23-25-15,6 6 4 16,3 7-11-16,10 5 13 16,6-5-14-16,0-4 1 15,16-6-1-15,13-10 6 0,4-12-6 16,7-6 0-16,2 0-21 16,11-20-84-16,-13-3-217 15,-5-4-769-15</inkml:trace>
  <inkml:trace contextRef="#ctx0" brushRef="#br0" timeOffset="-44012.65">20623 9671 1654 0,'0'0'352'15,"0"0"-178"-15,0 0 56 16,0 0-81-16,0 0-58 15,137 86-48-15,-97-68-3 16,0 0 1-16,2 0 9 16,5 3-23-16,8 5 22 15,6 6 19-15,5 4-25 0,6 2-6 16,-1 0-29-16,-6-2 7 16,-9-5-14-16,-13-10-1 15,-17-5 6-15,-10-5 1 16,-10-8-7-16,-6-3 0 15,0 0 0-15,0 0-7 16,-11-7-36-16,-16-16-126 16,1 2-384-16,1 0-790 0</inkml:trace>
  <inkml:trace contextRef="#ctx0" brushRef="#br0" timeOffset="-43713.23">21244 9893 1733 0,'0'0'341'0,"0"0"-98"0,0 0 15 16,0 0-152-16,0 0-36 15,0 0-24-15,133 7 10 16,-90 3-19-16,-3-1-1 16,-5 2-20-16,-6 3-1 15,-6-2-13-15,-8 4 5 16,-6 4 5-16,-9 2-11 15,0 2 30-15,-5 7 11 16,-19-2 1-16,-2 0-17 16,-3-2-2-16,-1-3-18 15,8-4-6-15,5-3 0 16,3-3-37-16,5 0-56 16,-3 1-152-16,6-3-379 0,2 0-561 15</inkml:trace>
  <inkml:trace contextRef="#ctx0" brushRef="#br0" timeOffset="-43044.07">21972 9946 1731 0,'0'0'286'15,"0"0"26"-15,0 0 58 16,0 0-252-16,0 0-78 16,0 0 15-16,0 0 17 0,38 94-3 15,-29-65-29-15,3-4 5 16,-2-4-34-16,1-5 2 16,-1-5-12-16,-2-1-1 15,-1-2-2-15,-3-2-49 16,-2 3-56-16,-2-3-88 15,0-2-320-15,0-4-475 0</inkml:trace>
  <inkml:trace contextRef="#ctx0" brushRef="#br0" timeOffset="-42699.1">22202 9985 1033 0,'0'0'1034'0,"0"0"-894"15,0 0 31-15,0 0 22 0,0 0-99 16,62 116-37-16,-53-85-6 16,-2-4-32-16,-5-8 8 15,-2-4-26-15,0-10 11 16,0-5-12-16,0 0 15 16,0-12 0-16,0-14-5 15,0-6-8-15,0 0-2 16,2 2 18-16,14 4-17 15,6 8 13-15,7 10 24 16,0 8 5-16,-2 0-13 0,0 10 1 16,-7 9-11-1,-7 4-5-15,-4 0-3 0,0-2-11 16,-2-3 1-16,1-2-2 16,4-8-58-16,17-8-165 15,-3-5-455-15,1-14-900 0</inkml:trace>
  <inkml:trace contextRef="#ctx0" brushRef="#br0" timeOffset="-42450.01">22679 9948 1753 0,'0'0'362'16,"0"0"-64"-16,0 0-67 16,0 0-124-16,-34 104-29 15,34-87 11-15,23-12-26 16,6-5-3-16,7 0-20 0,-1-8-10 15,-4-10-21-15,-8-2-1 16,-10-2-2-16,-11 1-5 16,-2-6 3-16,0 3 7 15,-17 0-12-15,-4 4 1 16,3 4 0-16,3 3-12 16,6 3-34-16,9 3-120 15,5 0-462-15,14 3-362 0</inkml:trace>
  <inkml:trace contextRef="#ctx0" brushRef="#br0" timeOffset="-42294.74">22982 9883 1096 0,'0'0'363'0,"0"0"-25"16,0 0 188-16,0 0-319 16,0 0-91-16,0 0-63 0,-9 109-15 15,12-93-20-15,14-2-3 16,5-4-15-16,16-4-24 15,-2-1-246-15,-6-5-654 0</inkml:trace>
  <inkml:trace contextRef="#ctx0" brushRef="#br0" timeOffset="-41747.1">23225 9939 1557 0,'0'0'311'0,"0"0"-112"16,0 0 28-1,0 0-149-15,0 0-48 0,0 0-14 16,116-85 24-16,-116 78 24 16,0 6 2-16,-20-1-8 15,-5 2-6-15,-1 0 30 16,4 14 2-16,3 9-37 16,11 10-26-16,6 4 3 15,2 0-6-15,10-3-3 16,17-6-3-16,7-9-12 15,6-10 11-15,2-9-11 16,0 0-66-16,-3-16-70 16,-10-8-34-16,-12-3-105 15,-8-4 77-15,-9 4 124 16,0 4 74-16,0 9 50 0,0 4 95 16,-2 8 8-16,2 2-87 15,0 0-51-15,0 14-14 16,7 7 9-16,0-2-2 15,-1 3 1-15,-2-5 5 16,-4 0-12-16,0-7 17 16,0-6-19-16,0-4 6 15,0-4 12-15,0-21 2 16,0-9-18-16,0-4 4 16,16 1 3-16,-1 5 34 15,6 11 52-15,-4 14-39 16,1 7-6-16,-2 5-32 15,0 24 6-15,-6 5-1 16,0 4 5-16,-4-2-4 0,1-6-10 16,-3-6-11-16,6-12-3 15,-2-7-50-15,1-5-494 16</inkml:trace>
  <inkml:trace contextRef="#ctx0" brushRef="#br0" timeOffset="-41401.01">23780 9479 2020 0,'0'0'382'0,"0"0"-119"15,0 0-107-15,0 0-42 16,74 120-9-16,-57-51-13 0,1 3 10 16,1-6-55-1,-4-11-20-15,1-10-26 0,1-17 9 16,1-14-10-16,5-14 0 15,-4 0-7-15,2-22-17 16,-6-11 3-16,-8 1-18 16,-5 3 33-16,-2 4 0 15,0 11 5-15,-5 10-9 16,-8 4 0-16,2 11 1 16,0 17 9-16,4 8 5 15,7-2-5-15,0-2 4 16,9-11 2-16,18-7-6 0,6-11 0 15,0-3-44 1,10-18-93-16,-9-8-144 0,-10 2-684 16</inkml:trace>
  <inkml:trace contextRef="#ctx0" brushRef="#br0" timeOffset="-41302.23">24369 9876 1818 0,'0'0'674'0,"0"0"-435"16,0 0-169-16,0 0-70 15,0 0-776-15</inkml:trace>
  <inkml:trace contextRef="#ctx0" brushRef="#br0" timeOffset="-35492.01">19935 13425 1629 0,'0'0'906'0,"0"0"-793"16,0 0 64-16,0 134 59 15,0-76-101-15,7 2-51 16,-1-2-15-16,1-2-24 15,0-7-20-15,2-6-17 16,-3-12-8-16,1-9-21 16,-5-5-57-16,-2-8-58 15,-13-9-53-15,-16-12-174 16,-5-9-825-16</inkml:trace>
  <inkml:trace contextRef="#ctx0" brushRef="#br0" timeOffset="-35279.55">19815 13814 2235 0,'0'0'313'0,"0"0"-215"16,0 0 151-16,0 0-93 16,0 0-69-16,79 108-18 15,-58-86-32-15,-3-4 1 16,4-8-25-16,4-7 2 16,12-3-9-16,9-7 10 15,3-15-10-15,-4 0-6 16,-8-2 0-16,-9 4-16 15,-11 4-8-15,-12-2-84 16,-3 6-91-16,-3 3-658 0</inkml:trace>
  <inkml:trace contextRef="#ctx0" brushRef="#br0" timeOffset="-34702.56">18261 15055 2063 0,'0'0'346'0,"0"0"-220"16,0 0 175-16,63 104-142 16,-30-72-62-16,0 3-28 15,-6-13-27-15,-8-4-15 0,-7-8-14 16,-5-7-4 0,-5-3 5-16,-2 0-13 0,0-7 21 15,0-17-20-15,2-6 5 16,5-1-7-16,2 3 1 15,4 10 0-15,7 4-1 16,0 12 2-16,5 2-2 16,-1 4 17-16,-1 14-10 15,-6 5 7-15,-1-2-13 16,-5 1-1-16,1-3 0 16,-1-6-25-16,9-10-84 15,-1-3-246-15,2 0-1103 0</inkml:trace>
  <inkml:trace contextRef="#ctx0" brushRef="#br0" timeOffset="-34462">18825 15151 1765 0,'0'0'342'0,"0"0"-83"16,0 0 78-16,0 0-160 16,0 0-46-16,26 107-32 15,10-107-36-15,7-4 1 16,1-22-35-16,-2-8-10 15,-8-1-10-15,-12 0-1 16,-13-2-1-16,-9 4 4 16,-3 4-10-16,-16 7 0 15,-6 7 2-15,1 6-3 16,4 6-27-16,6 3-51 16,14 0-112-16,14 9-537 0,15-6-760 15</inkml:trace>
  <inkml:trace contextRef="#ctx0" brushRef="#br0" timeOffset="-34261.33">19500 15031 1038 0,'0'0'1182'16,"0"0"-898"-16,0 0-60 15,0 0-51-15,0 0-91 16,0 0-29-16,0 0-19 15,-20 105-9-15,47-100-25 0,4-5-2 16,1 0-93 0,7-17-180-16,-5-12-391 0,-7 0-863 0</inkml:trace>
  <inkml:trace contextRef="#ctx0" brushRef="#br0" timeOffset="-33735.27">19705 15061 1739 0,'0'0'481'16,"0"0"-202"-16,0 0-10 15,0 0-103-15,0 0-57 16,0 0-31-16,0 0 0 16,105 76-45-16,-73-100-17 15,-7-6-15-15,-4-6-1 16,-7-3-15-16,-8 0-3 0,-4 7 7 16,-2 6 11-1,0 7 1-15,0 14 0 0,0 5-2 16,0 0-1-16,11 4 1 15,3 16-6-15,1 5 7 16,1-4 1-16,-1-3-1 16,-3-5 0-16,-3-7 3 15,-5-6-9-15,3 0 12 16,-1-9-12-16,2-14-5 16,-2-3-19-16,0-1-9 15,1-3 18-15,0 9 20 16,0 9 1-16,-1 9-6 15,7 3 7-15,1 0-1 16,1 12 1-16,1 5 6 16,-3-1 4-16,-1 0 13 0,-5-7-2 15,-5-6-14-15,0-3 4 16,0 0-2-16,2-15 25 16,4-7-35-16,3-2 8 15,-1 2-8-15,4 5-1 16,-1 12 1-16,3 5-9 15,-1 0 8-15,1 18 1 16,0 6-1-16,0 4-2 16,-1 0 2-16,3-8 2 15,-1-4-2-15,18-16-84 16,-4 0-526-16,-2-16-1601 0</inkml:trace>
  <inkml:trace contextRef="#ctx0" brushRef="#br0" timeOffset="-33383">20758 14811 1557 0,'0'0'845'0,"0"0"-653"16,0 0 39-16,0 0-67 15,0 102-94-15,0-70-28 16,0-8-9-16,0-2-14 16,0-10-18-16,0-7-1 15,0-5 8-15,-12 0 10 16,-1-26-8-16,4-6-1 15,2-9 3-15,7-3-6 16,0-6 6-16,22 7 5 0,14 5-4 16,5 8-13-1,1 10 0-15,-5 12 0 0,-6 8-11 16,-12 10 10-16,-17 22-10 16,-2 7 11-16,-23 4 14 15,-12 0 35-15,-5-7-23 16,2-6 0-16,7-12-18 15,6-9-8-15,9-8 0 16,6-1 0-16,5-10-57 16,5-34-85-16,0 4-235 15,11-3-578-15</inkml:trace>
  <inkml:trace contextRef="#ctx0" brushRef="#br0" timeOffset="-33194.09">20972 14364 2376 0,'0'0'485'16,"0"0"-375"-16,0 0 106 16,84 107-84-16,-68-49-61 15,-10 7 6-15,-6-1-35 16,0-5-18-16,-2-10-24 16,-7-8-5-16,3-15-67 15,-1-13-60-15,2-6-76 16,5-7-512-16</inkml:trace>
  <inkml:trace contextRef="#ctx0" brushRef="#br0" timeOffset="-31804.86">21337 14592 601 0,'0'0'351'16,"0"0"-114"-16,0 0-15 0,0 0-37 16,0 0-62-16,0 0-9 15,0 0 14-15,0-58 7 16,-2 48-22-16,-12 2-9 16,-5 0-26-16,-6 2 22 15,-4 4-11-15,0 2-7 16,0 0-8-16,4 24-1 15,8 10-22-15,3 9-8 16,10 8 17-16,4-3-37 16,0-4 13-16,14-8-24 15,11-9 8-15,14-13-6 16,1-10-1-16,4-4-7 16,-3 0-6-16,-8-18-10 0,-10-9-15 15,-8-1 23-15,-9-6-2 16,-6 2 4-16,0 4 2 15,0 6 13-15,0 8 24 16,0 10 36-16,0 4-15 16,0 0-45-16,0 15 0 15,10 8-6-15,-2 7 33 16,3-2-16-16,1-2 0 16,-1-4-26-16,2-4 0 15,-1-10-21-15,0-6-85 16,2-12-56-16,-3-16-461 15,-2-8-764-15</inkml:trace>
  <inkml:trace contextRef="#ctx0" brushRef="#br0" timeOffset="-31461.15">21528 14357 1883 0,'0'0'572'0,"0"0"-401"16,0 0 79-16,0 0-74 15,72 151-73-15,-46-89-32 16,-3-4-2-16,-7-4-36 15,-5-10-11-15,-7-12-12 16,0-10-10-16,-4-12 0 16,3-10-18-16,0 0 17 15,1-20-22-15,7-11-1 16,7-5 9-16,6 1 9 16,10 0 0-16,6 6 5 15,2 9 0-15,-5 11-12 0,-4 9 11 16,-12 0-7-16,-11 17 8 15,-10 13 1-15,-12 6 5 16,-21-3 35-16,-7 2-2 16,-3-7-15-16,10-7-12 15,6-8-11-15,10-11-2 16,10-2 2-16,4-2-85 16,3-37-67-16,10 2-233 15,7-3-779-15</inkml:trace>
  <inkml:trace contextRef="#ctx0" brushRef="#br0" timeOffset="-31263.72">22091 14270 2235 0,'0'0'295'16,"0"0"17"-16,21 121-21 15,-13-58-172-15,-2-1-64 16,-4-8-31-16,3-10-21 15,1-8-3-15,4-12-61 16,7-14-55-16,26-10-107 16,-3-20-473-16,-3-4-658 0</inkml:trace>
  <inkml:trace contextRef="#ctx0" brushRef="#br0" timeOffset="-31114.22">22334 14561 1175 0,'0'0'586'0,"0"0"-206"0,0 0 103 15,0 0-309-15,0 0-80 16,0 0-44-16,0 0 5 15,-74 101-14-15,74-51-19 16,9-10-6-16,22-8-16 16,3-9 0-16,1-19-31 15,11-8-60-15,-7-19-197 16,-8-7-587-16</inkml:trace>
  <inkml:trace contextRef="#ctx0" brushRef="#br0" timeOffset="-30191.22">21692 13298 1664 0,'0'0'295'16,"0"0"33"-16,0 0-14 15,0 0-200-15,0 0-52 0,0 0 51 16,133 27 11 0,-37-6-28-16,40 4-21 0,27-7 6 15,-14-3-39-15,-31-10-4 16,-47-3-29-16,-31-2 0 15,-1 2-9-15,-4 0-1 16,-6-2-6-16,-11 3 6 16,-11-3 1-16,-7 0 0 15,0 0-1-15,0 0 1 16,0-7-33-16,-10 0-18 16,0-5-12-16,-3 4-9 15,-1-1 26-15,-3-3 3 0,0-2 4 16,1-2 4-1,1-3 1-15,-1 3 26 0,1 1 3 16,-5 0 5-16,0 1 0 16,-2 2 9-16,-1 0 27 15,3 3 24-15,5 0 16 16,8 4-15-16,7 1 13 16,0 1-34-16,13 3-22 15,21 0-18-15,6 0 6 16,4 21-6-16,2 7 1 15,-9 3 5-15,-6 8-5 16,-10-1 15-16,-10-3-14 16,-11 3 16-16,-3-6-5 15,-23-5 16-15,-8-3-10 16,-1-6 4-16,4-3-16 0,6-6-7 16,2 0-43-16,8-4-60 15,-7 4-44-15,6-4-344 16,3-1-1001-16</inkml:trace>
  <inkml:trace contextRef="#ctx0" brushRef="#br0" timeOffset="-17616.97">20590 8488 431 0,'0'0'280'0,"0"0"-39"15,0 0-54-15,0 0 98 16,0 0 15-16,10-44-32 16,-10 40-129-16,0 0-3 15,0 0-24-15,-8-1-52 0,-5 4-16 16,-5 1-26-16,-6 0 7 16,-7 0 24-16,-3 15 35 15,-2 6 1-15,5 3-12 16,8 1-36-16,13 0-23 15,10 1 0-15,0 1-14 16,18-6 0-16,11-4-27 16,4-4-19-16,-2-6-82 15,7-7-69-15,-11 0-307 16,-4 0-1252-16</inkml:trace>
  <inkml:trace contextRef="#ctx0" brushRef="#br0" timeOffset="-16401.12">22153 9566 838 0,'0'0'860'0,"0"0"-755"16,0 0 40-16,0 0 44 15,0 0-43-15,2 111-8 16,-2-89-13-16,-4-6-54 15,-4-5-11-15,4-11-38 16,2 0 2-16,0-5 4 16,2-19-4-16,0-5-12 15,0-8 34-15,0 5 2 0,0 2 10 16,0 10-4-16,6 8-34 16,6 10-2-16,1 2-18 15,1 9 6-15,3 18-5 16,-1 3 5-16,-1 5-5 15,1-6-1-15,0-5 0 16,4-8 9-16,0-7-9 16,2-9 0-16,-2 0 12 15,-1-23-11-15,-4-7 9 16,-7-4-2-16,-6-6-2 16,-2 2 10-16,0 0 2 15,-2 3 7-15,-6 7-24 0,1 6-1 16,3 9 1-1,2 6-1-15,2 5-57 0,6 2-231 16,15 0-428-16,0 0-584 16</inkml:trace>
  <inkml:trace contextRef="#ctx0" brushRef="#br0" timeOffset="-16205.49">22575 9583 1356 0,'0'0'307'15,"0"0"25"-15,0 0-14 16,0 0-137-16,0 0-25 15,0 0-38-15,135 10-48 16,-92-51-44-16,-8-5 3 16,-13 0 12-16,-10 2 17 15,-12 10-13-15,0 12-6 16,-18 16-38-16,-18 6-1 0,-10 23-18 16,-37 43-130-16,9-6-397 15,7-2-1114-15</inkml:trace>
  <inkml:trace contextRef="#ctx0" brushRef="#br0" timeOffset="-14928.01">21383 11771 1375 0,'0'0'506'0,"0"0"-229"16,0 0 6-16,0 0-114 16,0 0-93-16,0 0-28 15,0 0-26-15,-86-18 12 16,57 33-5-16,0 11 5 16,5 9-28-16,5 8-4 15,13 10-2-15,6 1-19 16,25 13-108-16,14-17-230 15,6-10-415-15</inkml:trace>
  <inkml:trace contextRef="#ctx0" brushRef="#br0" timeOffset="-14075.4">23272 13012 1543 0,'0'0'396'0,"0"0"-247"16,0 0 104-16,0 104-48 15,0-44-64-15,-7 3-29 16,-2-4-20-16,1-8-38 16,1-11-25-16,5-14-2 15,-1-14-26-15,1-12 25 16,2 0-3-16,-3-28 31 0,1-14-39 15,0-8-6-15,0-4-1 16,2-1-8-16,0 9 0 16,4 12 1-16,15 12-2 15,3 16-10-15,4 6 10 16,3 6 2-16,2 16 3 16,0 5-4-16,1-4 1 15,-3 0 0-15,-5-7 7 16,-3-5 5-16,-6-7-4 15,-1-4 15-15,-1 0-7 16,-2-19 26-16,0-8-17 16,-7-7-7-16,-4 0-5 15,0 1-4-15,0 6 1 0,-6 3-11 16,-3 4 0-16,2 1-23 16,3 5-41-16,4-6-100 15,18 6-540-15,7 7-826 16</inkml:trace>
  <inkml:trace contextRef="#ctx0" brushRef="#br0" timeOffset="-13877.3">23742 13194 1453 0,'0'0'342'15,"0"0"137"-15,0 0-123 16,0 0-129-16,0 0-72 16,0 0-40-16,139 60-44 15,-102-96-29-15,-5-6-27 16,-14-4 24-16,-14 0-23 0,-4 2 5 15,0 10-21 1,-18 10 0-16,-7 13-44 0,-6 11-88 16,-25 7-112-16,8 17-408 15,0 3-786-15</inkml:trace>
  <inkml:trace contextRef="#ctx0" brushRef="#br0" timeOffset="-13502.04">23746 14011 2183 0,'0'0'330'15,"0"0"-154"-15,0 0 56 16,0 0-82-16,48 148-27 15,-35-88-69-15,3 0-21 16,-3-7-23-16,1-8-10 0,-4-9-48 16,-5-13-95-16,-3-15-340 15,-2-8-850-15</inkml:trace>
  <inkml:trace contextRef="#ctx0" brushRef="#br0" timeOffset="-13203.3">23997 14096 1776 0,'0'0'287'16,"0"0"-123"-16,0 0 161 16,8 116-166-16,-5-70-58 15,-3-3-14-15,2-12-53 16,-2-13-20-16,0-13-7 16,2-5 1-16,-2-12 22 15,4-22-30-15,1-8 7 0,4-6-6 16,6 2-1-16,6 6 0 15,6 12 0-15,2 16 0 16,-4 12 2-16,2 8 13 16,-6 22-2-16,-8 10 35 15,-8 1-9-15,-3 0 1 16,-2-7-26-16,2-5-11 16,5-16-3-16,17-13-98 15,1-10-268-15,1-16-1224 0</inkml:trace>
  <inkml:trace contextRef="#ctx0" brushRef="#br0" timeOffset="-12953.96">24442 14087 1957 0,'0'0'375'16,"0"0"-64"-16,0 0-99 16,-56 130-123-16,56-106-32 15,2-7-5-15,27-17-46 16,10 0 18-16,-1-27 2 15,-5-9-16-15,-8-5 9 16,-17 2-18-16,-8 0 10 16,-2 6 1-16,-18 5 8 15,-7 5-14-15,3 11-1 16,2 7-5-16,3 5-1 16,6 0-11-16,11 9-98 0,2 9-162 15,0-4-533-15</inkml:trace>
  <inkml:trace contextRef="#ctx0" brushRef="#br0" timeOffset="-12640.09">24723 14055 1831 0,'0'0'474'16,"0"0"-245"-16,0 0-101 15,0 0-93-15,0 0-20 16,0 0-15-16,0 0-10 15,27 104-18-15,-5-97-11 16,5-5 11-16,2-2-31 16,2 0-45-16,-2-2-73 15,-2-5 90-15,-4 2 75 0,-10 2 12 16,-5 1 0-16,-6 2 34 16,-2 0 164-16,0-4-55 15,0 1-5-15,0 2-16 16,2-6-63-16,4 4-25 15,-2 1-19-15,0 2-15 16,-1 0-17-16,3 0-151 16,-2 0-151-16,1 4-439 0</inkml:trace>
  <inkml:trace contextRef="#ctx0" brushRef="#br0" timeOffset="-12295.15">24870 13968 1408 0,'0'0'250'16,"0"0"-47"-16,0 0 5 16,0 0-96-16,0 0 17 0,0 0 32 15,-111 103-24 1,111-71-39-16,11-4-8 0,18-5-44 16,9-6-20-16,1-8-1 15,2-4-25-15,-3-5-18 16,-3 0-45-16,6-12-135 15,-8-7-284-15,-6-1-589 0</inkml:trace>
  <inkml:trace contextRef="#ctx0" brushRef="#br0" timeOffset="-11695.23">25177 14075 1728 0,'0'0'516'0,"0"0"-271"16,0 0-82-16,0 0-103 15,116-71-33-15,-93 57-6 16,-5-1-20-16,-9-3 6 16,-3-3 8-16,-6 1-15 15,0 4 3-15,0 2 3 16,-18 8-12-16,-3 6 12 16,-4 0 4-16,2 8 14 15,6 16-3-15,1 10-9 16,10 2 2-16,6 4 5 15,0-5-18-15,20-8 22 16,11-6-11-16,11-13 6 16,5-8-17-16,0 0-1 15,0-12-30-15,-7-14-41 16,-9-4-49-16,-9-7-27 0,-11 0-6 16,-7 0 73-16,-4 7 80 15,0 6 105-15,0 12 114 16,0 8-25-16,0 4-94 15,0 12-72-15,12 21-4 16,3 6 24-16,1 7-15 16,0 3 18-16,-6-8-32 15,2-6-4-15,-5-9-15 16,-3-12 6-16,-4-12-6 16,0-2 0-16,0-16 0 0,0-21-30 15,0-9 8 1,0-3-10-16,0-6 31 0,4 9 2 15,10 6 0 1,3 14 0-16,4 12 23 0,3 14 0 16,1 0-15-16,-1 22 8 15,-2 10-16-15,-3 6 18 16,-9 0-19-16,-1-6 1 16,-4-4-1-16,0-7-8 15,-1-12-106-15,0-6-348 16,-1-3-1108-16</inkml:trace>
  <inkml:trace contextRef="#ctx0" brushRef="#br0" timeOffset="-11490.02">26097 13499 2239 0,'0'0'516'15,"0"0"-336"-15,0 0-54 16,0 0 7-16,42 137-41 15,-20-72-16-15,-3 6-13 16,2-3-42-16,-5-8-21 16,-5-7-50-16,-5-12-54 15,-1-13-87-15,-5-12-341 16,0-11-637-16</inkml:trace>
  <inkml:trace contextRef="#ctx0" brushRef="#br0" timeOffset="-11266.61">26281 13946 776 0,'0'0'1002'15,"0"0"-634"-15,0 0-48 16,98-126-149-16,-71 92-98 0,-6 10 9 16,-11 6 19-16,-10 12 3 15,0 6-13-15,-26 0-64 16,-8 8 15-16,-3 16-23 16,1 6 7-16,9 7-25 15,7 9 20-15,13 1-1 16,7 2-5-16,5-3-6 15,19-7-8-15,10-7-2 16,1-13-48-16,21-19-30 16,-10 0-128-16,-1-19-677 0</inkml:trace>
  <inkml:trace contextRef="#ctx0" brushRef="#br0" timeOffset="-11160.34">26807 13932 2572 0,'0'0'370'15,"0"0"-261"-15,0 0-109 16,0 0-449-16</inkml:trace>
  <inkml:trace contextRef="#ctx0" brushRef="#br0" timeOffset="-111892.06">16320 1299 1275 0,'0'0'211'16,"0"0"5"-16,0 0 49 15,0 0-30-15,0 0-38 16,0 0-38-16,25 38-59 15,-25-33-23-15,-2-2-13 16,-9 1-13-16,-4-4-19 0,-1 0-7 16,3 0 18-16,-1-7 11 15,4-12-27-15,3-3-9 16,4 0-11-16,3 2 1 16,0 4-8-16,16 8-6 15,2 8 4-15,-3 0 2 16,-1 6 1-16,-7 16 5 15,-7 6 15-15,0 4 9 16,-4-1 0-16,-13-2-6 16,2-5-14-16,1-5-1 15,6-7-9-15,1-11 8 16,0-1 7-16,3-5 27 16,4-22-21-16,0-3-9 0,0-2-12 15,4 6 1-15,12 8 17 16,1 10 0-16,-3 8-2 15,-3 0-15-15,-7 10 8 16,-4 12 6-16,0 7 39 16,-8-2-4-16,-10-1-20 15,2-3-18-15,3-12-11 16,2-4 10-16,2-7-4 16,0 0 14-16,0-14-15 15,2-13-6-15,5-3 2 16,2 0-4-16,0 4-2 15,18 4 2-15,6 10-7 16,3 9-1-16,-5 3 9 16,-3 0-4-16,-11 15 5 15,-8 9 23-15,0 4 23 0,-18 2 10 16,-6 1-22-16,2-5-23 16,1-6-10-16,8-8 5 15,2-8-6-15,0-4 17 16,0-9-2-16,2-18-15 15,2-13-1-15,5-7 0 16,2-1-8-16,4 6 2 16,21 7-4-16,6 15-4 15,2 13 5-15,-4 7-8 16,-4 0 18-16,-12 12-6 0,-5 15 6 16,-8 2 2-1,0 3 11-15,-12 0-7 0,-3-5 5 16,3-8-11-16,1-8 1 15,5-10 0-15,-2-1 5 16,0-6-6-16,-1-18-2 16,0-12-5-16,7-6-2 15,2-4 3-15,0 2 4 16,11 8-7-16,12 8 8 16,0 11-14-16,2 9 6 15,-2 8 0-15,-5 0 8 16,-5 8-4-16,-7 11 5 15,-6 0 0-15,0 4 7 16,0 0-1-16,-15-4 0 16,-1-1 3-16,1-6-8 0,-1-6 6 15,1-6-5-15,1 0 14 16,3-11-14-16,-1-14-2 16,8-1-1-16,4-2-8 15,0 4 7-15,4 4-10 16,17 6 11-16,1 8-14 15,3 6 8-15,0 0-2 16,-4 15 8-16,-5 10 0 16,-7 3 1-16,-9 3 0 15,0 1 9-15,0-6 3 16,-9-7-11-16,-3-6 5 16,4-10-5-16,-3-3 12 15,-1 0-2-15,-3-2-10 16,-1-12-1-16,1-2-6 0,1-1-33 15,3 0-47-15,3-5-37 16,6-14-55-16,-1 4-121 16,3 2-764-16</inkml:trace>
  <inkml:trace contextRef="#ctx0" brushRef="#br0" timeOffset="-56679.04">16544 5460 1084 0,'0'0'377'0,"0"0"-109"15,0 0 17 1,0 0-135-16,0 0-78 0,0 0-24 16,96 14 15-16,-90 12-14 15,-3-1 16-15,-3 0-8 16,0-1-4-16,-11-3-6 15,-2-6-21-15,-5-3 4 16,3-5-28-16,1-7 11 16,3 0 2-16,-1-19 4 15,6-13-7-15,3-4-3 16,3-6 2-16,0 2-5 16,11 8 10-16,7 8-7 15,3 10 16-15,-4 10-10 16,-1 4-6-16,-3 0-9 15,-6 16 0-15,-4 6 1 0,-3 0 0 16,0 2 11 0,-12 0-12-16,-5-4 14 0,-4-6-14 15,3-5 7-15,3-8-6 16,-1-1 18-16,7-8-5 16,3-16-4-16,4-6-4 15,2-4-6-15,0 1 0 16,10 2 11-16,11 9-5 15,4 8 6-15,4 9 3 16,2 5-15-16,-5 5 1 16,-4 16 0-16,-10 6 0 15,-12 4 0-15,0 1 0 16,-25 1 17-16,-6-3-6 0,-2-1 9 16,2-8-12-1,6-9 4-15,7-7-4 0,5-5 13 16,3-7 13-16,4-15-14 15,6-7-5-15,0-2-14 16,2 4 5-16,20 2-6 16,5 11-2-16,6 10 2 15,3 4-1-15,-5 8 0 16,-6 18 0-16,-14 6-1 16,-11 6 1-16,0 0 0 15,-22-1 2-15,-7-4 4 16,-2-6-5-16,6-10 4 15,3-6-5-15,9-11 6 16,3 0 5-16,4-18-2 0,6-16-9 16,0-6 6-16,0-7-11 15,16 8 6-15,5 5-2 16,4 17-5-16,0 13 5 16,-1 4-8-16,-4 6 9 15,-8 16-1-15,-10 5 1 16,-2 1-6-16,-9 0 13 15,-11-2-4-15,-1-8-2 16,6-11 7-16,3-7-8 16,6 0 16-16,4-20-8 15,0-9-7-15,2-1-1 16,0-3 6-16,0 9-8 16,0 4 4-16,0 9-3 0,0 6 1 15,0 5-1-15,0 0-60 16,-3 0-161-16,-5 0-863 0</inkml:trace>
  <inkml:trace contextRef="#ctx0" brushRef="#br0" timeOffset="102069.14">23115 8707 841 0,'0'0'61'15,"0"0"-61"-15,0 0-15 16,0 0-203-16,0 0-304 0</inkml:trace>
  <inkml:trace contextRef="#ctx0" brushRef="#br0" timeOffset="102594.45">23144 8440 1729 0,'0'0'368'15,"0"0"-68"-15,0 0-18 16,0 0-161-16,0 0-70 16,-93 140 34-16,84-59 8 15,7 2-43-15,2-2-8 0,11-17-27 16,20-16 0 0,14-20-15-16,7-17 11 0,5-11 5 15,-3-15 13-15,-5-16-1 16,-9-10-10-16,-9-5 30 15,-13 0 4-15,-9-2 10 16,-9-3 8-16,0 3 22 16,-29 2-4-16,-11 4-16 15,-9 6-24-15,-7 7-15 16,-5 8 17-16,7 7-41 16,0 5 3-16,9 9-12 15,9 0 0-15,11 0-13 16,13 0-52-16,7 7-80 15,5 9-68-15,27 19-33 16,11-8-122-16,2-1-655 0</inkml:trace>
  <inkml:trace contextRef="#ctx0" brushRef="#br0" timeOffset="102859.68">23725 8828 2270 0,'0'0'351'0,"0"0"-201"15,0 0 90 1,0 0-66-16,-3 121-59 16,1-78-43-16,-1-3-33 0,1-3-14 15,0-5-14-15,0-2-10 16,2-7-1-16,0-8-3 15,0-4-59-15,0-9-74 16,29-8-54-16,2-18-348 16,2-9-582-16</inkml:trace>
  <inkml:trace contextRef="#ctx0" brushRef="#br0" timeOffset="103479.83">24394 8274 1932 0,'0'0'254'0,"0"0"-121"16,-128-27 223-16,81 23-195 15,4 4-56-15,8 0-27 16,-1 17-19-16,7 11-17 15,7 7-3-15,9 7-16 16,11 0-4-16,2-1-11 16,11-7-2-16,20-10-6 15,7-8-17-15,9-12 16 16,2-4 1-16,4-10-1 16,-2-14-35-16,-3-4-3 15,-8-4-3-15,-9 2 13 0,-9-3 29 16,-9 6 0-16,-3-1 20 15,-8 3 11-15,-2 6 29 16,0 5-10-16,0 5 11 16,0 9-5-16,0 0-24 15,2 13-32-15,5 20 10 16,1 16 37-16,-1 13-4 16,0 10 16-16,-3 4-19 15,-1 3 1-15,-1-10-14 16,2-6-3-16,0-11-15 15,1-12 10-15,-1-6 2 16,1-10 3-16,0-7 12 16,-3-8-10-16,-2-4 13 0,2-5-14 15,-2 0 16-15,2 0-7 16,-2 0-1-16,2 0-18 16,0 0-3-16,-2 0-7 15,3 0-4-15,-3 0-2 16,2 0-35-16,-2 0-43 15,4 0-56-15,4 0-42 16,4-12-66-16,2 3-65 16,-5-1-1335-16</inkml:trace>
  <inkml:trace contextRef="#ctx0" brushRef="#br0" timeOffset="116032.39">9309 5522 565 0,'0'0'591'0,"0"0"-410"16,0 0 132-16,0 0-89 16,0 0-114-16,-68 66 28 15,60-37 12-15,-3 4-31 16,4 4-27-16,0 2-15 15,5-2 12-15,2-4-47 16,0-6 0-16,18-8-20 16,11-10 15-16,9-9 2 0,4 0 2 15,3-9-16-15,-3-16-9 16,-4-3-5-16,-9-4-5 16,-11 1 10-16,-10 0-15 15,-8-1 10-15,0 3 26 16,-15 5 7-16,-12 6-9 15,-4 4-2-15,-5 7-10 16,1 0-11-16,2 5-8 16,0 2 7-16,10 0-17 15,5 0 6-15,7 9-15 16,6 4-62-16,5 13-54 16,11-2-175-16,10-5-478 0</inkml:trace>
  <inkml:trace contextRef="#ctx0" brushRef="#br0" timeOffset="116289.52">9756 5750 1627 0,'0'0'235'16,"0"0"63"-16,0 0 1 15,0 0-134-15,54 119-65 16,-38-97-30-16,-3-4-10 0,-1-4-35 16,-6-5-6-16,1-6-11 15,-5-1-8-15,0-2-6 16,2 0-32-16,1 0-61 16,0-5-236-16,-1-7-502 0</inkml:trace>
  <inkml:trace contextRef="#ctx0" brushRef="#br0" timeOffset="116986.18">10136 5139 1237 0,'0'0'261'16,"0"0"-123"-16,0 0 155 16,0 0-122-16,-137-3-68 15,108 20-7-15,5 5-20 16,4 9-32-16,7 1 20 15,6 1-1-15,7 0-22 16,0-5 7-16,2-4-23 16,20-6-12-16,7-9-12 15,5-6 25-15,1-3-25 0,-2 0 16 16,0-11-9-16,-8-4-7 16,-2-5 7-16,-9 0-2 15,-3-2 0-15,-3-2 0 16,-5-1 5-16,-1 1-10 15,-2 0 7-15,0 5-7 16,0 0 9-16,0 6 4 16,-2 2-2-16,-1 5 46 15,1 4-3-15,2 2-8 16,0 0-36-16,0 0-11 16,5 14 0-16,11 12 2 15,3 9 19-15,4 6 10 16,-1 5 24-16,1 3-13 15,-2-3 5-15,2-6-22 0,-5-4 5 16,-1-4-15-16,-1-6 5 16,-5-2-11-16,-2-4 0 15,0 0-1-15,-2-3-7 16,-1-3 9-16,1-4-9 16,-2-3-1-16,-1-2 1 15,-1-3 4-15,-3-2-4 16,2 0 4-16,-2 0-5 15,0 0 0-15,0 0-1 16,0 0-29-16,4-7-40 16,0-9-116-16,-1 1-533 0</inkml:trace>
  <inkml:trace contextRef="#ctx0" brushRef="#br0" timeOffset="-214234.18">16627 9316 1129 0,'0'0'162'0,"0"0"-69"16,0 0 153-16,40-74-63 15,-15 58-49-15,-5 4-35 16,-3 8 7-16,-3 4-48 15,-3 0 48-15,-5 14 30 16,-3 9-32-16,-3 0-14 16,0 0-11-16,-9 3-20 15,-9-6-3-15,0-3-13 0,-2-5-22 16,5-8 13 0,1-4-33-16,3 0 29 0,2-14-15 15,4-12 3-15,5-6-17 16,0-4 6-16,2-4-7 15,17 5 0-15,1 2 0 16,2 10 1-16,-2 12-14 16,3 7 13-16,-6 4 0 15,-1 6-4-15,-7 15 4 16,-7 3 0-16,-2 5 9 16,0-1 7-16,-15-2-8 15,-4-4 10-15,2-6-8 16,1-6-1-16,5-5-9 15,-1-5 18-15,6 0-17 0,0-21 9 16,3-2-10-16,3-8 0 16,0 1 0-16,0-1 6 15,15 7-15-15,6 5 10 16,1 7-2-16,0 6 2 16,-2 6 8-16,-3 0-8 15,-7 0-1-15,-8 7 6 16,-2 9 3-16,0 1 34 15,-20 1-19-15,-2 0 24 16,-2-2-30-16,-1-4 0 16,7-9-17-16,3-3 9 15,1 0-2-15,7-12 1 16,5-14-9-16,2-1 0 16,0-4-15-16,7 6 13 15,11 4 1-15,2 8 1 0,2 6-6 16,0 7 0-16,1 0 5 15,-6 8 0-15,-5 14 1 16,-8 5 4-16,-4 1-2 16,-4 2 19-16,-19-4-20 15,1-5 17-15,2-4-17 16,7-9 5-16,4-8-6 16,2 0 15-16,3-8-12 15,4-16 4-15,0-7-14 16,0-2 4-16,0 3-7 15,15 6 8-15,3 7 2 16,6 9-12-16,1 8 11 16,0 0-8-16,-5 15 9 0,-9 9 0 15,-9 3 6-15,-2 4 9 16,-9 1-15-16,-15-4 25 16,-1-3-18-16,5-11 10 15,2-5-16-15,7-9 12 16,4 0-2-16,5-23-11 15,2-10 0-15,0-5-9 16,18 2-2-16,7 4 6 16,2 11 4-16,2 14-8 15,-6 7 9-15,0 0-1 0,-9 16 0 16,-10 10 1 0,-4 6 11-16,-9 0 47 0,-15-3-19 15,-3 0 8-15,2-9-28 16,5-8-2-16,5-7-16 15,3-5 14-15,-1 0-6 16,0-13-9-16,1-6 0 16,4-4-64-16,6-3-20 15,2-8-87-15,17 6-91 16,8 1-620-16</inkml:trace>
  <inkml:trace contextRef="#ctx0" brushRef="#br0" timeOffset="-212611.86">17284 13032 1577 0,'0'0'316'0,"0"0"-40"0,0 0-41 16,0 0-145-1,0 0-61-15,0 0 11 0,0 0-5 16,107 4 18-16,-107 15 20 16,0-4 20-16,-4 4-5 15,-14-7-42-15,1 0 1 16,1-7-29-16,-3-5 40 16,6 0-15-16,0-8-5 15,4-13-22-15,5-6-15 16,4-1 14-16,0 0-15 15,11 2 5-15,11 4 1 16,0 8-12-16,3 6 3 16,-5 8 1-16,-4 0 2 15,-6 14 0-15,-4 10-9 16,-6 4 9-16,0 2 20 0,-12-2-14 16,-11-1 36-16,2-8-30 15,-2-7 9-15,3-6-11 16,3-6 13-16,3-2-17 15,1-19 7-15,6-8-13 16,5-3 1-16,2-4-2 16,4 3 10-16,14 6-18 15,4 6 9-15,3 11-2 16,0 10-13-16,-6 0 7 16,-3 17 7-16,-9 12-7 15,-7 6 7-15,0 3 2 16,-13 0 20-16,-14-2-20 15,0-6 8-15,2-7-9 16,7-10 11-16,3-11-10 16,1-2 23-16,3-12-14 0,3-17-8 15,5-8-2-15,3-4 10 16,0-5-16-16,15 8 7 16,12 11-2-16,0 8-6 15,2 14 6-15,0 5-15 16,-2 3 16-16,-7 20-2 15,-9 7 2-15,-11 3-7 16,0 4 17-16,-11 1-8 16,-18-1 7-16,-5-4 12 15,1-7-21-15,4-8 9 0,5-13-3 16,4-5 6-16,6-12-10 16,5-20 8-16,9-11-16 15,0-1 8-15,9 1-4 16,18 2-4-16,6 12 6 15,3 11-6-15,4 14 0 16,0 4-5-16,-7 7 8 16,-10 17-7-16,-12 5-1 15,-11 10 11-15,0 0 2 16,-26 0 16-16,-8-3-17 16,0-6 11-16,3-10-12 15,0-10 9-15,4-10 6 16,3-2-14-16,4-24 21 15,4-8-22-15,11-6-7 16,5 0-1-16,0 4 8 0,25 6-13 16,6 12 2-16,7 10 4 15,1 8-1-15,-4 0 8 16,-10 24-16-16,-12 5 8 16,-13 8 16-16,0 3-8 15,-18-1 1-15,-11-5 15 16,3-8-14-16,1-9 13 15,7-9-9-15,5-8-6 16,-1 0 18-16,5-13-18 16,5-8-55-16,4 4-51 15,0-8-53-15,11 7-140 0,5 3-563 16</inkml:trace>
  <inkml:trace contextRef="#ctx0" brushRef="#br0" timeOffset="-139093.93">8223 6471 26 0,'0'0'72'0,"0"0"-13"16,118 68-51-16,-80-41-8 16,-3-1-165-16</inkml:trace>
  <inkml:trace contextRef="#ctx0" brushRef="#br0" timeOffset="-19701.35">23713 11529 879 0,'0'0'262'16,"0"0"-6"-16,0 0 26 15,0 0-114-15,0 0-36 16,0 0 63-16,-54 19-17 15,41-9-26-15,-3 0-30 16,1 4-28-16,-1 5-31 16,1 4-17-16,1 9-13 15,1 8-10-15,2 12 8 0,0 7-12 16,6 6 11-16,5-4-12 16,0-3-4-16,0-8-13 15,16-9 8-15,8-11-9 16,3-11 8-16,4-9-7 15,4-10 5-15,0 0 12 16,-2-5-2-16,1-17 0 16,-3-7-1-16,-6-2 15 15,-4-6 3-15,-7-4 6 16,-3-5 0-16,-7-5-10 16,-4-2 5-16,0 3-20 15,0 3 10-15,0 4-2 16,-13 5 0-16,-1 5-8 15,1 7-1-15,-2 3-11 16,1 5 5-16,4 4-6 0,-2 6 0 16,1 5-1-16,-2 3-8 15,-3 0-2-15,-4 7-37 16,0 13-50-16,-2 6-47 16,3 19-86-16,6-10-375 15,9-1-474-15</inkml:trace>
  <inkml:trace contextRef="#ctx0" brushRef="#br0" timeOffset="-19409.17">24197 11957 1704 0,'0'0'256'16,"0"0"-89"-16,0 0 224 16,0 0-175-16,0 0-74 15,22 139-24-15,-22-102-39 16,0 0-30-16,0-1-25 16,0-7-13-16,0-2 1 15,-4-7-11-15,2-9-1 16,2-2-16-16,0-6-60 15,0-3-83-15,0-12-227 0,9-5-447 16</inkml:trace>
  <inkml:trace contextRef="#ctx0" brushRef="#br0" timeOffset="-19093.05">24556 11476 1639 0,'0'0'365'0,"0"0"-33"16,0 0-62-16,0 0-186 0,0 0-67 15,0 0 73-15,35 110 0 16,-26-60-23-16,1 4-27 15,-2-4-23-15,3-1-7 16,-1-5-10-16,0-2 10 16,1-6-10-16,1-4 0 15,-3-6-41-15,-1-4-81 16,2-2-148-16,-4-8-244 16,-3-1-201-16</inkml:trace>
  <inkml:trace contextRef="#ctx0" brushRef="#br0" timeOffset="-18882.22">24538 12101 1505 0,'0'0'338'16,"0"0"3"-16,0 0-106 16,0 0-124-16,0 0-63 15,0 0-9-15,0 0-11 16,67 3 6-16,-23-3-3 15,6-11-22-15,-4 3-1 16,-6 1-8-16,3 7-15 16,-12 0-288-16,-10 0-391 0</inkml:trace>
  <inkml:trace contextRef="#ctx0" brushRef="#br0" timeOffset="8253.86">21700 631 757 0,'0'0'393'16,"0"0"-60"-16,0 0-30 16,0 0-70-16,0 0-23 15,-20-20-74-15,11 20-38 16,-1 0-29-16,-2 0 8 15,-3 0-22-15,-1 8-9 16,1 11-13-16,-4 2-10 16,1 8-1-16,5 3-3 0,2 6 4 15,7 2-11 1,4-2 7-16,0 0-7 0,7-6 3 16,12-3-15-16,10-9 3 15,4-6 4-15,8-9 10 16,1-5 8-16,1 0-10 15,-1-12-1-15,-2-8-14 16,-9-4 10-16,-8-2 1 16,-11-3 7-16,-6-3 12 15,-6-1-1-15,0 1 0 16,-18-3 5-16,-5 3-8 16,-4 4-8-16,-2 2 6 15,3 7-23-15,-3 2 5 16,7 5-5-16,1 5-2 15,4 4 0-15,5 3-12 0,1 0-53 16,3 0-37 0,0 12-59-16,6 15-176 0,2-4-280 15,0-1-370-15</inkml:trace>
  <inkml:trace contextRef="#ctx0" brushRef="#br0" timeOffset="8502.68">22189 870 1557 0,'0'0'296'16,"0"0"-169"-16,0 0 174 0,0 0-66 16,-32 124-104-1,26-90-70-15,2-2-13 0,0-4-21 16,0-3-12-16,2-5-9 15,0-5-6-15,2-3 0 16,0-4 0-16,0-8-99 16,0-8-186-16,14-16-253 15,3-6-1173-15</inkml:trace>
  <inkml:trace contextRef="#ctx0" brushRef="#br0" timeOffset="8891.52">22351 662 1639 0,'0'0'214'0,"0"0"-111"16,0 0 120-16,-9 109-102 16,9-72-67-16,21-3 9 15,6-4 18-15,4-4-21 16,2-3-27-16,3-9 7 15,1-7 23-15,-1-2 0 16,-1-5-11-16,-4 0-10 16,-4-12-12-16,-4-9-5 15,-5-1 14-15,-7-2 6 16,-7-4 16-16,-4 2-24 16,0 0 13-16,-19 6-19 0,-8 1-4 15,-10 5-21 1,0 6-5-16,-7 5 0 0,-1 3-1 15,5 0-8-15,9 0-23 16,8 0-17-16,8 0-28 16,7 0-11-16,8 0-61 15,6 0-212-15,13 0-282 16,4 0-324-16</inkml:trace>
  <inkml:trace contextRef="#ctx0" brushRef="#br0" timeOffset="9123.9">22882 619 1590 0,'0'0'283'16,"0"0"62"-16,0 0-45 16,31 119-113-16,-22-77-55 15,2-3-53-15,0 0-39 16,2-5-13-16,-1-3-21 15,-1-7 3-15,-3-4-9 16,2-8-1-16,-3-7-92 16,-7-5-132-16,0 0-132 15,0 0-194-15</inkml:trace>
  <inkml:trace contextRef="#ctx0" brushRef="#br0" timeOffset="9274.5">22924 1030 1340 0,'0'0'324'0,"0"0"-140"16,0 0 102-16,0 0-67 16,0 0-113-16,129-12-68 15,-90 7-38-15,9 2-61 16,-9 3-319-16,-6 0-1142 0</inkml:trace>
  <inkml:trace contextRef="#ctx0" brushRef="#br0" timeOffset="26505.19">22558 4969 910 0,'0'0'214'16,"0"0"-1"-16,0 0 65 15,0 0-58-15,0 0-66 16,-95 106-22-16,86-64 5 16,9 3-29-16,0 2-13 15,7-2-28-15,15-3-23 0,7-4-20 16,4-9 4-16,3-6 2 15,2-11-15-15,-1-12-1 16,2 0 3-16,-6-15 7 16,-6-12-18-16,-5-1 8 15,-8-4 35-15,-10 2 58 16,-4-3-12-16,0 1-9 16,-14 1-32-16,-12-1-18 15,-5 3-7-15,-6 5-28 16,2 6 13-16,-1 6-14 15,5 6 0-15,4 6-12 16,5 0-12-16,9 0-50 16,6 2-60-16,7 16-148 0,0-2-413 15,11 3-951-15</inkml:trace>
  <inkml:trace contextRef="#ctx0" brushRef="#br0" timeOffset="26806.05">23183 5395 1914 0,'0'0'349'0,"0"0"-244"16,0 0 83-16,0 0 36 0,0 105-87 15,0-60-48-15,2 1-15 16,-2 2-17-16,0-5-36 16,0-3-3-16,0-5-16 15,0-8 5-15,-2-2-6 16,0-6-1-16,2-10-20 16,0-7-68-16,2-13-112 15,15-16-317-15,4-9-847 0</inkml:trace>
  <inkml:trace contextRef="#ctx0" brushRef="#br0" timeOffset="27473.45">23663 4900 1679 0,'0'0'209'15,"0"0"-131"-15,0 0 129 16,0 0-135-16,0 0-47 0,-117-1 2 15,99 23-6-15,3 4-7 16,1 3 1-16,6 6 6 16,3-3-20-16,5-4-1 15,0-4 0-15,20-6 0 16,9-10 21-16,9-5 4 16,2-3-9-16,0-7-16 15,-5-9-25-15,-6-2-43 16,-10-2 28-16,-6 0 28 15,-8-3 12-15,-5-4 1 16,0 1 11-16,0 0 8 16,0-1 17-16,-5 8 29 0,0 3 13 15,3 8 6 1,2 4 6-16,0 4-14 0,0 0-50 16,4 15-20-16,15 16 35 15,1 5 12-15,2 8 12 16,-4 2-3-16,-1-2-14 15,-1 0-6-15,-3-4 4 16,-1-4-22-16,-3-1-8 16,-5-3-10-16,0-2 10 15,0-5-16-15,2-2 6 16,-4-3-6-16,2-2 0 16,-2-6-1-16,3-1-1 15,-3-4 0-15,0-2-24 16,0-5-31-16,-2 3-25 15,5-3-49-15,4 0-129 0,0 0-242 16,2 0-591-16</inkml:trace>
  <inkml:trace contextRef="#ctx0" brushRef="#br0" timeOffset="28343.25">24676 4841 1071 0,'0'0'246'15,"0"0"-25"-15,0 0 12 16,0 0-59-16,0 0-49 16,0 0 63-16,0 0-22 15,-93-69-56-15,70 65-41 16,-1 2-37-16,-3 2-15 0,-2 0-17 15,0 0 9 1,1 9-8-16,-1 8 0 0,4 3 1 16,4 2-1-16,6 2 14 15,4 2-15-15,6 3 2 16,5-3-1-16,0 0 1 16,7-6-2-16,13-2 0 15,5-8 13-15,2-3-6 16,4-7 5-16,2 0-10 15,-2 0 10-15,1-13-11 16,-1-1 8-16,-6-3-8 16,-4 0 6-16,-3-3-5 15,-5-1 4-15,-1 3 0 16,-3-1-6-16,-1 3 14 16,0 0-14-16,-2 1 10 0,-1 5-9 15,-1 2 10-15,0 2-10 16,-4 5 9-16,2 1-4 15,-2 0-4-15,0 0 10 16,0 0-11-16,0 0-1 16,2 12 15-16,4 5 19 15,-2 10 6-15,0 3 13 16,1 7-7-16,-3 4 5 16,0 6-6-16,-2-1-11 15,2 1 7-15,0-3-20 16,3-3-8-16,0-6-5 15,-1-1 2-15,-2-3-1 16,1-5 17-16,-1-4 5 16,-2-5-1-16,2-5-17 15,0 1-4-15,-2-3 3 0,2-2-12 16,-2 0 6-16,2-1-5 16,-2 2-1-16,0-1 7 15,0-2-7-15,0 0 0 16,0-3-1-16,0 0-26 15,-4-3-74-15,-5 0-79 16,-2 0-433-16</inkml:trace>
  <inkml:trace contextRef="#ctx0" brushRef="#br0" timeOffset="39832.35">9598 7677 1083 0,'0'0'347'16,"0"0"-209"-16,0 0 96 16,0 0-135-16,-27 101-42 0,27-60-21 15,0 3 13-15,4-3 13 16,13-2-3-16,1-8-10 16,1-11-11-16,6-8 51 15,2-12 29-15,4 0 3 16,-2-20-27-16,-2-9-27 15,-6-3-2-15,-7-3 16 16,-9-1 0-16,-5 2-21 16,0 0 25-16,-9 2-42 15,-11 4-1-15,-3 5-19 16,-1 2-1-16,0 9-22 16,-3 4 0-16,0 8-6 0,2 0-18 15,3 2-27-15,4 14-61 16,12 7-85-16,4-4-355 15,2-1-526-15</inkml:trace>
  <inkml:trace contextRef="#ctx0" brushRef="#br0" timeOffset="40064.61">10042 8049 1413 0,'0'0'269'0,"0"0"-78"0,-10 102 293 16,-3-54-275-1,1 2-85-15,-2-3-54 0,3-6-30 16,-1-2-22-16,6-9-9 16,1-10-5-16,5-7-4 15,0-13-59-15,0-7-168 16,5-13-505-16</inkml:trace>
  <inkml:trace contextRef="#ctx0" brushRef="#br0" timeOffset="40335.95">10376 7957 960 0,'0'0'1069'0,"0"0"-879"16,0 0-70-16,0 0 16 15,0 0 0-15,-4 114-57 16,0-72-12-16,-2 2-41 16,4-2-12-16,0-3-14 15,0-5 9-15,2-3-9 16,0-4-40-16,0 1-163 15,0-8-374-15,0-8-667 0</inkml:trace>
  <inkml:trace contextRef="#ctx0" brushRef="#br0" timeOffset="40508.09">10279 8478 1644 0,'0'0'343'16,"0"0"-227"-16,0 0 110 15,0 0-60-15,0 0-86 16,115-22-53-16,-64 7-27 16,-4 6-1-16,0 9-173 15,-14 0-351-15,-10 0-1036 0</inkml:trace>
  <inkml:trace contextRef="#ctx0" brushRef="#br0" timeOffset="53337.29">8931 805 1137 0,'0'0'310'16,"0"0"-73"-16,0 0-89 0,0 0-59 15,0 0-39 1,-19 31 10-16,17-4 53 0,-1 4-24 16,3 5 1-16,0 1-4 15,3 1-25-15,12-6-34 16,5-3-13-16,4-7 3 16,3-8-4-16,4-7 14 15,-2-7 0-15,0-3 23 16,-4-18-9-16,-7-8 2 15,-7 0-22-15,-9-4 0 16,-2 6 11-16,0 0 24 16,-15 3 18-16,-5 6-26 15,-5 2-10-15,-2 2-14 16,-2 6-7-16,0 4-16 16,2 4 5-16,3 0-6 0,6 0 1 15,7 0-2-15,7 0 0 16,2 0-35-16,2 2-139 15,0 5-212-15,4-6-760 0</inkml:trace>
  <inkml:trace contextRef="#ctx0" brushRef="#br0" timeOffset="53564.46">9400 851 1071 0,'0'0'590'0,"0"0"-420"16,0 0 51-16,0 0 23 16,55 111-72-16,-37-83-64 15,1-3-60-15,-2-6-27 16,-1-5-8-16,-5-3-12 16,-3-6-1-16,0-5-22 15,-8 0-94-15,0-8-90 16,0-9-446-16</inkml:trace>
  <inkml:trace contextRef="#ctx0" brushRef="#br0" timeOffset="53931.25">9471 734 1587 0,'0'0'191'0,"0"0"-130"16,0 0 20-16,0 0 14 16,0 0-11-16,0 0-37 15,136 104-10-15,-100-102 32 16,-3-2 5-16,-3 0-15 16,-11-9-10-16,-3-8-1 15,-10-5 33-15,-3-2-5 16,-3-4-7-16,-5 1-41 15,-13 5 11-15,-6 4 15 16,-5 9-26-16,0 0 5 16,-4 7-24-16,0 2-1 0,4 0-7 15,2 0 0-15,6 0 0 16,8 0-1-16,6 0-9 16,7 0-76-16,0 0-162 15,2-8-232-15,10-2-544 0</inkml:trace>
  <inkml:trace contextRef="#ctx0" brushRef="#br0" timeOffset="54120.32">9708 473 1609 0,'0'0'342'0,"0"0"-199"0,0 0 61 15,0 0-4-15,0 0-84 16,102 104-40-16,-75-72-45 15,-3-3-16-15,1-5-9 16,-3-5-6-16,5-2-108 16,-5-5-404-16,-9-7-589 0</inkml:trace>
  <inkml:trace contextRef="#ctx0" brushRef="#br0" timeOffset="56055.61">9090 3202 818 0,'0'0'221'16,"0"0"-82"-16,0 0 69 15,0 0-48-15,0 0-32 16,0 0 12-16,0 0-72 16,69 104-21-16,-44-104 29 15,3 0 44-15,1-14 25 16,-2-10-33-16,0-6-18 16,-9 0-42-16,-5 2-6 15,-9 0 13-15,-4 6 38 16,0 0-16-16,-6 4-23 15,-11 6 9-15,-4 1-16 0,-3 8-18 16,-5 1-27-16,-3 2 1 16,1 0-6-16,0 4-2 15,2 6-6-15,9 1-18 16,4 0-56-16,6-1-52 16,8 2-86-16,2 2-128 15,4-2-52-15,9-2-748 0</inkml:trace>
  <inkml:trace contextRef="#ctx0" brushRef="#br0" timeOffset="56304.07">9598 3418 1491 0,'0'0'251'15,"0"0"-118"-15,-11 103 236 16,-3-51-106-16,1 0-121 16,3-1-72-16,0-7-9 15,4-7-21-15,3-6-26 16,3-9 0-16,0-8-14 16,0-13-35-16,0-4-78 15,3-19-115-15,5-8-485 0</inkml:trace>
  <inkml:trace contextRef="#ctx0" brushRef="#br0" timeOffset="56889.43">9970 3188 882 0,'0'0'346'0,"0"0"-217"16,0 0 103-16,0 0-74 16,0 0-79-16,-113 17-9 0,91 2 6 15,1 5-12-15,4 3-8 16,5 7-3-1,6-5-25-15,6 2 0 0,0-8-9 16,2-2 7-16,20-7-25 16,7-9 31-16,7-5-17 15,-3 0 0-15,-2-11 2 16,-4-5-5-16,-11-5-3 16,-7 1-9-16,-7 3 11 15,-2-4-10-15,0 1 19 16,-6 2-8-16,-6 5 39 15,1 2 27-15,5 5 6 16,1 6 11-16,3 0-25 0,2 0-31 16,0 10-33-1,0 10 19-15,7 8 27 0,6 6 10 16,-2 7-1-16,2 3 0 16,-2 2-5-16,-1-2-25 15,-2-2 7-15,-1-4-37 16,-3-5 12-16,4-8-12 15,-6-7 2-15,2-8-3 16,-2-5-21-16,0-5-28 16,1 0-29-16,3 0-28 15,6-11-159-15,-1-4-350 16,-1-5-507-16</inkml:trace>
  <inkml:trace contextRef="#ctx0" brushRef="#br0" timeOffset="57445.51">10454 3230 1458 0,'0'0'262'0,"0"0"-131"16,0 0 49-16,0 0-29 16,0 0-107-16,-117-1-16 15,96 16-10-15,1 7 28 0,0 6 2 16,2 2 9-16,7 1-4 16,4-2-17-16,7-3-12 15,0-6-23-15,0-5 26 16,14-7-26-16,3-6 5 15,6-2 2-15,1 0 13 16,-1-16-9-16,-4-2 4 16,-3 0-16-16,-7-1 2 15,-3 4 13-15,-6 2-15 16,0 6 15-16,0 3-3 16,0 1 40-16,0 3 9 15,0 0-41-15,0 13-19 0,0 13 15 16,0 10 34-16,5 9 5 15,2 4 26-15,2 0-28 16,0 0-5-16,2-8-27 16,-2-2-4-16,0-7-11 15,-5-7 0-15,1-7-6 16,-3-7 1-16,0-1-1 16,-2-2-5-16,3 1-14 15,-1-6-40-15,2 4-39 16,0-5-176-16,-1 0-353 0</inkml:trace>
  <inkml:trace contextRef="#ctx0" brushRef="#br0" timeOffset="87259.32">11002 8440 2087 0,'0'0'635'0,"0"0"-635"16,0 0-333-16,0 0 33 15,0 0 81-15,-113 130-1360 0</inkml:trace>
  <inkml:trace contextRef="#ctx0" brushRef="#br0" timeOffset="110883.3">20166 8756 23 0,'0'0'0'0</inkml:trace>
  <inkml:trace contextRef="#ctx0" brushRef="#br0" timeOffset="113105.57">18934 8763 264 0,'0'0'88'0,"0"0"-59"16,0 0-29-16,0 0-131 0</inkml:trace>
  <inkml:trace contextRef="#ctx0" brushRef="#br0" timeOffset="113367.46">18345 8594 523 0,'0'0'94'0,"0"0"-69"16,0 0-14-16,0 0-2 15,0 0-3-15,0 0-6 16,0 0 10-16,14 46-10 16,-3-51-20-16,1-10-330 0</inkml:trace>
  <inkml:trace contextRef="#ctx0" brushRef="#br0" timeOffset="114133.16">18635 8685 150 0,'0'0'209'0,"0"0"-142"0,0 0-44 15,0 0 26-15,0 0 30 16,0 0-8-16,0 0 26 15,-8 10 34-15,8-10-14 16,0 0-49-16,0 0-43 16,0 0-12-16,0 0-13 15,0 0-67-15,8 0-76 0</inkml:trace>
  <inkml:trace contextRef="#ctx0" brushRef="#br0" timeOffset="116265.48">25077 8615 765 0,'0'0'144'0,"0"0"-115"16,0 0-16-16,0 0-11 15,0 0-2-15,0 0-96 16,0 0-177-16</inkml:trace>
  <inkml:trace contextRef="#ctx0" brushRef="#br0" timeOffset="117895.14">24921 8446 155 0,'0'0'90'0,"0"0"-90"0,0 0-47 16,0 0-109-16</inkml:trace>
  <inkml:trace contextRef="#ctx0" brushRef="#br0" timeOffset="148948.55">25146 4959 1493 0,'0'0'249'0,"0"0"-176"15,0 0 148-15,0 0-26 16,0 0-98-16,-8 0-48 15,8 0-9-15,0 0 5 16,0 0-9-16,0 0 5 16,0 0 17-16,0 0-7 15,0 0 2-15,0 0-21 16,-3 0-10-16,3 0-7 16,0 0-5-16,0 0-10 0,-2 0 0 15,0 0-28-15,-9 8-111 16,0 4-341-16,-10 6-716 0</inkml:trace>
  <inkml:trace contextRef="#ctx0" brushRef="#br0" timeOffset="152544.44">13016 3118 1547 0,'0'0'334'0,"0"0"-36"16,0 0-44-16,0 0-58 15,0 0-79-15,0 0-46 16,0 0-9-16,0 0 12 16,0 0 1-16,0 0-21 15,0 0 1-15,0 0-35 16,0 0 1-16,0 4-20 16,4 1 16-16,0 0-10 15,-1 1 8-15,1-2-6 16,-2 0 8-16,0-2-2 0,-2-2-15 15,2 0 16-15,-2 0-16 16,0 0 8-16,3 0-8 16,-3 0 12-16,0 0 0 15,3 0 18-15,-3 0 7 16,2-10-2-16,0-3-8 16,2 1-26-16,-2-1-1 15,1 3 2-15,-1 4 8 16,-2 3-10-16,0 3 0 15,0 0 0-15,0 0-6 16,0 0-1-16,0 0-9 0,2 11 15 16,2 3 1-16,-2 5 0 15,4 4 0 1,-4 3 5-16,0 0-4 0,2 0-1 16,-2-2 0-16,3-4 0 15,-3-6 0-15,0-4 1 16,0-6 0-16,0-1 0 15,1-3-1-15,2 0 1 16,1 0 7-16,9-19-8 16,12-11 1-16,11-14-1 15,13-12-12-15,10-9-7 16,3-4-47-16,-1 4-13 16,6 0-53-16,-18 19-85 15,-16 11-482-15</inkml:trace>
  <inkml:trace contextRef="#ctx0" brushRef="#br0" timeOffset="155278.69">13435 5775 1283 0,'0'0'384'0,"0"0"-73"16,0 0 58-16,0 0-117 16,0 0-70-16,0 0-76 15,-2-32-51-15,2 38-19 16,0 12 11-16,0-1 26 16,6 4-46-16,-1-7-3 15,-1-5-15-15,0-4 1 16,-2-5-1-16,-2 0-3 0,3 0 18 15,1-20 23-15,-1-6-14 16,-1-4-32-16,0 4 14 16,1 6-14-16,-3 12 8 15,2 5-9-15,-2 3 0 16,0 9 1-16,0 13-1 16,0 5 12-16,0 2 3 15,0-3-2-15,0-4-7 16,0-6-4-16,0-8-2 15,0-6 1-15,0-2 6 16,0 0-5-16,10-7 7 16,15-24-3-16,29-31-5 15,8-8 1-15,9-17-4 0,43-43-47 16,-27 34-111-16,-5 0-437 16</inkml:trace>
  <inkml:trace contextRef="#ctx0" brushRef="#br0" timeOffset="190264.2">12810 8 992 0,'0'0'305'15,"0"0"-66"-15,0 0-27 0,0 0 1 16,0 0-66-16,0 0-39 15,-10 0-21-15,10 0-9 16,-2 0-33-16,2 0-20 16,0 0-12-16,0 0-1 15,0 0-4-15,0 0 4 16,0 2-10-16,0 30-1 16,0 12 7-16,0 8-7 15,0 0 4-15,0-4 1 16,0-4 8-16,-4-6 24 15,2-2-15-15,0-6 18 16,2-3-30-16,0-3 8 16,0-5-5-16,0-5 8 0,0-5-15 15,0-5 8-15,0-2 5 16,0-2 32-16,0 0 30 16,0 0-24-16,0 0 22 15,0 0-42-15,12-9 1 16,3-11-22-16,7 1 4 15,5-9-12-15,7-3 0 16,5-7-1-16,7-1-7 16,0-6-2-16,1 4-14 15,5-6-100-15,-17 13-196 16,-13 16-829-16</inkml:trace>
  <inkml:trace contextRef="#ctx0" brushRef="#br0" timeOffset="196480.4">25140 11877 1910 0,'0'0'253'0,"0"0"-244"0,0 0 12 16,0 0-21-16,0 0-671 16</inkml:trace>
  <inkml:trace contextRef="#ctx0" brushRef="#br0" timeOffset="-109174.44">1297 11161 2054 0,'0'0'300'0,"0"0"-76"16,0 0-5-16,0 0-148 15,2 118 66-15,23-7 5 16,4 39-22-16,-3 20-15 15,-8-8-20-15,-7-17-10 16,-1-43-36-16,-6-21 5 16,-2-21-23-16,0-6 0 0,0 3-20 15,0-4 10-15,1-1-11 16,-1-20 0-16,0-14-6 16,0-18-54-16,-2 0 0 15,0-25-48-15,5-54-88 16,0 8-67-16,-1-7-506 0</inkml:trace>
  <inkml:trace contextRef="#ctx0" brushRef="#br0" timeOffset="-108822.48">1152 11333 1652 0,'0'0'229'0,"0"0"47"0,75-102 53 16,-17 62-179-16,10 10-32 16,1 12 4-16,2 17-52 15,1 1-25-15,-6 29-3 16,-3 17-17-16,-9 14 26 16,-12 10-16-16,-18 6 13 15,-17 3 0-15,-7-3 28 16,-25 0-10-16,-17-5 1 15,-12-7 4-15,-2-6-7 16,-2-10-14-16,8-13-37 16,5-10 5-16,9-9-16 0,11-11-2 15,10-2-54 1,8-3-38-16,7 0-26 0,0-3-33 16,25-30-66-16,10 3-389 15,4-2-756-15</inkml:trace>
  <inkml:trace contextRef="#ctx0" brushRef="#br0" timeOffset="-108454.27">2378 11233 1655 0,'0'0'249'15,"0"0"114"-15,0 0-61 16,0 0-154-16,0 0-51 16,-134 72 34-16,110-13-25 15,-5 27 7-15,4 28-11 16,5 25-10-16,11-16-24 15,9-26-17-15,0-32-24 16,5-28-17-16,12 4-1 16,6 1-1-16,4 1-3 15,-2-8-5-15,-2-12-31 0,2-6-59 16,2-13-67-16,20-4-44 16,-7-12-361-16,0-6-658 0</inkml:trace>
  <inkml:trace contextRef="#ctx0" brushRef="#br0" timeOffset="-107966.32">3052 11358 1588 0,'0'0'307'15,"0"0"240"-15,0 0-363 16,0 0-46-16,0 0-70 0,0 0-41 16,0 0-27-16,-14 30 0 15,14 1 20-15,6 10-7 16,8 5 9-16,1 8-11 15,3 1-4-15,-2 3-7 16,2 4 2-16,-5-6-2 16,-1-4 1-16,-6-2-1 15,-2-8-64-15,-2-8-33 16,-2 2-90-16,0-10-283 16,0-6-277-16</inkml:trace>
  <inkml:trace contextRef="#ctx0" brushRef="#br0" timeOffset="-107739.31">2911 12191 1083 0,'0'0'204'0,"0"0"121"16,0 0-204-16,0 0-57 16,0 0 39-16,0 0 86 15,0 0 4-15,77 41-82 16,-34-49-35-16,4-8-41 15,2-3-15-15,0 0-14 16,-2 0-6-16,-2 6 0 16,-10-2-133-16,-1 4-201 15,-10 0-384-15,-11 6-419 0</inkml:trace>
  <inkml:trace contextRef="#ctx0" brushRef="#br0" timeOffset="-107357.73">2641 11523 905 0,'0'0'549'15,"0"0"-325"-15,0 0-55 16,0 0 14-16,0 0-49 15,156-15 18-15,-89 4 26 16,7-6-62-16,-3-1-30 16,-7 0-44-16,-8 1-42 15,9 2-45-15,-16 3-456 16,-11 2-838-16</inkml:trace>
  <inkml:trace contextRef="#ctx0" brushRef="#br0" timeOffset="-106292.49">3923 11239 1144 0,'0'0'371'0,"0"0"-28"15,0 0 30-15,0 0-160 16,0 0-100-16,0 0-40 16,0 0 18-16,0-6 6 15,0 6 3-15,-3 0-7 0,3 0-20 16,0 7-30-1,0 10-32-15,5 10 31 0,13 8-8 16,-1 14 1-16,8 10-5 16,6 31 13-16,12 29 6 15,1 30 14-15,-1-9-21 16,-12-24-6-16,-13-35 6 16,-7-23-22-16,0 4 16 15,-2 4-14-15,3 0 8 16,-4-11-10-16,1-16 4 15,-3-10-5-15,0-11-1 16,-4-11 3-16,0-4-6 16,-2-3 51-16,0 0 12 0,0 0-4 15,0-7-31 1,0-3-23-16,0-1-19 0,-4-1-1 16,-2-2-5-16,4 1-58 15,2 3-66-15,0 3-89 16,27-5-61-16,11 1-192 15,9 2-395-15</inkml:trace>
  <inkml:trace contextRef="#ctx0" brushRef="#br0" timeOffset="-105030.42">5695 11145 1288 0,'0'0'315'0,"0"0"-39"15,0 0-59-15,0 0-32 16,0 0-46-16,150 81 15 15,-102-32 3-15,2 15-15 16,0 27-38-16,-2 34-23 16,-17 32-23-16,-13-12-11 15,-16-26-8-15,-2-41-17 16,0-31 10-16,-7 6-20 16,-2-3 3-16,0-2-9 15,3-14 1-15,2-12-7 16,-2-12-7-16,6-10-83 15,-6 0-75-15,-1-20-347 16,-1 1-1233-16</inkml:trace>
  <inkml:trace contextRef="#ctx0" brushRef="#br0" timeOffset="-79466.5">5309 11468 833 0,'0'0'813'0,"0"0"-597"15,0 0 30-15,0 0-5 0,-122-3-103 16,95 3-43-1,-2 0 0-15,-4 7-17 0,-1 6-8 16,1 8-34-16,0 3 22 16,-1 4-25-16,5 3 1 15,2 4-19-15,7 1-3 16,5 0-6-16,7-3-5 16,8-6-1-16,0-7 6 15,0-3-14-15,17-5-8 16,5-6 7-16,4-3 9 15,5 2 7-15,10-1 7 16,5-1-4-16,8 4-4 16,0 3 2-16,-1 7-16 0,-4 2 2 15,-8 6 5 1,-12 4-7-16,-10 3 8 0,-10 2 6 16,-9 2 6-16,0 2-1 15,-2-1 0-15,-16-6 10 16,0 0-6-16,-1-9 30 15,-6-4-37-15,-2-6 14 16,-4-6 1-16,-5-4-8 16,-4-2-9-16,0 0-6 15,0 0-2-15,1 0-68 16,-11 0-26-16,11 0-174 16,1 0-515-16</inkml:trace>
  <inkml:trace contextRef="#ctx0" brushRef="#br0" timeOffset="6172.33">4672 6459 1136 0,'0'0'250'16,"0"0"-48"-16,0 0-34 16,0 0-45-16,0 0-51 15,0 0-6-15,-56 24-1 16,45-10 13-16,2 6 30 16,-2 8-3-16,-2 5-7 15,1 13-25-15,1 3 10 16,5 3-29-16,2 1 9 15,4-7-32-15,0-5-12 16,0-4-11-16,19-11-2 0,6-10 3 16,6-10-9-1,4-6 14-15,1 0-13 0,0-22 19 16,-4-4-13-16,-7-8 14 16,-4-2 15-16,-7-3 13 15,-10-2 4-15,-2-6-16 16,-2 1 0-16,0 2-28 15,0 2 29-15,-12 8-19 16,-3 8 22-16,-5 8-11 16,-3 8 0-16,0 6-18 15,-2 4-5-15,0 0-7 16,5 2-20-16,3 14-10 16,0 17-105-16,9 1-104 0,6-3-543 15</inkml:trace>
  <inkml:trace contextRef="#ctx0" brushRef="#br0" timeOffset="6382.63">5207 7078 2043 0,'0'0'262'0,"0"0"-180"16,0 0 29-16,0 0-46 16,0 0-44-16,0 0-21 0,0 0-171 15,-76-24-421-15</inkml:trace>
  <inkml:trace contextRef="#ctx0" brushRef="#br0" timeOffset="6892.24">5517 6802 967 0,'0'0'685'0,"0"0"-503"0,0 0 50 16,0 0-69-16,0 0-41 16,0 0-30-16,0 0-24 15,-105 138 2-15,96-90-9 16,3 1-9-16,6-2-18 16,0-3-14-16,4-8-10 15,16-5-10-15,2-11 18 16,7-8-17-16,2-8-2 15,2-4-3-15,-2 0 4 16,1-20 15-16,-5-4-6 16,-9-6 3-16,-5-3-6 0,-6-1 18 15,-7 1 12 1,0-4 37-16,0 1-21 0,-12 5-8 16,-12-1-22-16,-5 9 6 15,-7 3-1-15,-4 5-10 16,1 8-7-16,-2 3-8 15,7 4-2-15,5 0 0 16,10 0 0-16,5 9-32 16,12 5-29-16,2 1-72 15,31-1-182-15,9-4-327 16,3-4-489-16</inkml:trace>
  <inkml:trace contextRef="#ctx0" brushRef="#br0" timeOffset="7704.85">5789 6907 1330 0,'0'0'306'15,"0"0"-141"-15,0 0-77 16,0 0 16-16,0 0-16 15,0 0-34-15,0 0-18 16,116-3 26-16,-94 3 18 16,2-2-11-16,-1 0-24 15,-4-3-35-15,-3 5 17 0,-1 0-26 16,-5-3-2-16,-6 3 1 16,-1 0 0-16,-3 0 1 15,0 0 17-15,0 0 2 16,0 0 6-16,0 0 29 15,0 0 12-15,-5 0-17 16,-9 0-26-16,1 0 8 16,-3 0-16-16,-1 3 3 15,-3 6-11-15,0 1-2 16,2 3-5-16,2-2-1 16,1 4 2-16,4-3-1 15,1 2-2-15,6 1 2 16,0-3-2-16,2 0 1 15,2-2 0-15,0-1-1 16,0-1 0-16,0 1 0 0,0-3 2 16,0 0-7-16,4-2 6 15,2-2 0-15,4 0-10 16,3 1 10-16,0-3 0 16,7 1 0-16,1 1 1 15,0 0-1-15,2 2 2 16,-3 0 4-16,3 5-7 15,-4 0 2-15,-1 3-1 16,0 4 0-16,0 5 0 16,-5 3 0-16,1-1 0 0,-1 2 0 15,-2-4 1 1,-4-1 0-16,-1-8 0 0,-3 1-1 16,-3-1 0-16,0-3 6 15,0 3 0-15,0-5 12 16,-9-2-2-16,-2 2-7 15,-3-3 15-15,-1 2-3 16,-5-3 22-16,-5 0-2 16,-2-3 4-16,0 0-11 15,-2 0 5-15,6 0-9 16,0 0-12-16,3 0-6 16,7 0-11-16,-1-6-2 15,5 2 1-15,0 0-52 16,-7 4-69-16,3 0-156 15,-1 0-511-15</inkml:trace>
  <inkml:trace contextRef="#ctx0" brushRef="#br0" timeOffset="16030.42">4309 3413 185 0,'0'0'317'16,"0"0"14"-16,0 0 53 15,0 0-34-15,0 0-57 16,0 0-35-16,-7 1-45 16,1 8-81-16,-4 5-59 15,1 5-29-15,-1 13-24 16,0 7 9-16,1 9-14 16,3 8 29-16,4 2-3 15,2-4-8-15,0-5-19 16,15-13-4-16,9-14-4 15,8-14-6-15,3-8 14 16,3-8-13-16,-2-22 18 0,-5-5-13 16,-7-3 13-16,-8 0-11 15,-9 0 7-15,-7 0-3 16,0 2 10-16,0-2 27 16,-15 2-17-16,-4 1 4 15,1 6-29-15,1 7 11 16,1 8-11-16,1 8 10 15,-6 6-17-15,2 0 0 16,-6 13 0-16,1 8 0 16,-1 3-8-16,2-2 2 15,8 2-17-15,3-4-66 16,12 2-51-16,0-5-385 16,10-10-325-16</inkml:trace>
  <inkml:trace contextRef="#ctx0" brushRef="#br0" timeOffset="16218.93">4850 3601 677 0,'0'0'1589'16,"0"0"-1346"-16,0 0-67 15,0 0-89-15,0 0-23 16,0 0-43-16,0 0-21 15,0-4-79-15,0-8-216 16,0-2-509-16</inkml:trace>
  <inkml:trace contextRef="#ctx0" brushRef="#br0" timeOffset="16826.28">4921 3002 1307 0,'0'0'242'0,"0"0"6"15,0 0-69-15,0 0-31 16,0 0-78-16,0 0-31 16,-102 122-7-16,96-92 8 15,6-2 14-15,0-2-43 16,0-5 13-16,8-6-23 16,10-7 9-16,4-6-10 15,3-2 21-15,2-6 1 16,0-12-22-16,-6-6 29 15,-5 0-28-15,-7 1 16 16,-5 2-16-16,-4 1 25 16,0 2-14-16,0 5 12 0,-2 0 1 15,-2 3 12-15,-1 3 26 16,5 5 13-16,0 2-10 16,0 0-53-16,3 0 10 15,15 14 11-15,3 5 41 16,6 3-17-16,2 6-6 15,2 5-11-15,1-2-4 16,-1 1-16-16,0-2-20 16,-4-6 4-16,-5-2 4 15,-1-4-7-15,-6-4-1 16,-3-1-1-16,-4-5 0 16,-3-4 0-16,-1-2-18 15,0-2-29-15,-2 0-8 0,6-19-132 16,-4-3-169-16,-2-4-580 15</inkml:trace>
  <inkml:trace contextRef="#ctx0" brushRef="#br0" timeOffset="17502.62">5204 2857 586 0,'0'0'345'0,"0"0"-142"15,0 0-5-15,0 0-40 16,0 0-76-16,0 0-57 15,0 0-15-15,95-90-3 16,-91 84-6-16,-4 4 21 16,0 2 83-16,0 0 94 15,0 0-67-15,0 0-81 16,-8 0-33-16,0 0 4 16,-3 0 12-16,-1 0 3 15,2 5-6-15,1 8-5 16,-1 1 9-16,4 4-34 0,6 3 18 15,0 0-19-15,0 1 0 16,0 3 1-16,2-6 5 16,10-2-6-16,-1-5 1 15,-1-5-2-15,6-7-16 16,3 0 17-16,-2 0 0 16,3-4 37-16,-2-7-26 15,-2-1-1-15,-1 2-8 16,-1 1-1-16,-1 5 6 15,1 1-6-15,1-2 3 16,5 5-4-16,0 0-1 16,2 0 1-16,1 0 9 15,-3 12 10-15,-1 7 5 0,0-1-5 16,-4 0 6-16,-4 1 7 16,-2 2-9-16,-2-3 27 15,-5 1 2-15,-2-3 7 16,0 1-17-16,0-2-6 15,0-4-23-15,0-1-2 16,0-5-11-16,-5 2-15 16,-12 3-125-16,-1-1-233 15,1 2-369-15</inkml:trace>
  <inkml:trace contextRef="#ctx0" brushRef="#br0" timeOffset="18389.36">4923 3739 568 0,'0'0'556'16,"0"0"-308"-16,0 0 18 16,0 0-101-16,0 0-54 15,0 0-60-15,0 0-17 16,0-12 61-16,0 12-17 15,0 0 3-15,0 0-44 0,0 7 2 16,0 2 11-16,-6 2 4 16,-5-1-31-16,-1-4-6 15,2-6 4-15,1 0-10 16,4-4 16-16,5-13-26 16,0-2 36-16,0-3-19 15,0 3 20-15,12 7 13 16,-4 2 1-16,1 9-22 15,0 1-16-15,-2 0 0 16,-3 1-12-16,-4 13 23 16,0 3-16-16,0 1 15 15,0-4-13-15,-6-5 2 16,-1-5-2-16,2-4 6 0,-2 0 1 16,3-13-16-16,4-9-2 15,0-2 7-15,0-3-7 16,4 8 0-16,8 2 1 15,1 9-1-15,-4 7-6 16,0 1-9-16,-4 0 0 16,-3 6 15-16,-2 11 0 15,0-2 20-15,0 5-20 16,-9-9 12-16,-3-4-6 16,4-6 9-16,-1-1-7 15,2 0-1-15,0 0-7 16,3-8-4-16,2-2 4 15,2 1-14-15,0 0 8 0,0 1 2 16,0 4-16-16,2 1-35 16,2 3-39-16,-2 0-195 15,1 0-213-15,-1 7-275 0</inkml:trace>
  <inkml:trace contextRef="#ctx0" brushRef="#br0" timeOffset="86156.34">6836 11659 1000 0,'0'0'597'0,"0"0"-233"15,0 0-17-15,0 0-78 16,0 0-95-16,0 0-45 15,7-9-56-15,15-1 9 16,7 0-64-16,0 1-2 16,-2-2-16-16,-2 5 0 15,-6 3-13-15,-1 3-74 16,1 0-132-16,-4 0-338 0,-9 0-264 0</inkml:trace>
  <inkml:trace contextRef="#ctx0" brushRef="#br0" timeOffset="86321.78">6801 11950 1470 0,'0'0'215'0,"0"0"19"16,0 0 94-16,0 0-192 16,0 0-85-16,156-53-39 15,-105 35-12-15,16-6-141 16,-13 6-389-16,-10 0-944 0</inkml:trace>
  <inkml:trace contextRef="#ctx0" brushRef="#br0" timeOffset="86584.44">7536 11497 2061 0,'0'0'276'15,"0"0"-187"-15,-2 131 179 16,2-52-40-16,12 8-105 16,5 6-30-16,1-18-51 15,2 0-2-15,-2-11-26 16,0-11-8-16,-5-11-6 0,-2-12 0 16,-4-6-8-1,-2-12-83-15,-1-7-11 0,-4-5-68 16,0-27-71-16,0-13-419 15,-4-5-265-15</inkml:trace>
  <inkml:trace contextRef="#ctx0" brushRef="#br0" timeOffset="86847.03">7476 11705 1101 0,'0'0'275'0,"0"0"31"16,-11-150 10-16,24 87-111 15,28 5-61-15,11 10-48 16,11 13 18-16,2 19-36 0,-4 16 2 15,-9 12-45 1,-7 29 24-16,-16 10-5 0,-13 12 10 16,-16 3-10-16,0 1 9 15,-27-4 6-15,-13-7-44 16,-4-5 25-16,-4-10-49 16,7-15 15-16,9-7-15 15,8-12 12-15,8-7-13 16,7 0-20-16,5-1-32 15,6-31-74-15,18 0-208 16,7-4-898-16</inkml:trace>
  <inkml:trace contextRef="#ctx0" brushRef="#br0" timeOffset="87148.56">8192 11269 2000 0,'0'0'245'0,"0"0"-140"16,-52 131 176-16,33-25-104 16,3-4-29-16,9-7-25 15,7-15-30-15,0-23-41 16,17 1-41-16,8 1 17 15,0-15-19-15,0-8-7 16,-3-7-1-16,-2-12-2 0,-2-3-18 16,-1-6-43-1,3-8-32-15,18-8-80 0,-7-16-292 16,0-8-381-16</inkml:trace>
  <inkml:trace contextRef="#ctx0" brushRef="#br0" timeOffset="87552.29">8689 11365 1744 0,'0'0'223'0,"0"0"65"0,0 0-81 16,0 0-39-16,-121 85-93 15,110-47-26-15,7 3-10 16,4-2-15-16,0 3-6 16,15-2-12-16,10 0 4 15,0 0-1-15,1 1-10 16,1-3 2-16,-5-1 5 16,-6-8-5-16,-5-6-1 15,-7-3 7-15,-4-8 23 16,0-1 67-16,-4 1-24 15,-14 0 28-15,-6 2-46 16,-1 0-4-16,2 1-36 16,4-4 5-16,5-3-20 0,1-1 0 15,4-2 0-15,2-3-24 16,3 3-7-16,2-3-71 16,2-2-9-16,0 0-162 15,2 0-494-15</inkml:trace>
  <inkml:trace contextRef="#ctx0" brushRef="#br0" timeOffset="87860.85">9210 11434 2160 0,'0'0'355'16,"0"0"-90"-16,0 0-109 15,0 0-47-15,0 0 32 16,0 109-2-16,0-54-30 16,0 7-19-16,-2-1-54 15,2-3-22-15,0-4-10 16,0-6-3-16,0-11-2 15,0-11-94-15,0-6-26 16,12-20-84-16,3-2-87 0,3-21-833 16</inkml:trace>
  <inkml:trace contextRef="#ctx0" brushRef="#br0" timeOffset="88279.73">9458 11490 2094 0,'0'0'303'16,"0"0"-167"-16,0 0 73 15,0 0-23-15,29 136-106 16,-22-76-9-16,-5 5 1 16,0-2-27-16,-2-5-25 0,0-7-11 15,0-10 0 1,0-9-8-16,0-11-2 0,0-4-17 15,-2-10-27-15,-5-2-47 16,-2-4 19-16,-2-1 16 16,0 0 8-16,-5 0 48 15,3 0-14-15,-3 0 15 16,3 0 0-16,-1 0 7 16,6 1-6-16,1 6 23 15,7-3-13-15,0 1-5 16,0-1 19-16,9-4 19 15,13 0 42-15,10 0-50 16,3-7 3-16,1-7-25 16,1 1 1-16,0-4-15 15,-4 1-15-15,-4-2-93 0,6-8-136 16,-5 4-473-16,-11 0-377 16</inkml:trace>
  <inkml:trace contextRef="#ctx0" brushRef="#br0" timeOffset="88506.8">9458 11550 1716 0,'0'0'509'16,"0"0"-243"-16,0 0-83 0,0 0-92 15,0 0-35 1,0 0 0-16,0 0-34 0,140-10-9 16,-86 8-13-16,-12 0-221 15,-6 2-467-15</inkml:trace>
  <inkml:trace contextRef="#ctx0" brushRef="#br0" timeOffset="88843.56">9835 11279 1159 0,'0'0'320'0,"0"0"-62"15,0 0-87-15,0 0 87 16,0 0 26-16,89 125-63 16,-62-61 17-16,-8 11-52 15,-7 6-33-15,-8 0-53 16,-4-7-36-16,0-6-37 16,0-11-12-16,0-11-12 15,-4-8 3-15,-5-9-12 16,2-7-76-16,2-7-29 15,5-15-72-15,0 0-114 0,9-17-870 0</inkml:trace>
  <inkml:trace contextRef="#ctx0" brushRef="#br0" timeOffset="89324.4">10487 11689 901 0,'0'0'527'16,"0"0"-234"-16,0 0 209 15,0 0-358-15,0 0-39 16,0 0-27-16,0 0-32 15,47-37 9-15,-47 49 27 16,0-3 31-16,-10 2 1 16,-4-5-86-16,3-6 11 15,4 0-6-15,5-1 9 16,2-17-33-16,0-3 3 16,5 4-2-16,8 2 13 15,1 7 13-15,-2 6-36 16,-1 2 30-16,-1 0-29 0,-4 13 13 15,-6 6-13 1,0 1 32-16,-8 2 9 0,-13-4-7 16,1-6-11-16,5-6-23 15,1-6 26-15,7 0-18 16,1 0 7-16,4-10-15 16,0-2-2-16,2 0-38 15,0 1-39-15,8 0-55 16,8 3-116-16,-1 2-568 0</inkml:trace>
  <inkml:trace contextRef="#ctx0" brushRef="#br0" timeOffset="96006.18">11116 11454 2032 0,'0'0'275'0,"0"0"-195"16,0 0 79-16,-2 121 46 16,2-52-42-16,0 5-106 15,6 1 1-15,8-8-28 16,-1-12-6-16,-1-11-17 15,-3-12-1-15,-3-12-6 0,-2-8 0 16,-4-10-27-16,0-2-50 16,0-14-68-16,0-12-458 15,-6-6-283-15</inkml:trace>
  <inkml:trace contextRef="#ctx0" brushRef="#br0" timeOffset="96240.51">11056 11526 601 0,'0'0'716'0,"0"0"-382"15,54-103-37-15,-5 72 16 16,11 8-150-16,7 15-40 16,-5 8-13-16,-6 12-28 15,-16 22-16-15,-17 7-21 16,-21 5 46-16,-2 3-19 16,-25-3-4-16,-13-2-32 0,-5-6-7 15,8-9-17-15,6-7-5 16,9-9-7-16,9-8-10 15,9-5-14-15,2 0-94 16,26-15-90-16,10-12-503 16,2-3-431-16</inkml:trace>
  <inkml:trace contextRef="#ctx0" brushRef="#br0" timeOffset="96457.91">11676 11396 1892 0,'0'0'282'0,"0"0"-63"16,-64 114 8-16,45-60-28 15,13 3-105-15,6-7-28 16,0-4-23-16,4-7-10 16,11-6-12-16,4-10-20 15,5-4-1-15,7-4-41 16,23-15-51-16,-8 0-471 15,0-9-765-15</inkml:trace>
  <inkml:trace contextRef="#ctx0" brushRef="#br0" timeOffset="96818.56">12037 11465 2034 0,'0'0'307'0,"0"0"-221"16,0 0 121-16,0 0-30 15,20 111-112-15,-14-66 5 16,4-2-46-16,-4 0 1 16,-1-7-23-16,-1-3 11 15,-4-4-12-15,0-8 0 16,0 2 0-16,-6-5 5 16,-13-2-12-16,-2-2 15 15,-2-2-9-15,1-3 0 16,7-4 10-16,1-1-9 15,5-4 10-15,7 3 8 16,0-3-6-16,2 5-13 16,0-1 12-16,0 1-27 0,8 1 30 15,15-5-15-15,6-1 14 16,8 0 5-16,9-16-19 16,-2-4-15-16,-2 0-42 15,3-12-100-15,-12 8-231 16,-12-1-456-16</inkml:trace>
  <inkml:trace contextRef="#ctx0" brushRef="#br0" timeOffset="97012.2">11950 11476 2002 0,'0'0'348'16,"0"0"-150"-16,0 0 16 15,0 0-86-15,0 0-96 16,0 0 6-16,158-34-37 16,-106 26-2-16,15 0-41 15,-14 1-164-15,-9 2-489 0</inkml:trace>
  <inkml:trace contextRef="#ctx0" brushRef="#br0" timeOffset="97260.45">12432 11129 1631 0,'0'0'239'0,"0"0"50"16,0 0 40-16,138 88-51 15,-105-21-73-15,-8 9-62 16,-12 6-5-16,-8-2-70 15,-5-4-9-15,0-6-47 16,-5-8-3-16,-8-7-9 16,-3-6-58-16,-6-2-98 15,2-15-198-15,-1-12-744 0</inkml:trace>
  <inkml:trace contextRef="#ctx0" brushRef="#br0" timeOffset="100842.73">9362 13043 2078 0,'0'0'303'0,"0"0"-157"16,0 0-23-16,0 0 86 16,40 155-59-16,-13-81-38 15,2 3-52-15,-3-8 10 16,-1-6-41-16,-5-13-7 0,-5-10-22 16,-3-11 3-1,-5-14-3-15,-3-6-45 0,-2-9-29 16,-2 0-52-16,0-28-110 15,-15-7-410-15,-3-1-507 0</inkml:trace>
  <inkml:trace contextRef="#ctx0" brushRef="#br0" timeOffset="101083.67">9467 13029 857 0,'0'0'184'0,"0"0"188"15,0 0-5-15,162-129-136 16,-104 115-3-16,-6 14-80 0,-8 0-50 15,-11 27 32 1,-14 10-11-16,-17 5 23 0,-2 4-56 16,-27 0 4-16,-13-2-15 15,-3-4-17-15,1-8-34 16,7-7-10-16,6-11-10 16,8-9 2-16,8-2-12 15,7-3-45-15,0 0-28 16,6-5-84-16,19-7-189 15,5-4-693-15</inkml:trace>
  <inkml:trace contextRef="#ctx0" brushRef="#br0" timeOffset="101314.63">10007 12950 2119 0,'0'0'277'0,"0"0"-34"16,-56 125-31-16,46-64-77 16,10 3-61-16,0-6-23 15,12-5-25-15,10-9-13 16,2-10-5-16,3-10-11 16,6-7 3-16,6-10-23 15,28-7-71-15,-9-7-144 16,-2-14-476-16</inkml:trace>
  <inkml:trace contextRef="#ctx0" brushRef="#br0" timeOffset="101690.96">10584 12904 1058 0,'0'0'936'16,"0"0"-811"-16,0 0 209 15,0 0-199-15,0 0-71 16,0 0-3-16,0 0-5 16,-99 116-25-16,119-90-1 15,3-2-23-15,6 0 29 16,0-2-30-16,-2-2 11 16,-1 3-16-16,-6-3 10 0,-6-3-10 15,-7-3 0-15,-7-3 47 16,0 0 1-16,-19-1 60 15,-12 2-38-15,-2 2-16 16,-3 1-28-16,5-3-6 16,6-2-20-16,7-4 9 15,7-3-10-15,5-1-23 16,4 1-14-16,2 1-65 16,0-1-16-16,0 2-65 15,17-3-131-15,8-2-223 16,2 0-404-16</inkml:trace>
  <inkml:trace contextRef="#ctx0" brushRef="#br0" timeOffset="104801.69">14837 11328 1219 0,'0'0'219'15,"0"0"145"-15,0 0-12 16,0 0-100-16,0 0 12 16,0 0-52-16,0 0-127 15,-35-28-49-15,35 83 55 16,0 20-6-16,0 12-31 15,0 4-40-15,0 1 13 16,0-5-18-16,0-9-15 16,0-13 12-16,0-16-12 0,0-15-5 15,2-10-29-15,-2-13-38 16,0-5-30-16,0-6 5 16,-27-8-130-16,0-13-234 15,0-5-76-15</inkml:trace>
  <inkml:trace contextRef="#ctx0" brushRef="#br0" timeOffset="105036.05">14337 11538 1570 0,'0'0'213'0,"0"0"-109"16,0 0 59-16,152-60-9 15,-86 38-21-15,9 2-25 16,-2 0-23-16,-1 2-50 16,-10 1-23-16,-4 4-12 15,-10 3-7-15,-5 2-75 16,2 5-216-16,-12 3-73 16,-6 0-342-16</inkml:trace>
  <inkml:trace contextRef="#ctx0" brushRef="#br0" timeOffset="105665.55">15336 11310 1370 0,'0'0'219'16,"0"0"-114"-16,0 0 172 16,31 162-39-16,-11-88 4 15,3 6-65-15,-4-1-39 16,0-8-61-16,-6-8-32 16,-2-15-23-16,-4-12-8 0,-7-15-2 15,0-10-11-15,0-11 22 16,-9-2-8-16,-11-26 16 15,-3-12-23-15,1-14 10 16,4-9-11-16,8-7 11 16,7-4-18-16,3 0 0 15,13 2 0-15,16 8 3 16,5 15-18-16,-1 16 12 16,-4 19 2-16,-4 14-15 15,-12 3 16-15,-9 31-9 16,-4 11 9-16,-13 5-1 15,-18 0 2-15,-2-7 5 16,6-8 9-16,9-12-21 16,11-16 14-16,7-7-9 15,9-4 2-15,22-16-2 0,10-2-11 16,1 8-13 0,1 9 8-16,-4 5 2 0,-5 12 6 15,-7 23 10-15,-10 11-1 16,-12 11 0-16,-5 4 33 15,-9 1 12-15,-23-3 13 16,-5-9 20-16,-3-10-25 16,-1-12-3-16,6-11-49 15,-1-14 19-15,5-3-20 16,2 0-42-16,-11-24-93 16,5 4-220-16,3 1-820 0</inkml:trace>
  <inkml:trace contextRef="#ctx0" brushRef="#br0" timeOffset="106963.28">11268 13237 1395 0,'0'0'186'0,"0"0"90"15,0 0-64-15,0 0-90 16,0 0 43-16,0 0-36 16,0 0-25-16,-40-12-69 15,42 9 10-15,21 2-14 16,8-6 37-16,9 0-30 16,9-2 4-16,-1-3-16 15,4 2-13-15,-6 2-4 16,-1-1 0-16,-7 2-8 15,-2-3 7-15,-3 1-9 16,-6-2 2-16,-5-1 4 0,-3 3-5 16,-7 2 1-16,-5 0 4 15,-5 2-4-15,0-2-2 16,-2 4-64-16,0-3-10 16,0 0-74-16,0 1-41 15,-13 0-22-15,-7 3 44 16,-4 0 75-16,-5 2 47 15,-2 0 30-15,0 0 16 16,2-3 9-16,4 0 36 16,7-1 127-16,3-3 52 15,1 4-26-15,5-1-34 16,1-1-18-16,0 4-22 16,4 1-24-16,2 0-14 0,2 0-58 15,0-2 17-15,0 2-37 16,4-2-8-16,14-1 1 15,9 2 10-15,6-1-5 16,3 0 5-16,2 2-11 16,0 0 1-16,-2 0-7 15,-3 0 18-15,0 0-21 16,-4 0 17-16,-4 5-10 16,0 6 2-16,-6 1 0 15,-3-1-1-15,-3 4 1 16,-4 2-7-16,-2-2 16 15,-2 1-14-15,-3 0 13 16,-2 2-9-16,0 1 2 16,-2 2 15-16,-14 2 4 15,-2 0 6-15,-2 4-5 0,3-5-21 16,1-2 6-16,3-4 4 16,1-2-20-16,3-5 5 15,-2 3-34-15,0-3-35 16,-2 3-42-16,-12 16-60 15,2-2-386-15,4 0-136 0</inkml:trace>
  <inkml:trace contextRef="#ctx0" brushRef="#br0" timeOffset="108188.18">12451 12920 1418 0,'0'0'280'0,"0"0"-133"16,0 0-8-16,0 0 12 15,0 0 61-15,23 114-3 16,-14-66-45-16,0 3-36 15,-2 5-31-15,-1-5-41 16,-2 0-18-16,3-9-37 16,-3-8 20-16,4-6-20 15,-4-10 1-15,0-8-2 16,1-6-1-16,-3-4-37 16,-2 0-28-16,0-9-93 15,0-20-201-15,-11 0-135 0,-3 2-399 0</inkml:trace>
  <inkml:trace contextRef="#ctx0" brushRef="#br0" timeOffset="108458.41">12140 13090 1597 0,'0'0'229'0,"0"0"135"15,0 0-81-15,0 0-182 16,0 0-18-16,0 0-20 16,147-74-6-16,-97 60-17 0,0-3-4 15,-1 3-15-15,-5 1-14 16,-8 1-5-16,-5 3 9 16,-6 4-19-16,-7 5 8 15,-5 0-38-15,-1 0-83 16,3 5-213-16,-4 6-152 15,-2-5-485-15</inkml:trace>
  <inkml:trace contextRef="#ctx0" brushRef="#br0" timeOffset="108728.3">12777 12913 1175 0,'0'0'660'0,"0"0"-610"0,0 0 108 16,0 0 91-16,23 151-93 16,-17-85 37-16,1 7-64 15,1-5-29-15,4-5-66 16,-1-8 3-16,0-11-28 16,0-12 5-16,-2-9-14 15,-5-14-6-15,1-7-77 16,-2-2-35-16,-3-3-61 15,0-22-195-15,0-21 26 16,0 5-168-16,-8 3-36 0</inkml:trace>
  <inkml:trace contextRef="#ctx0" brushRef="#br0" timeOffset="109043.23">12744 13128 810 0,'0'0'281'15,"0"0"-92"-15,0 0 178 0,0 0-139 16,-29-114-83-16,29 88 11 15,11-3-28-15,15 2-54 16,8-4-13-16,7 6-45 16,-2 3 19-16,1 5-24 15,-7 15 31-15,-3 2-20 16,-6 12-7-16,-6 20 3 16,-5 9 48-16,-8 1-1 15,-5 4-27-15,0-4 32 16,-9-2-12-16,-16-6 5 15,-1-4-12-15,-6-4-2 16,3-8-18-16,5-4 2 0,4-8-18 16,2-6-1-16,7 0-14 15,3-1-2-15,2-11-13 16,6-2-79-16,0-3-72 16,2 2-389-16,10 4-341 0</inkml:trace>
  <inkml:trace contextRef="#ctx0" brushRef="#br0" timeOffset="110007.6">13286 12951 1375 0,'0'0'288'0,"0"0"13"15,0 0 28-15,0 0-166 16,0 0-109-16,0 0-15 15,0 0 112-15,33 78-18 16,-24-35-3-16,-1 1-73 16,2-4-15-16,-4-2-21 15,1-6-5-15,-3-5-10 16,0-5 0-16,-1-9 3 16,0-3-9-16,-1-6 0 15,0-1 3-15,0-1-14 0,0-2-7 16,-2 0 2-1,0 0-7-15,0 0-18 0,0-2-33 16,0-10-74-16,0-5-93 16,0-5-272-16,0 2-108 15,0 4-325-15</inkml:trace>
  <inkml:trace contextRef="#ctx0" brushRef="#br0" timeOffset="110320.27">13170 12992 1220 0,'0'0'226'16,"0"0"-83"-16,0 0-65 16,0 0-48-16,120-28-30 15,-68 12 0-15,5-5-12 16,-12 6-93-16,-14 3-568 0</inkml:trace>
  <inkml:trace contextRef="#ctx0" brushRef="#br0" timeOffset="192772.74">5019 10810 1245 0,'0'0'128'0,"0"0"-51"16,0 0 6-16,0 0 45 15,0 0-25-15,41 102-8 16,-37-86-8-16,-2-8-33 15,3-1 10-15,-1-7-28 16,3 0 9-16,6 0-5 0,8-21 47 16,5-7-48-16,10-10-39 15,27-38-37-15,-11 8-205 16,0-2-589-16</inkml:trace>
  <inkml:trace contextRef="#ctx0" brushRef="#br0" timeOffset="-122956.27">1444 15721 1803 0,'0'0'267'16,"0"0"-25"-16,0 0 69 16,0 0-206-16,0 0 20 15,42 202 28-15,-10-50-43 16,-3 10-39-16,-7-24-20 15,-7-44-33-15,-3-34-5 16,-6-10-2-16,5 0-8 16,-2 3-3-16,5-9 0 15,-1-12-12-15,-1-14-63 16,-4-15-80-16,-8-6-92 16,0-24-125-16,-11-8-1129 0</inkml:trace>
  <inkml:trace contextRef="#ctx0" brushRef="#br0" timeOffset="-122658.02">1139 15998 1644 0,'0'0'121'16,"0"0"152"-16,67-107-109 15,-7 71 0-15,13 6 10 16,6 21-64-16,-8 9-24 15,-9 5-44-15,-13 29 12 16,-13 6 16-16,-14 10 11 0,-15-1-5 16,-7 5 11-16,-4-8-2 15,-21 2-13-15,-4-4-21 16,-5 0-33-16,5-8 12 16,3-4-29-16,3-10 6 15,8-12-7-15,3-1-26 16,6-9-45-16,6-9-90 15,0-10-308-15,0-8-882 0</inkml:trace>
  <inkml:trace contextRef="#ctx0" brushRef="#br0" timeOffset="-122274.32">2022 15721 1642 0,'0'0'316'0,"0"0"-111"15,0 0 94-15,0 0-202 16,0 0 19-16,-77 127 21 16,67-69-7-16,5 12-15 0,2 10-2 15,3 6-25-15,0-2-32 16,12 1-4-16,5-13-43 16,6-10 16-16,6-12-19 15,2-14 3-15,7-10-9 16,5-17-1-16,3-9-56 15,26-12-79-15,-14-15-105 16,-8-5-566-16</inkml:trace>
  <inkml:trace contextRef="#ctx0" brushRef="#br0" timeOffset="-121808.85">2570 15843 1672 0,'0'0'250'16,"0"0"-55"-16,0 0 92 16,0 0-165-16,-132 12-42 15,101 10 4-15,2 10 12 16,5 0-28-16,8 5-9 15,9-3-47-15,7-8 15 16,7 2-26-16,22-2 7 16,11-5-1-16,7 4 1 0,1 5-7 15,0-4 6 1,-6 6-7-16,-9 4 8 16,-8-3-17-16,-9 1 12 0,-8-2-4 15,-5-6 2-15,-3 2 10 16,0-2 10-16,-11-5 43 15,-5-2 11-15,-4-1-27 16,-2-4 0-16,-3-7-36 16,-4 4 16-16,-4-2-27 15,-1-2 12-15,-1 0-13 16,4-4 0-16,4-3-11 16,9 0-16-16,9 0-39 15,9 0-55-15,0-10-106 16,2-8-591-16</inkml:trace>
  <inkml:trace contextRef="#ctx0" brushRef="#br0" timeOffset="-121387.43">2809 15611 1603 0,'0'0'206'15,"0"0"150"-15,0 0-109 16,135 98-41-16,-83-40-48 16,-8 14-57-16,-6 12 4 15,-12 5-45-15,-9-3 2 16,-13-2-9-16,-4-8-19 16,0-5-16-16,0-13-6 15,-9-9 4-15,2-12-15 16,2-11-2-16,3-12-4 0,2-7-53 15,0-7-80 1,14-7-82-16,10-11-505 0,1-10-861 0</inkml:trace>
  <inkml:trace contextRef="#ctx0" brushRef="#br0" timeOffset="-121026.31">3355 15971 1587 0,'0'0'223'0,"0"0"-69"16,0 0-67-16,0 0 9 16,0 0 52-16,0 0-7 15,119 15-63-15,-78-15-30 16,-1 0-47-16,3 0-1 15,1 0-146-15,-9-5-186 0,-10 5-343 0</inkml:trace>
  <inkml:trace contextRef="#ctx0" brushRef="#br0" timeOffset="-120810.48">3466 16325 1103 0,'0'0'156'16,"0"0"107"-16,0 0-123 0,151-37-91 16,-108 25-40-1,3 6-9-15,-10 2-205 0,-11 0-524 0</inkml:trace>
  <inkml:trace contextRef="#ctx0" brushRef="#br0" timeOffset="-112518.45">3414 5061 720 0,'0'0'24'0,"0"0"-24"16,0 0-70-16,0 0 63 16,0 0 7-16,0 0 84 15,47-108-16-15,-45 100 40 16,-2-2 12-16,0 0-19 16,0-2 6-16,0-5-41 15,0-5-43-15,0-6-16 0,0-2 38 16,0-2-16-16,0 0 13 15,0-3-35-15,0 4 14 16,3-5-21-16,-1-1 10 16,0-6-10-16,0-2 0 15,-2 1 2-15,0-3-2 16,0-1 0-16,0-1 11 16,-2-1-17-16,-5 1 7 15,1-4-2-15,6-1 2 16,0-6-1-16,0-7 0 15,13-5 0-15,10-4 0 16,3 0 0-16,8 4-10 16,1 2 14-16,3 3-5 15,5 5 1-15,-1 4 0 0,3-1-1 16,-1 4 1-16,3-7 0 16,2-1 0-16,2-3-2 15,1-2 5-15,-2 4-10 16,0 6 8-16,-3 7-2 15,-3 5 2-15,-2 2-1 16,5-4 0-16,3-6 0 16,3-8 0-16,9-11 1 15,8-7-2-15,1-2 11 16,-2 0-9-16,-7 9-1 16,-6 8 0-16,-9 10-1 15,-5 6 1-15,-6 3 0 16,-3-1 0-16,6-3 0 0,0-10-3 15,6-5-5-15,2-3-7 16,4 2 15-16,0 3-1 16,1 5 1-16,-1 9-1 15,0 1 0-15,2 2 0 16,3-3-7-16,5-3 7 16,3-2-7-16,5-6-3 15,7-5 11-15,3 2 0 16,-2 0 0-16,4 8 0 15,-8 2-1-15,-2 6 1 16,-4 4 0-16,-4 5 1 16,-3 0-2-16,-2 2 6 15,0-3-7-15,-1-1 3 0,1-1-2 16,2-1 1-16,3-1 0 16,-1 3 1-16,4-1-1 15,0 3 0-15,3-1 9 16,2-3-11-16,5-5 3 15,7-1-2-15,3-6 2 16,4 0-1-16,1 10 0 16,0 14 1-16,-1 12 7 15,-3 16-6-15,0 2-4 16,0 0 12-16,2 0-10 16,-2 0 0-16,2 0 1 15,0 0 0-15,-5 0-1 16,1 0 2-16,-2 0-2 0,-4 0 0 15,-4 0 10-15,-2 0-16 16,1 0 8-16,-3 0-4 16,1 0 4-16,-1 0 11 15,2 0-1-15,-1 0-4 16,-1 0 8-16,2 0-15 16,-3 0-1-16,-5 0 15 15,-5 0-16-15,-9 0 1 16,-4 0 0-16,-2 0-2 15,-1 0 2-15,8 0 0 16,6 0 1-16,8 0 23 16,5 0-23-16,6 0 17 15,-6 0-10-15,-7 0-9 16,-2 0 2-16,-4 0-1 0,-4 0 0 16,2 0-2-16,2 0 2 15,7 0 0-15,8 0-1 16,12 0 13-16,2 0-5 15,-2 0-1-15,-6 0-8 16,-7 0 3-16,-7 0-2 16,-9 0-4-16,-8 0 5 15,-3 0 0-15,-3 0 1 16,0 0-8-16,3 0 20 16,2 0-14-16,0 0 2 15,2 0-2-15,-3 0-1 16,2 0-12-16,-4 0-17 15,-3 0 27-15,1 0-2 0,-5 0 12 16,3 0-9-16,-1 0 4 16,-4 0-1-16,1 6 1 15,-3 15 0-15,-4 4 0 16,-2 3-1-16,-2 2 0 16,-3-4 0-16,-2-2-1 15,0-7 13-15,5 0-13 16,6-7 2-16,7-2 3 15,6-2-3-15,3 1 0 16,-1-2 0-16,1 5-1 16,-7 2 0-16,-1 2 7 15,-4 3-4-15,-1 1 4 16,-1 1-5-16,3 2 19 0,-1-1 1 16,4 0-12-16,-2 0-8 15,1 2 7-15,0 0-9 16,-5 6 15-16,1 2-14 15,-8 5 20-15,1-1-21 16,-2-1 13-16,-5-1-13 16,0-1 2-16,0-1-1 15,-2-2 0-15,-3-1 5 16,-3 4-5-16,-3-1 0 16,-5 2 8-16,-4-2-10 15,0-2 2-15,0-2 5 16,-6-4-6-16,-8-1 0 0,-4-1-10 15,-4-1 4-15,-7 3-7 16,-7 2 13-16,-3 0-17 16,-4 3-18-16,1-1 35 15,-6-2 0-15,4 3 0 16,-5-6 0-16,-3 3 1 16,-1 0-1-16,-2 0-6 15,-3-1-18-15,-1 0-90 16,1 2 21-16,0-6 0 15,2 2 32-15,4-2 61 16,-2 2 10-16,0-1-3 16,3-1-6-16,0 1 4 15,2 3 3-15,5-5-8 16,1 1 6-16,3 2-6 16,2 2 0-16,0 0 1 0,-4 3-1 15,-3 4 0-15,-4 4 0 16,-5 4-2-16,-6 2-27 15,-2-1-129-15,-5 1 93 16,-2-2 62-16,-1 2-5 16,4-1 16-16,1 0 17 15,1 1 11-15,1 0 3 16,-1 1-10-16,-3 0-28 16,2 1 31-16,-4 3-31 15,2 1 12-15,-2-2-1 16,5-1 51-16,0-4 53 15,7-1-15-15,4-1-24 16,1-1-41-16,4-3 6 0,-2 4-42 16,1 1 17-16,-2 0-16 15,-5 6 4-15,-4 3-4 16,-4 2-1-16,-6 4 0 16,-3 0-25-16,-4 3-77 15,2-3 4-15,4 0 83 16,-1-7 4-16,1 3 11 15,2-3 8-15,-1-2 2 16,-1 3 0-16,-5-3 7 16,1-1-6-16,-8 1-11 15,1 0 0-15,-5-5-93 16,4-1-256-16,1-6 140 0,6-4 165 16,4-4 44-1,6 1 23-15,-1-1 81 16,3 2-3-16,-1 6-50 0,1 4-10 15,-4 8 24-15,-1 4-36 16,2 6 8-16,1 1-24 16,-1-2 16-16,2 0 3 15,-4-4-3-15,-2-4-10 16,-6 1 3-16,-2 0 17 16,-4-2-23-16,-4 4 23 15,-2 1-38-15,-3-1 11 16,5 1-11-16,0-3 14 15,8-2-14-15,4-5 26 0,2-1 1 16,5-2-10 0,0 4 12-16,-1 0-21 0,2 6 20 15,-4 2-27-15,-3 8 8 16,-3 2-9-16,-6 5-1 16,0 1 2-16,4-2-1 15,0-1 13-15,3-8 47 16,7 0 2-16,0-9-48 15,0-2 5-15,2-5-14 16,-4-5 9-16,0-6-14 16,-8-5 0-16,-1-5 8 15,0-4-9-15,2-3 0 16,9-4 11-16,6 3-8 16,10-1-2-16,6-2-1 15,7 4 21-15,0-2 14 0,-2 8-13 16,-3-1-10-1,-7 6-3-15,-1-2-8 0,0-2 16 16,-1-6-11-16,2-10 63 16,8 0 9-16,0-25-8 15,1-8-33-15,3-11-6 16,5-9 12-16,2 2-3 16,0-2-4-16,8 4-35 15,-4 6 17-15,-5 5-12 16,-2 1-12-16,-6 5-4 15,2 1-67-15,-10-17-90 16,15 6-111-16,4-1-566 0</inkml:trace>
  <inkml:trace contextRef="#ctx0" brushRef="#br0" timeOffset="-109756.72">3595 6541 1001 0,'0'0'99'0,"0"0"5"0,0 0-36 16,0 0 81-16,0 0 31 15,0 0-89-15,3-58-58 16,23 40-20-16,5-2 4 15,8 2-16-15,5 4 10 16,7 4-10-16,7 2 9 16,9 4-10-16,8-1 1 15,8-2 1-15,8-4 11 16,23-7 12-16,27-10-12 16,22-3 25-16,5-6-25 15,-4 3 31-15,-15 2-1 16,-18 3-7-16,1 3-22 15,0 3 0-15,-24 3-8 0,-16 5-6 16,-20 4 0 0,-6-1 13-16,30-6-13 0,35-12 2 15,37-11-2-15,6-5 0 16,-30 4 6-16,-30 9-6 16,-40 14 2-16,-7-1-2 15,10-4 1-15,13-5-2 16,8-2 14-16,-4-3-15 15,-8-2 4-15,-1-3 6 16,-7 0 1-16,-2-7 15 16,0 3 30-16,-1-5-1 15,6-3-13-15,2 0-40 16,-4-2 17-16,2 3-7 0,-8 3-6 16,-1 3-4-1,-7-2 9-15,1 3 1 0,1-1 26 16,7-4-7-16,6 0-1 15,5-3 14-15,4 3-36 16,2 2 30-16,3 4-17 16,1 0 8-16,4 4-18 15,-1 2 5-15,0 2-6 16,2 0-8-16,3 3 0 16,-1 2 11-16,0 0-11 15,4 5 1-15,-2-1-1 16,1 6 0-16,0-1 6 0,0 1-6 15,-1 0 0 1,2 3 0-16,-2 2 0 16,-2 2-6-16,-3 4 15 0,-5 2-15 15,-7 2 12-15,-8 4-12 16,-2 0 7-16,-4 0-1 16,3 0 0-16,1 8 1 15,4 2-1-15,4 0 1 16,-1 0-2-16,1 2 10 15,0 0-10-15,-5 2 2 16,-2 2-2-16,-2 4-4 16,-3-2 5-16,1 5 0 15,2-4 1-15,0 4-2 16,4-1 7-16,2-3-9 16,3 3 9-16,0 3-12 0,-1-1 10 15,-3-1-5-15,-3 4 1 16,-7 1-1-16,-6 4 1 15,-5 5 0-15,-9 2-7 16,-2 5 10-16,-6 5-4 16,-6 1 2-16,-1 1-2 15,-5 4-1-15,0 1 2 16,-4 4 0-16,-2 3 0 16,-3 0-1-16,-2 6 3 15,-4-5-5-15,-1 0 9 16,-1-2-8-16,-1-2 4 15,-3-4-2-15,-4-1 0 16,-4-8-1-16,-2-1 1 0,-2-7 0 16,-21-1-12-16,-6-2 9 15,-10-2 2-15,-9-2 2 16,-3-2-2-16,-6-2 1 16,-4 1-7-16,-1-3 6 15,4 2 1-15,0-2 0 16,4 0 6-16,3 0-9 15,2 0 9-15,-2-3-12 16,-3 4 5-16,-4 1-42 16,-2 0-30-16,-5 5 51 15,1-3 16-15,-5 3 6 16,-1-1-1-16,-3 2 10 16,-6-1-17-16,0-1 16 15,-6-2-14-15,-2-2 13 16,2 2-8-16,3-2 1 0,4 0 0 15,7 0 0-15,4 2 1 16,2-2-9-16,4 1 17 16,1-1-10-16,3-2 2 15,-3 2-2-15,-6-1 3 16,0 5-3-16,-5-1 1 16,0 3 0-16,1-1 11 15,1 1-10-15,2-3 17 16,1 1-12-16,-4-1-5 15,-3-2-1-15,-8 4 8 16,-6 1-8-16,-4-1 0 16,-7 4 0-16,2-3 1 0,0-1-7 15,7 1 18-15,2-7-13 16,0 4 2-16,-2-3-2 16,-20 5 2-16,-29 11-1 15,-37 11 0-15,-5 3 0 16,9-8-1-16,19-8 7 15,32-14-9-15,17-8 9 16,17-6-6-16,16-1 0 16,3-4 0-16,-16 5-2 15,-27 7 2-15,-4-1 0 16,0 3-8-16,2 4 2 16,18-5-50-16,-4-1 54 15,7 0 4-15,6-4-1 0,6 3 1 16,-2 1-2-16,-2 2 0 15,-3 0 6-15,-21 7 0 16,-27 2 0-16,-23-4 3 16,15-10-2-16,26-10-7 15,36-8 1-15,20 0 20 16,-9-5-5-16,-12-11 2 16,-5-5-9-16,3-3-9 15,3-1 2-15,-3-6 7 16,-3 2 0-16,-9-3-8 15,-3 5-2-15,-4 3 2 16,2 4-1-16,1 6 0 16,4 2 0-16,8 3-1 0,3 2 7 15,3-4-9 1,-2 4 12-16,4-5-18 0,-2 0 18 16,3-7-3-16,11-3 4 15,9-4 25-15,12-6 2 16,12-6 16-16,12-4 7 15,6-4-59-15,5-4 32 16,-3 1-33-16,-1 2 14 16,-8 2-14-16,-4 5 9 15,-2 6-7-15,0 7 4 16,4 2 0-16,2 5 0 16,5 1-12-16,3 2 15 15,3-3-15-15,8-3 7 16,1-6-2-16,3-7-4 0,0-3 4 15,5-3-22-15,4 2-100 16,6-16-114-16,2 10-274 16,-5 2-733-16</inkml:trace>
  <inkml:trace contextRef="#ctx0" brushRef="#br0" timeOffset="-99960.25">4215 15895 1285 0,'0'0'279'0,"0"0"-14"15,0 0 31-15,0 0-97 16,0 0-28-16,0 0-19 15,0-38-11-15,0 38-17 16,0 0-50-16,0 8-56 16,0 18-11-16,15 15 38 15,5 13-14-15,3 12 31 16,-4 6-25-16,2 0 19 16,-3 2-28-16,-3-1-2 15,-3-1 1-15,-3-2-13 16,-1-8-2-16,-1-8 0 15,2-10-8-15,-2-7-3 16,-1-15-2-16,-1-8-11 0,-1-11-17 16,-2-3-12-16,1 0-4 15,-3-3-12-15,2-24-79 16,-2-23-79-16,0-2-471 16,0 6-458-16</inkml:trace>
  <inkml:trace contextRef="#ctx0" brushRef="#br0" timeOffset="-99575.87">4188 15986 1232 0,'0'0'213'16,"0"0"-63"-16,0 0 58 0,15-109-56 15,8 75-12-15,8 2 9 16,8-2-1-16,5 6-18 16,7 10-46-16,4 10-56 15,1 8 3-15,0 12-31 16,-2 16 18-16,-8 13-8 16,-10 3 14-16,-12 3 21 15,-14-2 46-15,-10 5-18 16,-2-4-40-16,-25 2 17 15,-7-4-37-15,-6 0 44 16,0-5-36-16,4-10 0 16,9-7-8-16,5-8-11 0,11-9 2 15,7-5-4-15,4 0-66 16,0-11-112-16,40-15-130 16,-5 0-361-16,6-1-414 0</inkml:trace>
  <inkml:trace contextRef="#ctx0" brushRef="#br0" timeOffset="-99126.47">5125 15645 1505 0,'0'0'321'15,"0"0"-203"-15,0 0 197 16,0 0-186-16,0 0-80 16,0 0 3-16,0 0 19 15,-54 64 15-15,41-24 13 16,1 4-10-16,6 6-13 15,6 4 2-15,0 3-33 16,0 1 4-16,16-8-26 16,5-2 1-16,4-8-23 0,4-4 7 15,0-14-1 1,4-4-5-16,3-4 41 0,-1-10-32 16,0-4 31-16,-6 0-23 15,-6 0-4-15,-4-4-14 16,-6-4 10-16,1-1-11 15,-6-2-27-15,1 3-35 16,0-2-49-16,6-5-40 16,-1 1-372-16,-3-1-627 0</inkml:trace>
  <inkml:trace contextRef="#ctx0" brushRef="#br0" timeOffset="-97953.97">5951 15659 939 0,'0'0'196'0,"0"0"88"15,0 0-58-15,0 0-104 16,0 0 11-16,0 0 22 16,0 0-10-16,-40-22 6 0,20 22-73 15,-2 0-21-15,-2 0-11 16,3 5 0-16,3 4-15 15,3 1 9-15,1 6-11 16,1-2-29-16,2 7 6 16,-3 2 9-16,4 0-14 15,-2-2 0-15,5-3 5 16,5-4-6-16,2-6-2 16,0 2 1-16,0-2 1 15,7 3-1-15,5-8 2 16,3 5-3-16,-1-2 8 15,1-2-6-15,3-4 0 0,-1 0 1 16,6 0 5 0,4 0 2-16,2 0-8 0,6 0 1 15,-2 0-1-15,1 0 12 16,-1 10-13-16,-4 6 1 16,-4-2 0-16,0 9-7 15,-3-5 7-15,-5 3 0 16,-3 2 1-16,-1-4-1 15,-6 2 1-15,-3-1 4 16,-1 1 2-16,-3 2-5 16,0 3-1-16,0 0 25 15,-3-4-9-15,-8-3 0 16,-2-2 4-16,-3-2 1 0,-4-8 35 16,-4 0-14-1,-5-7 26-15,-4 0-46 0,-1 0 2 16,-2-7-16-16,7-5-2 15,3 2-6-15,6 2 1 16,4-1 4-16,5 4 0 16,2 1-12-16,2 4 9 15,2-3-15-15,1 3-2 16,4 0-51-16,0 0-92 16,0 0-185-16,2 0-343 0</inkml:trace>
  <inkml:trace contextRef="#ctx0" brushRef="#br0" timeOffset="-96544.05">6694 16106 80 0,'0'0'409'0,"0"0"-283"0,0 0-4 15,0 0-3-15,0 0-51 16,0 0-42-16,0 0-26 16,-116-89-31-16,100 72-61 15,-1 3 36-15,-4-1 37 16,-3 3 19-16,1 7 45 16,4 1-9-16,3-5 78 15,9 4 23-15,7-8-135 16,0 3-2-16,0-6-109 15,0 6 93-15,4-2 16 16,-1 6 51-16,-3 2 59 0,0 4 7 16,0 0 6-1,0 0-75-15,0 0-35 0,0 0-13 16,2 0-92-16,0 0-5 16,0 0 26-16,-2 0 45 15,0 0 26-15,0 0 0 16,0 0 46-16,0 0 66 15,0-3 18-15,0 0 10 16,0-1 1-16,0 4-45 16,-2-4 8-16,2 4-28 15,-2-3 6-15,0-2-39 16,-1 1 8-16,1 2 19 16,2 1 8-16,0 1-1 15,0 0-41-15,0-3 14 0,0 3-35 16,0 0 15-1,0-4-18-15,0 4 9 0,0 0-13 16,0 0-7-16,0 0 1 16,-2 0 4-16,2 0-9 15,0 0 15-15,-2 0-11 16,0-4 5-16,0 0 3 16,-1-1-9-16,-1 0 11 15,1-2 1-15,-1 0-1 16,2 3 24-16,-1 1-10 15,3-4 35-15,0 7-39 16,0 0 7-16,0 0-22 16,-2 0 12-16,2 0-17 0,0 0 8 15,0 0-7 1,0 0-1-16,0 10-2 0,0 8 2 16,9 10 3-16,3 10 14 15,-2 8 25-15,1 7-8 16,-1 0-2-16,1 2-3 15,-3-6-9-15,2-5 1 16,-2-9-21-16,1-3 30 16,-5-6-31-16,2-8 11 15,-4-8-10-15,0-1 3 16,-2-5-3-16,0-3-1 16,0-1 1-16,0 0-1 15,0 0-9-15,0 0-73 16,4-10-100-16,3-4-418 15,5-4-564-15</inkml:trace>
  <inkml:trace contextRef="#ctx0" brushRef="#br0" timeOffset="-96026.66">6857 15883 1525 0,'0'0'310'0,"0"0"-195"0,0 0 15 16,0 0-102-16,0 0 34 16,0 0 72-16,0 0 1 15,41 134-38-15,-27-99-2 16,-5-3-46-16,0-3-12 15,-2 0-16-15,-3-3-15 16,-1-3-3-16,-3-6 9 16,0-2-7-16,0-1-5 15,-5-2-6-15,-11 1-26 16,1-5-3-16,-3-2 9 16,2-1 23-16,5-2-3 15,2-3 12-15,5 0-7 16,2 0 7-16,2 0-6 0,0 4 0 15,0-4 0 1,0 0-5-16,0 0-9 0,0 2 14 16,0-2 0-16,9 0 63 15,13 0 6-15,2 0 19 16,7-9-58-16,-2-2-6 16,2 3-23-16,-4 0-1 15,2 3-8-15,-2 0-47 16,2-2-46-16,-4 0-117 15,2-5-53-15,-10 2-123 16,-3-4-337-16</inkml:trace>
  <inkml:trace contextRef="#ctx0" brushRef="#br0" timeOffset="-95769.26">6689 16029 1510 0,'0'0'268'0,"0"0"-26"16,0 0-14-16,0 0-119 16,0 0-45-16,0 0 1 15,0 0 29-15,72-21-45 16,-35 8-4-16,5-1-45 15,6 4-13-15,16-6-305 0,-10 6-234 16,-10 1-852-16</inkml:trace>
  <inkml:trace contextRef="#ctx0" brushRef="#br0" timeOffset="-95349.99">7108 15721 1141 0,'0'0'252'0,"0"0"-63"15,0 0 12-15,0 0-106 16,0 0-6-16,0 0-3 16,0 0 62-16,100 24 40 15,-66 6-12-15,0 6-61 16,-3 12-18-16,-2 8-33 16,-7 5-1-16,-2 1-20 15,-9 2-14-15,-2-10-3 16,-6-2-25-16,-3-10 17 15,0-4-18-15,0-14 8 16,0-7-8-16,0-7-18 16,0-6-90-16,0-4-56 0,2 0-98 15,13 0-111 1,1 0-144-16,1-11-949 0</inkml:trace>
  <inkml:trace contextRef="#ctx0" brushRef="#br0" timeOffset="-94899.21">7781 15986 1452 0,'0'0'311'0,"0"0"-129"15,0 0 25-15,0 0-145 16,0 0-55-16,0 0 48 16,0 0 71-16,-15 40 37 15,9-26-68-15,-2-2-23 16,2-10-39-16,3-2 2 16,3 0 0-16,0 0 1 15,0-2-1-15,0-6-8 16,0 4 15-16,0 0-24 15,9 4 18-15,1 0-22 16,1 0-3-16,-1 0-11 0,-4 8 9 16,-4 2-9-1,-2 2 33-15,0-3 36 0,-6 0-39 16,-4-6 15-16,3 2-27 16,1-5 9-16,1 0-17 15,2-5-1-15,3-7-9 16,0-5-49-16,3-1-53 15,29-6-97-15,-1 3-296 16,-2 6-323-16</inkml:trace>
  <inkml:trace contextRef="#ctx0" brushRef="#br0" timeOffset="-94584.04">8156 15807 861 0,'0'0'1213'0,"0"0"-1076"16,0 0-21-16,0 0 65 15,0 0-8-15,44 133 0 16,-23-75-67-16,-2 6 2 15,-3-6-72-15,-3-6-9 16,-3-1-27-16,1-12 5 16,-5-8-5-16,-2-8-24 15,2-9-35-15,-4-5-78 0,0-9-99 16,-2-5-94-16,0-13-267 16,0 0-529-16</inkml:trace>
  <inkml:trace contextRef="#ctx0" brushRef="#br0" timeOffset="-94296.86">8118 15851 1689 0,'0'0'226'16,"0"0"-135"-16,0 0 63 16,107-124-93-16,-47 97-23 15,1 14 5-15,-3 13 31 0,-10 13-48 16,-12 22 0-16,-14 13 54 15,-14 10 89-15,-8 2-31 16,0-2-33-16,-19-5-36 16,-3-7-32-16,-3-6 14 15,1-10-42-15,0-8 9 16,-1-7-18-16,2-8 0 16,2-7-9-16,3 0-43 15,5 0-71-15,13 0-93 16,0-12-107-16,2-6-282 0</inkml:trace>
  <inkml:trace contextRef="#ctx0" brushRef="#br0" timeOffset="-93982.28">8827 15712 1536 0,'0'0'184'0,"0"0"93"15,0 0-48-15,0 0-99 16,0 0-66-16,0 0 58 16,-64 104 40-16,56-46-13 15,6 0-4-15,2-4-67 16,0-6-20-16,16-7-40 15,7-10-3-15,-2-9-15 0,6-5 0 16,2-8-35-16,2-3-22 16,3-6-43-16,17 0-145 15,-9-15-259-15,-3-2-353 0</inkml:trace>
  <inkml:trace contextRef="#ctx0" brushRef="#br0" timeOffset="-93509.35">9233 15677 1945 0,'0'0'606'0,"0"0"-498"0,0 0 123 16,0 0-157-16,0 0-50 16,0 0-18-16,0 0 19 15,8 93 6-15,6-47 10 16,-5-3-28-16,-1-1-13 15,0-6 2-15,-4-2 7 16,-2-2-18-16,-2-9 9 16,0-1-8-16,0-4 1 15,0-4-4-15,-8-2-27 16,-6-2 20-16,-1 0 12 16,-4-2-1-16,1 0 6 15,1-3 2-15,1-2-6 16,3 3 11-16,0-3-6 0,3 2 0 15,4-5 1 1,1 4-1-16,3-2-1 0,2 2 0 16,0-4 0-16,0 5-10 15,11-5 22-15,12 0 14 16,6 0 2-16,4 0-8 16,3 0-19-16,-3-11 15 15,-4 7-14-15,-4-1 0 16,-5 5-1-16,-3-3-31 15,-1-3-72-15,-3 3-157 16,6-18-233-16,-7 5-83 16,0 0-823-16</inkml:trace>
  <inkml:trace contextRef="#ctx0" brushRef="#br0" timeOffset="-92549.94">9014 15705 1064 0,'0'0'242'0,"0"0"19"16,0 0-35-16,0 0-31 16,0 0-16-16,0 0 74 15,0 0-82-15,98 7-53 16,-65-7-49-16,1-9-32 16,-1 1-22-16,-1 0-15 15,2 1-38-15,14 0-235 16,-5-5-231-16,-8 5-662 0</inkml:trace>
  <inkml:trace contextRef="#ctx0" brushRef="#br0" timeOffset="-92166.09">9616 15512 1245 0,'0'0'240'0,"0"0"-75"15,0 0 56-15,0 0-76 16,0 0-69-16,0 0-39 16,0 0 96-16,129 108 16 15,-97-45-10-15,-10 7-49 16,-11 2 7-16,-7-6-39 16,-4-3-20-16,0-14-19 15,0-4-19-15,-15-9 0 16,-16 0-60-16,4-11-254 15,-4-5-714-15</inkml:trace>
  <inkml:trace contextRef="#ctx0" brushRef="#br0" timeOffset="-91039.92">10668 15638 1565 0,'0'0'229'15,"0"0"-74"-15,0 0 124 16,0 0-225-16,0 0 12 0,0 0 115 15,22 152-16-15,-8-85-24 16,-5 8-28-16,0-4-48 16,-1-4-38-16,2-4 7 15,-4-14-33-15,-1-1 7 16,-1-12-8-16,-2-7 1 16,0-8-1-16,1-7-17 15,-1-5-50-15,1-9-75 16,-3 0-58-16,0-9-275 15,0-5-329-15</inkml:trace>
  <inkml:trace contextRef="#ctx0" brushRef="#br0" timeOffset="-90836.84">10492 16154 1579 0,'0'0'532'15,"0"0"-388"-15,0 0 195 16,161-67-163-16,-86 46-36 16,3-1-73-16,1 4-37 15,1 0-30-15,2 0-37 16,43-9-157-16,-21 9-370 16,-11-4-754-16</inkml:trace>
  <inkml:trace contextRef="#ctx0" brushRef="#br0" timeOffset="-90567.18">11678 15753 1969 0,'0'0'301'16,"0"0"-249"-16,0 0 138 15,0 0-41-15,44 156 1 16,-12-84-42-16,-1 3-24 16,-2 2-44-16,-2-6-19 15,-3-5-15-15,-1-7-5 16,-6-5-1-16,-1-14-15 0,-3-8-50 16,-6-14-164-1,-5-6-311-15,-2-12-282 0</inkml:trace>
  <inkml:trace contextRef="#ctx0" brushRef="#br0" timeOffset="-90264.87">11600 15811 1553 0,'0'0'210'16,"0"0"-11"-16,0 0 19 15,151-99-128-15,-88 96 19 16,-3 3-52-16,-6 26-25 16,-10 14 26-16,-11 14 21 0,-12 0 31 15,-15 4-8-15,-6-1 20 16,-13-3-54-16,-16-4-24 16,-6-7-27-16,-3-6-4 15,7-11-4-15,4-8-9 16,11-14-24-16,7-4-20 15,9 0-27-15,5-30-224 16,17 2-325-16,7-2-950 0</inkml:trace>
  <inkml:trace contextRef="#ctx0" brushRef="#br0" timeOffset="-89928.42">12501 15700 1560 0,'0'0'375'0,"0"0"-187"16,0 0 69-16,0 0-159 15,0 0-6-15,-58 133 42 16,51-71-11-16,5-3-11 16,2-1-42-16,0-8-27 0,4-6-37 15,12-8 2 1,0-6 2-16,-1-6-7 0,3-2-3 16,2-3 0-16,4-7-54 15,28-12-130-15,-7 0-388 16,-1-14-522-16</inkml:trace>
  <inkml:trace contextRef="#ctx0" brushRef="#br0" timeOffset="-89358.28">13214 15629 1315 0,'0'0'341'16,"0"0"-125"-16,0 0 3 15,0 0-113-15,0 0-38 16,0 0-19-16,0 0 45 15,-138 30-7-15,113-9 17 16,3 2-37-16,4 1-8 16,7-2-24-16,4-4-19 15,7-2-4-15,0-2-3 0,0 0-1 16,5-4-7-16,11 2 1 16,3-6 5-16,8 6-1 15,4-6-6-15,5 6 6 16,-2-4-6-16,-3 10 1 15,-9-4-2-15,-4 9-2 16,-7 0 2-16,-5 2 2 16,-6-2-1-16,0 3 1 15,0-3 4-15,0-5-5 16,-9 4 0-16,-10-4 0 16,-6 0 8-16,-4-1 8 15,-2 3-10-15,4-8 27 16,5-3 3-16,7-4 1 15,3-5-17-15,3 0-10 16,1 0-10-16,-2-5-25 0,1-4-32 16,3 0-61-16,2-3-68 15,-1 1-181-15,2-1-289 0</inkml:trace>
  <inkml:trace contextRef="#ctx0" brushRef="#br0" timeOffset="-88680.96">13635 15611 15 0,'0'0'1712'0,"0"0"-1397"16,0 0 33-16,0 0-183 15,0 0-97-15,0 0 37 16,20 150 35-16,-9-82-50 16,1-2-17-16,-6-4-18 15,-1-6-16-15,-3-7-28 16,0-9-10-16,0-9-1 16,0-10 0-16,3-3-28 15,7-18-96-15,-2 0-215 16,6 0-338-16</inkml:trace>
  <inkml:trace contextRef="#ctx0" brushRef="#br0" timeOffset="-88060.1">14333 15593 16 0,'0'0'2011'0,"0"0"-1740"15,0 0-11-15,0 0-132 16,0 0-92-16,0 0-9 16,2 102 41-16,12-59 0 15,-3 2-12-15,-1-3-41 16,0-2 9-16,-3-6-22 15,-5-1-2-15,0-10 0 16,-2-2-20-16,0-3-44 0,0-4-48 16,-15 0 5-16,-6 2-59 15,-1-2 21-15,-3 0-30 16,4-5-1-16,2 0 68 16,4-6 62-16,1-3 38 15,6 5 8-15,1-5 65 16,0 0 35-16,5 0 18 15,-1 0-16-15,3 2-18 16,0-2-12-16,3 0 43 16,21 0 48-16,7-7-38 15,9-5-41-15,5-7-44 16,-5 3-33-16,1 2-7 16,-8 0-64-16,-4 2-201 0,3-2-125 15,-9-1 2 1,-7-1-608-16</inkml:trace>
  <inkml:trace contextRef="#ctx0" brushRef="#br0" timeOffset="-87824.96">14177 15717 1467 0,'0'0'354'16,"0"0"-89"-16,0 0-22 0,0 0-81 15,0 0-95-15,129-56-22 16,-88 49-45-16,19-5-25 16,-14 3-271-16,-1 1-561 0</inkml:trace>
  <inkml:trace contextRef="#ctx0" brushRef="#br0" timeOffset="-87556.65">14712 15512 1793 0,'0'0'259'0,"0"0"-42"0,0 0-28 16,0 0-120-1,0 0-47-15,0 0 5 0,-120 49 9 16,108-22-14-16,6 4 29 16,3-5-22-16,3-2-3 15,0-2-20-15,13-4 3 16,10-6 0-16,6-2-3 16,2-6-6-16,5-4-3 15,15 0-112-15,-9-8-271 16,-3-7-412-16</inkml:trace>
  <inkml:trace contextRef="#ctx0" brushRef="#br0" timeOffset="-87188.48">15084 15290 472 0,'0'0'922'0,"0"0"-716"16,0 0-16-16,0 0-56 15,0 0 14-15,0 0-30 16,134 132 51-16,-112-74-36 0,-1 5 4 15,-8 5-24-15,-7-2-25 16,-4 1-3-16,-2-7-40 16,0-2 9-16,-15-7-45 15,-5-5 3-15,2-2-4 16,0-11-8-16,7-7-5 16,7-10-113-16,4-16-155 15,0 0-257-15,15-3-113 0</inkml:trace>
  <inkml:trace contextRef="#ctx0" brushRef="#br0" timeOffset="-86505.19">15670 15673 967 0,'0'0'938'15,"0"0"-713"-15,0 0 43 16,0 0-69-16,0 0-109 15,0 0-73-15,0 0 1 16,-8 4-16-16,5 2 11 16,-1 2 10-16,0-4 21 15,-6 1-18-15,4-5-10 16,-1 0-4-16,1 0 0 16,4 0 28-16,-1 0-23 15,3 0 20-15,0-5-26 16,0 1-1-16,0-4-8 15,0 4 1-15,0-2-3 0,5 2-20 16,10-4-99-16,-1 6-342 16,1-6-317-16</inkml:trace>
  <inkml:trace contextRef="#ctx0" brushRef="#br0" timeOffset="-86114.09">15978 15691 1557 0,'0'0'352'16,"0"0"-245"-16,0 0 10 15,0 0 65-15,0 0-49 16,24 145-29-16,-1-82 33 16,-3 9-33-16,-2 1-14 15,-2-1-54-15,-3-6-6 16,-5-11-24-16,2-8 2 15,-6-15-7-15,1-9-2 16,-3-11-33-16,0-10-88 16,-2-2-51-16,0-14-169 0,0-14-252 15,-7 1-717-15</inkml:trace>
  <inkml:trace contextRef="#ctx0" brushRef="#br0" timeOffset="-85715.83">15987 15770 84 0,'0'0'1536'16,"0"0"-1354"-16,0 0-44 15,71-111 64-15,-33 77-29 16,3 10 5-16,-4 16-50 16,-3 8-83-16,-5 22-44 15,-7 22 5-15,-9 9-5 16,-11 5-1-16,-2 5 0 15,-8-5 22-15,-19-9 8 16,-2-3 0-16,-2-15-1 0,0-8-23 16,4-11-6-1,2-12-16-15,8 0-56 0,7-23-164 16,6-6-135-16,4 2-467 0</inkml:trace>
  <inkml:trace contextRef="#ctx0" brushRef="#br0" timeOffset="-85409.23">16451 15570 1640 0,'0'0'334'0,"0"0"-217"16,0 0 97-16,0 0-68 16,0 0-1-16,-38 151-2 15,38-91 3-15,0 0-49 16,13-4-41-16,3-8-33 16,1-12-15-16,-1-9 3 15,4-9-11-15,0-10 0 16,5-8-60-16,21-12-98 15,-5-16-379-15,-5 2-610 0</inkml:trace>
  <inkml:trace contextRef="#ctx0" brushRef="#br0" timeOffset="-84995.59">16852 15654 1739 0,'0'0'531'15,"0"0"-440"-15,0 0-22 16,0 0 15-16,0 0 18 16,0 0 8-16,0 0-25 15,27 123-39-15,-17-84 0 16,4 0-25-16,-5 1-13 16,-3-8 2-16,0-2-8 15,-4-6-2-15,-2-5 0 0,0-7-16 16,0-2-35-16,-10-3-1 15,-11 2-14-15,-8 1 33 16,-2 4 0-16,-1-6 31 16,3 0-17-16,7-2 18 15,6-3 2-15,7 2-2 16,7-5 2-16,0 0 6 16,2 0 9-16,0 0-10 15,11 0 13-15,13 0 32 16,10 0 12-16,3-14-38 15,6 2 2-15,-3-6-18 16,-5 4-9-16,1-3-13 16,0-5-79-16,-12 7-216 15,-6-2-334-15</inkml:trace>
  <inkml:trace contextRef="#ctx0" brushRef="#br0" timeOffset="-84785.76">16665 15731 1835 0,'0'0'254'16,"0"0"231"-16,0 0-289 16,0 0-95-16,0 0-76 15,0 0 13-15,0 0-31 16,143-66-4-16,-72 52-3 15,-11 1-197-15,-11 4-554 0</inkml:trace>
  <inkml:trace contextRef="#ctx0" brushRef="#br0" timeOffset="-84523.79">17190 15499 1483 0,'0'0'398'15,"0"0"-272"-15,0 0 175 16,0 0-114-16,0 0-118 16,0 0-46-16,0 0-16 15,-68 3 10-15,55 29-1 0,1 0 38 16,5 5-20-16,5-3-7 16,2-10-14-16,0-2 1 15,13-5-7-15,10-12 2 16,4-1-9-16,4-4-45 15,6 0-138-15,-5-9-162 16,-5-4-234-16</inkml:trace>
  <inkml:trace contextRef="#ctx0" brushRef="#br0" timeOffset="-84178.2">17315 15291 1370 0,'0'0'330'16,"0"0"-212"-16,0 0 60 15,0 0-30-15,0 0 10 16,114 99 3-16,-81-48-15 16,-6 8-54-16,-6 11-2 15,-8 7-24-15,-4 3-1 16,-2-8-42-16,-5-2 1 16,-2-7-24-16,0-9 0 0,0-11-54 15,-12 8-99-15,-5-15-381 16,-1-10-862-16</inkml:trace>
  <inkml:trace contextRef="#ctx0" brushRef="#br0" timeOffset="-67625.48">9616 78 825 0,'0'0'99'16,"0"0"-99"-16,0 0-112 16,0 0-40-16,0 0-121 0</inkml:trace>
  <inkml:trace contextRef="#ctx0" brushRef="#br0" timeOffset="-67108.08">9616 78 649 0,'-116'14'199'15,"94"-5"-134"-15,-3 3 48 16,-4 2-19-16,5-1-13 16,-1 6-46-16,3 2-15 15,-3 5 7-15,0 4 26 16,2 4 22-16,0 6-52 16,-1 5-1-16,1 1-19 15,4 2 4-15,-2 2-6 16,4 2 6-16,-1 0-7 15,-1 2 1-15,2 1 5 16,3-1-4-16,3-1 1 16,7-2-3-16,4 0 0 15,0-2-1-15,4-1 1 0,15 3 0 16,7-1 0-16,5 2 0 16,10 3 1-16,5-6 2 15,8-5 6-15,8-5-9 16,7-16 1-16,9-13 5 15,9-10-6-15,9 0 11 16,6-18 1-16,1-10-11 16,-5-4-2-16,-9-4-12 15,-13-2-77-15,-18-4-32 16,-11-7 44-16,-18 0 78 16,-10-6 132-16,-11 1 116 15,-8 2-86-15,0 4-40 16,0-2-4-16,-21 0-40 15,-8-5-19-15,-13-4 6 16,-16-4-28-16,-14 1-11 0,-14 1-26 16,-5 8-21-16,-33 17-98 15,24 13-157-15,16 17-515 0</inkml:trace>
  <inkml:trace contextRef="#ctx0" brushRef="#br0" timeOffset="-63179.95">5322 2588 476 0,'0'0'0'0</inkml:trace>
  <inkml:trace contextRef="#ctx0" brushRef="#br0" timeOffset="-62844.79">4723 2831 679 0,'0'0'82'0,"0"0"-82"16,-161 118-16-16,90-58 10 16,2 11 6-16,-11 23 5 15,-7 33-4-15,11-7 8 16,18-10-8-16,21-16-1 15,25-21 9-15,12 4-9 16,0 14 0-16,38-4-3 16,18-3 2-16,18-4 1 15,30 0 0-15,33-13 0 16,38-28 20-16,17-35 25 16,6-32 27-16,-9-62 14 15,-15-33 76-15,-10-25-69 0,-33-14 7 16,-37 1 13-1,-43 17-113-15,-36 30-101 0,-15 25-14 16,-11 29 115-16,-15 6 158 16,-14-2 66-16,-12-4-96 15,-17 1-87-15,-51 16-41 16,12 15-135-16,4 15-553 0</inkml:trace>
  <inkml:trace contextRef="#ctx0" brushRef="#br0" timeOffset="-37344.38">28749 3605 1005 0,'0'0'275'0,"0"0"-226"15,0 0 23-15,0 0-2 16,-127-52 41-16,94 48 33 0,-3 4-57 16,-2 0 16-16,0 0-21 15,-2 11 3-15,-3 10-37 16,-1 2-11-16,-5 2-6 16,-7 5-10-16,-7 4-5 15,-3 7-14-15,-7 0 24 16,1 6 10-16,-2 1 39 15,8 3 7-15,3 0-15 16,5 0-32-16,9-3-8 16,3 2-3-16,5-3-8 15,3 3-2-15,1 5-7 16,1 5 7-16,-5 5 1 0,4 4 7 16,-1 10-21-1,2 0 8-15,7 10-7 16,3 18-1-16,1 19 3 0,4 26 4 15,4 10 5-15,1-2-11 16,3-10 37-16,7-18-20 16,4-2 3-16,2-8-8 15,15-5-4-15,22-3-3 16,17-2-6-16,13 4 10 16,13 7-2-16,10 5 8 15,5 9-10-15,7 5 3 16,12 4 1-16,7-1 7 15,13-6-2-15,12-6 8 16,16-9-4-16,9-13-13 16,13-11 13-16,11-19-13 0,1-19 24 15,-2-24-5-15,-4-22-1 16,-3-16-24-16,-2-2 14 16,2-15-15-16,0-4 2 15,-1 1 26-15,-4-1-20 16,-1-5 62-16,-4-9-22 15,-7-9-1-15,-18-11-46 16,-32 1 16-16,-26 4-17 16,-25 4 0-16,-2-5 0 15,27-29 6-15,24-42-12 16,24-51 12-16,-8-18-7 16,-25-8 2-16,-26 3 4 15,-34 14 3-15,-18-11 4 0,-31-13 4 16,-14-10-5-1,-48-5-11-15,-29 5-5 0,-30 13-8 16,-26 24-54-16,-29 27 16 16,-29 27-26-16,-20 27-34 15,-18 20-89-15,-11 22-125 16,57 20-68-16,28 10-599 0</inkml:trace>
  <inkml:trace contextRef="#ctx0" brushRef="#br0" timeOffset="-36586.26">28664 3537 1145 0,'0'0'163'15,"0"0"-46"-15,0 0 14 16,0 0-53-16,0 0 96 15,187 16-13-15,3 2 15 16,49 16 33-16,23 18-45 0,-7 22-76 16,-37 23-54-16,-22 21-19 15,-24 20-15-15,-18 13-9 16,-7 3-102-16,-38-37-187 16,-18-23-282-16</inkml:trace>
  <inkml:trace contextRef="#ctx0" brushRef="#br0" timeOffset="-35302.07">28508 3934 580 0,'0'0'95'16,"0"0"62"-16,0 0 226 15,0 0-174-15,0 0-80 16,0 0-43-16,0 0-11 16,108 0 1-16,-77 0 32 15,2 12-42-15,9 6-2 16,7 2-5-16,9 4-6 16,9 5-24-16,4 0-2 0,3 1 4 15,-1 6 10-15,-2 3 2 16,-5 5-13-16,-9 4 1 15,-5 10 33-15,-10 4 1 16,-4 8-44-16,-2 6-15 16,-7 5 15-16,0 3 2 15,2 2-15-15,-4 5 2 16,2 3 26-16,-2 0-18 16,-4 4 15-16,4 15-20 15,2 12 6-15,-2-7-13 16,-4-16 5-16,-3-14-11 15,-7-16 7-15,5 10-6 16,4 10-1-16,-2-2 10 0,1 1-9 16,-4 1 6-16,1 0 0 15,-1 5-4-15,2-1-3 16,3 4 0-16,3-2 0 16,6-1-1-16,5-4 1 15,1-4 0-15,3-9 0 16,3-10 2-16,-1-15 35 15,1-15 3-15,-1-13 29 16,2-16-8-16,3-8 5 16,3-3-21-16,-6 0-12 15,-4-13-14-15,-9 1-18 16,-9 0 14-16,-6 1-9 16,-5 1-12-16,2 1-4 0,-1-7-34 15,1-17-92 1,-5 6-205-16,-4-4-814 0</inkml:trace>
  <inkml:trace contextRef="#ctx0" brushRef="#br0" timeOffset="-34250.29">28557 3909 168 0,'0'0'536'0,"0"0"-404"16,0 0-44-16,0 0-28 15,0 0-28-15,0 0 23 16,0 0 59-16,-11 17-5 16,9-17 13-16,2 2-54 15,-3-2-32-15,1 0-36 0,-2 2 14 16,-3 0-12-16,-6 0 10 16,-7-2 1-16,-5 0 76 15,-4 0 9-15,-6 0-22 16,-6 0 13-16,-3 0-36 15,-5 0-19-15,-4 10-34 16,-1 10 9-16,-8 16-9 16,12-6-16-16,17-3-359 0</inkml:trace>
  <inkml:trace contextRef="#ctx0" brushRef="#br0" timeOffset="-33088.46">30873 7786 825 0,'0'0'533'16,"0"0"-446"-16,0 0 152 15,0 0-80-15,0 0-46 16,0 0-36-16,0 0 23 15,0-92-1-15,0 75-1 0,0-3-21 16,0 1-10-16,0-5-6 16,0 2-32-16,0-3 15 15,0 1-12-15,-6 1 1 16,-6-2-11-16,1 4-1 16,0-1-3-16,-2 2 3 15,0 1-6-15,-1 3-5 16,-1 0 8-16,-2 2-16 15,2 1 9-15,-1 1-10 16,3 3 5-16,3-1-5 16,-2 2 11-16,5 1 1 15,1 4 2-15,2 1 5 0,-2 1-9 16,2-2 3-16,2 0-5 16,0 3-8-16,-1-1-1 15,-3-1 1-15,0 0-1 16,-4-2 0-16,-1-1 0 15,0 0 0-15,-5-2 2 16,1 2 5-16,-5 1-13 16,-5 1 6-16,-8 3-10 15,-3 0-24-15,-1 0-52 16,-2 0-139-16,12 0-279 16,8 0-584-16</inkml:trace>
  <inkml:trace contextRef="#ctx0" brushRef="#br0" timeOffset="-31879.34">28290 3948 637 0,'0'0'356'0,"0"0"-239"16,0 0 61-16,0 0-19 16,0 0-57-16,0 0-31 15,-125 0-11-15,100 0 4 16,1 0-2-16,-8 0-30 16,-3 7-14-16,-7 10-17 15,-10 10 10-15,-1 2-11 0,1 3 0 16,8 0 0-16,13-6 0 15,8-5-11-15,12-7-21 16,7-4-56-16,4-6-51 16,0-4 22-16,7 0-44 15,17 0 73-15,12-21 57 16,6-3-37-16,3-3-99 16,-3 0 34-16,-11 5 55 15,-15 6 78-15,-16 11 30 16,0 5 239-16,-35 0-93 15,-10 16-84-15,-11 7 16 16,2 5-63-16,-8 11-37 16,17-10-8-16,10-4-722 0</inkml:trace>
  <inkml:trace contextRef="#ctx0" brushRef="#br0" timeOffset="-25309.4">28645 5395 1790 0,'0'0'230'16,"0"0"108"-16,0 0-67 16,0 0-86-16,0 0-100 15,0 0-68-15,-3 9 25 16,27 40-18-16,1 11 7 16,0 5-13-16,-5 3 4 15,-3-2-14-15,-1-5-7 16,-3-9 6-16,-4-8-7 15,-2-6 0-15,-5-10-12 0,-2-8-16 16,0-4-43-16,-6-2-27 16,-17-2 27-16,-6-2 0 15,-2-1-54-15,0-4-39 16,2 2-12-16,2-6-20 16,5 2 17-16,2-1 4 15,2 2 111-15,0 1 43 16,0 2 21-16,5 0 63 15,2 2 23-15,6-3 20 16,5-4-13-16,0-1 14 16,5-1 12-16,22 0 38 15,12-1-43-15,11-16-34 16,8-1-26-16,0-4-11 16,0 2-29-16,-3 1-14 0,3 2-91 15,-13 5-273 1,-12 2-329-16</inkml:trace>
  <inkml:trace contextRef="#ctx0" brushRef="#br0" timeOffset="-25045.84">28402 5500 1763 0,'0'0'304'0,"0"0"-139"15,0 0 75-15,168-102-116 16,-85 67-39-16,4 6-27 16,0 5-49-16,-5 10-6 15,-1 7-3-15,30 7-169 16,-19 7-414-16,-10 9-705 0</inkml:trace>
  <inkml:trace contextRef="#ctx0" brushRef="#br0" timeOffset="-24730.11">30782 5642 2277 0,'0'0'243'16,"0"0"-179"-16,0 0 64 15,38 111 36-15,-16-51-85 16,3 6-47-16,-3-1-17 15,-2-5-8-15,-2-7-1 0,-5-6-12 16,-7-13-21 0,-6-8-67-16,0-10-131 0,-33-12-121 15,-7-4-165-15,-4 0-602 16</inkml:trace>
  <inkml:trace contextRef="#ctx0" brushRef="#br0" timeOffset="-24574.25">30632 6164 730 0,'0'0'140'0,"0"0"151"16,0 0 74-16,0 0-64 15,0 0-112-15,0 0-34 16,0 0-22-16,9-5 30 16,49 5-42-16,14 0-35 15,3-7-40-15,0-3-13 16,-7 0-32-16,-12-6-1 16,0-14-106-16,-18 1-425 15,-13 0-507-15</inkml:trace>
  <inkml:trace contextRef="#ctx0" brushRef="#br0" timeOffset="-24385.4">30535 5707 2307 0,'0'0'278'0,"0"0"-64"16,0 0-114-16,139-62-61 15,-54 39-30-15,7 5-9 16,28-3-49-16,-24 2-321 16,-18 1-1123-16</inkml:trace>
  <inkml:trace contextRef="#ctx0" brushRef="#br0" timeOffset="-24198.22">31245 5363 2085 0,'0'0'327'16,"0"0"-229"-16,0 0 8 16,0 0-25-16,-79 125 10 15,110-91 2-15,27-6-74 16,11-9-19-16,4-10-10 16,3-9-123-16,-20 0-405 0,-20-4-1084 15</inkml:trace>
  <inkml:trace contextRef="#ctx0" brushRef="#br0" timeOffset="-18986.41">28985 3671 939 0,'0'0'228'0,"0"0"100"0,0 0-66 16,0 0-101-16,0 0-60 15,0 0-48-15,-16 0 5 16,12 0 9-16,0 0 39 15,-5-1 17-15,-3-3 6 16,-1 1-45-16,-5-1-22 16,-1 0-20-16,-6-1-18 15,0 5-4-15,-2 0-19 16,-2 0 18-16,2 0-18 16,-4 0 6-16,-2 0-7 0,-3 0 9 15,-1 5-3 1,-1 3 3-16,2 0 8 0,5 2-16 15,-1 2 10-15,1 1-2 16,2 1-8-16,0 0-1 16,-2 1 5-16,0 2-4 15,-5-1 0-15,1 0 6 16,-1 0 0-16,-1 1 13 16,-2 2-19-16,1-1 19 15,5-2-19-15,2 2 5 16,2 1-6-16,0-2 9 15,4 3-8-15,0 1 5 16,2-1 2-16,0 1-8 16,-2 5 14-16,3 1-13 15,2 0 19-15,2 4-12 0,3-2 3 16,3 3-10-16,2 1 6 16,3-1 3-16,2-2-1 15,3 0 5-15,2-2-13 16,0-2 7-16,0-2 1 15,2 2-9-15,12 1 0 16,-1 0 2-16,7 0-2 16,3 0 2-16,1-1-1 15,0-1 1-15,3-4 2 16,-2 0 11-16,1-1-18 16,-1-3 9-16,2-2-12 15,-1-3 6-15,3 0-1 16,0-4 1-16,0 0-2 15,2 0 2-15,-2-4 1 16,-2 0 11-16,0-2-3 0,0-2-12 16,4 0 9-16,7 0-3 15,5-15-2-15,5-4 0 16,4-1-1-16,-1-4 1 16,0 2 4-16,-2 3 5 15,-5-1-11-15,-3 7 7 16,-3-1-8-16,2 3 3 15,2-2-1-15,5 5 0 16,6-1 0-16,3 4-1 16,2 2 2-16,0 3-3 0,-7 0 4 15,-6 0-4 1,-9 0 3-16,-7 0-2 0,-7 0 2 16,-7 0-1-16,-1 0 6 15,-1 0-6-15,1-11 11 16,-1-6-10-16,-4-1 5 15,-3-2 0-15,-3-1-6 16,-3-6 29-16,0-1-2 16,0-5-14-16,-9 0-5 15,-2-3 2-15,2-2-10 16,2 0 0-16,0 0 10 16,1 1-10-16,-1 3 12 15,-2 3 17-15,2-1-3 16,-1-1-5-16,-3 1-7 15,-1 2-7-15,1-2 2 0,0 2-9 16,2 2 7-16,0 5-1 16,3 6-6-16,4 2 0 15,0 4 7-15,2 1-1 16,0 0 2-16,0-1-8 16,0 2-8-16,4-4 7 15,7 4-7-15,-1 0 2 16,2 4 6-16,-3-2 0 15,-1 4-10-15,2-1 9 16,-6 1-8-16,1 3-35 16,-1 0-54-16,0 0-94 15,1 3-488-15,-5 2-924 0</inkml:trace>
  <inkml:trace contextRef="#ctx0" brushRef="#br0" timeOffset="-17449.7">29432 6921 1393 0,'0'0'300'15,"0"0"89"-15,0 0-147 16,0 0-86-16,0 0-60 16,0 0-47-16,93-114-4 15,-53 93 22-15,2-4-6 16,1 4 14-16,-1 1-33 16,1-1 7-16,-6 1-13 15,-1 4-7-15,1 0-16 16,-1 0 5-16,0 2 1 0,2 1-10 15,4-1 5 1,3 2-4-16,1-1-4 0,2 1-6 16,0 0 11-16,-3 2-10 15,-1-1 6-15,-1 4 2 16,-1-1-3-16,0 0 9 16,6-1-15-16,3 2 21 15,2 0-20-15,5 2-1 16,0 1 1-16,-4 1 4 15,-5 3-5-15,-7 0 0 16,-6 0 0-16,-10 0-9 16,-1 10 9-16,-7 1-16 0,-3 3 14 15,4 2 3-15,-2 2-2 16,1 6 0-16,-1 6 1 16,2 2 0-16,-1 4 0 15,-5 5-1-15,-4 0 2 16,-2 3-8-16,-7 2 8 15,0-1-7-15,0-1 12 16,-12 0-4-16,-5-2-2 16,-1-4 1-16,-3 1 0 15,0-6-1-15,-4-1 3 16,-4-3 6-16,-4-3-4 16,-6-2-4-16,-3-5 4 15,-4-3-5-15,-8-7 9 0,-4-4-7 16,-2-5-1-1,-5 0 6-15,3 0-6 0,2 0 1 16,6-5 8-16,9-4-10 16,9-2 0-16,5 2 5 15,10 8-5-15,-2 1 0 16,1 1-1-16,-3 21-4 16,-2 7 4-16,-4 5 2 15,-3 2 3-15,1 0-2 16,-2-4 7-16,-1-4-3 15,-2-6 13-15,-2-4 1 16,-2-5 8-16,-6-8-3 16,0-3-17-16,-6-2 2 15,-4-2-2-15,2-19-1 16,-2-11-6-16,8-5 8 0,0-7-9 16,10-5 8-16,7 0-1 15,6-3-6-15,7 0 1 16,9-1 4-16,6 3-12 15,5 0 3-15,3 6-5 16,21 0-2-16,7 5 4 16,7 4-5-16,-2 3 11 15,-1 6 0-15,-1 6-11 16,-1 5-50-16,3 7-88 16,22 5-56-16,-9 3-450 15,-7-2-497-15</inkml:trace>
  <inkml:trace contextRef="#ctx0" brushRef="#br0" timeOffset="-15925.24">29494 5127 740 0,'0'0'241'0,"0"0"31"0,0 0-57 16,0 0-54-16,0 0-46 16,0 0-31-16,0 0-17 15,0-18-17-15,0 16-21 16,0-1 8-16,0-6-13 16,0 1-3-16,6 0 11 15,1-2 17-15,4-2 79 16,0 1-18-16,4-4-8 15,6-1-35-15,4-2-3 16,8-4-12-16,7-4-10 16,3-2-11-16,3 2-7 15,-1-1 25-15,-3 4-23 16,-4 1 10-16,-1 4-35 0,2 1 13 16,1 4-13-16,5-1 15 15,-1 3-10-15,5 4-4 16,2 4 2-16,-2 3-2 15,1 0-4-15,-6 6-7 16,-2 14 9-16,-1 9-8 16,-4 2 7-16,-1 8-7 15,-5 5 8-15,-2 1 7 16,-4 6-7-16,-5-1 0 16,-3 2 8-16,-5-4-10 15,-3 0 3-15,-9-4-1 16,0-2 1-16,0 1 6 15,-7-1-6-15,-9 2 0 16,-6-2 6-16,-2-2-6 16,-3 1-2-16,-4-8 9 0,2-3-2 15,-4-5-6-15,-4-4 13 16,-3-5-1-16,-6 0 2 16,-10-3-7-16,-4-5-1 15,-5-4 6-15,-4-4-3 16,-2 0 27-16,0 0-15 15,3-16 10-15,6-2-17 16,9-5 11-16,3 2-5 16,8-2-13-16,4 5 2 15,-2 1-7-15,2 3 2 16,-2 3 8-16,0 3-16 16,2 2 11-16,7-1-7 0,4 2 0 15,7-4 1-15,5-8-1 16,5-1 1-16,3-8 7 15,3-3-7-15,4-9 23 16,0-3-23-16,7-5 9 16,15-5-10-16,7 0 1 15,7 0 0-15,1 5-1 16,4 8 0-16,8 6-5 16,9 8-1-16,14 9-15 15,15 8-47-15,42 7-119 16,-21 7-374-16,-16 4-1578 0</inkml:trace>
  <inkml:trace contextRef="#ctx0" brushRef="#br0" timeOffset="-13801.88">1848 15320 1506 0,'0'0'287'0,"0"0"-145"16,0 0 28 0,0 0-59-16,0 0-98 0,0 0 24 15,-5 22 33-15,10-7 22 16,-3-3 9-16,0-3-16 16,0-1-48-16,0-4-15 15,0 1-1-15,3 0-14 16,-3-1 2-16,3 1-7 15,-3 4 8-15,3-1-10 16,-1 2 8-16,-2-5-7 16,0-2 7-16,0-1-8 15,3-2 1-15,2 0 11 16,4-2 28-16,12-20-2 16,8-12-13-16,8-10-2 0,11-10-22 15,32-32-1-15,-8 11-82 16,-10 3-535-16</inkml:trace>
  <inkml:trace contextRef="#ctx0" brushRef="#br0" timeOffset="-11542.34">19483 15721 1918 0,'0'0'501'0,"0"0"-184"15,0 0-66-15,0 0-150 16,0 0-71-16,-9 136 57 15,30-25-1-15,2 1-21 16,-3-6 1-16,0-16-37 16,-6-20 1-16,-3 3-23 15,2-1 1-15,-6-14-8 16,-1-14-1-16,-3-13-34 16,-3-18-34-16,0-13-32 15,0 0-3-15,0-18-57 16,-9-35-350-16,-7 0-39 15,-1 2-273-15</inkml:trace>
  <inkml:trace contextRef="#ctx0" brushRef="#br0" timeOffset="-11295.57">19335 16008 1294 0,'0'0'369'0,"0"0"112"16,38-133-194-16,18 74-128 15,20 6-28-15,10 13 2 16,6 17-30-16,-8 23-54 15,-12 19-21-15,-19 37-27 16,-24 17 4-16,-22 6 7 16,-7 6 27-16,-24-5 6 15,-19-7 16-15,-3-12-2 16,-4-11-19-16,4-15-11 16,5-16-28-16,6-15 15 0,10-4-16 15,14-14-43-15,16-40-71 16,21 6-91-16,10 2-571 0</inkml:trace>
  <inkml:trace contextRef="#ctx0" brushRef="#br0" timeOffset="-11075.91">20234 16423 1279 0,'0'0'1171'0,"0"0"-954"15,0 0 145-15,-83-116-162 16,75 63-104-16,4-1-24 0,4-1-21 16,0 6-33-16,6 1-18 15,9 3 0-15,7 1-54 16,7 5-54-16,29 6-63 16,-7 5-193-16,-4 17-649 0</inkml:trace>
  <inkml:trace contextRef="#ctx0" brushRef="#br0" timeOffset="-10816.03">20415 15963 1332 0,'0'0'724'16,"0"0"-547"-16,0 0 290 15,-54 129-280-15,54-79-91 16,13-1 2-16,22 0-27 16,8-13-33-16,1-10-37 0,4-16 0 15,-6-10 5 1,-7-1 6-16,-8-22-3 0,-11-11 4 15,-9 3-12-15,-7-1 11 16,-7-3 23-16,-20 7 1 16,-8 6 26-16,-6 3-6 15,1 7 1-15,5 3-27 16,8 1-12-16,8 4-18 16,15-2-1-16,4-16-106 15,18-1-116-15,7-4-701 0</inkml:trace>
  <inkml:trace contextRef="#ctx0" brushRef="#br0" timeOffset="-10409.4">20878 15665 2230 0,'0'0'338'0,"0"0"-242"15,-23 151 141-15,23-72-73 16,11 4-81-16,20-7-11 15,6-6-21-15,-8-15-41 16,-8-11 8-16,-9-13-18 16,-7-9 0-16,-5-14 1 15,0-8 10-15,-19 0 3 16,-3-22-3-16,2-10 2 16,9-7-12-16,11-2-2 15,7-3-24-15,33 0-21 0,14 8 4 16,8 13 16-1,0 15-7-15,-6 8 14 0,-16 27-26 16,-17 17 21-16,-21 10 23 16,-2 8 2-16,-31 0 25 15,-12-4 30-15,-4-7-5 16,-2-16-24-16,7-12 3 16,2-15-6-16,6-8-11 15,8-15-2-15,10-19-11 16,12-2-15-16,19-14-108 15,21 10-148-15,6 4-504 0</inkml:trace>
  <inkml:trace contextRef="#ctx0" brushRef="#br0" timeOffset="-10033.28">21513 16066 195 0,'0'0'2003'0,"0"0"-1689"16,-122 0-118-16,81 0-21 16,12 18-114-16,14 10-29 15,13 5-5-15,2-1-9 16,22-1 20-16,20-7 0 16,10-7-16-16,1-8-13 15,-4-9 2-15,-7 0-11 16,-13-4-1-16,-11-15 0 15,-11-4 1-15,-7 2 1 0,0 2 19 16,0 3 29-16,0 10 20 16,-2 6 0-16,2 0-62 15,0 15-6-15,0 11 6 16,8 1 22-16,6 4-19 16,1-4-1-16,3-5-9 15,-2-4-9-15,4-5-32 16,5-13-83-16,12-4-45 15,-1-19-333-15,-9-3-971 0</inkml:trace>
  <inkml:trace contextRef="#ctx0" brushRef="#br0" timeOffset="-9643.16">21729 15583 2278 0,'0'0'478'16,"0"0"-436"-16,0 0 118 15,9 122 31-15,14-43-74 16,4 11 7-16,-1-1-52 16,-2-8-16-16,-3-12-34 15,-3-10-8-15,-7-13-14 16,-3-20 5-16,-4-12-5 16,2-14-2-16,0 0 1 15,1-26 1-15,7-6 0 16,5-3-12-16,8-2-3 0,6 3-1 15,5 10 5-15,3 2 11 16,-4 10 0-16,-3 10 0 16,-10 2-15-16,-13 14 9 15,-11 13 5-15,0 8 1 16,-25 0 15-16,-12 2 18 16,-5-5-11-16,1-6-10 15,6-8-4-15,10-6-8 16,12-12 0-16,9 0-42 15,4-12-94-15,24-28-108 16,8 1-563-16,3 2-943 0</inkml:trace>
  <inkml:trace contextRef="#ctx0" brushRef="#br0" timeOffset="-9506.65">22273 16062 2082 0,'0'0'506'15,"0"0"-218"1,0 0-59-16,0 0-112 0,0 117-81 15,0-100-26-15,0-2-10 16,5-15-76-16,6 0-122 16,-2-3-489-16</inkml:trace>
  <inkml:trace contextRef="#ctx0" brushRef="#br0" timeOffset="-9380.98">22291 15895 2158 0,'0'0'622'0,"0"0"-539"0,0 0 133 16,0 0-190-16,0 0-26 16,0 0-495-16</inkml:trace>
  <inkml:trace contextRef="#ctx0" brushRef="#br0" timeOffset="-9184.41">22458 15575 2292 0,'0'0'513'0,"0"0"-449"16,27 108 205-16,-7-42-104 15,0 10-72-15,-4-2-17 16,-7-2-44-16,-5-5-31 16,-2-13-1-16,0-13-84 0,7-18-55 15,1-14-99-15,0-9-558 0</inkml:trace>
  <inkml:trace contextRef="#ctx0" brushRef="#br0" timeOffset="-9034.21">22687 15927 1971 0,'0'0'548'0,"0"0"-482"16,0 0 242-16,0 0-127 16,0 0-98-16,0 0-34 15,0 0-34-15,0 85-15 16,8-85-36-16,3 0-104 15,-1-14-235-15,-2-11-1532 0</inkml:trace>
  <inkml:trace contextRef="#ctx0" brushRef="#br0" timeOffset="-8893.53">22598 15753 2300 0,'0'0'460'16,"0"0"-317"-16,0 0 30 15,0 0-173-15,0 0-101 16,0 0-199-16,0 0-1215 0</inkml:trace>
  <inkml:trace contextRef="#ctx0" brushRef="#br0" timeOffset="-8501.04">22986 15799 2177 0,'0'0'489'16,"0"0"-289"-16,0 0 2 16,-120-6-148-16,98 17-24 15,6 21-18-15,10 9 7 16,6 9-18-16,0-1 8 16,17-8 0-16,16-6-9 15,12-12-1-15,5-14-23 16,3-9-33-16,-4-14-50 15,-5-22-61-15,-9-8-75 16,-16-10 111-16,-15-13 93 16,-4-3 39-16,0 2 12 0,-17 6 70 15,-1 12 79-15,3 15 36 16,3 17 3-16,8 14-70 16,-1 4-55-16,5 8-57 15,0 23-17-15,0 10 30 16,2 12 4-16,9 5-11 15,1-4-18-15,1-6-6 16,7-12-6-16,30-9-48 16,-6-13-123-16,-2-10-697 0</inkml:trace>
  <inkml:trace contextRef="#ctx0" brushRef="#br0" timeOffset="-8179.46">23580 15735 2246 0,'0'0'315'16,"0"0"-110"-16,0 0 13 15,-141 116-117-15,124-72-21 16,14-3-2-16,3-9-41 16,29-6-20-16,18-17-17 15,11-9 0-15,0-5-33 16,-4-22-28-16,-15-8 34 15,-10-4 9-15,-16 1 18 16,-5 8 1-16,-8 8 38 16,0 8 32-16,0 5 24 15,0 9-24-15,0 0-59 0,0 0-12 16,2 15-4 0,7 2-4-16,6 4 8 0,9-3-49 15,30-8-84-15,-2-6-123 16,-4-4-507-16</inkml:trace>
  <inkml:trace contextRef="#ctx0" brushRef="#br0" timeOffset="-7921.56">24203 15712 1573 0,'0'0'865'0,"0"0"-692"0,0 0 88 16,-144 5-131-16,113 22-88 15,6 6 11-15,9 9 16 16,16 4-28-16,0-5 5 16,23-2-34-16,17-4 3 15,9-12-15-15,7-9-9 16,0-9-51-16,-8-5-49 16,-10-14-60-16,-9-23-95 15,-11-11-53-15,-18-59-38 16,0 8-233-16,-2 1-369 0</inkml:trace>
  <inkml:trace contextRef="#ctx0" brushRef="#br0" timeOffset="-7818.93">24307 15334 1534 0,'0'0'851'0,"0"0"-658"0,0 0 9 15,-25 124 48 1,18-21-120-16,0 1-58 0,7-2-62 16,0 22-10-16,0-37-134 15,0 1-713-15</inkml:trace>
  <inkml:trace contextRef="#ctx0" brushRef="#br0" timeOffset="-5970.5">22498 16575 1247 0,'0'0'501'16,"0"0"-141"-16,0 0 117 16,0 0-356-16,0 0-29 15,0 0 74-15,-6 161-21 16,6-89-50-16,0 3-20 15,0 0-35-15,0 1 0 16,0-4-40-16,4-5 0 16,5-13-2-16,2-14-23 15,-2-17-71-15,0-20-76 16,-2-3-169-16,-7-3-508 0</inkml:trace>
  <inkml:trace contextRef="#ctx0" brushRef="#br0" timeOffset="-5814.66">22120 17235 2270 0,'0'0'357'0,"0"0"-154"16,0 0-67-16,0 0-109 16,180-66-27-16,-61 30-21 15,-19 9-216-15,-21 0-550 0</inkml:trace>
  <inkml:trace contextRef="#ctx0" brushRef="#br0" timeOffset="-5520.67">22907 17057 2148 0,'0'0'348'16,"0"0"-208"-16,0 0 84 15,0 0-136-15,-99 116-45 16,113-98 18-16,30-12-46 15,12-6 6-15,8 0-20 16,-1-14 19-16,-7-8-20 16,-17-6-1-16,-14 6 1 15,-18-5 7-15,-7 5-7 16,-11 0 14-16,-23 4 16 16,-3 4-12-16,-8 5 6 15,1 0-23-15,1 6 6 0,7 3-7 16,9 0 0-1,14 0-46-15,13 0-96 0,15 3-382 16,14-3-585-16</inkml:trace>
  <inkml:trace contextRef="#ctx0" brushRef="#br0" timeOffset="-5332.5">23352 16790 2356 0,'0'0'374'0,"0"0"-283"16,0 0 110-16,0 116-89 16,0-64-72-16,0-2-26 0,12 4-14 15,3-5-6-15,-1-4-77 16,-4 11-104-16,-3-15-478 16,-5-13-836-16</inkml:trace>
  <inkml:trace contextRef="#ctx0" brushRef="#br0" timeOffset="-5199.04">23200 17267 2343 0,'0'0'526'0,"0"0"-456"16,0 0 74-16,0 0-144 16,150-134-108-16,-63 97-128 0,-2 3-649 15</inkml:trace>
  <inkml:trace contextRef="#ctx0" brushRef="#br0" timeOffset="-4875.44">23831 16973 2060 0,'0'0'470'16,"0"0"-380"-16,-118 79 166 16,91-42-120-16,21-2-78 15,6-5-4-15,31-11-35 16,21-9-13-16,10-10-12 15,2 0-33-15,-6-22-50 16,-18-6-43-16,-17-2 78 16,-17 1 31-16,-6 3 23 15,-2 9 46-15,-13 2 62 0,3 7 11 16,6 8-51-16,4 0-23 16,2 14-44-16,0 12 47 15,6 5-1-15,12 1-13 16,2-6-19-16,-2-2-14 15,0-8-1-15,-3-2-26 16,4-8-39-16,12-6-79 16,-4-6-158-16,-6-16-681 0</inkml:trace>
  <inkml:trace contextRef="#ctx0" brushRef="#br0" timeOffset="-4702.19">24222 16744 1684 0,'0'0'927'0,"0"0"-802"15,0 0 116-15,33 125-32 16,-20-70-104-16,3 3-41 16,-1-2-28-16,-1-10-25 15,-3-2-11-15,-2-7-60 16,-2-7-85-16,-7-6-110 16,0-6-452-16,-12-11-876 0</inkml:trace>
  <inkml:trace contextRef="#ctx0" brushRef="#br0" timeOffset="35837.94">22077 9169 1733 0,'301'29'0'0</inkml:trace>
  <inkml:trace contextRef="#ctx0" brushRef="#br0" timeOffset="36881.29">29505 5187 967 0,'0'0'192'0,"0"0"-46"16,-152 79 11-16,114-56-103 16,34-12-37-16,4-6-17 15,7-5-231-15</inkml:trace>
  <inkml:trace contextRef="#ctx0" brushRef="#br0" timeOffset="37090.74">29945 5031 1545 0,'0'0'230'15,"0"0"-50"-15,-137 68-29 16,70-26-65-16,0 4-64 16,4 0 12-16,10-1-32 15,15-6 8-15,14-5-10 16,20-7-6-16,19-17-146 15,20-6-157-15,10-4-456 0</inkml:trace>
  <inkml:trace contextRef="#ctx0" brushRef="#br0" timeOffset="37285.37">30064 5034 1335 0,'0'0'221'16,"0"0"37"-16,-134 79-3 15,54-21-99-15,-2 6-59 16,6 1-46-16,18-9-36 16,22-10-15-16,23-14-3 15,13-16-68-15,29-16-117 16,57-24-96-16,-7-19-310 16,-4-8-289-16</inkml:trace>
  <inkml:trace contextRef="#ctx0" brushRef="#br0" timeOffset="37444.12">30131 5039 1058 0,'0'0'597'16,"0"0"-455"-16,-205 108 155 16,89-39-53-16,10-6-96 15,18-6-44-15,39-21-26 16,9-2-49-16,13-4-29 16,27-16-22-16,23-14-106 15,75-38-250-15,-5-14-257 16,-3-6-649-16</inkml:trace>
  <inkml:trace contextRef="#ctx0" brushRef="#br0" timeOffset="37751.64">30053 5163 1460 0,'0'0'240'0,"0"0"-90"16,-147 133 114-16,86-83 5 16,13-8-80-16,19-12-86 15,22-16-94-15,7-12-9 16,45-2-79-16,17-25-186 15,9-14-103-15,3-11-153 16,-3-4 178-16,-11 4 5 16,-16 11 175-16,-19 19 163 15,-25 20 265-15,-6 10 321 16,-44 34-317-16,-19 16 4 16,-8 9-72-16,-8 3-58 15,4-2-23-15,15-10-38 0,22-11-24 16,23-20-40-16,21-17-18 15,29-12-45-15,36-15-114 16,15-26-138-16,33-29-81 16,-21 10-219-16,-18 9-70 0</inkml:trace>
  <inkml:trace contextRef="#ctx0" brushRef="#br0" timeOffset="37863.01">30240 5383 514 0,'0'0'673'16,"0"0"-330"-16,-100 111-107 15,42-57-30-15,0-3-81 16,6-5 1-16,13-13-50 15,20-12-45-15,19-17-31 16,56-29-98-16,14-19-89 16,3-6-458-16</inkml:trace>
  <inkml:trace contextRef="#ctx0" brushRef="#br0" timeOffset="38478.96">30240 5383 1211 0,'-106'-116'358'16,"58"110"-261"-16,0-3 167 15,3-8 1-15,18-5-59 16,16-9-121-16,11-8-85 16,0-3-33-16,17 4-87 15,2 9 50-15,-4 8 35 16,-8 8 34-16,-7 10 2 16,0 3-2-16,-22 0-5 0,-24 8-11 15,-18 12-5 1,-18 8 13-16,-7 6 9 0,-2 3 0 15,12-4-3-15,19-3 9 16,22-6-12-16,24-7 6 16,14-14-40-16,21-3 40 15,28-3 9-15,18-24-7 16,13-8-2-16,7-10-18 16,2 2-35-16,-4 2 53 15,-13 7-1-15,-17 10 1 16,-19 12 8-16,-23 12-8 15,-13 0 1-15,-18 21 18 16,-29 11 34-16,-17 7-19 16,-14 6 1-16,-10 6-35 15,-3 2 11-15,2-2-10 0,11-3 0 16,18-6-1-16,17-9 0 16,26-13 0-16,17-13-13 15,11-7-6-15,36-19-3 16,20-23 7-16,15-13-77 15,12-10 56-15,2-4 26 16,-5 5 10-16,-6 8 2 16,-12 14 21-16,-13 12 13 15,-18 13-16-15,-11 14-17 16,-8 3-2-16,-11 7-2 16,-6 20 2-16,-6 7 3 15,0 6-3-15,-16 4-1 16,-11 2 2-16,-2 0-2 0,3-4-26 15,2-1-126 1,8-13-203-16,9-14-406 0</inkml:trace>
  <inkml:trace contextRef="#ctx0" brushRef="#br0" timeOffset="38683.83">30499 5023 983 0,'0'0'291'16,"0"0"-207"-16,0 0-52 15,0 0 72-15,44 132 23 16,-48-89-31-16,-21-1-7 16,-8-4 41-16,-7 0-23 15,-5-6-69-15,-1-5-19 16,1-4-19-16,3-9-120 16,10-12-9-16,10-12-24 0,9-19-237 15,11-4-261-15</inkml:trace>
  <inkml:trace contextRef="#ctx0" brushRef="#br0" timeOffset="39019.22">30406 5274 722 0,'0'0'170'15,"0"0"195"-15,0 0-76 16,0 0-37-16,0 0-78 16,-83 108-32-16,52-104-90 15,6-4-29-15,5-4-23 16,7-24-84-16,2-10-21 15,1-11 21-15,2-2-1 0,-5-8-47 16,-3-1-30-16,-7 4-5 16,-1 10 100-16,-8 10 6 15,1 18 61-15,-5 12 32 16,1 6-4-16,-5 12 21 16,2 22-20-16,-4 14 2 15,2 12-11-15,2 10-4 16,2 6-15-16,10 1 15 15,12-7-15-15,14-10-1 16,2-12 0-16,38-16 11 16,20-16 11-16,18-16-22 15,36-22-127-15,-16-15-276 16,-17-1-565-16</inkml:trace>
  <inkml:trace contextRef="#ctx0" brushRef="#br0" timeOffset="41114.64">29172 4824 912 0,'0'0'255'0,"0"0"-31"0,0 0-58 15,0 0-69-15,0 0-38 16,0 0 30-16,0 0 19 16,-6 0 27-16,4 0-28 15,0 0-15-15,-4-5-5 16,2 0-29-16,-2 0 17 16,-1-2-26-16,3 0 15 15,-1 0-7-15,3 3 0 16,2 2-8-16,-3 0 1 15,3 2-17-15,0 0-32 0,0 0-1 16,0 8 0 0,8 4 0-16,2 2 1 0,1 0 24 15,7 3 2-15,1-2 1 16,2 6-14-16,2-2-5 16,2 4 0-16,-5-5-8 15,-1 0-2-15,-3-2 10 16,-5-3-15-16,0-2 12 15,-1-2-7-15,-4 3 1 16,-2-3-1-16,1-4 1 16,-1 2 1-16,-2-2-1 15,-2-2 7-15,0-3-13 16,0 2 8-16,0-2-3 16,0 0 1-16,0 0-1 15,0 0-5-15,0 0 5 0,0 0 0 16,0 0 2-16,0 0-10 15,0 0 22-15,0 0-13 16,0 0 1-16,0 0 5 16,0 0-6-16,0-5-1 15,0 2-5-15,0-1 2 16,0-1 2-16,0 5 1 16,-4-5-13-16,-3 1 8 15,1-1 6-15,-3 2-8 16,-2 1 7-16,2 0-4 15,-2 2 4-15,1 0-1 16,4 0-2-16,2 0-8 16,2 0 11-16,2 0-1 15,0 0 2-15,0 0-1 16,4-5-20-16,11 2 21 0,5-5 1 16,1 2 0-16,-2-2 3 15,-3 0 4-15,-3 0-7 16,-1 2 7-16,-3-1-8 15,-3 2 0-15,-2-2 11 16,2 2-10-16,-4-2 0 16,0 4 5-16,2-3-4 15,1 1-4-15,-1 0 7 16,-2 1-13-16,2 1 14 16,0-1-7-16,-4 4 1 0,0 0-1 15,2 0 0 1,-2 0 0-16,0 0-1 15,2 0-17-15,2 0 13 0,3 4-4 16,1 6 10 0,0 3 0-16,-2-1 0 0,1-1 0 15,-1 0 0-15,-2-1 4 16,4-5-3-16,-6 2-2 16,0-2 4-16,0-2-4 15,-2-1 2-15,0 0-1 16,0-2 0-16,0 2 0 15,0 1 0-15,0 2 0 16,0-2 0-16,0 2 8 16,0-1-11-16,0-1 10 15,0 2-7-15,0-3 1 0,-6 2 9 16,-2-1-9-16,2 2-1 16,-5 2 0-16,-3-2 0 15,-3 1 0-15,1 0 12 16,-1-2-11-16,1 2 0 15,3-4-2-15,1 2 2 16,5-4 0-16,1 2 0 16,2-2-1-16,-1 0 0 15,-2 4 2-15,-2 0-4 16,1-1 4-16,-4 4-4 16,3-2 3-16,5-2-2 15,2-1-4-15,2-2 5 16,0 0 1-16,0 0-1 15,0 0 11-15,0-5-5 16,2-7 3-16,2-2-3 0,3-1 3 16,-5 3 7-16,3-2 5 15,-1-3-21-15,3 4 1 16,-1-3-1-16,1 1 2 16,0 6-7-16,-2 1 22 15,-3 2-22-15,-2 3 11 16,0 3-12-16,0 0 3 15,0 0-4-15,0 3-55 16,-2 20-103-16,-10 1-341 16,1-4-541-16</inkml:trace>
  <inkml:trace contextRef="#ctx0" brushRef="#br0" timeOffset="65733.83">7378 12634 1333 0,'0'0'205'0,"0"0"-64"16,0 0 106-16,0 0-67 15,0 0-48-15,0 0-21 16,-11-29-68-16,24 25-12 0,12-1 9 15,8-2 30-15,9 1-24 16,10-4 16-16,10 1-23 16,7 0-8-16,5-1-13 15,3-2-6-15,0 4 3 16,-4-1-13-16,-1 6 14 16,-1-4-16-16,9 0 15 15,27-9-14-15,32-12 2 16,25-11-1-16,-12 3-2 15,-30 7 4-15,-41 12-2 16,-27 9-4-16,4 2 4 16,2 0-2-16,7-3 1 0,-3 2-1 15,9-3 0-15,10-5 7 16,27-4-7-16,-6 0 0 16,8 2 0-16,-2 0 8 15,-22 7-8-15,5-1 12 16,-10 3-21-16,-5-1 10 15,2 0-2-15,21-2 2 16,32-6-1-16,37-5 0 16,17-4 0-16,-6 2 0 15,-15 5 1-15,-18 7-7 16,-5 2 17-16,-1 2-11 16,-6 4 0-16,0-1 6 15,2 0-6-15,12-1-7 0,10 0 6 16,3-2 1-1,-9 2 5-15,-37 3-3 0,-36-2 38 16,-32 5-25-16,-20 0 0 16,-4 0-15-16,-5 0 7 15,-2-2-7-15,-3 0 8 16,-1-1 47-16,3-6 1 16,6 1-1-16,1-2-43 15,-1 2 3-15,-2 2-15 16,-4 2 0-16,-7 4-15 15,-5 0-35-15,-5 6-81 16,0 13-427-16,-7-2-737 0</inkml:trace>
  <inkml:trace contextRef="#ctx0" brushRef="#br0" timeOffset="66827.34">10809 12791 1126 0,'0'0'208'16,"0"0"61"-16,0 0 2 15,0 0-91-15,0 0-20 0,0 0-30 16,0 0-1-16,42-26-59 16,-20 28-27-16,3 22-19 15,-3 15 16-15,0 14-15 16,-2 30 15-16,-6 26-11 16,-9 26-17-16,-5-6-5 15,0-23-7-15,-19 6-16 16,-3-42-252-16,-4 1-473 0</inkml:trace>
  <inkml:trace contextRef="#ctx0" brushRef="#br0" timeOffset="136275.76">8635 305 914 0,'0'0'237'0,"0"0"16"16,0 0-30-16,0 0 4 16,0 0-28-16,0 0-32 0,-7-23-31 15,7 21 4-15,0 2-20 16,0 0-22-16,0 0-20 15,7 0-60-15,9 0 3 16,4 4-15-16,4 9 0 16,7 3-6-16,3-1 12 15,6 2-12-15,7-2 1 16,0 2 10-16,4-1-10 16,-4 0 0-16,-7 2 12 15,-6-1-19-15,-7-2 14 16,-10-4-8-16,-3 0 0 15,-8-2 0-15,-4-6 0 16,1 1 0-16,-3-4-33 0,0 0-23 16,0 0-55-16,-9 0-129 15,-7-6-43-15,3-9-233 16,3-2-396-16</inkml:trace>
  <inkml:trace contextRef="#ctx0" brushRef="#br0" timeOffset="136756.01">9079 347 879 0,'0'0'254'16,"0"0"77"-16,0 0-84 16,0 0-114-16,0 0-76 15,0 0 46-15,0 0 7 16,-42 100-23-16,28-66-55 0,3-2 24 16,-1-6-8-16,6-5-10 15,2-7-23-15,1-5-4 16,3-9-4-16,0 0 6 15,0-2 11-15,0-19-17 16,3-2 1-16,1-3-1 16,2-2-7-16,0 0 0 15,-2 3 12-15,0-2-12 16,-2 5 2-16,3 1 10 16,-3 8 4-16,0 3 6 15,0 4-11-15,0 3 30 16,1 3-32-16,2 0-4 15,1 0-5-15,3 10 0 16,3 4 1-16,1 3 0 16,-3-3 3-16,4-1-2 0,-5 0-4 15,0-1 10-15,0-2-9 16,-2-2 2-16,-3 0 0 16,-4-2-1-16,0 0 8 15,0 0 18-15,0-1 47 16,-15 6-16-16,-6-1-46 15,1 1 7-15,1 4-17 16,0-1-2-16,-1 1-13 16,-7 8-166-16,6-2-362 15,-2-2-1160-15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47:07.69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2851 1453 1633 0,'0'0'498'0,"0"0"-251"0,0 0 80 16,0 0-130-16,0 0-91 15,0 0-79-15,-9 21 1 16,28 47 37-16,4 42 26 16,0 39 1-16,-4 11-3 15,-7-6-30-15,-6-38-10 16,-6-35-4-16,2-23-25 16,1-10 1-16,-1 1-20 15,2 0 11-15,0-2-11 16,4-13-2-16,-4-14 1 15,0-8-1-15,-4-10-27 16,0-2-11-16,0 0-11 16,0-12-74-16,-24-31-48 0,1 4-153 15,4-5-633-15</inkml:trace>
  <inkml:trace contextRef="#ctx0" brushRef="#br0" timeOffset="352.04">2751 1627 603 0,'0'0'1059'16,"0"0"-913"-16,29-118 90 0,8 71 4 15,14 4-38-15,12 12-33 16,4 8 9-16,0 16-41 15,-7 7-40-15,-6 13-49 16,-12 28-4-16,-13 10-14 16,-13 16 7-16,-16 4 4 15,0 1 5-15,-25-2-7 16,-14-7-18-16,-3-5 0 16,-2-8-15-16,3-11 13 15,8-16-17-15,8-8 2 16,10-15-4-16,1 0-17 15,8-3-58-15,2-9-43 16,4-9-53-16,16 3-305 0,7 2-323 16</inkml:trace>
  <inkml:trace contextRef="#ctx0" brushRef="#br0" timeOffset="651.87">3900 1279 1974 0,'0'0'368'0,"0"0"7"0,0 0-189 15,0 0-84 1,-123 152-21-16,94-37 13 0,12-2-8 15,11-14-10-15,6-15-21 16,21-28-43-16,16-1 6 16,7-6-17-16,5-12-1 15,0-13-38-15,-4-12-41 16,15-12-53-16,-14 0-118 16,-3-15-520-16</inkml:trace>
  <inkml:trace contextRef="#ctx0" brushRef="#br0" timeOffset="1117.98">4587 1310 798 0,'0'0'1046'0,"0"0"-871"16,0 0 189-16,0 0-121 16,-141 15-150-16,113 11-28 15,1 6 16-15,5 2-30 16,8-2-15-16,12-5-24 16,2-4 13-16,14-4-7 15,15-3 18-15,8 0-9 0,5 0 6 16,3 4-6-16,-3 4-15 15,1 4 0-15,-7 5-12 16,-5 2 14-16,-9 2-13 16,-9-2-1-16,-8 1 0 15,-5 2 10-15,-2-4 10 16,-21 1 25-16,-3-5 22 16,-3-5-22-16,0-8 7 15,4-8-35-15,1-6 7 16,3-3-24-16,2 0 0 15,-2 0-3-15,3 0-28 16,1 0-40-16,-1 2-42 16,11-2-48-16,5 0-99 0,2 0-481 15</inkml:trace>
  <inkml:trace contextRef="#ctx0" brushRef="#br0" timeOffset="1567.8">4853 1115 1428 0,'0'0'478'16,"0"0"-195"-16,0 0-38 15,0 0-54-15,0 0-49 16,126 44-34-16,-90-9-32 15,2 12-28-15,0 29-18 16,-9 2 7-16,-7 12 12 16,-8 9 8-16,-14-17 12 15,0 8-34-15,0-13-10 0,0-14-25 16,-9-15 0-16,2-13 0 16,2-17-1-16,3-13-30 15,0-5-16-15,0 0-47 16,-2-9-228-16,-1-3-787 0</inkml:trace>
  <inkml:trace contextRef="#ctx0" brushRef="#br0" timeOffset="6708.38">5806 1638 1054 0,'0'0'898'0,"0"0"-726"15,0 0 73-15,0 0-65 16,0 0-60-16,0 0-36 16,10 14 20-16,16-14 14 0,12 0-36 15,4 0-8-15,8-6-19 16,-4-6-20-16,-1 0-15 16,-5 3-19-16,-9 2-2 15,-2 5-42-15,-9 2-66 16,-4 0-77-16,-10 2-139 15,-4 8-157-15,-2-2-489 0</inkml:trace>
  <inkml:trace contextRef="#ctx0" brushRef="#br0" timeOffset="6973.14">5822 1976 1092 0,'0'0'584'16,"0"0"-500"-16,0 0 83 15,0 0 56-15,0 0-9 16,0 0-99-16,123 19-31 16,-77-23 7-16,1-6-43 15,-3 0-24-15,-1 4-12 16,-5 0-12-16,-2 2-2 15,-7 4-77-15,2 0-231 16,-11 0-230-16,-5 0-522 0</inkml:trace>
  <inkml:trace contextRef="#ctx0" brushRef="#br0" timeOffset="79483.8">7436 1604 1347 0,'0'0'488'0,"0"0"-267"16,0 0 17-16,0 0-105 16,0 0-69-16,0 0-21 0,0 0 5 15,-27 154 59 1,27-84-20-16,0 0-11 0,0-3-35 16,18-15-12-16,4-12-16 15,11-16 7-15,6-16 2 16,7-8 1-16,6-26-2 15,-3-20-12-15,-5-8 7 16,-10-6-9-16,-12 2 22 16,-15 2 23-16,-7 3 25 15,0 9 7-15,-21 2-13 16,-5 8-3-16,-3 4-38 16,-4 8-8-16,-6 6-16 15,4 7-12-15,-1 9-1 16,3 0 5-16,8 9-26 15,5 9-40-15,9 4-39 0,11 0-58 16,4 4-101-16,19-3-426 16,6-6-402-16</inkml:trace>
  <inkml:trace contextRef="#ctx0" brushRef="#br0" timeOffset="79837.33">8163 2014 1879 0,'0'0'307'16,"0"0"-44"-16,0 0-54 0,0 0-27 16,0 0-69-1,0 0-60-15,0 0-47 0,-54-33 4 16,54 31 10-16,0 2-19 15,0 0 9-15,0 0 3 16,0 2 7-16,-11 14 56 16,-9 6 8-16,-3 0-40 15,4-3-26-15,5-8-9 16,7-9 0-16,5-2 14 16,2 0-21-16,0-13-1 15,0-1 0-15,0 2-2 16,0 5-17-16,0 3-27 0,7 2-73 15,5 2-178 1,1-4-634-16</inkml:trace>
  <inkml:trace contextRef="#ctx0" brushRef="#br0" timeOffset="80248.8">8443 1578 1575 0,'0'0'317'0,"0"0"3"16,0 0-101-16,0 0-20 16,0 0-45-16,-71 128-20 0,67-71-42 15,4 1-31-15,0-7-28 16,17-6-23-16,12-13-10 15,5-14 15-15,6-9-22 16,0-9 22-16,2-7-15 16,-1-15 0-16,-5-8 9 15,-12-1-3-15,-9 1 3 16,-8 0 5-16,-7 2 4 16,0 0 63-16,-17-2-33 15,-10 0 29-15,0 5-38 16,-2 2 3-16,2 7-33 15,4 8-9-15,4 4-4 16,1 4-38-16,7 0-32 0,-1 2-60 16,12 14-30-16,0-2-470 15,3-4-733-15</inkml:trace>
  <inkml:trace contextRef="#ctx0" brushRef="#br0" timeOffset="81232.6">8912 1644 1558 0,'0'0'293'16,"0"0"-30"-16,0 0-14 16,0 0-14-16,0 0-92 0,0 0-10 15,0 0-27-15,13-24-25 16,-4 28-24-16,5 16 10 15,1 7-2-15,3 8-41 16,-3 10 25-16,3 0-43 16,-5 4 0-16,-1-3 1 15,-3-7-6-15,-5-2-1 16,-2-7-6-16,0-8-13 16,-2-7 13-16,0-3-8 15,0-7 28-15,0-1-7 16,-6-4-5-16,-5 0 23 15,-3 0-9-15,1-2 22 16,-1-17 14-16,1-6-23 16,2-8 4-16,2-4-32 0,2-6 21 15,1-1-13-15,-3 2-9 16,0 5 0-16,0 7 13 16,3 6-2-16,1 3-10 15,3 5-1-15,2 0 6 16,0-2-15-16,0 0 17 15,0 4-9-15,0 4 2 16,0 5-1-16,0 0 1 16,0 3 10-16,0 0-11 15,0-2 1-15,-5 2 21 16,0-3-21-16,1 2 42 16,2 3-42-16,0-2 19 15,2 2-14-15,0 0-6 0,0 0 0 16,0 0-11-16,0 4-4 15,2 17 15-15,12 8-10 16,-1 12 25-16,5 5-21 16,-3 3 7-16,1 1-2 15,-3 1 1-15,0-4 0 16,-3-2-8-16,-2-5-5 16,-5-5 4-16,-1-4 0 15,-2-7-14-15,0-2 23 16,0-7-6-16,0-6-13 15,0-5 17-15,0-2-13 16,0 0 8-16,0 0-7 16,-9 1-13-16,-7 2 26 0,-3 1-2 15,-6 2-3 1,-4 1 8-16,2-1-4 0,4-1 4 16,6 0 1-16,5-4-3 15,8-1 1-15,2 1-1 16,2-3 6-16,0 0-21 15,0 0 7-15,0 0 8 16,0 0-15-16,9 0 15 16,11 0 0-16,9 0 13 15,9 0-6-15,5-7 2 16,-4-3-9-16,-3 1 20 16,-7 0-31-16,-7 5 17 0,-9 3-12 15,-3 1 11-15,-4 0-5 16,-1 0 0-16,1 0-1 15,-1 0 0-15,0 0-74 16,-1 10-48-16,-4 5-136 16,0 0-607-16</inkml:trace>
  <inkml:trace contextRef="#ctx0" brushRef="#br0" timeOffset="128422.33">9754 1722 1485 0,'0'0'802'0,"0"0"-544"15,0 0-17-15,0 0-106 16,0 0-72-16,-48 138-18 16,34-95-25-16,5-4 3 0,0-5-17 15,0-8 1 1,2-7-7-16,1-3 0 16,-3-7-44-16,-5-9-91 0,1 0-187 15,2 0-537-15</inkml:trace>
  <inkml:trace contextRef="#ctx0" brushRef="#br0" timeOffset="128593.94">9623 1805 1618 0,'0'0'686'0,"0"0"-422"16,0 0-81-16,0 0-31 15,0 0-81-15,0 0-46 16,124 79-10-16,-94-54-15 15,-1-4-13-15,6 10-132 0,-6-9-380 16,-2-3-514-16</inkml:trace>
  <inkml:trace contextRef="#ctx0" brushRef="#br0" timeOffset="129029.93">10279 1676 1547 0,'0'0'341'16,"0"0"-87"-16,0 0-13 15,0 0-82-15,0 0-61 16,-39 126-22-16,39-73-30 15,12 2 32-15,12-2-22 16,8-11-27-16,5-13-20 16,9-14-2-16,4-15-1 15,-1 0 6-15,-7-22 3 16,-8-12-13-16,-12-4 17 16,-11-4-2-16,-11 0 63 15,0-1 0-15,-11 6 2 16,-18-2 8-16,-8 6-15 15,-4 2-36-15,-1 9-30 16,4 6-8-16,7 5-1 16,11 10-12-16,7 1-22 0,5 0-50 15,8 4-42-15,0 10-33 16,23 3-142-16,4-5-351 16,6-1-304-16</inkml:trace>
  <inkml:trace contextRef="#ctx0" brushRef="#br0" timeOffset="129246.65">10871 1907 1520 0,'0'0'486'0,"0"0"-169"16,0 104 138-16,0-50-288 0,0 4-67 15,0-1-54-15,0-6-22 16,0-6-22-16,0-9 11 15,0-8-7-15,0-5-6 16,0-12-13-16,-2-8-58 16,2-3-108-16,0-14-320 15,0-9-862-15</inkml:trace>
  <inkml:trace contextRef="#ctx0" brushRef="#br0" timeOffset="130049.51">11417 1523 682 0,'0'0'731'0,"0"0"-477"16,0 0 11-16,0 0-95 15,0 0-68-15,0 0 9 16,0 0 12-16,-13-17 4 16,4 13-12-16,-2-2-37 15,-4-1-8-15,-4 2-2 16,-3 2-24-16,-3 2-16 15,-2 1-2-15,-1 0-7 16,1 0-5-16,1 12-13 16,3 5 14-16,5 8-15 0,7 5 1 15,7 2-1-15,4 2 2 16,4-2-2-16,23-6 2 16,10-6-2-16,11-11 0 15,-2-9 5-15,-1 0-5 16,-7-11-7-16,-9-10-22 15,-9-2 7-15,-11-1 10 16,-5-1 12-16,-4 0 0 16,0 3 1-16,0 4 19 15,0 8 14-15,0 4 15 16,0 6-20-16,2 0-19 16,12 3-9-16,1 24 16 15,4 9 10-15,-4 14 25 0,-1 7 2 16,-4 2-19-16,-3 1-15 15,-3-3-8-15,-4-6 0 16,0-2-11-16,0-5 0 16,0-6-1-16,0-6 1 15,0-9-1-15,0-11 0 16,0-12-32-16,5 0-45 16,11-19-2-16,4-27-105 15,-3 8-414-15,-1-1-672 0</inkml:trace>
  <inkml:trace contextRef="#ctx0" brushRef="#br0" timeOffset="130763.7">11822 1477 1513 0,'0'0'341'0,"0"0"-215"16,0 0 53-16,0 0-60 15,124-29-59-15,-102 25-14 16,-6 4-25-16,-6 0-2 15,-5 0-11-15,-5 0 30 0,0 0 32 16,0-3-4-16,0 3-25 16,0-2 0-16,-2 2-13 15,-13 0-19-15,-6 0 22 16,-4 0-13-16,-1 2 15 16,2 8-17-16,1 2-4 15,3 2-11-15,5 5 5 16,5-1-6-16,2 2 2 15,5 1 3-15,3-4-5 16,0-1 0-16,0-3 0 0,7-1 0 16,5-3 1-1,-2-4-2-15,3 2 2 0,1-3 0 16,4 0-1-16,4 0 1 16,3-2 0-16,4-2 0 15,2 2-1-15,-2 0 6 16,0 5-6-16,-2 5 0 15,0 2 1-15,-6 9 0 16,-2 2-1-16,-4 2 0 16,-4 5-2-16,-4 2 2 15,-5 3 0-15,-2-4 9 16,0 1-8-16,0-3 84 16,-4-4-3-16,-10-4-10 15,-3-5-8-15,-4-4 4 16,0-4-25-16,-2-3-13 0,-2-2-15 15,3-1-12 1,-1-4-3-16,2 0-4 0,2 0-31 16,2 0-38-16,1 0-35 15,5 0-78-15,4-6-460 16,5-4-1352-16</inkml:trace>
  <inkml:trace contextRef="#ctx0" brushRef="#br0" timeOffset="131206.85">12804 1446 1756 0,'0'0'615'16,"0"0"-373"-16,0 0 37 15,0 0-115-15,0 0-68 0,0 0-78 16,0 0-3-16,-6 53 30 16,14 8 30-16,3 13-12 15,1 12 1-15,-4 3-31 16,1-5-21-16,0-12-6 16,0-12-6-16,-2-12-9 15,-1-15-29-15,-2-16-34 16,-4-10-64-16,0-14-36 15,0-19-176-15,0-4-970 0</inkml:trace>
  <inkml:trace contextRef="#ctx0" brushRef="#br0" timeOffset="131439.88">12572 1801 1521 0,'0'0'397'16,"0"0"-252"-16,0 0 119 15,122-28-87-15,-61 10-65 16,1-1-31-16,-4 3 6 16,-11 4-45-16,-9 2-26 15,-11 4-16-15,-8 2-133 16,-9 1-457-16,-4 3-903 0</inkml:trace>
  <inkml:trace contextRef="#ctx0" brushRef="#br0" timeOffset="136635.19">14108 1474 1309 0,'0'0'360'16,"0"0"-100"-16,0 0 12 16,0 0-84-16,0 0-105 15,0 0-51-15,0 0-9 16,-39 52 60-16,31-12 12 16,1 7-33-16,5 2 12 15,2 3-29-15,0 0-6 16,11-4-9-16,16-6 1 15,10-9-8-15,13-13-7 16,6-15 1-16,4-5-10 16,-2-13 8-16,-7-19-9 15,-13-6-5-15,-11-2 9 16,-14-7 20-16,-11 3 38 0,-2 0-5 16,-11 1-24-1,-20 6-14-15,-7 4-12 0,-6 10-12 16,-8 5 1-16,1 5-1 15,6 8-1-15,10 2 0 16,12 3 0-16,15 0-2 16,8 0-52-16,0 0-88 15,26 11-108-15,8 3-335 16,1 1-392-16</inkml:trace>
  <inkml:trace contextRef="#ctx0" brushRef="#br0" timeOffset="136872.04">14727 1784 1813 0,'0'0'311'0,"0"0"32"16,0 0-30-16,-17 146-155 16,5-93-47-16,2 3-51 15,1 0-21-15,-1-6-15 16,4-6-9-16,2-7-14 15,1-11 7-15,3-10-8 16,0-11-20-16,0-5-50 16,23-27-45-16,3-13-261 15,1-9-847-15</inkml:trace>
  <inkml:trace contextRef="#ctx0" brushRef="#br0" timeOffset="137335.94">15253 1456 1809 0,'0'0'262'0,"0"0"34"16,0 0-116-16,0 0-85 15,-113 11-60-15,86 24-16 16,5 6 21-16,9 8 6 15,9-2-28-15,4-4 3 16,15-8-19-16,18-16 10 0,12-15-3 16,1-4-9-16,2-16-8 15,-11-14-80-15,-8-2 6 16,-14 0 3-16,-5 0 52 16,-8 3 27-16,-2 2 18 15,0 8 76-15,0 5 43 16,0 9 1-16,0 5-31 15,4 0-65-15,5 16-36 16,3 19 21-16,-1 14 59 16,2 18 5-16,-2 5-13 15,-2 4-29-15,0 0-26 16,0-8-8-16,0-8-14 16,-5-8 5-16,3-9-5 0,-3-11-1 15,1-13-9 1,0-7-61-16,-1-9-42 0,11-3-49 15,-1-17-135-15,-1 0-792 0</inkml:trace>
  <inkml:trace contextRef="#ctx0" brushRef="#br0" timeOffset="137606.46">16395 1463 1485 0,'0'0'242'16,"0"0"125"-16,0 0 1 16,-81 150-146-16,48-92-73 15,4 0-34-15,7-7-64 16,4-7-37-16,7-9-5 15,2-11-9-15,2-12-11 16,-12-12-85-16,3-2-192 16,-5-17-588-16</inkml:trace>
  <inkml:trace contextRef="#ctx0" brushRef="#br0" timeOffset="137794.15">16042 1555 1624 0,'0'0'337'0,"0"0"57"16,0 0-72-16,106 119-119 16,-57-71-101-16,-1 0-56 15,-2-4-25-15,-9-6-20 16,-10-4-1-16,-8-7-25 16,-13-1-104-16,-6-9-385 15,0-6-765-15</inkml:trace>
  <inkml:trace contextRef="#ctx0" brushRef="#br0" timeOffset="141470.03">17832 1467 1107 0,'0'0'511'0,"0"0"-257"16,0 0-28-16,0 0 1 15,0 0-56-15,0 0-52 16,0 0-12-16,-66-18 5 15,46 18-16-15,-4 7-38 16,-6 17-22-16,4 12-21 16,-1 12 10-16,4 12-17 15,8 4-2-15,9-1-6 16,6-5 1-16,0-8-1 16,17-13-1-16,16-10 0 15,10-13 1-15,8-12 0 16,7-2 9-16,0-25-1 15,-7-8-7-15,-9-8 14 0,-13-5-3 16,-12-2 6-16,-13 2 11 16,-4 2 8-16,-2 8 16 15,-19 6 8-15,-3 6 8 16,0 6-32-16,-5 4-19 16,4 6-12-16,-2 3-6 15,5 4 0-15,1 1-1 16,6 0-19-16,2 0-53 15,4 10-62-15,9 6-70 16,0-2-393-16,0-2-641 0</inkml:trace>
  <inkml:trace contextRef="#ctx0" brushRef="#br0" timeOffset="141659.07">18506 1949 1994 0,'0'0'541'16,"0"0"-343"-16,0 0-16 16,0 0-83-16,0 0-49 15,0 0-38-15,0 0-12 16,-70 0-34-16,70-14-133 16,0-3-399-16,0 4-551 0</inkml:trace>
  <inkml:trace contextRef="#ctx0" brushRef="#br0" timeOffset="142145.46">18760 1485 1363 0,'0'0'484'0,"0"0"-261"15,0 0-61-15,0 0-22 16,0 0 28-16,-69 142-28 15,69-91-33-15,0 0-33 16,17-7-31-16,19-8-30 16,9-12 5-16,5-15-6 15,0-9 0-15,0 0-10 16,-9-18 11-16,-5-10 1 16,-11-4 5-16,-9-1 4 15,-12-4 11-15,-4 2 12 16,-2 6 8-16,-23 3 9 15,-6 6-28-15,-7 5-8 0,-2 1-12 16,0 1-6-16,6 3-8 16,10 1-1-16,6 4-14 15,11 1-47-15,7-4-86 16,12-1-361-16,7 1-575 0</inkml:trace>
  <inkml:trace contextRef="#ctx0" brushRef="#br0" timeOffset="142649.26">19474 1389 914 0,'0'0'409'15,"0"0"-185"-15,0 0-90 16,0 0-73-16,113-47-25 15,-113 44-12-15,0 3 61 16,0 0 105-16,-17 0-34 16,-10 0-105-16,-7 0-1 15,-1 10 49-15,-4 4-4 16,8 3-35-16,4 1-32 16,12 0-13-16,6 4-14 15,6-2-1-15,3 2-2 16,0-3 2-16,14 0 0 15,13-2 0-15,6 3 0 0,7-6 6 16,1 1-5 0,-1 2 8-16,-5-2-8 0,-6 3-1 15,-8 4 1-15,-4 0 0 16,-5 2 11-16,-8 3 7 16,-2-1 24-16,-2-3 20 15,0-3-6-15,-4 1-4 16,-14-5-5-16,-7 0-7 15,-4-4-11-15,-2-3-15 16,-3 0-14-16,3-7 7 16,2-2-7-16,7 0-1 15,7 0-25-15,6-6-100 16,9-15-143-16,0 5-307 16,6-1-733-16</inkml:trace>
  <inkml:trace contextRef="#ctx0" brushRef="#br0" timeOffset="142972.76">20147 1438 1603 0,'0'0'538'15,"0"0"-279"-15,0 0-14 16,0 0-96-16,0 0-66 16,0 0-42-16,135-21-14 15,-87 13-10-15,-4 2-8 16,-3 3-9-16,-8 1-9 15,-11 2-104-15,-11 0-197 16,-9 0-329-16,-2 5-546 0</inkml:trace>
  <inkml:trace contextRef="#ctx0" brushRef="#br0" timeOffset="143145.87">20211 1685 97 0,'0'0'1724'0,"0"0"-1345"15,0 0-221-15,0 0 71 16,0 0-28-16,0 0-125 16,129 0-49-16,-89-7-14 15,-3 2-13-15,-8 5-76 16,-12 0-500-16,-10 0-812 0</inkml:trace>
  <inkml:trace contextRef="#ctx0" brushRef="#br0" timeOffset="157006.25">21310 1279 1347 0,'0'0'344'16,"0"0"-120"-16,0 0 55 15,0 0-99-15,0 0-71 16,0 0-41-16,-40-10-8 16,26 10-11-16,-3 4-3 15,-3 14-1-15,-7 6 13 16,0 8-7-16,0 10-4 0,6 7-11 16,5 2-12-16,9 2-9 15,7-1-14-15,0-7 8 16,23-2-9-16,8-11 1 15,4-10-1-15,5-12 13 16,3-10-1-16,1-2 5 16,3-23-7-16,-2-12 2 15,-8-6-2-15,-6 0 2 16,-8-3 29-16,-12 0 16 16,-11 0 0-16,0 2-11 15,-5 3-13-15,-14 7-3 16,-4 5-14-16,-3 6-5 15,-6 7-11-15,1 6 0 16,0 8-13-16,0 2-38 16,4 0-55-16,7 18-31 0,2 18-103 15,9-2-380-15,4-1-138 16</inkml:trace>
  <inkml:trace contextRef="#ctx0" brushRef="#br0" timeOffset="157330.56">21785 1729 1672 0,'0'0'584'16,"0"0"-368"-16,0 0-64 15,0 0-78-15,0 0 52 16,-43 148-7-16,24-88-26 16,3 0-53-16,1-6-25 15,3-8-9-15,6-8-6 16,3-9-20-16,3-13-80 15,0-8-242-15,0-8-646 0</inkml:trace>
  <inkml:trace contextRef="#ctx0" brushRef="#br0" timeOffset="158117.79">22211 1281 740 0,'0'0'527'15,"0"0"-263"-15,0 0 73 16,0 0-23-16,0 0-117 15,0 0-55-15,0 0-15 16,-41-18-26-16,28 18-14 16,-3 0-17-16,-3 4-36 15,-1 16-16-15,-3 14-9 16,4 8 6-16,2 9-6 16,9 5-1-16,8-3 1 15,0 0-8-15,17-9 0 0,20-8 1 16,7-10-1-16,7-12 5 15,5-12 3-15,-1-2-8 16,-3-10 6-16,-9-14-7 16,-10-4 0-16,-14-4 12 15,-7-3-11-15,-12-2 16 16,0-1-2-16,-4 2 30 16,-17 1 3-16,-5 3-14 15,-8 6-22-15,-1 5-10 16,-4 2-2-16,1 4 0 15,7 8-2-15,9 3-20 16,7 3-28-16,10 1-49 16,5 0-99-16,23 0-516 0,3 0-368 15</inkml:trace>
  <inkml:trace contextRef="#ctx0" brushRef="#br0" timeOffset="158905.56">22590 1269 1674 0,'0'0'301'0,"0"0"-163"16,0 0 3-16,0 0-81 15,143-50-31-15,-95 36-17 0,-5 3 6 16,-12 2-5-16,-10 4-4 16,-13 5-8-16,-4 0 0 15,-4 0 12-15,0 0-5 16,0-3 23-16,0 1 8 16,0 0 14-16,-2 0-4 15,-6-1-28-15,-4 3-8 16,1-1 1-16,-3 1-5 15,6-3-2-15,-1 3 4 16,5-1-2-16,1 1 17 16,3 0 0-16,0 0-13 15,0 0-7-15,0 0-5 0,0 0 5 16,-2 0-5-16,0 0 5 16,-3 0 6-16,-4 0 6 15,1 0-17-15,-8 0-2 16,0 0 1-16,-2 12-1 15,-1 4 1-15,-6 4-1 16,-2 7 1-16,0 2 0 16,3 0 0-16,9-2 1 15,7-5-2-15,8-4 0 16,0-4-12-16,16-8 1 16,11-1 12-16,6-5 12 15,3 0-2-15,2 0-1 16,0-3-8-16,-2-2 4 15,1 2-5-15,-1 3 0 0,-1 0 0 16,2 0-1-16,-4 12 1 16,-2 4 0-16,-4 5-1 15,-10 1-12-15,-8 4 13 16,-9 2 0-16,0-2 7 16,0 1 14-16,-15-4 39 15,-5 0 8-15,-3-8-8 16,-1-4-5-16,0 0 1 15,-5-7-10-15,2-2-19 16,0-2-7-16,4 0-19 16,4 0 4-16,3 0-5 15,5-6-16-15,0 0-52 16,6-2-41-16,5-3-93 16,0 2-412-16,0-1-769 0</inkml:trace>
  <inkml:trace contextRef="#ctx0" brushRef="#br0" timeOffset="159484.06">23319 1180 1609 0,'0'0'505'0,"0"0"-262"15,0 0 42-15,0 0-75 0,0 0-116 16,0 0-34-16,0 0 6 16,6 69-6-16,-21-27-29 15,-1-2-11-15,5-3-13 16,7-10-6-16,4-6 0 16,0-7 4-16,0-6-5 15,6-5 15-15,10-3 1 16,6 0 8-16,7 0-4 15,2 0-11-15,2 0-2 16,4-7-7-16,-2-4 0 16,1 2-18-16,-5 0-13 15,-4 2-17-15,-8-2-17 16,-3 1-5-16,-5-2 10 0,-6-3-16 16,-2-3 3-16,-3-3 22 15,0-1 14-15,0 1 31 16,0-4 6-16,0 1 30 15,0 2 46-15,0 4 20 16,0 7-24-16,0 2 4 16,0 7-9-16,0 0-53 15,2 18-7-15,4 16 35 16,1 11 0-16,-3 6-7 16,0 5 24-16,0 1-27 15,0-6-19-15,0-4-7 16,-2-12-4-16,3-3-2 15,-3-13-37-15,-2-7-35 0,2-10-66 16,0-2-43 0,0-16-170-16,0-6-895 0</inkml:trace>
  <inkml:trace contextRef="#ctx0" brushRef="#br0" timeOffset="160099.98">24193 1185 586 0,'0'0'351'15,"0"0"9"-15,0 0-40 16,0 0-110-16,0 0-124 15,0 0-52-15,0 0 34 16,111-30 78-16,-111 26-24 16,-5-1-28-16,-10 2-36 15,-3 1-15-15,-2 0-1 16,-2 2-14-16,-5 0 0 16,2 0-7-16,0 6 27 15,4 4-12-15,5 3-16 16,5 2-5-16,7 1-7 15,4-2 2-15,0-1-10 16,0-1 2-16,13-5 13 0,1 0-2 16,1-2-2-16,3 1-4 15,1-2-6-15,2 4 0 16,1 1 4-16,3-2-4 16,-3 5-1-16,0 2 0 15,-4 2 1-15,-3 2-1 16,-1 2 0-16,-3 0-6 15,-4 5 5-15,-5-3 0 16,-2-2 1-16,0-1 2 16,0 0 5-16,-7-6 28 15,-11-2 48-15,-1-5-8 16,-2-2-25-16,1-2-7 16,0-2 2-16,2 0-18 0,3 0-12 15,-1 0-15 1,-1 2 0-16,-1-1-14 0,-7 6-55 15,-2 3-64-15,-19 16-137 16,3-3-329-16,3 3-309 0</inkml:trace>
  <inkml:trace contextRef="#ctx0" brushRef="#br0" timeOffset="177401.7">2153 4339 1612 0,'0'0'782'15,"0"0"-626"-15,0 0 74 16,0 0-71-16,0 0-80 16,0 0-52-16,-14 44 15 15,32 26 36-15,0 37 31 16,-2 27-46-16,-5-5 27 0,-6-25-41 16,-1-34 7-1,0-21-26-15,3 2-6 0,-1 5-14 16,2 4-9-16,-2-6-1 15,-2-7 2-15,3-7-5 16,-5-8 4-16,0-9-2 16,0-8-31-16,-2-11-20 15,0-4-31-15,0-7-44 16,-2-39-89-16,-6 7-407 16,-3-6-739-16</inkml:trace>
  <inkml:trace contextRef="#ctx0" brushRef="#br0" timeOffset="177792.28">2111 4532 1395 0,'0'0'291'0,"0"0"-32"15,0 0 5-15,64-129-89 16,-22 89-52-16,6 7 38 16,0 6-24-16,4 15-49 15,-1 12-36-15,-4 5-14 0,-4 29 14 16,-8 11-39 0,-10 10 56-16,-12 3-22 0,-13 6-5 15,0 0-23-15,-25-2 20 16,-11-2-9-16,-5-7-7 15,-5-10 1-15,7-9-23 16,5-11 20-16,7-15-12 16,7-7 5-16,5-1-14 15,3-4-26-15,6-10-54 16,6-1-48-16,0-6-21 16,27-2-144-16,6 2-331 15,2 3-343-15</inkml:trace>
  <inkml:trace contextRef="#ctx0" brushRef="#br0" timeOffset="178340.18">3270 4264 1064 0,'0'0'517'0,"0"0"-294"16,0 0 152-16,0 0-104 15,0 0-66-15,0 0-48 16,0 0-9-16,-41-7-66 15,24 7 12-15,-4 0-40 16,-5 16-3-16,-6 4-4 16,1 8-7-16,0 8-4 0,4 12-26 15,6 13 11-15,2 9-9 16,11 10 3-16,8 2-13 16,0-5 5-16,19-3-7 15,18-14 0-15,7-12-8 16,5-8-35-16,4-10-36 15,23-2-80-15,-16-8-100 16,-11-6-826-16</inkml:trace>
  <inkml:trace contextRef="#ctx0" brushRef="#br0" timeOffset="182435.52">4309 4412 1418 0,'0'0'405'15,"0"0"-81"-15,0 0-6 0,0 0-87 16,0 0-70-16,0 0-101 16,-23-23-29-16,23 32-17 15,0 13 4-15,0 7 30 16,4 11 16-16,6 10-16 15,-1 7-12-15,-1 6-12 16,-1-2-15-16,2-1 4 16,-2-6-1-16,-3-4-9 15,0-7 3-15,-2-11-12 16,1-6 11-16,-1-8-14 16,-2-4 7-16,0-2-22 15,0-2-22-15,-5 0-31 16,-10-2 37-16,-3 1-45 0,-1-6 35 15,-4 1-45 1,1 1-44-16,-3 0-77 0,3 4-19 16,-5 3 52-16,1 1 62 15,-3-1 36-15,4-2 40 16,2-2 44-16,8-5 2 16,3 2 24-16,8-3 10 15,2-2 12-15,2 2 4 16,0-2 23-16,0 0 15 15,0 0 20-15,16 0 92 16,13 0-39-16,9-14-23 16,11-2-57-16,6-2-12 15,1-1-43-15,-2 2-12 16,-3 5-9-16,-9 2-6 0,-2 3-10 16,-7 4-87-16,2 3-48 15,7 0-168-15,-5 0 20 16,-8 3-247-16</inkml:trace>
  <inkml:trace contextRef="#ctx0" brushRef="#br0" timeOffset="182759.01">3833 4601 1696 0,'0'0'495'0,"0"0"-261"15,0 0-65-15,0 0-26 16,166-53-37-16,-102 30-15 15,1 0-26-15,-7 1-41 16,-4 1-9-16,-6 3-15 16,2 4-1-16,3 3-96 15,25 2-223-15,-12 5-293 16,-10 1-365-16</inkml:trace>
  <inkml:trace contextRef="#ctx0" brushRef="#br0" timeOffset="183031.65">4961 4277 1008 0,'0'0'1125'16,"0"0"-890"-16,0 0-85 16,0 0 8-16,-21 111 39 15,21-40-55-15,0 12-36 16,0 5 5-16,0-1-54 15,0-4 8-15,6-9-64 0,1-7 19 16,-1-11-19-16,-1-10 0 16,-3-10-1-16,-2-11-1 15,3-10-21-15,-1-7-60 16,13-8-31-16,1-14-116 16,3-10-746-16</inkml:trace>
  <inkml:trace contextRef="#ctx0" brushRef="#br0" timeOffset="183457.68">5561 4451 1735 0,'0'0'235'16,"0"0"-69"-16,0 0-5 15,-125 10-62-15,92 17-25 16,4 5 7-16,9 5 15 16,11 4-15-16,9-3-62 15,0-3 4-15,27-1-13 16,6-3 3-16,5 1-12 16,3-2 10-16,-4 3-11 15,-3-4 1-15,-10 2 5 16,-4-6-6-16,-9 1 15 15,-6-1-13-15,-5-4 74 16,0 2-22-16,-9 0 28 0,-13 2-15 16,-5-3-1-16,-7 1-25 15,-1-3-17-15,-1-5-4 16,0-4-19-16,5-2-2 16,2-2 17-16,5-3-25 15,6-1 9-15,5-3-25 16,7 0-50-16,6 0-30 15,23-14-170-15,6-4-753 0</inkml:trace>
  <inkml:trace contextRef="#ctx0" brushRef="#br0" timeOffset="183848.63">5898 4191 1813 0,'0'0'373'0,"0"0"-74"15,0 0-99-15,0 0-36 16,0 0 0-16,153 180-52 0,-105-68 4 16,-15 27-16-16,-11-9-24 15,-17-24-16-15,-5-34 2 16,0-23-17-16,0 3-39 16,-9 2-5-16,-3-1 13 15,-1-12-20-15,-1-11 6 16,2-6 0-16,1-10-64 15,3-2-56-15,8-7-78 16,0-3-116-16,10-2-650 0</inkml:trace>
  <inkml:trace contextRef="#ctx0" brushRef="#br0" timeOffset="184133.41">6487 4671 980 0,'0'0'1090'15,"0"0"-792"-15,0 0 18 16,0 0-155-16,0 0-85 15,147-51-63-15,-90 41-2 16,-1 1 5-16,-2 4-17 16,-7 1 1-16,-9 4-27 15,-12 0-181-15,-8 0-370 16,-14 9-586-16</inkml:trace>
  <inkml:trace contextRef="#ctx0" brushRef="#br0" timeOffset="184268.57">6626 4942 2205 0,'0'0'269'16,"0"0"-171"-16,0 0-28 15,0 0 17-15,0 0-87 16,170 3-82-16,-118-13-521 0</inkml:trace>
  <inkml:trace contextRef="#ctx0" brushRef="#br0" timeOffset="197807.71">8711 4528 1657 0,'0'0'337'0,"0"0"-27"15,0 0-69-15,0 0-134 16,-78 131-30-16,75-76 29 16,3 6-27-16,8 2-29 15,16-9-7-15,9-9-37 16,8-17 12-16,5-14-7 0,6-14 12 16,-1-3 7-1,-2-26 3-15,-4-9-1 0,-14-11 11 16,-9 1-2-16,-15-3 1 15,-7 0 32-15,-10 5-11 16,-19 0 8-16,-4 8-14 16,-7 4-3-16,3 5-27 15,1 11-12-15,5 7-15 16,4 4-9-16,4 7-19 16,5 0-71-16,7 4-38 15,11 17-36-15,0-3-101 16,3-3-593-16</inkml:trace>
  <inkml:trace contextRef="#ctx0" brushRef="#br0" timeOffset="198062.98">9384 4826 1783 0,'0'0'487'0,"0"0"-323"16,0 0 79-16,0 0-64 15,-15 141-51-15,-3-85-22 16,0-1-59-16,0-4-26 16,2-7-20-16,5-9-1 0,7-10-33 15,4-15-93 1,0-10-192-16,0 0-589 0</inkml:trace>
  <inkml:trace contextRef="#ctx0" brushRef="#br0" timeOffset="198491.97">9621 4485 1709 0,'0'0'395'15,"0"0"-20"-15,0 0-121 0,0 0-157 16,0 0-56-16,0 0 36 16,-50 153 9-16,50-86-13 15,0-4-30-15,21-7-11 16,10-8-31-16,11-11 16 15,7-16-17-15,3-14 8 16,4-7-8-16,-6-7 8 16,-5-19-2-16,-11-6-5 15,-12 1 8-15,-13-5-3 16,-9-1 33-16,0 1 25 16,-29-2-8-16,-9 3-22 15,-7 0-4-15,-3 7-15 16,0 4-6-16,4 7-9 0,3 10-7 15,12 5 1-15,10 2-66 16,7 0-49-16,17 16-63 16,21-3-277-16,8-4-431 15</inkml:trace>
  <inkml:trace contextRef="#ctx0" brushRef="#br0" timeOffset="199097.75">10260 4478 2145 0,'0'0'388'0,"0"0"-140"0,0 0 41 16,0 0-169 0,0 0-92-16,0 0-17 0,0 0 28 15,38 89 13-15,-24-48-12 16,-1-4 1-16,-1-8-34 15,-6-9 8-15,1-8-14 16,-5-8 8-16,0-4-2 16,-2-4 29-16,0-22 35 15,0-9-46-15,0-10-10 16,-9-3-14-16,-7 3 33 16,3 9-1-16,-1 6 0 15,3 12-9-15,5 8 3 0,4 10 0 16,2 0-27-1,0 24-18-15,0 17 18 0,11 10 2 16,5 12 4-16,1 4-2 16,1-2-3-16,-3-1 0 15,-3-3-1-15,-5-10 0 16,-5-4 0-16,-2-11-10 16,0-8-14-16,0-10-11 15,-5-8 10-15,-9-3-5 16,-1-4 16-16,-3-3 1 15,-1 0 12-15,-2 0-7 16,1 0 2-16,3 0-4 16,3 0-1-16,5 0 10 15,5 0-7-15,2 0 2 16,2 0 3-16,0 0-3 0,0 0-4 16,21 0 10-1,14-8 1-15,7-6 9 0,5 0-4 16,1 0-4-16,-3 3-4 15,-3-1-16-15,10-3-165 16,-15 3-161-16,-3 0-804 0</inkml:trace>
  <inkml:trace contextRef="#ctx0" brushRef="#br0" timeOffset="199422.7">11317 4592 1945 0,'0'0'624'0,"0"0"-427"15,0 0-25-15,0 0-112 16,0 0-33-16,0 0 34 16,-100 140 5-16,66-94-23 15,5-3-13-15,7-8-30 0,6-7 7 16,5-8-7 0,7-10-24-16,0-10-97 0,1-1-93 15,-2-16-528-15</inkml:trace>
  <inkml:trace contextRef="#ctx0" brushRef="#br0" timeOffset="199571.98">11091 4688 751 0,'0'0'1387'0,"0"0"-1056"16,0 0-105-16,0 0-42 15,0 0-109-15,97 128-48 16,-61-72-27-16,-10-7-108 15,-6-9-564-15</inkml:trace>
  <inkml:trace contextRef="#ctx0" brushRef="#br0" timeOffset="206894.99">12169 4417 1659 0,'0'0'361'0,"0"0"-19"16,0 0-98 0,0 0-94-16,0 0-105 0,0 0-23 15,-83 82 5-15,72-26 34 16,7 7-17-16,4 7 5 15,0-2-4-15,4-3-29 16,21-15-7-16,10-14 3 16,9-18-9-16,10-18 12 15,4-9 2-15,-4-28-16 16,-8-11 8-16,-10-8 0 16,-14 1-3-16,-15-1 18 15,-7 5 2-15,-5 4 29 0,-24 9-19 16,-10 7 27-1,-7 12-29-15,-4 7-8 16,-2 5-16-16,6 7-9 0,7 0-1 16,12 0-40-16,10 11-46 15,11 2-88-15,6 13-67 16,2-3-477-16,11 0-617 0</inkml:trace>
  <inkml:trace contextRef="#ctx0" brushRef="#br0" timeOffset="207135.8">12848 4712 2053 0,'0'0'383'0,"0"0"-168"16,-31 107 94-16,8-52-164 15,4 3-71-15,1-2-20 16,3-1-18-16,3-9-21 15,3-6-14-15,3-6-1 16,1-8-5-16,3-6-20 16,0-5-59-16,2-8-29 15,0-9-115-15,9-19-313 16,6-12-187-16</inkml:trace>
  <inkml:trace contextRef="#ctx0" brushRef="#br0" timeOffset="207660.91">13272 4323 1173 0,'0'0'370'0,"0"0"115"15,0 0-255-15,0 0-58 16,-145 7-28-16,103 18-5 16,4 9-35-16,5 2-5 15,12-2-38-15,10 0-28 16,11-7-33-16,3-8-3 0,23-8 3 16,14-9 12-1,10-2 11-15,-2-9-23 0,2-13-15 16,-13-3-22-16,-10 0-1 15,-12 0 13-15,-10-1 25 16,-5-1 3-16,0 2 9 16,-5 6 49-16,-6 3-20 15,7 6 35-15,2 8 2 16,2 2-32-16,0 10-45 16,4 22 11-16,11 14 34 15,6 12 14-15,-3 7-3 16,-3 1-12-16,1 0 19 15,-5-6-43-15,1-9-3 16,-4-3-18-16,1-13 12 0,-5-7-12 16,1-10-1-16,0-6-15 15,-3-3-31-15,0-9-17 16,2 0-63-16,9-12-11 16,-1-12-129-16,1-2-639 0</inkml:trace>
  <inkml:trace contextRef="#ctx0" brushRef="#br0" timeOffset="208292.96">13633 4284 1175 0,'0'0'335'0,"0"0"-29"16,0 0-82-16,154-69-91 16,-115 54-65-16,-10 7-15 15,-8 3-44-15,-10 3 0 16,-6-1-8-16,-5 3 27 16,0 0 83-16,0 0 22 15,0-2-10-15,0 2-39 16,0 0-26-16,-7 0-35 15,-9 0 17-15,-4 0-39 16,-3 0 22-16,0 2 2 0,0 8 8 16,3 5-3-1,3 1-21-15,5 4 7 0,3 1-15 16,7 4 4-16,2-3 1 16,0 0-7-16,0-6 2 15,0-2-1-15,0-6 0 16,6-2 0-16,1-2 1 15,7-2-1-15,3-2 6 16,8 3 2-16,4 0-7 16,2 6 5-16,0 0-7 15,-2 4 2-15,0 4-1 16,-4 5 0-16,-2 2 0 0,-6 7 2 16,-1 1-1-16,-8 4 35 15,-3 0-17-15,-5-2 38 16,0-4-9-16,0-4 0 15,-11-4-2-15,-5-3-8 16,-3-10-23-16,-4-3-3 16,-2-4 0-16,-2-2-6 15,-4 0-12-15,0 0-12 16,-2 0-48-16,-3 6-52 16,-20 6-22-16,10 0-164 15,1-1-694-15</inkml:trace>
  <inkml:trace contextRef="#ctx0" brushRef="#br0" timeOffset="209223.02">7893 5927 1189 0,'0'0'277'15,"0"0"-62"-15,0 0 44 16,0 0-27-16,120 0-30 16,-64 0-77-16,11-7-15 15,13-1-38-15,10-4 2 16,23-2-26-16,25-1 6 16,29-2-26-16,16 2-6 0,-3 1 4 15,-1 2-2 1,-7 2 21-16,13 0-26 0,20-4 8 15,24-7-14-15,30-4 26 16,28-13 12-16,24-8-28 16,20-7-14-16,13-1-3 15,15-2 9-15,7 2-14 16,4 0 3-16,6 0-3 16,-11 0-1-16,-3 0 0 15,-16 1 15-15,-24 3-15 16,-23 6 1-16,-43 6 9 15,-44 7-9-15,-65 12 21 16,-55 7-20-16,-43 5-4 16,-29 4 0-16,-7 1 2 15,-6-2 2-15,-3 0 29 0,-4-3 50 16,0-3-53 0,0 1-11-16,-4-1-16 0,0 1 8 15,-1 4-7-15,1 1-4 16,0 1-4-16,-1 3-21 15,2 0-89-15,-8 0-75 16,3 7-364-16,-4 3-1101 0</inkml:trace>
  <inkml:trace contextRef="#ctx0" brushRef="#br0" timeOffset="212189.03">10510 6551 1726 0,'0'0'274'16,"0"0"-95"-16,0 0 123 16,0 0-174-16,-105 151-76 0,105-94 13 15,0 1 2-15,13-5-29 16,19-11-7-16,5-16-14 16,6-16 0-16,-3-10 4 15,1-10 14-15,-10-22-29 16,-10-11 33-16,-7-5 13 15,-14-1 27-15,0-4-11 16,-9 3-14-16,-17 4-3 16,-3 7-14-16,-2 6 8 15,-4 8-26-15,4 5-7 16,2 8-12-16,3 9-6 16,2 3-45-16,1 0-43 15,5 18-44-15,9 13-79 16,5-2-496-16,4-7-667 0</inkml:trace>
  <inkml:trace contextRef="#ctx0" brushRef="#br0" timeOffset="212421.54">11016 6713 333 0,'0'0'1417'16,"0"0"-1094"-16,0 0 201 15,4 129-325-15,-4-71-76 16,0 4-35-16,0 4-1 16,-2-4-42-16,-2-7-10 15,0-11-34-15,4-12-2 16,0-10-15-16,0-12-49 0,0-10-57 16,23-24-108-16,0-15-243 15,2-5-760-15</inkml:trace>
  <inkml:trace contextRef="#ctx0" brushRef="#br0" timeOffset="-214476.48">16208 4543 1713 0,'0'0'371'0,"0"0"8"15,0 0-153-15,0 0-128 16,0 0-74-16,0 0 2 15,127 0 4-15,-78 0 38 16,-1-4-33-16,-7 3-11 16,-10 1-23-16,-7 0 1 15,-6 0-2-15,-9 0-99 16,-1 0-419-16,-8 1-448 0</inkml:trace>
  <inkml:trace contextRef="#ctx0" brushRef="#br0" timeOffset="-214290">16351 4836 1840 0,'0'0'305'16,"0"0"-82"-16,0 0 46 16,0 0-123-16,156-44-84 15,-106 32-41-15,0 7-15 16,-8 2-6-16,-13 3-51 15,-9 8-259-15,-16 7-654 0</inkml:trace>
  <inkml:trace contextRef="#ctx0" brushRef="#br0" timeOffset="-197725.9">11444 6396 1028 0,'0'0'574'15,"0"0"-306"-15,0 0-20 16,0 0-75-16,0 0-69 16,0 0 0-16,0 0 3 15,0 0-18-15,0 0-16 16,0 0 5-16,0 0-10 15,-4 0-26-15,-5 0 3 16,-1 0-31-16,0 8 14 0,-1 1-3 16,-3 1 4-16,3-1-10 15,-1 6 2-15,2 0-6 16,-3 8-6-16,1 5 6 16,1 4-15-16,-1 8 6 15,8 6-5-15,2 2 5 16,2 1-6-16,0-6 0 15,14-4 1-15,5-7-1 16,8-13 0-16,4-6 0 16,3-13 11-16,2 0-10 15,0-4 4-15,1-14-4 16,-1-6 5-16,-3-4-5 16,-4-2 7-16,-9-2-2 15,-9-1 0-15,-9 1 9 16,-2 0 12-16,-4 2 9 0,-13 4-16 15,-4 0-2-15,-1 6-17 16,-1 1 1-16,4 6-2 16,-1 3-7-16,-5 8-28 15,-4 2-69-15,-22 12-71 16,4 10-365-16,5 2-1185 0</inkml:trace>
  <inkml:trace contextRef="#ctx0" brushRef="#br0" timeOffset="-194514.01">12133 6613 1380 0,'0'0'533'0,"0"0"-423"0,0 0 165 15,0 0-137-15,0 0-62 16,147-54-43-16,-107 40-2 16,-4 0-3-16,-7 6 3 15,-9 0-7-15,-9 6 5 16,-7 0 30-16,-2-1 1 16,-2 2 19-16,0-3-27 15,-2 1-22-15,-13 2-24 16,-7 1-6-16,-10 0 0 15,-3 0 0-15,-8 12 7 16,-3 6-6-16,3 2 0 16,5 2 5-16,9-1-8 0,14 0 2 15,7-1-1 1,8-3-7-16,0-2 8 0,19-3 0 16,3-4 0-16,5 1-1 15,2-4 3-15,2 1 1 16,1 6-2-16,1 2-1 15,0 7 1-15,1 2-1 16,-8 5 1-16,-5 5-1 16,-8 1 0-16,-13 2 0 15,0-2 9-15,-2 0-8 16,-19-6 42-16,2-2 6 16,-6-6-3-16,-2-6-13 15,-2-6-9-15,2-6-7 16,3-2-8-16,4 0-9 15,2-8-9-15,7-4-32 0,6-2-61 16,5-13-98-16,3 6-487 16,14-4-777-16</inkml:trace>
  <inkml:trace contextRef="#ctx0" brushRef="#br0" timeOffset="-193979.72">12646 6569 2097 0,'0'0'482'15,"0"0"-283"-15,0 0 5 16,0 0-110-16,0 0-70 0,0 0-1 16,0 0 20-1,51 67 8-15,-51-30-7 0,0 1-32 16,0-2 6-16,0-4-17 15,0-4 6-15,0-3-7 16,0-8 1-16,0-3-1 16,0-7 1-16,13-5 0 15,9-2 0-15,7 0 8 16,2-9-9-16,4-5-17 16,-7-1-31-16,-4 1-6 15,-1-3-4-15,-7 2 16 16,-5-3 16-16,-3-5 7 0,-8 1 6 15,0-1-14-15,0-2 21 16,-2 1-1-16,-6 7 7 16,1 5 0-16,2 3 42 15,3 5 46-15,2 2-22 16,0 2-30-16,0 0-24 16,0 4 7-16,5 16-5 15,8 14 31-15,2 10 5 16,-3 12 18-16,-4 9-7 15,-1 3-22-15,0-3-15 16,-2-5-13-16,1-7-8 16,-2-13-3-16,3-9 0 15,-3-16-66-15,1-15-55 16,0-11-53-16,-3-15-338 0</inkml:trace>
  <inkml:trace contextRef="#ctx0" brushRef="#br0" timeOffset="-193454.27">13454 6599 955 0,'0'0'171'15,"0"0"76"-15,0 0-8 16,0 0-143-16,0 0-26 0,117-67 56 16,-117 66 104-16,0 1-16 15,-7 0-91-15,-13 0-72 16,-5 0-17-16,3 1 5 16,0 10 1-16,1 1 6 15,2 2-25-15,1 6 12 16,2 2-14-16,1 3 14 15,4-2-15-15,6 0-11 16,5-6-5-16,0-3-2 16,22-3 7-16,7-6-5 15,2 4 3-15,0-4-4 16,-2 6 0-16,-2 2-1 0,-2 2 0 16,-6 1 1-1,-2 1-1-15,-7 2 1 0,-2 1 0 16,-8 0 6-16,0 1-6 15,0 5 14-15,-12 3 45 16,-3-3 6-16,-1-2-26 16,5-6-20-16,-1-5-12 15,2-6-8-15,-1-3 0 16,-5-4-37-16,-4 0-102 16,-23 0-54-16,8 0-390 15,-1 0-564-15</inkml:trace>
  <inkml:trace contextRef="#ctx0" brushRef="#br0" timeOffset="-192365.75">7768 3752 795 0,'0'0'747'0,"0"0"-457"15,0 0-19-15,0 0-33 16,0 0-41-16,0 0-61 16,0 0-25-16,2-6 3 15,-2 6-39-15,3 0-23 16,-1 10-43-16,4 16-7 16,2 14-1-16,2 12 21 15,3 9-8-15,1 6-4 16,1-1-4-16,1-7-6 15,0-9 3-15,-3-10 5 0,0-10-8 16,-3-10 0-16,-4-6-1 16,-1-8-59-16,-5-6-97 15,0 0-177-15,0-12-275 0</inkml:trace>
  <inkml:trace contextRef="#ctx0" brushRef="#br0" timeOffset="-192005.37">7735 3805 879 0,'0'0'208'16,"0"0"-65"-16,0 0 76 15,50-106-15-15,-17 78-41 16,-5 2 13-16,1 10 39 15,-5 5-81-15,-1 11-49 16,-3 0-10-16,-5 20-6 16,-1 9 7-16,-3 7-15 15,-4 4-22-15,-3 2 1 16,-4-2 0-16,0 1-4 16,-4-3 3-16,-11-7-12 15,-2-4-3-15,0-7-8 16,3-6-8-16,3-4 1 15,5-6-9-15,1-4 0 0,0 0-9 16,3 0-35-16,2-11-92 16,0-9-358-16,12-4-437 0</inkml:trace>
  <inkml:trace contextRef="#ctx0" brushRef="#br0" timeOffset="-191660.22">8308 3495 1650 0,'0'0'269'0,"0"0"65"0,0 0-139 15,0 0-129-15,0 0-8 16,-27 126 49-16,25-70 29 15,2 1-11-15,0-2-23 16,0-6-24-16,0-5-36 16,0-10-9-16,8-6-9 15,3-5-18-15,3-6 1 16,1-2-1-16,4-4-4 16,-4-3-2-16,1-1 1 15,2-7-1-15,-3 0-12 16,3 0-24-16,0-9-38 15,6-23-59-15,-6 4-203 16,-2-2-514-16</inkml:trace>
  <inkml:trace contextRef="#ctx0" brushRef="#br0" timeOffset="-191218.18">8640 3514 431 0,'0'0'1084'0,"0"0"-931"15,0 0 88-15,0 0-112 16,0 0-113-16,0 0 6 16,0 0-13-16,-29 66 3 0,29-47 36 15,0 0 4-15,0 2-2 16,15-3-22-16,10 1 22 15,2 1-11-15,4-3-18 16,-2 1-15-16,-4 3 1 16,-4-3-5-16,-5 0 8 15,-3-1 15-15,-5-5 14 16,-4 1 44-16,-2-3-40 16,-2-2 26-16,0 0-1 15,0-1 8-15,-2 4 5 16,-10-1-21-16,-1 1-23 15,-5-2-17-15,1-1-5 16,-1-4-15-16,0 1 12 0,4-5-11 16,4 0 0-1,3 0-1-15,7 0-42 0,0-7-129 16,0-12-131-16,4-1-283 16,7 1-488-16</inkml:trace>
  <inkml:trace contextRef="#ctx0" brushRef="#br0" timeOffset="-190602.61">9037 3527 570 0,'0'0'107'15,"0"0"-38"-15,0 0 113 16,0 0 28-16,0 0 95 16,0 0 16-16,0 0-12 15,-18-71-36-15,18 70-16 16,0 1-59-16,0 0-55 16,0 0-75-16,0 4-47 15,0 18-8-15,6 8 39 0,6 8 14 16,1 8-34-16,3-2-10 15,-1 1-22-15,1-8 2 16,-1-2-2-16,-1-9 0 16,-5-3 0-16,-3-6-45 15,-4-5-46-15,-2 0-121 16,0-7-392-16,0 0-465 0</inkml:trace>
  <inkml:trace contextRef="#ctx0" brushRef="#br0" timeOffset="-190187.53">9357 3491 1547 0,'0'0'217'0,"0"0"8"16,0 0 24-16,0 0-128 15,47 121-44-15,-31-94-17 16,-2 1-32-16,-4-4-15 16,-1-2-2-16,-4-1-11 15,-5-3 0-15,0 0-150 16,-7 0-149-16,-10-1-183 16,-4 0-196-16,1-2 400 15,0-4 277-15,4-1 1 16,3-5 234-16,2 0 146 0,4-3-89 15,5 0-27-15,2-2-55 16,0 0-80-16,0 0-64 16,9 0 31-16,13 0 11 15,5-4-7-15,6-10-39 16,3-2-3-16,2-2-21 16,-2 0-28-16,-3 0-9 15,3-10-166-15,-9 3-448 16,-7 3-762-16</inkml:trace>
  <inkml:trace contextRef="#ctx0" brushRef="#br0" timeOffset="-189954.92">9220 3495 1940 0,'0'0'543'0,"0"0"-322"16,0 0-71-16,0 0-91 15,0 0-45-15,122-36 3 16,-71 18-16-16,-2 4-2 16,9-3-42-16,-14 7-435 15,-9 1-1025-15</inkml:trace>
  <inkml:trace contextRef="#ctx0" brushRef="#br0" timeOffset="-189699.58">9906 3248 1045 0,'0'0'257'0,"0"0"90"15,0 0-60-15,74 116-27 16,-53-55-29-16,2 5-29 16,-7 3-59-16,-7 0-34 0,-3-7-67 15,-4-6-26-15,-2-5-14 16,0-7-2-16,0-6-11 16,-11-4-141-16,1-7-464 15,-2-12-1042-15</inkml:trace>
  <inkml:trace contextRef="#ctx0" brushRef="#br0" timeOffset="-189137.32">11573 3374 1016 0,'0'0'291'16,"0"0"-80"-16,0 0-86 15,0 0-77-15,0 0-35 16,0 0 0-16,0 0-10 15,-44 61 38-15,42-59 170 16,2-2 86-16,0 0-8 16,0 2-58-16,0-2-74 15,0 0-66-15,0 2-16 16,0-1-42-16,0 2-8 16,0-1-14-16,0 2-1 15,0 0-4-15,0 0 14 16,-5 0 19-16,5-2-8 15,0-2-22-15,0 0-9 16,0 0-9-16,9-10-69 16,8-6-118-16,2 0-604 0</inkml:trace>
  <inkml:trace contextRef="#ctx0" brushRef="#br0" timeOffset="-188716.02">12559 3288 1487 0,'0'0'842'15,"0"0"-591"-15,0 0-175 16,0 0 135-16,35 125-13 15,-17-62-76-15,-2 7-41 16,2-4-56-16,-3-7-2 0,1-6-22 16,-3-13-1-16,-4-11-9 15,-2-8-68-15,-7-18-67 16,0-10-77-16,-14-19-454 16,-1-9-1349-16</inkml:trace>
  <inkml:trace contextRef="#ctx0" brushRef="#br0" timeOffset="-188490.86">12476 3334 1275 0,'0'0'406'0,"0"0"-112"15,0 0-14-15,104-108-80 16,-50 87-39-16,-2 8-63 16,-3 13-39-16,-11 0-36 0,-11 20-11 15,-10 16 9 1,-11 8 18-16,-6 5 30 0,0-3-11 15,-10-3-28-15,-11-8-21 16,2-9 0-16,-2-6-9 16,4-10-49-16,3-10-129 15,3-1-400-15,7-19-905 0</inkml:trace>
  <inkml:trace contextRef="#ctx0" brushRef="#br0" timeOffset="-188222.24">13182 3113 1476 0,'0'0'216'0,"0"0"16"15,0 0 63-15,-2 151-87 16,2-91-22-16,19-3-52 16,-2-8-45-16,3-11-34 15,1-11-44-15,0-11 4 16,20-16-15-16,-3-12-66 16,-3-14-547-16</inkml:trace>
  <inkml:trace contextRef="#ctx0" brushRef="#br0" timeOffset="-187845.11">13589 3106 1478 0,'0'0'840'0,"0"0"-646"16,0 0-81-16,0 0 48 15,15 106-28-15,-1-54-56 16,1 0-29-16,3-4-29 15,-5-5-10-15,-4-9-5 16,-2-8-2-16,-7-5-4 16,0-10-10-16,-4-1-34 0,-17-2-35 15,-3 0-14-15,-1-4-2 16,2-2 47-16,4-2 44 16,3 0 6-16,5 0 20 15,5 0-20-15,1 0 17 16,0 0-2-16,5 0 16 15,0 0 6-15,0 0-7 16,12-4-12-16,15-3 2 16,4-6 5-16,9-1-12 15,0-4 3-15,0-1-16 16,4-10-28-16,-8 2-242 16,-9 4-768-16</inkml:trace>
  <inkml:trace contextRef="#ctx0" brushRef="#br0" timeOffset="-187626.67">13425 3132 1661 0,'0'0'631'0,"0"0"-363"16,0 0-66-16,0 0-101 15,0 0-41-15,146-32-39 16,-95 28 3-16,0 0-24 16,11 4 0-16,-13 0-136 15,-11 0-704-15</inkml:trace>
  <inkml:trace contextRef="#ctx0" brushRef="#br0" timeOffset="-187373.56">13909 3020 1295 0,'0'0'325'16,"0"0"-52"-16,0 0-6 15,0 0-54-15,125 139 4 16,-107-74-1-16,-9 7-69 0,-9-4-41 15,0-5-54-15,0-11-28 16,-7-8-24-16,-3-10-10 16,-9-6-85-16,4-8-234 15,1-12-1074-15</inkml:trace>
  <inkml:trace contextRef="#ctx0" brushRef="#br0" timeOffset="-178995.39">17624 4398 1416 0,'0'0'404'16,"0"0"85"-16,0 0-198 16,0 0-60-16,0 0-91 15,0 0-41-15,0 0-38 16,-79-49-23-16,46 61-16 16,0 18-8-16,-1 11-2 15,9 5 3-15,9 4-14 0,14-3 13 16,2-2-14-16,10-6 1 15,21-12 0-15,7-10 7 16,8-10-1-16,3-7 2 16,5-2 1-16,-8-18-9 15,-5-6 10-15,-10-6-9 16,-11-6 7-16,-8-6-3 16,-12 0 7-16,0-1 26 15,-14 3 13-15,-15 4-8 16,-7 6-16-16,-4 4-4 15,-1 5-23-15,4 11-1 16,6 3-17-16,8 9-53 16,10 0-101-16,13 34-80 0,0-1-423 15,11-1-548-15</inkml:trace>
  <inkml:trace contextRef="#ctx0" brushRef="#br0" timeOffset="-178748.48">18220 4692 1844 0,'0'0'283'0,"0"0"-34"0,0 0 110 15,-39 139-153 1,25-88-97-16,1-1-46 0,0-3-29 15,3-6-14-15,2-10-19 16,3-7-1-16,5-12-34 16,0-12-96-16,13-6-183 15,8-16-622-15</inkml:trace>
  <inkml:trace contextRef="#ctx0" brushRef="#br0" timeOffset="-178470.89">18638 4313 1979 0,'0'0'307'0,"0"0"-182"15,0 0 159-15,0 0-166 16,0 0-11-16,0 0 13 15,68 154 13-15,-66-85-25 16,-2-1-48-16,0-1-32 16,0-8-22-16,0-5 0 15,0-7-6-15,0-11-30 16,0-8-79-16,10-10-96 16,3-10-593-16</inkml:trace>
  <inkml:trace contextRef="#ctx0" brushRef="#br0" timeOffset="-178101.93">19150 4277 1465 0,'0'0'357'0,"0"0"-60"0,0 0-4 15,0 0-75 1,107 136-60-16,-91-75-44 0,-5 3-33 16,-5 2-33-16,-3-2-16 15,-3-8-18-15,0-5-4 16,0-2-9-16,0-6 11 15,-3-7-11-15,-1-2 0 16,2-9-1-16,0-4-4 16,2-11 2-16,0-6-19 15,0-4-38-15,8-24-83 16,6-8-333-16,-3-2-565 0</inkml:trace>
  <inkml:trace contextRef="#ctx0" brushRef="#br0" timeOffset="-177915.32">19036 4659 1602 0,'0'0'659'0,"0"0"-530"16,0 0 55-16,0 0-91 15,161-51-61-15,-103 36-20 16,-5 4-7-16,10-4-5 15,-14 3-179-15,-13 3-660 0</inkml:trace>
  <inkml:trace contextRef="#ctx0" brushRef="#br0" timeOffset="-177209.75">19757 4357 1079 0,'0'0'397'0,"0"0"-139"15,0 0-33-15,0 0-110 16,124-22-42-16,-90 17 44 0,-3 0-3 15,-9 1-31-15,-9 0-15 16,-6 3 11 0,-7-4 9-16,0 3-22 0,0 0-34 15,-2 0-20-15,-13 0-12 16,-4 2 0-16,-5 0-6 16,-2 0 6-16,-3 4 0 15,-2 8 1-15,-1 2 0 16,1 2-1-16,0 0 6 15,0 5-6-15,4-2 9 16,7 1-9-16,4 3 1 16,5-5-1-16,9 1 6 15,2-2-6-15,0-3 0 16,2-2 0-16,12-4 0 16,5-2 1-16,4-2 1 0,6-4 10 15,2 0-11-15,4 0 0 16,1 0 5-16,-1 0-5 15,0 0-1-15,-4 0 1 16,-5 2-1-16,-4 7-7 16,-1 6 7-16,-6 5-8 15,-1 4 7-15,-1 5 2 16,-2 0 5-16,-2 2-5 16,-5 0-2-16,-4-1 2 15,0 0-1-15,-2 0 10 16,-16-1 35-16,-4-5 24 15,-2-4-14-15,-3-6-6 16,0-4-17-16,-2-6-11 0,-2-4 0 16,-3 0 6-16,1 0-14 15,-2-11-13-15,1 4-1 16,-2-2-72-16,-11 1-59 16,12 0-223-16,2 3-676 0</inkml:trace>
  <inkml:trace contextRef="#ctx0" brushRef="#br0" timeOffset="-163639.95">16918 4160 1438 0,'0'0'202'15,"27"103"-73"-15,9 5 129 16,5 41-34-16,-4 11-64 16,-8-26-26-16,-6-34-28 15,-8-39-44-15,1-11-32 0,1 4-18 16,4 3-10-1,-1-4-1-15,-3-13-1 0,-3-15-31 16,-7-25-173-16,-5-14-302 16,-2-23-476-16</inkml:trace>
  <inkml:trace contextRef="#ctx0" brushRef="#br0" timeOffset="-162400.2">16821 4081 1330 0,'0'0'206'0,"0"0"-123"15,0 0 71-15,160-81-17 16,-82 53-54-16,32-10-14 15,41-16 21-15,49-21-12 16,24-3 30-16,1 1-52 16,-11 12-22-16,-27 14-16 15,-11 5-9-15,-9 7-2 16,-10 0 1-16,-8 3 1 16,-5 4-8-16,-5 3-2 15,-21 7 2-15,-24 6 0 0,-23 7 0 16,-9 6 8-1,12-4-8-15,8 3 0 0,9 2 4 16,-4 2-4 0,-4 0 8-16,-10 0-9 0,-7 0 1 15,-13 0 0-15,-13 0 1 16,-14 0-1-16,-10 6 6 16,-7 2 11-16,-5 1 39 15,2 0 1-15,0 5-34 16,1 9-2-16,3 8-16 15,6 15 1-15,5 20 1 16,8 25-1-16,11 32-5 16,11 25 11-16,0-8 1 15,-4-30 1-15,-11-34 16 16,-3-19-9-16,5 6 1 0,4 9-13 16,5 13 1-1,-6-1-10-15,-6 1 0 0,-10-5 5 16,-8-4 0-16,-6-9 5 15,-6-9-10-15,-3-8 7 16,-2-10-8-16,0-8 0 16,0-8 0-16,0-6 0 15,0-6-1-15,0-4 1 16,0-3 1-16,-7 0 0 16,-6 2 11-16,-5 0-12 15,-2 3 9-15,-2-1-9 16,-3-2 11-16,-4 1-11 0,-2-2 2 15,-7 2-1 1,-4-2 10-16,-9 5-7 0,-5-2-2 16,-7 5 2-16,-3 4-3 15,-5 0-1-15,-1 2 0 16,-4-2 0-16,0 2 0 16,1-1 1-16,-4-1 0 15,2 0 0-15,-2 0 25 16,1 0-14-16,-4-1-2 15,-5 3-9-15,-4-3 5 16,-3 1-6-16,-2 2 2 16,5 2-2-16,0 0 1 15,6 2 4-15,2-1-4 16,5-2 3-16,4 1-4 16,1-3 0-16,-1-4 1 0,-3-1 4 15,-4 0-5-15,-6-1-6 16,-6 1 4-16,-3 0-25 15,0 2 21-15,7-2-3 16,8 0 9-16,17-7 1 16,12 0 0-16,19-7 1 15,13 0 17-15,7 0-1 16,6-10-9-16,3-3-2 16,-1 3-6-16,0 2 5 15,1-4-6-15,-3 0 0 16,1-4 0-16,-1-6 0 15,0-5 0-15,-2-5-1 16,1-6 1-16,-6-3 0 0,-1-1-1 16,-4-2 2-16,-2 1-1 15,-4 4 1-15,-2 3 5 16,0 6-6-16,1 3 9 16,-3 4-7-16,-1 4-1 15,4 2 7-15,-1 3-7 16,7-1 0-16,2 7-1 15,9 2-21-15,7 6-63 16,2 0-225-16,0 0-577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28:42.26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2452 4371 1164 0,'0'0'892'15,"0"0"-567"-15,0 0 13 16,0 0-66-16,0 0-93 16,0 0-42-16,-12-75-51 15,12 98-50-15,18 47 0 16,5 52 54-16,2 47 27 15,-4 14-54-15,-9-7 33 16,-6-28-49-16,-4-46-8 16,1-21-27-16,1-23 1 15,-2-14-13-15,2 2 1 0,-1-4-1 16,-3-7-6 0,3-17-27-16,-3-14-104 0,0-4 20 15,0-13-66-15,0-50-101 16,0 1-272-16,0-3-1065 0</inkml:trace>
  <inkml:trace contextRef="#ctx0" brushRef="#br0" timeOffset="330.26">2471 4478 1850 0,'0'0'285'16,"0"0"-32"-16,123-90-33 0,-49 56-56 16,7 8-39-16,-2 15-14 15,-7 11-59-15,-15 20 11 16,-12 29-51-16,-20 13 19 16,-14 11 19-16,-11 4 28 15,-15 1-22-15,-28-8 0 16,-18-4-2-16,-7-10-23 15,-11-10-4-15,8-11-15 16,11-17-4-16,13-12-8 16,19-6-33-16,16-11-40 15,12-9-66-15,0-4-31 16,52-10-78-16,-1 6-411 0,2 3-644 0</inkml:trace>
  <inkml:trace contextRef="#ctx0" brushRef="#br0" timeOffset="902.74">3945 4279 1774 0,'0'0'305'0,"0"0"158"15,0 0-292-15,0 0-20 16,0 0-72-16,0 0-2 16,0 0-40-16,-102-29-3 15,73 60 10-15,-2 9 8 16,-4 14 28-16,2 10-16 0,4 8 6 16,5 4-25-1,8 1 27-15,14-3-46 0,2-7 11 16,21-9-17-16,12-12 1 15,7-6-2-15,3-13-1 16,-4-3-1-16,-5-7-17 16,-5-5 4-16,-9-2 13 15,-5-3-23-15,-4-2 6 16,-3-3-1-16,-4 0-8 16,-4-2 2-16,2 0-16 15,-2 0-25-15,0 0-9 16,2 0-70-16,0 2 1 15,5 2-78-15,9 1-62 16,-3-4-540-16,3-1-740 0</inkml:trace>
  <inkml:trace contextRef="#ctx0" brushRef="#br0" timeOffset="2183.69">5029 4323 1716 0,'0'0'513'0,"0"0"-220"16,0 0-98-16,0 0-80 15,-87 176 44-15,42-71 28 0,1-6-63 16,4-11 2-1,13-26-38-15,2 1-35 0,3 2-22 16,6-17-10-16,7-14-1 16,2-14-19-16,7-14 25 15,0-6-25-15,0-14 53 16,11-27-19-16,16-17-19 16,6-15-16-16,10-16-1 15,1-3 1-15,2 2-13 16,-2 10 12-16,-4 11-16 15,-6 18 5-15,-5 14 2 16,-8 16 10-16,-2 12-11 16,-1 9 2-16,1 3-1 15,2 29 10-15,1 14 19 16,-2 12-18-16,-4 8 49 0,-3 6-49 16,-2 3 26-16,0-8-26 15,-2-2 11-15,-3-10-10 16,4-9-2-16,-4-8-1 15,1-9-26-15,-3-12-38 16,0-10-79-16,-4-5 23 16,0-2-27-16,0 0-22 15,-15-9-112-15,-9-5-615 0</inkml:trace>
  <inkml:trace contextRef="#ctx0" brushRef="#br0" timeOffset="2343.1">4823 4945 1413 0,'0'0'884'0,"0"0"-575"16,0 0 22-16,0 0-179 16,0 0-60-16,0 0-83 15,0 0 16-15,190-50-25 16,-101 44-43-16,40 6-122 16,-24 14-181-16,-13 8-692 0</inkml:trace>
  <inkml:trace contextRef="#ctx0" brushRef="#br0" timeOffset="2650.52">5766 5305 1719 0,'0'0'643'0,"0"0"-325"0,0 0-46 16,0 0-154-16,-4-116-37 16,2 56-54-16,-2-10-2 15,-2-4-19-15,4-2 8 16,2 0 8-16,0 4-5 15,10 2 1-15,17 7-11 16,8 13 16-16,7 15-13 16,5 20 11-16,0 15-9 15,-2 15 6-15,-8 32-6 16,-8 13 16-16,-8 10-8 16,-10 2-8-16,-9-1 1 15,-2-7-5-15,0-8-8 16,0-10 0-16,0-8-11 15,0-13-73-15,0-13-65 16,8-12-95-16,11 0-507 0</inkml:trace>
  <inkml:trace contextRef="#ctx0" brushRef="#br0" timeOffset="3205.93">6549 4606 2429 0,'0'0'323'16,"0"0"-199"-16,0 0 76 16,0 155-9-16,9-78-85 15,4 1-3-15,5-9-37 16,-2-11-49-16,-5-18-14 16,-5-14 10-16,-2-14-26 0,-4-12 13 15,0-6-2-15,-8-30-4 16,-7-14-9-16,-1-18 4 15,9-25 11-15,7 3 0 16,9-4-8-16,26 8-4 16,10 24-6-16,6 4 7 15,1 19-1-15,-7 20 12 16,-10 19-10-16,-13 1-2 16,-15 31 3-16,-7 12 9 15,-18 7-11-15,-15-3 29 16,-3-6-19-16,7-12 1 15,11-10 0-15,11-16-37 0,7-4 1 16,13-6 22 0,22-18 1-16,7 0 12 0,5 4 1 15,1 12-18-15,0 8 20 16,-4 6-3-16,-9 26 2 16,-10 12-1-16,-13 13 10 15,-12 3 3-15,-14-1 31 16,-22-2 11-16,-11-6 11 15,-6-7-39-15,0-15 20 16,3-9-47-16,4-11 8 16,5-9-8-16,10 0-44 15,7-7-76-15,8-5-43 16,16-6-41-16,9 2-135 0,18-4-655 16</inkml:trace>
  <inkml:trace contextRef="#ctx0" brushRef="#br0" timeOffset="3536.36">7396 4209 2018 0,'0'0'485'16,"0"0"-304"-16,0 0 7 0,86 180 13 15,-59-27-66-15,-13 13 21 16,-14-24-27-16,0-39-11 16,-12-43-62-16,-3-14-28 15,-3-1-20-15,1 1-8 16,-2-7-20-16,7-12-77 15,2-18-19-15,10-9-62 16,3-14-23-16,19-13-444 16,4-4-1270-16</inkml:trace>
  <inkml:trace contextRef="#ctx0" brushRef="#br0" timeOffset="3823.33">7906 4720 2145 0,'0'0'374'0,"0"0"-126"16,0 0-3-16,0 0-135 15,0 0-56-15,0 0-34 16,183-8-1-16,-103 8-8 0,-3 0-11 16,-9 0 0-1,-10 5-75-15,-16 2-91 0,-15-1-426 16,-18 0-789-16</inkml:trace>
  <inkml:trace contextRef="#ctx0" brushRef="#br0" timeOffset="3980.83">7971 5003 816 0,'0'0'1204'0,"0"0"-860"15,0 0 15-15,0 0-202 16,158 0-96-16,-89 0-46 16,-4 0-15-16,1 0-29 15,-18 0-208-15,-17 2-1020 0</inkml:trace>
  <inkml:trace contextRef="#ctx0" brushRef="#br0" timeOffset="15753.55">2460 6624 2006 0,'0'0'333'15,"0"0"43"-15,0 0-74 16,0 0-154-16,0 0-102 15,-2 123-7-15,-2 8 67 16,2 16-16-16,0-18-19 16,2-33-23-16,0-38 0 15,0-9-30-15,0 1-6 16,0 1-12-16,0 2 0 16,2-12-29-16,2-15-49 15,0-10-45-15,-4-11-46 16,0-14-5-16,0-20-52 15,-6-7-726-15</inkml:trace>
  <inkml:trace contextRef="#ctx0" brushRef="#br0" timeOffset="16046.12">2325 6663 2006 0,'0'0'319'0,"122"-76"-136"15,-38 44 60-15,20 9-119 16,-4 23-36-16,-26 13-36 16,-10 29-26-16,-26 18-4 15,-30 10 6-15,-8 4 20 0,-33-2 8 16,-18-5-7-16,-7-9 1 16,-5-12-22-16,3-10 2 15,5-10-29-15,8-9 8 16,7-12-7-16,9-3-2 15,10-2-14-15,8 0-35 16,8-12-22-16,8-16-61 16,17 2-111-16,11 0-521 0</inkml:trace>
  <inkml:trace contextRef="#ctx0" brushRef="#br0" timeOffset="16338.87">3557 6636 2152 0,'0'0'288'0,"0"0"-1"16,-133 125-43-16,88-49-113 15,13 7-23-15,15 1-37 16,13-4-16-16,4-10-37 16,4-9 3-16,18-13-20 15,5-9-1-15,4-13-14 16,2-3-81-16,25-7-81 16,-6-4-188-16,-7-5-803 0</inkml:trace>
  <inkml:trace contextRef="#ctx0" brushRef="#br0" timeOffset="16662.36">3872 7521 2126 0,'0'0'485'16,"0"0"-269"-16,0-115 26 16,0 51-154-16,13-3-23 15,7-5-11-15,4 1-9 16,1 5 10-16,2 11-19 15,-1 6 3-15,-1 14-12 0,-2 12 6 16,-4 17-3 0,2 6-17-16,-1 20-4 15,-1 26-9-15,0 21 19 0,-9 10 5 16,-1 7 3-16,-2-3-26 16,-2-7 13-16,-1-12-13 15,-2-10-2-15,0-10-13 16,1-12-42-16,-3-11-38 15,2-10-35-15,-2-9-9 16,0-5-27-16,0-15-330 16,0-5-647-16</inkml:trace>
  <inkml:trace contextRef="#ctx0" brushRef="#br0" timeOffset="16828.09">3818 7420 136 0,'0'0'1962'0,"0"0"-1636"15,0 0 150-15,0 0-341 16,0 0-65-16,0 0-40 16,185-34-14-16,-112 25-16 15,-1-1-21-15,1 4-109 16,-21-1-160-16,-12 6-523 0</inkml:trace>
  <inkml:trace contextRef="#ctx0" brushRef="#br0" timeOffset="25235.5">25867 1734 606 0,'0'0'179'16,"0"0"-117"-16,0 0-23 15,0 0 12-15,0 0 46 16,0 0 98-16,18-10 60 16,-16 10-47-16,-2 0-24 15,0 0-23-15,0 0-31 16,0 0-81-16,0 0-49 16,0 0 0-16,0 7 0 0,0 6 6 15,-2 3-5 1,0 4 10-16,-1 2-10 0,0 0 2 15,1 5 6-15,2-4-9 16,0 4 3-16,0-5-3 16,0-4 0-16,0-3 0 15,12-2 1-15,-1-1 5 16,5-2 3-16,-3-2-9 16,1 2 7-16,-4-5-7 15,-1 4 0-15,1-3 2 16,-2-1-1-16,1 2-1 15,2-2 1-15,5 2-1 16,4 0 6-16,4 2-6 0,1 2-1 16,-1-2-26-1,-1 3-37-15,-4 2 4 0,2-3-5 16,3-2 19-16,1 1 12 16,6-2-22-16,20 3-36 15,-6-6-97-15,-5 3-333 0</inkml:trace>
  <inkml:trace contextRef="#ctx0" brushRef="#br0" timeOffset="30062.93">4554 6924 1748 0,'0'0'272'15,"0"0"120"-15,0 0-127 16,0 0-159-16,0 0-90 16,0 101 68-16,0-23-2 15,0 9-1-15,0 5-23 0,8-3-17 16,15-11-17-16,6-10-11 15,11-13 5-15,5-17-18 16,5-20 14-16,4-15-5 16,0-3 0-16,-3-34-8 15,-9-6 12-15,-6-10-11 16,-14-5 4-16,-9-8 3 16,-5-1-2-16,-8-4 22 15,0 0-11-15,-4-1 14 16,-10 8-18-16,-5 8-2 15,4 12-2-15,-1 16-10 16,5 12-5-16,3 10-14 16,6 3-45-16,2 0-89 0,8 16-37 15,17-3-473 1,8-1-902-16</inkml:trace>
  <inkml:trace contextRef="#ctx0" brushRef="#br0" timeOffset="30605.03">5423 7124 183 0,'0'0'1808'16,"0"0"-1543"-16,-9 163 250 15,4-85-377-15,5 2-33 16,0-8-35-16,0-7-17 16,9-14-28-16,3-13-7 0,-4-13-17 15,1-18 6 1,-1-7 8-16,0-13 8 0,1-25-14 15,-3-17-9-15,2-13 0 16,-2-9 8-16,5-10-9 16,7-1 1-16,9 1 0 15,11 10 0-15,4 14 0 16,3 21 0-16,-1 22 0 16,-3 20-6-16,-12 11-6 15,-14 30 11-15,-15 14 2 16,-11 3-1-16,-27 0 9 15,-7-8 6-15,3-9-8 16,9-18-7-16,15-11 1 0,11-10-1 16,7-2 18-1,7-6-9-15,26-12 0 0,9-2-9 16,14 6-6-16,4 6 4 16,3 8 1-16,-1 6-5 15,-6 18 6-15,-11 12-1 16,-20 2-1-16,-25 5 2 15,-4 1 2-15,-40-5 34 16,-18 1 20-16,-9-1-2 16,-5-7-24-16,5-6-15 15,13-6-4-15,15-10-10 16,17-6-1-16,10-4-43 16,11 0-23-16,5-22-91 15,13-5-89-15,12-1-521 0</inkml:trace>
  <inkml:trace contextRef="#ctx0" brushRef="#br0" timeOffset="30876.28">6306 6902 2252 0,'0'0'346'0,"0"0"-240"16,0 0 149-16,167 170-77 16,-114-81-56-16,-17 7-52 15,-32-11 9-15,-4 8-43 0,-8-11-1 16,-24-9-22 0,-1-15-3-16,0-15-10 0,8-10-34 15,5-15-67-15,20-18-72 16,0-18-56-16,4-15-771 0</inkml:trace>
  <inkml:trace contextRef="#ctx0" brushRef="#br0" timeOffset="31069.61">6852 7328 1152 0,'0'0'982'16,"0"0"-892"-16,0 0 8 16,181-25-77-16,-90 15-21 15,20-1-20-15,-22 6-163 16,-29-2-625-16</inkml:trace>
  <inkml:trace contextRef="#ctx0" brushRef="#br0" timeOffset="31228.55">7019 7550 1813 0,'0'0'289'0,"0"0"102"15,0 0-225-15,0 0-66 16,0 0-52-16,145 2-26 0,-76-15-22 16,43-16-53-16,-17 2-201 15,-10-1-552-15</inkml:trace>
  <inkml:trace contextRef="#ctx0" brushRef="#br0" timeOffset="31461.65">8207 7182 2083 0,'0'0'318'0,"0"0"-208"16,22 157 183-16,12-39-133 15,-7 27-25-15,-7-12-53 16,-13-29-38-16,-7-36-16 0,0-25-26 16,-9 1 2-16,-5-1-4 15,-1-9-70-15,-1-20-89 16,-4-30-190-16,4-24-216 16,5-12-604-16</inkml:trace>
  <inkml:trace contextRef="#ctx0" brushRef="#br0" timeOffset="31685.34">8200 7399 1468 0,'19'-106'218'0,"16"3"126"16,3 33-40-16,5 22-119 16,5 21-63-16,17 6-52 15,11 13 8-15,11 8-8 0,-7 29 9 16,-16 25-2 0,-23 15-13-16,-26 8-16 0,-15-3-3 15,-29-7-6-15,-22-9 1 16,-9-14-10-16,-4-8-15 15,4-12-3-15,6-8-12 16,9-13 0-16,11-3-45 16,15-2-47-16,14-30-28 15,5 1-169-15,0-1-738 0</inkml:trace>
  <inkml:trace contextRef="#ctx0" brushRef="#br0" timeOffset="31920.06">9224 7042 2295 0,'0'0'351'0,"0"0"-153"16,-110 129 19-16,73-47-97 15,14 5-14-15,12 0-34 16,11-4-23-16,2-11-41 15,23-9-4-15,8-12-4 16,5-9-67-16,20-8-113 16,-8-11-141-16,-6-14-778 0</inkml:trace>
  <inkml:trace contextRef="#ctx0" brushRef="#br0" timeOffset="32203.01">9525 7674 1957 0,'0'0'358'0,"0"0"-23"15,42-136-47-15,-22 68-119 16,5-5-59-16,-1-3 5 16,7-2-28-16,3 1-24 15,4 6-8-15,2 10-7 16,3 15-12-16,-4 22 5 16,3 24 5-16,-4 12-35 15,1 43 8-15,-8 20-19 16,-12 14 6-16,-5 3-6 15,-12-5 1-15,-2-14-1 0,0-13-1 16,0-14-26 0,0-12-31-16,0-13-25 0,0-11-59 15,0-10 13-15,7-12-18 16,5-16-173-16,-6 0-818 0</inkml:trace>
  <inkml:trace contextRef="#ctx0" brushRef="#br0" timeOffset="32370.43">9585 7415 2011 0,'0'0'463'15,"0"0"-251"-15,0 0 64 16,0 0-128-16,0 0-106 0,0 0-36 16,171-12-6-1,-99 9-54-15,28-8-18 0,-19 1-122 16,-12-4-515-16</inkml:trace>
  <inkml:trace contextRef="#ctx0" brushRef="#br0" timeOffset="33053.15">10657 6953 1971 0,'0'0'481'0,"0"0"-332"16,0 0-41-16,0 0 61 16,14 147-55-16,-10-88-28 15,-4-6-35-15,0-7-10 16,0-8-26-16,0-9 0 15,-4-12-2-15,1-5-1 0,1-6 5 16,2-5-10-16,0-1 20 16,0 0 3-16,0-1 34 15,0-14-32-15,7-2-20 16,0-4-6-16,-3-4-6 16,0-1 2-16,-2-9-2 15,1-5 0-15,-1-5 9 16,0 1-9-16,0 4 0 15,1 8 1-15,-3 12 6 16,0 12 8-16,0 8 11 0,0 2-26 16,0 32-9-1,0 20 9-15,-3 17 8 0,-10 9-7 16,-2 3 13-16,-3 0-2 16,-3-8 0-16,4-16-6 15,-1-9-6-15,5-15-10 16,3-15-5-16,6-13-11 15,4-4-7-15,-2-3 11 16,2 0-61-16,-5-6-54 16,1-12-52-16,0 2-326 15,0 2-426-15</inkml:trace>
  <inkml:trace contextRef="#ctx0" brushRef="#br0" timeOffset="33624.03">12117 7018 2131 0,'0'0'487'0,"0"0"-177"15,0 0-131-15,0 0-126 16,0 0 4-16,-54 174 30 16,41-87-29-16,3-3 6 15,4-6-28-15,2-12-15 16,2-12-19-16,0-7 7 16,-1-10-9-16,-1-12-52 15,-4-6-66-15,-17-19-87 16,2 0-139-16,-1-11-1095 0</inkml:trace>
  <inkml:trace contextRef="#ctx0" brushRef="#br0" timeOffset="33774.19">11720 7447 2194 0,'0'0'462'16,"0"0"-137"-16,0 0-211 15,141-30-80-15,-61 22-16 16,9 2-9-16,-2 0-9 15,29-5-30-15,-22 2-143 16,-12-1-567-16</inkml:trace>
  <inkml:trace contextRef="#ctx0" brushRef="#br0" timeOffset="33937.33">12713 7263 1595 0,'0'0'788'0,"0"0"-674"15,0 0 157-15,4 181-107 16,9-53-41-16,3-2-36 15,-3-22-18-15,-4-32-36 16,-2-25-14-16,-3-1-16 0,-2-5-3 16,-2-8-90-16,0-33-140 15,0-6-258-15,0-26-496 0</inkml:trace>
  <inkml:trace contextRef="#ctx0" brushRef="#br0" timeOffset="34163.37">12802 7400 1330 0,'35'-105'301'0,"9"5"80"15,10 33-2-15,2 25-211 16,6 25-70-16,15 10-16 16,7 7-3-16,3 33 12 15,-21 25-19-15,-25 16-36 0,-30 6 12 16,-11-4-12 0,-40-7 30-16,-11-11-33 0,-10-12 9 15,3-12-15-15,5-10-9 16,8-10-8-1,10-10-10-15,8-4 0 0,7-7-63 16,9-28-71-16,4 1-129 16,7-2-637-16</inkml:trace>
  <inkml:trace contextRef="#ctx0" brushRef="#br0" timeOffset="34389.87">13801 7132 1993 0,'0'0'270'16,"-58"118"45"-16,37-47 26 16,10 7-196-16,11-6-65 15,7-10-47-15,24-8-21 16,9-10-12-16,34-18-45 15,-12-9-133-15,-4-17-648 0</inkml:trace>
  <inkml:trace contextRef="#ctx0" brushRef="#br0" timeOffset="34876.94">14279 7614 1465 0,'0'0'387'0,"0"0"239"0,0 0-370 15,0 0-93-15,0 0-37 16,0 0-10-16,0 0-57 16,27-20-59-16,-9-24-11 15,5-7-23-15,10-7 17 16,7-9 16-16,11-5 1 16,5 1 0-16,-1 11 1 15,-1 17-3-15,-9 28 1 16,-12 15-5-16,-17 28-2 15,-16 23-2-15,-9 14 3 16,-31-1 7-16,-7-8 1 0,3-12 0 16,5-13 14-1,18-13-15-15,13-13 17 0,8-5-11 16,16-1 36-16,24-18-30 16,14-3-12-16,6 2-24 15,-2 6-15-15,-6 8 0 16,-11 6 9-16,-9 4 24 15,-16 22-1-15,-14 8 7 16,-2 4 9-16,-29 3 30 16,-16-3 9-16,-7-6 6 15,-5-7 6-15,-1-11-2 16,4-5-15-16,7-7-35 16,12-2 7-16,10 0-15 15,10-4-14-15,8-3-62 0,7-2-53 16,0 4-85-16,9-2-536 0</inkml:trace>
  <inkml:trace contextRef="#ctx0" brushRef="#br0" timeOffset="35186.07">15412 6928 1669 0,'0'0'203'15,"56"120"110"-15,-12 0-90 16,-4 35 7-16,-9-11-46 15,-17-29-60-15,-14-37-84 16,-4-26-26-16,-27 4-14 16,-19 3-66-16,-64 14-91 15,10-19-222-15,8-18-911 0</inkml:trace>
  <inkml:trace contextRef="#ctx0" brushRef="#br0" timeOffset="36407.4">16629 7008 922 0,'0'0'616'16,"0"0"-321"-16,0 0 32 15,0 0-204-15,0 0-82 16,0 0-28-16,0 0-1 16,20-26 6-16,-20 26 15 15,0 0 8-15,3 0 47 16,-3 0-6-16,2 0-12 15,-2 0-8-15,2 0-16 16,-2 0-22-16,0 0-10 0,0 0 4 16,0 0-6-16,0 0 25 15,0 0-12-15,0-3 19 16,0 3-5-16,0-1-2 16,0 1-6-16,0 0-14 15,0 0-4-15,0 0-11 16,0 0 4-16,0 0-5 15,0 0 7-15,0 0-7 16,0 0 9-16,0 0 7 16,0 0 2-16,0 0-5 0,0 0-7 15,0 0-1 1,0 0-6-16,0 0 0 0,0 0 7 16,0 0-5-16,0 0-2 15,0 0 1-15,0 0 1 16,0 0-1-16,0 0 0 15,0 0-1-15,0 0 5 16,0-2-4-16,0 0-2 16,0 0 1-16,0 2 0 15,0 0-2-15,2 0 2 16,-2 0-7-16,0 0 5 16,0 0-8-16,0 0-5 15,0 0 7-15,0 0-3 16,0 0 10-16,0 0-13 15,0 0-10-15,0 0-34 0,5 0-84 16,1 0-215-16,-2 0-494 16</inkml:trace>
  <inkml:trace contextRef="#ctx0" brushRef="#br0" timeOffset="36745.87">16210 7441 1360 0,'0'0'401'0,"0"0"-62"0,0 0 122 15,0 0-272-15,118-2-29 16,-45-8-36-16,14-2-6 15,5 1-7-15,-1-4-18 16,-8 1-18-16,-12 2-27 16,-13 1-5-16,-17 6-23 15,-15 3-13-15,-12 0-7 16,-10 2 2-16,-2 0-2 16,0 0-8-16,2 0-54 15,10 0-61-15,26 0-31 16,0 6-136-16,3 4-641 0</inkml:trace>
  <inkml:trace contextRef="#ctx0" brushRef="#br0" timeOffset="37001.5">17659 7128 2364 0,'0'0'326'16,"0"0"-200"-16,0 0-24 15,-2 163 58-15,15-41-36 16,7-2-55-16,2-13-16 16,-2-19-33-16,-1-26-3 0,-4 1-17 15,-4-8-57-15,-8-24-135 16,-3-17-265-16,0-14-941 0</inkml:trace>
  <inkml:trace contextRef="#ctx0" brushRef="#br0" timeOffset="37256.82">17668 7203 1810 0,'0'0'234'0,"89"-119"-25"15,25 75 76-15,6 15-151 16,-7 29 20-16,-16 23-65 15,-40 31-30-15,-14 19-40 16,-18 9-5-16,-25 0 5 0,-27-8 27 16,-29-9 20-16,-9-16-3 15,-3-10-4-15,2-12-25 16,11-10 3-16,8-11-36 16,14-6 7-16,12 0-8 15,10-15-31-15,11-7-59 16,7-18-74-16,18 7-134 15,4-1-788-15</inkml:trace>
  <inkml:trace contextRef="#ctx0" brushRef="#br0" timeOffset="37506.37">18798 7042 2140 0,'0'0'254'16,"-40"157"111"-16,22-28-159 15,5 0-39-15,11-25-63 16,2-33-38-16,2-23-35 16,18 0-15-16,6-2-11 15,3-4-5-15,4-16-37 16,21-26-74-16,-7 0-91 15,-3-9-640-15</inkml:trace>
  <inkml:trace contextRef="#ctx0" brushRef="#br0" timeOffset="37976.81">19257 7766 1255 0,'0'0'482'16,"0"0"-152"-16,0 0 20 15,0 0-136-15,0 0-55 0,0 0-48 16,0 0-26-1,2-112-28-15,3 94 0 0,0 0 1 16,1-3 2-16,-2-2-13 16,1-8-16-16,-1-2 14 15,6-10-26-15,-2-3 11 16,8-1-3-16,6-8-1 16,3 1-11-16,6 1 1 15,0 5-5-15,-2 11-11 16,0 14 0-16,0 23 6 15,2 6-12-15,7 55 12 16,7 38-6-16,-10 2 8 0,-3-2 2 16,-14-13-8-16,-10-22-1 15,1 6-1 1,0-2-18-16,-7-12-37 0,-2-16-78 16,0-16-49-16,0-14-188 15,0-10-821-15</inkml:trace>
  <inkml:trace contextRef="#ctx0" brushRef="#br0" timeOffset="38166.11">19262 7640 1967 0,'0'0'518'0,"0"0"-234"15,0 0-88-15,0 0-148 16,160-29-21-16,-89 26-11 0,1 1-4 15,-3 0-11 1,-7 2-1-16,1 0-43 0,-17 0-466 16,-12 0-1003-16</inkml:trace>
  <inkml:trace contextRef="#ctx0" brushRef="#br0" timeOffset="38721.08">20151 7756 1275 0,'0'0'388'0,"0"0"5"15,0 0 74 1,0 0-306-16,0 0-23 0,-2-120-24 16,11 71-42-16,5-2-8 15,1-6-16-15,5 1 4 16,9-2-20-16,7 1-4 16,10 5-19-16,8 3 0 15,6 13-9-15,4 11 0 16,3 20 0-16,1 5 0 15,-8 25 9-15,-12 18-9 16,-12 11 12-16,-16 8-11 16,-15 2-1-16,-5-1 0 0,0-4 1 15,-9-6-1 1,-5-9 0-16,5-7-50 0,9-8-97 16,0-12-432-1,7-8-857-15</inkml:trace>
  <inkml:trace contextRef="#ctx0" brushRef="#br0" timeOffset="39253.01">21175 7445 1918 0,'0'0'274'0,"0"0"76"15,-25 151-37-15,25-87-156 16,0-4-49-16,0-12-51 15,4-14-6-15,3-16-38 0,-5-14 5 16,-2-4-1-16,0-22-1 16,0-16-16-16,2-14-21 15,5-12 3-15,6-10 11 16,12-7 1-16,11 1 6 16,12 6 0-16,15 12-1 15,4 18-6-15,-2 20-20 16,-7 22 9-16,-16 4 7 15,-15 32 3-15,-21 8 7 16,-6 1-9-16,-29-2 10 16,-13-7 2-16,0-8-2 15,6-8 1-15,14-8-1 16,12-6 0-16,10-4 6 0,14 0-6 16,22-8-15-1,8-1-16-15,8 6-23 0,-3 3-10 16,-3 0 20-16,-5 24 37 15,-12 6-2-15,-14 8 3 16,-13 3 6-16,-2 0 30 16,-27-4 35-16,-17-7-10 15,-7-6 29-15,-7-6-42 16,0-6-9-16,0-4-17 16,5-3-14-16,6-2-2 15,7-1-32-15,9-2-73 16,19-2-91-16,8-14-303 0,4-6-886 15</inkml:trace>
  <inkml:trace contextRef="#ctx0" brushRef="#br0" timeOffset="39538.87">22122 6865 1770 0,'0'0'491'16,"35"137"-3"-16,-16-15-264 0,-13 31-35 15,-6 5-71-15,-47-14-34 16,-26-17-20-16,-19-19-38 15,-17-4-26-15,-10-14-33 16,-1-17-115-16,29-25-92 16,26-21-609-16</inkml:trace>
  <inkml:trace contextRef="#ctx0" brushRef="#br0" timeOffset="44109.71">7039 4471 1625 0,'0'0'372'0,"0"0"-220"15,0 0 126-15,0 0 15 16,0 0-117-16,0 0-69 15,-8 0-48-15,2 0-20 16,4 0-13-16,0 0-14 16,2-1-5-16,0-2-7 15,0 3 7-15,0-1-1 16,0 1-1-16,0-3-4 16,0 3 1-16,0-4-1 15,-4 3 13-15,-1-6 1 0,3 4-2 16,0-2 2-1,0 1-13-15,2 0 14 0,0 1-16 16,-2-2 1-16,2 3-1 16,0 0 1-16,-2 0 0 15,2-2 0-15,-3 0-1 16,0-2-1-16,1-1-23 16,-2-2-53-16,0-3-41 15,-1 1-199-15,1 4-707 0</inkml:trace>
  <inkml:trace contextRef="#ctx0" brushRef="#br0" timeOffset="46547.6">3584 6421 1520 0,'0'0'199'0,"0"0"-168"16,0 0-12-16,0 0-10 16,0 0 8-16,0 0-11 15,-11-18 0-15,11 18-6 16,0 0 1-16,0-3 0 15,0 3 6-15,0 0-1 16,0 0-6-16,0 0 1 16,0 0-1-16,0 0 0 0,0 0 0 15,0 0 1-15,0 0-1 16,0 0 0-16,0 0 0 16,0 0 0-16,0 0-1 15,0 0 2-15,0 0-1 16,0 0 1-16,0 0 0 15,0 0 0-15,0 0 8 16,0 0-9-16,0 0 2 16,0 0 7-16,0 0-1 15,0 0 7-15,0 0 7 16,0 0 16-16,0 0-4 16,0 0 16-16,0 0 1 15,0 0-7-15,0 0-21 0,0 0-12 16,0 0-1-1,0 0-9-15,0 0 10 0,0 0-10 16,0-9-2-16,31-15-100 16,3-1-150-16,-3 4-449 0</inkml:trace>
  <inkml:trace contextRef="#ctx0" brushRef="#br0" timeOffset="47426.04">5519 6996 1350 0,'0'0'238'16,"0"0"-123"-16,0 0 78 16,0 0-30-16,0 0-3 15,0 0 5-15,0 0-18 16,0 0-31-16,0 0-33 16,0 0-7-16,0 0-32 15,0 0-16-15,0 0-15 0,0 0-4 16,0 0-3-16,0 0-5 15,0 0 5-15,0 0-6 16,0 0 36-16,0 0 5 16,0 0-2-16,0 0-7 15,0 0 0-15,0 0-13 16,0 0-5-16,0 0-2 16,0 0 3-16,0 0 13 15,0 0-17-15,0 0 19 16,0 0-20-16,0 0-8 15,0 0 5-15,0 0-5 16,0-2-2-16,0-4-6 16,9-10-64-16,5 0-183 15,3-2-744-15</inkml:trace>
  <inkml:trace contextRef="#ctx0" brushRef="#br0" timeOffset="50690.97">9507 4375 803 0,'0'0'1041'0,"0"0"-715"15,0 0 232-15,0 0-322 16,0 0-160-16,45 129 17 15,-22 13 37-15,2-1-46 16,-9-25-35-16,-3-40-8 16,-1-26-28-16,-1 2-7 15,-3-2-6-15,4-6 0 16,-8-16-31-16,-1-18-61 16,-3-10-18-16,0-17 3 15,-19-29-96-15,-5-29-113 16,-10-33 57-16,5-31 95 15,16-9 120-15,13 23 44 16,0 37 66-16,27 38 61 0,9 12 28 16,11 4 14-16,15 2-57 15,18 8-16-15,5 16 1 16,-2 8-21-16,-12 22-24 16,-20 22-29-16,-24 14 11 15,-27 7 16-15,-7 1 14 16,-37-6-10-16,-17-6 1 15,-3-10-35-15,1-9-4 16,8-12-15-16,13-11-1 16,15-10-29-16,11-2-51 15,16-34-72-15,22-6-151 16,9-6-806-16</inkml:trace>
  <inkml:trace contextRef="#ctx0" brushRef="#br0" timeOffset="50894.09">10526 4273 2104 0,'0'0'337'0,"-79"104"131"16,44-35-316-16,10 5-48 16,21-4-68-16,4-6-17 15,25-6-19-15,8-6-9 16,2-6-96-16,-3-3-85 15,1 17-268-15,-6-12-141 16,-5-9-405-16</inkml:trace>
  <inkml:trace contextRef="#ctx0" brushRef="#br0" timeOffset="51157.2">10711 5069 133 0,'0'0'1333'16,"0"0"-818"-16,0 0 2 16,0 0-300-16,73-148-45 15,-53 69-48-15,-1-2-42 16,0-9-36-16,1-3-19 15,0 17 21-15,2 1-4 16,-1 19-5-16,-6 18-12 16,1 21 22-16,1 17-7 15,6 1-33-15,4 33 7 16,6 20-5-16,-2 15 16 16,-2 9-15-16,-2 2 6 15,-4-2-17-15,-6-8 4 16,-3-14-5-16,-6-10-18 0,-3-15-42 15,-5-14-75-15,-5-17-60 16,-15 0-101-16,-2-23-795 0</inkml:trace>
  <inkml:trace contextRef="#ctx0" brushRef="#br0" timeOffset="51309.03">10827 4775 1846 0,'0'0'578'16,"0"0"-279"-16,0 0-31 15,0 0-128-15,0 0-101 16,0 0-24-16,169-46-15 16,-99 31-17-16,13-15-62 0,-18 2-192 15,-13 0-739-15</inkml:trace>
  <inkml:trace contextRef="#ctx0" brushRef="#br0" timeOffset="51517.83">11502 4275 2210 0,'0'0'375'0,"0"0"-250"15,0 0 118-15,116 213-56 16,-74-67-43-16,-15-5-20 16,-18-27-8-16,-9-42-70 15,-3-26-16-15,-14 2-30 16,-8 1-13-16,-6-3-89 15,-10-17-67-15,10-12-59 0,8-15-438 0</inkml:trace>
  <inkml:trace contextRef="#ctx0" brushRef="#br0" timeOffset="51826.17">12432 4393 2147 0,'0'0'514'15,"0"0"-403"-15,-3 146 144 16,-6-11-32-16,1 1-72 15,1-21-16-15,3-37-60 16,4-24-34-16,0 0-41 16,0 1-27-16,0-8-77 15,0-18-77-15,-10-29-84 16,-3-7-236-16,1-22-860 0</inkml:trace>
  <inkml:trace contextRef="#ctx0" brushRef="#br0" timeOffset="51991.07">12153 4828 2123 0,'0'0'529'16,"0"0"-266"-16,0 0-46 15,0 0-148-15,149-26-36 16,-73 22-24-16,6 1 0 16,-1-1-9-16,-1-7-42 15,36-15-149-15,-22 1-581 16,-3-1-821-16</inkml:trace>
  <inkml:trace contextRef="#ctx0" brushRef="#br0" timeOffset="52395.27">13267 4625 1908 0,'0'0'586'0,"0"0"-439"0,-24 167 127 16,4-67-70-16,2-4-78 16,12-11-13-16,6-19-15 15,0 4-23-15,0 0-23 16,4-15-13-16,7-17-22 15,0-15-10-15,-4-16-7 16,-3-7-33-16,-4-12 7 16,0-24-44-16,0-16-23 15,-6-12 18-15,-8-11 18 16,-1-7 21-16,1-4 27 16,5-5 9-16,9-3 2 15,2 4 29-15,34 2-13 16,20 8 2-16,18 13-14 15,8 19 4-15,2 20 5 16,-5 24 0-16,-15 4-3 0,-17 36 3 16,-20 15 24-16,-21 12-17 15,-6 4 32-15,-28 2-19 16,-17-10-2-16,-9-4-17 16,-4-14-4-16,5-6-10 15,4-13-2-15,11-7-24 16,9-8-49-16,9-7-38 15,20-26-57-15,0-10-136 16,4-6-778-16</inkml:trace>
  <inkml:trace contextRef="#ctx0" brushRef="#br0" timeOffset="52605.77">14168 4451 827 0,'0'0'1621'15,"0"0"-1301"-15,0 0-38 16,-103 133-79-16,79-53-51 16,13 5-53-16,11-6-40 15,0-4-32-15,29-11-17 16,6-11-10-16,8-6-43 16,1-10-164-16,33 6-107 15,-13-8-517-15,-6-6-440 0</inkml:trace>
  <inkml:trace contextRef="#ctx0" brushRef="#br0" timeOffset="53011">14534 5231 1431 0,'0'0'732'0,"0"0"-391"0,-10-114-12 15,-5 48-112-15,2-10-79 16,4-10-38-16,9-3-15 16,0 6-35-16,16 6-34 15,13 11-11-15,2 16-4 16,2 14-2-16,1 15 4 15,-1 20-9-15,-2 1-1 16,-4 22 5-16,-9 15-8 16,-14 12 10-16,-4-1 0 15,0-4 1-15,-11-12 0 16,2-10-1-16,7-12 0 16,2-10 6-16,11 0 7 15,27-13-12-15,13-8-2 0,9 1-7 16,2 3-13-1,-6 8-3-15,-13 9 10 0,-15 2 13 16,-16 24-12-16,-12 13 13 16,-18 7 7-16,-24 3 38 15,-12-1-7-15,-2-4-5 16,0-7-6-16,8-9-8 16,5-9-10-16,10-8-9 15,9-7-25-15,8-4-61 16,7 0-18-16,9-30-79 15,9-4-301-15,13-9-1321 0</inkml:trace>
  <inkml:trace contextRef="#ctx0" brushRef="#br0" timeOffset="53251.18">15443 4167 2141 0,'0'0'301'0,"0"0"-104"15,121 221 66-15,-86-54-21 16,-17 14-89-16,-18-17-80 16,-7-44-7-16,-18-41-49 0,-8-23-17 15,-13-10-74-15,-73 20-90 16,10-9-173-16,-2-9-1500 0</inkml:trace>
  <inkml:trace contextRef="#ctx0" brushRef="#br0" timeOffset="53948.99">16395 4858 2063 0,'0'0'393'16,"0"0"-34"-16,0 0-117 0,0 0-96 15,0 0-70-15,0 0-55 16,0 0-2-16,118-35-18 16,-78 28 5-16,-11 5-6 15,-7 2-2-15,-1 0-3 16,8 0 5-16,9 0 1 15,15 0-1-15,8 0 0 16,-1 0 0-16,-5 0-2 16,-10 0-26-16,-12 0-34 15,-10 0-43-15,-4 0-17 16,-7 0-120-16,-4 0-395 0</inkml:trace>
  <inkml:trace contextRef="#ctx0" brushRef="#br0" timeOffset="54950.17">17817 4582 965 0,'0'0'188'16,"0"0"-100"-16,0 0 163 15,0 0-10-15,0 0 119 16,0 0 113-16,0 0-198 16,87-44-150-16,-72 136 23 15,1 46 16-15,-7 17-58 16,-2-5-28-16,-2-34-11 15,-1-39-32-15,0-21-9 16,3-15-25-16,-1 5-2 16,-1-9-17-16,0-7-63 15,-5-18-57-15,0-21-32 16,-18-22-11-16,-5-13-632 0</inkml:trace>
  <inkml:trace contextRef="#ctx0" brushRef="#br0" timeOffset="55182.82">17922 4596 1820 0,'0'0'256'16,"0"0"84"-16,182-107-164 15,-90 93 3-15,-1 14-73 16,-8 34-36-16,-19 29-27 16,-23 15 10-16,-28 6 18 15,-13 3-20-15,-29-9 12 16,-20-12-25-16,-6-11 1 15,-5-14-23-15,4-15-3 0,8-12-12 16,9-11-1-16,12-3-40 16,18-45-62-16,9 1-120 15,0-6-632-15</inkml:trace>
  <inkml:trace contextRef="#ctx0" brushRef="#br0" timeOffset="55384.86">18930 4383 2208 0,'0'0'325'0,"-58"163"-20"16,33-57-131-16,9 0-40 16,16-14-59-16,14-24-36 15,19 2-38-15,11-5-1 0,4-14-33 16,12-12-81-16,-14-12-155 15,-9-15-621-15</inkml:trace>
  <inkml:trace contextRef="#ctx0" brushRef="#br0" timeOffset="55676.42">19250 5175 1837 0,'0'0'606'15,"0"0"-283"-15,0-109-73 16,-4 51-77-16,4-5-69 15,0-5-22-15,6-2-39 16,19-1-7-16,6 3-25 16,5 6 2-16,-1 11-7 0,2 16-5 15,-6 14 2-15,-2 21 3 16,0 8-2-16,2 37-2 16,-2 16 8-16,-3 17 2 15,-1 1-3-15,-3 0-8 16,-3-12-1-16,-2-8 0 15,-1-14-31-15,-3-14-28 16,-4-7-50-16,-2-12-38 16,-7-12-71-16,0 0-349 15,0 0-348-15</inkml:trace>
  <inkml:trace contextRef="#ctx0" brushRef="#br0" timeOffset="55819.92">19275 5023 1950 0,'0'0'533'0,"0"0"-283"16,0 0-28-16,0 0-99 16,0 0-120-16,0 0-3 15,181-78-148-15,-104 40-313 16,-11-4-294-16</inkml:trace>
  <inkml:trace contextRef="#ctx0" brushRef="#br0" timeOffset="56075.25">20037 4613 1920 0,'0'0'391'16,"0"0"-121"-16,-18 175 42 0,14-91-127 15,4-2-71-15,12-9-52 16,25-17-28-16,13-18 15 16,8-21-7-16,-1-17-10 15,-4-7-19-15,-7-27 4 16,-15-12-8-16,-10-10-8 15,-7-9 8-15,-9-9-9 16,-5 0 3-16,0 0-2 16,-3 6-2-16,-7 6-6 15,-2 8-29-15,5 0-97 16,5 14-123-16,2 13-913 0</inkml:trace>
  <inkml:trace contextRef="#ctx0" brushRef="#br0" timeOffset="56539.01">20590 4856 1487 0,'0'0'475'0,"0"0"1"0,0 120-132 16,0-81-106-16,0-13-87 15,0-14-75-15,0-8-8 16,0-4-16-16,0-16 11 16,10-25-29-16,0-29-16 15,3-7-18-15,6-12-5 16,7-1 4-16,3 22-8 15,9 0 8-15,4 19-6 16,3 16 6-16,-3 16 1 16,-1 15 0-16,-6 2-8 0,-10 21 7 15,-16 14 1 1,-9 10 7-16,-11 1 9 0,-18-5-15 16,0-4 7-16,6-8-8 15,15-15-10-15,8-11-35 16,2-3 21-16,29-2 22 15,13-13-5-15,3-2-4 16,0 7-5-16,-4 10 15 16,-8 0-29-16,-8 28 21 15,-16 14 2-15,-11 11 6 16,-13 6 1-16,-32-1 5 16,-11-3 32-16,-7-11 16 15,3-10 5-15,8-16-11 16,9-10-4-16,9-8-32 15,10 0-11-15,6-20-26 0,11-6-70 16,7-32-80-16,7 3-184 16,15-3-1367-16</inkml:trace>
  <inkml:trace contextRef="#ctx0" brushRef="#br0" timeOffset="56743.69">21538 4092 967 0,'0'0'1411'16,"0"0"-1120"-16,156 224 72 0,-121-48-128 15,-35 16-61 1,-26-13-84-16,-35-49-44 0,3-48-8 16,7-24-38-16,-4-7-10 15,-46 14-104-15,14-7-100 16,-2-11-321-16</inkml:trace>
  <inkml:trace contextRef="#ctx0" brushRef="#br0" timeOffset="66947.52">11649 3703 1106 0,'0'0'353'16,"0"0"-273"-16,0 0-52 16,0 0-2-16,0 0-19 15,0 0 4-15,-43 79-10 16,39-63 9-16,0-4-9 15,2-6 0-15,-1-2 5 16,3-4-5-16,0 0 9 0,21-13-9 16,50-35 14-1,78-45-15-15,94-48 0 0,-16 11-40 16,-11 10-263-16</inkml:trace>
  <inkml:trace contextRef="#ctx0" brushRef="#br0" timeOffset="73137.46">2837 9486 2074 0,'0'0'559'0,"0"0"-481"16,3 141 34-16,3 4 78 16,3 19-63-16,7 1-27 15,1-40-31-15,-1-42 0 16,-3-25-44-16,-2-10-5 16,1-2-19-16,-3 0 8 15,-1-2-9-15,0-12-36 16,-8-16-76-16,0-16-85 15,-8-14-46-15,-11-16-449 0</inkml:trace>
  <inkml:trace contextRef="#ctx0" brushRef="#br0" timeOffset="73393.47">2859 9610 1060 0,'0'0'1160'0,"0"0"-1002"16,152-148 155-16,-63 109-128 15,19 16-90-15,2 22-17 16,-23 8-45-16,-4 31-3 16,-25 15-23-16,-31 9 7 15,-27 3 7-15,-16 5 36 16,-42-4 12-16,-19-1-30 16,-11-4-10-16,1-8-23 15,11-10-4-15,21-14-2 16,17-12-34-16,20-13-71 15,18-12-47-15,5-19-158 0,19-8-950 16</inkml:trace>
  <inkml:trace contextRef="#ctx0" brushRef="#br0" timeOffset="73596.25">4130 9377 2078 0,'0'0'380'0,"-114"102"-83"16,52-30-13-16,2 13-130 16,20-2-57-16,22-2-59 15,18-5-22-15,5-8-16 0,23-8-32 16,8-4-99-16,13 12-57 16,-12-11-431-1,-4-9-542-15</inkml:trace>
  <inkml:trace contextRef="#ctx0" brushRef="#br0" timeOffset="73911.1">4242 10407 1207 0,'0'0'827'0,"0"0"-302"15,0 0-181-15,31-149-145 16,-20 77-64-16,1-10-46 16,-4-11-28-16,1 1-7 15,-1-2-17-15,6 7 16 16,1 8-26-16,8 10 10 0,4 14-4 15,4 14 6 1,5 16-12-16,-1 18-7 0,6 7-11 16,1 27-3-16,-2 21 9 15,-2 14-14-15,-7 7 25 16,-4 6-25-16,-7 0 5 16,-4-5-5-16,-8-7-1 15,-1-3 0-15,-3-15-10 16,-2-7-53-16,2-12-50 15,-2-10-16-15,-2-10-34 16,0-6-2-16,-10-14-13 16,-5-8-515-16</inkml:trace>
  <inkml:trace contextRef="#ctx0" brushRef="#br0" timeOffset="74100.94">4184 10080 2515 0,'0'0'298'0,"0"0"-118"16,0 0-59-16,162-72-79 15,-70 38-29-15,3 1-11 16,-6 6-2-16,-8 6-83 16,4 2-138-16,-23 6-458 15,-15 3-852-15</inkml:trace>
  <inkml:trace contextRef="#ctx0" brushRef="#br0" timeOffset="75541.02">5679 9328 1679 0,'0'0'402'16,"0"0"-207"-16,0 0-53 15,-44 120 47-15,15-39-25 16,-4 12-25-16,-2 6-24 0,12-17-28 15,-2 7-17-15,7-16-19 16,9-12-13-16,5-18-19 16,4-14-2-16,0-17-17 15,0-12 15-15,0 0 20 16,15-32 46-16,8-18-51 16,10-30-16-16,16-38-8 15,18-41-5-15,-3 8 6 16,-8 30-7-16,-16 38 0 15,-17 43-6-15,-3 6 6 16,-3 4 1-16,2 7 6 16,-9 20 1-16,4 3-8 15,1 26 0-15,6 20 7 16,1 18 11-16,0 14-7 0,3 8 26 16,-3 3-22-16,5-3 3 15,0-5-9-15,-1-9-1 16,-1-10-8-16,-5-11 1 15,-5-10-1-15,-3-12 6 16,-8-12-11-16,-2-7 13 16,-2-6-8-16,0-4 6 15,-8 0 4-15,-19 3-9 16,-13 0 1-16,-12 3-2 16,-10 2 1-16,-2 1-2 15,-4 0-5-15,5-3-3 16,11-2-18-16,9-2 3 15,14-2-22-15,9 2-14 16,9-2-36-16,11 2-70 0,4-2-183 16,16 2-692-16</inkml:trace>
  <inkml:trace contextRef="#ctx0" brushRef="#br0" timeOffset="76329">6589 9483 2162 0,'0'0'332'0,"0"0"-188"0,22 118 130 16,-13-37-79-16,0 11-74 15,0 2-20-15,0-6-33 16,-3-10-17-16,1-16-36 16,-2-14 2-16,-5-19-12 15,0-17-4-15,0-12 7 16,-5-17 16-16,-10-27-22 15,4-30 8-15,11-37-10 16,2 4 0-16,22 6 0 16,17 17 0-16,1 27 0 15,9 10-6-15,5 5-3 16,-5 22 8-16,-8 18-19 0,-14 2 20 16,-14 22-11-1,-15 9 11-15,-5 6 1 0,-28 1 8 16,-2-4-9-16,1-7 1 15,12-6-1-15,9-9-6 16,13-8-16-16,0-4 2 16,15 0 13-16,20 0 3 15,8 0 3-15,1 0 1 16,4 10-11-16,-4 20 11 16,-7 11-8-16,-10 6 8 15,-18 6 0-15,-9-3 0 16,-22-4 1-16,-25-4 36 15,-11-6-11-15,-6-6-1 16,3-5-14-16,11-12-10 0,9-9 5 16,16-4-6-16,10-1-46 15,13-24-67-15,4-38-63 16,23 5-135-16,4-3-556 0</inkml:trace>
  <inkml:trace contextRef="#ctx0" brushRef="#br0" timeOffset="76561.6">7266 9176 2186 0,'0'0'351'0,"0"0"-66"16,0 0-57-16,145 78-51 0,-91 33-35 15,-18 30-34 1,-18-2-10-16,-18-27-4 0,-2-37-29 15,-17-24-37-15,1 5-22 16,-1 2-6-16,-2-3-60 16,6-13-106-16,15-21-56 15,0-16-109-15,0-5-635 0</inkml:trace>
  <inkml:trace contextRef="#ctx0" brushRef="#br0" timeOffset="76749.8">7793 9671 1320 0,'0'0'1334'0,"0"0"-1168"16,0 0-32-16,0 0-57 16,164-26-54-16,-83 22-14 15,2 4-9-15,15 0-55 16,-23 0-136-16,-17 0-495 0</inkml:trace>
  <inkml:trace contextRef="#ctx0" brushRef="#br0" timeOffset="76937.84">7808 9906 2448 0,'0'0'289'0,"0"0"-197"16,0 0 28-16,0 0-65 15,0 0-28-15,178 1-8 16,-95-1-13-16,-3 0-5 16,-6 0-1-16,-7 0-70 15,-18 5-159-15,-18-3-484 0</inkml:trace>
  <inkml:trace contextRef="#ctx0" brushRef="#br0" timeOffset="78415.94">9523 9529 920 0,'0'0'1266'0,"0"0"-906"15,0 0-122-15,0 0-82 16,46 110 16-16,-21 4-55 16,-7 37-45-16,-12 7 11 15,-6-12-23-15,0-35-39 16,0-44 2-16,0-21-23 15,-4-13 0-15,2-3-11 16,-3-1-65-16,-6-19-101 0,2-10-106 16,-3 0-490-16</inkml:trace>
  <inkml:trace contextRef="#ctx0" brushRef="#br0" timeOffset="78670.81">9523 9615 2070 0,'0'0'355'15,"84"-107"-213"-15,3 54 151 16,6 9-148-16,8 25-44 16,-7 19-50-16,-30 33-13 15,-8 27-23-15,-29 16-5 16,-27 10 7-16,-14 0 2 16,-32-4 17-16,-14-9-18 15,-8-15 22-15,6-12-28 0,5-16 2 16,9-14-8-16,13-11-6 15,8-5-8-15,9-11-45 16,7-17-69-16,11-28-71 16,0 3-317-16,20 0-1401 0</inkml:trace>
  <inkml:trace contextRef="#ctx0" brushRef="#br0" timeOffset="78875">10572 9365 2333 0,'0'0'477'0,"0"0"-310"0,-91 148 5 16,76-72-74-16,15 3-34 16,8-4-39-16,28-4-23 15,9-7-2-15,19 2-100 16,-12-18-122-16,-8-12-553 0</inkml:trace>
  <inkml:trace contextRef="#ctx0" brushRef="#br0" timeOffset="79158.57">10983 10101 2205 0,'0'0'468'0,"0"0"-243"0,11-148 4 15,0 69-128-15,2-6-50 16,5-3-12-16,-2 6-10 15,2 6 4-15,-3 12 15 16,1 16-4-16,1 19 25 16,4 19-14-16,3 10-14 15,10 31-35-15,3 25 6 16,3 14-5-16,-3 8 7 16,-8 2-6-16,-6-3-7 15,-4-12-2-15,-9-10-7 16,0-13-15-16,-6-10-53 15,-2-13-41-15,-2-8-72 16,0-11-62-16,-11 0-449 16,-2-4-1324-16</inkml:trace>
  <inkml:trace contextRef="#ctx0" brushRef="#br0" timeOffset="79317.57">11031 9962 2029 0,'0'0'630'0,"0"0"-355"15,0 0-43-15,0 0-153 16,0 0-64-16,159-69-2 16,-92 52-13-16,0-1-33 15,6-10-72-15,-20 1-270 16,-10 1-825-16</inkml:trace>
  <inkml:trace contextRef="#ctx0" brushRef="#br0" timeOffset="79550.53">11725 9290 2304 0,'0'0'347'15,"0"0"-211"-15,0 0 36 16,136 110-33-16,-83-36-34 16,-8 16 1-16,-14 2 18 15,-27-17-26-15,-4 9-26 16,0-11-50-16,-22-10 5 15,-7-6-27-15,3-10-20 16,-1-10-79-16,5-9-76 16,9-26-78-16,5-2-244 0,8-5-674 0</inkml:trace>
  <inkml:trace contextRef="#ctx0" brushRef="#br0" timeOffset="79814.47">12596 9249 2421 0,'0'0'507'16,"0"0"-423"-16,0 0 126 15,48 162-34-15,-29-76-41 0,-3 7-36 16,-5-12 11-1,0 4-67-15,-4-9-29 0,0-10-14 16,-5-13-6-16,-2-7-101 16,0-19-71-16,-2-25-62 15,-16-2-217-15,0-15-974 0</inkml:trace>
  <inkml:trace contextRef="#ctx0" brushRef="#br0" timeOffset="79970.3">12438 9747 1250 0,'0'0'1372'16,"0"0"-1078"-16,0 0-107 0,0 0-100 15,156-56-72 1,-73 47-15-16,1 7-34 0,21-1-76 16,-22 1-126-16,-18-2-607 15</inkml:trace>
  <inkml:trace contextRef="#ctx0" brushRef="#br0" timeOffset="80174.73">13548 9497 2455 0,'0'0'475'16,"0"0"-372"-16,-4 127 68 15,4-18-26-15,16 26-64 16,1-11-2-16,-3-24-35 0,-8-33-23 15,-6-23-21-15,3-3 0 16,-3-3-86-16,0-13-107 16,0-16-102-16,0-9-541 0</inkml:trace>
  <inkml:trace contextRef="#ctx0" brushRef="#br0" timeOffset="80413.57">13537 9622 2107 0,'0'0'332'0,"69"-105"-191"16,-7 45 23-16,15 3-96 16,2 17-47-16,0 22 40 15,-13 18 20-15,-12 21-27 0,-23 27-9 16,-22 15 4-16,-9 10 46 16,-33-1-40-16,-16-6-2 15,-5-9-31-15,3-10-3 16,5-11-18-16,9-7-1 15,11-9-33-15,6-8-76 16,11-12-63-16,6 0-351 16,3-17-811-16</inkml:trace>
  <inkml:trace contextRef="#ctx0" brushRef="#br0" timeOffset="80638.97">14571 9413 2335 0,'0'0'352'15,"0"0"-231"-15,-60 136 119 16,45-54-70-16,8 8-57 16,7 0-69-16,0-6-20 15,22-9-24-15,5-17-8 16,4-17-78-16,25-21-79 15,-10-17-198-15,0-3-1028 0</inkml:trace>
  <inkml:trace contextRef="#ctx0" brushRef="#br0" timeOffset="81095.1">15002 10098 2082 0,'0'0'678'0,"0"0"-457"15,0 0 17-15,0 0-134 16,0 0-61-16,-9-152-24 15,13 89-10-15,12-5-1 16,2-7-8-16,6-6 0 16,5 3-2-16,9 3-7 15,9 15-21-15,2 20 0 16,0 22-32-16,-5 18 26 16,-9 23 3-16,-23 26 10 15,-12 16 22-15,-8 0 1 16,-26-4 0-16,-4-9 6 15,4-13-6-15,10-16 10 0,11-9-1 16,13-12-8 0,0-2 5-16,25-2-6 0,10-14-12 15,7 2-18-15,1 5-13 16,-3 4 31-16,-7 5 0 16,-4 8 11-16,-6 21-7 15,-8 10 8-15,-11 8 57 16,-4 5-12-16,-2 0-9 15,-27-3-12-15,-11-12 22 16,-11-7-7-16,-7-12 0 16,-2-10-23-16,0-8 1 15,8 0-11-15,13-10-6 16,10-8-13-16,13-1-72 16,13-10-68-16,3 5-324 15,0 0-451-15</inkml:trace>
  <inkml:trace contextRef="#ctx0" brushRef="#br0" timeOffset="81576.77">16042 8618 1748 0,'0'0'254'16,"0"0"-94"-16,0 0 7 15,141 176 11-15,-85-29-11 16,-14 22 21-16,-17 5-37 16,-21-15-34-16,-4-27-45 15,-9-30-24-15,-9-30-23 16,3-23-16-16,-3-15 2 16,0-5-1-16,2-2 48 0,3-8-11 15,9-10 29 1,4-9 31-16,0 0 23 0,0-4-52 15,0-10-51-15,0-3-19 16,7-4-7-16,-3 3-2 16,2-1-14-16,-1-1-2 15,2 3-74-15,4-16-86 16,0 6-127-16,-2-2-698 0</inkml:trace>
  <inkml:trace contextRef="#ctx0" brushRef="#br0" timeOffset="82350.14">17193 9876 1943 0,'0'0'362'0,"0"0"-75"16,0 0-34-16,0 0-118 15,114-18-108-15,-34 6-11 16,14 1-10-16,1 1-6 16,30-5-66-16,-23 3-398 15,-13-2-778-15</inkml:trace>
  <inkml:trace contextRef="#ctx0" brushRef="#br0" timeOffset="82771.37">18245 9385 1348 0,'0'0'568'0,"0"0"-275"16,0 0 0-16,0 0-122 16,165-83-78-16,-109 83-10 15,-3 0-35-15,-13 20-29 16,-13 14-11-16,-17 9-1 16,-10 6 2-16,-25 6 17 15,-25 1 14-15,-8-5-20 16,-6 2 17-16,1-7-13 0,8-3-2 15,8-8 1 1,9-7-4-16,14-6-1 16,12-10-9-16,12-3-8 0,0-7 0 15,29-2 41-15,18 0 38 16,18-4-10-16,6-10-12 16,7-3 5-16,0 2-12 15,-4-2-10-15,-3 5-20 16,-9 3-21-16,-6 2-29 15,7-6-106-15,-16 1-88 16,-12-7-414-16</inkml:trace>
  <inkml:trace contextRef="#ctx0" brushRef="#br0" timeOffset="83235.14">19277 9351 1111 0,'0'0'1477'0,"0"0"-1241"15,0 0-120-15,21 138 55 16,16-30-35-16,5 28-48 16,-3-9 22-16,-18-27-43 15,-11-32-25-15,-10-27-27 16,0 5-6-16,0-5-8 16,0-3-1-16,-5-17-56 15,-6-15-32-15,-2-6 11 16,-5-28-5-16,1-25-18 0,-6-31 5 15,0-31 43 1,5 4 30-16,7 7 22 0,11 19 7 16,0 17 41-16,25-8 15 15,19-7-8-15,35-3 11 16,35 7-33-16,-1 19-13 16,-6 19-7-16,-16 24 11 15,-24 17 1-15,-5 17-11 16,-8 24-8-16,-25 19-6 15,-24 10 9-15,-10 8-8 16,-35-4 9-16,-11-8-4 16,-7-13 4-16,2-10-1 15,4-13-1-15,6-11-7 16,4-7-1-16,6-12-12 16,7 0-36-16,7 0-32 0,20-37-64 15,2 2-99 1,2-2-625-16</inkml:trace>
  <inkml:trace contextRef="#ctx0" brushRef="#br0" timeOffset="83476.2">20791 9041 1713 0,'0'0'801'15,"0"0"-609"-15,0 0 0 0,-143 148-38 16,118-76-31-16,6 7-45 16,5 2-12-16,7-1-21 15,5-8-17-15,2-9-28 16,2-10 0-16,21-11-22 16,29-12-63-16,-6-12-128 15,-1-8-683-15</inkml:trace>
  <inkml:trace contextRef="#ctx0" brushRef="#br0" timeOffset="83782.83">21281 9825 2083 0,'0'0'597'16,"0"0"-325"-16,13-145-73 0,1 70-85 15,6-5-50-15,4-2 8 16,5 2-24-16,0 5-2 15,0 9-10-15,0 12-3 16,0 12-1-16,-2 13-11 16,2 14 12-16,2 15-21 15,7 3 0-15,5 34-11 16,-1 18 11-16,-4 17-1 16,-5 9-2-16,-11 3-3 15,-5-1-6-15,-13-11 0 16,-2-12-1-16,-2-12-43 15,0-14-67-15,0-12-63 16,-6-22-68-16,-4 0-358 16,3-10-1033-16</inkml:trace>
  <inkml:trace contextRef="#ctx0" brushRef="#br0" timeOffset="83957.38">21377 9617 1879 0,'0'0'670'15,"0"0"-419"-15,0 0-79 16,0 0-91-16,158-36-62 16,-82 24-8-16,5 2-11 15,-4 3 0-15,-8 4-38 16,5 1-82-16,-20-1-413 16,-14-2-1102-16</inkml:trace>
  <inkml:trace contextRef="#ctx0" brushRef="#br0" timeOffset="84813.06">22204 9881 1657 0,'0'0'313'15,"0"0"-90"-15,0 0 164 16,0 0-208-16,0 0-95 15,0 0 13-15,0-128-10 16,7 76-16-16,4-10-32 16,9-4 11-16,9-1-19 15,13-3 1-15,14 12-8 16,11 10-11-16,4 14-6 16,-1 16-6-16,-10 18-2 15,-10 8-2-15,-11 30 3 16,-12 19 1-16,-12 10 8 15,-8 5-8-15,-7-2 8 0,0-7-3 16,0-13-6-16,0-13 0 16,0-16-54-16,13-21-99 15,5 0-367-15,-2-12-1275 0</inkml:trace>
  <inkml:trace contextRef="#ctx0" brushRef="#br0" timeOffset="85337.75">23327 9348 2046 0,'0'0'313'0,"0"0"-108"16,16 135 145-16,-3-74-160 0,5 0-77 16,1-15-49-16,-6-12-38 15,-7-12-14-15,-4-15-11 16,-2-7 5-16,0-3 6 15,-11-23-3-15,-5-12-9 16,10-14 0-16,6-28 9 16,6 0-9-16,29-4 0 15,11 1-1-15,6 29 1 16,1 8-1-16,-4 26 0 16,-8 20-7-16,-13 12-11 15,-19 31 18-15,-9 15-6 16,-14 5 7-16,-19-2 0 15,0-14 2-15,8-12-2 16,12-17 0-16,13-14-4 0,0-4 4 16,31-15 1-16,11-11 5 15,10 1-12-15,6 2 3 16,2 9-19-16,2 10-14 16,-6 4 9-16,-10 18 15 15,-14 21-5-15,-21 8 11 16,-11 8 6-16,-24 1 5 15,-24-6 7-15,-10-3 48 16,0-12-2-16,1-8-21 16,8-9-26-16,9-13-5 15,7-5-6-15,10 0-25 16,9-4-62-16,10-22-70 16,4 3-132-16,0 0-562 0</inkml:trace>
  <inkml:trace contextRef="#ctx0" brushRef="#br0" timeOffset="85631.74">24467 8939 1876 0,'20'111'590'16,"-9"28"-237"-16,-11 26-51 15,-7-13-148-15,-24-45-34 16,-2-26-56-16,2-22-28 16,0-11-36-16,-3 7-4 15,-9-1-77-15,-3 1-51 16,-30-2-52-16,9-15-296 15,3-14-721-15</inkml:trace>
  <inkml:trace contextRef="#ctx0" brushRef="#br0" timeOffset="91031.37">3470 12138 2223 0,'0'0'349'0,"0"0"-258"15,18 102 88-15,-7 16 20 16,3 35-65-16,-1 9-24 0,1-31-27 16,-3-39-15-16,-3-38-31 15,-1-8-25-15,0 4-3 16,0-4-9-16,-3 0-18 15,-2-16-86-15,-4-27-69 16,-18-3-134-16,-12-17-503 0</inkml:trace>
  <inkml:trace contextRef="#ctx0" brushRef="#br0" timeOffset="91273.02">3455 12296 2022 0,'0'0'319'15,"0"0"-101"-15,187-110 51 0,-94 86-144 16,-1 24-60-16,-12 6-44 16,-17 38 4-16,-21 16-12 15,-26 10 4-15,-16 6 17 16,-29 3 17-16,-29-3-12 16,-11-8-6-16,-5-9-18 15,7-13-14-15,11-17-1 16,16-15 0-16,18-14-45 15,22-31-48-15,9-15-139 16,22-7-737-16</inkml:trace>
  <inkml:trace contextRef="#ctx0" brushRef="#br0" timeOffset="91490.07">4543 12037 2367 0,'0'0'301'0,"-79"118"-66"16,35-3-51-16,3 1-95 15,17-5-11-15,19-19-26 16,5-27-27-16,27-4-14 16,14 3-11-16,8-15-13 15,31-8-111-15,-13-10-141 16,-9-15-741-16</inkml:trace>
  <inkml:trace contextRef="#ctx0" brushRef="#br0" timeOffset="91811">4986 13062 2481 0,'0'0'341'0,"0"0"-114"15,0 0-78-15,39-144-115 16,-14 77 13-16,2-23 21 15,2-24-12-15,-6 5-14 16,-3 15-9-16,0 21-14 16,-2 28 10-16,9 7-1 15,6 6-14-15,5 20-7 16,2 12-1-16,0 22-4 16,-2 28-1-16,-9 20 19 0,-6 12 2 15,-11 9 1 1,-5-1-10-16,-3-6-2 0,-4-12-10 15,3-13 7-15,-3-15-16 16,0-15-38-16,0-10-59 16,0-13-51-16,0-9-39 15,-14-17-61-15,-1-7-956 0</inkml:trace>
  <inkml:trace contextRef="#ctx0" brushRef="#br0" timeOffset="91984.61">4998 12839 2495 0,'0'0'456'0,"0"0"-303"0,0 0 15 15,115-35-119-15,-30 8-31 16,8-1-18-16,6 5-31 16,12 0-112-16,34 5-226 15,-22 4-272-15,-14 2-632 0</inkml:trace>
  <inkml:trace contextRef="#ctx0" brushRef="#br0" timeOffset="92166.1">5953 12758 2364 0,'0'0'351'15,"0"0"-169"-15,0 0 29 16,0 0-153-16,0 0-38 0,179-49-19 15,-96 29-1-15,-2 2-44 16,20-8-107-16,-25 3-404 16,-6 0-1262-16</inkml:trace>
  <inkml:trace contextRef="#ctx0" brushRef="#br0" timeOffset="92697.16">7048 12270 1468 0,'0'0'1266'0,"0"0"-1141"16,-2 169 99-16,26-83-38 0,8 6-39 15,1-18-56-15,0 0-23 16,-4-14-46-16,-10-16-10 16,-11-17-12-16,-8-15-29 15,0-12 3-15,-2-8 26 16,-18-28 0-16,-2-17-11 15,4-32 11-15,16-32-6 16,2 5 5-16,22 10-8 16,22 19-2-16,10 31-10 15,11 8 6-15,3 12 15 16,-5 25-18-16,-16 12 12 16,-20 35-13-16,-23 18 17 15,-6 8 2-15,-36 0 0 0,-9-6 1 16,3-11 7-1,10-18-8-15,16-17 1 0,16-14 8 16,2 0 2-16,29-23-3 16,15-5-8-16,10 3-1 15,4 7-5-15,0 13 5 16,-2 5-8-16,-7 13 8 16,-14 22 0-16,-14 9 1 15,-21 7 4-15,-3 7 10 16,-36-5 28-16,-13-2-5 15,-6-9-1-15,2-9-22 16,8-11-13-16,5-12-1 16,14-10-56-16,7 0-22 15,6-12-80-15,16-30-57 16,0 1-337-16,0 0-947 0</inkml:trace>
  <inkml:trace contextRef="#ctx0" brushRef="#br0" timeOffset="92946.15">7957 11907 2292 0,'0'0'346'15,"0"0"-145"-15,166 176 83 16,-97-29-95-16,-21 11-29 0,-27-21-17 15,-21-40-10 1,-3-39-74-16,-12-15-14 0,-5 4-44 16,-3-8-1-16,1-1-68 15,7-26-117-15,4-9-87 16,11-3-248-16</inkml:trace>
  <inkml:trace contextRef="#ctx0" brushRef="#br0" timeOffset="93164.16">8671 12172 2306 0,'0'0'341'15,"0"0"-184"-15,115-10-35 16,-34 6-72-16,6 1-43 15,-18 3 11-15,-5 0-18 16,-27 3-27-16,-20 7-254 16,-17 2-898-16</inkml:trace>
  <inkml:trace contextRef="#ctx0" brushRef="#br0" timeOffset="93291.94">8763 12552 2129 0,'0'0'290'0,"0"0"-175"16,0 0 66-16,178 7-181 0,-94-7-1 16,-12-7-468-16</inkml:trace>
  <inkml:trace contextRef="#ctx0" brushRef="#br0" timeOffset="95303.06">10362 11767 1927 0,'0'0'367'0,"0"0"-131"15,0 0 233 1,0 0-402-16,-50 216 38 0,50-59 6 16,2 1-27-16,0-38-20 15,-2-37-22-15,0-25-10 16,0-10-31-16,0 2 17 15,0-2-18-15,0-2-38 16,0-20-94-16,-2-16-66 16,-16-25-72-16,3-22-91 15,-8-13-913-15</inkml:trace>
  <inkml:trace contextRef="#ctx0" brushRef="#br0" timeOffset="95505.91">10262 12031 1681 0,'0'0'332'0,"112"-113"-72"0,-32 55 61 15,13 14-96-15,-3 30-100 16,-14 17-54-16,-20 43-43 16,-29 21 17-16,-27 12 19 15,-10 6 13-15,-38-4-19 16,-13-6-13-16,-3-11-24 16,6-12-20-16,11-11-1 15,15-20-38-15,15-15-57 16,17-18-31-16,0-20-180 15,17-9-682-15</inkml:trace>
  <inkml:trace contextRef="#ctx0" brushRef="#br0" timeOffset="95702.31">11157 11937 2244 0,'-63'106'384'0,"10"2"-139"15,8-1-1-15,32-33-130 16,13-23-38-16,6 2-46 16,23 0-20-16,15-1-10 15,12-17-49-15,29-8-125 16,-16-13-496-16,-11-6-1407 0</inkml:trace>
  <inkml:trace contextRef="#ctx0" brushRef="#br0" timeOffset="95986.08">11538 12693 2140 0,'0'0'514'0,"0"0"-205"15,-3-146-147-15,16 49-101 16,8 3-26-16,3-4-10 16,3 2-11-16,-2 26-14 15,4 3 36-15,2 18 10 16,3 23 13-16,3 17-17 15,5 9-21-15,3 35-20 16,-1 20 10-16,-8 15-4 16,-7 6-6-16,-9 1 0 15,-9-6 7-15,-3-10-8 16,-4-11 0-16,-4-11-39 16,0-11-62-16,0-10-66 15,-27-9-67-15,-4-2-425 16,-3-7-588-16</inkml:trace>
  <inkml:trace contextRef="#ctx0" brushRef="#br0" timeOffset="96136.39">11533 12537 1677 0,'0'0'632'0,"0"0"-268"16,0 0-20-16,0 0-193 16,0 0-93-16,145-87-47 15,-63 59-5-15,3 3-6 16,-9 0-15-16,-3-10-151 15,-21 6-517-15,-16 0-1181 0</inkml:trace>
  <inkml:trace contextRef="#ctx0" brushRef="#br0" timeOffset="96362.61">12345 11615 2261 0,'0'0'362'15,"0"0"-174"-15,0 0-15 16,181 93 1-16,-88 24-53 16,-20 41-48-16,-33 13-13 15,-40-27-12-15,-9-40-33 16,-17-42 8-16,-4-8-16 16,-3 3-7-16,-2 1-27 15,-19 4-99-15,10-19-107 0,8-22-363 0</inkml:trace>
  <inkml:trace contextRef="#ctx0" brushRef="#br0" timeOffset="100130.65">13410 12372 2011 0,'0'0'520'15,"0"0"-356"-15,0 0 18 16,0 0-79-16,129-14-67 16,-58 4-18-16,1 2-16 15,-9 2 10-15,-5 4-12 16,8 2-52-16,-10 0-213 15,-14-2-640-15</inkml:trace>
  <inkml:trace contextRef="#ctx0" brushRef="#br0" timeOffset="100610.55">14212 12166 2493 0,'0'0'383'0,"0"0"-269"16,34 110 68-16,-10-35-66 16,3 13-52-16,0 6-4 15,-2 0-20-15,-6-4-16 16,-3-8-21-16,-9-12-3 16,-5-12-12-16,-2-14-78 15,0-19-40-15,0-19-38 16,-6-6 29-16,-11-31-61 15,2-18-266-15,-7-18 170 0,-5-25 140 16,-6-29 125-16,1-20 31 16,12 8 95-16,16 27 131 15,4 33 87-15,29 27-38 16,24-4-89-16,30-8-82 16,9 11-25-16,3 12 4 15,3 23-34-15,-29 12-11 16,-3 32-29-16,-29 17 0 15,-26 9-3-15,-11 8 15 16,-36-3 10-16,-22 0-3 16,-8-5-8-16,-3-8-19 15,-3-8 10-15,10-11-10 16,8-9-2-16,10-12-8 16,13-5-65-16,8-5-46 0,23 0-40 15,0-14-203-15,18-4-1315 0</inkml:trace>
  <inkml:trace contextRef="#ctx0" brushRef="#br0" timeOffset="100889.39">15285 11863 423 0,'0'0'1886'15,"0"0"-1421"-15,0 0-254 16,-141 64-69-16,112 36-55 0,13 4 16 16,8-3 2-16,8-11 4 15,14-24-50-15,19 1-22 16,9-6-19-16,3-15-7 16,-3-17-6-16,-2-15-5 15,-5-12-9-15,2-2-67 16,-6-4-59-16,5-20-108 15,-10 4-268-15,-6-1-858 0</inkml:trace>
  <inkml:trace contextRef="#ctx0" brushRef="#br0" timeOffset="103852.46">15664 12513 666 0,'0'0'647'0,"0"0"-372"16,0 0 109-16,0 0 106 15,0 0-195-15,0 0-136 16,0 0-72-16,71-111-8 0,-33 55-16 16,2-8-1-1,-2-2-16-15,3-4-7 0,-4 4-24 16,-1 3 0-16,-5 13-6 16,-4 13 1-16,-5 22 7 15,-4 15-1-15,0 15-10 16,-1 28-6-16,1 18 32 15,-5 6-14-15,-1 5 16 16,-3-1-16-16,-3-7-6 16,-2-4-4-16,4-10-8 15,1-10 2-15,-1-8-2 16,1-9-12-16,-2-11-65 16,-2-7-42-16,-5-5-60 15,0-1-108-15,-7-13-489 0</inkml:trace>
  <inkml:trace contextRef="#ctx0" brushRef="#br0" timeOffset="104020">15797 12487 1272 0,'0'0'1190'0,"0"0"-871"16,0 0-87-16,0 0-131 15,116-44-84-15,-35 30-10 16,8 1-7-16,-2 11-61 15,15 4-136-15,-23 18-349 16,-19 4-273-16</inkml:trace>
  <inkml:trace contextRef="#ctx0" brushRef="#br0" timeOffset="104297.11">16580 12591 995 0,'0'0'408'0,"0"0"75"0,0 0 97 16,0 0-254-16,0 0-130 15,0 0-101-15,0 0-32 16,-15-88-6-16,10 38-30 15,5-8 2-15,0-5-11 16,7-2-5-16,20 7-7 16,8 11-4-16,7 13-1 15,8 14 0-15,3 13 14 16,-2 7 1-16,-4 21-2 16,-9 19-13-16,-16 12 12 15,-11 4-7-15,-11 2-5 16,0-1 6-16,-17-8-7 15,-3-7-1-15,1-7 1 0,6-13-73 16,5-10-87-16,8-12-103 16,0-15-413-16,6-12-1086 0</inkml:trace>
  <inkml:trace contextRef="#ctx0" brushRef="#br0" timeOffset="104793.18">17109 12141 1430 0,'0'0'980'15,"0"0"-748"-15,0 0-41 16,0 0-10-16,77 155-54 0,-59-91-61 16,-7-3-6-1,-4-6-30-15,-3-13-10 0,-4-10-19 16,0-13-1-16,0-15-9 16,0-4-19-16,-11-14-13 15,0-23-17-15,5-13 37 16,6-12 12-16,2-8 9 15,29-4-1-15,13 6-5 16,8 6 3-16,4 13 2 16,-8 19-7-16,-7 16 8 15,-15 14-6-15,-16 8-4 16,-10 26 9-16,-14 7 1 16,-22 3 13-16,-4-5-12 15,7-4 12-15,10-15-13 16,17-11-1-16,6-9 0 0,17 0 1 15,22-9 0 1,7-3-1-16,1 7 0 0,-2 5 1 16,-8 3-6-16,-4 26 5 15,-6 6 0-15,-13 9 1 16,-14 2 0-16,0-2 7 16,-27-3 25-16,-12-8 16 15,-6-3-11-15,-7-7 1 16,4-9-32-16,0-7 12 15,11-4-18-15,5-3-19 16,12 0-62-16,16-10-52 16,4-6-141-16,0 0-810 0</inkml:trace>
  <inkml:trace contextRef="#ctx0" brushRef="#br0" timeOffset="105077.07">18112 11562 1967 0,'0'0'291'16,"0"0"-116"-16,98 205 169 15,-61-45-144-15,-16 13-29 16,-21-13-45-16,-23-40-50 0,-10-40-33 16,2-18-35-16,-5-1-8 15,-9 7-77-15,-44 39-87 16,7-11-98-16,4-18-578 0</inkml:trace>
  <inkml:trace contextRef="#ctx0" brushRef="#br0" timeOffset="111331.05">3372 14478 2140 0,'0'0'475'0,"0"0"-288"16,0 0 8-16,-15 138-100 15,15 16 67-15,11 17-27 16,-3-19-26-16,-1-41-14 15,-2-52-34-15,2-6-28 16,-3 1-15-16,2 0-10 16,1-2-8-16,-2-20-2 15,-3-14-85-15,-2-10-79 16,0-26-39-16,-16-22-35 16,-6-7-903-16</inkml:trace>
  <inkml:trace contextRef="#ctx0" brushRef="#br0" timeOffset="111585.37">3337 14497 2286 0,'0'0'284'0,"122"-93"26"15,-1 53-113-15,3 13-81 16,-8 22-31-16,-16 10-19 16,-33 37 0-16,-7 16-35 15,-15 13 2-15,-36 8-6 16,-18 8 44-16,-49 0 4 15,-22-2-12-15,-16-8-26 0,-2-9-26 16,7-16 7-16,12-22-18 16,21-14 0-16,19-16-19 15,14 0-55-15,18-23-53 16,32-35-47-16,21 0-94 16,17-1-527-16</inkml:trace>
  <inkml:trace contextRef="#ctx0" brushRef="#br0" timeOffset="111805.1">4774 14161 2515 0,'0'0'324'0,"0"0"-105"15,-162 198 32-15,97-53-102 0,16 10-18 16,24-19-16-1,21-36-26-15,4-40-50 0,18-7-39 16,17 0-1-16,15-5-101 16,46 2-96-16,-9-23-67 15,-6-13-381-15</inkml:trace>
  <inkml:trace contextRef="#ctx0" brushRef="#br0" timeOffset="112284.1">5191 15308 2524 0,'0'0'334'16,"0"0"-81"-16,0 0-20 0,-71-103-134 15,62 48-55-15,9-34 4 16,0-27-24-16,7 0-11 16,12 9-4-16,6 18-9 15,6 31 1-15,3 5 0 16,5 2 0-16,2 19-1 15,-5 20 0-15,-3 12-15 16,-4 10 1-16,-8 24 5 16,-15 11 0-16,-6 1 8 15,-6 2 2-15,-21-8 7 16,0-8-7-16,6-10-2 16,11-12 1-16,7-10 0 0,3-2 14 15,13-24-14-15,21-6-7 16,9 2 1-1,7 4 6-15,8 12 0 0,0 14-1 16,0 0-6-16,-8 30 7 16,-17 12 0-16,-15 10 7 15,-18 6-6-15,-7 5 23 16,-31-4 26-16,-8-2 7 16,-6-8-17-16,-1-12-19 15,1-14-1-15,10-11-13 16,5-9-7-16,8-3-18 15,4 0-52-15,7-3-41 16,9-32-39-16,5 1-76 0,4-4-438 16</inkml:trace>
  <inkml:trace contextRef="#ctx0" brushRef="#br0" timeOffset="112554.49">6059 14061 2150 0,'0'0'369'16,"0"0"-107"-16,0 0 5 16,-143 49-153-16,105 0-58 15,7 9 8-15,8 6-1 16,15-2-27-16,8-5-23 0,0-9-4 15,19-13-3-15,15-6-5 16,4-12-1-16,8-10-12 16,23-7-87-16,-11 0-145 15,-10 0-522-15</inkml:trace>
  <inkml:trace contextRef="#ctx0" brushRef="#br0" timeOffset="112833">6722 14154 932 0,'0'0'1542'0,"0"0"-1335"0,0 0-22 15,-53 125 18-15,22 0-42 16,-14 41-37-16,-3 4 33 15,7-27-20-15,14-41-70 16,16-53-37-16,5-12-19 16,1-7-11-16,-2-4-34 15,3-8-83-15,2-16-42 16,-5-8-19-16,1-22-205 16,-1-2-1549-16</inkml:trace>
  <inkml:trace contextRef="#ctx0" brushRef="#br0" timeOffset="114318.24">7287 14397 1669 0,'0'0'219'16,"0"0"266"-16,-25 169-140 15,-19-49-111-15,-14 24-66 0,4-12-42 16,10-28-25 0,15-37-6-16,11-25 5 15,-1 4-47-15,4-5-8 0,4-9-26 16,6-14-11-16,5-14-8 16,0-4 18-16,0-25 19 15,12-22-2-15,13-34-24 16,10-35-10-16,-2 5 1 15,3 8 0-15,-5 14-2 16,-2 25 0-16,2-2 6 16,-2 6-6-16,-6 22 1 15,-8 16 7-15,1 22-8 16,3 1-15-16,8 38 15 0,5 19 1 16,4 9-1-1,0 16 12-15,-7 5 9 0,-6 0-10 16,-2-3-10-16,-5-15 4 15,-8-14-5-15,-1-12-18 16,-3-13-57-16,-4-9-81 16,0-15-26-16,0 0-32 15,-6-7-15-15,-15 0-555 16,0-4-469-16</inkml:trace>
  <inkml:trace contextRef="#ctx0" brushRef="#br0" timeOffset="114462.97">7264 15177 967 0,'0'0'850'15,"0"0"-535"-15,0 0 175 16,0 0-224-16,0 0-102 16,0 0-73-16,0 0-46 0,107-76-16 15,-31 46-29-15,7-1 0 16,24-15-80-16,-23 7-181 16,-16 0-665-16</inkml:trace>
  <inkml:trace contextRef="#ctx0" brushRef="#br0" timeOffset="114723.55">7913 14107 2172 0,'0'0'385'0,"0"0"-143"16,0 0-97-16,0 0-51 0,158 124 63 15,-73 0-64-15,-22 38 4 16,-26 15-10-16,-37-16-24 16,-6-43-27-16,-17-44-6 15,3-26-18-15,0-11-12 16,-2-4-9-16,-3-3-66 16,0-13-68-16,8-11-81 15,8-6-248-15</inkml:trace>
  <inkml:trace contextRef="#ctx0" brushRef="#br0" timeOffset="114980.45">8684 14575 2478 0,'0'0'295'16,"0"0"-185"-16,0 0 23 15,147-46-91-15,-64 34-27 16,1 7-15-16,-10 5 0 16,-16 0-70-16,-26 0-192 15,-17 5-464-15,-15 7-859 0</inkml:trace>
  <inkml:trace contextRef="#ctx0" brushRef="#br0" timeOffset="115138.34">8829 14936 1313 0,'0'0'1024'0,"0"0"-778"16,0 0-24-16,125-27-57 15,-44 5-119-15,0-4-23 16,-4 11-23-16,-11 3-106 15,-22 11-484-15,-19 1-1200 0</inkml:trace>
  <inkml:trace contextRef="#ctx0" brushRef="#br0" timeOffset="116347.65">11801 13802 441 0,'0'0'0'15</inkml:trace>
  <inkml:trace contextRef="#ctx0" brushRef="#br0" timeOffset="116880.66">10279 14377 2148 0,'0'0'501'0,"0"0"-416"15,0 0-42-15,12 147 132 16,7-29-15-16,-2 38-57 16,-1-9-11-16,-7-26-22 15,-7-42-7-15,-2-24-30 16,0 7-15-16,0 4-12 16,0-2-5-16,0-15-1 15,0-14-75-15,0-21-85 16,0-24-75-16,0-26-246 15,-2-13-1383-15</inkml:trace>
  <inkml:trace contextRef="#ctx0" brushRef="#br0" timeOffset="117141.51">10267 14538 2097 0,'0'0'293'15,"78"-106"-213"-15,5 41 121 16,5 9-57-16,13 15-93 15,1 24-12-15,-21 17-26 16,-6 22 1-16,-21 19-13 16,-27 20 7-16,-27 3-8 15,-9 7 27-15,-38-1 21 16,-13-2 16-16,-7-6-13 16,0-8-30-16,9-13-6 15,11-11-15-15,16-14-1 0,14-11-47 16,9-5-33-1,16-17-95-15,15-13-554 0,12-5-661 0</inkml:trace>
  <inkml:trace contextRef="#ctx0" brushRef="#br0" timeOffset="117375.05">11406 14200 2112 0,'0'0'369'0,"0"0"-183"0,-114 142 87 16,75-61-125-1,10 12-72-15,12 1 10 0,17-18-28 16,0 4-25-16,21-9-26 16,12-11-7-16,5-12-4 15,3-8-54-15,19-14-94 16,-10-10-156-16,-2-12-547 0</inkml:trace>
  <inkml:trace contextRef="#ctx0" brushRef="#br0" timeOffset="118155.94">12055 15017 912 0,'0'0'197'15,"0"0"56"-15,0 0 98 16,0 0-31-16,0 0-37 16,0 0-54-16,0 0-25 15,-29 70-30-15,16-106-94 16,-1-24-47-16,1-30 2 16,6-36 12-16,7-31 10 15,20 15-15-15,15 25-12 16,6 42-20-16,-3 34-9 15,6 5-1-15,-1 8 0 16,-3 10-1-16,-14 18-8 0,-12 7 0 16,-14 32 9-16,0 7 1 15,-22 5-1-15,-9-4 7 16,-1-7-7-16,8-8-1 16,10-14 0-16,12-5 0 15,2-13-5-15,22 0 6 16,14 0 4-16,11 1-4 15,1 12 0-15,4 9-3 16,-3 12 3-16,-9 12 0 16,-13 6-2-16,-16 6-5 15,-11 6 7-15,-24-1 6 16,-25-5-6-16,-14-5 23 0,-5-9-10 16,-2-15-4-16,10-12 0 15,13-17-2-15,18 0-7 16,21-17-42-16,8-12-76 15,15-6-86-15,47-27-128 16,-6 12-305-16,2 1-676 0</inkml:trace>
  <inkml:trace contextRef="#ctx0" brushRef="#br0" timeOffset="118561.66">12750 13971 1631 0,'0'0'478'0,"0"0"-240"16,0 0 47-1,0 0-158-15,0 0-72 0,-116 86-7 16,114-54-14-16,2-1-10 15,0-4-10-15,18-6-13 16,9-4 13-16,4-2-14 16,3-8 0-16,14 3-97 15,-7-2-209-15,-8 0-570 0</inkml:trace>
  <inkml:trace contextRef="#ctx0" brushRef="#br0" timeOffset="119034.04">13043 15154 1562 0,'0'0'542'0,"0"0"-316"16,0 0 138-16,0 0-163 16,0 0-93-16,0 0-53 15,0 0 5-15,0-137-6 16,0 82-15-16,2-8 15 16,11-3-3-16,3-1-2 0,5 4-17 15,11-2-16-15,8 5-4 16,9 4-3-16,5 5-3 15,1 10 9-15,-1 8 15 16,-5 13-1-16,-9 12-11 16,-6 8-18-16,-7 13 0 15,-8 25-2-15,-3 13 1 16,-9 12-11-16,-7 3 10 16,0 6 2-16,0-5 0 15,-11-6 0-15,1-6-10 16,2-11-28-16,1-10-64 15,5-10-40-15,0-12-24 16,2-8-58-16,0-4-283 0,0 0-175 16</inkml:trace>
  <inkml:trace contextRef="#ctx0" brushRef="#br0" timeOffset="119514.03">14030 14464 1739 0,'0'0'306'16,"0"0"-36"-16,0 0-95 16,0 0-4-16,22 146 25 15,-7-65-69-15,-3 12-26 0,-12-12-23 16,0-1-45-16,0-17-7 15,0-16-14-15,0-15-11 16,0-18 7-16,0-14-7 16,0-6 26-16,-2-23-15 15,0-20 0-15,0-9-11 16,-2-9-1-16,4 0 1 16,0-9 7-16,17-5-7 15,12 5 0-15,4 0 5 16,2 14-4-16,-1 17-2 15,-5 18 0-15,-7 19 17 16,1 8-9-16,-2 21-7 16,4 25 0-16,0 17 16 0,-3 8 1 15,-4 4-6-15,-4-3 19 16,-4-4-22-16,-3-7 3 16,0-20-11-16,-2-6-1 15,1-17-20-15,1-10-57 16,2-8-27-16,0 0-66 15,-5-16-293-15,-4 2-575 0</inkml:trace>
  <inkml:trace contextRef="#ctx0" brushRef="#br0" timeOffset="119688.76">14127 14913 1215 0,'0'0'1089'16,"0"0"-796"-16,0 0-64 15,0 0-85-15,0 0-75 0,0 0-46 16,157-34-23-16,-81 13-30 16,-3-4-34-16,7-15-96 15,-17 5-516-15,-16 3-1156 0</inkml:trace>
  <inkml:trace contextRef="#ctx0" brushRef="#br0" timeOffset="119921.32">14746 14161 1612 0,'0'0'768'0,"0"0"-530"16,0 0-92-16,0 0-11 0,124 97-39 16,-75-10-9-16,-11 0 21 15,-13 7-14-15,-14 0-40 16,-11-14-35-16,0 4-19 15,-18-3-1-15,-11-16-67 16,-9-4-64-16,-29-1-48 16,9-18-346-16,2-11-278 0</inkml:trace>
  <inkml:trace contextRef="#ctx0" brushRef="#br0" timeOffset="120520.29">10608 15633 1380 0,'0'0'536'0,"0"0"-440"15,0 0 84-15,0 0-52 16,163-37-57-16,-65 34-40 16,35 3 30-16,48 0-18 15,31 0 1-15,15 3-2 16,19-3 68-16,-1 0 13 16,11 0-20-16,7-3-25 15,-4-2-31-15,-7 1-18 16,-9 3-28-16,-21-3 14 15,-16-5-13-15,-26-4 11 16,-22-4 2-16,-37 3 9 0,-30 4 12 16,-29-2-1-16,-14 7-5 15,5-6-24-15,0 5 4 16,3 0-9-16,-11 6 0 16,-12 0-1-16,-17 0 0 15,-12 0-1-15,-4 0-20 16,-17 0-47-16,-29 12-31 15,-56 12-95-15,7-2-313 16,-5 1-287-16</inkml:trace>
  <inkml:trace contextRef="#ctx0" brushRef="#br0" timeOffset="121038.04">11872 16258 2031 0,'0'0'333'15,"0"0"-154"-15,0 0 161 16,16 134-161-16,-3-76-74 16,0 9-32-16,-4-1-13 15,-2-2-18-15,-1 3-24 16,1-9 0-16,2-10-18 15,0-2 2-15,2-12-2 0,1-5-1 16,-6-12-38-16,-2-9-16 16,-4-8 19-16,0 0 16 15,0-25 7-15,-8-21-26 16,-6-12 12-16,1-14 4 16,9-8 22-16,4-6-4 15,0 2 5-15,22-4 21 16,14 7 0-16,12 9 10 15,8 10-17-15,4 12 13 16,0 12-5-16,-8 20 5 16,-8 16-27-16,-11 2-7 15,-8 28 5-15,-11 12-7 16,-12 4 9-16,-2 1 0 16,-16-6 9-16,-19 2 6 15,-9-1 14-15,-6-12-16 0,-1-2-7 16,4-13-6-16,4-13-19 15,12 0-20-15,12 0-32 16,19-17-28-16,0-1-113 16,19 0-598-16</inkml:trace>
  <inkml:trace contextRef="#ctx0" brushRef="#br0" timeOffset="121236.36">12829 16056 1395 0,'0'0'986'16,"0"0"-778"-16,0 0-27 15,-121 135-25-15,105-86-73 16,12-1-64-16,4-4-19 16,11-1-7-16,25 13-170 15,-5-10-463-15,1-3-429 0</inkml:trace>
  <inkml:trace contextRef="#ctx0" brushRef="#br0" timeOffset="121512.01">12942 16776 1365 0,'0'0'523'0,"0"0"-291"16,0 0 123-16,40-117-119 16,-24 59-119-16,0-8-16 0,1-7-39 15,3 1-22 1,3 2-19-16,1 8-3 0,-2 12-11 15,1 10 1-15,-5 14 32 16,-3 8 26-16,1 14-13 16,1 4-44-16,4 8-8 15,6 24-1-15,2 8-1 16,0 9 1-16,-2 0 0 16,-8 1-1-16,-3-8 1 15,-7-3-1-15,-5-13-15 16,-2-4-52-16,-2-18-99 15,0 0-306-15,0-4-349 0</inkml:trace>
  <inkml:trace contextRef="#ctx0" brushRef="#br0" timeOffset="121676.63">13089 16499 2357 0,'0'0'463'16,"0"0"-391"-16,0 0 51 15,0 0-89-15,156-54-34 16,-86 28-13-16,1-3-29 16,7-5-162-16,-19 7-487 15,-14 0-804-15</inkml:trace>
  <inkml:trace contextRef="#ctx0" brushRef="#br0" timeOffset="121910.78">13776 16013 2022 0,'0'0'392'15,"0"0"-275"-15,0 0-16 16,0 0 1-16,62 137-28 16,-47-75 10-16,-7 10 10 15,-8 0-22-15,0 1-30 16,-18-7-23-16,-5-4-8 15,-4-4-11-15,1-10-27 16,-17 3-87-16,10-16-161 16,2-8-432-16</inkml:trace>
  <inkml:trace contextRef="#ctx0" brushRef="#br0" timeOffset="122510.85">15591 15054 2140 0,'0'0'521'0,"0"0"-391"15,0 0 91-15,0 0-73 16,0 0-89-16,0 0-38 16,0 0-11-16,97 19-4 15,-43-9 0-15,1-6-6 16,-5 0-19-16,-3 0-128 0,-18 2-166 15,-14-2-573-15</inkml:trace>
  <inkml:trace contextRef="#ctx0" brushRef="#br0" timeOffset="122668.53">15487 15390 1949 0,'0'0'357'0,"0"0"-243"15,0 0-20-15,125 2 10 16,-53-2-104-16,15 3-6 16,-18-3-201-16,-17 5-1015 0</inkml:trace>
  <inkml:trace contextRef="#ctx0" brushRef="#br0" timeOffset="133074.72">11074 12941 1269 0,'0'0'0'0</inkml:trace>
  <inkml:trace contextRef="#ctx0" brushRef="#br0" timeOffset="139040.32">21399 11423 1805 0,'0'0'583'16,"0"0"-372"-16,0 0 7 15,0 0-73-15,100 175 6 16,-61-29-30-16,-6 11-12 16,-15-21-19-16,-10-37-28 15,-5-39-26-15,2-9-8 16,1 7-8-16,5 1-2 16,5 3-8-16,4-13 1 15,6-11-11-15,8-14 1 16,2-11-1-16,4-11-29 15,-2-2-40-15,-3 0-52 0,-6-15-56 16,-2-21-61-16,-9 6-361 16,-7 0-626-16</inkml:trace>
  <inkml:trace contextRef="#ctx0" brushRef="#br0" timeOffset="139356.2">21956 12305 1780 0,'0'0'519'0,"0"0"-335"15,0 0 61-15,0 0-157 16,162-75-53-16,-108 57-2 16,0 2-20-16,-11 0-7 15,-12 2-5-15,-16 2 7 16,-12 1-8-16,-3 4-5 16,-13-1 5-16,-16 2 1 15,-5 3 7-15,-4 3-1 0,0 0 17 16,3 21 8-16,3 12 5 15,8 10-14-15,6 7 35 16,11 0-10-16,7 0-12 16,2-4-15-16,21-8-8 15,6-8-5-15,8-7-2 16,6-8-6-16,8-7 0 16,5-5-53-16,24-3-110 15,-13-18-321-15,-11-6-1172 0</inkml:trace>
  <inkml:trace contextRef="#ctx0" brushRef="#br0" timeOffset="139754.31">22687 12129 2063 0,'0'0'321'15,"0"0"-61"-15,0 0 2 16,-12 129-127-16,34-85-51 15,11-6-32-15,9-12-23 16,-1-9-20-16,-1-15 0 16,-7-2-8-16,-6-13-1 15,-10-17-27-15,-3-7-17 16,-9-4-1-16,-3 1 11 16,-2 2 26-16,0 10 8 0,0 10 9 15,0 14 57 1,4 4-27-16,0 27-37 0,6 26 28 15,-3 17 33-15,-3 15-12 16,-2 4 8-16,-2-2 3 16,0-9-17-16,0-12-15 15,0-14-14-15,0-16-8 16,-2-11-8-16,2-13-8 16,0-7-43-16,0-1-36 15,0-4-55-15,0 0-21 16,0 0-103-16,6-9-346 15,4-8-648-15</inkml:trace>
  <inkml:trace contextRef="#ctx0" brushRef="#br0" timeOffset="140136.04">23231 12337 2023 0,'0'0'296'16,"0"0"-167"-16,0 0 46 15,123-53-121-15,-55 41-26 16,-2 2-16-16,-10 0 2 16,-14 2-13-16,-15-1 8 15,-18-2 1-15,-9 1 66 16,-5 0-19-16,-24 0-36 0,-6 2-9 15,-3 6-2-15,-3 2 22 16,4 3-8-16,3 24-3 16,3 11-8-16,9 8 30 15,7 4 5-15,10 0 9 16,5-2-12-16,9-7-21 16,22-7-9-16,9-8-4 15,11-11-4-15,10-6-7 16,5-9-20-16,28-10-112 15,-16-16-119-15,-11-3-626 0</inkml:trace>
  <inkml:trace contextRef="#ctx0" brushRef="#br0" timeOffset="140415.17">23912 12172 1679 0,'0'0'528'15,"0"0"-417"-15,0 0-5 16,0 0-51-16,0 0 27 16,138 112 50-16,-107-62-18 15,-11 1-39-15,-11-2-16 16,-9-4-9-16,0-8-23 16,-25-8 13-16,-4-8-16 15,-4-6-6-15,-3-9-9 0,3-6 1 16,2 0-2-1,6-4-8-15,8-15-41 0,7 0-72 16,10-8-107-16,2 8-348 16,17 0-395-16</inkml:trace>
  <inkml:trace contextRef="#ctx0" brushRef="#br0" timeOffset="141060.72">25091 12162 1536 0,'0'0'288'0,"0"0"-7"15,0 0 89-15,-138 11-239 16,98 16-18-16,9 8 2 15,8 3-14-15,12 5-15 16,11-1-1-16,0-2-22 16,26-8-18-16,11-5-17 15,7-12-11-15,5-7 1 16,0-8-11-16,0 0 2 16,-5-20-8-16,-7-8 9 15,-6-12-10-15,-7-12-8 16,-4-9-8-16,-4-9 4 0,-5-3 3 15,-7 1 7-15,-4 5 2 16,0 9 0-16,0 16 3 16,-4 12 6-16,-5 16 27 15,2 14 10-15,5 2-46 16,-3 34-6-16,3 16 6 16,2 15 1-16,0 5 1 15,0-3 16-15,14-4-11 16,10-14 1-16,9-10-8 15,10-17 6-15,3-14 0 16,4-10 0-16,-1-5-5 16,-5-27-1-16,-10-6-8 15,-12-1-1-15,-11 2 0 16,-11 6 9-16,0 12 0 0,-9 11 1 16,-13 8-1-16,-3 10-12 15,1 24 3-15,2 13 8 16,11 5-5-16,11 4 0 15,0-3 3-15,17-6 2 16,19-8 1-16,11-11-16 16,5-12-43-16,14-16-77 15,-12 0-337-15,-14 0-974 0</inkml:trace>
  <inkml:trace contextRef="#ctx0" brushRef="#br0" timeOffset="141735.88">26699 12155 2085 0,'0'0'389'16,"0"0"-55"-16,-6 129-135 15,2-73-89-15,2-4-36 16,2-5-35-16,0-11-26 16,4-14-4-16,4-11-8 15,-6-11 0-15,-2 0-1 16,0-21-3-16,-6-16-6 16,-2-7 8-16,6-4 0 15,2 0 1-15,14 5 0 16,21 11 0-16,11 11 1 15,8 16 6-15,2 5-7 16,-2 17-6-16,-8 15 5 16,-13 6 1-16,-12 0 0 0,-15-4 0 15,-4-5 0-15,-2-10 0 16,0-6-6-16,0-10 5 16,-4-3-10-16,2-11 11 15,2-22-7-15,2-11 5 16,27-7 2-16,11 2 1 15,7 5 26-15,2 16 2 16,0 16 7-16,-7 12-8 16,-1 16-9-16,-8 26 13 15,-8 7-13-15,-8 9-7 16,-7-5-10-16,-2-2-2 16,-1-9-6-16,4-10-72 15,18-9-118-15,-5-11-160 0,3-9-1072 0</inkml:trace>
  <inkml:trace contextRef="#ctx0" brushRef="#br0" timeOffset="142081.71">27893 12146 1397 0,'0'0'789'0,"0"0"-493"16,0 0 29-16,0 0-179 15,-122-27-104-15,101 46-25 0,4 15 13 16,3 8 22 0,10 6 3-16,4 0-13 0,2-2-21 15,25-5-6-15,6-12-13 16,9-7 5-16,1-12-6 16,1-8-1-16,-1-2-22 15,-8-10-3-15,-8-10 4 16,-7-4 16-16,-11 1 4 15,-4 0 2-15,-5 0 0 16,2-2 5-16,2 3-4 16,7-2-2-16,11 0-15 15,7 3-75-15,7 0-100 16,16 3-169-16,-10 4-224 16,-6 6-340-16</inkml:trace>
  <inkml:trace contextRef="#ctx0" brushRef="#br0" timeOffset="142510.51">28352 12105 1250 0,'0'0'498'0,"0"0"-134"16,0 0 107-16,0 0-334 15,0 0-33-15,-118 63-14 16,101-19-24-16,7 2-14 16,10 1-7-16,0-8-20 15,6-9-16-15,17-9 2 16,6-14-4-16,4-7 2 15,1 0-9-15,1-16-26 16,-3-14-34-16,-8-6 1 0,-3-5 14 16,-9 0 19-1,-2 3 20-15,-6 8 6 0,1 14 36 16,-1 12 27-16,2 4-37 16,4 23-25-16,1 25 9 15,0 13 5-15,-8 11 5 16,-3 6 20-16,0 1-5 15,-14-9 5-15,-9-9 17 16,2-8 9-16,-2-13-26 16,3-12-20-16,-3-10-14 15,0-8 4-15,-6-10 5 16,-3 0-3-16,-1-4-3 16,4-11-8-16,2-8-1 15,9 0-23-15,9-3-49 16,9-3-66-16,15-13-44 0,19 4-405 15,6 4-670-15</inkml:trace>
  <inkml:trace contextRef="#ctx0" brushRef="#br0" timeOffset="143042.37">29019 12146 1881 0,'0'0'308'0,"0"0"36"16,0 0-152-16,0 0-133 0,0 0-18 15,-85 110 26-15,80-61-6 16,5-3-2-16,7-7-28 16,24-8-13-16,10-13-6 15,3-13 3-15,3-5-15 16,-5-8-20-16,-8-22-53 15,-10-8-23-15,-11-5 29 16,-7-6 15-16,-6 8 46 16,0 6 6-16,0 12 105 15,0 16 17-15,0 7-55 16,0 16-67-16,6 24 1 16,3 13 20-16,1 5-10 15,-2-3 5-15,-2-4-1 0,-3-15 3 16,-1-11 2-16,0-13-8 15,-2-12-5-15,2 0 16 16,0-24-11-16,2-13-12 16,8-14-17-16,10-11 8 15,9-4 8-15,12 2 0 16,3 3-10-16,6 18 10 16,-3 18-1-16,-9 22 2 15,-4 5-15-15,-10 33 14 16,-7 14-7-16,-11 9 8 15,-8 2 0-15,0-2-1 16,0-3-17-16,-18 8-112 16,-1-15-360-16,-2-9-1120 0</inkml:trace>
  <inkml:trace contextRef="#ctx0" brushRef="#br0" timeOffset="144040.24">21628 13090 922 0,'0'0'408'0,"0"0"-227"15,0 0 27-15,0 0 2 16,0 0-96-16,0 0-47 15,0 0 22-15,88 16-30 16,-33-9-22-16,37-2-15 0,49 1-4 16,50-2-3-16,27-2-4 15,10 1 28-15,-12 0 22 16,-17 6 3-16,1 2-26 16,3 4-17-16,13-4-12 15,9 1-3-15,18-1 0 16,16 1-5-16,9 0 0 15,15 1-1-15,13 1 1 16,14 5 0-16,11-1 0 16,6 3 5-16,13 2-6 15,9-2 1-15,8 5-1 16,2-3 0-16,-18 0 1 16,-35-6 2-16,-48-5-3 0,-55-6 1 15,-65-6 7-15,-50 0-7 16,-36 0 6-16,-16 0-1 15,0-3 0-15,2-6 0 16,-3 1 46-16,-6 2 30 16,-6 0-4-16,-8 3-26 15,-5-2-7-15,-6 3 12 16,-4 0-6-16,0 2-29 16,2 0-12-16,-2 0-9 15,2 0-1-15,1 0 0 16,-1 0-26-16,0 0-11 15,-2 0-22-15,0 0-26 0,0 0-88 16,-4 0-184-16,-15 0-116 16,-2 0-516-16</inkml:trace>
  <inkml:trace contextRef="#ctx0" brushRef="#br0" timeOffset="159462.78">20891 13950 2138 0,'0'0'459'0,"0"0"-307"15,0 0-9-15,0 0 10 16,0 165-4-16,4-75-20 15,8 9-41-15,1-15 11 16,5 4-64-16,2-9-13 16,2-8-21-16,-1-13-1 15,-6-12-12-15,-4-10-45 16,-6-14-45-16,-5-12-41 16,0-10-13-16,-25 0-27 15,-6-26-166-15,-7-14-173 16,1-10 320-16,2-4 156 0,4-4 46 15,14-8 142 1,12-1 114-16,5-3-31 0,36 0-66 16,20 6-3-16,15 11-32 15,9 15-21-15,0 16-22 16,-6 21-12-16,-11 1-39 16,-17 14-11-16,-15 16-5 15,-17 7-8-15,-14 4 12 16,-2 2-6-16,-25-6 21 15,-11-3-33-15,-9-3 12 16,0-4-12-16,0-10 6 16,8-6-6-16,12-4-11 15,11-7-20-15,14 0-37 16,2 0-28-16,45-25-95 16,3 2-450-16,6 2-672 0</inkml:trace>
  <inkml:trace contextRef="#ctx0" brushRef="#br0" timeOffset="159837.76">21827 14154 1810 0,'0'0'499'0,"0"0"-267"16,0 0 22-16,0 0-157 0,-122 9-73 15,101 28-6 1,4 4 2-16,5 7-2 0,12 0 22 16,0-6-10-16,32-6 13 15,17-12-26-15,13-9 22 16,9-14-21-16,1-1 0 16,-7-5-18-16,-16-15-5 15,-13-2 5-15,-17-4 0 16,-11-1 4-16,-8-3 2 15,0-2-3-15,-3 2-1 16,-8 0-2-16,0 2 0 16,1 6 2-16,10 2-2 15,0 6-6-15,10 6-51 16,21-2-145-16,29 4-131 0,-6 1-352 16,-6 4-387-16</inkml:trace>
  <inkml:trace contextRef="#ctx0" brushRef="#br0" timeOffset="160183.82">22378 14093 1513 0,'0'0'547'16,"0"0"-242"-16,0 0-10 15,0 0-145-15,0 0-72 16,0 0-12-16,-107 116-9 16,107-67-8-16,22-6-18 15,21-5 1-15,5-10-31 16,8-7 3-16,0-14-4 15,-4-7-33-15,-4 0-8 0,-9-18 27 16,-10-8-43-16,-14-9 28 16,-9-2 22-16,-6 1 7 15,0 2 9-15,0 5 21 16,0 10 70-16,0 7 38 16,0 10-19-16,0 2-63 15,8 4-44-15,5 22 9 16,3 2-2-16,-1 6 1 15,-2 2-19-15,1-4-1 16,-6-2 0-16,4-8-43 16,-1-2-80-16,41 2-109 15,-4-5-274-15,12-8-153 0</inkml:trace>
  <inkml:trace contextRef="#ctx0" brushRef="#br0" timeOffset="160446.59">23780 14043 1390 0,'0'0'381'15,"0"0"10"-15,0 0-16 16,0 0-184-16,-129 64-57 15,108-26-19-15,11 4-21 16,10-4-56-16,0-2-20 0,24-8-10 16,18-8-8-16,10-8-50 15,39-12-92-15,-12 0-179 16,-11-14-765-16</inkml:trace>
  <inkml:trace contextRef="#ctx0" brushRef="#br0" timeOffset="160949.92">24266 14045 1662 0,'0'0'570'15,"0"0"-278"-15,0 0-11 16,-144 51-146-16,121-10-47 16,17 7-16-16,6 0 16 0,23-2-52 15,27-9 6 1,12-14-24-16,7-11-18 0,-1-12-31 15,-8 0-62-15,-12-22-34 16,-12-10-23-16,-12-14-8 16,-12 0 16-16,-8 2 90 15,-4 3 51-15,0 12 1 16,0 11 114-16,0 14 52 16,0 4-90-16,0 15-52 15,9 20 10-15,2 9 11 16,1 5 12-16,-4-3-21 15,-1-11 13-15,-3-7-23 16,-2-10-11-16,1-7-15 0,-3-11 0 16,0 0 1-16,0-18-1 15,0-17-21-15,5-9-31 16,8-4 37-16,5-3 0 16,3 4 15-16,8 9 9 15,0 12 8-15,3 9 2 16,-1 17 1-16,-2 3 1 15,-4 25-12-15,-5 11 21 16,-7 6-20-16,-3-1 26 16,-8 0-30-16,0-6-6 15,-2-4-4-15,0-3-65 16,-4-12-184-16,-4-8-732 0</inkml:trace>
  <inkml:trace contextRef="#ctx0" brushRef="#br0" timeOffset="161153.5">25191 14195 1795 0,'0'0'509'0,"0"0"-187"16,-8 147-41-16,6-76-112 16,-6-1-72-16,-5-1-50 15,-3-11-34-15,-5-6-7 16,-4-11-4-16,-2-14-4 15,-2-13-64-15,-9-16-77 16,7-20-228-16,6-12-850 0</inkml:trace>
  <inkml:trace contextRef="#ctx0" brushRef="#br0" timeOffset="161286.25">24909 14200 1450 0,'0'0'900'16,"0"0"-576"-16,0 0-48 15,0 0-155-15,117-97-121 16,-61 83-19-16,-9 5-329 16,-14 0-1312-16</inkml:trace>
  <inkml:trace contextRef="#ctx0" brushRef="#br0" timeOffset="161737.98">25329 14258 1647 0,'0'0'563'0,"0"0"-185"15,0 0-117-15,31 133-161 16,6-102-42-16,7-14 6 16,12-8-29-16,0-9-19 15,-6-4-16-15,-9-22-24 16,-12-13-52-16,-12-3 19 16,-9-8-7-16,-6 6 37 15,-2 6 27-15,0 12 55 16,0 12 34-16,0 14-13 15,0 0-51-15,0 24-25 16,11 13 18-16,2 7-3 16,0-3 3-16,-2-5-5 15,-1-9 11-15,-6-10-1 16,-2-8-22-16,-2-9 2 0,0 0 6 16,0-23-18-16,0-12-26 15,0-10-31-15,0-5 3 16,18 3 56-16,4 8 7 15,5 11 61-15,2 14 10 16,0 14-29-16,0 1 3 16,-2 28-29-16,-5 7 29 15,-2 0-2-15,-2 1-7 16,-7-6-19-16,-5-4-16 16,-3-6-1-16,-3-7-38 15,0 0-92-15,-11-5-171 16,-2-6-888-16</inkml:trace>
  <inkml:trace contextRef="#ctx0" brushRef="#br0" timeOffset="161963.32">26319 13864 2295 0,'0'0'388'16,"0"0"-227"-16,0 0-4 15,11 108-15-15,1-33 11 16,-6 7-29-16,1-2-29 16,-3-5-55-16,-2-12-22 15,-2-10-18-15,0-16-42 16,0-10-69-16,0-23-107 0,-9-4-147 16,1-2-515-16</inkml:trace>
  <inkml:trace contextRef="#ctx0" brushRef="#br0" timeOffset="162129.87">26176 14301 1950 0,'0'0'656'0,"0"0"-355"16,0 0-65-16,0 0-201 16,0 0-35-16,164-52-51 15,-112 44-72-15,0-2-104 16,19 4-397-16,-15 0-419 15,-9 4 880-15</inkml:trace>
  <inkml:trace contextRef="#ctx0" brushRef="#br0" timeOffset="162338.06">26664 14223 732 0,'0'0'631'16,"0"0"-225"-16,0 0 108 15,0 0-302-15,-8 134-44 16,8-105-66-16,24-7-28 16,20-12-36-16,22-8-10 15,9-2-21-15,6-7 1 16,-14-16-2-16,-21-5-6 15,-19-6 0-15,-25-3 6 16,-2 4-6-16,-24-2 2 16,-15 5 49-16,-2 5 25 15,-5 8-33-15,9 7-38 16,6 2-5-16,18 6-72 0,5 2-231 16,8-2-545-16</inkml:trace>
  <inkml:trace contextRef="#ctx0" brushRef="#br0" timeOffset="162594.23">27220 14047 1698 0,'0'0'478'16,"0"0"-331"-16,0 0 95 15,0 0-122-15,60 118-85 16,-20-76-15-16,-4 4-14 15,-12 0-2-15,-15 0-4 0,-9-1 1 16,-7-5 41 0,-22-4 45-16,-6-8-26 0,-5-6-36 15,-3-12-7-15,1-2-18 16,5-8 0-16,-6-5-11 16,11-8-135-16,12-8-501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0:54:19.8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2635 10411 1061 0,'0'0'46'0,"0"0"517"16,0 0-411-16,0 0 24 15,0 0-44-15,0 0-32 16,-10 2-4-16,13-2-17 15,4 0-29-15,1-2 5 16,8-8-9-16,6-5 8 16,7-4-11-16,10-5 8 15,2-5-21-15,6-3 7 16,4-1 3-16,3-1-7 0,4-3-7 16,2-1-13-1,7-1 7-15,6-5-19 0,6 1 6 16,3-1 8-16,3-2 22 15,-1 0-4-15,1 0-4 16,0-2-8-16,2-5-10 16,4 2 10-16,9-7-3 15,3 0 12-15,19-9-18 16,19-7 3-16,-14 7-1 16,-17 9 4-16,-21 14 7 15,-36 14-2-15,-6 4-2 16,-12 5-8-16,-17 10 25 15,-11 7 8-15,-7 2-3 16,0 2-14-16,0 0-2 16,0 0-11-16,0 0-2 0,0-3-14 15,0 2-19-15,-11-1-90 16,-36 2-105-16,1 0-251 16,-8 12-775-16</inkml:trace>
  <inkml:trace contextRef="#ctx0" brushRef="#br0" timeOffset="840.9">2539 10418 1270 0,'0'0'394'0,"0"0"-80"15,0 0-159-15,0 0 20 16,0 0-64-16,0 0-53 16,0 0-24-16,0 3-7 0,0-3 16 15,0 0 13 1,4 2 4-16,5-2-15 0,2 2 28 15,5 3-18-15,-1-3-9 16,5 3-11-16,7 2-7 16,4 2-5-16,7 2-4 15,7 1-2-15,9 7-17 16,5 1 27-16,9 7-9 16,9 0 9-16,8 8-5 15,8 4-1-15,8 4-9 16,2 6-10-16,1 6 10 15,-1 3-11-15,-7 3 4 16,-9 1-5-16,-7-3 0 16,-13-2 0-16,-12-5 1 15,-8-4 0-15,-9-6 5 0,-7 1 0 16,-6-5 11-16,-5-5-2 16,-2-3-14-16,-2-7 17 15,-3-5-9-15,-2-9 9 16,-2-2-11-16,-3-5 2 15,-1-2-3-15,-3 0-6 16,0 0 0-16,-2 0 0 16,0 0-51-16,0 0-109 15,-4 0-456-15</inkml:trace>
  <inkml:trace contextRef="#ctx0" brushRef="#br0" timeOffset="2470.57">6846 8395 322 0,'0'0'314'0,"0"0"-230"0,0 0-54 16,0 0-4-16,0 0 35 16,0 0 8-16,0 0 83 15,79-65 26-15,-65 53-26 16,-3 1 12-16,-2 2-31 16,-3-1-12-16,4-3-18 15,1-1-15-15,5-4-33 16,1-2-14-16,5 0-16 15,1-1 6-15,2-2 21 16,1 0-8-16,3-3 15 16,4-3-19-16,6-3 34 15,0-4-29-15,3-3-17 16,-1 4-13-16,-1-4-5 16,-2 4 1-16,0 0-10 15,0 0 14-15,0-2-13 0,1-1 32 16,9-4-25-16,3-4 3 15,4-4-11-15,1 1 11 16,-2-3 12-16,2 0 10 16,2-2 12-16,2-5 1 15,0 1 3-15,-4-1-2 16,-5 5 4-16,-11 8-22 16,-8 6 2-16,-11 9-16 15,-3 9-2-15,-7 6-1 16,-3 4 4-16,-4 6-1 15,-2 1-15-15,-2 2 1 0,0 3-2 16,0 0 0 0,0 0-32-16,0 1-112 0,-12 12-497 15,-1 1-135-15</inkml:trace>
  <inkml:trace contextRef="#ctx0" brushRef="#br0" timeOffset="3280.41">6961 8323 1075 0,'0'0'243'0,"0"0"8"0,0 0-81 15,0 0-15 1,0 0-37-16,0 0-72 0,0 0 0 15,74-1 14-15,-34-1 7 16,9 2 2-16,7 0 14 16,9 0-10-16,3 0 0 15,8 2 4-15,6 8-23 16,26 2 11-16,34 0-27 16,39 0 45-16,11-2-5 15,-5-5-23-15,-22 2-34 16,-29-2-11-16,-5 0-10 15,-21-3 0-15,-23-2 0 16,-20 0 4-16,-9 0-4 16,0 0 0-16,-1-7 2 15,-8-2-2-15,-18 4 1 0,-17 0-1 16,-14 1-13-16,0 0-42 16,-20 0-113-16,-13-2 31 15,-34-3-175-15,7 4-15 16,-1-2-465-16</inkml:trace>
  <inkml:trace contextRef="#ctx0" brushRef="#br0" timeOffset="4933.26">7398 11840 451 0,'0'0'73'15,"0"0"7"-15,0 0 70 16,0 0 107-16,0 0-34 15,0 0 7-15,0 0-33 16,-7 9-53-16,7-9 8 16,0 0-43-16,0 0-2 15,0 0-15-15,12 0 1 16,5 0-31-16,12-6 33 0,14-11 7 16,21-8-43-16,34-15-4 15,47-16-11-15,38-14 42 16,9-1-37-16,-12 4-11 15,-24 9-23-15,-26 11 0 16,-21 6-14-16,-24 9 5 16,-23 10 3-16,-15 6-2 15,-5 0 7-15,-4 2-8 16,-9 1 16-16,-15 6-4 16,-10 2 19-16,-4 5-16 15,0 0-21-15,0 0-18 16,-8 0-40-16,-11 0-20 15,-24 14-164-15,4 6-143 16,-6-1-344-16</inkml:trace>
  <inkml:trace contextRef="#ctx0" brushRef="#br0" timeOffset="5563.79">7514 11898 847 0,'0'0'114'16,"0"0"-83"-16,0 0-4 16,0 0 54-16,0 0-32 15,0 0 2-15,0 0 43 16,-24 3 37-16,24-3 30 15,0 0 8-15,0 0-17 16,0 0 5-16,0 0 8 0,0 0-13 16,4 3-78-16,9-2-7 15,10 5 26-15,6 4 20 16,8 2-16-16,10 8-36 16,9 6 5-16,11 8-29 15,10 12 8-15,29 17-26 16,29 19 19-16,31 16-10 15,5 2-4-15,-30-15-13 16,-37-22-1-16,-39-20 2 16,-10-3-11-16,3 2 9 15,0 4-8-15,-4-4-2 16,-14-12 0-16,-15-9 0 16,-9-12 0-16,-10-4-1 0,-4-5 1 15,-2 0-12 1,0 0-1-16,0 0-53 0,0 0-39 15,-18-17-189-15,5 2-389 16,-3-6-668-16</inkml:trace>
  <inkml:trace contextRef="#ctx0" brushRef="#br0" timeOffset="6404.41">7577 12037 967 0,'0'0'247'16,"0"0"10"-16,0 0-48 15,0 0-7-15,0 0-67 16,0 0-67-16,0 0 15 16,-18-20-12-16,15 16 16 15,-1 2-22-15,2-1 6 16,-6 0-8-16,2 1-7 15,0 0-7-15,-1 0-26 16,1 0-8-16,-2 1-14 16,4 1 13-16,2 0 1 0,2-3 19 15,-2 3 30-15,2 0 14 16,-3-2-8-16,3 2-16 16,0 0-18-16,0 0-18 15,0 0-1-15,0 0-16 16,0 19 6-16,0 8 14 15,0 16 21-15,7 27-11 16,20 40 1-16,8 42 1 16,6 15 0-16,-6-20 0 15,-5-40-27-15,-9-40 13 16,-3-9-18-16,7 10-2 16,0 10-3-16,-2 12 4 15,2-4 6-15,-4-3 3 0,-3-11 1 16,-7-10-8-1,-3-13 16-15,-1-15-17 0,-2-14 12 16,-3-11-7-16,-2-4 6 16,2-5-6-16,-2 0 10 15,0 0-15-15,2 0-1 16,-2 0 0-16,0 0-31 16,0 0-15-16,0 0-54 15,0 0-35-15,-11 1-104 16,-4 1-524-16</inkml:trace>
  <inkml:trace contextRef="#ctx0" brushRef="#br0" timeOffset="12913.36">5361 8840 1450 0,'0'0'151'16,"0"0"-151"-16,0 0-399 0</inkml:trace>
  <inkml:trace contextRef="#ctx0" brushRef="#br0" timeOffset="40384.26">5980 8486 1071 0,'0'0'323'0,"0"0"-9"16,0 0-125-16,0 0-2 15,0 0-8-15,0 0-30 16,0 0-5-16,-78-10-17 16,67 8-20-16,0 0-11 15,-3 2-21-15,1-2-18 16,-3 0-8-16,1 2-10 16,-3 0-14-16,1 0-10 0,-4 0-4 15,3 0-10-15,-1 0 9 16,0 4-9-16,-1 6-2 15,-1 7 2-15,-4 2-1 16,-2 9 0-16,-4 6 0 16,0 6 1-16,-3 4-1 15,3 3 9-15,6-2-7 16,7 0-2-16,9-1 0 16,7 0 0-16,2-1 0 15,0 3 6-15,23-2-6 16,6-2 1-16,4-7 10 15,7-1-10-15,3-7 8 16,3-10-8-16,2-5 4 16,2-12-4-16,4 0 5 15,0 0-5-15,-3-12 4 0,-9 1-5 16,-4 1-69-16,-1 2-77 16,-4 0-173-16,-12 1-883 0</inkml:trace>
  <inkml:trace contextRef="#ctx0" brushRef="#br0" timeOffset="41315.92">5900 12439 1166 0,'0'0'339'0,"0"0"-2"15,0 0 3-15,0 0-118 16,0 0-42-16,0 0-58 15,0 0 2-15,-36-42-26 16,23 40-45-16,-7 2-1 16,-9 0-22-16,-7 0 4 15,-9 0-10-15,-3 7 8 16,-2 7-7-16,0 2-2 0,3 7-2 16,2 7-20-16,5 7 18 15,6 10-18-15,10 9 6 16,6 4 2-16,12 2 3 15,6-4-4-15,0-8-1 16,11-5 2-16,11-11-8 16,2-10 12-16,7-4-12 15,3-8 8-15,4-8-8 16,4-4 14-16,1 0-9 16,-3-2 0-16,0-12-5 15,-7-5-1-15,-4 1-19 16,-9-3-46-16,-5 1-19 15,-1-4-71-15,5-13-107 0,-4 7-409 16,-2 2-868-16</inkml:trace>
  <inkml:trace contextRef="#ctx0" brushRef="#br0" timeOffset="41780.36">6267 12013 1437 0,'0'0'392'16,"0"0"7"-16,0 0-144 16,0 0-107-16,0 0-58 15,0 0-35-15,0 0 12 16,-68-14 0-16,50 14-1 16,0 0-16-16,0 9-21 15,-4 6-14-15,0 8-13 16,-3 4 10-16,2 4-11 15,4 3 12-15,7 1-12 16,6-2 9-16,6-4-9 0,0-8-1 16,22-4 0-16,7-6 8 15,7-5 2-15,2-3-9 16,2-3 14-16,-2 0-15 16,0 0 0-16,-1-11-51 15,15-7-90-15,-10 1-189 16,-8 2-447-16</inkml:trace>
  <inkml:trace contextRef="#ctx0" brushRef="#br0" timeOffset="49935.99">2811 9629 616 0,'0'0'1507'15,"0"0"-1297"-15,0 0-136 16,0 0-40-16,0 0-24 15,0 0-10-15,-16 4-267 16,9-4-352-16</inkml:trace>
  <inkml:trace contextRef="#ctx0" brushRef="#br0" timeOffset="55483.43">2806 8811 1243 0,'0'0'259'0,"0"0"45"16,0 0-150-16,0 0-91 15,0 0-2-15,0 0-8 16,0 0 67-16,109-122-31 16,-82 104-5-16,-2 4-10 15,-4 4-35-15,0 5-21 16,-5 5-17-16,-3 0-1 15,-2 8 0-15,-2 10 2 16,-5 7-1-16,-4 3 8 16,0 2-8-16,0 4 13 0,-6-3-14 15,-8 2 11 1,-1-1-5-16,-1 0-6 0,-1-1 3 16,-2 3 5-16,1-5-9 15,-1 0 1-15,-2-4 0 16,1-1-6-16,5-3 6 15,4-8 0-15,1-1 0 16,8-7 0-16,0-3 1 16,2-2 1-16,0 0-1 15,0 0-2-15,0 0-7 16,2 0-13-16,14 0 21 16,4 0 7-16,7-2 17 15,2-6-2-15,2-2 17 16,0 0-21-16,-2-2 7 15,0-1-17-15,-4 3 0 0,-3 2-8 16,-2 3-1-16,-4 1-14 16,-3 1-53-16,3 3-71 15,-3 0-142-15,1 0-190 16,-8 0-325-16</inkml:trace>
  <inkml:trace contextRef="#ctx0" brushRef="#br0" timeOffset="55800.2">2861 9440 1333 0,'0'0'393'16,"0"0"-17"-16,0 0-174 16,0 0 27-16,0 0-79 15,130-63-43-15,-81 37-27 16,-2-3-33-16,-3 3-21 16,-6 2-19-16,-5 6-7 15,-6 4-19-15,-4 6-51 16,-5 4-53-16,1 4-158 0,-5 0-417 15,-5 0-883-15</inkml:trace>
  <inkml:trace contextRef="#ctx0" brushRef="#br0" timeOffset="56279.23">3096 9529 922 0,'0'0'621'0,"0"0"-265"16,0 0-67-16,0 0-136 15,0 0-95-15,0 0-7 16,0 0 30-16,135-98 1 16,-110 92-5-16,-5 6-47 0,-7 0-11 15,-3 10-17-15,-6 12 20 16,-4 4-7-16,0 4 4 15,-2 0-11-15,-14 0-1 16,3-6-1-16,1-6-6 16,8-9 0-16,4-2 1 15,0-7-2-15,0 0-5 16,2 0-8-16,16 0 14 16,7 0 17-16,4 0-7 15,2 0-2-15,1 8-8 16,-6 10-20-16,-4 5 19 15,-6 4 1-15,-12 4 0 16,-4-2 6-16,0 0 3 0,-20-4-2 16,-7-4-5-1,-1-7 8-15,-3-10-4 0,4-4 11 16,2 0-16-16,5 0 5 16,5-6-6-16,3-1-43 15,1 4-162-15,3 1-264 16,0 2-511-16</inkml:trace>
  <inkml:trace contextRef="#ctx0" brushRef="#br0" timeOffset="63441.5">2710 11143 889 0,'0'0'563'16,"0"0"-186"-16,0 0-41 15,0 0-49-15,0 0-68 0,0 0-51 16,-17-21-60-16,17 21-47 15,-3 0-12-15,3 13-35 16,0 5 43-16,0 4-23 16,0 3 1-16,0 1-16 15,-2-3 4-15,-3 1-10 16,3-1-5-16,-2-5 3 16,1-2-10-16,1-3-2 15,0-5 8-15,2-1-14 16,0-5-1-16,0-1-20 15,0-1-41-15,7 0-44 16,11 0-102-16,1-3-635 0</inkml:trace>
  <inkml:trace contextRef="#ctx0" brushRef="#br0" timeOffset="63837.37">3071 11209 461 0,'0'0'648'15,"0"0"-423"-15,0 0-96 16,0 0 15-16,0 0 37 16,0 0 0-16,0 0 81 15,-29 83-64-15,4-47-69 16,-4 5-51-16,-2 6-24 0,-4 1-1 15,1 2-11-15,-1 0 6 16,1 0-35-16,3-4 19 16,2-3-18-16,5-6 4 15,1-4-16-15,8-9 10 16,3-5-2-16,4-4-2 16,3-6-5-16,1 0 3 15,0-3-5-15,-1-1 5 16,-2-2-6-16,2 3 0 15,-1-3 0-15,2 2-7 16,2-1-44-16,2 0-76 16,0-4-165-16,12 0-253 15,5 0-484-15</inkml:trace>
  <inkml:trace contextRef="#ctx0" brushRef="#br0" timeOffset="64445.37">2988 11811 1117 0,'0'0'309'0,"0"0"-73"0,0 0-58 15,0 0 10-15,0 0-110 16,0 0 23-16,130-74-7 16,-98 63-30-16,-6 7-33 15,-6 4 2-15,-4 0-14 16,-5 0-10-16,-5 11 4 16,-4 4 2-16,-2 5 21 15,0 5-6-15,-10 1 42 16,-13 2-37-16,-1 0-8 15,0 1-1-15,1-10 4 16,8-3-10-16,3-5-10 16,10-8 0-16,2-3-10 0,0 0 0 15,14 0 15-15,12 0-12 16,3 0-1-16,4 0 10 16,-2 2-12-16,-4 10 0 15,-4 2-1-15,-7 4 1 16,-3 2 0-16,-7-2 0 15,-6 0-11-15,0-2 9 16,0 0 2-16,-8-3 12 16,-13-1 12-16,-4-1-1 15,-3-1-1-15,2-2 11 16,-1-2-15-16,4-3 9 16,1-3-27-16,4 0 12 15,0 0-11-15,1-7 9 16,-1 0-10-16,-1 0-2 15,2 1-31-15,-1 5-71 0,3-4-147 16,3 3-254-16,3-1-343 16</inkml:trace>
  <inkml:trace contextRef="#ctx0" brushRef="#br0" timeOffset="84825.95">10149 6770 696 0,'0'0'262'0,"0"0"103"15,0 0-128-15,0 0-14 16,0 0-11-16,0 0-33 16,0-11-24-16,-3 9-33 15,3 1-18-15,0 1-3 16,-2-2-17-16,2 0 11 0,-2 2-34 16,2-3 2-16,-2 3-18 15,2-2 7-15,0 2-16 16,0-2 3-16,0 2 2 15,0-2-13-15,-2 2 19 16,0 0-35-16,2 0 19 16,-3 0-29-16,3 0 10 15,0 0-11-15,0 0 0 16,0 0 0-16,0 0 0 16,0 0 10-16,0 0-10 15,0 0 23-15,0 0-23 16,0 0 12-16,0 0-13 0,0 0 18 15,0 0-17-15,0 0 12 16,0 0 11-16,0 0-10 16,0 0 12-16,0 0-25 15,0 0 26-15,0 0-26 16,0 0 4-16,0 0-5 16,0 0-1-16,-2 0-20 15,0 0-1-15,0 18 11 16,0 14 11-16,-1 11 0 15,-2 13 6-15,1 10-6 16,-5 8 1-16,3 2 9 16,-4-6-10-16,4-8-1 15,-1-11 1-15,3-14 0 16,0-11 0-16,-2-9 12 16,6-11-7-16,0-4-4 0,0-2 17 15,0 0-4-15,0-12 0 16,0-6-14-16,0-6 0 15,0-6 0-15,0-7 1 16,4-4-8-16,0-8 8 16,0-1-2-16,1 1 2 15,-3 0-2-15,-2 8 2 16,2 6-1-16,-2 5 1 16,2 4 0-16,0 1-1 15,0 2 10-15,4-2-16 16,-4 3 12-16,2 0-12 15,0 7 9-15,1 1-4 16,-1 3 1-16,-2 8 0 0,-2 0 0 16,2 3 0-16,-2 0-7 15,0 0-12-15,0 0 18 16,0 8-16-16,0 16 16 16,0 15-10-16,0 11 10 15,0 10 2-15,-2 6-1 16,-6 0 5-16,1-4-4 15,1-5 4-15,-2-11 3 16,2-9-10-16,1-10 4 16,3-9-3-16,0-7 1 15,0-2 0-15,2-7 1 16,0-1-1-16,-2-1 9 16,2 0-2-16,-2 0 17 15,-2-9-15-15,0-9-9 16,2-7 1-16,0-9-2 0,2-6 1 15,0 0-5-15,0 1 4 16,0 2 2-16,0 5-5 16,0 4 5-16,0 1-2 15,0 1 1-15,2-3-1 16,12 0-15-16,-1-1 4 16,3 2-5-16,-3 5 8 15,1 0 3-15,-6 6 12 16,3 0-15-16,1 3 15 15,1-1-12-15,5-4 2 16,4 1 4-16,7-2-10 16,0 4 4-16,0 4-8 0,-4 5 11 15,-7 2-7-15,-5 5-1 16,-3 0 10-16,0 0-9 16,-1 2 9-16,-1 12-8 15,-1 4 7-15,2 4 2 16,-4 4 0-16,-3 6 0 15,-2 5 0-15,0 3-6 16,0 1 12-16,-11 3-7 16,-5-1 2-16,-1-1 7 15,-1-3-8-15,-3-4 0 16,-4-2 0-16,2-4 0 16,-6-3 0-16,0-3 12 15,4-5-12-15,2-9 0 0,8-1 10 16,4-8-9-16,2 0 15 15,7 0 1-15,0-5-10 16,-1-10 6-16,3-2-12 16,0-1 7-16,0 0-2 15,0 1-7-15,0 3 2 16,5 5 4-16,1-2-5 16,1 5-1-16,2 1-8 15,0 0-1-15,4 5 9 16,5 0-20-16,0 0 19 15,4 18-5-15,-2 7 7 16,1 1-9-16,-2 4 9 16,2-2-1-16,-3-3 2 0,-1-2-2 15,1-5 2 1,-1-6-8-16,2-4 3 0,1-2 3 16,2-4-10-16,0-2 5 15,-1 0-19-15,-2 0-8 16,-1 0-21-16,-3 0-21 15,4 0-9-15,-1 0-58 16,3 0-73-16,-2 0-371 16,-9 0-647-16</inkml:trace>
  <inkml:trace contextRef="#ctx0" brushRef="#br0" timeOffset="86057.64">10061 8256 1001 0,'0'0'999'16,"0"0"-633"-16,0 0-80 16,0 0-82-16,0 0-48 0,0 0-55 15,0 0-29-15,-33-51-13 16,33 51-37-16,-2 0 29 16,2 0-30-16,0 0 3 15,0 0-15-15,0-2 9 16,-2 2-17-16,2 0 11 15,0 0 9-15,0 0-11 16,0 0 7-16,0 0-8 16,0 0 3-16,0-2-5 15,0 2 5-15,0-2-4 16,-2 0 8-16,-1-1-5 16,1-2-11-16,-2-1 4 15,2 2 4-15,0-2 11 0,0 3-19 16,2-2 20-1,0 1-19-15,0 2 23 0,0 0-23 16,0 2-1-16,0 0 0 16,0 4-26-16,0 20 26 15,8 10-1-15,5 14-1 16,3 7 4-16,-1 5 2 16,6-2-3-16,-1-1-1 15,2-8 1-15,-2-6 0 16,-2-10 2-16,-7-6 3 15,0-10-11-15,-4-5 19 16,-5-5-15-16,3-6 2 16,-5-1 7-16,0 0-8 15,2 0 7-15,0 0 5 16,2-10-10-16,5-9 10 0,3-11-2 16,-1-11-7-1,5-2 3-15,-3-6-7 0,1-1 1 16,-2 1 0-16,-1 3 0 15,1 3 0-15,-1 0 0 16,-3 6 6-16,2 0-12 16,-3 5 16-16,-1 2-11 15,0 6 2-15,-3 4-2 16,0 6 1-16,-3 3-1 16,0 6 1-16,0 3-6 15,0 2 4-15,0 0-31 16,0 0-7-16,0 4-110 15,-6 24-58-15,-4-4-291 16,-1-7-1544-16</inkml:trace>
  <inkml:trace contextRef="#ctx0" brushRef="#br0" timeOffset="100063.92">18738 3942 814 0,'0'0'349'0,"0"0"-51"15,0 0-161-15,0 0 18 16,0 0 0-16,0 0 4 16,0 0 14-16,22-30-22 15,-22 30-19-15,0 0-52 16,0 9-47-16,0 8-27 16,0 7 9-16,0 4-14 15,-6 2 11-15,3 0-6 16,-1-2 3-16,4-1 0 15,0-10-2-15,0-5 3 16,2-4-9-16,13-4 12 16,4-4-13-16,5 0 12 0,0 0-11 15,3 0 9-15,-2-5-9 16,-1 1 0-16,3-2 0 16,2-1-1-16,0 4 0 15,5-1 6-15,-1 1-6 16,0 2 0-16,-2 1 0 15,-2 0 0-15,-2 0 0 16,-2 0 0-16,2 0 0 16,4 1 0-16,7 2 0 15,6-3-1-15,5 0-3 16,3 0 3-16,-4 0-8 16,0 0 9-16,-6 0-6 15,-7 0 0-15,1 4-1 16,-2-1 1-16,-1 0 4 0,5 1-20 15,2-1 13-15,0 2 0 16,-2-2 0-16,2 4-10 16,-5-2 5-16,4 1 13 15,-3-2-1-15,3-1 2 16,3-2 0-16,6-1-6 16,5 0 6-16,5 0 0 15,0 0 0-15,-1 0 0 16,-5 0-12-16,-7 0-41 15,-7 0-28-15,-5 0 14 16,-4 0 2-16,4 0 20 16,7 0 44-16,12 0-5 15,12 0 6-15,11 0-1 0,-2 5 1 16,-7 2 0-16,-12 2-1 16,-18-1-19-16,-18-2-113 15,-12-4 67-15,-6 0 66 16,0-2 7-16,0 0 78 15,0 0 20-15,-4 0-1 16,2-7-8-16,2-1-35 16,0 1-34-16,-2-3-4 15,-1 2-22-15,-2-2 12 16,-3-1-13-16,1-4 7 16,1-3-5-16,1-4 8 15,5-3-3-15,0 4-6 16,0 1-1-16,0 9-1 0,0 5-65 15,0 6-138-15,-9 0-78 16,-2 0-521-16</inkml:trace>
  <inkml:trace contextRef="#ctx0" brushRef="#br0" timeOffset="108227.7">6549 7034 1169 0,'0'0'345'15,"0"0"59"-15,0 0-207 16,0 0-41-16,0 0-79 15,127-94-25-15,-94 81-22 16,-2 2-8-16,-4 9-7 16,-4 2-14-16,-10 7 16 15,-11 25 20-15,-2 7-7 0,-4 9-19 16,-17 2 1 0,0-4-6-16,0-5 0 0,10-9-6 15,4-14 0-15,7-10 0 16,0-8-34-16,0 0 34 15,16-14-6-15,7-7 6 16,0-1 2-16,2 7-1 16,2 2 0-16,-2 12 9 15,-3 1-9-15,-5 4 0 16,-5 18 8-16,-10 3-8 16,-2 6 16-16,-2-1 5 15,-22 0 53-15,-5 0 13 16,-5-4-21-16,3-2-27 15,4-6-16-15,7-7-14 16,2-4-9-16,5-3 2 0,2-4-3 16,-1 0-44-16,1-2-109 15,3-8-165-15,5-3-361 0</inkml:trace>
  <inkml:trace contextRef="#ctx0" brushRef="#br0" timeOffset="108528.15">7124 6868 1347 0,'0'0'591'15,"0"0"-424"-15,0 0 80 0,0 136 19 16,0-58-78-16,0 8-51 15,0 2-8-15,0-9-36 16,-2-7-26-16,-5-9-29 16,-2-13-10-16,2-14-13 15,3-9-3-15,0-11-10 16,2-7-2-16,-1-6-6 16,0-3-54-16,-1 0-30 15,-2 0-68-15,-1-9-353 16,3-10-868-16</inkml:trace>
  <inkml:trace contextRef="#ctx0" brushRef="#br0" timeOffset="108790.26">7365 7082 1839 0,'0'0'328'0,"0"0"13"15,0 0-51-15,4 115-101 16,-2-76-65-16,3 0-40 16,1-6-20-16,6-2-11 15,-1-5-16-15,0-5-6 16,-2-4-30-16,0-5 13 16,-5-6-14-16,-2-2-1 15,-2-4-46-15,0 0-26 0,2-12-53 16,-2-12-179-16,3-4-903 0</inkml:trace>
  <inkml:trace contextRef="#ctx0" brushRef="#br0" timeOffset="109083.1">7471 7060 1540 0,'0'0'299'15,"0"0"60"-15,7 113-71 16,16-69-102-16,6-8-97 0,6-12-46 16,6-12-13-16,-1-12-6 15,2 0 5 1,-5-10-19-16,-8-13 0 0,-4-6-4 16,-11-1 8-16,-10-3 44 15,-4-3 11-15,0 3-8 16,-6-2-32-16,-15 9-9 15,-6 10-20-15,-6 14-21 16,-7 2-56-16,-32 44-78 16,10 0-305-16,4-2-1206 0</inkml:trace>
  <inkml:trace contextRef="#ctx0" brushRef="#br0" timeOffset="111882.92">7245 8590 1160 0,'0'0'343'16,"0"0"-67"-16,0 0-110 15,0 0-26-15,0 0-7 16,0 0 10-16,84 0-25 15,-46-6-19-15,2-4-17 0,0 0-13 16,-5 3-23-16,-3 0-30 16,-10 7 4-16,-6 0-20 15,-7 7-2-15,-5 12-5 16,-2 11 7-16,-2 11 9 16,0 5-2-16,0 4-1 15,0 0 5-15,-11-3 5 16,1-1-15-16,-2-7 17 15,1-5-16-15,-1-8 7 16,4-4-9-16,1-7 10 16,5-5-10-16,0-4 0 15,0-5 0-15,2-1-9 16,-5 0-21-16,-2 0-61 0,-8 0-111 16,-1-3-367-16,1-11-1032 15</inkml:trace>
  <inkml:trace contextRef="#ctx0" brushRef="#br0" timeOffset="112102.42">7326 8828 1008 0,'0'0'740'0,"0"0"-508"16,0 0-106-16,0 0 83 15,141-47-70-15,-97 33-51 0,-1 3-45 16,-7 2-25-16,-5 2-18 16,-2 3-30-16,9 3-184 15,-7-1-371-15,-4 0-664 0</inkml:trace>
  <inkml:trace contextRef="#ctx0" brushRef="#br0" timeOffset="112410.33">8078 8647 1445 0,'0'0'314'16,"0"0"-6"-16,0 0-202 16,0 0 86-16,-42 104-8 0,17-46-40 15,-4 5-18-15,0-3-22 16,-4 1-24-16,-1-3-21 15,-1-5-24-15,2-9-5 16,0-6-17-16,8-10 8 16,2-4-21-16,7-8 8 15,7-4-7-15,3-4-2 16,2-1-6-16,-1-6-2 16,5 1-4-16,0-2-22 15,0 0 5-15,2-16-97 16,16-5-429-16,2-6-492 0</inkml:trace>
  <inkml:trace contextRef="#ctx0" brushRef="#br0" timeOffset="112710.03">8219 8886 1542 0,'0'0'272'0,"0"0"-48"16,0 0 27-16,0 0-14 15,-7 139-69-15,0-91-48 16,0 1-16-16,3-5-30 0,4-7-13 16,0-8-39-16,0-9-2 15,0-6-19-15,0-6 11 16,0-6-12-16,0-2 0 15,0 0 0-15,0 0-37 16,0-6-90-16,0-15-206 16,0 4-297-16,2-3-535 0</inkml:trace>
  <inkml:trace contextRef="#ctx0" brushRef="#br0" timeOffset="113094.27">8452 8886 1590 0,'0'0'237'15,"0"0"-136"-15,0 0 64 16,0 0 58-16,-24 102-103 16,17-65-20-16,0 6 10 15,5-3-27-15,0 0-11 16,2-2-18-16,0-4-13 15,0-5-3-15,7-4-29 16,6-3 6-16,7-6-14 16,5-6 1-16,6-4 5 15,4-6 13-15,2 0-13 16,-2-4 4-16,-1-15-10 16,-5-8-1-16,-3-2 21 15,-4-6-6-15,-4-2 19 0,-7 0 7 16,-11-2-7-16,0-1-8 15,-11 3-7-15,-18-2-14 16,-4 7-5-16,-9 4-24 16,-32 12-102-16,9 6-241 15,3 10-1790-15</inkml:trace>
  <inkml:trace contextRef="#ctx0" brushRef="#br0" timeOffset="123940.35">9890 11143 811 0,'0'0'920'0,"0"0"-569"15,0 0 4-15,0 0-92 0,0 0-107 16,0 0-88-1,-4 5-42-15,6 27 31 0,7 14 14 16,-3 7 21-16,-1 7-19 16,-5 2-11-16,0 1-22 15,0-5-9-15,0-5-14 16,0-10-7-16,0-9-2 16,0-6-8-16,0-10 6 15,0-8-6-15,0-6-11 16,0-4-35-16,0 0-20 15,0-12-69-15,0-32-100 16,0 6-454-16,0-2-845 0</inkml:trace>
  <inkml:trace contextRef="#ctx0" brushRef="#br0" timeOffset="124488.16">9964 11064 517 0,'0'0'399'16,"0"0"-93"-16,0 0-54 15,0 0-33-15,132-78-38 16,-99 68-55-16,-6 2 12 16,-5 8-73-16,-6 0-33 15,-6 0-13-15,-3 17-10 16,-2 2 22-16,-5 6-10 0,0 1-6 15,0 2-6 1,0 2 3-16,-3 2-12 0,-8-2 10 16,-4 2-9-16,-3-1 9 15,0-4-9-15,-2 0 0 16,0-1 0-16,3-2 1 16,3-2-1-16,1-5 0 15,5 0 7-15,2-10-8 16,4 0 31-16,2-3 18 15,0-2 44-15,0-2-2 16,0 1-37-16,0 3-36 16,0 0-17-16,0 1 13 15,0-1-13-15,0 2 12 16,0 0-1-16,10-3 21 16,7 4 9-16,5-1 34 0,9-2-24 15,5-1-16-15,-1-2-9 16,-1 1-16-16,-5 2-3 15,-7 3-8-15,-5-2-1 16,-3 2 1-16,-1 0 0 16,-1-1 0-16,-1 1 0 15,0-4-9-15,-4 6-60 16,0-2-195-16,-5 0-386 0</inkml:trace>
  <inkml:trace contextRef="#ctx0" brushRef="#br0" timeOffset="125412.73">9567 12832 898 0,'0'0'345'16,"0"0"23"-16,0 0-78 16,0 0-8-16,0 0 1 15,0 0-73-15,0 0-30 16,-21-57-63-16,25 57-22 16,6 0-26-16,5 22-24 15,6 9 8-15,4 6-22 16,1 7 7-16,1 3-4 15,-3-1 3-15,1-2-11 16,-5-3-17-16,-2-7 4 16,-5-5-13-16,-4-7 7 0,-3-3-7 15,0-5 0-15,-4-5-6 16,-2-2-11-16,2-6-31 16,-2-1-17-16,0 0-9 15,0-4-32-15,4-25-63 16,3-1-174-16,5-3-482 0</inkml:trace>
  <inkml:trace contextRef="#ctx0" brushRef="#br0" timeOffset="125708.6">9995 12673 995 0,'0'0'395'0,"0"0"-19"16,0 0-142-16,0 0-137 16,0 0-19-16,0 0 98 15,0 0 17-15,-29 148-30 16,9-97-31-16,0-1-52 16,0-1-36-16,2-6-11 15,2-2-32-15,1-4 12 16,5-3-13-16,2-8 6 15,6-2-6-15,0-6-14 16,2-2-52-16,-3 3-141 0,3-8-386 16,-4-2-692-16</inkml:trace>
  <inkml:trace contextRef="#ctx0" brushRef="#br0" timeOffset="126868.69">8506 14016 1422 0,'0'0'270'0,"0"0"58"16,0 0-67-16,0 0-49 15,0 0-110-15,0 0-60 16,0 0 14-16,0 59 27 16,0-12-19-16,0 8-6 15,-7 1 15-15,-6-2-23 16,-3-2-9-16,1-8-18 0,6-7-5 16,0-9-12-16,7-12 0 15,2-4-6-15,0-12 1 16,0 0 14-16,0 0-7 15,0-8 19-15,0-12-17 16,0-5-4-16,0-7-5 16,2-2 4-16,7-7-5 15,2-5 0-15,4-5-1 16,4-3-7-16,-2-1 8 16,1 7 0-16,-3 7 1 15,1 4-1-15,-7 11 6 16,0 9-6-16,-2 6 0 0,0 5 0 15,3 6-9 1,4 0-3-16,3 12 4 0,6 14 2 16,2 6 7-16,-3 7-1 15,0 4 2-15,-4 3 10 16,-3 0-11-16,1 3 9 16,-5-5-4-16,1-1-5 15,-4-5 1-15,1-3-2 16,1-7 0-16,-6-1 0 15,0-5-1-15,-2-10 1 16,1-2 0-16,-1-4-1 16,0-5-43-16,0-1-25 15,0 0-26-15,0 0-41 0,-2-21-104 16,0 3-308 0,0-3-413-16</inkml:trace>
  <inkml:trace contextRef="#ctx0" brushRef="#br0" timeOffset="127103.58">8462 14225 1192 0,'0'0'209'0,"0"0"60"16,0 0-69-16,0 0 2 0,156 0-100 16,-105 0-74-16,9 0-28 15,-11 0-171-15,-14 0-502 0</inkml:trace>
  <inkml:trace contextRef="#ctx0" brushRef="#br0" timeOffset="149878.19">7336 10740 1124 0,'0'0'293'0,"0"0"-116"15,0 0-56-15,0 0 27 16,0 0-63-16,69-63-13 16,-40 54-11-16,4 1-32 15,1 2-10-15,-1 2-2 16,-2 2-8-16,-4 2-2 16,-5 0-6-16,-6 0-1 15,-7 0 0-15,-9 2 0 16,0 8 0-16,0 4 30 15,-16 1 3-15,-1-3-20 0,-4 5-4 16,1 0-2 0,1 0-6-16,0 3 0 0,1-2 0 15,3 2 19-15,1 2-3 16,5-3 3-16,5 1-1 16,0-3 10-16,4-1 9 15,0-2 25-15,0-4 18 16,11-2-19-16,7-4-4 15,4-4-6-15,0 0-4 16,3 0-24-16,-3-4-11 16,-2-4-12-16,0 2 1 15,-4-2-2-15,-1 0-1 16,4-1-62-16,12-11-150 16,-4 1-164-16,-4 0-739 0</inkml:trace>
  <inkml:trace contextRef="#ctx0" brushRef="#br0" timeOffset="150162.94">7960 10519 1370 0,'0'0'340'0,"0"0"-8"15,0 0-193-15,0 0-82 16,0 0 63-16,-5 110 69 15,-3-41-33-15,-4 11-22 16,-1 6-16-16,-3 0-46 0,3-4-32 16,0-9-14-16,-1-10-10 15,1-10-10-15,-1-9-4 16,-1-9-1-16,3-10 6 16,4-7-7-16,3-11 0 15,5-7-54-15,7-25-34 16,15-8-290-16,5-6-1014 0</inkml:trace>
  <inkml:trace contextRef="#ctx0" brushRef="#br0" timeOffset="150427.35">8203 10865 1045 0,'0'0'760'16,"0"0"-584"-16,0 0-68 15,0 0 123-15,0 0-58 16,0 116-67-16,0-80-18 16,0-1-33-16,0-2-33 15,0-5-5-15,-3-5-17 16,-1-4-1-16,2-6-104 15,2-8-366-15,0-5-480 0</inkml:trace>
  <inkml:trace contextRef="#ctx0" brushRef="#br0" timeOffset="150628.84">8392 10892 1739 0,'0'0'221'15,"0"0"-40"-15,0 0 64 16,0 0-68-16,0 123-106 16,0-90-44-16,0-5-9 15,0-1-16-15,7-5-2 16,-2-4 0-16,-5-2-139 16,0-4-348-16,0-3-1029 0</inkml:trace>
  <inkml:trace contextRef="#ctx0" brushRef="#br0" timeOffset="155894.74">8258 11937 1079 0,'0'0'157'0,"0"0"56"16,0 0-91-16,119-82-11 16,-82 66-66-16,-3 6-34 15,-10 10 3-15,-5 0-13 16,-13 2 10-16,-6 18 62 15,0 4 65-15,-18 2-18 16,-2-2-43-16,0-5-43 16,4-4-24-16,7-9 1 15,7-2-11-15,2-4 0 0,0 0-1 16,0 0 1-16,14 0 7 16,8 0 0-16,2 0 3 15,1 4-9-15,-4 2-1 16,-4 4-1-16,-5 4 1 15,-10 5-10-15,-2 0 4 16,-2 6 6-16,-21-2 22 16,0-2 15-16,-1-3-5 15,2-6-9-15,6-5-16 16,3-4 8-16,6-3-15 16,2 0-55-16,5 0-157 15,0-9-171-15,3-1-722 0</inkml:trace>
  <inkml:trace contextRef="#ctx0" brushRef="#br0" timeOffset="156157.84">8807 11829 1228 0,'0'0'395'15,"0"0"-265"-15,0 0 126 16,0 0 24-16,-7 147-81 16,-9-92-55-16,-1 1-32 0,-1-2-18 15,0-4-61-15,5-6-13 16,0-6-18-16,3-6-2 16,6-12-21-16,2-6-97 15,2-14-180-15,0 0-316 16,0 0-535-16</inkml:trace>
  <inkml:trace contextRef="#ctx0" brushRef="#br0" timeOffset="156419.76">8950 12100 1275 0,'0'0'240'0,"0"0"-28"16,0 0 12-16,0 0 57 15,0 0-92-15,2 135-83 16,-2-100-35-16,-4-3-26 16,-3-4-23-16,4-4-14 15,-1-6 5-15,1-4-13 16,3-8-95-16,0-3-263 15,0-3-374-15</inkml:trace>
  <inkml:trace contextRef="#ctx0" brushRef="#br0" timeOffset="156606.6">9157 12129 1795 0,'0'0'232'0,"0"0"-133"16,0 0 7-16,0 0 14 16,0 0-80-16,0 133-40 15,0-93-6-15,0-10-264 16,0-6-651-16</inkml:trace>
  <inkml:trace contextRef="#ctx0" brushRef="#br0" timeOffset="159716.32">8167 12858 546 0,'0'0'351'15,"0"0"-106"-15,0 0 33 16,0 0-110-16,0 0-26 16,0 0-27-16,-20-19 11 15,18 17 43-15,-1 0-27 16,-1 0-24-16,-2 2-17 16,-1 0-33-16,-5 0-36 15,-3 0-17-15,-1 0-7 0,-3 0-7 16,-4 2 5-16,3 6-6 15,-3 0 10-15,2 0-9 16,0 2 16-16,1 0 3 16,3 2 0-16,-4 2-8 15,6 4-1-15,-1 3 2 16,3 3-7-16,1 0 1 16,4 4-6-16,3-5 7 15,3 2-8-15,2-3 1 16,0-6-1-16,11-1 1 15,9-8 0-15,7-2 7 16,0 0-7-16,-1-5 0 16,-3 0 2-16,-3 0 4 0,-7 0-7 15,-6-10 0 1,-2 0 6-16,-3-4-6 0,-2 0 1 16,0 2 1-16,0 2-1 15,0 4-1-15,0 2-1 16,-12 4 0-16,-3 0-18 15,1 0 3-15,1 0-32 16,7 2-52-16,6 2-129 16,0-4-103-16,17 0-144 15,3 0-438-15</inkml:trace>
  <inkml:trace contextRef="#ctx0" brushRef="#br0" timeOffset="160121.46">8426 12932 1294 0,'0'0'309'0,"0"0"-90"16,0 0-93-16,0 0 44 15,0 0-36-15,0 0 23 0,0 0-19 16,-76 143-32-16,43-94-26 16,-3 6 2-16,-5 3 2 15,4 0-41-15,-1 0-16 16,5-4-21-16,4-8 8 15,6-8-14-15,10-9 2 16,3-12-2-16,6-5 0 16,2-7-8-16,2-4-32 15,0-1-45-15,0 0-41 16,10-1-110-16,7-12-307 16,3-3-383-16</inkml:trace>
  <inkml:trace contextRef="#ctx0" brushRef="#br0" timeOffset="160416.12">8450 13275 1242 0,'0'0'196'0,"0"0"48"16,0 0-47-16,0 0-3 16,0 0-57-16,-24 117-38 15,12-86 18-15,-1-4-36 0,2-1-26 16,4-11-34-16,3-5-9 16,2-3-11-16,2-7-1 15,0 0-46-15,0 0-100 16,0-12-171-16,8-3-680 0</inkml:trace>
  <inkml:trace contextRef="#ctx0" brushRef="#br0" timeOffset="160632.7">8582 13234 1190 0,'0'0'199'0,"0"0"70"16,0 0-28-16,0 0 26 16,0 0-62-16,0 115-56 15,-4-85-57-15,-6 2-50 16,1-4-32-16,-1 0-10 16,0-6-151-16,1-10-461 0</inkml:trace>
  <inkml:trace contextRef="#ctx0" brushRef="#br0" timeOffset="176702.88">13000 7166 1825 0,'0'0'287'16,"0"0"173"-16,0 0-345 15,0 0-18-15,0 0-57 16,0 0 27-16,-7 150 50 16,12-73-23-16,1 5-26 15,-1 4-7-15,0 1-22 16,-1-3-4-16,2-8-20 16,-1-6-1-16,1-12-14 15,2-8 7-15,-2-11-7 0,-2-13-1 16,1-8-43-1,-3-9-54-15,0-9-10 0,-2 0 2 16,0-43-115-16,0 2-394 16,0 0-422-16</inkml:trace>
  <inkml:trace contextRef="#ctx0" brushRef="#br0" timeOffset="177086.44">12964 7287 694 0,'0'0'752'0,"0"0"-506"16,0 0-29-16,0 0 50 15,0 0-106-15,0 0-89 16,63-126 23-16,-24 97 23 15,4 5-8-15,1 8-16 16,-1 8-35-16,-3 8-40 16,0 2-13-16,-4 22-5 15,-4 11 1-15,-6 7 16 16,-6 2-17-16,-11 2 16 16,-9-2-7-16,0 0 11 15,-32-2-3-15,-10-2 12 16,-5-4-12-16,1-6-3 0,3-7-10 15,10-16-4-15,11-7-2 16,6-2-48-16,12-33-146 16,4 3-334-16,0 2-725 0</inkml:trace>
  <inkml:trace contextRef="#ctx0" brushRef="#br0" timeOffset="178444.83">13969 7084 1448 0,'0'0'264'15,"0"0"71"-15,0 0-104 16,0 0-29-16,0 0-79 15,0 0-38-15,0 0-21 16,-50 47-13-16,34-15 13 16,3 14 18-16,-1 10-16 15,3 7 15-15,7 8-24 0,2 1 6 16,2 0-30 0,0-5-9-16,10-9-17 0,6-11-5 15,0-6-1-15,2-9-1 16,-1-8-8-16,3-9-55 15,0-9-58-15,14-6-106 16,-6 0-474-16,-3-9-858 0</inkml:trace>
  <inkml:trace contextRef="#ctx0" brushRef="#br0" timeOffset="178918.4">14241 7347 1787 0,'0'0'474'0,"0"0"-143"16,0 0-219-16,0 0 10 16,0 0 8-16,48 124-43 15,-19-71 3-15,0-2-35 16,0-1-16-16,-6-7-22 15,2-8-5-15,-4-6-11 16,-4-9 5-16,-5-8-5 16,-2-6 0-16,-1-6 6 15,-2 0-7-15,2 0 16 16,-2-14-7-16,-1-4 9 16,-4-6 10-16,-2-8-5 0,0-5-7 15,0-6-2-15,0-6-6 16,0-1-7-16,0 2 3 15,-4 4-3-15,0 4-1 16,-1 8 11-16,1 4 14 16,-3 6 2-16,3 3-1 15,1 6-8-15,1 3-12 16,2 3-6-16,0 5-3 16,0 2 1-16,0 0-59 15,0 0-56-15,0 0-70 16,0 2-71-16,14 7-451 15,1-2-1157-15</inkml:trace>
  <inkml:trace contextRef="#ctx0" brushRef="#br0" timeOffset="179331.44">14831 6972 1390 0,'0'0'295'0,"0"0"15"15,0 0-200-15,0 0 17 0,0 0-21 16,35 102 4-16,-8-49 13 15,-1 9 10-15,3 5-29 16,-5 5-4-16,-1 0-16 16,-8 6-12-16,-3 0-6 15,-10-3-24-15,-2-6-8 16,0-3-2-16,-9-8 14 16,-11-5-20-16,-3-7 3 15,4-11-12-15,1-7-7 16,5-11-9-16,3-7 1 15,4-3-2-15,-1-7-22 16,1 0-48-16,6 0-73 16,0-9-89-16,0-8-520 0</inkml:trace>
  <inkml:trace contextRef="#ctx0" brushRef="#br0" timeOffset="179751.59">15292 7354 1377 0,'0'0'321'0,"0"0"80"16,0 0-218-16,0 0-16 15,0 0-42-15,0 0-10 16,0 0-57-16,113 32-19 16,-86-21-29-16,-3-1 5 15,1-2-13-15,0-2-2 0,-3-4-18 16,4-2-113-16,-5 0-356 16,-9 0-476-16</inkml:trace>
  <inkml:trace contextRef="#ctx0" brushRef="#br0" timeOffset="179909.26">15319 7614 1774 0,'0'0'242'0,"0"0"-45"16,0 0-83-16,0 0 7 15,0 0-80-15,166 0-41 16,-108-3-334-16,-6-4-797 0</inkml:trace>
  <inkml:trace contextRef="#ctx0" brushRef="#br0" timeOffset="194720.3">9021 7836 965 0,'0'0'194'16,"0"0"-41"-16,0 0-70 15,0 0 68-15,0 0-91 0,0 0-41 16,20 0-6-16,-7-6 19 16,3 3 7-16,1-2 34 15,2 2-45-15,1-2-2 16,4 1-24-16,5 1 12 15,4-2-13-15,6-1 5 16,1 3-4-16,-5-2-2 16,-4 1 0-16,-8 2 14 15,-10 2-9-15,-4 0-4 16,-4 0 3-16,-1-1-3 16,2 1 0-16,6-3 6 15,8 3-6-15,11-3-1 16,10 3 6-16,5 0-12 15,8 0 15-15,-1 0-10 0,-4 0 2 16,-6 6-1-16,-6-3 0 16,-5 3-1-16,-3 0 1 15,2 0 0-15,2 0-2 16,9-2-2-16,7 3-9 16,5-2 5-16,4 3 7 15,-2 2-16-15,-3 2 7 16,-4-1-24-16,-5 1-7 15,-3-3 9-15,-3 2-59 16,0-4 77-16,2 3-85 16,0 1 60-16,4 0 26 15,1 3 12-15,2 3-5 16,-2 2 6-16,-5 3 1 16,-5 2 0-16,-6 2-1 0,-4 3-14 15,-5 1 8-15,-3 0-23 16,2 2 28-16,-1 3-9 15,1-2 9-15,2 2 1 16,-2-2-1-16,-3 3-1 16,-3 3-25-16,-8 1 18 15,-5 4-23-15,0 2 31 16,-5 0-17-16,-10-2 7 16,1-4-7-16,3-4 7 15,3-1-41-15,-4-7-60 16,3-2 64-16,-1-2-4 15,-7-2-53-15,2-3 17 16,-3 4 34-16,-4-5-5 0,0 0-4 16,-3-2-21-16,3-1-7 15,-1-4 30-15,2-1 8 16,0-2 43-16,-3 0 10 16,-1 3 17-16,-4-4 22 15,-2 3 46-15,-3-2 5 16,-1 0-37-16,-3-2-18 15,0-1 5-15,3-3-5 16,-4-1-9-16,4-1 3 16,-3 0-21-16,-2 0 14 15,0 0 26-15,0 0 14 16,-3 0-9-16,-1 0 1 16,-4 0-35-16,0-3-11 0,-8-4-5 15,-2 2 7-15,-2 1-15 16,0 1 7-16,-1 2-4 15,3 1 4-15,3 0-1 16,4 0-1-16,4 0 1 16,0 0 0-16,0 0 0 15,-2 0-2-15,-4 0 5 16,-3 0-4-16,-6 0 0 16,-3 0 0-16,1 0 0 15,-2 1 1-15,4 2 0 16,4-3 0-16,5 0 4 15,1 0 1-15,1 0 2 16,5 0-7-16,-4 0 5 16,2 0-6-16,-4 0 0 0,-2 0-6 15,1 0 5-15,-2 5 1 16,-1 1 0-16,-2 1-9 16,-5-2 12-16,1 2-4 15,-6-2 2-15,0 2-2 16,-3 1 1-16,-1-3 0 15,1 3 0-15,0 1 0 16,1-2 0-16,5 2 2 16,3-2-4-16,4 0 4 15,3-1-2-15,3-1 0 16,3 0 7-16,1 2-7 16,-2-5 7-16,-4 5 42 15,-4 1 2-15,-6 1-6 0,-3 2-26 16,-2-2 4-1,3 3-17-15,-2-5 5 0,8 3-11 16,5-1 9-16,3 2-2 16,5-2-6-16,5 3 3 15,7-5-1-15,1 0-6 16,-2 4 9-16,0-2-7 16,-1 0 1-16,-7-1 0 15,-4 1-1-15,-1 3 1 16,-4-3-2-16,-3 2-45 15,-2 1-81-15,-2 2 7 16,0-1 92-16,0 6 12 0,-3 0 17 16,3 1 0-16,-2 2 13 15,1 3-12-15,1-2-1 16,4-2 1-16,0-1-1 16,6-3 0-16,0 0 9 15,3-3-9-15,3 1 1 16,1-3 24-16,3-1-16 15,3 1 1-15,-3 0-9 16,-1 2 0-16,-5-3 2 16,-6 4 6-16,-6-3 1 15,-6 2-10-15,-5 3 13 16,-1 0-7-16,1 3 6 16,2 1 4-16,3 0-2 15,6 4-5-15,4-4-8 0,0 4 19 16,6-1-13-16,-4 1 3 15,1 1-9-15,2 1 6 16,2-1 15-16,5-1 7 16,2-2-9-16,0 1-4 15,2 1-6-15,-2 0-10 16,-1 1 21-16,2 1-20 16,-6 1 20-16,0 0-3 15,1 2-4-15,-3 2-12 16,3-4 5-16,1 0-6 15,5-2 0-15,3-4 2 16,4-5 6-16,-1 2-9 16,3-1 1-16,-4 2-1 15,-6 1 0-15,-3 0 6 0,-2 3-6 16,-5 3 0 0,-1-1 0-16,2-3 1 0,-1 3-2 15,4-1 1-15,2-4-1 16,6 0 2-16,3-3 0 15,5-2 0-15,0 0-1 16,3-2 2-16,1-2-2 16,0 0 0-16,1 0 6 15,2-2-8-15,-1-2 4 16,1 1-2-16,2-4 1 16,-4-1 8-16,-1 0-9 15,-2 0 1-15,-4-1-2 0,0-3 7 16,0 0-13-16,-1 0 17 15,1 0-4 1,2 0-5-16,7-8 19 0,4-4 98 16,4 3-20-16,8-1-49 15,2-4-25-15,-1 1-19 16,3-4 4-16,0 1 9 16,0-2-17-16,0 2 3 15,0 0-3-15,-2 2 8 16,0 0-9-16,2-3 7 15,2 2-7-15,0-2-6 16,0-2 5-16,0-3-2 16,4-2 3-16,8-1 0 0,-1-1 8 15,1 2-7 1,-2 2-1-16,1 3 0 0,1-1 1 16,-3 6-2-16,1 2 7 15,0-3-12-15,1-2 15 16,2 0-12-16,5-5 6 15,2-4-5-15,4-2 2 16,3 0 0-16,2-1 0 16,-2 5 0-16,-3 1-2 15,-3 5 11-15,-4-1-16 16,1 3 9-16,-3 0-4 16,4-3 4-16,1 2-1 15,4-1-1-15,3-5 0 16,4 4-1-16,0-3 3 15,0 2-9-15,-2 2 14 0,-4 2-8 16,-5 2 2-16,0 2-2 16,2-3 1-16,7 0 0 15,5-1 0-15,3-4 0 16,6-1-1-16,1 0 9 16,2 0-13-16,-5 2 6 15,-3 1-2-15,-4 2 2 16,-6-1-1-16,-3 3 0 15,0-4 0-15,6 0 0 16,5-4 1-16,7 0-3 16,5-4 1-16,6 1 0 15,-1-1 2-15,3 1-2 16,-3 4 1-16,-1-2 0 16,-3 0 0-16,-3 2 0 0,-1-2 0 15,-3 1 1-15,4-2 1 16,-5 0-2-16,-1 0 0 15,3 0 0-15,-3-2 0 16,0 3 1-16,3-4-1 16,-3 3 0-16,-3-2 0 15,0 2-1-15,-6 0 10 16,-5-1-18-16,-4 4 15 16,1 0-7-16,-1 2 1 15,0-2 0-15,7 1 0 16,2 1 0-16,10-2-1 0,3-4 2 15,6 2-9 1,3 0 22-16,0-3-16 0,3-1 2 16,-2-1 0-16,-3 0-6 15,-4 0 6-15,0 0 0 16,-3 2 0-16,1-1 0 16,-1 1 9-16,1 2-16 15,2 0 13-15,2-1-12 16,2-1 10-16,0 1-5 15,1 1 1-15,-4 0 0 16,-1 4-1-16,-5 0 2 16,1 4-7-16,-3 2 13 15,2 0-13-15,5 0 12 0,1 0-12 16,4 0 6 0,9 0 0-16,1-2 1 0,2 0 0 15,2 0-1-15,-2 4 11 16,-5-1-11-16,-7 3 2 15,2 3-3-15,-5 0 2 16,0 2-2-16,2 0 0 16,-1 1 1-16,-2 0 0 15,8 3 1-15,2-5-3 16,7 1 2-16,1 1-2 16,4-1 4-16,1-2-4 15,-4-1 2-15,-3 0 0 16,-1 2 0-16,-5-2 0 15,-2 2 0-15,-3 0 3 16,-4 0-9-16,0-2 15 0,-4 1-11 16,0 0 4-16,0 1 1 15,-3-2-3-15,0 2 0 16,-4-1-1-16,-2 2 2 16,-7 1-2-16,-8 1 8 15,-5-2-13-15,-3 3 12 16,-1-3-7-16,-3 0 2 15,-1-1-1-15,4 0 0 16,-1-2 0-16,5 2 0 16,-1 2 1-16,5-2-9 15,2 1 16-15,3 2-10 16,6-3 4-16,2-2-4 0,2 2 3 16,-4-2-1-16,-2 0 0 15,-1-1 0-15,-1 2 21 16,0 0-20-16,2-1 33 15,2 1-33-15,2-1 2 16,-2 1-1-16,0 6-3 16,-4 1 1-16,0 0-2 15,0 0 1-15,4 0 1 16,5 0-1-16,5 0 6 16,3-4-11-16,3-3 12 15,1 2-9-15,0-3 4 16,-4 2-1-16,-3 1 0 15,-6 1 0-15,-6-2-1 16,0 2-37-16,2-2 38 16,0 1-94-16,18 1-56 0,-8 1-52 15,-6 1-285-15</inkml:trace>
  <inkml:trace contextRef="#ctx0" brushRef="#br0" timeOffset="198540.03">8261 11347 515 0,'0'0'113'15,"0"0"-50"-15,0 0 28 16,0 0 48-16,0 0-37 15,0 0-28-15,100 46-16 16,-91-34-23-16,4 1-5 16,1 1 17-16,3 0-14 0,8 0 3 15,8 2-35 1,13 2 21-16,6 2-12 0,11 2 9 16,9 4 29-16,1 1-12 15,5-1-21-15,4 3-13 16,1-2 3-16,2-5 4 15,-7-3-3-15,-7-1-5 16,-6 0 3-16,-12 5-3 16,-9 0-2-16,-6 9 1 15,-6 5-1-15,-1 1-1 16,1 2-24-16,3-2 25 16,9-2-54-16,10-3 0 15,6 1-60-15,5-4-19 16,1-2-11-16,-1 4 21 15,-5 0 79-15,-6 2 42 0,-5 1-3 16,-5 4 12-16,-1 0 1 16,-1 0-7-16,3 1 6 15,0 2-5-15,2 2 5 16,-3 4-6-16,-6 1 0 16,-5 3 0-16,-6-2 0 15,-9 0 13-15,-7 1 5 16,-5-2 31-16,0 2-35 15,-6-3 9-15,0 0-7 16,0-2 0-16,0-3-3 16,-10 1 15-16,-3-7 12 15,-3 3 11-15,-4-1-6 16,-2-2-45-16,-5 4 2 0,-2-5 8 16,0-2-20-16,-2-4 20 15,-2-4-9-15,-1-2 11 16,-1-2-11-16,-6-4 20 15,-3-1-21-15,-4-6 18 16,2 1-18-16,-5-6 13 16,-1-3-13-16,1-3 2 15,0 0-1-15,1 0 0 16,2-17 6-16,1-1-7 16,0-8 24-16,2-6-24 15,3-6 0-15,3-5 10 16,2-1-20-16,6-2 23 15,2 3-10-15,7 1 20 16,-2-1 45-16,1 5 51 0,1 3-45 16,-4-3 25-16,1 6-46 15,-4 1-19-15,2 1-27 16,-4-1 6-16,-5 2-12 16,-2 0 8-16,-6 3-9 15,0 1 6-15,-6 2 13 16,5 0-17-16,3-1 28 15,4 1 4-15,5 0 32 16,4-3-18-16,2 6 18 16,-2 1-35-16,0 0 0 15,-4 6 6-15,-5 1-36 16,-5 0 29-16,-3 0-29 16,-4-2 11-16,1 1-11 0,-2-1 13 15,-4 3-13-15,-1-1 0 16,-2 1 1-16,-3 1-2 15,3 3 11-15,0 0-3 16,0 3 14-16,-2 3-13 16,3-1 0-16,-3 0-8 15,0 2 4-15,-4 0-5 16,0 0 0-16,-3 0 0 16,-6 0 10-16,-3 0-14 15,-2 0 11-15,-7 4-8 16,2 1 2-16,1 2-1 15,0-2 0-15,4 4 0 16,4-2 1-16,8 4-1 0,2 1 0 16,9 2 7-16,4 2-11 15,7 5 10-15,-1-2-8 16,5 5 2-16,1 0-1 16,2 4-5-16,1 2 4 15,3 2 2-15,-3 4 0 16,-1 0-14-16,-6 4 24 15,-1 0-11-15,-6 3 2 16,-4-3-1-16,2 1 0 16,-2 0 0-16,-2 2 0 15,2-4 0-15,3 0 0 16,2-4 7-16,0 0-10 16,0-3 5-16,-4 0-3 0,-1 0 2 15,0-5 5-15,6 0-6 16,-2-5 0-16,6-5 0 15,-1-5 1-15,-1-1-2 16,-1-5 10-16,-3-2-10 16,-3-2 2-16,2-2 3 15,-1 0-3-15,6-2-1 16,3-10 0-16,3-2 1 16,5-2 6-16,-1 0 0 15,1-5-8-15,-4 1 2 16,4-1-2-16,1-1 2 15,1-3 3-15,4 0-4 0,2-3 0 16,2-3-1 0,4-3 2-16,0 0-2 0,3-2 11 15,3 2-11-15,1 4 2 16,3 0-2-16,3 2 2 16,0 2-2-16,4-3-6 15,0 0 7-15,4-3-1 16,0 0 2-16,0-3-7 15,4 3 15-15,16-1-18 16,5-4 10-16,4 1-2 16,4-4 1-16,5 2-1 15,2-3-1-15,3 0 2 16,3 1-7-16,3-1 16 16,5 1-14-16,4 0 7 15,0 2-3-15,-1 2 2 0,1 4-1 16,0 4 0-16,-2 4-6 15,5 5 6-15,-1 4 0 16,6 1-10-16,4 2 11 16,6-3-2-16,8 1 1 15,6-2 0-15,5 0-1 16,3 0 1-16,-2 1 0 16,-5 0 0-16,-1-1 0 15,-3 1 9-15,-5-4-13 16,-2-3 14-16,1-2-13 15,1-4 3-15,-2-2 0 16,3 0-1-16,-3-2 0 0,-2 2 1 16,-4 2 0-16,-5 2-6 15,-5 1 14-15,-1 1-9 16,-1 2 2-16,0 2-2 16,1 0 0-16,0 2 1 15,8 0 0-15,4-2 0 16,8 3 0-16,4-4 10 15,0 1-22-15,-4 3 25 16,-6-2-19-16,-8 3 12 16,-3 2-4-16,-7 0-2 15,1-1-1-15,4 1 0 16,2 1-19-16,3 0-48 16,4 2 9-16,-1 4 51 0,-3 7-1 15,-2 0-38 1,7 35-40-16,-18 3-59 0,-14 2-227 0</inkml:trace>
  <inkml:trace contextRef="#ctx0" brushRef="#br0" timeOffset="203897.82">15969 7331 1724 0,'0'0'208'15,"0"0"-51"-15,0 126 9 16,2-44 36-16,5 11-49 15,5 1-75-15,0-4 5 16,7-7-55-16,-4-11-2 0,-1-12-26 16,-4-13 12-1,-3-15-10-15,-3-11-2 0,-1-13 0 16,-3-8-59-16,0 0 22 16,0-17-191-16,0-36-250 15,-5 4-127-15,-4 1-63 0</inkml:trace>
  <inkml:trace contextRef="#ctx0" brushRef="#br0" timeOffset="204175.61">15927 7575 740 0,'0'0'364'0,"0"0"150"15,-16-134-192-15,16 86 19 16,23 6-84-16,10 4-80 0,9 7-49 16,7 7-29-16,1 11-33 15,-2 13-1-15,-1 0-57 16,-7 18 29-16,-6 14-23 15,-10 8 20-15,-11 0-7 16,-13 0 20-16,0-2-11 16,-8-1-12-16,-21-6 4 15,-9 0-19-15,-7-5 21 16,3-2-24-16,2-8-12 16,9-2-2-16,10-8-23 15,13-2-48-15,8-4-16 16,0 0 1-16,33 0-60 15,5-14-197-15,-3-3-422 0</inkml:trace>
  <inkml:trace contextRef="#ctx0" brushRef="#br0" timeOffset="204460.9">16594 7022 1166 0,'0'0'377'0,"0"0"-140"15,0 0-118-15,0 0 155 16,-43 142-27-16,32-73-74 0,5 1-39 16,0-6-36-16,6-4-36 15,0-9-46-15,18-8 6 16,9-7-14-16,4-7-5 15,1-7-3-15,-1-6-30 16,-2-2-89-16,11-7-164 16,-9 0-255-16,-4-7-413 0</inkml:trace>
  <inkml:trace contextRef="#ctx0" brushRef="#br0" timeOffset="204841.8">16814 7335 1617 0,'0'0'386'15,"0"0"-256"-15,0 0-9 16,0 0 102-16,0 0-48 16,141 126-100-16,-108-90-5 15,-4-4-58-15,-7-1 7 16,-4-9-4-16,-5-8 9 15,-1-6-7-15,-4-6 5 16,1-2 17-16,1-2 7 16,0-15 17-16,-1-5-45 15,-2-4 46-15,-4-2-19 0,-1-4 11 16,-2-2-34 0,0-2-2-16,2-2-14 0,0 0-5 15,-2 1-1-15,2 8 9 16,-2 5-15-16,0 8 7 15,0 4-2-15,0 6-19 16,0 6-29-16,0 0-76 16,9 3-97-16,-3 12-484 15,2-2-483-15</inkml:trace>
  <inkml:trace contextRef="#ctx0" brushRef="#br0" timeOffset="205129.94">17518 7072 1536 0,'0'0'210'16,"0"0"90"-16,0 0-5 15,-15 159 5-15,10-94-110 16,1 2-80-16,-1-5-45 16,5-6-50-16,0-8-2 15,0-7-11-15,2-9-4 16,15-9-61-16,12-8-109 16,-3-7-359-16,0-8-304 0</inkml:trace>
  <inkml:trace contextRef="#ctx0" brushRef="#br0" timeOffset="205445.32">17975 7247 907 0,'0'0'194'0,"0"0"121"16,0 0-127-16,0 0-51 16,0 0-14-16,-118 92-12 15,103-54 36-15,5 2 18 16,8-2-36-16,2-1-47 16,8-8-27-16,15-4 7 15,6-10-35-15,3-2 19 16,4-9-33-16,0-4-11 15,3 0-2-15,17-4-201 16,-10-10-359-16,-3-3-768 0</inkml:trace>
  <inkml:trace contextRef="#ctx0" brushRef="#br0" timeOffset="205736.55">18241 6865 1548 0,'0'0'294'16,"0"0"-7"-16,44 125-10 15,-19-49-57-15,-5 12-77 16,-7 5-53-16,-3-5-62 16,-8-3 9-16,-2-8-37 0,0-7-31 15,-12 17-145 1,-5-21-281-16,-4-11-411 0</inkml:trace>
  <inkml:trace contextRef="#ctx0" brushRef="#br0" timeOffset="206824.58">18722 7495 2076 0,'0'0'317'15,"0"0"143"-15,0 0-361 16,0 0-14-16,0 0-30 15,0 0-32-15,0 0-23 16,0 4-48-16,-2 7-118 16,-27-1-603-16</inkml:trace>
  <inkml:trace contextRef="#ctx0" brushRef="#br0" timeOffset="208341.9">19063 7078 1744 0,'0'0'270'0,"0"0"-131"0,0 0-90 16,36 109 44-16,-14-26 55 15,5 28-39-15,-4-4-26 16,-4-9-7-16,-3-18-70 15,-5-18 9-15,0 0-15 16,-2 1 0-16,-2-13-4 16,-5-10-98-16,-2-16-212 15,0-14-325-15</inkml:trace>
  <inkml:trace contextRef="#ctx0" brushRef="#br0" timeOffset="208597.73">19128 7270 1721 0,'0'0'274'0,"0"0"45"16,118-59-177-16,-66 55-14 16,-2 4-58-16,-5 15-59 15,-9 19 24-15,-11 3-34 16,-15 3 20-16,-10 1-5 15,0-4 11-15,-15-1-16 16,-10-4-1-16,-6-4-10 16,0-3-16-16,-12 3-148 15,10-9-218-15,9-2-348 0</inkml:trace>
  <inkml:trace contextRef="#ctx0" brushRef="#br0" timeOffset="209079.5">19645 7150 947 0,'0'0'873'15,"0"0"-577"-15,0 0-114 16,0 0-107-16,0 0 17 16,-65 123-5-16,57-65-35 0,6-3-6 15,2 0-13-15,2-4-14 16,17-10-4-16,6-4-5 15,2-10-20-15,4-6 7 16,16-14-149-16,-7-4-344 16,-2-3-953-16</inkml:trace>
  <inkml:trace contextRef="#ctx0" brushRef="#br0" timeOffset="209393.27">20200 7240 1137 0,'0'0'184'16,"0"0"179"-16,0 0-162 15,0 0 32-15,-98 105-31 16,98-67-54-16,0-1-56 16,25-8-23-16,6-4-20 15,9-7-43-15,5-7 25 16,1-7-30-16,-1-4-2 0,-1 0-120 16,8 0-121-1,-10 0-75-15,-6-4-406 0</inkml:trace>
  <inkml:trace contextRef="#ctx0" brushRef="#br0" timeOffset="209618.67">20565 6970 1508 0,'0'0'250'0,"0"0"-97"15,0 0-15-15,64 108 50 0,-45-40-67 16,-5 7-26 0,-10-7-46-16,-4-4 21 0,0-8-46 15,0-8-7-15,-2 6-17 16,0-12-160-16,2-12-416 0</inkml:trace>
  <inkml:trace contextRef="#ctx0" brushRef="#br0" timeOffset="210038.89">21591 6982 1857 0,'0'0'307'16,"0"0"36"-16,0 0-104 15,0 0-108-15,0 0-82 16,0 0 5-16,6 124 19 16,6-52-7-16,-1 0-54 0,-3-3 24 15,2-7-35-15,-6-10 2 16,-1-6-3-16,-3-8-19 16,0-5-34-16,0-9-44 15,0-8-88-15,0-10-270 16,0-6-23-16,2 0-405 0</inkml:trace>
  <inkml:trace contextRef="#ctx0" brushRef="#br0" timeOffset="210248.79">21379 7397 849 0,'0'0'661'0,"0"0"-520"15,0 0 25-15,0 0 130 16,0 0-71-16,161 10-127 16,-90-10-67-16,2-7-7 15,-3-2-10-15,-10-3-13 16,-2-2-1-16,-18 3-258 16,-11 4-568-16</inkml:trace>
  <inkml:trace contextRef="#ctx0" brushRef="#br0" timeOffset="213657.58">22485 7190 1205 0,'0'0'341'15,"0"0"-1"-15,0 0-30 16,0 0-33-16,0 0-93 15,0 0-29-15,0 0-104 16,9-26-37-16,0 89 20 16,0 29 12-16,2 0 8 15,0 7-31-15,3-3-7 0,1-22-1 16,5 2-11-16,3-13-4 16,-2-15-21-1,2-12-91-15,-3-21-161 0,-7-6-377 16,-6-9-466-16</inkml:trace>
  <inkml:trace contextRef="#ctx0" brushRef="#br0" timeOffset="213949.81">22476 7257 1505 0,'0'0'326'16,"0"0"71"-16,0 0-208 15,122-129-12-15,-48 100-64 16,4 8-20-16,-4 20-17 0,-10 1-54 16,-16 33 1-16,-22 18-13 15,-21 9 1-15,-5 1 25 16,-25 2 24-16,-16-8-32 16,-3-3-10-16,-3-12-9 15,5-8-4-15,2-13-5 16,7-10-73-16,6-9 42 15,7 0-37-15,9-6-51 16,11-20-140-16,2 1-223 16,15 4-506-16</inkml:trace>
  <inkml:trace contextRef="#ctx0" brushRef="#br0" timeOffset="214206.81">23254 6941 1450 0,'0'0'507'0,"0"0"-250"15,0 0 26-15,0 0-194 16,0 0-68-16,0 0 25 16,-58 162 42-16,47-83 9 15,5 2-58-15,6-9 22 16,0-14-47-16,8-12-2 15,15-11-11-15,1-12-2 16,5-10-13-16,22-13-108 16,-9 0-234-16,-1 0-411 0</inkml:trace>
  <inkml:trace contextRef="#ctx0" brushRef="#br0" timeOffset="-214720.95">23526 7070 1943 0,'0'0'361'0,"0"0"-26"16,0 0-262-16,0 0-28 15,0 0-5-15,0 0 11 16,100 103-18-16,-73-69 1 16,-2-1 13-16,-3-3-20 15,0 2 32-15,2-6-57 16,-3 0 29-16,-1-3-30 15,-5-7 14-15,-1-3-15 0,-3-6 1 16,0-5 0 0,1-2 7-16,1-2 28 0,0-18 7 15,0-4 26-15,-4-5-39 16,-3 2 24-16,-6-1-23 16,0 0-1-16,0 0-21 15,0 2-3-15,0-4-6 16,0-1 8-16,4 2-17 15,4-6 16-15,1 3-13 16,0 0 12-16,-2 4-3 16,-3 6-2-16,-2 2-1 15,-2 4 1-15,3 2-1 16,-3 2 0-16,0 5-27 16,2 7-5-16,2 0-126 15,5 17-97-15,0 9-452 0,-2 0-151 16</inkml:trace>
  <inkml:trace contextRef="#ctx0" brushRef="#br0" timeOffset="-214420.25">24388 6822 1817 0,'0'0'334'0,"0"0"-41"0,0 0-156 15,0 0 70-15,0 122-14 16,0-52-86-16,0 4 9 16,0 2-44-16,0-7-29 15,0-11-27-15,0-10-14 16,0-12-2-16,8-11-24 15,5-5-25-15,5-8-92 16,20-11-16-16,-3-1-311 16,1 0-355-16</inkml:trace>
  <inkml:trace contextRef="#ctx0" brushRef="#br0" timeOffset="-214142.98">24870 6920 1480 0,'0'0'209'0,"0"0"135"16,0 0-206-16,0 0-65 16,0 0 15-16,-96 111 18 15,76-54 21-15,7 4-67 16,13-7 8-16,0-10-60 15,18-12 14-15,13-8-20 16,5-12 16-16,4-6-18 16,-3-4-38-16,4-2-91 15,5-8-172-15,-7-8-198 0,-6-6-838 16</inkml:trace>
  <inkml:trace contextRef="#ctx0" brushRef="#br0" timeOffset="-213855.95">25289 6601 1318 0,'0'0'238'0,"0"0"29"16,0 0-117-16,0 0-35 0,0 0-20 15,0 0 33-15,-118 116-11 16,109-74-44-16,9-1-58 16,0-7 7-16,0-5-13 15,21-9 4-15,2-5-11 16,9-7 17-16,4-7-19 16,15-1-75-16,-8 0-277 15,-6 0-669-15</inkml:trace>
  <inkml:trace contextRef="#ctx0" brushRef="#br0" timeOffset="-213551.26">25796 6520 1610 0,'0'0'374'15,"0"0"-102"-15,0 0-152 16,0 0 67-16,62 162-35 16,-53-55-46-16,-9-1 9 15,0-11-67-15,-13-11 12 16,-12-24-45-16,-6 6-6 15,-7 4-9-15,-5-9-31 0,-21 11-101 16,10-18-367-16,8-9-801 16</inkml:trace>
  <inkml:trace contextRef="#ctx0" brushRef="#br0" timeOffset="-212753.53">26638 7045 1515 0,'0'0'232'16,"0"0"324"-16,0 0-322 0,0 0-18 15,0 0-87-15,0 0-67 16,0 0-32-16,-11-34 20 15,-2 41-3-15,3 0-21 16,6-4 20-16,4-3-31 16,0 0 59-16,2-10-29 15,14-2-14-15,-3 0-22 16,1 6 7-16,-3 6-14 16,-5 0-2-16,-4 0 0 15,-2 12 9-15,0 2 18 16,-6-3-3-16,-9 1 21 15,1-4-33-15,1-5 4 16,6-3-10-16,2 0-6 0,3 0-28 16,2 0-56-16,0 0-19 15,4 0-103-15,39 0-252 16,-5 9-218-16,5-6-808 0</inkml:trace>
  <inkml:trace contextRef="#ctx0" brushRef="#br0" timeOffset="-212528.35">27028 6900 121 0,'0'0'1992'0,"0"0"-1613"0,0 0-97 16,0 0-172-16,0 0-64 15,14 148 20-15,-4-60-33 16,2 5-2-16,-1-15-22 15,4 4-3-15,1-13-6 16,2-7-13-16,-5-15-26 16,2-8-121-16,-5-14-217 15,-1-16-432-15</inkml:trace>
  <inkml:trace contextRef="#ctx0" brushRef="#br0" timeOffset="-212235.5">27002 6856 1994 0,'0'0'294'15,"0"0"169"-15,0 0-317 16,122-97 3-16,-57 97-69 16,-3 12-2-16,-11 27-30 15,-17 14-10-15,-21 8-17 16,-13 3 1-16,-6-2 21 15,-23-4-42-15,-9-5 18 16,-3-10-10-16,-1-9-18 16,5-11 0-16,2-11-30 15,9-10 8-15,10-2 0 16,8-2-61-16,8-8-38 0,2-10-58 16,20 6-373-1,2-3-596-15</inkml:trace>
  <inkml:trace contextRef="#ctx0" brushRef="#br0" timeOffset="-211979.92">27610 6695 1818 0,'0'0'245'15,"0"0"-82"-15,0 0 64 16,-27 168-2-16,27-81-55 16,0 5-51-16,11-16-56 0,14 3-35 15,4-18-28-15,-2-12 0 16,0-17-23-16,-1-10-31 16,19-22-154-16,-6 0-387 15,-3-7-753-15</inkml:trace>
  <inkml:trace contextRef="#ctx0" brushRef="#br0" timeOffset="-211703.2">28172 6754 1582 0,'0'0'307'0,"0"0"-74"15,0 0 15-15,0 0-107 16,0 0-77-16,-146-9-22 16,107 52 17-16,1 13 51 15,7 6-32-15,10 2-17 16,19-2-40-16,2-6-1 16,25-10-19-16,10-7-1 15,5-13-6-15,3-10-45 16,17-14-49-16,-11-2-256 15,-6 0-334-15</inkml:trace>
  <inkml:trace contextRef="#ctx0" brushRef="#br0" timeOffset="-211416.14">28497 6427 1023 0,'0'0'611'16,"0"0"-538"-16,0 0 124 16,0 0-55-16,0 0-65 15,0 0 52-15,0 0 3 16,-101 142-1-16,101-94-73 15,10-6-28-15,15-6-24 0,6-7-6 16,29-10-54-16,-9-6-198 16,-2-12-382-16</inkml:trace>
  <inkml:trace contextRef="#ctx0" brushRef="#br0" timeOffset="-211140.85">29006 6368 1485 0,'0'0'232'0,"0"0"-19"15,0 0-56-15,73 152 64 16,-53-39-92-16,-15 25-1 15,-5-9 7-15,-16-27-15 16,-13-34-17-16,-3-20-61 16,-3 2 1-16,-7 3-43 15,-26 22-50-15,15-14-217 16,4-12-485-16</inkml:trace>
  <inkml:trace contextRef="#ctx0" brushRef="#br0" timeOffset="-209076.03">15398 9397 1506 0,'0'0'362'16,"0"0"128"0,0 0-306-16,0 0 43 0,0 0-87 15,0 0-65-15,0 0-41 16,27-30-1-16,13 26-20 16,5-1-17-16,-1 1 4 15,-3 4-16-15,-8 0-61 16,-10 0-104-16,-12 6-292 15,-11 4-231-15</inkml:trace>
  <inkml:trace contextRef="#ctx0" brushRef="#br0" timeOffset="-208932.99">15490 9566 1465 0,'0'0'319'0,"0"0"-24"15,0 0-42-15,0 0-91 0,0 0 9 16,0 0-106-16,120 12-45 15,-37-26-20-15,-14 2-228 16,-9 3-439-16</inkml:trace>
  <inkml:trace contextRef="#ctx0" brushRef="#br0" timeOffset="-205840.03">16355 9138 705 0,'0'0'224'15,"0"0"309"-15,0 0-265 16,0 0-42-16,0 0-16 16,0 0-90-16,123-19-36 15,-104 45-23-15,-3 9 61 16,-5 5-24-16,-9 6 17 15,-2 4 6-15,0-1-57 16,0-1 1-16,0-6-56 16,0-4 10-16,0-4-18 15,0-4 11-15,0-6-12 0,0-2 8 16,0-3-8-16,0-5-37 16,0-5-22-16,0-1-139 15,5-8-96-15,0 0-89 16,-3 0-701-16</inkml:trace>
  <inkml:trace contextRef="#ctx0" brushRef="#br0" timeOffset="-205644.27">16245 9458 1491 0,'0'0'220'0,"0"0"58"15,0 0-137-15,121-3 33 16,-72-4-100-16,2 2-40 16,3 1-34-16,8 0-20 15,-13 1-342-15,-11 3-1330 0</inkml:trace>
  <inkml:trace contextRef="#ctx0" brushRef="#br0" timeOffset="-205275.6">16181 9932 1877 0,'0'0'227'16,"0"0"35"-16,0 0-35 15,35 114 30-15,-19-66-118 16,-3 7-63-16,-4 3-19 16,-1 0 13-16,-8-2-26 15,0-5-16-15,0-8-6 16,0-3-21-16,-8-6-2 15,-1-6-1-15,5-3-7 0,2-10-36 16,2-4-19-16,0-11-69 16,27-7-14-16,4-15-432 15,0-7-946-15</inkml:trace>
  <inkml:trace contextRef="#ctx0" brushRef="#br0" timeOffset="-204954.84">16459 10136 1906 0,'0'0'397'15,"0"0"-268"-15,0 0-22 16,-4 103 57-16,4-55-37 0,2 0-87 16,16-4-18-16,2-10-13 15,5-12 5-15,6-10-5 16,0-12-9-16,2 0 0 15,1-12 12-15,-8-14-12 16,-5-6 2-16,-10-2 7 16,-9-2-9-16,-2-1 25 15,-5 3-4-15,-16 6 55 16,-4 2-29-16,3 6-2 16,3 7-32-16,6 0-2 15,7 5-11-15,4 2-21 16,2-3-49-16,6 0-154 15,9-3-714-15</inkml:trace>
  <inkml:trace contextRef="#ctx0" brushRef="#br0" timeOffset="-204420">17258 9682 1582 0,'0'0'273'0,"0"0"73"15,0 0-147-15,0 0 38 16,0 0-116-16,0 0-66 15,0 0-53-15,-25-14 5 16,40 7-7-16,-1 5 0 16,-5 2 0-16,0 0 1 15,-3 0-1-15,-1 0 12 16,0 0 3-16,-3 2 4 16,-2 0 36-16,0-2-17 15,0 0 4-15,-7 0 7 16,-4 0-24-16,2 0 19 15,3 0-23-15,3 0 45 16,3-4-65-16,0 1-1 0,0-2 1 16,0 5-2-16,0 0-13 15,0 0-4-15,0 0 11 16,0 0 7-16,0 0-15 16,0 0 28-16,0 0-13 15,0 0 2-15,0 0 17 16,0 0-18-16,0 0 14 15,0-2-15-15,0 2-22 16,0 0-50-16,-2 2-254 16,0 4-1168-16</inkml:trace>
  <inkml:trace contextRef="#ctx0" brushRef="#br0" timeOffset="-201237.26">17846 9082 613 0,'0'0'812'15,"0"0"-576"-15,0 0-101 0,0 0-15 16,0 0-17-16,143-14-34 15,-97 14-43-15,-10 0 42 16,-13 0-27-16,-11 0-21 16,-8 7-19-16,-4 5 20 15,0 5 5-15,-19 1-9 16,-3 5 6-16,-5 1-15 16,0 7 4-16,-1 4-11 15,-3 0-1-15,2 2 0 16,2 4 6-16,4-3-5 15,9-3 6-15,14-6 17 16,0-8 0-16,17-9 75 16,16-9-21-16,10-3 8 0,1 0-56 15,-4-5-14 1,-7-5-15-16,-10 4-1 0,-13-1-107 16,-6 4-156-16,-4-4-315 0</inkml:trace>
  <inkml:trace contextRef="#ctx0" brushRef="#br0" timeOffset="-201041.23">17757 9629 1517 0,'0'0'276'15,"0"0"10"-15,0 0 14 16,0 0-92-16,141-30-122 15,-83 16-65-15,1 2 1 0,-1 3-22 16,10 4-207-16,-18 3-419 16,-9 2-1028-16</inkml:trace>
  <inkml:trace contextRef="#ctx0" brushRef="#br0" timeOffset="-200569.9">17977 9868 1534 0,'0'0'230'0,"0"0"-62"16,0 0-55-16,0 0-6 16,0 0-39-16,117-28-50 15,-84 28-11-15,-6 0 9 16,-11 20-19-16,-12 3 9 15,-4 4 3-15,-14 2 4 16,-15-3 16-16,-2 1-10 16,2-8-18-16,10-4 5 15,7-5 2-15,12-6-16 16,0-4 16-16,12 0-8 16,17 0 0-16,4 0 9 15,2 0-9-15,-1 0 0 16,-3 12-1-16,-6 8 1 0,-10 9 0 15,-8 5 10 1,-7 2 14-16,-9 0 14 0,-20-3 69 16,-7 0-37-16,-6-5-3 15,-1-6-16-15,-1-6-27 16,4-10-9-16,2-6-9 16,9 0 22-16,9-5-22 15,8-10 12-15,12-8-18 16,0 0-76-16,39-12-174 15,3 6-277-15,4 3-687 0</inkml:trace>
  <inkml:trace contextRef="#ctx0" brushRef="#br0" timeOffset="-200194.5">19290 9252 1053 0,'0'0'789'0,"0"0"-557"16,0 0-104-16,0 0 131 16,0 130-51-16,0-64-109 15,0 4-13-15,0-3-26 16,0-9-24-16,0-10-15 16,0-8-20-16,0-10-2 15,0-7-1-15,0-7-32 16,0-6-123-16,0-10-181 15,0 0-275-15,0-9-919 0</inkml:trace>
  <inkml:trace contextRef="#ctx0" brushRef="#br0" timeOffset="-199989.87">19188 9581 1101 0,'0'0'217'16,"0"0"18"-16,145-15-79 15,-91 13-14-15,-6 2-89 16,0 0-53-16,7-3 0 16,-8-1-216-16,-8-2-748 0</inkml:trace>
  <inkml:trace contextRef="#ctx0" brushRef="#br0" timeOffset="-196200.99">20967 9087 970 0,'0'0'336'15,"0"0"34"-15,0 0-126 16,0 0 29-16,0 0-64 16,0 0-43-16,0 0-18 15,-4-31-72-15,33 14-24 16,6 2-29-16,10-2 32 16,2 3-55-16,-3 6 17 15,-6 8-16-15,-9 0-2 16,-11 3-2-16,-14 16-9 0,-4 8 11 15,-17 4 1-15,-20 1 4 16,-2 2 10-16,1-8-11 16,5-1 3-16,6-9-12 15,11-4 0-15,9-8-11 16,7-4-5-16,0 0-5 16,18 0 8-16,11-4 8 15,7 0-2-15,-1 4 11 16,1 0-4-16,-7 9 8 15,-4 16-4-15,-10 3 2 16,-13 2 0-16,-2 0 0 16,-19 0 1-16,-17-2 19 0,-9-3-19 15,-3-5 40 1,0-8-39-16,6-7 20 0,6-5-21 16,10 0 11-16,6-2-12 15,6-8-10-15,5 0-57 16,9-2-159-16,0 4-165 15,0 1-419-15</inkml:trace>
  <inkml:trace contextRef="#ctx0" brushRef="#br0" timeOffset="-195537.87">20712 9719 1370 0,'0'0'228'0,"0"0"77"15,0 0 30-15,233-10-41 16,-69-17-120-16,-3 2-23 16,-29 4-36-16,-50 7-72 15,-31 7-28-15,-2 2-1 16,-1 5-28-16,-9 0 4 15,-12 0-38-15,-14 3-94 16,-11 11-73-16,-6 12-149 16,-21-4-170-16,-4-3-705 0</inkml:trace>
  <inkml:trace contextRef="#ctx0" brushRef="#br0" timeOffset="-195259.8">20874 10014 1294 0,'0'0'740'0,"0"0"-595"16,0 0 221-16,27 106-124 16,-12-55-68-16,-2 4-126 15,-6 4 40-15,0-4-40 16,-5-4-11-16,-2-12-26 15,2-4 1-15,-2-11-11 16,0-6 0-16,2-6-1 0,0-6-16 16,0-4-32-16,5-2-84 15,11 0-89-15,-2-12-505 16,1-4-715-16</inkml:trace>
  <inkml:trace contextRef="#ctx0" brushRef="#br0" timeOffset="-195027.83">21352 10011 189 0,'0'0'1964'15,"0"0"-1712"-15,0 0-58 16,0 0 11-16,-2 129-49 0,-2-66-58 16,-1 2-35-16,1-5 11 15,2-3-49-15,-2-12-10 16,1-11-7-16,3-9-7 15,0-7-2-15,0-6-32 16,0-6-39-16,0-6-121 16,34-12-59-16,-1-16-372 15,3-6-739-15</inkml:trace>
  <inkml:trace contextRef="#ctx0" brushRef="#br0" timeOffset="-194554.04">22450 9486 1582 0,'0'0'293'0,"0"0"-194"15,0 0 49-15,0 0 66 16,0 0-81-16,0 0-90 16,-121 63-10-16,105-60 4 15,10-3-2-15,6 0 72 16,0-9-24-16,0-11-5 16,13 3-30-16,3 0 27 15,-3 7 1-15,3 5-16 0,-3 5-33 16,1 0-12-16,-6 0-12 15,-3 11 3-15,-5 3-12 16,0 2 24-16,-15-2-9 16,-10 0-8-16,0-5 17 15,3-2-18-15,4-7 12 16,9 0 0-16,7-10-11 16,2-4-1-16,0-1-7 15,6 1-8-15,10 7 18 16,-3-2-11-16,-1 5 8 15,-4 3-19-15,9 1-94 16,-5 0-171-16,-1 0-456 0</inkml:trace>
  <inkml:trace contextRef="#ctx0" brushRef="#br0" timeOffset="-192272.69">23999 9154 1495 0,'0'0'233'0,"0"0"377"15,0 0-347-15,0 0-35 16,0 0-164-16,0 0-8 16,0 0 35-16,-16 104-3 15,9-55-4-15,1-3-42 16,1-5-18-16,3-3-12 15,2-5-6-15,0-8-6 16,0 0-25-16,0-8-79 16,5 0-45-16,-5-5-176 15,0-4-388-15,0-4-663 0</inkml:trace>
  <inkml:trace contextRef="#ctx0" brushRef="#br0" timeOffset="-192092.05">23578 9685 1582 0,'0'0'490'0,"0"0"-218"15,0 0-94-15,0 0-83 16,166-8-46-16,-89-1-34 16,-2 4-12-16,1-2-3 15,13-4-152-15,-20 2-430 16,-15 4-728-16</inkml:trace>
  <inkml:trace contextRef="#ctx0" brushRef="#br0" timeOffset="-191620.19">23807 9951 1577 0,'0'0'232'16,"0"0"-54"-16,0 0-34 15,0 0-64-15,145-49-18 16,-98 42 41-16,-11 7-34 16,-10 0-22-16,-17 9-41 0,-9 11 6 15,-9 2 3-15,-24 2 52 16,-8 0-26-16,4-7-24 15,5 0-9-15,12-9-7 16,14-6 3-16,6-2 6 16,0 0 1-16,22 0-10 15,5 0-2-15,4 0 2 16,-2 0-2-16,-2 5 1 16,-5 14-1-16,-8 8 0 15,-8 2 2-15,-6 3 2 16,-4 0 6-16,-27 1 10 15,-19-5 60-15,-8-4 1 16,-4-4-28-16,1-10-13 16,11-6-9-16,11-4-6 15,12 0-15-15,10-10-9 0,9-2-18 16,4-9-142 0,4 6-431-16,0 1-781 0</inkml:trace>
  <inkml:trace contextRef="#ctx0" brushRef="#br0" timeOffset="-188767.13">15346 12011 1242 0,'0'0'393'16,"0"0"-77"-16,0 0-20 15,0 0-85-15,0 0-66 16,0 0-81-16,-10 0-40 15,12 0 20-15,16 0-9 16,7 0-15-16,6 0-8 16,5 0-4-16,3 0-16 0,9 2-157 15,-13 0-218-15,-8 2-356 0</inkml:trace>
  <inkml:trace contextRef="#ctx0" brushRef="#br0" timeOffset="-188604.92">15392 12216 998 0,'0'0'718'16,"0"0"-627"-16,0 0 52 15,0 0 5-15,0 0 8 16,0 0-70-16,0 0-86 0,124-20-27 16,-65 15-198-16,-14 3-97 15,-8 2-367-15</inkml:trace>
  <inkml:trace contextRef="#ctx0" brushRef="#br0" timeOffset="-185817.89">16437 11758 538 0,'0'0'792'15,"0"0"-522"-15,0 0 81 16,0 0-12-16,0 0-104 16,0 0-143-16,0 0-74 0,-11 31 122 15,11 23-25-15,0 8-6 16,-9 4-49-16,-5-3-12 16,2-8-30-16,3-6-12 15,-1-11-6-15,8-6-5 16,2-10-14-16,0-14-114 15,0-6-181-15,10-2-449 0</inkml:trace>
  <inkml:trace contextRef="#ctx0" brushRef="#br0" timeOffset="-185548.63">16675 11807 1397 0,'0'0'668'0,"0"0"-506"15,0 0 54-15,0 0-133 16,0 0-82-16,0 0 39 16,0 0 3-16,3 130 9 15,-3-91-31-15,-15-4-3 16,4-5-9-16,-1-7-9 16,8-7 0-16,4-4 15 15,0-4-20-15,0-4 13 16,20 0-4-16,2-4-4 15,7 0 0-15,4 0-134 16,16-4-183-16,-11-13-189 16,-5-1-302-16</inkml:trace>
  <inkml:trace contextRef="#ctx0" brushRef="#br0" timeOffset="-185338.55">16845 11811 1425 0,'0'0'352'16,"0"0"118"-16,0 0-181 15,0 0-203-15,0 0-33 16,0 0 75-16,-4 130 8 16,4-72-54-16,0-2-25 15,0-3-24-15,0-7-33 16,0-9 0-16,0-2-3 16,0-9-24-16,4-5-72 15,-2-1-56-15,-2-5-115 16,-8-3-193-16,-10-6-333 0</inkml:trace>
  <inkml:trace contextRef="#ctx0" brushRef="#br0" timeOffset="-185044.32">15931 12566 1410 0,'0'0'263'0,"0"0"30"16,0 0-119-16,0 0 20 16,148-2-16-16,-21-14-61 15,37-6 67-15,-8-1-60 0,-28 3-6 16,-42 8-66-16,-32 3-22 16,2 5-28-16,0 1-1 15,2-2-1-15,-14 5-9 16,-9 0 7-16,-8 0-38 15,-9 0-8-15,-5 0-113 16,-7 12-200-16,-6-2-270 16,0 3-440-16</inkml:trace>
  <inkml:trace contextRef="#ctx0" brushRef="#br0" timeOffset="-184556.93">16241 12920 1588 0,'0'0'235'16,"0"0"42"-16,0 0-159 15,0 0 40-15,0 0-112 16,125-61-4-16,-92 56-24 15,-6 2-2-15,-9 3-16 16,-9 0-6-16,-9 7-9 16,0 13 15-16,-11 6 13 0,-14 4-4 15,-4 7 12-15,-2 0-14 16,2 1 21-16,4 0-11 16,5-1 1-16,5-6-5 15,6-3 21-15,4-3 8 16,3-8-8-16,2 0 28 15,0-7-22-15,0-5 15 16,0-1-33-16,12-1 1 16,3-1-13-16,7-2 4 15,1 0-5-15,2 0-9 16,-6 0 0-16,-5 0-14 16,-5 0-14-16,-3-2-60 15,-4-1 12-15,-2 3-8 16,0 0-32-16,0 0-55 15,0 0-42-15,0-2-15 0,0 0-313 16,0-1-424-16</inkml:trace>
  <inkml:trace contextRef="#ctx0" brushRef="#br0" timeOffset="-183032.66">16168 12897 80 0,'0'0'806'16,"0"0"-563"-16,0 0 115 16,0 0-107-16,0 0-18 15,0 0-63-15,0 0-53 16,-12 0 15-16,12 0-63 16,0 0 38-16,0 0-32 15,7 0 5-15,11 0-20 0,7-1-26 16,4-4-26-16,2 2-2 15,0 1-9-15,-2 2 16 16,0 0-14-16,-6 0 1 16,-8 0 0-16,-5 0-10 15,-2 7 2-15,-8 8 7 16,0 2 1-16,0 4 5 16,-14 1 6-16,-1 2-7 15,-1 0 4-15,-1 0-9 16,-2 4 2-16,-3 2 7 15,-3 2-1-15,1 2-5 16,0 0 8-16,1 0-8 16,5-5-4-16,3-6 16 0,6-5-15 15,2-4 2-15,0-4-2 16,5-2 2-16,-2-1 1 16,-1 1-2-16,3-2 1 15,-2-3-2-15,2 2 12 16,2-5-20-16,0 0 9 15,4 0-1-15,13 0 1 16,10 0 15-16,0-6-13 16,0 6-2-16,-2 0 0 15,-6 0 2-15,-3 8-11 16,-5 11 0-16,-7 8 8 16,-4 3 2-16,0 2-1 15,0-2 1-15,0 1 1 0,-4-6-1 16,-5-1 6-16,-4-3 10 15,-1 1-16-15,-3-5 36 16,-3 3-26-16,-1-3 11 16,4-3-10-16,-1-7 6 15,5 0-10-15,-1-6-2 16,1-1 8-16,-3 0-12 16,-3 0 2-16,-4-1 10 15,0-6-16-15,1 4 4 16,3-1-4-16,0 1-26 15,9 1-6-15,3 2-43 16,7 0-47-16,0 0-138 16,17-3-277-16,10 1-32 0,2-5-646 15</inkml:trace>
  <inkml:trace contextRef="#ctx0" brushRef="#br0" timeOffset="-182485.35">16774 13116 1073 0,'0'0'366'0,"0"0"-38"16,0 0-25-16,0 0-17 16,0 0-109-16,0 0-69 15,0 0-33-15,-118 10 23 16,96 14-33-16,1 6 8 15,4 7-15-15,3-1-10 16,7 2-9-16,7-3-12 16,0-1 3-16,0-3-29 15,17-4 19-15,2-8-19 0,1-6 5 16,7-1-6-16,2-12 10 16,7 0-4-16,4 0 5 15,3-12-1-15,-4-8-10 16,-1-6 36-16,-9-6-29 15,-6-1 23-15,-13-4-24 16,-3 1 2-16,-7-1-7 16,0-1 1-16,0 3-2 15,-13 7 0-15,-8 4 0 16,-2 10-77-16,-8 8-11 16,-30 6-137-16,5 17-497 15,1 4-1040-15</inkml:trace>
  <inkml:trace contextRef="#ctx0" brushRef="#br0" timeOffset="-181375.18">17984 12128 124 0,'0'0'1193'0,"0"0"-955"16,0 0 48-16,0 0-111 15,0 0 13-15,0 0 23 0,0 0-50 16,-4-94-27 0,4 94-64-16,7 3-45 0,2 26-5 15,1 13 45-15,-1 12-3 16,-1 6-23-16,-4 2 22 15,-2-6-61-15,2-6 25 16,-2-6-25-16,3-7 3 16,-3-11-3-16,2-7-16 15,2-9-48-15,-4-6-81 16,-2-4-113-16,0-9-312 16,0-11-1010-16</inkml:trace>
  <inkml:trace contextRef="#ctx0" brushRef="#br0" timeOffset="-181216.29">17913 12383 523 0,'0'0'1390'0,"0"0"-1244"16,0 0-29-16,0 0-80 16,168-53-20-16,-89 37-15 15,37-5-2-15,-18 8-98 16,-13 0-500-16</inkml:trace>
  <inkml:trace contextRef="#ctx0" brushRef="#br0" timeOffset="-179894.56">19034 11918 307 0,'0'0'312'16,"0"0"-70"-16,0 0 138 15,0 0-94-15,0 0-10 16,0 0-35-16,0 0 28 15,-87-61-53-15,87 50-64 16,12-6-73-16,23-3-49 16,14-2 1-16,9 0-29 15,4 4 15-15,-4 10-16 0,-10 8-2 16,-13 0-2-16,-15 19 2 16,-17 14-11-16,-3 2 12 15,-23 6-1-15,-12-3 11 16,-3-4-8-16,1-9 8 15,8-8-16-15,12-5 12 16,11-8-1-16,6-4-5 16,0 0-6-16,21 0 5 15,10 0 1-15,10 0-8 16,1 0 14-16,-2 0-13 16,-4 11 8-16,-12 8-2 15,-8 5-8-15,-16 3 9 16,0 0 0-16,-27 4 2 0,-10-4 4 15,-8-1 0 1,1-3-6-16,3-5 9 0,7-4-18 16,9-6 9-16,6-8-91 15,11 0-229-15,6 0-325 0</inkml:trace>
  <inkml:trace contextRef="#ctx0" brushRef="#br0" timeOffset="-179513.22">18868 12564 1555 0,'0'0'236'0,"0"0"-139"16,0 0 32-16,0 0 146 16,235 0-66-16,-56-26-45 15,13-4 48-15,-28 1-70 0,-45 8-65 16,-50 7-50-1,-18 6-18-15,-2-2-9 0,-7 5-16 16,-4-2-5 0,-20 5-67-16,-15 2-48 0,-3 0-97 15,-39 20-264-15,-7 5-46 16,-6 1-938-16</inkml:trace>
  <inkml:trace contextRef="#ctx0" brushRef="#br0" timeOffset="-179060.88">19007 12912 1272 0,'0'0'203'0,"0"0"-120"15,0 0 55-15,152-45-78 16,-117 45-34-16,-12 5-26 16,-14 16 0-16,-9 9-1 15,-13 1 1-15,-21 0 32 16,-9-2 30-16,4-5 21 16,5-4-55-16,12-8-6 15,11-7-21-15,11-2 9 16,0-3-9-16,22 0 13 15,10 0-2-15,3 0 37 16,1 0 17-16,-5 0-45 16,-4 11 7-16,-9 6-27 0,-9 7-2 15,-9 5 2-15,0 5 4 16,-25-1 20-16,-13 2 108 16,-5-5 8-16,1-5-53 15,5-4-15-15,5-9-67 16,10-8 13-16,11-4-19 15,11-12-55-15,7-10-277 16,15-2-419-16</inkml:trace>
  <inkml:trace contextRef="#ctx0" brushRef="#br0" timeOffset="-178618.89">19531 12974 1265 0,'0'0'209'0,"0"0"28"16,0 0 43-16,123-61-107 16,-89 57-25-16,-13 4-120 15,-11 7-18-15,-10 14-10 16,-2 10 24-16,-27-2 43 15,-8 3-14-15,-2-1-25 16,1-7-27-16,7-4 2 0,12-8-3 16,15-6-1-16,4-2-37 15,2-2 24-15,21 3 14 16,4 2 1-16,0 3 7 16,2 4-8-16,-6 4 0 15,-4 3 12-15,-11 5-15 16,-8-1 11-16,0 1-4 15,-17-1 75-15,-12-4 47 16,-2-1-44-16,2-8-41 16,2-3-14-16,4-9-26 15,8 0 17-15,10-10-18 16,5-14-56-16,18-21-175 16,16 8-375-16,1 3-1165 0</inkml:trace>
  <inkml:trace contextRef="#ctx0" brushRef="#br0" timeOffset="-178198.68">20361 12322 1367 0,'0'0'394'15,"0"0"6"-15,0 0-162 16,0 0-176-16,0 0-19 16,0 0-34-16,151-58 39 15,-109 48-23-15,-4 3-11 0,-9 2-14 16,-6 5-162-16,-9 0-209 15,-8 0-598-15</inkml:trace>
  <inkml:trace contextRef="#ctx0" brushRef="#br0" timeOffset="-178055.07">20399 12541 1294 0,'0'0'169'15,"0"0"-61"-15,120-15-108 16,-62 2-19-16,-10 1-561 0</inkml:trace>
  <inkml:trace contextRef="#ctx0" brushRef="#br0" timeOffset="-159974.21">21578 12131 1169 0,'0'0'242'0,"0"0"93"16,0 0-78-16,0 0 20 15,0 0-105-15,0 0-74 16,-85-5-12-16,67 37-13 16,0 10-17-16,8 8-37 15,7 5 23-15,3-4-14 16,7-5 1-16,22-9-18 16,11-14 9-16,6-10-5 15,6-13 0-15,-1 0 1 16,-7-18-16-16,-8-9 10 15,-11-5-1-15,-16-3-3 16,-9-3 0-16,-7 1 29 0,-24 3 8 16,-9 4-1-1,-4 6-9-15,-1 8-27 0,0 8-6 16,5 5-6-16,6 3 6 16,7 0-70-16,14 14-60 15,7 5-242-15,6-1-412 0</inkml:trace>
  <inkml:trace contextRef="#ctx0" brushRef="#br0" timeOffset="-159717.9">22031 12566 1562 0,'0'0'233'0,"0"0"38"15,0 0-28-15,-34 123-117 16,16-86-53-16,3-4-43 16,-1-3-29-16,5-8-1 15,7-5-36-15,4-10-235 16,0-7-439-16</inkml:trace>
  <inkml:trace contextRef="#ctx0" brushRef="#br0" timeOffset="-159095.53">22340 12150 1395 0,'0'0'358'16,"0"0"-171"-16,0 0-21 15,0 0-101-15,152-57-65 0,-117 47 13 16,-6 5-12-1,-10 0 7-15,-9 3-7 0,-8 0 6 16,-2 2 8-16,0 0 20 16,-18 0 39-16,-1 0-60 15,-6 0 8-15,-2 0-16 16,-2 0-6-16,-4 4 0 16,-5 6 11-16,1 3-10 15,-2 5 11-15,6 1-5 16,8 6-6-16,12-1 13 15,11-2-8-15,2 0 3 16,11-6-3-16,15-2 9 0,6-4-14 16,1-6 9-16,2-2-2 15,2-1-7-15,-2 5-1 16,1-1 9-16,-1 4-14 16,-6 6 6-16,-2 2-2 15,-4 0 0-15,-10 4 1 16,-7-1-9-16,-6 1 9 15,0 1 5-15,-6-2 1 16,-19 1 66-16,-4-1 9 16,-4-4 43-16,-3-3-42 15,1 0-13-15,4-7-30 16,-1-6-11-16,8 0-13 16,-1 0-9-16,8-6-6 15,3-15-52-15,7 3-133 16,5 0-577-16</inkml:trace>
  <inkml:trace contextRef="#ctx0" brushRef="#br0" timeOffset="-158353.14">23000 12126 1405 0,'0'0'320'0,"0"0"-33"16,0 0-158-16,0 0-86 15,0 0-29-15,123-43-6 16,-110 42-7-16,-5-1 3 16,-2 2 7-16,-4-2 0 15,-2 2 52-15,0-3 66 16,0 1-43-16,0 0-44 16,0 0-17-16,-4 1-4 15,-13 1 13-15,-3 0-23 16,-7 0 16-16,1 0-27 0,-5 0 10 15,4 10-10 1,0 1 6-16,3 4-6 0,1 3 0 16,4 0-1-16,-2 2 2 15,7 0-3-15,4 0 2 16,7-2 0-16,3-4 1 16,0-2-1-16,17-4 0 15,8-2 12-15,10-4-3 16,-2-2-8-16,-2 2 2 15,-2-2 6-15,-2 2-9 16,-3 0 1-16,3 4-1 16,-3 4 0-16,1 4-1 0,0 4-5 15,-6 2 5-15,-3 6 0 16,-5 0-1-16,-7 0-8 16,-1 1 5-16,-3-4 4 15,0 0 2-15,-5-5-2 16,-10-3 2-16,-1-3 6 15,-3-1 5-15,-4-4 3 16,-2-3 21-16,-4-4-14 16,0 0 32-16,0-2-42 15,3-10 6-15,4-4-17 16,4 5-1-16,5-1-32 16,1 3-147-16,1 2-167 15,5 3-189-15,-2 0-468 0</inkml:trace>
  <inkml:trace contextRef="#ctx0" brushRef="#br0" timeOffset="-153966.14">24429 12212 1151 0,'0'0'268'16,"0"0"78"-16,0 0-65 16,0 0-166-16,0 0-32 15,0 0-48-15,127-44 26 16,-83 36-46-16,-1-1 3 16,-7 5-18-16,-10 3-22 15,-11 1-148-15,-9 1-151 16,-6 14-567-16</inkml:trace>
  <inkml:trace contextRef="#ctx0" brushRef="#br0" timeOffset="-153824.4">24491 12434 1016 0,'0'0'298'0,"0"0"208"16,0 0-342-16,0 0-85 15,161-49-42-15,-97 24-23 16,32-5-14-16,-16 5-56 15,-9 6-453-15</inkml:trace>
  <inkml:trace contextRef="#ctx0" brushRef="#br0" timeOffset="-153299.24">25570 11834 1235 0,'0'0'199'0,"0"0"169"16,0 0-167-16,-129 6-50 15,95 19-39-15,5 3-30 16,9 4-13-16,9-2-18 15,11-4-36-15,0-6 20 16,25-10-23-16,15-6 11 16,7-4-10-16,-1 0-1 0,2-16-12 15,-13-7-62 1,-10-2-1-16,-10-3 45 16,-9 0 17-16,-3 5 2 0,-3 4 41 15,0 9 44-15,0 7 52 16,0 3-44-16,0 9-68 15,0 19-25-15,3 13 46 16,1 3 9-16,-2-1-12 16,0-1 17-16,0-6-33 15,1-5-5-15,1-7-22 16,-2-2 10-16,0-5-11 16,0 0-1-16,-2-2-5 15,0 2-10-15,0-3 7 0,0 0-31 16,0-2 1-1,8-5-84-15,3-4-74 0,15-3-115 16,-3-3-50-16,-1-8-702 0</inkml:trace>
  <inkml:trace contextRef="#ctx0" brushRef="#br0" timeOffset="-151663.02">25397 12654 1549 0,'0'0'202'0,"171"-12"-86"15,-8-15 59-15,37-5 74 16,8-3-99-16,-19 8-25 16,-48 9 78-16,-39 5-93 15,-40 8-79-15,-23-1-26 16,-6-1-5-16,-8 3-75 15,-6-2 11-15,-10 4-36 16,-9 2-34-16,-5 0-173 16,-14 11-53-16,-3 3-544 0</inkml:trace>
  <inkml:trace contextRef="#ctx0" brushRef="#br0" timeOffset="-151226.87">25519 13217 1235 0,'0'0'620'15,"0"0"-497"-15,0 0 269 16,0 0-172-16,0 0-111 16,0 0-54-16,134-103 2 15,-89 78-9-15,-8 0-11 0,-5 9-12 16,-8 6 5-16,-9 10-30 16,-4 0 8-16,-3 14-7 15,-6 21-1-15,-2 8 8 16,0 7 23-16,0 7-2 15,-2-3 5-15,-8-2-12 16,3-6-21-16,3-8 3 16,0-10 13-16,0-7-18 15,1-6 1-15,3-7 0 16,0-4-37-16,0-4-42 16,0 0-32-16,13-10-217 15,6-7-292-15,2-4-681 0</inkml:trace>
  <inkml:trace contextRef="#ctx0" brushRef="#br0" timeOffset="-150723.83">26306 12951 713 0,'0'0'295'0,"0"0"-20"16,0 0 52-16,0 0-87 15,-147 69-77-15,114-37-25 16,4 6 16-16,8 5-65 16,13 3-2-16,8-3-39 15,0 0-4-15,12-6-18 16,15-6-1-16,7-9-16 16,3-8 3-16,0-8 0 15,-2-6-12-15,-6 0-24 0,-9-10-11 16,-6-9 34-1,-12 2 2-15,-2-1 11 0,0-2-2 16,-16 4 23 0,-2 2-10-16,0 4-8 0,1 1-10 15,-6 7 1-15,-3 2-12 16,-3 0-23-16,0 9-6 16,4 5-51-16,25 2-102 15,0-4-182-15,6-8-618 0</inkml:trace>
  <inkml:trace contextRef="#ctx0" brushRef="#br0" timeOffset="-150198.17">26573 12944 1371 0,'0'0'234'0,"0"0"63"16,0 0-158-16,114-44-50 15,-77 34-56-15,-5 3-17 16,-12 3-15-16,-6 3 9 16,-10-1-10-16,-4 2 8 15,0-2 15-15,0 0 84 16,-16-1-2-16,-4 3-89 15,-4 0 7-15,-3 0-23 0,0 0 1 16,0 0 7 0,3 7-5-16,1 5 6 0,2 1 1 15,0 4 14-15,4 1-23 16,7 0 21-16,6-1-20 16,4-3-3-16,0 3 2 15,16-3 14-15,6 2-14 16,2 2 5-16,1 0-6 15,0 6 0-15,-4 2-1 16,-4 3-19-16,-7 3-10 16,-2-3-7-16,-8 2 16 15,0-5 0-15,-6-3 11 16,-9-4 10-16,-5-3 28 16,-2-6 34-16,0-4-25 0,-3-4-5 15,-2-2-23-15,-2 0-9 16,-17 0-15-16,3 2-310 15,3 1-406-15</inkml:trace>
  <inkml:trace contextRef="#ctx0" brushRef="#br0" timeOffset="-129596.77">25978 11971 1051 0,'0'0'256'0,"0"0"139"16,0 0-174-16,0 0-13 0,0 0-42 16,0 0-46-16,-6-41-3 15,19 29-13-15,5 1-34 16,6-1-14-16,3 2-16 15,2 0-28-15,2 2 3 16,-6 4-14-16,-3 4 5 16,-7 0-6-16,-7 14-7 15,-8 10 6-15,0 8 1 16,-12 4 1-16,-11 3 0 16,-3 0 8-16,-3-3-9 15,0-2 6-15,0-4-6 16,5-4 1-16,3-3-1 15,6-7 2-15,3-6-2 16,6-6 0-16,2-4 0 16,4 0 1-16,0 0 7 0,0 0-8 15,0-2 0-15,0-1-6 16,0 0 0-16,6 3-9 16,6 0 5-16,5 0 9 15,6 10 1-15,4 0 1 16,-1-1-1-16,3-2 1 15,-3-5 0-15,-1-2 1 16,-2 0-1-16,-3 0 5 16,-7-4-5-16,-1-4 0 15,-6-1-1-15,-2-2 1 16,-4 3-1-16,0 0 0 16,3 0-8-16,-1-1-31 0,9 2-123 15,-2 0-321-15,-2 2-515 16</inkml:trace>
  <inkml:trace contextRef="#ctx0" brushRef="#br0" timeOffset="-115237.84">12819 15245 1684 0,'0'0'487'0,"0"0"-224"0,0 0-32 15,0 0-31-15,0 0-84 16,0 0-38-16,-29-19-9 16,29 19 4-16,0 0-29 15,0 6-17-15,0 20-14 16,0 7 36-16,0 22 4 16,0 14-16-16,0 6 5 15,0 10-18-15,0 3 6 16,4 2-4-16,-4-10-14 15,4-4-4-15,-4-12-8 16,0-3 0-16,0-15 0 16,0-6-1-16,0-10 0 0,2-8-11 15,0-12-51-15,2-10-48 16,0 0-20-16,5-44-28 16,1-2-322-16,-2-2-935 0</inkml:trace>
  <inkml:trace contextRef="#ctx0" brushRef="#br0" timeOffset="-114848.03">12794 15316 1420 0,'0'0'275'0,"0"0"33"16,0 0-87-16,0 0-72 16,0 0-20-16,106-126 28 15,-62 101 4-15,3 7-30 16,-3 12-59-16,-1 6-26 16,-3 0-31-16,-7 27-13 15,-6 9 18-15,-6 4-19 16,-17 2 14-16,-4 2 8 15,-14 0 7-15,-24 0-8 16,-10 0 8-16,-8-7-15 16,0-2-3-16,9-8-6 15,13-13-6-15,11-9 1 16,11-5-1-16,8 0-15 0,4-10-48 16,0-13-39-16,47-16-96 15,-3 7-258-15,3 0-347 0</inkml:trace>
  <inkml:trace contextRef="#ctx0" brushRef="#br0" timeOffset="-114465.87">13832 15003 1440 0,'0'0'553'0,"0"0"-320"16,0 0 31-16,0 0-112 15,-121 102 7-15,88-52-44 16,2 13-5-16,2 5 11 15,11 3-48-15,11-2-23 16,7-1-22-16,11-5-7 16,18-9-8-16,6-11-5 15,1-2-7-15,0-9-1 0,-2-10 1 16,-3-1-1-16,-2-7-15 16,2-1-40-16,2-3-40 15,23-10-66-15,-9 0-225 16,-4-5-805-16</inkml:trace>
  <inkml:trace contextRef="#ctx0" brushRef="#br0" timeOffset="-113759.54">14351 15284 689 0,'0'0'386'16,"0"0"22"-16,0 0-52 15,0 0-26-15,0 0-70 0,0 0-67 16,0 0-33-16,-18-44-55 16,7 40-8-16,-3 0-49 15,-5 4-1-15,-4 0-15 16,-2 0 1-16,-1 8-23 16,1 10-1-16,5 12-7 15,4 10-1-15,8 10 4 16,8-2-4-16,0 2 7 15,16-6-8-15,15-3 0 16,7-9 0-16,4-10 0 16,5-8 0-16,1-6-10 15,4-8-78-15,21 0-80 16,-11-18-194-16,-10-5-590 0</inkml:trace>
  <inkml:trace contextRef="#ctx0" brushRef="#br0" timeOffset="-113472.28">14794 15047 1041 0,'0'0'1057'16,"0"0"-737"-16,0 0-24 15,0 0-194-15,0 0 58 16,0 0-15-16,18 144-49 16,-7-85 4-16,1 2-48 0,-4-3-25 15,3-5-26-15,3-7 5 16,-1-6-6-16,3-8-37 16,-1-7-63-16,14-11-50 15,-2-6-137-15,0-8-472 0</inkml:trace>
  <inkml:trace contextRef="#ctx0" brushRef="#br0" timeOffset="-113038.08">15400 15182 512 0,'0'0'1343'16,"0"0"-1101"-16,0 0-63 15,0 0 95-15,0 0-22 16,50 130-103-16,-23-82-32 16,0 0-26-16,-1-2-47 15,-2-6-23-15,-1-10-21 16,-5-7 9-16,-3-9-8 15,-3-13-1-15,1-1 1 16,-2-10 12-16,2-18-4 0,-2-8 3 16,-1-4-3-16,-6 0-8 15,-4 2 18-15,0 2 11 16,0 4 16-16,0-3-19 16,-4 4-6-16,-1 0-15 15,2 8-4-15,1 0-2 16,2 9 0-16,0 6 0 15,0 7-15-15,0 1-42 16,0 0-85-16,34 0-94 16,-1 0-396-16,1 0-801 0</inkml:trace>
  <inkml:trace contextRef="#ctx0" brushRef="#br0" timeOffset="-112746.83">16135 14855 1536 0,'0'0'368'0,"0"0"-98"15,0 0 1-15,64 179-8 16,-49-62-76-16,-3-2-60 16,-10-12-19-16,-2-18-48 15,0-23-38-15,0 5-22 0,-7 4-10 16,-15 10-101-16,2-19-157 16,-3-11-727-16</inkml:trace>
  <inkml:trace contextRef="#ctx0" brushRef="#br0" timeOffset="-102366.55">16646 15097 1512 0,'0'0'386'0,"0"0"-204"15,0 0-49-15,0 0 0 16,0 0-52-16,146 0-44 16,-107 0-13-16,-2 0-5 15,-6-2-10-15,-6-2-9 16,-12 4-35-16,-13 0-208 16,-2 14-285-16,-19 5-754 0</inkml:trace>
  <inkml:trace contextRef="#ctx0" brushRef="#br0" timeOffset="-102218.23">16743 15378 1706 0,'0'0'279'16,"0"0"72"-16,0 0-203 16,117-36-100-16,-65 19-48 15,19-4-58-15,-11 5-244 16,-10 4-806-16</inkml:trace>
  <inkml:trace contextRef="#ctx0" brushRef="#br0" timeOffset="-95202.27">17634 15040 1803 0,'0'0'377'0,"0"0"-9"16,0 0-135-16,0 0-122 15,0 0-75-15,0 0-35 0,13 57 14 16,8-13 17-16,-1 15 7 15,0 4 8-15,-2 8 12 16,-3 1-11-16,-1 2-20 16,-3-6-2-16,0-1-17 15,-2-13-3-15,0-6-6 16,-1-7 1-16,-2-15 0 16,-2-3-1-16,0-14-47 15,-4-4-41-15,0-5-21 16,0-14-78-16,-11-12-384 15,-3-2-393-15</inkml:trace>
  <inkml:trace contextRef="#ctx0" brushRef="#br0" timeOffset="-94872.2">17592 15105 745 0,'0'0'665'0,"0"0"-496"16,0 0 115-16,98-117-41 15,-54 88-33-15,6 7-96 16,4 8-10-16,-2 7-20 16,2 7-31-16,-7 13-10 15,-9 25-31-15,-11 6 20 16,-14 11 21-16,-13 3 24 15,0-9-16-15,-23 4-19 0,-12-12-21 16,-5-3-8-16,-7-1 4 16,0-9-17-16,5-3 10 15,4-12-10-15,7-6-8 16,13-7-107-16,9-23-265 16,9-3-990-16</inkml:trace>
  <inkml:trace contextRef="#ctx0" brushRef="#br0" timeOffset="-94520">18432 14829 1597 0,'0'0'342'0,"0"0"-75"16,0 0-11-16,0 0-117 16,-60 110 13-16,45-41-60 15,-1 2 11-15,5 4-26 16,5-3-22-16,6-12-33 0,0-9-7 15,21-10-14 1,12-15-1-16,8-4 0 0,6-12-4 16,4-5-80-16,18-5-174 15,-13 0-390-15,-9-17-538 0</inkml:trace>
  <inkml:trace contextRef="#ctx0" brushRef="#br0" timeOffset="-94128.87">18706 15034 1579 0,'0'0'294'0,"0"0"0"0,0 0-60 16,0 0-144-16,0 0-38 15,0 0 17-15,0 0 45 16,121 131-2-16,-99-78-39 15,-1-9-37-15,0-8-22 16,2-6-1-16,-1-12-13 16,1-7 6-16,-2-11 1 15,-2 0 2-15,-4-7 0 16,-3-11 2-16,-4-3 1 16,-6-4 25-16,-2 1 14 15,0-10-8-15,0 0-2 16,0-5-14-16,-2-1-8 15,-4-2-11-15,-1 3-1 16,0 8-6-16,3 4 1 0,-1 13 4 16,3 2-6-16,2 12 0 15,0 0-57-15,4 0-101 16,15 0-328-16,0 0-699 0</inkml:trace>
  <inkml:trace contextRef="#ctx0" brushRef="#br0" timeOffset="-93829.45">19391 14825 162 0,'0'0'1802'0,"0"0"-1526"15,0 0-24-15,0 0-60 16,-4 132-22-16,4-72-67 16,4 2-47-16,3-5-16 15,-3-7-27-15,-2-6-1 16,-2-8-11-16,0-4 0 16,0-10-1-16,0 0-22 15,0-4-36-15,0 0-95 16,4-6-111-16,4-2-220 15,0-6-343-15</inkml:trace>
  <inkml:trace contextRef="#ctx0" brushRef="#br0" timeOffset="-93504.82">20004 14985 1370 0,'0'0'318'0,"0"0"45"16,0 0-160-16,0 0-92 15,0 0 4-15,0 0-17 0,-116 139 27 16,109-100-36-16,7 2-33 15,0-9-28-15,9-5-13 16,16-6-6-16,8-7-8 16,5-10 18-16,7-4-19 15,-1 0-7-15,12-4-139 16,-9-10-228-16,-9 0-344 0</inkml:trace>
  <inkml:trace contextRef="#ctx0" brushRef="#br0" timeOffset="-93197.3">20307 14596 1520 0,'0'0'353'16,"0"0"-206"-16,0 0 94 15,60 116-8-15,-18-28-79 16,-3-1-8-16,-6 2-17 16,-8 1-59-16,-14-23-32 0,-5 5-29 15,-4-5-9 1,-2-5-56-16,-15 19-131 0,-12-16-399 15,-2-11-625-15</inkml:trace>
  <inkml:trace contextRef="#ctx0" brushRef="#br0" timeOffset="-91509.67">21032 15051 1551 0,'0'0'294'15,"0"0"-171"-15,0 0 42 16,0 0-67-16,0 0-17 16,0 0 61-16,-16 32 6 15,1-22-43-15,1-2-37 16,3-4-15-16,4-4 31 15,3 0-15-15,4-8-26 16,0-6-23-16,2-3-4 0,15 0-9 16,4 2 1-16,-1 8 0 15,-2 7-8-15,-10 0 0 16,-8 6-1-16,0 16 1 16,-13 6 6-16,-16-4 15 15,-2-2-7-15,0-4 2 16,6-6-1-16,6-8-4 15,9-4 19-15,6 0-15 16,4-9-15-16,0-9 0 16,2 1-1-16,16-1-35 15,5 0-47-15,19 1-102 16,-5 8-188-16,-1 3-601 0</inkml:trace>
  <inkml:trace contextRef="#ctx0" brushRef="#br0" timeOffset="-91013.24">21551 14872 1631 0,'0'0'336'16,"0"0"29"-16,0 0-226 15,0 0-99-15,0 0-10 0,42 171 34 16,-22-87 15-16,-1 7 5 15,-4-7-29-15,1-8-18 16,-5-10-23-16,-1-10-13 16,-2-9 9-16,-6-14-10 15,-2-12-69-15,0-11-252 16,-7-10-395-16</inkml:trace>
  <inkml:trace contextRef="#ctx0" brushRef="#br0" timeOffset="-90683.06">21444 15020 1768 0,'0'0'344'0,"0"0"120"0,140-145-317 16,-61 91 26-16,5 9-44 15,-6 21-36-15,-15 21-9 16,-18 3-45-16,-24 30-9 15,-16 20 12-15,-5 8 1 16,-9 0 11-16,-18 5-23 16,-2-10-7-16,-4-2-10 15,-3-12-2-15,-1-4-6 16,1-9 0-16,2-5-5 16,6-6 0-16,5-5-1 15,7-6-8-15,7-4-14 16,9 0-28-16,0 0-41 0,16-14-92 15,35-21-101-15,1 8-415 16,-6-5-903-16</inkml:trace>
  <inkml:trace contextRef="#ctx0" brushRef="#br0" timeOffset="-90447.93">22170 14846 1798 0,'0'0'474'16,"0"0"-207"-16,0 0-107 16,0 0-78-16,0 0 8 15,-73 151-23-15,71-93 1 0,2-1-16 16,2-6-24-16,19-10-22 16,4-5 3-16,4-13-8 15,6-2-1-15,2-14-44 16,22-7-141-16,-11 0-351 15,-5-7-629-15</inkml:trace>
  <inkml:trace contextRef="#ctx0" brushRef="#br0" timeOffset="-90136.01">22558 14936 1129 0,'0'0'495'0,"0"0"-291"16,0 0 169-16,0 0-172 15,0 0-61-15,0 0-82 16,0 0-23-16,-106 1-3 16,94 35 26-16,1 4 15 15,9 2-10-15,2-2-17 16,0-6-18-16,7-4-11 15,13-7-16-15,4-5 8 16,5-9-3-16,2 0 0 16,3-9-6-16,2 0-15 0,-1 0-76 15,17-10-115-15,-12-7-314 16,-5 1-531-16</inkml:trace>
  <inkml:trace contextRef="#ctx0" brushRef="#br0" timeOffset="-89862.85">22793 14522 1476 0,'0'0'210'0,"0"0"-57"15,0 0 22-15,131 48 38 0,-75-2-19 16,-2 12-34-16,-8 12-20 16,-11 5-46-16,-10 3-47 15,-9-2-35-15,-9-2-1 16,-7-6-11-16,-11 22-125 16,-16-16-424-16,-6-9-537 0</inkml:trace>
  <inkml:trace contextRef="#ctx0" brushRef="#br0" timeOffset="-88865.83">17570 15994 1007 0,'0'0'176'0,"0"0"118"16,0 0-112-16,0 0-75 15,0 0-18-15,0 0 40 16,0 0 68-16,75 23-48 16,-25-23-33-16,6 0-44 15,8 0-32-15,7 0-19 16,3 0-13-16,4 5-7 15,9-1 8-15,27-1-8 16,39-3 6-16,45-3-1 0,24-15-5 16,2 0 1-16,-10-4 5 15,-22 4-7-15,-6-5 5 16,1-5-5-16,0 3-1 16,6-1 1-16,6-6 0 15,-5 6 0-15,-5-3 12 16,-1 6 21-16,-1 6-23 15,0 5-9-15,2-2 0 16,1 2 6-16,6 2-6 16,-2-4 7-16,7 0-7 15,2 6 0-15,-3 0 13 16,-1 8-7-16,-12 0-1 16,-18 0-6-16,-35 0 2 15,-36 0-2-15,-36 0 12 16,-12 0-1-16,-6 0 26 0,1 0-3 15,-7 0 51-15,-9-2 25 16,-11-6-12-16,-5 0-44 16,-2-5-30-16,-2 3-9 15,-2 5-14-15,1 1-1 16,-1-5-34-16,11 0-110 16,-3 0-195-16,-1 2-565 0</inkml:trace>
  <inkml:trace contextRef="#ctx0" brushRef="#br0" timeOffset="-87222.11">19857 16423 1809 0,'0'0'356'15,"0"0"-254"-15,0 0-6 16,10 117 36-16,17-45-4 16,2-1-25-16,5 4-23 15,-5-17 8-15,0-5-56 16,-7-12-8-16,-1-10-17 16,-11-4-1-16,-1-13-6 15,-7-6-5-15,-2-4-68 16,0-4-46-16,-11 0-54 15,-9-18-310-15,-1-8-12 0,-2-6-99 16,3-12 243-16,4-10 221 16,5-4 130-16,4 0 154 15,7-5 162-15,0 1 68 16,12 8-93-16,12 6-63 16,7 12-2-16,8 4-30 15,5 10-64-15,3 13-28 16,-1 9-55-16,-3 9-34 15,-10 23-1-15,-15 16-4 16,-16 5 11-16,-2 6 21 16,-22-5 1-16,-11-4-18 15,-3-5-8-15,0-11-8 16,5-10-3-16,8-8-5 0,6-7-1 16,5-9-18-1,8 0-125-15,2-13-217 0,2-6-522 0</inkml:trace>
  <inkml:trace contextRef="#ctx0" brushRef="#br0" timeOffset="-86981.35">20552 16281 1670 0,'0'0'327'0,"0"0"-219"15,-18 107 182-15,14-40-117 0,4 3-30 16,0-2-77 0,0-10-9-16,4-10-23 0,14-7-20 15,5-19-14-15,6-5 1 16,2-12-1-16,5-5-53 16,15-21-135-16,-9-6-323 15,-11-5-492-15</inkml:trace>
  <inkml:trace contextRef="#ctx0" brushRef="#br0" timeOffset="-86696.02">20818 16467 1520 0,'0'0'221'0,"0"0"298"16,0 0-335 0,104 126-22-16,-66-86-67 0,0-3-43 15,2-8-21-15,-4-7-7 16,-5-3-13-16,-6-10 2 15,-7-9-7-15,-5 0 6 16,-5 0 18-16,0-23 27 16,-4-8-18-16,-4-8-21 15,0-2 1-15,0-3-8 16,-4 2 8-16,-12 2-4 16,-1 6-3-16,-2 2-3 15,3 6-8-15,5 4-1 16,3 8-8-16,8 1-56 15,0 8-162-15,0-6-541 0</inkml:trace>
  <inkml:trace contextRef="#ctx0" brushRef="#br0" timeOffset="-86514.62">21275 16223 1560 0,'0'0'241'16,"0"0"105"-16,0 0-129 15,98 152-94-15,-72-82-60 16,-5 2-26-16,-8-3-22 16,-9-4-6-16,-4-7-9 15,-4 12-54-15,-17-15-239 16,-4-11-361-16</inkml:trace>
  <inkml:trace contextRef="#ctx0" brushRef="#br0" timeOffset="-82192.58">24498 15163 1699 0,'0'0'475'16,"0"0"-197"-16,0 0-58 16,0 0-107-16,0 0-50 15,0 0-42-15,25 10-10 16,4-8 9-16,8 0-3 16,5-2 1-16,3 0-17 15,-1 0-1-15,-7-4-30 16,-13-1-122-16,-13 5-156 15,-8 0-245-15,-3 0-552 0</inkml:trace>
  <inkml:trace contextRef="#ctx0" brushRef="#br0" timeOffset="-82059.91">24567 15402 1003 0,'0'0'792'15,"0"0"-660"-15,0 0 195 16,0 0-196-16,0 0-87 15,145-42-44-15,-89 24-135 16,-12 1-550-16</inkml:trace>
  <inkml:trace contextRef="#ctx0" brushRef="#br0" timeOffset="-78403.01">25760 14674 1134 0,'0'0'275'0,"0"0"-41"16,0 0 88-16,0 0-127 16,0 0-72-16,0 0-33 15,0 0-12-15,4-67-5 16,18 56-15-16,5-1-4 15,0 3-29-15,2 9-2 16,-5 0-16-16,-1 0-5 16,-4 26-1-16,-5 11 7 15,-3 9 5-15,-4 4 4 16,-4 4 8-16,-3 1-16 16,0-1 9-16,0-1-3 0,0 0 16 15,-3-9-10 1,-2-8-9-16,3-7-4 0,2-12-7 15,0-5 0-15,0-6-1 16,10-6-37-16,5 0-42 16,5-6-173-16,-3-11-369 15,-5-6-626-15</inkml:trace>
  <inkml:trace contextRef="#ctx0" brushRef="#br0" timeOffset="-78192.87">25806 14985 937 0,'0'0'1072'0,"0"0"-888"0,0 0 142 16,0 0-188-16,0 0-84 16,0 0-35-16,148-30-4 15,-93 16-13-15,-4 0 4 16,-6 5-6-16,-5 9-114 15,-13 0-352-15,-11 0-226 0</inkml:trace>
  <inkml:trace contextRef="#ctx0" brushRef="#br0" timeOffset="-77839.07">25748 15468 1562 0,'0'0'372'15,"0"0"-134"-15,0 0 77 16,0 0-41-16,0 0-98 15,0 0-68-15,116 26-39 16,-89-21-45-16,-6-4-15 16,-4 1-8-16,-1 3 0 0,-5 0-1 15,-5-1-7-15,2 6-34 16,-6 2 5-16,2 2-10 16,-2-4-9-16,3-2-71 15,5-3-102-15,0-5-276 16,1 0-360-16</inkml:trace>
  <inkml:trace contextRef="#ctx0" brushRef="#br0" timeOffset="-77659.49">26080 15404 1698 0,'0'0'248'15,"0"0"-84"-15,0 0-60 0,0 0-81 16,0 0-23-16,0 0-39 16,0 0-108-16,-2 0-438 0</inkml:trace>
  <inkml:trace contextRef="#ctx0" brushRef="#br0" timeOffset="-76976.01">25846 15520 651 0,'0'0'656'0,"0"0"-549"15,0 0 68-15,0 0-50 16,0 0-1-16,0 0-2 16,0 0 4-16,121-4 4 15,-72-12-37-15,5 0 13 16,-4-2-37-16,0 2-2 0,-11 2-42 15,-4 4-13-15,-11 6-6 16,-6 4-6-16,-5 0 2 16,-4 0-2-16,-2 0-1 15,-3 0 1-15,-2 0 6 16,0 0-6-16,-2 0 0 16,0 4 0-16,0 0 1 15,-10 2 15-15,-9-1-7 16,-5 4 4-16,-5 3-12 15,-9-1 5-15,-2 0-5 16,-7 4 0-16,1-2 0 16,-2 4-1-16,6-3 1 15,7 0-1-15,8-1 0 16,9-4 1-16,7-5 0 16,7 0-1-16,4-4-1 0,0 0 0 15,0 0 1-15,19 0 0 16,8 0 9-16,9-4-2 15,4-4 23-15,4-5 10 16,4 3-2-16,-6-4-12 16,-5 2-9-16,-6 6 8 15,-6-2-2-15,-9 0-8 16,-3 4-10-16,-4 3-5 16,-4 1-60-16,-1 0-130 15,-4 0-317-15,3 3-319 0</inkml:trace>
  <inkml:trace contextRef="#ctx0" brushRef="#br0" timeOffset="-76636.93">25960 15865 1733 0,'0'0'210'0,"0"0"49"16,0 0-51-1,-4 125-31-15,4-81-70 0,0-3 5 16,0-6-28-16,0-7-36 15,2-6-24-15,2-10-15 16,-2-5 0-16,-2-4-9 16,3-3 0-16,0 0 0 15,10-17-66-15,0-10-212 16,3-1-634-16</inkml:trace>
  <inkml:trace contextRef="#ctx0" brushRef="#br0" timeOffset="-76301.98">26205 15851 1832 0,'0'0'222'0,"0"0"-138"16,0 0 37-16,0 0-16 16,-48 117-17-16,48-77-14 15,0-4-10-15,17-2-28 16,8-2-20-16,4-14-8 15,4-4 13-15,5-14-14 16,0 0 15-16,0-14-13 16,-5-16 0-16,-10 2-1 15,-10-4 2-15,-9 2-1 16,-4 2 17-16,0 2 74 16,-15 4-23-16,-7 3-23 15,-5 1-25-15,0 4-14 0,5 2-13 16,4 2-1-16,7 2-1 15,9-4-46-15,2-11-149 16,17 0-466-16,10-3-799 0</inkml:trace>
  <inkml:trace contextRef="#ctx0" brushRef="#br0" timeOffset="-75715.04">27102 15155 1945 0,'0'0'328'0,"0"0"-39"16,0 0-132-16,0 0-96 16,0 0-48-16,0 0-4 15,0 0-9-15,-36 0 12 16,20 4-1-16,3-4 25 16,4 0 19-16,9 0 9 15,0 0-8-15,0-9-39 16,9 0-4-16,6-3-12 0,6 7-2 15,-4 5 0-15,-1 0-8 16,-3 0 9-16,-3 3-11 16,-6 15 11-16,-4 0 1 15,0-4 13-15,-6 0-8 16,-8-1 15-16,5-9-15 16,2-4 6-16,2 0 11 15,5-4-8-15,0-18-14 16,0-1-1-16,0 5 1 15,10 2-1-15,-4 10 0 16,1 0 0-16,-5 6-6 16,-2 0-9-16,0 0 14 15,0 11 1-15,-2-2 1 0,-11 3 22 16,1-6-23-16,3-2 15 16,5 0-15-16,4-4 0 15,0 0-17-15,0 0-129 16,2 0-549-16</inkml:trace>
  <inkml:trace contextRef="#ctx0" brushRef="#br0" timeOffset="-72396">28084 14600 1390 0,'0'0'238'0,"0"0"-115"16,0 0 4-16,0 0-82 16,121-76-2-16,-76 64 13 15,-1 0 37-15,-8 6-15 16,-7 0-20-16,-9 6-39 16,-11 0 1-16,-9 2-19 15,0 16 10-15,-3 8 25 16,-17 6 11-16,-4 0-2 15,2 3-16-15,-3-4-5 16,3-1-2-16,0-2 2 16,-1 2-6-16,3 1 9 15,-3-2 9-15,4 5 23 16,3-5-5-16,3 0 0 0,7-10 2 16,3-3-6-16,3-5-13 15,0-6-18-15,18-3 1 16,13-2 26-16,10 0 2 15,5 0-24-15,-1-7-8 16,-5 2-16-16,-7 1 0 16,-6 2-40-16,-2 2-116 15,-10-2-192-15,-3 2-391 0</inkml:trace>
  <inkml:trace contextRef="#ctx0" brushRef="#br0" timeOffset="-72133.34">27926 15209 1699 0,'0'0'316'0,"0"0"-4"15,0 0-67-15,0 0-121 16,0 0-3-16,172 3-29 15,-88-15-24-15,6-2-23 16,-6 0-11-16,-9 1-27 16,-15 1 4-16,-14 6-11 15,-10 6-17-15,-3 0-145 0,-11 0-212 16,-3 0-360-16</inkml:trace>
  <inkml:trace contextRef="#ctx0" brushRef="#br0" timeOffset="-71662.64">28308 15454 136 0,'0'0'1505'16,"0"0"-1329"-16,0 0 167 15,0 0-147-15,0 0-99 16,0 0-59-16,0 0-24 0,115-28-3 16,-78 20 13-16,-9 5 14 15,-8 3-24-15,-8 0-13 16,-10 7 0-16,-2 12-1 16,-2 4 11-16,-23 3-11 15,-4 0 11-15,-2-2-10 16,2-2 7-16,8-5-8 15,11-12-26-15,8 4-55 16,2-9-11-16,0 3 78 16,2 4 14-16,11 1 15 15,3 0 17-15,1 6 6 16,-1-5-1-16,-5 8-5 16,-9 1-15-16,-2 0-2 0,-13 4 16 15,-25-1 2 1,-11 8 23-16,-5-3-14 0,3-3-8 15,7-6-22-15,10-7-5 16,12-5-7-16,7-5-71 16,7-5-245-16,4-5-546 0</inkml:trace>
  <inkml:trace contextRef="#ctx0" brushRef="#br0" timeOffset="-70931.82">24504 16808 977 0,'0'0'288'0,"0"0"-201"16,0 0 176-16,148-10-78 15,-74-4-45-15,3 6-43 16,6-1 34-16,2 5-63 16,1 4-45-16,5 0-8 15,25-1-7-15,34-8 6 16,37 0-3-16,18-9-4 15,-4 6 8-15,-16 2-8 16,-27 1 7-16,0 1 0 16,0 3-2-16,10-7-11 0,17-2 0 15,16-1-1-15,17-2-12 16,14-6-7-16,4 1 18 16,3-3-8-16,-5-2 9 15,-7 8 7-15,-13-2 0 16,-13 7 1-16,-21 0-1 15,-10 0-7-15,-7-2-10 16,-10 2 9-16,-21 0 0 16,-31 3 0-16,-35 8 1 15,-19-1-1-15,-4-1 1 16,-8 2 1-16,-6 3 18 16,-14-5 44-16,-7 4 81 15,-6 1-32-15,-2 0-54 16,0 0-40-16,0 0-18 15,2 0-41-15,2 0-179 0,3 0-165 16,-5 0-497-16</inkml:trace>
  <inkml:trace contextRef="#ctx0" brushRef="#br0" timeOffset="-66231.81">27496 16736 1283 0,'0'0'224'0,"0"0"-130"16,0 0 81-16,0 0-66 15,0 0-60-15,0 0-9 16,0 0 36-16,-118 13 20 16,80 10 4-16,-5 3-17 15,2 6-30-15,5-2 10 0,9-2-20 16,11-1-12-16,12-1-16 16,4-9-3-16,14-2-11 15,17-8 0-15,7-7-1 16,1 0 28-16,2-4-28 15,-8-11-8-15,-9-5 6 16,-10-3 2-16,-10 0 6 16,-4-3-5-16,0 5 7 15,0 3-7-15,0 4 14 16,0 9 9-16,0 5 6 16,9 5-30-16,5 21 2 15,1 15 19-15,1 8 4 0,-1 9 29 16,-3 0 1-16,-3 0-12 15,-5-3-14-15,2-7-12 16,-1-13-5-16,0-2-11 16,2-11 10-16,1-5-11 15,-1-4 0-15,0-3-17 16,-3-1-20-16,1-6-57 16,5-3-126-16,0 0-360 15,3 0-651-15</inkml:trace>
  <inkml:trace contextRef="#ctx0" brushRef="#br0" timeOffset="-65744.34">27808 16980 588 0,'0'0'929'16,"0"0"-817"-16,0 0 28 16,0 0-47-16,0 0-30 15,147-56-35-15,-115 52-12 16,-8 4-4-16,-6 0-11 16,-4 0 13-16,-8 4 20 15,-4 8-1-15,-2 2 1 16,0 0 20-16,0 2 7 15,-4 3-19-15,-12 2-6 0,-4-1-11 16,0 2 0-16,-3 5 18 16,2-5-6-16,0 0-1 15,3-1-6-15,5 2 10 16,2-3 7-16,6 0-11 16,5-6-17-16,0-4-5 15,0-2 4-15,0 1 25 16,12-4 21-16,-1 2 0 15,5-2-26-15,1-3-16 16,6-2-9-16,-1 0-5 16,5 0-1-16,-3-2-7 15,3-10-13-15,-5 2-48 0,-1-2-89 16,-2 2-113-16,-3-2-106 16,-5 5-476-16</inkml:trace>
  <inkml:trace contextRef="#ctx0" brushRef="#br0" timeOffset="-65263.65">27113 17784 773 0,'0'0'911'16,"0"0"-863"-16,0 0 9 16,0 0 38-16,155 11-10 15,-54-11-32-15,39-5 44 16,43-13 18-16,18-5 16 16,-10-3 6-16,-23-1-52 0,-50 13-36 15,-34 2-30-15,-30 2-8 16,-18 6-2-16,-3 0-8 15,-8 4 0-15,-3-2-1 16,-13-3 1-16,-7 5 0 16,-2 0-2-16,0 0-59 15,-24 7-165-15,-3 11-280 16,-6 3-325-16</inkml:trace>
  <inkml:trace contextRef="#ctx0" brushRef="#br0" timeOffset="-64860.2">27307 18388 1079 0,'0'0'696'16,"0"0"-583"-16,0 0 185 16,0 0-130-16,0 0-73 15,144-86-50-15,-94 56-25 16,-11 3-9-16,-7 10-5 0,-12 3-6 16,-7 9 5-16,-6 5-5 15,-4 5-7-15,-1 26 7 16,0 10 17-16,0 13 2 15,-2 7 9-15,0-4 15 16,0-3-16-16,0-8-10 16,0-6-16-16,0-10 6 15,0-11-6-15,0-10-1 16,2-9 0-16,-2 0-29 16,9-14-75-16,-3-12-250 15,4 2-451-15</inkml:trace>
  <inkml:trace contextRef="#ctx0" brushRef="#br0" timeOffset="-64483.87">27908 18098 1292 0,'0'0'628'16,"0"0"-564"-16,0 0-13 15,0 0 11-15,-35 142 4 16,26-84-17-16,5 2 52 16,4-8-23-16,0-2-27 15,2-13-28-15,17-12-8 16,10-13 0-16,6-12 4 16,2 0 2-16,1-15-12 15,-7-10-2-15,-8-1-6 0,-13 5-1 16,-10-2 0-16,0 5 1 15,-4 0-1-15,-14 4 13 16,-4 2-11-16,-2 2-2 16,1 6 7-16,4 4-7 15,0 0-1-15,9 0 0 16,4 0-10-16,6 0-84 16,10 0-186-16,17-4-67 15,4-10-709-15</inkml:trace>
  <inkml:trace contextRef="#ctx0" brushRef="#br0" timeOffset="-63883.83">28317 18064 1264 0,'0'0'165'0,"0"0"-78"16,0 0-45-16,0 0-29 15,0 0-4-15,124-33-8 16,-117 33 2-16,-7 0 10 16,0 0 76-16,0 0 22 0,-4 0-45 15,-17 0-25 1,-3 4 6-16,-2 10-11 0,1 2-15 15,0-2-12-15,7 0 2 16,7 3-5-16,5-3 0 16,3 6-5-16,3-5 12 15,0 3-7-15,0 0 2 16,0-4-7-16,7 0 0 16,4-2 6-16,1-2-1 15,-2-2-5-15,4 1 5 16,-1-4-4-16,0 4-1 15,3 1 0-15,-1-2 0 16,6 6 6-16,-1-2-7 16,5 2 1-16,-2 4 0 15,2-1 22-15,-4 9-3 0,-6-1-5 16,-6 2 11-16,-4 0 51 16,-5-2 12-16,0 2-3 15,0-1-15-15,-14-4-26 16,1-7-14-16,0-2-7 15,-1-2-8-15,5-8 11 16,0-3 3-16,0 0-5 16,5 0-14-16,-3 0-11 15,1 0-24-15,-8 0-206 16,3 0-144-16,1 0-466 0</inkml:trace>
  <inkml:trace contextRef="#ctx0" brushRef="#br0" timeOffset="-62907.82">30267 15869 755 0,'0'0'906'0,"0"0"-801"15,0 0 91-15,0 0-129 16,25-108-33-16,-3 82 23 16,0 3 51-16,0-2 1 15,1 1-18-15,2-1-14 16,-2 6-38-16,4-4-17 16,-2 6-7-16,0 4-5 15,1 8 4-15,-1 1-8 16,4 4 5-16,2 0-3 0,1 0 2 15,1 0-2-15,0 4 1 16,-2 5 0-16,-4 0-8 16,0 0-1-16,-5 8-10 15,-2 3 10-15,0 6 1 16,2-4 6-16,1 0-6 16,-1-5 0-16,3-2 5 15,-4-5 3-15,2-3-3 16,-3-7 3-16,0 0-9 15,-2 0-48-15,0-13-76 16,-3-9-125-16,-1 0-80 16,-3-11-168-16,-2 8-33 15,-3 1-95-15</inkml:trace>
  <inkml:trace contextRef="#ctx0" brushRef="#br0" timeOffset="-62471.99">30479 16062 1224 0,'0'0'252'16,"0"0"-24"-16,0 0-46 0,0 0-87 16,0 0-41-16,0 0 0 15,0 0-1-15,80-68 3 16,-46 52-13-16,3 9-21 16,1 7-4-16,1 0-18 15,-2 10-17-15,3 21 17 16,0 1 1-16,-2 2 5 15,2-2 1-15,-4-4-7 16,-1-6 2-16,2-14 9 16,-2-8 9-16,3 0 0 15,-3-12-5-15,1-11-9 16,-7 0-5-16,-9 0 1 0,-7 2-2 16,-5 3-13-1,-8-1-143-15,0 3-205 0,0 6-1037 0</inkml:trace>
  <inkml:trace contextRef="#ctx0" brushRef="#br0" timeOffset="-27509.79">1943 16078 95 0,'0'0'2214'0,"0"0"-1965"16,0 0-163-16,9 174 105 15,18-39-64-15,4 13-19 16,-2-24-36-16,-9-30 4 15,-5-43-44-15,-1-7-17 16,2 0-7-16,0-4-8 16,-1-4-1-16,-4-14-80 0,-2-13-69 15,-7-14-141 1,0-21-270-16,-2-6-759 0</inkml:trace>
  <inkml:trace contextRef="#ctx0" brushRef="#br0" timeOffset="-27253.81">1930 16168 1949 0,'0'0'243'15,"0"0"94"-15,0 0-132 16,84-102-109-16,-30 98-51 16,6 4-26-16,-6 18-4 15,-8 26-6-15,-15 6 22 16,-19 16 44-16,-12 1 9 15,-14 4-14-15,-19-2-28 0,-5-8-6 16,1-8-35-16,8-16-1 16,8-11-42-16,10-21-62 15,11-5-11-15,0-14-61 16,13-15-337-16,8-3-450 0</inkml:trace>
  <inkml:trace contextRef="#ctx0" brushRef="#br0" timeOffset="-26938.85">2851 15990 2138 0,'0'0'229'0,"0"0"-63"16,-81 112 37-16,50-37-27 16,8 6-74-16,15 7-5 15,8-7-16-15,4-13-56 16,25-9-5-16,7-12-20 16,0-7 0-16,0-11-2 15,-3-4-34-15,-4-2-22 16,0-5-26-16,2-5-58 0,19-13-139 15,-9 0-414-15,-1-18-855 16</inkml:trace>
  <inkml:trace contextRef="#ctx0" brushRef="#br0" timeOffset="-26637.77">3374 16214 1735 0,'0'0'240'0,"0"0"242"0,0 0-299 16,-116 52-62 0,87-16-39-16,5 5-16 0,4 13 1 15,6 4-16-15,8 0-18 16,6 0-2-16,0-10-20 15,24-8 2-15,8-12-5 16,3-6-1-16,8-13-7 16,-1-6-1-16,3-3-58 15,17-17-135-15,-13-10-287 16,-6 1-287-16</inkml:trace>
  <inkml:trace contextRef="#ctx0" brushRef="#br0" timeOffset="-26279.29">3796 15923 1295 0,'0'0'597'0,"0"0"-492"15,0 0 221-15,0 0-113 16,0 0-97-16,-121-14-54 0,101 37 7 16,-2 0-5-16,0 12 9 15,4 1 2-15,7 0-33 16,9-2-30-16,2-2-8 15,6-10-2-15,21-4-4 16,4-7-2-16,7-8-24 16,18-3-40-16,-9 0-163 15,-5-5-469-15</inkml:trace>
  <inkml:trace contextRef="#ctx0" brushRef="#br0" timeOffset="-25930.9">4300 15833 1996 0,'0'0'275'15,"0"0"-155"-15,0 0 72 16,2 126 15-16,2-49-74 16,-4 7-13-16,0 7-5 15,0 0-30-15,0-1-38 16,-8-5-14-16,-2-5-22 16,4-13 4-16,-1-9-14 15,5-14-1-15,2-8-21 0,0-14-36 16,0-12-35-16,0-10-47 15,31-15-90-15,0-20-424 16,1 0-734-16</inkml:trace>
  <inkml:trace contextRef="#ctx0" brushRef="#br0" timeOffset="-25565.26">4522 16230 1305 0,'0'0'1044'16,"0"0"-889"-16,0 0 24 0,0 0-81 16,0 0-35-16,0 0 61 15,100 131-33-15,-52-65 4 16,-2 6-52-16,1-5-22 16,-5-9-10-16,-6-12-10 15,-7-12-1-15,-9-17-14 16,-4-15-8-16,-7-2-3 15,-5-19 24-15,0-15 0 16,-4-12-14-16,0-3 14 16,0 1 1-16,0 6 5 15,0 2 27-15,0 6 34 16,-8 1-11-16,1 3 5 16,0 7-24-16,3 0-20 0,4 5-16 15,0 4-22-15,0 2-48 16,0 3-37-16,11-3-46 15,4 5-303-15,4 3-625 16</inkml:trace>
  <inkml:trace contextRef="#ctx0" brushRef="#br0" timeOffset="-25301.98">5233 16003 1891 0,'0'0'299'15,"0"0"-192"-15,0 0 13 0,0 0 0 16,0 0 10-16,-73 133-53 16,71-95 13-16,2-4-41 15,2-10-28-15,21-4-9 16,8-10-11-16,11-10-2 15,7 0 1-15,20-18-175 16,-11-3-415-16,-12-6-845 0</inkml:trace>
  <inkml:trace contextRef="#ctx0" brushRef="#br0" timeOffset="-25025.01">5693 15731 1716 0,'0'0'280'15,"0"0"-154"-15,0 0 83 16,0 0-5-16,138 143-54 16,-96-37-8-16,-13 34-3 15,-11-8-56-15,-14-19 9 16,-4-33-32-16,-2-22-30 15,-15 5-21-15,-6-2 1 16,-3 3-10-16,-3-11-13 16,2-21-45-16,-13-18-77 15,9-6-223-15,2-8-946 0</inkml:trace>
  <inkml:trace contextRef="#ctx0" brushRef="#br0" timeOffset="29351">13998 6133 1222 0,'0'0'181'0,"0"0"-66"16,0 0 19-16,0 0 60 15,0 0-56-15,0 0-33 16,-4 0-2-16,4 0 10 0,4 0-5 15,5 12-9 1,7 11-53-16,-1 12 18 0,6 11-10 16,-1 5 4-16,-3 7-22 15,2 2 0-15,-4-4-17 16,1-3 14-16,0-7-18 16,-3-10 6-16,-2-9-7 15,-4-6-13-15,-1-8 3 16,-1-6-3-16,-5-5-1 15,2 1 0-15,-2-3-20 16,0 0-29-16,0 0-25 16,0 0-58-16,-4-3-117 15,-8-6-48-15,-1-2-69 0,-5 5-153 16,-4 6 144 0,-3 0 101-16,-1 2 252 0,-4 13 22 15,4 0 169-15,3-1 77 16,6-5 33-16,8-4-20 15,4-3-36-15,5-2-40 16,0 0-9-16,2 0-29 16,21-10-48-16,3-6-36 15,8-3-27-15,3-2-9 16,6-1-7-16,-1-1 3 16,3 0-21-16,-5 3 14 15,-4 4-13-15,-9 10-1 16,-9 6 0-16,-3 0-10 15,-5 20 10-15,-4 4 1 0,1 4 10 16,-5 0-11-16,0-2 6 16,-2-4 2-16,0-6-6 15,0-6-2-15,0-3 9 16,0-7 0-16,0 0 34 16,-11-3 14-16,-9-11-38 15,-5-2 2-15,0-1-19 16,2-3 22-16,-2 3-24 15,2 1 7-15,3 3-7 16,0-2 0-16,4 7 0 16,1 5-52-16,-9 3-161 15,3 0-288-15,2 12-585 0</inkml:trace>
  <inkml:trace contextRef="#ctx0" brushRef="#br0" timeOffset="32105.09">13720 14587 586 0,'0'0'340'0,"0"0"-233"0,0 0-25 16,0 0-11-1,0 0-13-15,0 0-41 0,0 0 22 16,4-3 54-16,12-3-1 15,2 3-15-15,4-8-16 16,5-1-32-16,4 0-13 16,5 1-4-16,1-2-5 15,4-1-7-15,-1 6 1 16,2-6 0-16,3 5 0 16,3 4 11-16,4-2-11 15,2 7-2-15,0 0-4 16,0 0 5-16,2 3 0 15,-2 11-17-15,0 0 5 0,-4 0 2 16,-2-2 4 0,-3-8-5-16,-5 0-101 0,6-4-199 15,-8 0-60-15,-11 0-247 0</inkml:trace>
  <inkml:trace contextRef="#ctx0" brushRef="#br0" timeOffset="32976.59">14821 14441 561 0,'0'0'776'0,"0"0"-644"0,0 0 4 16,0 0-83-1,0 0-18-15,0 0-18 0,0 0 4 16,-44 107 1-16,39-80-22 15,3-1 21-15,-3-3 3 16,1-5 37-16,2-6-14 16,-1-4-4-16,3-6-29 15,0-2 2-15,0 0 4 16,0-2 20-16,0-18 26 16,0-6-46-16,0-3-1 15,0-4-18-15,0 3 11 16,0 1-12-16,0 10 1 15,0-3 11-15,0 7 25 16,3 6 46-16,-1 2-6 0,2 6-12 16,3 1-34-16,6 0-13 15,8 0-9-15,0 1-8 16,4 12 5-16,2-3-6 16,-2 2 6-16,-3 1-5 15,-5 4-2-15,-3-3 1 16,-5 0-1-16,-7-4 1 15,-2 0 0-15,0-3-1 16,0 2 1-16,-8 0 11 16,-9 0 4-16,0 3 2 15,-5-2-16-15,-1 2 11 16,2-2-10-16,0-2 4 16,3 3-6-16,7-8 1 0,3 1 0 15,0 1-1-15,6-5 0 16,0 0-7-16,2 5 6 15,0-5 2-15,0 0 12 16,0 0-12-16,0 0-1 16,12-8 1-16,3-6 1 15,-1 0-2-15,1-6 0 16,-1 1 0-16,-6 2 1 16,-4 0-8-16,-1 5 13 15,-3-1-7-15,0 9 1 16,0-2 0-16,0 2-6 15,-5 4-6-15,1 0 11 16,-2 0-18-16,-2 0 18 16,-1 2-8-16,-1 10 0 15,0 6 8-15,1-6 0 0,5 4 1 16,4-3-14-16,0-10-12 16,0-1-56-16,15-2-35 15,1 0 48-15,-1 0 35 16,-3-2-8-16,-5-1 28 15,-5 3 3-15,-2 0 11 16,0 0-14-16,0 0 14 16,-5 0 8-16,-3 0-8 15,0 0-102-15,4 0-679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03:21.90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4506 10231 1192 0,'0'0'367'0,"0"0"-138"16,0 0 62-16,0 0-56 15,0 0-90-15,0 0-18 16,-25 8-29-16,25-8-1 16,0 0-21-16,0 0-22 0,0 0-15 15,0 0-30 1,0 0 12-16,0 0-12 0,4 0 9 15,13-13 13-15,12-3 18 16,12-4-17-16,9-6-5 16,9-3-8-16,5-2-17 15,4 1 2-15,1-1 14 16,8-1-25-16,24-9 8 16,34-15-1-16,37-16 0 15,11-5 8-15,-9 1-8 16,-22 6 0-16,-48 20 8 15,-25 12-7-15,-29 13 0 16,-18 5 17-16,-6 5-18 16,-5 1 0-16,-6 1 16 15,-5 5 35-15,-8 3 0 0,0 0-17 16,-2 0-7-16,2 2-9 16,-2 1-9-16,0 2-18 15,0 0 5-15,0 0-70 16,0 0-96-16,-31 27-34 15,0 1-489-15,-5 0-763 0</inkml:trace>
  <inkml:trace contextRef="#ctx0" brushRef="#br0" timeOffset="795.34">4362 10326 988 0,'0'0'272'0,"0"0"4"16,0 0 30-16,0 0-49 15,0 0-60-15,0 0-74 16,0 0-20-16,-2-3-39 15,0 3 28-15,2 0-31 0,-3 0 8 16,3 0-24-16,-2 0 2 16,2 0-14-16,0 0-7 15,0 0 5-15,0 0-16 16,0 0 12-16,20 2-15 16,13 10 36-16,17 6-14 15,14 6 1-15,12 8-29 16,15 6 7-16,27 10-4 15,36 12-7-15,31 9 20 16,9 3-7-16,-15-3 31 16,-44-14-45-16,-43-13 10 15,-28-6-11-15,-10 0 9 0,4 4 2 16,-2 5-10 0,0-2 5-16,-16-8-5 0,-11-7 20 15,-11-12-19-15,-9-6 29 16,-7-6-10-16,-2-4 17 15,0 0-14-15,0 0 4 16,0 0-19-16,2 0-9 16,-2-6-37-16,13-14-111 15,-1-1-50-15,1 1-525 0</inkml:trace>
  <inkml:trace contextRef="#ctx0" brushRef="#br0" timeOffset="1780.14">9052 8724 687 0,'0'0'498'0,"0"0"-274"15,0 0 7-15,0 0-28 16,0 0-91-16,0 0-31 15,0 0 3-15,-27 2 26 16,27-2-12-16,0 0-21 16,0 0-12-16,0 0-14 15,0 0-1-15,18-15-6 16,18-10 27-16,13-12-17 16,18-11 16-16,31-19-1 15,36-17-5-15,24-15-15 16,7 0-26-16,-12 4-8 15,-34 19-14-15,-34 20 10 16,-21 10 4-16,-10 6-6 16,0 0-3-16,-4-1 16 0,-3 2-5 15,-15 8 14-15,-15 11 8 16,-5 6-10-16,-8 4 20 16,-2 4-19-16,-2 4 16 15,0 1-45-15,0 1-2 16,0 0-6-16,0 0-2 15,0 0-72-15,-13 1-50 16,-9 12 10-16,-24 24-94 16,5-3-167-16,-1 0-383 0</inkml:trace>
  <inkml:trace contextRef="#ctx0" brushRef="#br0" timeOffset="2031.76">9309 8528 472 0,'0'0'0'0</inkml:trace>
  <inkml:trace contextRef="#ctx0" brushRef="#br0" timeOffset="2417.48">9153 8793 335 0,'0'0'894'0,"0"0"-629"0,0 0-59 15,0 0 20-15,0 0-35 16,0 0-82-16,0 0-16 15,-8 4-50-15,16 4 46 16,13 2 37-16,13 8-26 16,11 9-22-16,13 8-5 15,29 23 3-15,36 23-3 16,37 16-16-16,6 0-27 16,-25-18 28-16,-41-18-32 15,-44-25 16-15,-11 0-23 16,2 3-5-16,-2-1-9 15,-3 0-4-15,-13-12-2 16,-13-8 0-16,-8-7-11 0,-5-6-63 16,-3 4-24-1,0 0-113-15,-14-1-431 0</inkml:trace>
  <inkml:trace contextRef="#ctx0" brushRef="#br0" timeOffset="3236.15">9703 11915 742 0,'0'0'271'0,"0"0"6"16,0 0-3-16,0 0-55 16,0 0-45-16,0 0 24 15,0 0-21-15,-91 35-54 16,91-35-5-16,0 0-30 16,33-6-12-16,47-27-27 15,61-29 60-15,60-22-18 16,26-10-9-16,1 3-28 15,-33 17-21-15,-54 19-18 16,-39 14-15-16,-37 12 2 16,-18 9 16-16,-7 1-21 15,-9 2 10-15,-4 3-4 16,-19 4-2-16,-8 6 10 0,0 4-11 16,-17 0-42-16,-10 0-2 15,-6 10-66-15,-19 26-53 16,10-1-398-16,2-3-225 0</inkml:trace>
  <inkml:trace contextRef="#ctx0" brushRef="#br0" timeOffset="3905.02">9652 12133 1073 0,'0'0'301'16,"0"0"-157"-16,0 0 75 0,0 0-55 15,0 0-37-15,0 0-29 16,0 0 20-16,-7 0-13 15,9 0-18-15,11 5-17 16,6 0 12-16,5 10-12 16,10 4-14-16,12 8-3 15,16 7-19-15,30 18 32 16,38 26-38-16,50 34 33 16,25 17-41-16,0 1 19 15,-20-10-20-15,-56-31-1 16,-38-20-17-16,-33-16 0 15,-17-5-1-15,-3 5 7 16,-7-2-11-16,-4-1 19 0,-12-13-15 16,-8-17 16-16,-4-8 14 15,-1-7-6-15,-2-5 6 16,0 0-9-16,0 0-10 16,2 0-1-16,-2 0-1 15,0 0 0-15,0 0-9 16,0-9-21-16,0 1-40 15,0 0-11-15,0-2-16 16,0 1-60-16,0-2-147 16,0-1-309-16,2-1-687 0</inkml:trace>
  <inkml:trace contextRef="#ctx0" brushRef="#br0" timeOffset="32671.05">7525 8770 1475 0,'0'0'331'0,"0"0"3"0,0 0 24 15,0 0-114 1,0 0-80-16,0 0-93 0,-29 63-25 16,9 15 2-16,-7 33 22 15,-9 27-14-15,-1-10-7 16,6-22 8-16,8-33 0 15,10-25-12-15,-1 1-15 16,6-3 0-16,1-7-20 16,7-13-2-16,0-12-8 15,0-12-2-15,0-2 2 16,2-9 5-16,9-20 7 16,5-14-11-16,-1-12 5 15,3-10 0-15,3-4-12 16,0-8 2-16,2-1 3 15,2-4-12-15,-3 4 5 0,-2 1 2 16,-2 5 5-16,-5 8 1 16,-1 6 0-16,-6 8 5 15,1 5-3-15,-3 10 3 16,0 8-5-16,4 8 0 16,0 9 0-16,3 6 0 15,3 4-6-15,3 9 6 16,6 22 1-16,-1 10 6 15,0 15 23-15,3 9-18 16,-5 6 14-16,3 4-5 16,-4 1 7-16,1 3-4 15,-1-5 0-15,-2-3-3 16,-1-8-13-16,-3-6-4 0,-2-13 2 16,-2-11 0-16,-2-6-6 15,-1-12-10-15,-4-6-23 16,1-6-12-16,-3-3-12 15,0 0 6-15,0 0 0 16,0-7-45-16,-13-12-73 16,-8-2-63-16,-14-9-95 15,1 3-327-15,1 8-542 0</inkml:trace>
  <inkml:trace contextRef="#ctx0" brushRef="#br0" timeOffset="32829.44">7456 9363 980 0,'0'0'810'0,"0"0"-514"16,0 0 51 0,0 0-157-16,0 0-42 0,127-44-34 15,-73 27-19-15,3 3-66 16,1 0-14-16,25 1-15 16,-16 1-144-16,-7 3-651 0</inkml:trace>
  <inkml:trace contextRef="#ctx0" brushRef="#br0" timeOffset="33709.05">7550 11529 2160 0,'0'0'510'16,"0"0"-446"-16,-56 197 146 0,33-84-53 15,6-5-44-15,5-14-38 16,6-27-5-16,4 1-36 15,0-2-16-15,2-15-7 16,0-16-11-16,0-15 0 16,0-8 8-16,0-12-16 15,0 0 10-15,0-9-4 16,0-20-14-16,0-13 1 16,0-8 4-16,0-10 6 15,0-9 4-15,4-7 0 16,9-6 1-16,5-6 0 15,0 1 0-15,0 3 0 0,-2 8 1 16,-3 14 0-16,1 18 0 16,-6 14 6-16,3 20 10 15,5 10-1-15,1 3-16 16,8 34 30-16,4 13-3 16,0 16 15-16,0 14 2 15,-4 7-7-15,-3 0-10 16,-4-4-13-16,-2-9-1 15,-5-6-13-15,-3-11 4 16,0-10-2-16,-4-10-2 16,0-13 0-16,-2-7-15 15,1-14-47-15,-1-3-2 16,-2 0-20-16,0-3-57 16,0-20-97-16,-15 5-406 15,-6 4-619-15</inkml:trace>
  <inkml:trace contextRef="#ctx0" brushRef="#br0" timeOffset="33894.98">7463 12176 1215 0,'0'0'1147'16,"0"0"-805"-16,0 0-67 16,0 0-100-16,0 0-95 15,0 0-43-15,0 0-8 16,149-68-28-16,-88 38 17 15,-1-1-18-15,-8 1-66 16,6-11-141-16,-12 6-526 16,-13 1-1081-16</inkml:trace>
  <inkml:trace contextRef="#ctx0" brushRef="#br0" timeOffset="34180.21">8055 11330 1721 0,'0'0'494'0,"0"0"-198"16,0 0-10-16,0 0-154 16,0 0-77-16,-122 63 17 0,113-10-15 15,9 1 1-15,0-2-37 16,16-8-10-16,18-7-5 15,10-14 3-15,5-8-2 16,2-14-5-16,0-1 11 16,-4-1-13-16,-7-16-15 15,-6-9-147-15,-12 4-372 16,-9 2-1089-16</inkml:trace>
  <inkml:trace contextRef="#ctx0" brushRef="#br0" timeOffset="42626.78">21134 8097 2092 0,'0'0'315'15,"0"0"-205"-15,0 0 100 16,-127 189-55-16,49-49-25 16,0 12-36-16,14-27-1 15,21-37-25-15,19-40-10 16,4-10-19-16,-3 3-8 16,4-6-10-16,3 0-6 0,5-16-6 15,9-9-8 1,2-10 5-16,0 0 3 0,6-18 25 15,13-20-25-15,8-17 2 16,7-30-11-16,0 0 7 16,4-6-7-16,1-2 0 15,-1 17-2-15,5-2 2 16,-1 12 0-16,1 11 1 16,-5 16-1-16,-3 12 1 15,-2 15 5-15,1 12-5 16,-3 8 5-16,0 28-4 15,-2 17 11-15,-6 15 11 16,-6 9-9-16,-1 8 14 16,-5 2-13-16,-4-5-1 15,0-10-7-15,-3-11-1 0,-4-12-7 16,2-13 0-16,-2-10 0 16,0-10-15-16,0-7-22 15,0-9-37-15,0 0 17 16,0-3-46-16,-16-26-98 15,-5 0-86-15,-8 3-457 0</inkml:trace>
  <inkml:trace contextRef="#ctx0" brushRef="#br0" timeOffset="42791.24">20758 8847 1802 0,'0'0'608'16,"0"0"-340"-16,0 0-72 0,0 0-107 15,120-14-53 1,-55-4-19-16,6-3-8 0,0-3-9 16,19-10-102-16,-21 5-243 15,-11-2-602-15</inkml:trace>
  <inkml:trace contextRef="#ctx0" brushRef="#br0" timeOffset="43009.43">21524 8356 1510 0,'0'0'717'0,"0"0"-483"16,0 0-41-16,0 0-42 16,129-53-84-16,-75 41-52 15,-5 3 2-15,-9 1-17 16,-6 1-39-16,-14 3-147 15,-14 4-292-15,-6 0-233 16,0 0-708-16</inkml:trace>
  <inkml:trace contextRef="#ctx0" brushRef="#br0" timeOffset="43158.84">21628 8497 1181 0,'0'0'375'15,"0"0"-61"-15,0 0 7 16,0 0-62-16,0 0-113 15,124 23-70-15,-78-25-51 0,-4-5-25 16,-7-2 0-16,-10 6-172 16,-6 3-492-16,-11 0-983 0</inkml:trace>
  <inkml:trace contextRef="#ctx0" brushRef="#br0" timeOffset="43985.51">22866 8235 2018 0,'0'0'363'0,"0"0"-215"0,0 0-26 16,0 0-65-16,0 0 37 15,-22 116-13-15,15-75-38 16,3-6-19-16,1-6-23 16,3-7 9-16,0-6-10 15,0-8-16-15,0-8-147 16,0 0-307-16,0-16-212 0</inkml:trace>
  <inkml:trace contextRef="#ctx0" brushRef="#br0" timeOffset="44126.53">23000 8223 2018 0,'0'0'292'0,"0"0"-171"0,0 0 72 15,-16 109-134 1,16-60-27-16,4-3-32 0,28 17-104 15,-3-13-254-15,-5-10-731 16</inkml:trace>
  <inkml:trace contextRef="#ctx0" brushRef="#br0" timeOffset="54647.08">23923 8412 731 0,'0'0'153'0,"0"0"-57"15,0 0-13-15,0 0-54 16,0 0 0-16,0 0 113 15,0 0 31-15,0 0 0 16,0 0-1-16,0 0-32 16,0 0 5-16,0 0-36 15,0 0-1-15,-2 0-32 0,-3 0-2 16,-3 0-34-16,-4 0-21 16,-5 0 2-16,-8 0-5 15,-4 10 1-15,-4 9 5 16,-1 10 17-16,1 5-13 15,4 8-2-15,8 6 2 16,11 0 12-16,10 0-15 16,0-3-10-16,23-10 7 15,18-8-6-15,8-10 6 16,2-12-19-16,-1-5 16 16,-11 0-16-16,-7 0 4 15,-12-12 3-15,-11-2-7 0,-9 0 5 16,0 0-6-16,-14 5 0 15,-14 2 0-15,-9 7-1 16,-3 0 1-16,-4 21-1 16,1 8 0-16,6 11 1 15,8 2 0-15,6 4 0 16,14 3 15-16,9-6-3 16,9-5 4-16,22-5-15 15,14-9 19-15,6-12-7 16,5-10-4-16,2-2-9 15,2-9-8-15,-4-14-114 16,15-25-123-16,-13 6-353 16,-11-3-912-16</inkml:trace>
  <inkml:trace contextRef="#ctx0" brushRef="#br0" timeOffset="54864.41">24282 8400 400 0,'0'0'1678'15,"0"0"-1307"-15,0 0-82 16,0 0-150-16,0 0 9 16,33 111 0-16,-12-36-43 15,-6 7-23-15,-1 1-31 16,-6-9-18-16,-1-10-31 16,-1-9-2-16,4-14-6 15,3-9-65-15,5-8-74 16,22-17-37-16,-3-7-327 15,1 0-824-15</inkml:trace>
  <inkml:trace contextRef="#ctx0" brushRef="#br0" timeOffset="55629.59">25102 8592 1850 0,'0'0'384'15,"0"0"-214"-15,0 0 108 16,0 0-190-16,0 0-51 16,9 113 65-16,5-53 9 15,-1 0-7-15,-5-8-21 16,2-8-32-16,-4-10-26 15,-1-6 4-15,-1-9-17 16,-2-8-12-16,-2-5 10 16,0-6-3-16,0 0 14 15,0-4-12-15,0-18 6 16,-6-7-8-16,-7-8-7 16,-1-4-6-16,3-8 5 0,-1-6 1 15,4-3-7-15,1-5 6 16,5-4 0-16,2 5 1 15,0 8 0-15,0 12 9 16,0 12-3-16,2 12 11 16,2 16 11-16,3 2-23 15,5 26 1-15,-4 22-6 16,3 16 13-16,-1 10-13 16,-6 4 11-16,2-1-11 15,-3-11 0-15,1-8-5 16,-2-12-46-16,0-10-81 15,-2-5-79-15,0-14-270 16,-11-7-621-16</inkml:trace>
  <inkml:trace contextRef="#ctx0" brushRef="#br0" timeOffset="56222.42">24982 8879 1423 0,'0'0'487'0,"0"0"-315"16,0 0 88-16,0 0-131 15,158-24-59-15,-107 41 10 16,1 10-33-16,-8 6-4 16,-8-1-7-16,-7-1-9 15,-9-4 4-15,-7-8-18 16,-9-7-10-16,-2-5 3 0,-2-7 5 16,0 0 47-16,0-14 57 15,0-17-78-15,0-6-28 16,0-9 27-16,12 0-28 15,5-1-1-15,6 2-7 16,6 7-6-16,2 8-31 16,5 9-53-16,4 5-77 15,5 3-164-15,-2 5-178 16,-6 3-65-16,-10 3 322 16,-14 2 252-16,-13 0 113 15,0 3 227-15,-25 18-25 16,-6 6 1-16,-2 8-87 15,2 5-56-15,6 1-76 16,5-2-11-16,9 0-11 16,11-4-2-16,0-5-41 0,16-6-17 15,21-9 0-15,9-10-8 16,0-5 1-16,1 0-8 16,-9-12-1-16,-9-13-13 15,-14-9-4-15,-8-7 6 16,-7-2 12-16,0 8 1 15,0 4 35-15,-3 16 47 16,-1 9 16-16,4 6-64 16,0 4-34-16,0 18-2 15,0 4 2-15,4 2 4 16,12 0-5-16,2-6-1 16,0-6-23-16,2-5-75 15,3-11-103-15,-8-5-420 0,-9-13-636 16</inkml:trace>
  <inkml:trace contextRef="#ctx0" brushRef="#br0" timeOffset="56574.69">25925 8511 2129 0,'0'0'378'16,"0"0"-241"-16,2 120 93 16,14-44-94-16,1 6-51 15,3-11 8-15,1-4-41 16,-2-11-22-16,-3-14-24 15,-5-16-6-15,-4-12-6 16,-5-14-43-16,-2 0 20 0,0-22-4 16,4-14-6-16,6-7 7 15,9-8 31-15,12-2 1 16,14 4 0-16,11 5-6 16,7 12 0-16,1 16-18 15,-4 16 8-15,-8 7 7 16,-19 34-12-16,-20 7 3 15,-13 6 16-15,-13-2 2 16,-20-4 6-16,-8-10 21 16,3-7-4-16,5-12-13 15,6-12 2-15,7-7-11 16,9-4-1-16,11-37-35 16,0 3-146-16,11 1-523 0</inkml:trace>
  <inkml:trace contextRef="#ctx0" brushRef="#br0" timeOffset="56951.1">26707 8705 1847 0,'0'0'371'0,"0"0"-188"16,0 0 51-16,0 0-153 15,0 0-41-15,-95 142 29 16,95-82-9-16,8-3-10 16,23-11-24-16,11-10-25 0,8-17 13 15,1-15-14-15,-4-4-8 16,-7-18-82-16,-8-18 12 16,-13-6 49-16,-9-6 29 15,-10 4 24-15,0 3 84 16,0 10 58-16,-12 9-22 15,5 12-16-15,3 10-47 16,2 0-69-16,2 17-6 16,0 10-1-16,0 3 2 15,2-2-7-15,15-4 0 16,8-8-52-16,24-14-88 16,-7-2-142-16,-2 0-1090 0</inkml:trace>
  <inkml:trace contextRef="#ctx0" brushRef="#br0" timeOffset="57131.72">27242 8695 1425 0,'0'0'548'15,"0"0"-362"-15,16 150 204 16,-12-76-161-16,2 4-66 16,-3-4-69-16,-3-7-34 15,0-9-23-15,0-14-26 16,0-14-11-16,0-18-15 15,-15-18-97-15,-2-21-192 16,2-8-566-16</inkml:trace>
  <inkml:trace contextRef="#ctx0" brushRef="#br0" timeOffset="57273.64">26938 8744 2080 0,'0'0'513'0,"0"0"-241"16,0 0-62-16,0 0-147 15,139-90-53-15,-58 81-10 16,25 2-99-16,-19 4-192 16,-18-1-711-16</inkml:trace>
  <inkml:trace contextRef="#ctx0" brushRef="#br0" timeOffset="57575.78">27670 8628 2076 0,'0'0'334'0,"0"0"-157"0,0 0 35 16,-113 103-128-16,103-64-49 16,10 0-20-16,5-9-6 15,24-9-7-15,9-12 14 16,0-9-16-16,-3 0-12 16,-4-14-52-16,-8-13 25 15,-5-2 18-15,-7 0 21 16,-7 2 27-16,-2 6 99 15,-2 11 50-15,0 10-41 16,0 0-81-16,0 19-47 16,5 15 5-16,2 3-3 15,4 4-3-15,4-3-6 16,3-8-73-16,20-9-87 0,-7-9-130 16,2-12-744-16</inkml:trace>
  <inkml:trace contextRef="#ctx0" brushRef="#br0" timeOffset="57934.89">28082 8638 1580 0,'0'0'329'0,"0"0"-6"16,0 0-13-16,0 0-167 15,-85 123-2-15,85-79-39 16,0-2-54-16,25-8-26 0,11-12-10 15,7-10-6-15,1-12-6 16,-1 0-40-16,-8-18-72 16,-4-16-75-16,-8-14 22 15,-10-14 80-15,-7-10 70 16,-4-5 15-16,-2 5 94 16,0 8 99-16,-4 16 21 15,-2 14-39-15,-1 12-39 16,5 16-1-16,0 6-56 15,2 11-73-15,0 30 0 16,0 13 17-16,0 10-4 16,0 4-17-16,11-1-2 15,4-8-31-15,16-11-86 16,-4-16-106-16,0-15-531 0</inkml:trace>
  <inkml:trace contextRef="#ctx0" brushRef="#br0" timeOffset="58264.81">28577 8550 1998 0,'0'0'372'0,"0"0"-112"16,0 0-27-16,0 0-140 16,-115 126-6-16,105-76-40 15,10-1-21-15,0-9-14 16,21-10-2-16,8-10-2 15,6-11-7-15,7-6 12 16,3-3-13-16,-3 0-1 0,-5-8-43 16,-12-1 20-16,-6-4 12 15,-9-3 12-15,-2-4 6 16,-4-9 13-16,1 0 22 16,1-5-8-16,5 0-12 15,3 3-20-15,3 4 0 16,6 1-1-16,3 3-2 15,6 5-62-15,7 3-93 16,-2 2-414-16,-8 5-839 0</inkml:trace>
  <inkml:trace contextRef="#ctx0" brushRef="#br0" timeOffset="64954.45">23267 10089 1940 0,'0'0'249'15,"0"0"-154"-15,0 0 151 16,0 114-139-16,14-77-16 16,4 0-34-16,-3-7-17 15,-2-11-10-15,-1-6-1 0,-8-9 2 16,-2-4 38-1,1-8 64-15,-1-18-81 0,0-10-16 16,4-6-22-16,0-4-4 16,2-1-2-16,3 5 1 15,1 8-9-15,-1 6-12 16,-1 8-16-16,0 10-86 16,-4 5-178-16,-1 5-932 0</inkml:trace>
  <inkml:trace contextRef="#ctx0" brushRef="#br0" timeOffset="65203.56">23615 10190 1625 0,'0'0'281'0,"0"0"-165"0,0 0 122 16,0 0-160-16,145-46-50 15,-105 33-19-15,-4-1 6 16,-7-2-13-16,-11 1 75 15,-9 1 12-15,-9 2-19 16,0 2-42-16,-7 3-19 16,-15 0-9-16,-1 5-1 15,-4 2 0-15,3 0-141 16,2 0-79-16,-3 0-67 16,10 2-66-16,3 2-405 0</inkml:trace>
  <inkml:trace contextRef="#ctx0" brushRef="#br0" timeOffset="65683">23299 10215 1532 0,'0'0'294'0,"0"0"-130"15,0 0 219-15,0 0-230 0,125-15-58 16,-72 1-32 0,0-1-18-16,-8-2-20 0,-11 1-19 15,-7 2 11-15,-10 0-16 16,-7 2 18-16,-6-2-3 15,-4 2 11-15,0 2-10 16,-16 3-8-16,-13 4-9 16,-9 3 0-16,-9 0 0 15,-4 17 6-15,2 4-5 16,-1 6-1-16,11 6 15 16,10 7-15-16,9 3 12 15,13 3 1-15,7 0 7 16,16-6 8-16,21-10 13 15,15-10-1-15,10-10-7 16,5-10-3-16,2 0-29 0,-5-4-1 16,-1-14-24-16,-10-2-70 15,8-16-88-15,-12 3-294 16,-13 1-200-16</inkml:trace>
  <inkml:trace contextRef="#ctx0" brushRef="#br0" timeOffset="65877.45">23894 9944 1633 0,'0'0'660'16,"0"0"-285"-16,0 0-81 15,0 0-208-15,0 0 10 16,0 0 14-16,8 145-15 16,2-85-18-16,1-1-31 0,-3-2-34 15,4-8-10-15,-1-10-2 16,5-11-41-16,17-8-93 15,1-8-99-15,-3-7-521 0</inkml:trace>
  <inkml:trace contextRef="#ctx0" brushRef="#br0" timeOffset="66388.37">24516 10244 2049 0,'0'0'254'0,"0"0"-153"15,0 0 228-15,0 0-167 0,65 133-94 16,-41-105-44-16,-6-8-9 16,-8-6-15-16,-6-9 9 15,-4-5-8-15,0 0 1 16,0-17 5-16,0-17-7 15,0-8 0-15,10-4 0 16,11 2 1-16,5 9 0 16,6 17 0-16,1 13 13 15,3 5 9-15,-3 19-6 16,-4 15 8-16,-10 11 7 16,-5-1 8-16,-7-3-14 15,-5-6-19-15,-2-9 4 0,0-9-10 16,0-10-1-16,0-7 0 15,0-2 5-15,2-23-5 16,6-12-17-16,7-10 4 16,5-2 12-16,7 1 1 15,-1 9 0-15,-2 15 0 16,1 14 1-16,-2 10 23 16,-1 10-15-16,-2 19 21 15,-4 9-9-15,-3 2 0 16,-5 0-19-16,2-1-2 15,3-4 0-15,14 3-66 16,-2-9-145-16,-5-12-823 0</inkml:trace>
  <inkml:trace contextRef="#ctx0" brushRef="#br0" timeOffset="66702.58">25530 10391 114 0,'0'0'1454'16,"0"0"-1235"-16,0 0 1 15,0 0-97-15,0 0-80 16,98-109-42-16,-98 95 25 16,-4 4-12-16,-28 3 15 15,-10 5 67-15,-3 2 75 16,-3 9-55-16,3 20-52 15,5 12 0-15,9 8 0 0,6 1 12 16,14-1-47-16,11-6-4 16,2-9-10-16,30-7-6 15,12-13-9-15,9-9 0 16,8-5-24-16,19-19-136 16,-15-11-438-16,-15-7-1114 0</inkml:trace>
  <inkml:trace contextRef="#ctx0" brushRef="#br0" timeOffset="66869.03">25572 10006 1139 0,'0'0'921'0,"0"0"-561"0,0 0-7 16,0 0-184-16,0 0-111 16,0 0 51-16,0 0-58 15,14 126-28-15,19-85-23 16,25 7-9-16,-6-13-114 15,-6-9-543-15</inkml:trace>
  <inkml:trace contextRef="#ctx0" brushRef="#br0" timeOffset="67087.44">26116 10031 1322 0,'0'0'1064'0,"0"0"-839"15,0 0-39 1,0 0-1-16,-13 121-23 0,13-54-71 16,0 1-38-16,0-2-31 15,0-10-14-15,0-10-8 16,2-11-25-16,2-10-61 16,5-13-119-16,-1-5-515 15,-2-7-1428-15</inkml:trace>
  <inkml:trace contextRef="#ctx0" brushRef="#br0" timeOffset="67371.64">26025 10319 1587 0,'0'0'255'16,"0"0"-56"-16,0 0 142 0,0 0-218 15,126-44-38-15,-85 46 3 16,-5 20-22-16,-1 10-29 15,-1 2 0-15,-3-2-13 16,-2-4 14-16,-7-9-13 16,-1-4-4-16,-6-10-6 15,-1-5-2-15,-6 0 8 16,1-20-20-16,-7-6 8 16,-2-3-8-16,0-5-1 15,0 2 1-15,-11 2-1 16,3 5 0-16,8 0-47 15,0 6-251-15,15 5-823 0</inkml:trace>
  <inkml:trace contextRef="#ctx0" brushRef="#br0" timeOffset="67972.2">26724 10181 1787 0,'0'0'334'16,"0"0"-117"-16,0 0 66 16,-118 68-175-16,103-28-28 15,9 2-12-15,6-6-7 16,8-6-34-16,23-9-3 0,7-9-8 16,7-12-2-16,1 0-5 15,2-7-8-15,-6-19 8 16,-7-11-9-16,-6-12 0 15,-8-11-3-15,-11-9 3 16,-4 0 0-16,-6 4 13 16,0 11 17-16,0 16 96 15,0 14 10-15,0 16-28 16,0 8-33-16,0 3-74 16,0 28 11-16,0 8 1 15,0 12 1-15,11 2-14 16,1-2 1-16,2-7-1 15,4-5-37-15,2-13-77 16,3-12-64-16,3-12-45 16,1-2-239-16,-3-12 132 0,-6-13 165 15,-7 2 165-15,-3 4 129 16,-8 10 198-16,0 9-34 16,0 0-166-16,-12 28-94 15,1 16-16-15,2 9 40 16,6 2-34-16,3-6 1 15,18-10-16-15,20-13 8 16,12-14-15-16,8-12 16 16,0 0-7-16,-6-22-10 15,-7-10-10-15,-9-6-47 16,-13-5-8-16,-15 2-42 16,-8 3 16-16,-4 10 0 15,-63 15-52-15,3 9-249 0,-8 4-154 16</inkml:trace>
  <inkml:trace contextRef="#ctx0" brushRef="#br0" timeOffset="68648.94">28325 10299 1958 0,'0'0'382'15,"0"0"-107"-15,0 0 2 16,0 0-169-16,-131-5-53 16,113 25-16-16,11 3-20 15,7 3 1-15,7-4 20 16,26-6-11-16,17-6 2 16,3-10-23-16,5 0 7 15,-7-18-15-15,-6-18-1 16,-12-12-10-16,-10-8 3 0,-8-8 7 15,-8-3 2-15,-7 2 1 16,0 12-1-16,0 11 7 16,0 16 22-16,0 14 18 15,-5 12-15-15,3 0-33 16,2 22-6-16,0 10 6 16,7 8-2-16,13-1 4 15,9 0-3-15,6-11 1 16,3-8 0-16,3-12 0 15,-1-8 0-15,-3-8-25 16,-1-19-22-16,-7-6 8 16,-9-1-3-16,-7 4 30 15,-7 7 1-15,-6 11 11 0,0 12 2 16,-8 0 8-16,-9 26-10 16,-4 11 1-16,1 9 0 15,7 7 7-15,11-4 9 16,2-1-16-16,9-10-2 15,20-6-6-15,11-13 7 16,27-15-72-16,-7-4-285 16,-7 0-1386-16</inkml:trace>
  <inkml:trace contextRef="#ctx0" brushRef="#br0" timeOffset="68970.57">29679 10176 1739 0,'0'0'280'16,"0"0"-58"-16,0 0-78 16,131-32-91-16,-96 20 12 15,-12-2 2-15,-12 4 18 16,-11-2 33-16,0 5-16 15,-25 2-59-15,-6 5-24 16,-2 0-5-16,-1 24-13 16,3 12 20-16,10 13-3 0,7 2 14 15,14 4-19 1,4-7-3-16,31-9-10 0,19-10-6 16,8-14-36-16,32-15-86 15,-16-12-175-15,-13-17-552 0</inkml:trace>
  <inkml:trace contextRef="#ctx0" brushRef="#br0" timeOffset="69263.82">30165 10060 1508 0,'0'0'517'15,"0"0"-196"-15,0 0-199 16,0 0-46-16,-10 108 32 16,10-57-33-16,0-3 7 15,0-8-18-15,0-8 14 0,0-11-44 16,0-16-22-1,0-5 3-15,0-8 11 0,0-23-9 16,5-10-11-16,6-11-6 16,2-3 0-16,8 5 1 15,-1 8 7-15,2 13 23 16,2 15 10-16,-1 14-2 16,-1 0-8-16,-2 26-31 15,-4 11 24-15,-5 4-23 16,-2-2 9-16,-2 1-10 15,1-5 0-15,24-7-70 16,-6-8-182-16,8-10-1022 0</inkml:trace>
  <inkml:trace contextRef="#ctx0" brushRef="#br0" timeOffset="69557.63">30637 9980 1555 0,'0'0'281'16,"0"0"-147"-16,0 0 102 15,14 112-116-15,7-64-53 16,0 5-5-16,-1 1-10 16,-9-4 24-16,-5-4-17 15,-6-8-5-15,0-8-27 16,-8-11 4-16,-15-5 30 0,-6-5-8 15,-4-9-19 1,2 0-24-16,6-4 11 0,8-18-20 16,10-4-1-16,7-3-88 15,17-8-231-15,15 9-269 16,1 8-298-16</inkml:trace>
  <inkml:trace contextRef="#ctx0" brushRef="#br0" timeOffset="69774.75">30981 10198 598 0,'0'0'563'15,"0"0"-234"-15,0 0 46 16,0 0-101-16,0 0-35 16,100-106-47-16,-100 98-39 15,-16 6-44-15,-11 2-62 0,-7 12-16 16,-1 21-6 0,6 11 10-16,7 6-10 0,13-1-11 15,9-3-10-15,4-7-3 16,27-13-2-16,12-12-15 15,6-12 0-15,7-2-122 16,13-34-80-16,-16-6-157 16,-8-4-359-16</inkml:trace>
  <inkml:trace contextRef="#ctx0" brushRef="#br0" timeOffset="70067.03">31303 10052 1485 0,'0'0'508'0,"0"0"-170"15,0 0-206-15,0 0-68 16,0 0 43-16,-6 144-23 15,6-91-20-15,0-8-21 16,0-6 7-16,0-12-31 0,6-15-2 16,1-12-16-16,0 0 12 15,2-23-13-15,0-15-63 16,4-10 6-16,7-8 17 16,5-1 40-16,4 3 3 15,2 14 43-15,2 16-4 16,0 20 22-16,-4 4-20 15,-4 29-20-15,-7 18-9 16,-9 3-3-16,-5 4 0 16,-4-6 4-16,0-7 6 15,0-13-22-15,0-8 0 16,0-18-8-16,0-2-152 0,0 0-431 16</inkml:trace>
  <inkml:trace contextRef="#ctx0" brushRef="#br0" timeOffset="70239.71">31224 9918 2107 0,'0'0'528'0,"0"0"-266"16,0 0-78-16,127-16-143 15,-59 16-26-15,6 0-15 16,13 4-76-16,-20 4-281 15,-16-4-1002-15</inkml:trace>
  <inkml:trace contextRef="#ctx0" brushRef="#br0" timeOffset="70720.64">31928 9974 2087 0,'0'0'279'15,"0"0"-28"-15,0 0-81 16,-118 112-121-16,109-70-10 15,9-2-2-15,4-8 1 16,23-10-13-16,9-8-13 16,1-11 8-16,1-3-20 15,1-8-27-15,-13-18-90 16,-4-8-84-16,-10-2-110 0,-6-3 144 16,-6 7 167-1,0 8 149-15,0 12 83 0,0 12-49 16,0 0-101-16,0 27-67 15,0 10 60-15,0 9-15 16,0 2-2-16,0-3-19 16,7-9-17-16,-1-9-11 15,1-10-5-15,-2-14-5 16,-1-3 16-16,1-9 11 16,-1-23-28-16,5-10 0 15,5-11-6-15,5-5 6 16,8-2 0-16,2 8 7 15,-2 12-7-15,-3 18-1 16,-5 17-21-16,-4 5 22 0,-4 23 1 16,-4 12 7-1,-3 9 2-15,-2 3-8 0,-2-2 7 16,0-9-9-16,0-9 0 16,0-4-21-16,7-13-118 15,2-5-411-15,0-5-942 0</inkml:trace>
  <inkml:trace contextRef="#ctx0" brushRef="#br0" timeOffset="71005.81">32568 9869 1832 0,'0'0'399'0,"0"0"-40"16,0 0-111-16,0 0-117 15,0 0-54-15,106 121-24 16,-106-71-20-16,-17 2-15 16,-10-4 15-16,-2-3-27 15,9-11 8-15,7-10-14 16,6-6 0-16,7-11-32 15,22-7-82-15,9 0-62 16,0-12-619-16</inkml:trace>
  <inkml:trace contextRef="#ctx0" brushRef="#br0" timeOffset="71133.75">32507 10101 1862 0,'0'0'567'0,"0"0"-189"16,0 0-173-16,0 0-205 15,0 0-45-15,181-37-259 16,-110 25-864-16</inkml:trace>
  <inkml:trace contextRef="#ctx0" brushRef="#br0" timeOffset="71403.32">32913 9941 1781 0,'0'0'272'0,"0"0"-43"16,0 0 38-16,-51 102-118 0,51-69-9 15,2-8-16 1,24-2-74-16,13-11 2 0,3-10-21 16,1-2-25-16,-3-7-6 15,-7-18-21-15,-8-3 9 16,-8-4 12-16,-8 2 11 16,-2 6 61-16,-7 8 73 15,0 14-22-15,0 2-68 16,0 16-47-16,0 18-8 15,-2 6 6-15,-7 2-6 16,0-4-24-16,-4-1-93 16,3-11-67-16,1-11-528 0</inkml:trace>
  <inkml:trace contextRef="#ctx0" brushRef="#br0" timeOffset="72130.69">23528 10706 1028 0,'0'0'944'16,"0"0"-676"-16,0 145 106 15,-2-61-134-15,-14 4-101 16,-3-1-24-16,-2-8-40 16,6-11-38-16,3-14-20 15,4-15-3-15,5-16-13 16,3-15 11-16,0-8-11 16,0-8 72-16,13-23-38 15,8-15-19-15,-1-12-10 16,0-9 3-16,0 1-9 0,-4 0 0 15,1 8 6-15,2 9-5 16,0 16 40-16,-1 11 8 16,3 13 26-16,0 9-30 15,2 20-25-15,4 24 7 16,-1 13-6-16,-3 6 3 16,-4 4-17-16,-2-6 4 15,-7-10-11-15,-3-9-8 16,0-10-46-16,0-9-76 15,1-18-73-15,-3-5-63 16,-1 0-514-16</inkml:trace>
  <inkml:trace contextRef="#ctx0" brushRef="#br0" timeOffset="72284.08">23410 11221 2246 0,'0'0'578'16,"0"0"-348"-16,0 0-64 15,0 0-94-15,165-32-45 16,-77 16-27-16,29-21-70 16,-18 4-168-16,-22-3-753 0</inkml:trace>
  <inkml:trace contextRef="#ctx0" brushRef="#br0" timeOffset="72424.94">24116 10921 2232 0,'0'0'386'15,"0"0"-182"-15,0 0 72 16,0 0-132-16,0 0-79 0,0 0-15 16,0 0-50-16,6 97-51 15,11-97-139-15,1-1-444 0</inkml:trace>
  <inkml:trace contextRef="#ctx0" brushRef="#br0" timeOffset="72552.06">24116 10921 1987 0,'112'-82'584'15,"-112"94"-396"-15,0 19-30 16,0 12-32-16,0 7-79 16,0 0-26-16,0-2-21 15,0-2-36-15,0-10-186 16,0-14-919-16</inkml:trace>
  <inkml:trace contextRef="#ctx0" brushRef="#br0" timeOffset="72664.78">24489 11444 2266 0,'0'0'468'16,"0"0"-358"-16,0 0-110 15,0 0-1010-15</inkml:trace>
  <inkml:trace contextRef="#ctx0" brushRef="#br0" timeOffset="81208.88">11250 7464 1646 0,'0'0'387'15,"0"0"110"-15,0 0-308 0,0 0-109 16,0 0-26-16,-11 64 46 16,6-22 0-16,-1 8 2 15,2 0-43-15,-3 0 10 16,2-4-14-16,3-4-10 15,-1-4-26-15,-1-6-5 16,2-6 2-16,0-5-10 16,0-10-6-16,2-2 8 15,0-7-16-15,0-2-17 16,0 0-28-16,0 0-39 16,2-22-64-16,6 0-139 15,-1-3-617-15</inkml:trace>
  <inkml:trace contextRef="#ctx0" brushRef="#br0" timeOffset="81517.59">11328 7488 446 0,'0'0'1208'0,"0"0"-941"15,0 0 91-15,0 0-151 16,0 0-79-16,0 0-61 16,0 0 24-16,0-3-15 15,16 3 12-15,9 0-25 0,8-2-18 16,7 0-11 0,2 0-20-16,-1 1-10 0,-10-2 2 15,-8 3-12-15,-6 0-28 16,-7 0-39-16,-2 0-45 15,0 4-73-15,-3 7-87 16,-3-4-87-16,-2 2-486 0</inkml:trace>
  <inkml:trace contextRef="#ctx0" brushRef="#br0" timeOffset="81726.53">11221 7706 591 0,'0'0'749'16,"0"0"-663"-16,0 0 229 16,0 0-51-16,0 0-11 15,0 0-7-15,0 0-90 16,94 23-45-16,-61-23-68 16,-2 0-12-16,1 0-31 15,3 6-59-15,-4-1-191 16,-8-1-461-16</inkml:trace>
  <inkml:trace contextRef="#ctx0" brushRef="#br0" timeOffset="82719.92">11027 9460 1702 0,'0'0'483'0,"0"0"-250"15,0 0-90-15,0 0 60 16,4 115-39-16,-4-54-27 15,0 0-39-15,0-1-22 16,0-6-41-16,0-7-17 16,0-7-11-16,0-11-1 15,0-8 2-15,0-7-8 16,0-11-12-16,0-3-48 16,5 0-15-16,2-38-132 15,-1 3-493-15,-3-3-735 0</inkml:trace>
  <inkml:trace contextRef="#ctx0" brushRef="#br0" timeOffset="82936.86">11014 9486 1527 0,'0'0'367'15,"0"0"-138"-15,0 0 61 16,131-47-142-16,-64 33-36 15,0 2-34-15,-6 3-7 16,-15 4-36-16,-13 3-22 16,-8 2-13-16,-7 0-15 15,-7 0-68-15,-11 16-162 16,0-1-278-16,-9 1-566 0</inkml:trace>
  <inkml:trace contextRef="#ctx0" brushRef="#br0" timeOffset="83084.91">11147 9677 519 0,'0'0'852'0,"0"0"-561"16,0 0 238-16,0 0-289 15,0 0-87-15,132 12-77 16,-81-21-57-16,3-3-19 16,10-7-61-16,-12 3-407 15,-10-2-727-15</inkml:trace>
  <inkml:trace contextRef="#ctx0" brushRef="#br0" timeOffset="83363.47">11876 9222 1425 0,'0'0'285'0,"0"0"-1"16,0 0 9-16,-140 25-134 16,102 0-45-16,7 5-10 15,11 0-50-15,13-2-5 16,7-2-24-16,11-6 23 16,18-1-30-16,11-5 5 15,5-5-7-15,6 0-16 16,27-6-54-16,-13 2-171 15,-9-5-382-15</inkml:trace>
  <inkml:trace contextRef="#ctx0" brushRef="#br0" timeOffset="84250.23">11907 10917 1622 0,'0'0'475'15,"0"0"-181"-15,0 0-65 16,0 0-126-16,0 0 12 0,12 140-15 16,-12-75-27-1,0-2-3-15,-9-2-19 0,-4-10-25 16,2-6-15-16,3-8-10 16,4-6 2-16,2-9-2 15,2-8-2-15,0-9-56 16,0-5-42-16,0-5-50 15,2-15-172-15,2-10-721 0</inkml:trace>
  <inkml:trace contextRef="#ctx0" brushRef="#br0" timeOffset="84489.81">11950 10888 1403 0,'0'0'293'15,"0"0"-5"-15,0 0-12 16,138-25-114-16,-95 22-107 16,-8 3-29-16,-6 0-25 15,-4 0-1-15,-3 0-103 16,-2 0-127-16,-7 0-117 15,-8 0-720-15</inkml:trace>
  <inkml:trace contextRef="#ctx0" brushRef="#br0" timeOffset="84684.81">11948 11093 836 0,'0'0'364'16,"0"0"-165"-16,0 0 163 15,0 0-117-15,0 0-28 16,0 0-67-16,121-4-70 16,-82-9-25-16,-3 1-45 15,-1-1-10-15,10-9-3 16,-11 4-218-16,-3 0-570 0</inkml:trace>
  <inkml:trace contextRef="#ctx0" brushRef="#br0" timeOffset="85647.89">11803 13176 1465 0,'0'0'747'16,"0"0"-534"-16,0 0-130 16,0 0 51-16,-9 138-4 15,4-73-32-15,1 1 5 16,2-3-28-16,2-5-20 16,-3-10-43-16,3-7 2 15,0-9-14-15,-2-5 7 16,2-8-7-16,0-6-33 15,0-7-26-15,0-6-34 16,0-12 8-16,0-16-156 16,2-9-480-16</inkml:trace>
  <inkml:trace contextRef="#ctx0" brushRef="#br0" timeOffset="85833.76">11841 13225 1440 0,'0'0'212'16,"0"0"-99"-16,0 0 109 15,143-45-166-15,-101 39-27 16,-5 3-29-16,-6 0-25 16,-4 3-47-16,-8 0-114 15,-9 0-649-15</inkml:trace>
  <inkml:trace contextRef="#ctx0" brushRef="#br0" timeOffset="85998.59">11847 13407 836 0,'0'0'611'16,"0"0"-349"-16,0 0 7 15,0 0-99-15,166-3-114 16,-102-4-34-16,19-1-22 15,-19 3-150-15,-15 0-905 0</inkml:trace>
  <inkml:trace contextRef="#ctx0" brushRef="#br0" timeOffset="112587.78">21136 12575 1835 0,'0'0'512'15,"0"0"-311"-15,0 0 25 16,0 0-35-16,0 0-85 0,85 151-7 15,-71-78-22-15,-10 4-11 16,-2 1-26-16,-2-3-22 16,0-8-17-16,0-9 0 15,0-5-1-15,0-13-12 16,0-8-43-16,0-14-71 16,0-18-49-16,0-6-171 15,0-24-619-15</inkml:trace>
  <inkml:trace contextRef="#ctx0" brushRef="#br0" timeOffset="112753.1">21163 12599 1672 0,'0'0'277'0,"0"0"-159"15,0 0 102-15,156-56-102 16,-96 46-109-16,10 6-9 15,-17 1-210-15,-17 3-473 0</inkml:trace>
  <inkml:trace contextRef="#ctx0" brushRef="#br0" timeOffset="112916.34">21132 12954 1722 0,'0'0'292'0,"0"0"-24"15,0 0 51-15,0 0-163 16,0 0-92-16,170-24-32 0,-108 3-32 16,15 0-38-1,-19 5-208-15,-10 2-526 0</inkml:trace>
  <inkml:trace contextRef="#ctx0" brushRef="#br0" timeOffset="113127.73">21894 12709 1980 0,'0'0'286'0,"0"0"-221"15,0 0 92-15,120-16-120 16,-84 12-37-16,7 4-55 15,-12 0-238-15,-8 0-311 0</inkml:trace>
  <inkml:trace contextRef="#ctx0" brushRef="#br0" timeOffset="113292.69">21879 13014 1735 0,'0'0'402'0,"0"0"-144"15,0 0 84-15,0 0-202 16,0 0-89-16,173-63-41 0,-101 39-10 16,13 5-122-16,-16 2-200 15,-18 7-451-15</inkml:trace>
  <inkml:trace contextRef="#ctx0" brushRef="#br0" timeOffset="113705.03">22837 12390 2080 0,'0'0'387'0,"0"0"-266"16,0 0-7-16,0 0-9 16,0 0-27-16,0 0-40 0,0 123-23 15,7-89-15-15,4-8-3 16,0-6-92-16,11-14-127 16,-3-6-427-16,-6 0-759 0</inkml:trace>
  <inkml:trace contextRef="#ctx0" brushRef="#br0" timeOffset="113840.48">22926 12485 1631 0,'0'0'312'0,"0"0"-36"15,0 0 79-15,0 0-188 16,-4 120-84-16,4-84-53 16,0 0-30-16,29 10-18 0,0-10-229 15,-4-6-471-15</inkml:trace>
  <inkml:trace contextRef="#ctx0" brushRef="#br0" timeOffset="114426.87">23965 12388 1562 0,'0'0'296'0,"0"0"-9"16,0 0 55-16,-144 12-211 15,112 17-51-15,8 6-9 16,8 7-13-16,13 0-33 0,3-3-7 15,17-7-16-15,9-9 5 16,3-6-6-16,-7-8-1 16,-8-4-22-16,-8-3 10 15,-6-2 1-15,-2 2 10 16,-20 1-7-16,-7 6 10 16,-5 5-2-16,3 9 0 15,0 4 11-15,8 4 10 16,6 8-2-16,11 0 3 15,6-1-22-15,8-4 9 16,28-9-9-16,11-8-1 16,10-11 1-16,9-6-30 0,25-14-142 15,-18-13-457-15,-8-5-1212 16</inkml:trace>
  <inkml:trace contextRef="#ctx0" brushRef="#br0" timeOffset="114637.79">24268 12337 2134 0,'0'0'295'15,"0"0"-92"-15,0 0 41 16,12 127-92-16,1-58-44 16,-2 5-30-16,0-1-35 15,-2-6-25-15,0-9-12 0,0-5-6 16,2-14 0-1,7-6-72-15,18-12-74 0,-1-8-223 16,-2-11-573-16</inkml:trace>
  <inkml:trace contextRef="#ctx0" brushRef="#br0" timeOffset="114891.88">24992 12380 2034 0,'0'0'235'0,"0"0"3"16,19 117 57-16,5-52-180 15,5 6-28-15,3-1-41 16,-1-6-25-16,0-10-21 15,-4-6-21-15,-8-5-98 16,-5-14-405-16,-9-12-898 0</inkml:trace>
  <inkml:trace contextRef="#ctx0" brushRef="#br0" timeOffset="115169.03">25051 12729 1783 0,'0'0'221'16,"0"0"13"-16,147 0 21 0,-83 24-70 16,-12 7-44-16,-14 4-63 15,-18 4-24-15,-14-7-27 16,-6-9 13-16,0-4-38 16,0-14 13-16,-6-5-15 15,-1-3 31-15,0-26-14 16,3-9-5-16,4-8 0 15,0-5-6-15,0-2-6 16,24 4-14-16,10 6 14 16,11 9-44-16,30 5-86 15,-10 14-327-15,-9 5-462 0</inkml:trace>
  <inkml:trace contextRef="#ctx0" brushRef="#br0" timeOffset="115506.86">25820 12573 1972 0,'0'0'396'16,"0"0"-60"-16,0 0-118 15,-134 88-111-15,117-52-55 16,15 0-4-16,2-4-38 16,17-4 1-16,18-10-10 15,6-10-1-15,1-8 0 16,-7 0-21-16,-3-10 10 15,-8-18-16-15,-3-6 18 16,-10-6 2-16,-5 1 7 0,-4 4 1 16,-2 9 20-16,0 12 51 15,0 10 9-15,0 4-30 16,0 4-49-16,0 22 27 16,0 6-12-16,5 4 7 15,4 3-18-15,2-7 5 16,3-6-11-16,3-3-36 15,16-11-58-15,-1-6-113 16,-6-6-618-16</inkml:trace>
  <inkml:trace contextRef="#ctx0" brushRef="#br0" timeOffset="115882.74">26056 12378 2223 0,'0'0'344'0,"0"0"-181"0,0 0 23 15,41 128-57-15,-26-59-39 16,-4 1-15-16,-6-3-27 16,-5-9-35-16,0-12-8 15,-5-12-5-15,-4-15-6 16,2-12-41-16,3-7-7 16,4-11 18-16,0-22 6 15,13-8 8-15,16-7 11 16,10 2 11-16,7 6-11 15,3 5 2-15,2 12 4 16,-2 13 5-16,-9 10 0 16,-11 0-2-16,-13 24-8 0,-16 5 10 15,0 6 13-15,-29-3 30 16,-6 0 17-16,-6-6-39 16,5-9 4-16,3-4-23 15,6-11 8-15,8-2-9 16,7-3-1-16,10-16-46 15,2-5-64-15,18 4-227 16,4 1-682-16</inkml:trace>
  <inkml:trace contextRef="#ctx0" brushRef="#br0" timeOffset="116258.18">26736 12562 162 0,'0'0'1739'0,"0"0"-1492"16,0 0 81-16,0 0-113 15,-134 63-78-15,119-25-40 16,8 2 0-16,7-5-42 16,3-8-19-16,23-8-19 15,8-7-7-15,3-12-1 16,-1 0-7-16,-3-9 4 15,-6-17-6-15,-7-4-6 16,-7-4-3-16,-6 2 9 16,-5 1 1-16,-2 12 23 0,0 7 44 15,0 10 16-15,0 2-41 16,0 6-42-16,0 14 26 16,0 4-26-16,7 2 18 15,6-3-17-15,1-2-2 16,6-4-11-16,9-9-77 15,20-8-95-15,-5 0-389 16,-5-13-1165-16</inkml:trace>
  <inkml:trace contextRef="#ctx0" brushRef="#br0" timeOffset="116431.62">27117 12538 1726 0,'0'0'240'15,"0"0"10"1,0 0 56-16,27 147-149 0,-25-77-16 15,-2 0-26-15,0-2-35 16,-13-5-50-16,-5-10-19 16,0-7-11-16,0-17-42 15,-6-17-132-15,4-10-198 16,2-2-331-16</inkml:trace>
  <inkml:trace contextRef="#ctx0" brushRef="#br0" timeOffset="116581.76">26863 12763 1691 0,'0'0'524'16,"0"0"-162"-16,0 0-10 0,0 0-216 16,25-116-105-1,23 94-19-15,12 4-12 0,5 4 0 16,1 0-60-16,15-1-191 16,-13 3-507-16,-13 1-1151 0</inkml:trace>
  <inkml:trace contextRef="#ctx0" brushRef="#br0" timeOffset="116873.94">27569 12533 342 0,'0'0'1727'0,"0"0"-1434"15,-113 31-1-15,66 1-118 16,10 5-93-16,12 3-9 16,11-4-17-16,14-4-37 15,0-10-14-15,18-6 10 16,11-11-19-16,5-5 5 0,1-5-44 15,-4-16-67-15,-4-8 36 16,-6 0 42-16,-11 0 33 16,-3 5 9-16,-7 8 99 15,0 7 35-15,0 9-44 16,0 0-48-16,0 11-34 16,0 11 34-16,0 6-26 15,0 1-10-15,12-6-15 16,7 1-46-16,28-11-90 15,-5-6-391-15,-1-7-1261 0</inkml:trace>
  <inkml:trace contextRef="#ctx0" brushRef="#br0" timeOffset="117271.94">27871 12555 1998 0,'0'0'325'0,"0"0"-19"15,0 0-85-15,0 0-138 16,-114 26 16-16,96 3-20 16,4 6-17-16,10 3-32 15,4-4 7-15,10-2-29 16,21-8-7-16,9-10 0 16,4-5-1-16,1-9-3 15,-3 0-51-15,-7-19-22 16,-3-11 1-16,-10-8 17 15,-8-8 5-15,-5-10 40 0,-7-3 10 16,-2 3 3 0,0 5 24-16,-2 8 57 0,-7 11 40 15,2 12-3-15,2 13 11 16,5 7-57-16,0 0-32 16,0 12-38-16,0 20 8 15,9 9 1-15,5 10-1 16,1 3-2-16,-1-2-7 15,1-4-1-15,1-9-51 16,15 0-62-16,-2-11-101 16,2-12-500-16</inkml:trace>
  <inkml:trace contextRef="#ctx0" brushRef="#br0" timeOffset="117684.2">28506 12537 1837 0,'0'0'275'0,"0"0"67"15,0 0-116-15,0 0-150 16,0 0-33-16,0 0 65 16,-139 44-20-16,120-10 6 15,7 2-26-15,12-2-29 16,12-5-13-16,25-10-25 15,15-9 16-15,8-7-5 0,-2-3 0 16,-7-5-11-16,-10-10 7 16,-12 3-7-16,-12-2 1 15,-7 5 7-15,-4-2-8 16,-4-4 20-16,0-3-15 16,-2-4 33-16,3-7-3 15,3-5 7-15,3 1-20 16,7-2-5-16,4 8-18 15,4 3-2-15,3 7 1 16,0 7-9-16,-3 4 2 16,-1 5 2-16,-4 1-60 15,2 0-67-15,8 9-75 16,-5 7-435-16,1-2-1188 0</inkml:trace>
  <inkml:trace contextRef="#ctx0" brushRef="#br0" timeOffset="122821.24">29654 12162 1622 0,'0'0'895'0,"0"0"-817"0,0 0 23 16,0 102 9-16,0-41-14 15,-2 4-36-15,2 0-20 16,0-9-22-16,0-8-10 16,6-11-8-16,3-8-17 15,-5-12-22-15,2-8-106 16,-6-9-154-16,0-4-213 16,0-14-1073-16</inkml:trace>
  <inkml:trace contextRef="#ctx0" brushRef="#br0" timeOffset="122993.84">29476 12356 1631 0,'0'0'356'0,"0"0"-97"16,127-48 11-16,-51 24-173 15,-1 2-62-15,-8 7-35 16,-9 6-34-16,-20 6-300 15,-22 3-561-15</inkml:trace>
  <inkml:trace contextRef="#ctx0" brushRef="#br0" timeOffset="123292.19">29520 12557 1684 0,'0'0'219'16,"0"0"-64"-16,120-24-63 15,-56 13-92-15,-5 11-89 16,-6 0 10-16,-10 15-42 16,-11 10 65-16,-13 9 47 15,-5-8 9-15,-10-1 3 16,-4-7 48-16,0-6 62 16,0-9 16-16,0-3 81 15,0 0 46-15,0-15-87 16,0-11-89-16,0-6-11 15,5-6 3-15,7-1-45 16,5 1 12-16,1 3-30 16,3 4-9-16,24 3-79 0,-7 8-235 15,2 6-638-15</inkml:trace>
  <inkml:trace contextRef="#ctx0" brushRef="#br0" timeOffset="123609.03">30136 12418 1250 0,'0'0'383'16,"0"0"-172"-16,0 0 116 16,-94 112-202-16,90-73 35 15,4-3-60-15,13-7-24 16,24-6-31-16,9-7-8 0,4-12-37 16,4-4-28-16,-3-6-136 15,-11-20-39-15,-6-10 83 16,-14-7 70-16,-9 2 50 15,-5 3 63-15,-6 8 207 16,0 9 11-16,0 15-58 16,0 6-110-16,0 0-80 15,0 16 9-15,0 9-13 16,0 1 14-16,0 2-35 16,0-5-1-16,12 0-7 15,1-7-61-15,16-7-86 16,-4-4-194-16,2-5-766 0</inkml:trace>
  <inkml:trace contextRef="#ctx0" brushRef="#br0" timeOffset="123802.42">30693 12392 1914 0,'0'0'302'15,"0"0"13"-15,0 0-120 16,-148 68-93-16,122-34-20 15,10 1-31-15,10-3-29 16,6-4 1-16,2-4-17 16,23-6 1-16,8-4-7 15,40-10-30-15,-6-4-169 16,-3 0-528-16</inkml:trace>
  <inkml:trace contextRef="#ctx0" brushRef="#br0" timeOffset="124140.22">30983 12385 791 0,'0'0'1202'0,"0"0"-954"15,0 0 47-15,-116 44-119 16,82-9-73-16,8 5 12 16,12-1-60-16,14-6-17 15,5-6-26-15,28-8 4 16,9-10 5-16,8-9-12 15,-2 0-9-15,-5-12-53 16,-7-11 8-16,-10-9-26 0,-8 1 53 16,-9-1 18-16,-7 7 20 15,-2 7 55-15,0 8 11 16,0 10-6-16,0 0-59 16,0 12-16-16,0 15-4 15,-2 2 20-15,2 2-20 16,0-5 8-16,9-3-9 15,11-9-39-15,22-9-58 16,-6-5-205-16,-3 0-793 0</inkml:trace>
  <inkml:trace contextRef="#ctx0" brushRef="#br0" timeOffset="124357.75">31397 12360 1696 0,'0'0'212'15,"0"0"68"-15,0 0 37 16,0 0-138-16,43 143-53 16,-43-103-27-16,0-2-30 15,-18-4-24-15,-11-7-30 16,-5-4 10-16,1-8-24 16,4-8-2-16,6-7-38 15,13 0 2-15,10-45-53 16,17 4-247-16,12-5-535 0</inkml:trace>
  <inkml:trace contextRef="#ctx0" brushRef="#br0" timeOffset="124553.61">31591 12526 342 0,'0'0'1067'0,"0"0"-774"16,0 0 16-16,56 115-131 15,-18-95-79-15,8-13 11 16,1-7 11-16,-2-3-54 15,-2-25 9-15,-10-8-22 16,-6-4-17-16,-8-6-20 16,-9 3-13-16,-10 3-4 15,-21 5-75-15,-16 6-158 16,-11 12-431-16</inkml:trace>
  <inkml:trace contextRef="#ctx0" brushRef="#br0" timeOffset="125544.23">21814 14037 1422 0,'0'0'241'16,"0"0"-137"-16,0 0 277 15,0 0-90-15,132-7-156 16,-66-17-81-16,-3-3-35 15,-12-2-10-15,-15 5 0 16,-16 2-7-16,-16 6 22 16,-4 4-22-16,-22 10 26 15,-16 2-22-15,-5 0 16 16,3 21-10-16,9 6-3 0,7 1-7 16,13 4-2-1,11-1 0-15,0-6 14 0,20-2-3 16,22-11-11-16,14-9 18 15,11-3-17-15,2 0-1 16,-2-15-51-16,-10-13-38 16,-9 1-80-16,-15 0 57 15,-13 5 86-15,-11 6 26 16,-7 7 75-16,-2 9 39 16,0 0-69-16,2 14-45 15,5 11 25-15,2 1 6 16,2-1 1-16,3-2 17 0,-3-6-43 15,-3-4 12 1,-3-9-11-16,-3-4-2 0,-2-4 23 16,0-21-13-16,0-4-15 15,0-10 1-15,9 1 0 16,7 3 0-16,8 9 77 16,5 7-21-16,7 11 12 15,-1 8-37-15,2 0 1 16,-4 15-15-16,-9 4 0 15,-4 5-12-15,-6-2-5 16,-5 4-1-16,-3-8-9 16,3 4-32-16,11-8-177 15,-1-1-486-15,0-9-1098 0</inkml:trace>
  <inkml:trace contextRef="#ctx0" brushRef="#br0" timeOffset="125739.91">23187 13684 1827 0,'0'0'742'16,"0"0"-555"-16,0 0-32 15,0 0 2-15,38 102-24 16,-24-54-94-16,-3 1-4 16,-3-6-34-16,-3-2-1 15,-1-9-12-15,3-6-52 16,15-13-71-16,1-6-206 15,6-7-658-15</inkml:trace>
  <inkml:trace contextRef="#ctx0" brushRef="#br0" timeOffset="126070.36">23597 13766 1765 0,'0'0'323'16,"0"0"-149"-16,0 0 61 15,0 0-133-15,0 0-42 16,-98 132-1-16,98-89 5 16,18-5-50-16,14-4 31 15,7-13-33-15,-1-7 10 16,1-14-20-16,-6 0 7 0,-6-14-8 16,-8-14-1-16,-5-3 12 15,-7 0-11-15,-5 5 105 16,-2 8 9-16,0 8 32 15,0 10-65-15,2 0-76 16,2 8-5-16,3 16-1 16,2 0 1-16,0 5 0 15,2-2-1-15,5-7-61 16,15-4-47-16,-2-6-113 16,2-8-635-16</inkml:trace>
  <inkml:trace contextRef="#ctx0" brushRef="#br0" timeOffset="126421.34">24340 13638 2085 0,'0'0'260'16,"0"0"-39"-16,-2 102 27 15,4-40-115-15,13 4-26 16,1 0-18-16,-3-10-28 15,-1-8-35-15,-6-15-20 16,-4-11 0-16,1-14-5 16,-3-8-2-16,0-5 9 15,0-20-20-15,0-12 12 16,4-5 0-16,12 3 0 16,3 2 0-16,10 11 0 15,3 10 1-15,3 13-2 0,2 3 10 16,-6 12-6-16,-8 19 6 15,-7 1-9-15,-7 2 1 16,-7-1 11-16,-2-3-12 16,2-11-1-16,12-2-81 15,1-9-206-15,8-8-884 0</inkml:trace>
  <inkml:trace contextRef="#ctx0" brushRef="#br0" timeOffset="126768.69">24955 13854 1273 0,'0'0'887'0,"0"0"-667"15,0 0 21 1,-114 34-89-16,90-4-86 0,6 5-8 16,11-1 18-16,7-5-58 15,9-7 17-15,24-8-28 16,7-9 6-16,3-5-13 15,-3-7-30-15,-9-18-55 16,-8-8-3-16,-13-2 53 16,-5 0 35-16,-5 8 17 15,0 4 72-15,0 11 55 16,0 10-30-16,0 2-65 16,0 10-43-16,0 18 2 0,0 6 26 15,0 4-14 1,7-4-14-16,4-6 9 0,0-6-30 15,5-8-41-15,9-14-83 16,-4 0-333-16,0-19-751 0</inkml:trace>
  <inkml:trace contextRef="#ctx0" brushRef="#br0" timeOffset="127143.42">25225 13559 2278 0,'0'0'333'0,"0"0"-208"15,0 0 78-15,22 123-70 16,-7-49-67-16,1 7 30 16,-9-6-50-16,-5-7-13 15,-2-11-24-15,0-15 0 0,0-14-9 16,0-15-8-16,-2-13-29 16,2 0-1-16,0-15 29 15,0-14-41-15,11-4 49 16,9-4 2-16,7 3-3 15,11 1 2-15,7 3 0 16,1 9-2-16,-1 9 1 16,-7 10 1-16,-14 2-16 15,-11 18 5-15,-13 16 11 16,0 7 0-16,-29-2 21 16,-8 2 35-16,-3-9-17 15,-1-6-17-15,6-9-3 16,6-10-18-16,8-7-2 15,13 0-26-15,5-16-57 16,8-21-163-16,19 4-568 0,5 1-915 0</inkml:trace>
  <inkml:trace contextRef="#ctx0" brushRef="#br0" timeOffset="127286.39">25667 13994 1277 0,'0'0'788'0,"0"0"-408"15,0 0-35-15,0 0-175 16,0 0-102-16,0 0-68 16,0 0-1-16,35 95-194 0,-26-95-496 15</inkml:trace>
  <inkml:trace contextRef="#ctx0" brushRef="#br0" timeOffset="127467.67">25717 13716 2407 0,'0'0'490'0,"0"0"-260"15,0 0-68-15,0 0-89 16,0 0-62-16,0 0-11 16,0 0-64-16,36 70-82 15,-34-42-211-15,-2-5-582 0</inkml:trace>
  <inkml:trace contextRef="#ctx0" brushRef="#br0" timeOffset="127610.51">25769 13895 438 0,'0'0'1188'0,"0"0"-547"16,0 0-261-16,10 104-136 15,-10-66-139-15,3-4-58 16,-3-4-16-16,0-6-30 16,0-7 8-16,0-5-9 15,2-3-41-15,10-9-146 16,-2 0-457-16,1 0-1360 0</inkml:trace>
  <inkml:trace contextRef="#ctx0" brushRef="#br0" timeOffset="127789.56">26001 14033 1642 0,'0'0'788'0,"0"0"-537"0,0 0-69 16,0 0-83-16,0 0-44 15,0 0-38-15,0 0-5 16,17 114-12-16,-17-100-25 16,0-10-110-16,0-4-390 15,0 0-435-15</inkml:trace>
  <inkml:trace contextRef="#ctx0" brushRef="#br0" timeOffset="128390.02">26487 13874 1505 0,'0'0'271'0,"0"0"-43"15,0 0 108-15,0 0-193 16,-126 22 14-16,91 6-21 16,1 6-40-16,12 5 4 15,7-3-40-15,12-3 13 16,3-3-49-16,13-13 7 16,23-10-11-16,9-7 4 15,7-1-24-15,-4-25-26 16,-3-6-18-16,-12-13 10 15,-10-3 32-15,-10-8-4 16,-7-2 5-16,-3 2 2 0,-3 10 28 16,0 12 39-16,0 12 37 15,0 12-1-15,0 10-15 16,0 0-67-16,0 10-7 16,0 20 6-16,0 6-6 15,4 7 20-15,12 3-35 16,-1-2 0-16,3-9-57 15,3-3-71-15,12-15-59 16,-4-7-191-16,-2-10-1114 0</inkml:trace>
  <inkml:trace contextRef="#ctx0" brushRef="#br0" timeOffset="128683.67">26975 13842 2179 0,'0'0'332'0,"0"0"-115"0,0 0 0 15,-118 53-157-15,89-12-5 16,13 7 14-16,9-3-21 16,7-10-24-16,11-10-11 15,22-13 4-15,6-12-16 16,3 0-2-16,-5-18-10 16,-2-10 10-16,-12-2 1 15,-9 2 3-15,-7 3 3 16,-5 8 48-16,-2 6 55 15,0 8-30-15,0 3-61 0,0 0-17 16,7 7-2-16,2 7-13 16,6 3-19-16,6-4-63 15,21-1-62-15,-5-5-155 16,0-7-593-16</inkml:trace>
  <inkml:trace contextRef="#ctx0" brushRef="#br0" timeOffset="128878.19">27461 13816 2008 0,'0'0'345'16,"0"0"-24"-16,0 0-139 15,0 0-108-15,-128 50-50 16,99-4 35-16,10 6-6 0,10-1 15 16,9-9-31-1,6-10-19-15,26-13-12 0,10-14-6 16,7-5-21-16,13-47-212 15,-10-3-442-15,-12-4-308 0</inkml:trace>
  <inkml:trace contextRef="#ctx0" brushRef="#br0" timeOffset="129006.23">27619 13633 1600 0,'2'-24'800'0,"-2"4"-431"16,2 6-152-16,0 12-59 16,1 2-129-16,-1 36-20 15,0 14 4-15,-2 12 2 16,0 7-6-16,0-1-9 15,-22 15-15-15,-7-20-127 16,-7-12-466-16</inkml:trace>
  <inkml:trace contextRef="#ctx0" brushRef="#br0" timeOffset="129597.57">28849 14239 1859 0,'0'0'237'15,"0"0"-29"-15,0 0 18 16,0 0-94-16,0 0-41 16,0 0 72-16,0 0-27 15,18-13-70-15,-18-20-38 16,0-6 17-16,0-5-12 15,0-2 2-15,13 4-13 16,7 2-13-16,7 6-18 16,0 10-36-16,0 12-51 15,-2 9-80-15,-6 3-14 0,-1 0 10 16,0 9 70-16,0 2 78 16,2-1 32-16,2-8 41 15,5-2 48-15,-3 0 36 16,-3 0-43-16,-10 0-4 15,-7 0 2-15,-4 0-15 16,-7 3-46-16,-19 11 11 16,-3 4 19-16,2 3-38 15,7-2 7-15,13 2-18 16,7-3 0-16,14-2-5 16,26-4 4-16,15-4 1 15,48-8-66-15,-14 0-136 16,-6 0-656-16</inkml:trace>
  <inkml:trace contextRef="#ctx0" brushRef="#br0" timeOffset="129929.9">29609 13883 1461 0,'0'0'725'16,"0"0"-412"-16,0 0-2 16,-113 7-211-16,82 21-27 15,6 9-3-15,9 0 17 16,12 0-36-16,4-5-13 15,22-14-11-15,16-4-11 16,7-11-8-16,1-3-8 16,-6-9-32-16,-9-16-23 0,-6-7 14 15,-9-1 13-15,-9-2 27 16,-3 2 1-16,-4 10 47 16,0 9 41-16,0 14 8 15,0 0-47-15,0 30-32 16,0 12-5-16,0 15 3 15,-7 5 1-15,1 0-8 16,-4-4 1-16,6-8-2 16,2-6-7-16,2-13-9 15,9-4-117-15,15-15-52 16,5-5-596-16</inkml:trace>
  <inkml:trace contextRef="#ctx0" brushRef="#br0" timeOffset="130559.65">30059 13883 2199 0,'0'0'503'0,"0"0"-452"16,0 0 161-16,0 0-119 16,0 101 12-16,25-72-48 15,13-8 15-15,7-7-1 16,3-12-2-16,0-2-37 15,-4-12-19-15,-8-13-8 16,-10-9-5-16,-6-4-20 16,-11 1-56-16,-7-3 16 15,-2 6-21-15,0 6 18 16,-6 8 14-16,-1 5 31 0,5 6 3 16,2 5 9-16,4 2-2 15,23 2-41-15,11 0 40 16,9 0 9-16,0 0 0 15,-5 0 1-15,-10 0 9 16,-15 0-8-16,-10 0 5 16,-7 0 36-16,0 0 2 15,-16 0 23-15,-6 0-59 16,-5 14 16-16,3 6-25 16,2 10 4-16,8 8-3 15,14 3-1-15,0-2 1 16,18-6-1-16,20-10 0 15,11-9-24-15,9-10 8 16,0-4-49-16,-7-2 26 0,-6-14 27 16,-12-6 12-16,-8-5 9 15,-10-2 18-15,-5-3 35 16,-4-2-8-16,0 2 6 16,-1 4-42-16,-1 4 26 15,0 6-26-15,6 7 12 16,-1 6-28-16,5 5-2 15,3 0-6-15,1 7 5 16,-5 16 1-16,-4 7 0 16,-4 2-15-16,-5 4 13 15,0-2-41-15,0 6-81 16,0-8-38-16,0-12-584 0</inkml:trace>
  <inkml:trace contextRef="#ctx0" brushRef="#br0" timeOffset="130949.2">31477 13828 1687 0,'0'0'397'16,"0"0"-44"-16,0 0-42 15,-145-10-188-15,112 24-47 16,6 12-39-16,12 4-7 15,11 4 4-15,4-3-26 16,13-8 20-16,26-7-27 0,11-6-1 16,6-10-27-1,-2 0-55-15,-6-27-30 0,-10-12-12 16,-12-11 36-16,-7-11 49 16,-11-12 39-16,-3-4 1 15,-5 9 146-15,0 12 64 16,0 18-20-16,0 24-26 15,-5 14-87-15,1 16-71 16,0 28 1-16,-3 14 21 16,2 7-28-16,5-1 11 15,0-5-12-15,3-10-9 16,19-11-63-16,29-8-58 16,-3-11-211-16,2-12-1229 0</inkml:trace>
  <inkml:trace contextRef="#ctx0" brushRef="#br0" timeOffset="131242.66">32013 13712 1465 0,'0'0'1189'0,"0"0"-1024"15,0 0 33-15,-143 32-112 16,122-2-15-16,13 1-47 16,8-2 19-16,2-7-25 15,23-6 12-15,6-10-19 16,7-6-11-16,-3 0-6 15,-2-14-30-15,-6-10 19 16,-6-2 2-16,-8 0 15 16,-4 8 6-16,-7 6 69 0,-2 12 28 15,0 0-59-15,0 16-34 16,-2 15-4-16,-5 8 12 16,2 0-12-16,5-4-12 15,0-5-19-15,0-7-52 16,19-18-86-16,1-2-178 15,4-3-853-15</inkml:trace>
  <inkml:trace contextRef="#ctx0" brushRef="#br0" timeOffset="131423.87">32277 13462 2417 0,'0'0'332'0,"0"0"-111"0,0 0-118 16,0 0 61-16,-29 104-52 15,23-66-13-15,4-4-72 16,2-4-23-16,0-11-4 16,0-2-76-16,18-13-93 15,-1-4-168-15,-1 0-664 0</inkml:trace>
  <inkml:trace contextRef="#ctx0" brushRef="#br0" timeOffset="131543.67">32429 13476 2350 0,'0'0'285'0,"0"0"-109"16,0 0 2-16,0 0-130 16,-48 138-15-16,40-80-33 0,2-14-139 15,3-8-646-15</inkml:trace>
  <inkml:trace contextRef="#ctx0" brushRef="#br0" timeOffset="131647.54">32525 13979 2002 0,'0'0'211'0,"0"0"-211"16,0 0-1074-16</inkml:trace>
  <inkml:trace contextRef="#ctx0" brushRef="#br0" timeOffset="156145.29">9077 7778 451 0,'0'0'104'0,"0"0"-22"15,0 0 88-15,0 0-25 16,0 0-5-16,0 0-7 15,-29 0 22-15,24 0-20 16,-1 0-64-16,-2 0-31 16,2 0-13-16,2 0-12 15,-1 0-15-15,1 0 6 16,2 0 0-16,0 0 28 16,-1 0 74-16,3 0 54 15,-3 0-28-15,3 0-9 16,0 0-24-16,0 0-29 0,0-10-20 15,12-2-37-15,5-4 37 16,4-2-30-16,1-1 29 16,-4 5-12-16,-2 2-9 15,-3-1-13-15,-4 6-3 16,-2 4 2-16,-3 3-10 16,0 0-6-16,1 0-1 15,0 0 1-15,1 6 0 16,-1 5 3-16,-3 4 6 15,-2 2-9-15,0 2 1 16,0 5 5-16,0 4 4 16,-11 0-9-16,-1 3-2 0,1-1 11 15,3-1-10 1,-4 0 0-16,3-1 4 0,-4 0-3 16,0-2-1-16,-2 2 1 15,1-4 0-15,1-1 16 16,1-4-17-16,5-3 26 15,3-5-25-15,0-6 8 16,4-3-8-16,-2-2 31 16,2 0 38-16,0 0 5 15,0-2-19-15,0-5-27 16,0-5-14-16,13-5-2 16,7-1-7-16,5-4 0 15,4 0 8-15,-3-1-13 16,0 8 0-16,-1 3-1 15,-4 5 0-15,-2 7-6 0,1 0 6 16,1 0-9-16,-2 9 25 16,2 1-16-16,-3 0 0 15,-3-5 4-15,-1 0-3 16,-3-1-1-16,-3-4 0 16,2 0 1-16,-4 0-1 15,-1 0 2-15,1 0-7 16,-2-2 7-16,1-7-4 15,0-4-22-15,-3 1-15 16,-2 0-100-16,0 4-162 16,0-3-359-16</inkml:trace>
  <inkml:trace contextRef="#ctx0" brushRef="#br0" timeOffset="156926.81">9427 7560 727 0,'0'0'303'15,"0"0"-63"-15,0 0 14 16,0 0-114-16,0 0-51 15,0 0-25-15,0 0 37 16,-10-4 1-16,6 4 0 16,-5 0-22-16,1 5 11 15,-2 12-3-15,2 1-23 16,3 1-3-16,3 4-30 16,2 1 29-16,0 3-20 15,0-1 29-15,15 8-17 16,3-1 14-16,2 1-39 15,2 0-1-15,1-3-15 16,0-8-11-16,0-9 5 0,6-5 2 16,0-9-4-16,3 0-2 15,-3-13 26-15,-3-4-22 16,-3-6 12-16,-8-2-17 16,-3-5 26-16,-6-7 15 15,-6-5-15-15,0-8 0 16,0 0-27-16,-13-3 26 15,-11 7-14-15,-5 8-14 16,-7 13 4-16,1 11-4 16,-6 11-4-16,3 3-40 15,-9 32-89-15,11 4-442 16,7-1-956-16</inkml:trace>
  <inkml:trace contextRef="#ctx0" brushRef="#br0" timeOffset="173009.26">12750 12878 1227 0,'0'0'235'0,"0"0"-87"16,0 0 81-16,0 0-66 15,0 0-40-15,0 0 17 16,0 0-9-16,-51-27-17 15,36 27-38-15,-10 0-39 16,-4 14 3-16,-7 9-38 16,-3 9 23-16,-2 4-22 15,3 2 18-15,7 0-3 16,13-2-2-16,11-6-8 0,7-7 1 16,14-11 4-16,22-5-11 15,1-7 17-15,5 0-13 16,-5 0-12-16,-4-7-67 15,9-2-162-15,-9-1-260 16,-6 0-444-16</inkml:trace>
  <inkml:trace contextRef="#ctx0" brushRef="#br0" timeOffset="181524.4">8595 8149 1363 0,'0'0'224'16,"0"0"-73"-16,0 0 51 15,0 0-46-15,0 0 28 16,-48 134-48-16,48-99-14 15,0-7-34-15,0-10-28 16,12-10-1-16,13-8-16 16,4-3 44-16,2-22-48 15,1-9-2-15,-3-6-26 0,-10-4 43 16,-7 1-17-16,-10 3-6 16,-2 8-1-16,-4 8-13 15,-23 10-11-15,-9 7 7 16,-9 7-23-16,1 0 10 15,3 12-29-15,8 5-48 16,20 7-43-16,6-4-192 16,7-3-488-16</inkml:trace>
  <inkml:trace contextRef="#ctx0" brushRef="#br0" timeOffset="181689.61">8914 8288 1850 0,'0'0'375'16,"0"0"-174"-16,0 0 18 16,-9 107-151-16,4-72-45 15,3 0-12-15,-6 18-11 16,1-11-200-16,-5-4-656 0</inkml:trace>
  <inkml:trace contextRef="#ctx0" brushRef="#br0" timeOffset="182604.72">9890 11215 1597 0,'0'0'288'0,"0"0"-57"0,0 0 41 16,-134 23-128-16,99 4-46 15,6 8-25-15,11 0 20 16,11 2-39-16,7-8-32 16,7-4 3-16,20-12-25 15,9-6 33-15,-1-7-23 16,1 0 11-16,-3-12-6 15,-2-6-1-15,-6-5-8 16,-7 2 10-16,-9-1 2 16,-9 2 3-16,0 1 40 15,-2 8-60-15,-21 0 33 0,-2 6-28 16,2 2-3 0,-4 3-3-16,6 0-6 0,5 0-43 15,12 11-77-15,4 2-208 16,0-3-534-16</inkml:trace>
  <inkml:trace contextRef="#ctx0" brushRef="#br0" timeOffset="182769.05">10211 11500 1121 0,'0'0'816'0,"0"0"-714"15,0 0 211-15,0 0-141 16,0 106-87-16,0-84-37 15,0-2-32-15,0 0-16 16,0-4-4-16,0-6-274 0,7-10-907 16</inkml:trace>
  <inkml:trace contextRef="#ctx0" brushRef="#br0" timeOffset="183010.37">10461 11163 1798 0,'0'0'267'16,"0"0"-123"-16,0 0 166 0,0 0-166 16,-2 109-86-16,2-80-32 15,0 0-20-15,4-1-6 16,1-7 0-16,-1 0-53 15,5-5-82-15,-3-6-344 16,2-6-424-16</inkml:trace>
  <inkml:trace contextRef="#ctx0" brushRef="#br0" timeOffset="183399.15">10657 11048 1046 0,'0'0'320'0,"0"0"-34"15,0 0 24-15,11 103-110 16,5-69-85-16,4-4-14 16,4-7-21-16,7-8-15 15,4-11 19-15,2-4 36 16,-1-2-54-16,-1-22-29 16,-8-6-19-16,-9-3 33 15,-11-6 6-15,-7 3-6 0,0 2-5 16,-19 4-9-16,-5 9-16 15,-5 12-4-15,-7 9-34 16,-24 14-22-16,9 16-176 16,2 2-624-16</inkml:trace>
  <inkml:trace contextRef="#ctx0" brushRef="#br0" timeOffset="202021.19">5956 9363 1572 0,'0'0'359'16,"0"0"-70"-16,0 0 18 16,0 0-131-16,0 0-48 15,0 0-38-15,0 0-27 16,0 0-38-16,0 0-11 15,0 0-14-15,0 0-18 16,0 0-90-16,0 0-387 16,-5 0-542-16</inkml:trace>
  <inkml:trace contextRef="#ctx0" brushRef="#br0" timeOffset="-209477.9">4574 11251 1483 0,'0'0'229'15,"0"0"89"-15,0 0-17 0,0 0-133 16,0 0-58-16,0 0 29 16,-125-22-66-16,105 40 1 15,2 8-32-15,11 1-3 16,7 1-24-16,0-2-5 15,29-7-10-15,5-4 0 16,3-11 9-16,0-4-8 16,-6-2 41-16,-7-20-41 15,-10-7 24-15,-10-3-19 16,-4-3 21-16,-7-2 12 16,-19 3-7-16,-8 4 5 15,-1 4-31-15,1 3 0 16,0 8 5-16,8 5-22 0,6 2 8 15,4 8-57 1,16 0-122-16,0 18-471 0,2 0-599 0</inkml:trace>
  <inkml:trace contextRef="#ctx0" brushRef="#br0" timeOffset="-209251.09">4803 11390 2244 0,'0'0'259'16,"0"0"-145"-16,0 0 79 0,-48 140-90 15,25-86-44-15,1-2-1 16,-3 1-10-16,1-5-35 16,2-9 5-16,5-4-18 15,11-9 0-15,6-8-59 16,0-18-124-16,16 0-403 15,1-2-608-15</inkml:trace>
  <inkml:trace contextRef="#ctx0" brushRef="#br0" timeOffset="-208801.61">5004 11304 1570 0,'0'0'198'16,"0"0"-116"-16,0 0 108 16,0 0-69-16,133-43-56 15,-104 47-21-15,-8 16-35 16,-17 9 13-16,-4 3 26 15,-18 0 29-15,-15 0 25 16,-3-5-48-16,3-4-5 16,8-7-37-16,12-7-11 15,9-6-1-15,4-1-23 16,6 2 22-16,17-1 1 0,3 6 25 16,3 2-25-16,-2 2 9 15,-1 3 0-15,-7 0-15 16,-9 2 12-16,-10 0-6 15,0-2 18-15,-22 3 53 16,-14-4 28-16,-6-1-23 16,3-3-9-16,0-2-61 15,12-5 8-15,10-1-14 16,8-3-48-16,6 0-161 16,3 0-564-16</inkml:trace>
  <inkml:trace contextRef="#ctx0" brushRef="#br0" timeOffset="-208119.4">5064 9247 1311 0,'0'0'311'0,"0"0"-143"16,0 0 125-16,-93 101-88 15,68-57-36-15,2 3-53 16,8-1-19-16,4-4-54 16,8-5 12-16,3-11-25 15,10-9-5-15,21-11-14 16,11-6 8-16,8-3 4 15,-2-18-9-15,-5-4-9 16,-10-7 5-16,-13 1 5 16,-13-1-15-16,-7 2 9 15,0 0 40-15,-18 3 7 16,-9 5-30-16,-6 6-5 16,-1 6-3-16,-1 4-16 15,6 6-2-15,4 0-8 16,9 0 8-16,12 4-82 0,8 4-172 15,21 0-529-15,4-2-712 16</inkml:trace>
  <inkml:trace contextRef="#ctx0" brushRef="#br0" timeOffset="-207969.59">5363 9471 1031 0,'0'0'784'15,"0"0"-638"-15,0 0 168 16,0 107-116-16,0-75-94 15,0 1-77-15,0-3 4 0,0-6-31 16,7-4-3-16,3-8-295 16,2-8-475-16</inkml:trace>
  <inkml:trace contextRef="#ctx0" brushRef="#br0" timeOffset="-207667.92">5505 9184 1741 0,'0'0'281'0,"0"0"-65"16,0 0 35-16,150-65-83 15,-107 65-113-15,-6 9-16 0,-10 20-30 16,-4 12 40-1,-10 3-36-15,-5 2 5 0,-4 0-7 16,-4-2-10-16,0-4 6 16,0-3-7-16,0-9 0 15,0-5-5-15,0-4-40 16,0-7-163-16,4-12-120 16,0 0-169-16,0 0-462 0</inkml:trace>
  <inkml:trace contextRef="#ctx0" brushRef="#br0" timeOffset="-207510.41">5528 9428 1722 0,'0'0'182'15,"0"0"-116"-15,165-50-41 16,-85 26-25-16,-14 2-519 0</inkml:trace>
  <inkml:trace contextRef="#ctx0" brushRef="#br0" timeOffset="-200324.34">9112 9258 1290 0,'0'0'275'15,"0"0"-114"-15,0 0 51 16,0 0-84-16,0 0-31 16,-118 16 37-16,91 8-17 15,3 2 2-15,6 1-35 16,7-1 11-16,9-4-44 15,2-5-19-15,9-2-15 16,20-6 1-16,8-6-2 16,5-3 5-16,1 0 3 15,-5-7-23-15,-9-6 22 16,-9-6-23-16,-11-3 18 0,-7 0 13 16,-2-2 28-16,0 0-18 15,-17 2-17-15,-4 2-4 16,1 2-14-16,-2 4-2 15,2 2 10-15,4 1-14 16,3 8 0-16,4 1-9 16,4 2-79-16,5 0-138 15,0 10-470-15,8 2-850 0</inkml:trace>
  <inkml:trace contextRef="#ctx0" brushRef="#br0" timeOffset="-200113.38">9266 9532 485 0,'0'0'870'0,"0"0"-655"15,0 0 124-15,-54 131-103 16,37-91-63-16,-1-3-55 16,0-3-47-16,4-7-23 15,1-3-36-15,5-5 9 16,3-7-20-16,5-8-2 15,0-4-159-15,18-9-165 16,4-10-781-16</inkml:trace>
  <inkml:trace contextRef="#ctx0" brushRef="#br0" timeOffset="-199746.26">9660 9425 1277 0,'0'0'291'0,"0"0"-78"15,0 0 70-15,0 0-161 16,127 1-63-16,-117 26 14 16,-10 3-47-16,0-2 48 15,-20 0-13-15,-12-3 31 16,-5-6-31-16,-6-3-25 15,1-5-15-15,4-4-9 16,9-7-5-16,4 0-7 0,9-10 2 16,6-12-2-16,3-6-8 15,5-2 7-15,2 0 0 16,0 2 1-16,0 3-1 16,13 7-20-16,5 3 13 15,1 4 7-15,4 5-34 16,0 4-140-16,3 2-146 15,-3 0-197-15,-8 5-376 0</inkml:trace>
  <inkml:trace contextRef="#ctx0" brushRef="#br0" timeOffset="-199401.11">9636 9629 1092 0,'0'0'197'16,"0"0"-87"-16,0 0 136 15,0 0-145-15,0 0-37 16,0 0 25-16,0 0-21 16,116 113-10-16,-116-83-18 15,0-2 24-15,-15 0 1 16,-12-5-3-16,-9-2-20 15,-2-5-11-15,-2-9-10 16,2-7 13-16,5 0 32 16,4-2 1-16,4-17-9 15,9-6-41-15,5 1 8 0,7-3-17 16,4 1-8-16,0 1-9 16,9 4-67-16,15 0-101 15,-3 7-118-15,-4 3-430 0</inkml:trace>
  <inkml:trace contextRef="#ctx0" brushRef="#br0" timeOffset="-197429.51">9779 12735 1189 0,'0'0'283'0,"0"0"-61"15,0 0-8-15,0 0-131 16,0 0-74-16,0 0 6 15,-65 46 14-15,47-20 53 0,5 2 36 16,9-1-22-16,4-3-20 16,0-6-27-16,22-2 18 15,9-6-41-15,3-6 22 16,1-4-12-16,-1 0-9 16,-5-9-17-16,-5-11 9 15,-6-4 4-15,-7-3-1 16,-2-4 10-16,-9 4 15 15,0-2 31-15,0 8-48 16,-13 4-2-16,-7 3-19 16,-3 6-3-16,0 6-6 15,6 2-6-15,3 0-51 16,8 14-171-16,4 6-268 0,2-1-475 16</inkml:trace>
  <inkml:trace contextRef="#ctx0" brushRef="#br0" timeOffset="-197202.38">10075 13159 1445 0,'0'0'252'15,"0"0"-96"-15,0 0 161 16,0 0-147-16,-116 132-108 15,85-97-12-15,2-3-29 0,4-3-7 16,10-9-14-16,11-6-19 16,6-10-172-16,18-4-363 15,9 0-500-15</inkml:trace>
  <inkml:trace contextRef="#ctx0" brushRef="#br0" timeOffset="-196656.54">10474 13087 1224 0,'0'0'261'16,"0"0"-37"-16,0 0-18 15,0 0-108-15,-147 0-11 16,114 9 51-16,1 5 4 16,6 2-10-16,8-2-53 15,7 2-18-15,8-4-41 16,3-4-20-16,9-4-1 16,16-2 1-16,8-2 0 15,-2 0 0-15,-4 0-40 16,-4-6-6-16,-10-2 46 15,-2 2 6-15,-6-2 7 16,-1 1 3-16,-2-2 20 0,0 4-12 16,-2-2-6-16,0 5 16 15,0 2-7-15,0 0 9 16,0 0-35-16,0 2-1 16,-2 17 15-16,-13 4 42 15,-5 7-2-15,-3 4 8 16,2 2-24-16,0-2-15 15,5-3 2-15,3-6-25 16,5-4 2-16,0-5 3 16,4-4-7-16,-1-1 1 15,3 1-7-15,-2-3-22 16,0 2-24-16,4-4-3 16,0-2-112-16,15-5-102 15,12 0-419-15,2-5-853 0</inkml:trace>
  <inkml:trace contextRef="#ctx0" brushRef="#br0" timeOffset="-196318.61">10570 13247 753 0,'0'0'632'0,"0"0"-477"15,0 0 67-15,0 0-36 16,0 0-37-16,-100 120-21 0,82-83-15 16,5-2-17-1,6-5-35-15,7-3-31 0,0-10-14 16,5-7 9-16,19-4-25 16,5-6 17-16,5 0 2 15,-1-18 0-15,-4-8-8 16,-4-9-2-16,-10-2 4 15,-7-7 14-15,-3 1 15 16,-5 4-27-16,0 3 7 16,0 11-22-16,-15 9 0 15,-27 16-118-15,1 0-226 16,-5 4-413-16</inkml:trace>
  <inkml:trace contextRef="#ctx0" brushRef="#br0" timeOffset="-185134.86">2510 15055 1796 0,'0'0'592'16,"0"0"-488"-16,0 0 112 16,0 0-124-16,0 0-12 15,-2 153 29-15,17-70-3 16,1 12-22-16,-1 1-9 15,-1 1-21-15,-3-7-4 16,2-6-11-16,-2-8-28 16,-2-10 8-16,-3-7-18 15,1-15-1-15,-2-8 0 0,-3-18 0 16,1-4-12-16,-1-14-33 16,0 0-6-16,0-4-10 15,2-20-61-15,-4-20-105 16,0 0-327-16,0 3-200 0</inkml:trace>
  <inkml:trace contextRef="#ctx0" brushRef="#br0" timeOffset="-184811.93">2506 15432 1230 0,'0'0'176'16,"0"0"-69"-16,0 0 115 15,-17-107-138-15,17 80 4 16,11-5 25-16,23-2-62 15,15-4-8-15,15-5-17 0,13 4 17 16,8 5 18-16,1 10 42 16,-1 17-26-16,-7 7-38 15,-15 26 19-15,-17 20 9 16,-17 5 28-16,-17 5 45 16,-12 2-14-16,-6 0-45 15,-22-5-8-15,-6-2-19 16,-6-7-5-16,0-8-23 15,5-10-16-15,1-12 1 16,5-10-10-16,3-4-1 16,1-9-12-16,2-14-33 0,10-3-63 15,13-6-82 1,0 6-432-16,18 4-719 0</inkml:trace>
  <inkml:trace contextRef="#ctx0" brushRef="#br0" timeOffset="-183873.75">3972 14875 986 0,'0'0'336'0,"0"0"-40"0,0 0 30 15,0 0-42-15,0 0-64 16,0 0-81-16,-116 29-39 15,64 42 13-15,-8 43 29 16,5 33-14-16,14 9-9 16,26-26-34-16,15-37-16 15,0-35-27-15,18-14-18 16,4 6-10-16,5-1-13 16,4 4 10-16,3-9-11 15,-1-7-23-15,7-11-49 16,9-7-43-16,59-6-73 15,-13-13-321-15,5 0-377 0</inkml:trace>
  <inkml:trace contextRef="#ctx0" brushRef="#br0" timeOffset="-183258.15">6020 14923 789 0,'0'0'190'16,"0"0"83"-16,0 0 32 15,0 0-98-15,0 0 14 0,0 0 63 16,0 0-29 0,-64-68-23-16,59 64-35 0,3 4-44 15,2 0-81-15,0 21-51 16,0 22 1-16,0 13 56 16,0 10-9-16,9 9 0 15,3 0 16-15,-2 4-37 16,-1 1 21-16,1 0-24 15,-6-2-7-15,0-3-22 16,0-9-4-16,-1-8-4 16,-3-8-7-16,2-10 4 15,-2-12-4-15,0-8-2 16,0-6-1-16,0-7-13 16,2-4-28-16,0-3-16 15,6 0-34-15,2-8-40 0,22-20-72 16,-1-2-145-1,2 1-713-15</inkml:trace>
  <inkml:trace contextRef="#ctx0" brushRef="#br0" timeOffset="-182874.96">6533 15145 1898 0,'0'0'214'15,"0"0"-46"-15,0 0 71 16,0 125-83-16,0-58 11 15,0 11-41-15,0 1-23 16,0-7-30-16,0-1-28 16,0-8-24-16,0-5-10 15,0-9-1-15,0-8-10 16,0-14 8-16,0-3-8 16,0-10 0-16,0-7-30 0,0-7-35 15,6 0-14 1,6-21-100-16,8-27-289 15,-2 4-116-15,-4-2-619 0</inkml:trace>
  <inkml:trace contextRef="#ctx0" brushRef="#br0" timeOffset="-182583.03">6354 15226 75 0,'0'0'1561'0,"0"0"-1317"0,0 0-14 16,0 0 14-16,0 0-79 16,0 0-52-16,160-22-27 15,-98 18-16-15,0-6-31 16,-6 2-6-16,-10 1-33 15,-10 2 10-15,-9 3-10 16,-7 2-10-16,-7 0-68 16,-6 0-193-16,-4 4-362 15,-3 10-457-15</inkml:trace>
  <inkml:trace contextRef="#ctx0" brushRef="#br0" timeOffset="-182395.45">6475 15545 1285 0,'0'0'218'0,"0"0"120"16,0 0-5-16,0 0-126 15,0 0-80-15,130-21-5 16,-90 9-50-16,-3 2-47 16,-3 7-25-16,-1 3-12 15,21-5-116-15,-5 5-447 16,-7-6-617-16</inkml:trace>
  <inkml:trace contextRef="#ctx0" brushRef="#br0" timeOffset="-181892">7488 14812 337 0,'0'0'1238'16,"0"0"-953"-16,0 0-71 15,0 0-60-15,0 0-12 16,0 0 40-16,129 118-4 16,-80-53-58-16,-3 9-10 15,-1 7-32-15,-9-1 9 16,-9 2-33-16,-14 1-9 15,-11-2-6-15,-2-5 0 16,-9-3-5-16,-13-7-6 16,-5-8-10-16,4-10-16 15,4-12 8-15,3-7-8 16,7-12-3-16,3-1 1 0,4-5-24 16,2-4-49-16,-3 7-33 15,1 9-48-15,2-2-184 16,-3-2-394-16</inkml:trace>
  <inkml:trace contextRef="#ctx0" brushRef="#br0" timeOffset="-172076.36">4923 15228 1551 0,'0'0'269'0,"0"0"-86"0,0 0 122 16,0 0-144-16,0 0-112 15,0 0-26-15,-12 42 29 16,-2-1 49-16,-6 8-26 16,-7 6-16-16,-4 3 10 15,-2 3-21-15,-4-2-6 16,2-1-20-16,2-4 23 15,3-6-26-15,6-4 7 16,7-12-13-16,3-6-4 16,5-12-8-16,7-8 0 15,2-4 8-15,0-2-3 16,0 0 19-16,0-15-24 16,0-8-1-16,6-5-25 0,6-2 1 15,3-2-14 1,1-8 4-16,4 0-2 0,0-2-6 15,3-2-3-15,1 4 2 16,2-3 27-16,1 5 5 16,0-2 11-16,2 1-8 15,2-2 8-15,0 1 0 16,3 1 0-16,-5 8 0 16,-5 4 2-16,-5 9-1 15,-6 8 0-15,-9 5 31 16,-2 5-12-16,-2 0-8 15,2 0-12-15,4 14 12 16,2 8 15-16,1 10 3 16,5 12 2-16,-4 4-4 15,3 6 14-15,-3 6-26 0,-1 1 8 16,-5-2-6-16,0-2 2 16,1-3-8-16,-3-10-11 15,1-7 5-15,-1-5-5 16,0-11-2-16,0-7-3 15,1-6 4-15,-3-5-19 16,2-2-17-16,-2-1-15 16,0 0-30-16,0-12-76 15,0-9-438-15,0-2-543 0</inkml:trace>
  <inkml:trace contextRef="#ctx0" brushRef="#br0" timeOffset="-171864.42">4647 15727 717 0,'0'0'1137'16,"0"0"-986"-16,0 0 92 15,0 0-5-15,139 0-144 16,-89 0-64-16,4 0-30 15,13 0-64-15,-13 0-294 16,-12 0-864-16</inkml:trace>
  <inkml:trace contextRef="#ctx0" brushRef="#br0" timeOffset="-170778.56">8530 15408 345 0,'0'0'130'16,"0"0"27"-16,0 0 93 15,0 0 123-15,0 0-81 16,0 0-69-16,0 0-55 15,-26 0-57-15,23 0-6 16,3 0-4-16,0 0-6 0,7 0-22 16,15 0 20-16,12-8-53 15,3 3-14-15,4-4-20 16,-1 6 0-16,-2-2-6 16,-5 1-61-16,4 4-178 15,-12 0-95-15,-9 0-338 0</inkml:trace>
  <inkml:trace contextRef="#ctx0" brushRef="#br0" timeOffset="-170596.39">8486 15620 1285 0,'0'0'154'16,"0"0"-60"-16,0 0 1 15,0 0-41-15,0 0-33 16,132 18-21-16,-91-15-26 16,-7-2-344-16</inkml:trace>
  <inkml:trace contextRef="#ctx0" brushRef="#br0" timeOffset="-157157.33">9393 15115 1996 0,'0'0'305'0,"0"0"-237"16,-9 125 202-16,7-49-89 15,2 3-71-15,0 8-33 16,0-7-25-16,0-5-28 16,2-12-12-16,5-14-3 15,2-5-9-15,-2-12 0 16,-3-9-42-16,0-16-71 0,1-7-129 16,-5-26-51-16,-3-13-395 15,-10-7-498-15</inkml:trace>
  <inkml:trace contextRef="#ctx0" brushRef="#br0" timeOffset="-156917.83">9311 15516 990 0,'0'0'507'16,"0"0"-340"-16,-16-133 92 16,16 70-50-16,22 5-68 15,25 1-12-15,18 11-39 16,13 12-7-16,2 14 42 16,0 16-48-16,-10 4-15 15,-18 24-18-15,-15 14-16 16,-24 8-16-16,-13 7 15 15,-15-3 18-15,-26-2 3 16,-7-8 2-16,-4-8-18 16,3-6-23-16,7-8-5 0,8-7 2 15,14-8-12-15,11-3-6 16,9 0-57-16,29-22-138 16,13 0-340-16,10 0-357 0</inkml:trace>
  <inkml:trace contextRef="#ctx0" brushRef="#br0" timeOffset="-156511.95">10362 15124 1763 0,'0'0'224'0,"0"0"-98"0,0 0 150 16,-120 155-83-16,80-74-47 15,5 0-8-15,6 2-49 16,10-6-54-16,17-9-19 16,2-10-8-16,14-6-8 15,22-10-23-15,35 2-105 16,-7-14-188-16,-1-12-446 0</inkml:trace>
  <inkml:trace contextRef="#ctx0" brushRef="#br0" timeOffset="-154957.31">10611 15320 1520 0,'0'0'483'16,"0"0"-319"-16,0 0 69 15,0 0-92-15,0 0-79 0,-6 102 139 16,2-25-23 0,0 4-49-16,2 4-47 0,-1-6-22 15,3-7-33-15,0-14-16 16,0-12-4-16,0-12-7 15,0-10 0-15,5-12-36 16,1-8-43-16,6-4-25 16,5-35-99-16,2-4-397 15,-7-6-476-15</inkml:trace>
  <inkml:trace contextRef="#ctx0" brushRef="#br0" timeOffset="-154739.15">10528 15348 1818 0,'0'0'259'15,"0"0"-52"-15,0 0 112 16,0 0-221-16,133-64-62 16,-64 50 10-16,3 6 2 15,-10-2-25-15,-10 6-23 16,-8 4-25-16,-8 0-127 15,-5 0-181-15,-6 0-154 16,-15 4-438-16</inkml:trace>
  <inkml:trace contextRef="#ctx0" brushRef="#br0" timeOffset="-154537.08">10657 15603 1258 0,'0'0'198'16,"0"0"-41"-16,0 0 148 15,0 0-132-15,0 0-114 16,162-24-30-16,-106 10-19 16,14 1-10-16,-17 4-210 15,-8 0-822-15</inkml:trace>
  <inkml:trace contextRef="#ctx0" brushRef="#br0" timeOffset="-154124.53">11500 15127 1612 0,'0'0'379'16,"0"0"-268"-16,0 0 47 16,0 0 72-16,-12 159-19 15,3-76-68-15,-1 2-37 16,-2-1-29-16,1-7-33 16,0-13-29-16,7-8-3 15,-1-14-10-15,5-8-4 16,0-12-40-16,12-14-101 15,12-8-380-15,0 0-711 0</inkml:trace>
  <inkml:trace contextRef="#ctx0" brushRef="#br0" timeOffset="-153756.15">11822 15954 1602 0,'0'0'318'0,"0"0"-12"16,0 0 74-16,0 0-254 15,0 0-85-15,52-133 2 16,-38 79 21-16,-5-13-4 16,-3 0-24-16,-2-9-12 0,1 6-5 15,4 7-5-15,2 13-14 16,3 13 8-16,-1 16 15 15,0 10 10-15,1 11-6 16,3 0-26-16,8 25 20 16,4 11 3-16,2 7-3 15,-2 10-10-15,0 1-10 16,-4 0 5-16,-5-4-5 16,-3-1-1-16,-1-9-29 15,-3-8-7-15,-2-6-44 16,5-3-74-16,-3-11-300 15,-3-7-411-15</inkml:trace>
  <inkml:trace contextRef="#ctx0" brushRef="#br0" timeOffset="-153583.25">11894 15807 1979 0,'0'0'269'0,"0"0"-78"15,0 0 80-15,0 0-179 16,0 0-92-16,167-28-4 16,-73 12-106-16,-16 2-201 15,-13 0-570-15</inkml:trace>
  <inkml:trace contextRef="#ctx0" brushRef="#br0" timeOffset="-153318.71">12458 15182 1249 0,'0'0'696'0,"0"0"-637"15,0 0 82-15,47 112 80 16,-18-23-53-16,-6 4-14 15,-13 6-11-15,-7-1-22 16,-3-22-63-16,-11 8-34 16,-12-11-12-16,-6-8-12 0,-20 16-43 15,7-21-159 1,2-7-455-16</inkml:trace>
  <inkml:trace contextRef="#ctx0" brushRef="#br0" timeOffset="-151871.64">13033 15337 696 0,'0'0'1141'16,"0"0"-996"0,0 0 6-16,-6 127 104 0,6-48-70 15,2 7-85-15,16 2-12 16,1-12-30-16,0-7-28 16,-1-11-22-16,-5-15-8 15,-5-8-28-15,-2-16-94 16,-6-7-149-16,-3-12-79 15,-17-17-267-15,-5-9-264 0</inkml:trace>
  <inkml:trace contextRef="#ctx0" brushRef="#br0" timeOffset="-151645.89">12933 15695 945 0,'0'0'340'16,"0"0"-178"-16,16-161 78 16,17 100-82-16,14 3-77 15,9 17 1-15,4 15 45 0,0 20 57 16,-2 6-88-16,-9 18-38 15,-7 22 9-15,-15 8-14 16,-18 6-8-16,-9 5-2 16,-23-5-1-16,-27 0-14 15,-13-11 8-15,-6-2-21 16,6-11-3-16,11-6-6 16,13-15-6-16,22-9-12 15,17-23-151-15,19-12-378 16,18 0-717-16</inkml:trace>
  <inkml:trace contextRef="#ctx0" brushRef="#br0" timeOffset="-151442.98">13805 15350 1947 0,'0'0'248'16,"0"0"-131"-16,-101 130 135 15,61-63-131-15,5 5-45 16,10-5-29-16,14-4-30 16,11-13-17-16,11-6-8 15,56 8-153-15,-7-15-401 16,2-6-631-16</inkml:trace>
  <inkml:trace contextRef="#ctx0" brushRef="#br0" timeOffset="-151182.16">14077 15932 1793 0,'0'0'272'0,"0"0"12"16,0-169-29-16,0 101-115 15,0-2-52-15,0 2-7 16,0 5-24-16,0 5-12 16,0 12-4-16,4 16-12 15,7 18 8-15,3 12-37 16,5 12 6-16,8 28 0 15,7 10 8-15,-1 12-13 16,1 1 13-16,-8-1-13 16,-3-4 0-16,-7-12-1 15,-6-8-28-15,-3-6-55 0,-3-18-112 16,-2-3-388-16,-2-11-649 16</inkml:trace>
  <inkml:trace contextRef="#ctx0" brushRef="#br0" timeOffset="-151029.37">13972 15793 1798 0,'0'0'470'0,"0"0"-250"15,0 0 95-15,0 0-232 16,0 0-45-16,158-93-26 0,-80 72-12 16,34-13-12-1,-23 8-231-15,-11 0-470 0</inkml:trace>
  <inkml:trace contextRef="#ctx0" brushRef="#br0" timeOffset="-150805.81">14498 15136 1000 0,'0'0'881'0,"0"0"-743"15,0 0 100-15,125 72 23 16,-63-13-94-16,-1 16-21 16,-8 5-44-16,-11 2-56 0,-17 2-23 15,-14-3-23 1,-11 25-62-16,-25-22-232 0,-6-11-399 0</inkml:trace>
  <inkml:trace contextRef="#ctx0" brushRef="#br0" timeOffset="-150070.02">9101 16356 909 0,'0'0'383'0,"0"0"-252"16,0 0-44-16,0 0 32 15,0 0 33-15,145 0-60 16,-65 0-28-16,30 9-27 16,25 4-13-16,29 6-8 15,11-1-15-15,1-4 6 16,3-10 10-16,6-4-4 16,28-4 8-16,26-14-9 15,18 4-11-15,3 4 27 16,-8 1 39-16,-16 6-38 0,-10-2-14 15,-8 0-15 1,3-4 0-16,9-1 0 0,17-6-9 16,21 2 8-16,15 0 2 15,-7 7-1-15,-22 2 12 16,-37 3 32-16,-57 2 69 16,-46 0-44-16,-41 0-36 15,-17-4-21-15,2 1 3 16,2-2-14-16,3-1 12 15,-12-2 23-15,-2-2 29 16,-2 2-33-16,-1 4-23 16,1-4-9-16,-7 8-20 15,-13 0-109-15,-12 0-358 16,-15 3-582-16</inkml:trace>
  <inkml:trace contextRef="#ctx0" brushRef="#br0" timeOffset="-142788.48">11700 16721 1696 0,'0'0'266'15,"0"0"-193"-15,0 0 136 16,0 0-88-16,0 0-64 0,0 0-20 16,-17 7 19-16,10 9-26 15,-7 12-12-15,-3 16 67 16,-3 9 10-16,-1 10-13 15,2 4-19-15,5-4-21 16,5-1-21-16,5-3-6 16,4-7-9-16,0-10-5 15,11-8 5-15,11-9-6 16,5-6-61-16,4-9-100 16,30-10-43-16,-9 0-171 15,-4 0-368-15</inkml:trace>
  <inkml:trace contextRef="#ctx0" brushRef="#br0" timeOffset="-142530.37">12026 16976 2039 0,'0'0'291'15,"0"0"-232"-15,0 0-20 16,0 0 26-16,0 117 39 15,4-59-14-15,0 0-17 16,-1 0-3-16,-3-4-22 16,0-6-22-16,0-2-17 15,0-12-4-15,0-10-5 0,0-11-15 16,0-13-67 0,3 0-55-16,7-31-96 0,1-9-249 15,-7-1-262-15</inkml:trace>
  <inkml:trace contextRef="#ctx0" brushRef="#br0" timeOffset="-142359.18">12011 16964 1520 0,'0'0'331'0,"0"0"-221"15,0 0-12-15,0 0-60 16,0 0-28-16,137-14-10 15,-94 14 0-15,10 0-79 16,-6 0-291-16,-14-4-808 0</inkml:trace>
  <inkml:trace contextRef="#ctx0" brushRef="#br0" timeOffset="-142180.03">12037 17183 1493 0,'0'0'325'15,"0"0"-228"-15,0 0 77 16,0 0-20-16,0 0-40 16,0 0-51-16,0 0-23 15,145 26-23-15,-94-30-17 16,14-15-132-16,-14 2-181 16,-9 2-415-16</inkml:trace>
  <inkml:trace contextRef="#ctx0" brushRef="#br0" timeOffset="-141936.8">12559 16866 1637 0,'0'0'210'16,"0"0"-131"-16,0 0 57 15,69 121-39-15,-49-60 17 16,-7 15 14-16,-9 0-10 16,-4 23-72-16,-6-11-22 15,-17 3-24-15,-29 29-44 0,4-36-280 16,-1 0-710-16</inkml:trace>
  <inkml:trace contextRef="#ctx0" brushRef="#br0" timeOffset="-138018.61">6395 13944 1290 0,'0'0'623'0,"0"0"-525"15,0 0 130-15,0 0-120 16,0 0-80-16,0 0 30 0,-4 122 100 16,4-51-20-16,-3-1-39 15,3 2-62-15,0-12-20 16,0-4-16-16,0-10 4 16,0-11-5-16,0-11-69 15,0-18-137-15,0-6-307 16,0 0-303-16</inkml:trace>
  <inkml:trace contextRef="#ctx0" brushRef="#br0" timeOffset="-137772.04">6337 14084 1175 0,'0'0'235'0,"0"0"-109"0,0 0 144 16,85-120-145-16,-39 102-45 15,6 8 67-15,2 10-41 16,-4 0-69-16,0 26-26 15,-13 9 0-15,-10 5-9 16,-14 6 22-16,-13 2 22 16,0-2 20-16,-26-6 37 15,-12 1 9-15,-6-15-42 16,-4-1-39-16,8-9-18 16,7-9-13-16,11-7-19 15,19-7-143-15,3-17-431 16,0-2-550-16</inkml:trace>
  <inkml:trace contextRef="#ctx0" brushRef="#br0" timeOffset="-137553.31">7033 13948 1463 0,'0'0'543'0,"0"0"-467"15,0 0 186-15,-130 121-72 16,96-65-52-16,13-1-45 16,7-2-40-16,12-7-27 15,2-9-21-15,22-6-5 16,36-4-163-16,-2-10-412 16,-7-7-569-16</inkml:trace>
  <inkml:trace contextRef="#ctx0" brushRef="#br0" timeOffset="-137254.05">7197 14526 1450 0,'0'0'291'15,"0"0"-92"-15,0 0 108 16,0 0-122-16,0 0-47 16,40-131-5-16,-28 91-21 15,3-6-51-15,3-5-13 16,5-2-18-16,-2-1-15 15,6 6-7-15,0 9-8 16,-4 9 0-16,-3 17 0 0,-3 7 0 16,-3 6 1-16,-1 14 0 15,-2 19 6-15,1 12 10 16,-1 2-17-16,2 2 10 16,3-3-9-16,0-4-1 15,1-8-34-15,3-4-80 16,5-11-156-16,-3-10-380 15,-6-6-871-15</inkml:trace>
  <inkml:trace contextRef="#ctx0" brushRef="#br0" timeOffset="-137087.55">7318 14307 1706 0,'0'0'253'0,"0"0"-168"15,0 0 127-15,0 0-100 16,0 0-112-16,176-3-31 16,-105-4-290-16,-9-3-743 0</inkml:trace>
  <inkml:trace contextRef="#ctx0" brushRef="#br0" timeOffset="-135811.95">7835 14517 1317 0,'0'0'241'0,"0"0"-128"0,0 0 130 16,0 0-58-16,0 0-23 16,-25-104-38-16,25 70-27 15,4-2-14-15,17-2-44 16,8 0-30-16,6 2-1 16,1 5-8-16,-2 11 12 15,-8 11-11-15,-6 9-1 16,-3 0-5-16,-4 29 5 15,-1 10 9-15,2 3-2 16,-1 6-5-16,1-3-2 16,-3-1 1-16,1-8 0 15,-4-5-1-15,8 0-67 0,0-18-321 16,-1-4-1045-16</inkml:trace>
  <inkml:trace contextRef="#ctx0" brushRef="#br0" timeOffset="-135617.03">8306 14229 1298 0,'0'0'760'16,"0"0"-667"-16,-10 126 204 16,8-63-85-16,2-1-94 15,0-4-60-15,0-9-34 16,0-12-15-16,2-11-9 15,16-20-56-15,-3-6-286 16,2 0-541-16</inkml:trace>
  <inkml:trace contextRef="#ctx0" brushRef="#br0" timeOffset="-135450.65">8214 14270 1687 0,'0'0'567'0,"0"0"-494"15,0 0 181-15,0 0-145 16,0 0-68-16,115-81-38 16,-61 69-3-16,6 1-225 15,-12 8-158-15,-17 1-342 0</inkml:trace>
  <inkml:trace contextRef="#ctx0" brushRef="#br0" timeOffset="-135301.89">8356 14391 104 0,'0'0'1190'0,"0"0"-942"16,0 0 93-16,0 0-28 16,0 0-94-16,0 0-106 15,0 0-95-15,150-14-18 16,-76-13-153-16,-16 5-164 16,-14 1-358-16</inkml:trace>
  <inkml:trace contextRef="#ctx0" brushRef="#br0" timeOffset="-135099.02">8698 14050 983 0,'0'0'901'0,"0"0"-792"16,0 0 46-16,0 0-9 15,0 0-23-15,142 111-1 16,-117-47-58-16,-12 2-7 15,-13 2-33-15,0-5-8 16,-22 12-16-16,-5-14-51 16,-4-12-475-16</inkml:trace>
  <inkml:trace contextRef="#ctx0" brushRef="#br0" timeOffset="-132989.06">5679 14212 1355 0,'0'0'311'16,"0"0"-169"-16,0 0-27 16,0 0-69-16,0 0-23 15,0 0-18-15,0 0 3 16,96-21 0-16,-69 17-8 15,-5 4-18-15,-7 0-111 16,-7 0-520-16</inkml:trace>
  <inkml:trace contextRef="#ctx0" brushRef="#br0" timeOffset="-132831.99">5557 14427 1438 0,'0'0'221'0,"0"0"-43"15,0 0-52-15,0 0-77 16,0 0-43-16,145-45-6 16,-94 45-50-16,-11 0-133 15,-4 0-676-15</inkml:trace>
  <inkml:trace contextRef="#ctx0" brushRef="#br0" timeOffset="-132200.2">9513 13944 1728 0,'0'0'321'16,"0"0"-30"-16,0 0-111 16,0 0-128-16,0 0-31 15,-133 161 73-15,77-86-5 16,-4 3 27-16,2-3-54 15,2-8-17-15,12-12-39 16,10-10 4-16,16-11-10 16,16-16-22-16,29-18-140 15,20 0-435-15,6-12-492 0</inkml:trace>
  <inkml:trace contextRef="#ctx0" brushRef="#br0" timeOffset="-132013.79">9643 14223 1825 0,'0'0'278'16,"0"0"-199"-16,0 106 138 15,0-52-80-15,0 0-63 16,0-1-46-16,0-9-14 16,4-8-14-16,5-10-13 15,-2-8-125-15,0-18-236 16,-3 0-213-16,-2-22-194 0</inkml:trace>
  <inkml:trace contextRef="#ctx0" brushRef="#br0" timeOffset="-131803.33">9656 14374 704 0,'0'0'583'0,"0"0"-280"15,18-127 1-15,18 80-118 0,10 1-93 16,10 11-33-16,0 17-2 16,-7 10 44-16,-9 8-54 15,-13 20-38-15,-14 18 14 16,-13 4-11-16,0 4 24 15,-24-6 29-15,-12-3 36 16,-2-11-39-16,0-6-27 16,7-8-27-16,7-9-1 15,11-3-8-15,7 0-49 16,12-35-205-16,17 2-215 16,8-1-594-16</inkml:trace>
  <inkml:trace contextRef="#ctx0" brushRef="#br0" timeOffset="-131540.42">10325 14057 1751 0,'0'0'274'0,"0"0"0"15,0 0-10-15,-60 122-118 16,47-72-55-16,-1 2 4 15,3 0-5-15,7 1-23 16,4-9-31-16,0-3-21 16,0-12-7-16,10-5-8 0,9-8 0 15,0-4-15 1,4-12-49-16,4 0-32 0,10-9-82 16,-4-8-462-16,-6-3-902 15</inkml:trace>
  <inkml:trace contextRef="#ctx0" brushRef="#br0" timeOffset="-131307.11">10555 14142 1543 0,'0'0'252'0,"0"0"66"15,-2 116 12-15,2-65-140 0,0-3-79 16,0-5-77-16,0-7-7 16,0-6-26-16,4-11-1 15,5-4-23-15,1-15-228 16,0 0-393-16,-1-18-994 0</inkml:trace>
  <inkml:trace contextRef="#ctx0" brushRef="#br0" timeOffset="-131149.36">10530 14113 1637 0,'0'0'365'16,"0"0"-123"-16,0 0 38 15,0 0-201-15,0 0-39 16,0 0-40-16,145-47-6 0,-118 47-72 16,-7 5-109-16,-12 13-108 15,-3-4-74-15,-5 2-339 0</inkml:trace>
  <inkml:trace contextRef="#ctx0" brushRef="#br0" timeOffset="-131015.4">10639 14261 682 0,'0'0'366'16,"0"0"1"-16,0 0 118 15,0 0-271-15,0 0-31 16,0 0 0-16,0 0-48 16,3 50-38-16,39-56-97 15,4-6-36-15,20-6-194 16,-16 4-292-16,-7 0-878 0</inkml:trace>
  <inkml:trace contextRef="#ctx0" brushRef="#br0" timeOffset="-130797.93">11007 13972 1859 0,'0'0'275'0,"0"0"-168"15,0 0 87-15,0 0-122 16,0 0-23-16,119 103-1 16,-100-51 33-16,-10 4-4 15,-9 0-28-15,0-11-26 0,-9 3-4 16,-10 2-19 0,0-10-122-16,3-8-554 0</inkml:trace>
  <inkml:trace contextRef="#ctx0" brushRef="#br0" timeOffset="-129454.1">11573 14455 1485 0,'0'0'259'0,"0"0"-161"16,0 0 81-16,-120-46 56 16,107 41-29-16,13 5-93 15,0 0-81-15,20 5-10 16,16 22 2-16,8 13-3 16,3 4 11-16,1 11 9 15,2 3 18-15,-6 0-8 16,1 0 6-16,-7-7-27 15,-5-5-18-15,-8-5-12 16,-7-15-12-16,-3-9-85 16,-1-11-103-16,5-12-174 15,-3-15-112-15,0-9-347 0</inkml:trace>
  <inkml:trace contextRef="#ctx0" brushRef="#br0" timeOffset="-128949.14">11932 14638 932 0,'0'0'282'15,"0"0"75"-15,0 0 18 16,0 0-159-16,0 0-163 16,0 0-25-16,0 0 48 15,-22 66-8-15,19-36-5 16,1-3-15-16,-2-4-9 16,2-7-13-16,-3-1-20 15,3-5 3-15,-2-2-8 16,-1-4 8-16,0 0-9 0,1-2 6 15,2 1-5-15,0-3 5 16,2 0-4-16,0 0-2 16,0 0 14-16,0 0 5 15,11-12 17-15,5-6-24 16,-1 0 8-16,-6 0 16 16,-2 4 10-16,-5 5-1 15,-2 4 2-15,0 2 3 16,0 3-20-16,0 0-10 15,0 0-20-15,0 5-9 16,4 16 1-16,5 6 8 16,3 8 11-16,-2-2-3 15,-1 1-7-15,-4-5 0 0,-5-5 9 16,0-6-10 0,0-5 0-16,-11-6 9 0,-9-7-8 15,-7 0 11-15,0 0-3 16,-2 0-3-16,5-7 5 15,3 4 8-15,8-3-19 16,5 2 9-16,3 2-9 16,0 0-10-16,-12 0-141 15,-1 0-478-15,-5 2-925 0</inkml:trace>
  <inkml:trace contextRef="#ctx0" brushRef="#br0" timeOffset="-122345.34">15720 15712 1868 0,'0'0'365'0,"0"0"-276"15,0 0 86-15,0 0-110 0,0 0-59 16,137-12 11-1,-85 12-16-15,-5 0-1 0,-3 0-30 16,-2 0-194-16,-10 0-95 16,-14 9-363-16</inkml:trace>
  <inkml:trace contextRef="#ctx0" brushRef="#br0" timeOffset="-122196.2">15818 15994 1669 0,'0'0'273'0,"0"0"-116"16,0 0 159-16,0 0-222 0,116-21-78 16,-63 16-16-1,8 0-212-15,-15 5-88 0,-13 0-344 0</inkml:trace>
  <inkml:trace contextRef="#ctx0" brushRef="#br0" timeOffset="-117459.8">17032 15534 588 0,'0'0'1173'0,"0"0"-969"16,0 0-2-16,-122 14 47 16,86 3-114-16,7 5-61 15,5 2 28-15,11 2-32 16,13-4-9-16,0-4-15 15,19-4 4-15,26-5-1 0,11-9 0 16,9 0-11 0,-1 0-28-16,-2-17 4 0,-10-3-8 15,-12-6-6-15,-11 0 1 16,-9-6 13-16,-11 1-13 16,-9 3 12-16,0 2 3 15,-31 8 8-15,-14 0 0 16,-16 1-10-16,-5 8 6 15,-3 6-19-15,2 3-2 16,13 0-5-16,15 0-36 16,31 12-79-16,8 5-390 15,10 1-798-15</inkml:trace>
  <inkml:trace contextRef="#ctx0" brushRef="#br0" timeOffset="-117256.85">17420 15677 1761 0,'0'0'255'0,"0"0"78"15,0 0-46-15,-16 139-174 16,6-93-53-16,-6-2-5 16,0-5-19-16,0-6-9 15,6-8-26-15,3-11-2 16,7-14-57-16,2 0-300 15,19-5-694-15</inkml:trace>
  <inkml:trace contextRef="#ctx0" brushRef="#br0" timeOffset="-116806.84">17748 15570 1669 0,'0'0'288'0,"0"0"-18"16,0 0-16-16,0 0-156 16,0 0-80-16,123-40 7 15,-98 40-6-15,-8 0 1 0,-6 4-20 16,-4 9 6-16,-7 5 3 15,0 4 0-15,0 6 16 16,-16-2-13-16,-3 6 24 16,-2-5-28-16,1 4 6 15,5-4-5-15,1-8 9 16,5 1 6-16,3-1 37 16,6-10-7-16,0 2-13 15,0-4 10-15,0-2-31 16,11-2 45-16,9-3-13 15,5 0-1-15,0 0-25 16,5 0-8-16,-6-3-17 16,-1-6 0-16,-5 3-1 15,-3 2-33-15,-2-6-15 0,7-10-95 16,-3 2-146-16,-2 0-614 16</inkml:trace>
  <inkml:trace contextRef="#ctx0" brushRef="#br0" timeOffset="-116499.66">18139 15561 1487 0,'0'0'370'0,"0"0"-221"16,0 0 109-16,0 0-101 15,-87 130-44-15,84-90-67 16,3 4-19-16,9-8 1 0,22-8-12 15,9-12-14-15,9-14 3 16,5-2-5-16,-3-18-44 16,-8-14 36-16,-12-8 10 15,-14 0-2-15,-13 0 20 16,-4 7 76-16,-4-1 61 16,-15 10-39-16,-10 3-21 15,0 3-57-15,0 8-26 16,-3 3-14-16,-1 7-27 15,6 0-135-15,9 12-499 0</inkml:trace>
  <inkml:trace contextRef="#ctx0" brushRef="#br0" timeOffset="-116046.06">18702 15735 677 0,'0'0'965'0,"0"0"-699"16,0 0-30-16,0 0-23 15,0 0-134-15,0 0-47 16,0 0-24-16,38 6 20 15,-47 6 37-15,-9-2-7 0,3-3-22 16,6-7-13-16,5 0 24 16,4 0 55-16,0 0-26 15,2-9-42-15,13 1-5 16,1 0 2-16,-1 8 5 16,-1 0-14-16,-5 0-14 15,-5 4-3-15,-4 5-4 16,0 0 8-16,-11 1-8 15,-13-4 28-15,-3-5-20 16,2-1 3-16,8 0-5 16,7 0-2-16,10-9-5 15,0-3-20-15,12 2-2 16,12-2-68-16,14 6-89 0,-7-2-186 16,-6 4-497-16</inkml:trace>
  <inkml:trace contextRef="#ctx0" brushRef="#br0" timeOffset="-113435.1">19157 15500 567 0,'0'0'385'16,"0"0"-266"-16,0 0-85 16,0 0-10-16,0 0 6 15,0 0 52-15,0 0 166 16,25 0 12-16,-25 0-14 16,0 12-58-16,-3 6 45 15,-11 9-51-15,-1 4-68 16,5 1-39-16,0 2-30 15,10-2 3-15,0-6-34 16,10 0 28-16,15-6-4 16,9-11-5-16,9-9-23 15,1 0 7-15,1-9-7 16,-7-12-8-16,-5-4 9 0,-8-7-11 16,-10 6 18-16,-10-3-16 15,-5 2 32-15,-12 4 16 16,-23 5-25-16,-15-1-16 15,-5 5 2-15,-5 6-2 16,4 4-8-16,9 0-1 16,16 4 1-16,16 0-2 15,15 0-83-15,29 0-127 16,17 8-310-16,6-2-385 0</inkml:trace>
  <inkml:trace contextRef="#ctx0" brushRef="#br0" timeOffset="-113067.05">19683 15466 476 0,'0'0'1329'0,"0"0"-1061"15,0 0-4-15,0 0-56 16,0 0-157-16,0 0-22 16,0 0-17-16,122-36 2 15,-93 36-13-15,-4 6 26 0,0 8 16 16,-5 9 26 0,-1 4-12-16,-3 7-24 0,-3 2 5 15,-5 5-37-15,-4 2 16 16,-4-2-2-16,0-1 10 15,0-8-2-15,0-6-17 16,-4-3-1-16,1-10-5 16,3-5 0-16,0-6-99 15,0-2-119-15,0-10-368 16,0-8-459-16</inkml:trace>
  <inkml:trace contextRef="#ctx0" brushRef="#br0" timeOffset="-112894.14">19748 15686 1654 0,'0'0'322'0,"0"0"-118"16,0 0-6-16,0 0-126 16,140-49-72-16,-95 41-1 15,-7 6-267-15,-16 2-371 16,-11 0-619-16</inkml:trace>
  <inkml:trace contextRef="#ctx0" brushRef="#br0" timeOffset="-112707.35">19699 15971 1603 0,'0'0'333'0,"0"0"-129"15,0 0 85-15,0 0-160 16,0 0-89-16,2 113-40 16,-15-77-47-16,-12-6-294 15,-2-3-792-15</inkml:trace>
  <inkml:trace contextRef="#ctx0" brushRef="#br0" timeOffset="-93054.72">16428 16250 1187 0,'0'0'290'15,"0"0"-200"-15,0 0 82 16,0 0-45-16,0 0-86 0,0 0-25 15,43 0 0-15,-23-1 5 16,0 1 24-16,5 0 18 16,2 0-5-16,-2 0-35 15,8 0-7-15,-5 0-15 16,3 0 8-16,-2 3-9 16,-2 7 1-16,2-2 1 15,0 3-1-15,4-8 5 16,8-3 2-16,9 0 4 15,13 0-1-15,11-14 48 16,13-6-5-16,4 5-28 16,3 3-13-16,4 0-4 0,-3 1-9 15,-1 2 1-15,-3 4 1 16,-6-2-1-16,-6 0 6 16,-10 3-7-16,-3 1 1 15,-6-2-1-15,1 5 1 16,-1 0-1-16,2 0 1 15,3 0-1-15,7 0 1 16,5-4 4-16,4 0-4 16,2-3 8-16,-4 4-8 15,-3-1-2-15,-7 2-9 16,-4-1 9-16,-5 3 2 16,-2 0-1-16,2-5 0 15,7 1 0-15,5 0-2 0,5-4-17 16,4 6 18-1,-4-2-6-15,-2 4 6 0,-7 0-12 16,-5 0 2-16,-3 0 11 16,-2 4-2-16,2-4 2 15,7 0 0-15,4 0 1 16,3 0-1-16,-1 0 0 16,-3 0 0-16,-6 0 0 15,-3 3 1-15,-5 8-1 16,-2-7 0-16,5 1 1 15,1 0-1-15,6-5 0 16,11 0 0-16,3 0 0 16,2 0 1-16,-1 0-1 0,-3 0 0 15,-9 0 1 1,-5 0-1-16,-1 0 1 0,-1-5-1 16,7 0 15-16,7-3-8 15,9-2 2-15,-1-2 0 16,1 6-3-16,-6 1-6 15,-6 2 0-15,-7 3 1 16,0 0-1-16,1 0 1 16,4 0 8-16,9 0-11 15,5 0 4-15,6 0-2 16,1 0 8-16,-6 0-7 16,-3 0 0-16,-7 0 0 0,-3-4 1 15,3-1-2 1,4 5 8-16,27-9-7 0,-7-1 0 15,10 2 5-15,1 4 22 16,-18 4-18-16,8 0-1 16,-11 0-8-16,-9 0-1 15,-2 0 0-15,-4 0 0 16,1 4 0-16,-5-4 1 16,-4 0 6-16,-13 0 76 15,-13 0 90-15,-20 0-12 16,-9 0-26-16,-8 0-26 15,-2 0-46-15,1 0-27 16,-1 0-29-16,-2 0 8 16,0 0-14-16,0 0-1 15,0 0-10-15,0 0-43 0,-11 0-61 16,-7 6-189-16,-7-2-504 16</inkml:trace>
  <inkml:trace contextRef="#ctx0" brushRef="#br0" timeOffset="-89053.42">16839 16820 1577 0,'0'0'201'0,"0"0"-141"16,0 0 98-16,0 0-78 15,-31 100-49-15,39-74 0 16,17-8 3-16,4-9 12 16,2-9 60-16,5 0-12 15,-5-5-33-15,-4-9-39 16,-12-4 12-16,-10 2 82 15,-5 2 54-15,-3 0-52 16,-19 0-28-16,-2-4-29 16,-3 6-32-16,2 1-7 15,3-1-22-15,6 7 0 16,10 5-57-16,6 0-200 16,0 0-477-16</inkml:trace>
  <inkml:trace contextRef="#ctx0" brushRef="#br0" timeOffset="-88867.21">17300 17026 1175 0,'0'0'950'16,"0"0"-782"-16,0 0 81 16,-76 121-66-16,67-85-123 15,5-7-35-15,4 0-25 16,0-7-16-16,0-10-75 15,11-12-164-15,9-8-136 16,3-10-757-16</inkml:trace>
  <inkml:trace contextRef="#ctx0" brushRef="#br0" timeOffset="-88519.37">17404 16968 1714 0,'0'0'280'0,"0"0"-197"16,0 0 172-16,0 0-155 15,133-66-62-15,-102 64-27 16,-7 2-10-16,-6 0 1 16,-8 18 10-16,-2 0 20 15,-8 4 17-15,0 2 9 0,0 6 18 16,-8 3-17-16,-7-4-25 15,-3 0-1-15,3-4-8 16,1-2 3-16,6-5-16 16,3-4 0-16,3-2-4 15,2-2 1-15,0-6 25 16,0-1-19-16,7-3 11 16,13 0-20-16,7-3-6 15,26-33-120-15,-6 5-224 16,-3-5-1041-16</inkml:trace>
  <inkml:trace contextRef="#ctx0" brushRef="#br0" timeOffset="-88205.25">18044 16920 1800 0,'0'0'495'0,"0"0"-419"0,0 0 87 16,0 0-20-16,-80 114-56 15,76-86-32-15,4 3 9 16,0-13 0-16,0-5-23 16,15-9-11-16,12-4 10 15,6 0-28-15,5-17 10 16,-7-5-14-16,-8-1-7 16,-11 2 7-16,-12-2 14 15,0 0 20-15,-8 4 9 16,-9-3-7-16,-3 5-19 15,-3 0-7-15,6 3-16 0,1 6-2 16,7 1-7-16,9 7-77 16,11-3-107-16,18-1-631 15,4 4-1008-15</inkml:trace>
  <inkml:trace contextRef="#ctx0" brushRef="#br0" timeOffset="-87866.34">18466 17016 1573 0,'0'0'311'0,"0"0"-91"16,0 0 80-16,0 0-151 16,0 0-87-16,0 0 21 15,0 0-35-15,-7 10-30 16,23-16 10-16,-1 2 25 15,1 4-3-15,-3 0-23 16,-4 0-16-16,-4 0-11 16,-5 4 0-16,0 2 0 15,0 2 9-15,-7-4 27 16,-6-4 34-16,1 0 11 16,3 0 17-16,3 0-35 15,6-7-36-15,0-2-27 16,0-5-14-16,9 5-18 15,26-10-73-15,2 7-94 0,-6 2-595 16</inkml:trace>
  <inkml:trace contextRef="#ctx0" brushRef="#br0" timeOffset="-87476.63">18849 16950 1737 0,'0'0'303'16,"0"0"-40"-16,0 0 1 0,0 0-133 15,-102 102-58-15,102-70 12 16,0-1 11-16,17-4-39 15,21-8-24-15,7-7-20 16,7-12-3-16,0 0-1 16,-4-8-9-16,-8-19-7 15,-11 0 7-15,-11-4 1 16,-12-1 5-16,-6 4 19 16,0-2 35-16,-2 4 11 15,-14 3-23-15,1 6-20 16,-3 3-17-16,0 4-11 15,0 5 0-15,3 2-39 16,5 3-76-16,6 0-147 0,4 0-678 16</inkml:trace>
  <inkml:trace contextRef="#ctx0" brushRef="#br0" timeOffset="-87167.54">19377 17137 1743 0,'0'0'493'0,"0"0"-287"15,0 0-18-15,0 0-128 16,0 0-36-16,0 0 18 16,0 0 32-16,-62 133-14 15,49-104-24-15,4-3-29 16,6-8-7-16,3-13-9 16,21-5-210-16,3 0-366 0</inkml:trace>
  <inkml:trace contextRef="#ctx0" brushRef="#br0" timeOffset="-86808.86">19659 16869 1600 0,'0'0'330'0,"0"0"-197"16,0 0 97-16,0 0-150 16,0 0-57-16,137-7-7 15,-112 37 5-15,-4 2 57 0,-4 8-5 16,-9 0 14-16,0 1-17 15,-6-2-37-15,-2-4-7 16,0-3-11-16,0-6-9 16,0-3-4-16,0-4-1 15,0-7-1-15,0-8-74 16,0-4-173-16,4 0-311 0</inkml:trace>
  <inkml:trace contextRef="#ctx0" brushRef="#br0" timeOffset="-86619.32">19696 17115 1722 0,'0'0'578'16,"0"0"-435"-16,0 0 98 16,0 0-73-16,0 0-116 15,0 0-22-15,171-53-30 16,-107 39-9-16,18 0-170 15,-18 6-185-15,-2-2-513 0</inkml:trace>
  <inkml:trace contextRef="#ctx0" brushRef="#br0" timeOffset="-86276.09">20771 16721 1664 0,'0'0'590'0,"0"0"-385"16,0 0 2-16,0 0-69 16,0 0-3-16,0 0-26 15,16 145-3-15,-8-87-23 16,-1 5-13-16,-3-5-18 15,1-7-20-15,0-5-14 16,-3-5-9-16,0-15-2 16,0-4-6-16,0-9-1 15,0 1-1-15,1-9-5 0,-1-1-21 16,-2-1-9-16,2-3-46 16,5 0-51-16,8-12-84 15,-2-9-329-15,3-4-744 0</inkml:trace>
  <inkml:trace contextRef="#ctx0" brushRef="#br0" timeOffset="-85982.4">20541 16999 1498 0,'0'0'322'0,"0"0"-203"15,0 0 128-15,0 0-143 16,0 0-24-16,163-5 38 16,-92-2 56-16,3-7-18 15,-7 2-36-15,-9 5-66 16,-14-1-39-16,-11 3-6 16,-15 5-9-16,-7-5-13 15,-6 5-17-15,-5 0-9 16,0 0-36-16,0 0-34 15,0 0-82-15,0 0-108 16,0 0-77-16,0 0-415 0</inkml:trace>
  <inkml:trace contextRef="#ctx0" brushRef="#br0" timeOffset="-82438.55">21738 16915 1467 0,'0'0'319'0,"0"0"-166"0,0 0 60 15,0 0-121-15,0 0-64 16,0 0-8-16,0 0 3 16,-104 111 25-16,104-75 50 15,0-5-7-15,8-5-12 16,21-12-15-16,11-10-25 16,5-4-15-16,2-13-12 15,-7-13 1-15,-8-2-4 16,-11-4-3-16,-11 6-5 0,-10 1 19 15,0 6 23 1,-10 5 8-16,-11 6-26 0,-6 8-13 16,-2 0-12-16,2 0-34 15,2 0-113-15,7 0-394 16,11 4-873-16</inkml:trace>
  <inkml:trace contextRef="#ctx0" brushRef="#br0" timeOffset="-82259.03">22079 17183 1857 0,'0'0'323'16,"0"0"-105"-16,0 0-7 0,-4 142-149 16,4-102-31-16,0-14-31 15,0-11-47-15,8-20-138 16,6-17-87-16,1-9-615 0</inkml:trace>
  <inkml:trace contextRef="#ctx0" brushRef="#br0" timeOffset="-82018.24">22398 16946 85 0,'0'0'2097'15,"0"0"-1811"-15,0 0-179 0,0 0 45 16,0 0-10 0,0 0-56-16,0 128-23 0,0-87-12 15,0 0-12-15,0 3-12 16,0-7-14-16,0-4-11 16,0-4-2-16,0-12-8 15,23-17-123-15,-6 0-210 16,3-21-725-16</inkml:trace>
  <inkml:trace contextRef="#ctx0" brushRef="#br0" timeOffset="-81702.38">22563 16976 1971 0,'0'0'249'16,"0"0"-114"-16,0 0 104 15,-11 127-109-15,11-83-63 16,0 0-15-16,6-12-8 16,15-11-21-16,4-7-15 15,4-14 11-15,2 0-8 16,0-17-11-16,-4-7-9 16,-6-7-8-16,-7 6 17 15,-5 1 0-15,-9 6 1 16,0-3 33-16,0 7 17 15,-11 0-3-15,-3 1-27 16,-3 1-6-16,1 5-15 16,1 3-9-16,1 4-100 0,5 0-224 15,7 0-703-15</inkml:trace>
  <inkml:trace contextRef="#ctx0" brushRef="#br0" timeOffset="-81261.12">23169 17128 912 0,'0'0'723'0,"0"0"-523"16,0 0 82-16,0 0-139 0,0 0-96 15,0 0-35-15,0 0 22 16,47-8-6-16,-44 8 24 16,-3 4 30-16,0 0-33 15,0 5-3-15,-3-8 0 16,-3 3-9-16,4-4-10 16,2 0 33-16,0 0-5 15,0 0 2-15,0-9-6 16,6 4-11-16,9-3-25 15,1 7-14-15,-3-3 10 16,-1 0-10-16,-10 4 15 16,-2 0-2-16,0 0 5 15,-7 0-18-15,-13 0 13 0,2 0 1 16,1 0-9-16,3 0-6 16,7 0-29-16,5-8-48 15,2-2-68-15,21 1-168 16,7-1-284-16,3 6-348 0</inkml:trace>
  <inkml:trace contextRef="#ctx0" brushRef="#br0" timeOffset="-80938.29">23644 16982 1724 0,'0'0'571'0,"0"0"-454"0,0 0 65 16,0 0-75-16,0 0-55 16,-118 98 3-16,118-67 2 15,0-9-27-15,27-4-12 16,6-8-2-16,9-10 11 16,1 0-12-16,-1-19-4 15,-11-8-10-15,-8-4 14 16,-10-1-8-16,-11 2 22 15,-2 7 33-15,0 0-23 16,-13 5 12-16,-5 6-34 16,3 7-10-16,1 0-7 0,3 1-55 15,11 4-123-15,0 0-395 16,0 0-726-16</inkml:trace>
  <inkml:trace contextRef="#ctx0" brushRef="#br0" timeOffset="-80781.02">23889 17161 1825 0,'0'0'506'16,"0"0"-265"-16,0 0 29 15,-18 129-181-15,16-98-56 16,2-1-24-16,0-7-9 16,0-6-58-16,0-17-138 15,0 0-389-15,7-8-563 0</inkml:trace>
  <inkml:trace contextRef="#ctx0" brushRef="#br0" timeOffset="-80366.15">24226 16902 1367 0,'0'0'346'0,"0"0"-196"16,0 0 167-16,158-40-73 15,-109 38-91-15,-13 2-102 16,-16 9-51-16,-18 17 4 0,-2 8-4 16,-22-2 9-16,-11 1 8 15,-3-5-10-15,7-10 5 16,9-1-12-16,11-12-7 15,9 3-39-15,0-4-11 16,4 1 41-16,19 0 16 16,2 7 0-16,-2 3 13 15,2 2 19-15,-7 2-3 16,-9-5-8-16,-7 2-20 16,-2-2 6-16,-4-5 8 15,-21 0 2-15,-8-6-3 16,-9-3-5-16,-6 0-9 15,-29-3-31-15,9-11-291 0,4 2-541 16</inkml:trace>
  <inkml:trace contextRef="#ctx0" brushRef="#br0" timeOffset="-78753.32">24726 15936 1337 0,'0'0'351'0,"0"0"-150"16,0 0 82-16,0 0-112 16,0 0-68-16,0 0 6 15,69-4-22-15,-25-5-10 16,3 1-30-16,-3 2-19 16,-8 3-27-16,-7 3-1 15,-5 0-15-15,-5 0-98 16,-2 3-160-16,-3 8-308 15,-8 1-791-15</inkml:trace>
  <inkml:trace contextRef="#ctx0" brushRef="#br0" timeOffset="-78590.54">24750 16240 1950 0,'0'0'390'0,"0"0"-258"15,0 0 114-15,0 0-146 16,0 0-80-16,149-28-20 16,-97 24-258-16,-13 4-439 0</inkml:trace>
  <inkml:trace contextRef="#ctx0" brushRef="#br0" timeOffset="-71063.37">26118 15758 1485 0,'0'0'305'0,"0"0"-207"15,0 0 174-15,-125 46-136 16,99-11-56-16,10 7 9 16,14 0 36-16,2-2-21 15,21-8-20-15,16-10-38 16,10-10-23-16,4-7 4 16,-5-5-11-16,-5-12 12 15,-10-12-8-15,-13-3 35 16,-13-3 0-16,-5-2-19 15,0 2-10-15,-23 2 14 16,-1 6-7-16,-3 0-24 0,4 8-9 16,2 5 0-1,5 8-1-15,7 1-89 0,3 7-148 16,6 2-597-16</inkml:trace>
  <inkml:trace contextRef="#ctx0" brushRef="#br0" timeOffset="-70890.44">26444 16087 388 0,'0'0'1454'15,"0"0"-1189"-15,0 0 123 16,-36 127-196-16,28-89-119 16,3-2-52-16,2-4-9 15,3-6-12-15,0-16-82 16,0-5-279-16,3-5-533 0</inkml:trace>
  <inkml:trace contextRef="#ctx0" brushRef="#br0" timeOffset="-70552.92">26807 15767 1737 0,'0'0'368'0,"0"0"-216"16,145-50 167-16,-82 45-167 0,-10 5-93 15,-17 9-35-15,-19 19-16 16,-17 2 1-16,-6 2-3 16,-32-2 4-16,-14-2 16 15,0-10 5-15,0-10-3 16,12-8-19-16,16 0 33 15,12-21 34-15,12-14-20 16,0-2-17-16,14-2-14 16,17 3-25-16,4 4 0 15,5 6-12-15,1 11-45 16,12 12-62-16,-8 3-251 16,-10 0-611-16</inkml:trace>
  <inkml:trace contextRef="#ctx0" brushRef="#br0" timeOffset="-70223.56">26944 15950 1144 0,'0'0'1020'0,"0"0"-843"15,0 0 175-15,0 0-193 16,0 0-109-16,0 0-21 15,153 9 14-15,-123 22-13 16,-15 1-1-16,-15 4-28 16,-11-2 24-16,-30 2-25 15,-10-10 32-15,-7-8-13 16,2-8-13-16,9-10-5 0,14-10 18 16,13-20-8-16,16-6 1 15,4-4-12-15,13 0-2 16,20 4 2-16,9 0-27 15,8 9 0-15,1 6-49 16,27-2-121-16,-14 14-260 16,-6 0-446-16</inkml:trace>
  <inkml:trace contextRef="#ctx0" brushRef="#br0" timeOffset="-69868.07">27532 15799 1986 0,'0'0'301'15,"0"0"-161"-15,0 0 130 16,0 0-185-16,122-36-65 16,-82 36-7-16,-9 4-13 15,-12 19 0-15,-15 3-7 16,-4 13 6-16,-11-3 1 15,-18 5 8-15,-6-2-8 16,-2-2 15-16,2-5 18 16,6-2 3-16,7-4 21 15,6-2-41-15,10-8 2 0,6-2-4 16,0-4 19 0,2-5 23-16,20-2 1 0,5-3-18 15,6 0-25-15,5 0-14 16,-2 0-68-16,11-3-93 15,-12-6-414-15,-6 3-356 0</inkml:trace>
  <inkml:trace contextRef="#ctx0" brushRef="#br0" timeOffset="-69216.86">28156 15744 842 0,'0'0'675'16,"0"0"-574"-16,0 0 222 16,116-44-101-16,-90 44-102 15,-5 0-75-15,-10 19 28 16,-11 7-8-16,0 4-22 16,-11-1-29-16,-16 0 10 15,-2-7-10-15,2-3-2 16,10-6-11-16,7-5 0 15,10-8 1-15,0 0-1 0,8 0 5 16,13 0 2-16,4 2-8 16,2 10 0-16,-2 6 16 15,-6 9-1-15,-7 5-6 16,-10-1-8-16,-2 4 5 16,-16-7 5-16,-15 2 2 15,-9-12 75-15,-2-1-43 16,-1-6-14-16,7-7-17 15,7-4-1-15,14 0-11 16,8-10-2-16,7-28-67 16,22 4-259-16,5 4-423 0</inkml:trace>
  <inkml:trace contextRef="#ctx0" brushRef="#br0" timeOffset="-68705.31">28755 15700 781 0,'0'0'363'16,"0"0"-8"-16,0 0-33 15,0 0-181-15,0 0-68 16,0 0-50-16,0 0 2 16,96-9 2-16,-105 9-1 0,-13 0-24 15,-9 0 14-15,-3 0 22 16,-3 0 30-16,1 9-20 16,5 8-23-16,4 4-3 15,9 2-22-15,9-1 15 16,9-3-6-16,0-5 17 15,5 3-11-15,17-2-4 16,9-1-1-16,7 1 2 16,5 3-4-16,-3 0-7 15,-5 6-2-15,-12 2 1 16,-12 1-2-16,-11-1-11 16,0 2 12-16,-7-6 1 0,-13-1 0 15,-2-2 16 1,-3-9 9-16,3-2 29 0,-3-8-23 15,0 0-3-15,-4 0-14 16,1-8-14-16,-6-2-9 16,-14-4-205-16,5 2-287 15,5 7-486-15</inkml:trace>
  <inkml:trace contextRef="#ctx0" brushRef="#br0" timeOffset="-50320.44">10858 16950 1704 0,'0'0'392'0,"0"0"-215"15,0 0 214-15,0 0-167 16,0 0-53-16,0 0-114 16,-76-14-36-16,78 104 14 15,12 35 4-15,1 9-5 16,-1-22-26-16,-3-23 24 15,-5-35-32-15,4-7 0 16,-2-1-7-16,3-2-1 16,-2-3-44-16,-2-23-86 15,-7-22-137-15,0-28-255 0,-16-8-355 0</inkml:trace>
  <inkml:trace contextRef="#ctx0" brushRef="#br0" timeOffset="-50125.84">10735 17151 1458 0,'0'0'310'0,"5"-117"-118"15,22 51 203-15,12 4-182 16,15 12-47-16,4 16-51 16,0 20-48-16,-5 14-48 15,-10 8-7-15,-16 28-10 16,-19 7 7-16,-8 8 13 16,-18 2 10-16,-22 5 11 15,-7-4-42-15,-1-11 17 0,10-6-18 16,11-16-80-16,13-10-249 15,12-7-654-15</inkml:trace>
  <inkml:trace contextRef="#ctx0" brushRef="#br0" timeOffset="-16529.08">13134 17219 215 0,'0'0'810'0,"0"0"-564"16,0 0-33-16,0 0 62 0,-2 0-14 15,2 0-42 1,0 0-34-16,0 0-30 0,0 0-12 15,0 0-24-15,0 0-29 16,2 0-44-16,22 0-35 16,10 0 25-16,14 0-23 15,15-2 5-15,7-10-18 16,5-2-15-16,-2 2-94 16,-5-2-88-16,1-4-120 15,-20 4-221-15,-18 0-300 0</inkml:trace>
  <inkml:trace contextRef="#ctx0" brushRef="#br0" timeOffset="-16230.43">13552 17012 1491 0,'0'0'325'0,"0"0"-218"15,0 0 156-15,0 0-99 16,0 0-75-16,0 0 6 15,0 0 24-15,77 22-10 16,-40-11-22-16,-1 1-48 16,-7 1-7-16,-7 1-20 15,-3-2 5-15,-11 3-1 16,-4 2-5-16,-4-3-2 0,0 9-8 16,-8-2 14-1,-15 10-15-15,-6 1 14 0,-2 4-13 16,0 0-1-1,0-2-35-15,6-2-72 0,-6 1-144 16,8-12-401-16,6-3-784 0</inkml:trace>
  <inkml:trace contextRef="#ctx0" brushRef="#br0" timeOffset="33931.87">13671 7816 1629 0,'0'0'262'16,"0"0"-194"-16,0 0 14 0,0 123 152 16,-7-47-66-16,-6 10-42 15,1 0-56-15,2-3-34 16,3-11 2-16,3-10-30 15,2-10 10-15,-1-14-18 16,0-10 13-16,1-12-13 16,0-8-1-16,-4-8-56 15,-13-14-92-15,4-16-198 16,-1-4-404-16</inkml:trace>
  <inkml:trace contextRef="#ctx0" brushRef="#br0" timeOffset="34217.67">13500 8031 679 0,'0'0'630'0,"0"0"-500"16,73-146 72-16,-22 83-38 16,14 9-59-16,4 8-21 15,3 18 14-15,-6 14 33 16,-8 14-17-16,-11 2-59 16,-14 26-24-16,-13 11-3 15,-11 7 17-15,-9 8 36 16,0 0-2-16,-17 0-7 15,-17-4 8-15,-6-6-18 16,-7-8-18-16,2-8-15 16,3-7-17-16,7-4 1 15,6-5-13-15,8-4 10 16,8-4-10-16,4-4-12 0,4 0-61 16,5-18-137-1,3-5-336-15,13-2-481 0</inkml:trace>
  <inkml:trace contextRef="#ctx0" brushRef="#br0" timeOffset="34512.11">14536 7615 1480 0,'0'0'228'0,"0"0"-159"16,0 0 140-16,-91 125 57 0,55-53-58 16,3 4-64-16,6-2-25 15,15-7-38-15,12-13-51 16,0-10-11-16,23-10-8 16,8-10-4-16,4-10 5 15,6-6-12-15,-1-7 9 16,-2-1-9-16,-3 0-87 15,10-17-156-15,-9-4-348 16,-5-2-901-16</inkml:trace>
  <inkml:trace contextRef="#ctx0" brushRef="#br0" timeOffset="34908.65">14881 7712 1646 0,'0'0'211'0,"0"0"77"16,-31 124 30-16,18-63-120 16,3-1-66-16,6-4-64 15,4-5-31-15,0-8-28 16,0-7 4-16,2-6-13 15,6-6 1-15,-2-7-1 16,-2-10-48-16,3-7-101 16,-1-16-116-16,0-10-396 0</inkml:trace>
  <inkml:trace contextRef="#ctx0" brushRef="#br0" timeOffset="35096.47">14732 7715 1445 0,'0'0'287'0,"0"0"-138"16,0 0 22-16,118-37-24 15,-58 29-45-15,2 2-47 16,-6-1-25-16,-6 6-20 16,-10-1-10-16,-14 2-59 15,-8 0-284-15,-13 0-814 0</inkml:trace>
  <inkml:trace contextRef="#ctx0" brushRef="#br0" timeOffset="35247.02">14895 7914 1091 0,'0'0'308'16,"0"0"-37"-16,0 0 43 0,0 0-70 16,0 0-66-16,0 0-67 15,140 57-63-15,-82-57-26 16,20 0-22-16,-15-14-80 15,-10-4-540-15</inkml:trace>
  <inkml:trace contextRef="#ctx0" brushRef="#br0" timeOffset="35487.87">15608 7570 1872 0,'0'0'295'0,"0"0"-219"16,0 0 183-16,-36 150-67 16,7-75-19-16,-6 7-46 15,-5-5-37-15,4-2-41 16,4-14-25-16,13-10-17 16,7-10-7-16,10-15-1 15,2-6-72-15,4-19-78 16,15-1-337-16,1 0-841 0</inkml:trace>
  <inkml:trace contextRef="#ctx0" brushRef="#br0" timeOffset="35839.07">15604 8282 1390 0,'0'0'362'0,"0"0"-114"15,0 0 34-15,0 0-153 16,0 0-82-16,71-105 20 16,-47 59 15-16,-3-7-34 15,-4 2 10-15,-3 1 6 16,-1 5-15-16,1 5-2 16,-1 6-34-16,7 8 14 15,3 6-11-15,2 8-14 16,4 12-2-16,-2 0 1 0,0 16 0 15,-2 18 8 1,-7 6 13-16,-3 5-8 0,-6-1 8 16,-2-3-22-16,-2-3 9 15,-5-3-9-15,2-9 0 16,-2-4-20-16,0-6-90 16,0-8-135-16,0-5-312 15,0-3-276-15</inkml:trace>
  <inkml:trace contextRef="#ctx0" brushRef="#br0" timeOffset="36006.04">15664 8141 1543 0,'0'0'359'0,"0"0"-46"0,0 0-2 15,0 0-196-15,0 0-112 16,124-31-3-16,-45-1-127 15,-12 1-100-15,-9-1-266 0</inkml:trace>
  <inkml:trace contextRef="#ctx0" brushRef="#br0" timeOffset="36230.73">16272 7574 1724 0,'0'0'261'0,"0"0"-16"0,0 0 18 16,137 168-51-16,-104-91-53 15,-11-1-49-15,-8-2-48 16,-10-8-34-16,-4-8-18 16,0-4-8-16,-18-6-2 15,-29 17-48-15,2-11-127 16,-3-8-514-16</inkml:trace>
  <inkml:trace contextRef="#ctx0" brushRef="#br0" timeOffset="36710.29">13805 8923 1497 0,'0'0'218'0,"0"0"-152"15,0 0 173-15,0 0-147 16,0 0 58-16,-14 187 74 15,14-55-39-15,0-4-60 16,0-26-27-16,0-33-44 16,0-25-28-16,0 2-19 15,0-4-5-15,7-1-2 16,-2-17-5-16,-1-15-80 16,-4-16-140-16,0-19-282 15,0-13-476-15</inkml:trace>
  <inkml:trace contextRef="#ctx0" brushRef="#br0" timeOffset="36952.11">13637 9220 1181 0,'0'0'172'16,"0"0"-121"-16,50-152 104 15,6 97 52-15,12 11 5 16,11 12-7-16,0 13-13 16,-4 10-33-16,-15 9-89 15,-16 14-29-15,-17 20-21 16,-21 11 18-16,-6 4 37 15,-22 4 10-15,-20-7-27 16,-6-5-26-16,2-4-16 16,6-11-15-16,9-6 7 0,6-8-8 15,7-8-15 1,3-4-97-16,-1 0-76 0,5-12-181 16,7-5-257-16</inkml:trace>
  <inkml:trace contextRef="#ctx0" brushRef="#br0" timeOffset="37162.7">14460 8886 1817 0,'0'0'244'0,"0"0"-172"0,0 0 248 15,-47 141-119-15,36-83-75 16,6 1-39-16,5-5-44 15,2-3-23-15,17-7-19 16,5-5-1-16,14 1-70 16,-2-10-314-16,-5-6-800 0</inkml:trace>
  <inkml:trace contextRef="#ctx0" brushRef="#br0" timeOffset="37484.31">14812 8983 1460 0,'0'0'484'0,"0"0"-409"16,0 0 234-16,0 0-73 16,23 125-77-16,-19-77-78 15,0-1-44-15,1-1-19 16,-3-5-16-16,2-5 5 16,-2-6-6-16,4-8-2 15,-6-8-71-15,0-14-195 16,0-6-337-16,0-15-816 0</inkml:trace>
  <inkml:trace contextRef="#ctx0" brushRef="#br0" timeOffset="37635.2">14763 9048 1691 0,'0'0'288'0,"0"0"-140"15,0 0 57-15,0 0-151 16,130-58-29-16,-77 49-25 15,0 4-18-15,-15 2-341 16,-15 3-937-16</inkml:trace>
  <inkml:trace contextRef="#ctx0" brushRef="#br0" timeOffset="37769.13">14888 9176 1332 0,'0'0'282'15,"0"0"-78"-15,0 0 52 16,0 0-92-16,0 0-43 15,0 0-81-15,161-4-40 16,-105-14-151-16,-10-5-592 0</inkml:trace>
  <inkml:trace contextRef="#ctx0" brushRef="#br0" timeOffset="37972.93">15242 8736 1672 0,'0'0'236'16,"0"0"-138"-16,0 0 108 16,0 0-41-16,-68 111-34 15,65-72-55-15,3-4-42 16,3-5-10-16,17-3-15 16,6-10 3-16,21-6-12 15,-7-7-99-15,-7-4-530 0</inkml:trace>
  <inkml:trace contextRef="#ctx0" brushRef="#br0" timeOffset="38295.28">15813 8845 1480 0,'0'0'295'0,"0"0"-98"15,-37 108 184-15,12-42-151 16,-8 9-93-16,-1 3-25 0,-1-1-22 15,6-7-50-15,6-11-23 16,7-11-17-16,12-12 0 16,4-13-75-16,10-11-236 15,11-12-511-15</inkml:trace>
  <inkml:trace contextRef="#ctx0" brushRef="#br0" timeOffset="38596.22">15876 9508 1386 0,'0'0'402'0,"0"0"-178"15,0 0-3-15,0 0-70 16,39-131-80-16,-25 73-7 16,-3-5 22-16,0-4 2 0,1-3-13 15,1 11-22-15,1 10-11 16,-2 19-11-16,5 16-7 15,0 14-12-15,5 4-6 16,5 28-4-16,0 8 2 16,0 7-3-16,-3 1 8 15,-6-2-8-15,-2-4 1 16,-7-7-2-16,-1-8-16 16,-6-8-96-16,-2-10-155 15,0-6-295-15,-4-3-325 0</inkml:trace>
  <inkml:trace contextRef="#ctx0" brushRef="#br0" timeOffset="38746.97">15918 9324 1689 0,'0'0'507'16,"0"0"-211"-16,0 0-40 16,0 0-151-16,0 0-78 15,140-34-21-15,-77 18-6 16,19-16-46-16,-13 5-163 15,-13 1-558-15</inkml:trace>
  <inkml:trace contextRef="#ctx0" brushRef="#br0" timeOffset="38948.43">16393 8802 1659 0,'0'0'361'0,"0"0"-263"0,0 0-9 15,0 0 90-15,153 116-38 16,-117-49 18-16,-11 12-17 16,-17 2-42-16,-8 0-51 15,-6-2-29-15,-23-7-19 16,-31 22-1-16,6-21-155 16,-1-7-535-16</inkml:trace>
  <inkml:trace contextRef="#ctx0" brushRef="#br0" timeOffset="39542.69">13510 10993 1820 0,'0'0'293'15,"0"0"-102"1,0 0 30-16,0 0-145 0,0 0 52 16,48 175 5-16,-33-86-39 15,-5 1-36-15,-2-1-7 16,-6-11-30-16,-2-10-9 15,0-12-11-15,0-15-2 16,0-17-6-16,0-17-96 16,-12-23-123-16,-3-18-257 15,-3-12-314-15</inkml:trace>
  <inkml:trace contextRef="#ctx0" brushRef="#br0" timeOffset="39744.77">13461 11233 795 0,'0'0'354'0,"0"0"49"0,76-123-108 16,-20 77-127-16,9 11 7 15,-1 12 8-15,-6 18-46 16,-14 5-61-16,-15 28-55 16,-21 18 17-16,-8 10 58 15,-25 2 13-15,-20-1-21 16,-3-10-37-16,-2-8-30 16,10-13-11-16,9-11-3 15,13-7-7-15,14-8-22 16,6-13-113-16,20-13-326 15,7-5-891-15</inkml:trace>
  <inkml:trace contextRef="#ctx0" brushRef="#br0" timeOffset="40001.26">14326 10955 1965 0,'0'0'278'16,"0"0"-157"-16,0 0 44 15,0 0-43-15,-82 144 2 16,75-78-34-16,7 4-10 16,0 0-24-16,9-6-19 15,13-6-36-15,7-7 0 16,5-12-1-16,30-18-115 0,-6-11-461 15,-4-10-1229-15</inkml:trace>
  <inkml:trace contextRef="#ctx0" brushRef="#br0" timeOffset="40219.27">14761 11085 1809 0,'0'0'341'0,"0"0"-238"16,0 0 164-16,0 115-75 16,0-60-65-16,0 4-60 0,0-8-32 15,0-2-20-15,0-13-14 16,0-8-2-16,0-9-44 16,0-19-183-16,0 0-411 15,2-21-907-15</inkml:trace>
  <inkml:trace contextRef="#ctx0" brushRef="#br0" timeOffset="40369.05">14598 11071 1564 0,'0'0'540'16,"0"0"-207"-16,0 0-80 16,0 0-163-16,0 0-69 15,158-39-3-15,-106 39-18 16,-8 0-71-16,-13 3-402 15,-17 5-339-15</inkml:trace>
  <inkml:trace contextRef="#ctx0" brushRef="#br0" timeOffset="40510.13">14703 11265 1433 0,'0'0'386'16,"0"0"-88"-16,0 0-4 15,0 0-146-15,0 0-52 16,0 0-65-16,161-4-31 15,-86-17-3-15,-12 4-317 16,-10-3-573-16</inkml:trace>
  <inkml:trace contextRef="#ctx0" brushRef="#br0" timeOffset="40766.4">15374 10958 1938 0,'0'0'350'0,"0"0"-258"16,0 0 183-16,-53 152-64 16,26-77-84-16,0 3-23 15,0-4-60-15,7-7-16 16,7-9-28-16,9-14 0 15,4-14-32-15,15-18-104 0,14-10-490 16,2-2-1150-16</inkml:trace>
  <inkml:trace contextRef="#ctx0" brushRef="#br0" timeOffset="41164.02">15744 11518 172 0,'0'0'1552'15,"0"0"-1035"-15,0 0-176 16,0 0-127-16,0 0-139 15,13-104-39-15,3 63 30 16,-1-9-14-16,4-10 11 16,0-6-38-16,2-2-4 15,1 6-20-15,1 12 4 16,-6 14-5-16,1 15-4 16,-1 16 4-16,6 5 1 15,6 7 4-15,6 21-4 16,3 12 17-16,1 5-17 15,-6 2-1-15,-8-1 1 16,-8-9-1-16,-8-3-64 0,-9-6-114 16,0-10-391-16,0-7-379 15</inkml:trace>
  <inkml:trace contextRef="#ctx0" brushRef="#br0" timeOffset="41313.93">15822 11315 1555 0,'0'0'672'16,"0"0"-426"-16,0 0 62 16,0 0-205-16,0 0-90 15,143-94-13-15,-43 41-107 16,-15 7-274-16,-9 0-548 0</inkml:trace>
  <inkml:trace contextRef="#ctx0" brushRef="#br0" timeOffset="41494.65">16378 10818 1549 0,'0'0'509'16,"0"0"-351"-16,0 0 55 15,0 0-11-15,0 0-67 16,-116 128-67-16,116-95-45 16,6-6-8-16,21-4-5 15,4-11-10-15,7-6-25 16,13-6-224-16,-9-10-363 15,-4-6-1227-15</inkml:trace>
  <inkml:trace contextRef="#ctx0" brushRef="#br0" timeOffset="41741.88">16634 10645 1640 0,'0'0'225'16,"0"0"-111"-16,0 0 96 15,0 0-25-15,118 171-32 16,-96-83-20-16,-15 7 22 16,-7 2-28-16,-2-18-61 15,-23 3-53-15,-6-7-10 0,-29 19-3 16,6-20-146-16,0-10-633 15</inkml:trace>
  <inkml:trace contextRef="#ctx0" brushRef="#br0" timeOffset="42320.98">13822 12908 2114 0,'0'0'225'0,"0"0"-153"16,0 135 104-16,0-65-82 0,0 1-56 16,0-2-17-1,0-13-4-15,0-12-17 0,0-22-18 16,2-14-248-16,-2-8-518 16</inkml:trace>
  <inkml:trace contextRef="#ctx0" brushRef="#br0" timeOffset="42545.03">13707 12916 1617 0,'0'0'296'0,"0"0"-140"16,60-163 136-16,3 97-130 15,14 12-104-15,6 20 15 16,-8 22 28-16,-15 12-55 16,-21 23-29-16,-24 24-8 15,-15 8 1-15,-17 3 62 16,-24-5-23-16,-7-2-4 0,0-9-22 15,9-10-8-15,9-9-14 16,12-10-1-16,14-12-45 16,6-2-115-16,23-19-565 15,4-7-1228-15</inkml:trace>
  <inkml:trace contextRef="#ctx0" brushRef="#br0" timeOffset="42748.53">14484 12625 1881 0,'0'0'357'0,"0"0"-269"16,-93 126 107-16,66-66-2 16,16 1-121-16,11-3-30 0,0-3-30 15,21-2 0-15,0-9-12 16,15-4-31-16,-5-10-227 15,-2-14-501-15</inkml:trace>
  <inkml:trace contextRef="#ctx0" brushRef="#br0" timeOffset="42980.75">14796 12747 1756 0,'0'0'230'0,"0"0"-157"16,0 0 188-16,6 108-101 15,-4-43-27-15,-2 5-28 16,0 2-21-16,0-4-59 16,-2-12-25-16,-4-16-1 15,6-26-135-15,0-14-437 16,8 0-511-16</inkml:trace>
  <inkml:trace contextRef="#ctx0" brushRef="#br0" timeOffset="43138.54">14783 12739 1921 0,'0'0'474'15,"0"0"-293"-15,0 0-50 0,0 0-87 16,156-39-37-16,-100 39-7 15,-4 0-121-15,-19 3-423 16,-18 9-530-16</inkml:trace>
  <inkml:trace contextRef="#ctx0" brushRef="#br0" timeOffset="43272.27">14875 12956 1181 0,'0'0'381'15,"0"0"-146"-15,0 0 8 16,0 0-65-16,0 0 14 15,0 0-105-15,0 0-87 16,187-34-24-16,-113 9-346 16,-10 6-712-16</inkml:trace>
  <inkml:trace contextRef="#ctx0" brushRef="#br0" timeOffset="43507.04">15657 12668 1957 0,'0'0'332'0,"0"0"-220"15,0 0 122-15,-20 109-32 0,9-49-78 16,-7 4-57 0,-3 1-7-16,-2-5-25 0,-4-8-34 15,0-6 3-15,4-6-4 16,6-10-71-16,3-3-109 15,8-11-369-15,6-6-521 0</inkml:trace>
  <inkml:trace contextRef="#ctx0" brushRef="#br0" timeOffset="44887.2">15396 12378 960 0,'0'0'288'0,"0"0"-91"0,0 0 101 16,0 0-116-16,-114 97-84 16,101-66-29-16,9 1-6 15,4-1-22-15,6-7-19 16,21-2-8-16,11-6-1 15,22 0-13-15,-6-4-202 16,-5-3-584-16</inkml:trace>
  <inkml:trace contextRef="#ctx0" brushRef="#br0" timeOffset="45381.49">15911 13191 1031 0,'0'0'155'0,"0"0"-104"0,0 0 250 16,0 0-127 0,0 0 16-16,0 0 66 0,0 0-167 15,29-23-49-15,-6-37 16 16,-1-8 64-16,-5-4-11 15,2 1 3-15,-2 6-14 16,-3 12 8-16,-3 17-7 16,-5 19-28-16,2 12-12 15,2 5-54-15,5 18-5 16,8 20 0-16,4 10 1 16,-2 8 7-16,-8 0-7 15,-3 1 0-15,-6-8-1 0,-5-3-6 16,-3-11-97-1,0-3-86-15,-9-9-376 0,-9-9-496 16</inkml:trace>
  <inkml:trace contextRef="#ctx0" brushRef="#br0" timeOffset="45519.3">15951 13171 1570 0,'0'0'578'15,"0"0"-329"-15,0 0 76 16,0 0-147-16,0 0-130 15,0 0-48-15,155-113-73 16,-84 77-196-16,-9-4-382 0</inkml:trace>
  <inkml:trace contextRef="#ctx0" brushRef="#br0" timeOffset="45698.53">16462 12621 2008 0,'0'0'368'0,"0"0"-228"15,0 0-5-15,0 0-60 16,-136 86-27-16,116-52-22 16,15-3-4-16,5-7-21 15,11-6 5-15,26-7-6 16,25-11-98-16,-4 0-366 16,-10-4-550-16</inkml:trace>
  <inkml:trace contextRef="#ctx0" brushRef="#br0" timeOffset="45893.02">16689 12468 1545 0,'0'0'314'16,"0"0"-204"-16,0 0 91 15,51 159-19-15,-44-72-13 16,-7 4-49-16,-11-6-50 15,-16 5-43-15,-26 19-27 16,8-24-134-16,1-17-668 0</inkml:trace>
  <inkml:trace contextRef="#ctx0" brushRef="#br0" timeOffset="49858.86">17046 7892 920 0,'0'0'301'0,"0"0"-43"15,0 0-101-15,0 0-41 16,0 0-78-16,0 0 46 16,0 0 16-16,82 0 11 15,-43 8 16-15,-6 0-62 16,-4 0-34-16,-7 3-25 0,-4-2-6 16,-7 4-16-1,0-5-46-15,0 0-81 0,-2-4-84 16,0-4-398-16</inkml:trace>
  <inkml:trace contextRef="#ctx0" brushRef="#br0" timeOffset="50112.3">17213 7802 628 0,'0'0'153'0,"0"0"-35"15,0 0 35-15,0 0-69 16,0 0-24-16,76 134-10 16,-76-89 49-16,-16-1-14 15,-13-5-38-15,-20 7-24 16,7-13-23-16,2-5-339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14:18.07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10466 9895 614 0,'-81'-123'132'16,"-6"-10"-132"-16,25 38-28 0,13 20 2 15,11 22-33-15,0 11-103 16,-4 7 162-16,-8 3 75 16,-23 13 3-16,13 12-78 15,4 7-171-15</inkml:trace>
  <inkml:trace contextRef="#ctx0" brushRef="#br0" timeOffset="1847.44">8883 8638 666 0,'0'0'335'0,"0"0"205"15,0 0-279-15,0 0-66 0,0 0 34 16,0 0-55-16,0 0-26 16,-25-35-50-16,25 35-16 15,-2 0-22-15,0 0-29 16,0 3-4-16,-6 18-26 16,2 9 42-16,-3 9-23 15,-1 9 25-15,-4 5-14 16,1 3 28-16,-1 2-21 15,1 2-3-15,-1 3-5 16,1-1-11-16,-1-1 11 16,3 2-30-16,0-5 35 15,2 0-35-15,0-4 15 16,3-4-6-16,-1-1 10 0,0-6-10 16,0-2-3-16,3-4 5 15,-2-8-10-15,1-5-2 16,1-5 19-16,1-10-25 15,3-3 14-15,0-4-3 16,0-2-3-16,0 0 27 16,0 0 13-16,0-2-4 15,0-13 19-15,0-6-55 16,0-11 13-16,0-7-8 16,7-4-8-16,0-5 4 15,3-1-3-15,0 3 2 16,-3 5-1-16,-1 0 0 0,-2 1 1 15,1 0-2 1,-1 1 16-16,1-7-19 0,0 4 10 16,3-2-12-16,1 5 2 15,0 2 4-15,2 3 0 16,-2 5 0-16,0 4-4 16,-2-3 10-16,-3-2-11 15,3-3 17-15,-3-2-13 16,4 1 2-16,-4 2-1 15,0 7 5-15,-2 6-4 16,-2 5-2-16,0 6 2 16,0 4 2-16,0 1 8 15,0 3-14-15,0 0 15 16,0 0-18-16,0 0 7 16,0 0-2-16,0 0-6 0,0 0 6 15,0 0-6-15,0 8-4 16,-6 8 4-16,-4 4 1 15,2 9 6-15,-3 3 1 16,-3 0 0-16,3 4-1 16,0 2 1-16,0 4 0 15,0 4-1-15,-1 3 0 16,1 0 8-16,-2 2-8 16,1-1 0-16,2 1 0 15,-4 5 0-15,3-3 9 16,-2 3-9-16,-1-1 0 15,1-1-1-15,4-6 2 16,0-4-7-16,2-8 15 0,3-7-16 16,0-10 14-16,2-4-13 15,0-6 6-15,2-3-1 16,0-4 1-16,0-2 0 16,0 0 10-16,0 0-8 15,0 0 23-15,0-12-13 16,0-8-22-16,0-11 10 15,2-4-1-15,8-5-8 16,1-2 4-16,3-5 4 16,1-5 2-16,4-2-2 15,1-5 7-15,-3 0-18 16,1 1 13-16,-2 4-2 0,-3 5 1 16,0 3 0-16,1 4 0 15,-5 1 0 1,0-2 0-16,-3 1 7 0,1 4-19 15,-2 2 23-15,-3 7-13 16,0 11 4-16,-2 9-1 16,0 4 0-16,0 4-2 15,0 1 1-15,0 0-12 16,0 11 3-16,-2 16 0 16,-12 11-6-16,-1 8 25 15,-5 7-20-15,2 5 8 16,2 1-38-16,5 6-49 15,2 7-41-15,-2 37-47 0,5-16-382 16,1-9-678-16</inkml:trace>
  <inkml:trace contextRef="#ctx0" brushRef="#br0" timeOffset="29872.09">8798 9397 1011 0,'0'0'242'0,"0"0"-3"16,0 0 9-16,0 0-78 16,0 0-43-16,0 0 8 0,-33-85 7 15,21 73-26-15,1 5-11 16,-5-2-11-16,-1 3-12 15,-8 6-54-15,-6 0 14 16,-4 0-14-16,-11 3 1 16,-2 12-2-16,-4 5 1 15,-1 8-3-15,-2 5-7 16,-1 8 11-16,4 10-22 16,8 7 29-16,3 8-16 15,10 6 5-15,9 6-15 16,13 0-4-16,9 1-4 15,9-5 10-15,29-5 0 16,18-11 6-16,15-9 6 16,12-13-17-16,6-17-4 0,5-17-3 15,-8-2-2-15,-6-29-13 16,-11-13 15-16,-11-14 1 16,-13-13-1-16,-11-8 15 15,-14-6-13-15,-11-1 16 16,-9 4-17-16,0 8 2 15,-21 14-3-15,-10 12-1 16,-11 9-11-16,-9 13 3 16,-34 6-60-16,14 9-143 15,2 2-485-15</inkml:trace>
  <inkml:trace contextRef="#ctx0" brushRef="#br0" timeOffset="30796.44">9058 10490 1046 0,'0'0'285'16,"0"0"15"-16,0 0-38 16,0 0-146-16,-146-14-40 15,97 27-14-15,-5 13 33 16,-4 12 1-16,-2 10 0 15,-1 15-5-15,11 8 17 16,9 12-14-16,16 1-28 16,21 0-36-16,4-3-18 15,25-13-2-15,20-10-1 16,15-12 0-16,13-16-7 16,12-14 17-16,7-16-12 15,-1 0 5-15,-6-30-6 16,-10-18 2-16,-13-14 2 0,-12-31-4 15,-23 1 10 1,-16-4-15-16,-11 0 8 0,-27 22 14 16,-20 2 16-16,-11 14-20 15,-6 13-10-15,-2 16-8 16,4 18-1-16,0 11-19 16,-28 38-131-16,17 10-340 15,2 9-668-15</inkml:trace>
  <inkml:trace contextRef="#ctx0" brushRef="#br0" timeOffset="31464.12">8635 11659 1341 0,'0'0'188'16,"0"0"10"-16,0 0 51 15,0 0-162-15,-147 97 12 16,107-27 56-16,0 15-19 0,4 7-33 16,12-8-2-16,5 11-32 15,19-10-41-15,3-6 5 16,35-13-33-16,20-14 26 15,15-15 13-15,17-22 17 16,3-15-24-16,3-17-19 16,-9-32-2-16,-4-30-2 15,-19-36 1-15,-24-24 5 16,-20 7 43-16,-20 26-19 16,-4 36 24-16,-18 22-33 15,-7 1-7-15,-9 1-23 16,-9 2 0-16,-4 12-24 15,-38 22-93-15,13 8-126 0,2 2-508 16</inkml:trace>
  <inkml:trace contextRef="#ctx0" brushRef="#br0" timeOffset="32109.99">8430 12767 1298 0,'0'0'177'0,"0"0"-104"16,0 0 153-16,0 0-154 16,0 0-37-16,-161 63-16 15,111 3 72-15,2 14 8 16,13 8 27-16,14 4-39 15,19-6 2-15,2-5-18 16,32-15-30-16,17-18-3 16,18-20 8-16,15-22 9 15,5-6-36-15,3-36-1 16,-13-18-5-16,-12-30-1 16,-27-1 0-16,-25-6 52 0,-13-1 19 15,-24 13 6-15,-16-2 0 16,-12 16-61-16,-2 10-10 15,-3 13-18-15,-1 15-9 16,-20 27-88-16,15 0-148 16,10 5-462-16</inkml:trace>
  <inkml:trace contextRef="#ctx0" brushRef="#br0" timeOffset="32650.32">8196 13888 1467 0,'0'0'215'0,"0"0"-158"15,0 0 159-15,-151 34-73 16,109 12-27-16,5 33-8 16,15 3 18-16,20 10-37 15,2 3-32-15,34-11-16 16,16 4-26-16,18-12 11 16,5-18-17-16,10-22 5 15,-4-22-8-15,2-14 9 16,-8-39-7-16,-1-36 2 15,-9-35 10-15,-17-29 5 16,-17 7 68-16,-24 28-20 16,-5 35 30-16,-12 32-40 0,-21-1-29 15,-21 1-34-15,-77 9-29 16,9 12-125-16,-10 14-627 0</inkml:trace>
  <inkml:trace contextRef="#ctx0" brushRef="#br0" timeOffset="34558.53">12503 9506 1832 0,'0'0'290'15,"0"0"-235"-15,0 0-54 16,0 0 5-16,0 0-2 16,0 0 5-16,-18 95-5 15,13-81 11-15,1-5 34 16,4-2-24-16,0-7-1 16,9 0 10-16,24-18-34 15,50-40-58-15,-7 6-321 16,-3-7-1160-16</inkml:trace>
  <inkml:trace contextRef="#ctx0" brushRef="#br1" timeOffset="105254.43">17311 12406 1205 0,'0'0'170'0,"0"0"-105"16,0 0 131-16,0 0-126 16,0 0-39-16,0 0 68 15,72-34-5-15,-41 20 22 16,9-4-37-16,11-4 4 16,12-3-18-16,14-2-21 15,10-4-17-15,11 2-1 16,23-5 17-16,30-7-6 15,44-8 10-15,25-4-19 0,10 0 10 16,-7-2-9-16,-30 9 14 16,-16 2-24-16,-19 0-4 15,-38 5-3-15,-26 5-4 16,-27 4 5-16,-10 2-12 16,11-7 28-16,7-8-8 15,10-3 53-15,-6 2 8 16,-13 2-14-16,-15 10-16 15,-17 6-15-15,-14 7-23 16,-14 11-8-16,-6 7-6 16,-6 1-57-16,-65 21-94 15,4 10-220-15,-11 1-275 0</inkml:trace>
  <inkml:trace contextRef="#ctx0" brushRef="#br1" timeOffset="105958.1">17558 12443 899 0,'0'0'131'0,"0"0"-131"0,0 0 96 16,0 0-50 0,0 0 96-16,0 0 90 0,0 0-56 15,-26-51 38-15,21 49-29 16,1 2-19-16,1-2-43 15,3 2-35-15,0 0-15 16,0 0 21-16,0 0-9 16,14 0-17-16,6 9-2 15,9 8-14-15,12 10-19 16,11 11-27-16,13 9 24 16,16 14-29-16,28 20 20 15,29 28-3-15,34 30 2 16,2 9-19-16,-20-4 0 15,-30-13 10-15,-46-35-11 16,-24-20 7-16,-19-18 2 0,-6-13 27 16,0 4 3-1,4 6 12-15,-1 1-15 0,-3-12 0 16,-9-11-6-16,-5-8-9 16,-5-9-8-16,-6-10-11 15,3-6 4-15,1 0-6 16,8-12 0-16,18-37-77 15,-1 5-123-15,-4-5-716 0</inkml:trace>
  <inkml:trace contextRef="#ctx0" brushRef="#br1" timeOffset="106605.36">17884 10842 1728 0,'0'0'299'0,"0"0"50"15,0 0-140-15,0 0-140 16,0 0-8-16,51 171 30 16,-33-94-37-16,-2 4 14 15,-1-6-41-15,-1-7-15 16,-1-10-12-16,-1-11 1 15,-6-10-1-15,-4-11-83 16,-2-14-117-16,-6-9-372 0,-10-3-435 16</inkml:trace>
  <inkml:trace contextRef="#ctx0" brushRef="#br1" timeOffset="107010.47">17902 10910 1378 0,'0'0'214'16,"0"0"-79"-16,0 0 123 16,147-112-140-16,-94 84-72 15,-3 7-34-15,-11 10 9 16,-10 8-20-16,-13 3 17 16,-9 19-17-16,-7 15 8 0,0 10-8 15,-13 4 8-15,-3 4-8 16,-4 2 0-16,2 1 1 15,-2-3 5-15,-3-3-4 16,6-6-2-16,1-5-1 16,3-6 0-16,9-6 1 15,4-6 0-15,0-3-1 16,13-7 13-16,11-3 142 16,8-5 15-16,3-2-45 15,1 0-13-15,-1 0-57 16,-6 0-25-16,-6-2-20 15,-3-1-9-15,-5 3-1 16,1 0-15-16,-1 0-4 16,1-2-53-16,-1 0-65 15,4-8-162-15,-3-1-198 0,-5-3-794 16</inkml:trace>
  <inkml:trace contextRef="#ctx0" brushRef="#br1" timeOffset="107490.46">18439 10730 1543 0,'0'0'276'16,"0"0"-174"-16,0 0 28 15,0 0 50-15,40 118-36 16,-18-60-36-16,-2 8 1 0,3 3-38 15,0 0-13-15,-6-8-57 16,-1-3 20-16,-3-8-20 16,-7-11 6-16,-4-10-7 15,2-11 2-15,-4-5-1 16,2-10 0-16,-2-1 11 16,0-2-12-16,0 0 39 15,0-11 27-15,-6-10-16 16,-2-2-29-16,3-8 9 15,5-3 0-15,0-3-10 16,11-4-6-16,16 3-13 16,4 1-2-16,3 12 14 0,-1 4-13 15,-1 14 14-15,-6 7 6 16,-1 0-19-16,-3 18 4 16,-3 10-5-16,-4 5 1 15,-5 2 3-15,0-1 3 16,-1-6-8-16,-3-4 2 15,1-8-2-15,2-5-16 16,0-10-71-16,4-1-137 16,-1-16-403-16,-4-6-606 0</inkml:trace>
  <inkml:trace contextRef="#ctx0" brushRef="#br1" timeOffset="107784.47">18947 10343 1415 0,'0'0'269'15,"0"0"-1"-15,0 0 18 16,0 0-154-16,0 0-21 15,0 0-14-15,60 110-36 16,-39-68-27-16,-6 0-10 16,-1-4-24-16,-3-2 9 15,-5-5-9-15,1-4-2 16,-2-7-105-16,-5-1-188 0,0-6-187 16,0-8-413-16</inkml:trace>
  <inkml:trace contextRef="#ctx0" brushRef="#br1" timeOffset="107979.36">18825 10614 1162 0,'0'0'176'0,"0"0"-129"15,129-27 94-15,-40 15-100 16,-15 2-41-16,-12 2-559 0</inkml:trace>
  <inkml:trace contextRef="#ctx0" brushRef="#br1" timeOffset="109698.77">17248 13709 986 0,'0'0'893'0,"0"0"-778"16,-15 105 2-16,8 3 183 16,5 25-117-16,2-1-73 15,0-28-18-15,0-33-50 16,12-20-2-16,-2-2-39 16,-1 1-1-16,3-4 0 15,-4-17-7-15,-3-15-96 16,-5-14-220-16,0-21-155 0,0-11-467 15</inkml:trace>
  <inkml:trace contextRef="#ctx0" brushRef="#br1" timeOffset="110140.29">17135 13851 1520 0,'0'0'232'15,"0"0"-16"-15,26-111 96 16,13 69-199-16,9 3-64 15,11 6 3-15,3 7-23 16,0 6-5-16,-2 11-11 16,-8 9-7-16,-10 0 3 0,-11 16-9 15,-13 14 0 1,-15 11 1-16,-3 5-1 0,-19 4 9 16,-14 1-8-16,-7 0 5 15,-2-1-4-15,-3-3 7 16,5-3-3-16,3-3-5 15,5-3-1-15,8-4 0 16,6-3 1-16,7-6 0 16,4-4-1-16,4-8 5 15,3-1-4-15,0-3 24 16,5-1 35-16,11 2 40 16,4-2 9-16,7 3-6 15,0-8-30-15,2 1-19 0,-1-2-33 16,-1-2-13-1,2 0-7-15,-5 0 7 0,1 0-16 16,-2 0 5-16,-4 0-28 16,1 0-46-16,1 0-56 15,10-6-138-15,-2-4-313 16,-3-2-384-16</inkml:trace>
  <inkml:trace contextRef="#ctx0" brushRef="#br1" timeOffset="110599.66">17871 13633 1270 0,'0'0'624'0,"0"0"-509"0,0 0 27 16,0 0 9-1,4 109 21-15,7-35-32 0,-5 14 1 16,2 0-50-16,-6-1 26 15,-2-7-68-15,2-14-1 16,-2-10-12-16,0-14-8 16,0-10-22-16,0-13-5 15,2-10 8-15,-2-6-3 16,0-3 17-16,0-4 20 16,0-21 34-16,3-13-53 15,3-6-12-15,6-8-12 16,3 2 0-16,7 6 0 0,5 11 0 15,2 8-1 1,3 11 2-16,-1 7-10 16,-2 7 9-16,0 11-1 0,-8 15-4 15,0 9 5-15,-10 8 1 16,-4-1 0-16,-3-4-1 16,-4-2 0-16,0-6 0 15,0-8-42-15,0-4-29 16,0-5-37-16,0-8-46 15,0 0-68-15,0-5-59 16,5-19-83-16,-1 1-448 0</inkml:trace>
  <inkml:trace contextRef="#ctx0" brushRef="#br1" timeOffset="110863.04">18347 13659 492 0,'0'0'1117'15,"0"0"-844"-15,0 0-64 16,0 0-70-16,0 0-102 15,0 0-37-15,0 0-14 16,56-37-42-16,-56 37-31 0,0 0-130 16,0 0-706-16</inkml:trace>
  <inkml:trace contextRef="#ctx0" brushRef="#br1" timeOffset="112536.43">18405 13691 375 0,'0'0'519'0,"0"0"-327"16,0 0-1-16,0 0-5 0,0 0-112 15,0 0-30-15,-89 23-1 16,94-23 62-16,15 0-24 16,9-13-17-16,2 1-23 15,2 0-3-15,3 3 18 16,2-4-14-16,-6 5-4 16,-5 2-20-16,-8 5 1 15,-13-1-19-15,-6 2 1 16,0 0 2-16,-19 0 15 15,-10 0 2-15,0 2 32 16,0 4 7-16,4-2-7 16,10 0 13-16,5-3-44 0,10-1-2 15,0 0-11 1,0 0 9-16,10 0 1 0,10-1 4 16,4-12-7-16,3 3-9 15,0-2 6-15,-2 0-12 16,-8 5 9-16,-3-1-3 15,-14 5-5-15,0 3 1 16,-29 0 15-16,-25 16-11 16,-13 8-5-16,-7 5-1 15,8-3 6-15,10-1-12 16,18-4 2-16,23-1 3 16,15-8-160-16,0-7-654 0</inkml:trace>
  <inkml:trace contextRef="#ctx0" brushRef="#br1" timeOffset="154430.26">21611 10542 1121 0,'0'0'207'0,"0"0"-88"16,0 0 211-16,0 0-142 16,0 0-49-16,0 0-6 15,-18 0-6-15,18 0-10 16,0 0-22-16,0 0 11 15,7 0-2-15,13 0-29 0,13-11-44 16,14-7-19-16,16-2 5 16,14-8-7-16,35-10 16 15,44-17-5-15,56-15 4 16,22-1 10-16,0 2 5 16,-17 11-33-16,-33 11-1 15,-12 4-4-15,-18 3 8 16,-31 5-1-16,-34 10-8 15,-29 4 12-15,-18 4 11 16,-2 1 14-16,-7 0 20 16,-4 0 16-16,-13 6-4 15,-9 2-13-15,-5 4-23 16,0 4-26-16,-2 0-8 0,0 0-2 16,0 0-68-16,-4 8-113 15,-19 8-130-15,-6 5-509 0</inkml:trace>
  <inkml:trace contextRef="#ctx0" brushRef="#br1" timeOffset="155354.89">21661 10597 796 0,'0'0'234'0,"0"0"22"16,0 0 80-16,0 0-116 15,0 0-27-15,0 0 18 16,0 0-47-16,-19-15-57 16,19 15-32-16,0 0-31 15,0 0-23-15,0 0-10 16,0 8 2-16,9 6 44 0,14 6 35 16,8 6-5-16,9 1-35 15,15 4-17-15,35 8-14 16,55 4-3-16,64 7 8 15,28 7 6-15,-2-1-8 16,-29-3-14-16,-68-11 5 16,-38-5-14-16,-31-12 6 15,-13-6-6-15,-2-1 5 16,-2-4-6-16,-6 0 1 16,-13-9 1-16,-12-3-1 15,-9-2 13-15,0 0-14 16,1 0 7-16,-2 0-7 15,1 0-1-15,-2 0-92 0,-10 12-142 16,0-1-301-16,0-1-369 16</inkml:trace>
  <inkml:trace contextRef="#ctx0" brushRef="#br1" timeOffset="156255.09">21613 10606 563 0,'0'0'311'16,"0"0"-15"-16,0 0-22 0,0 0-95 15,0 0-23 1,0 0-14-16,0 0-12 0,0 0-31 15,0 2-6-15,0 1-16 16,0 1-27-16,0 5 17 16,0 0 14-16,0 3-8 15,0 5-18-15,0 1-10 16,3 3-3-16,15 8-8 16,1 5-1-16,10 9 0 15,7 10 0-15,7 8-12 16,10 7 5-16,12 10-17 15,28 23 9-15,37 23-4 16,30 23-1-16,5 4 7 16,-17-11-1-16,-44-31-4 15,-40-33-4-15,-19-20 2 0,-13-12-10 16,-1 2 9-16,-2 1-11 16,-4-5 6-16,-8-12 2 15,-6-10 14-15,-4-8-4 16,-3-6 2-16,-1-2 5 15,-1-2-17-15,2-2 3 16,-2 0-11-16,0 2-2 16,0-2-29-16,1 0-69 15,0-12-168-15,-1-8-542 0</inkml:trace>
  <inkml:trace contextRef="#ctx0" brushRef="#br1" timeOffset="157171.43">21473 10592 916 0,'0'0'292'16,"0"0"14"-16,0 0-38 15,0 0-75-15,0 0 4 16,0 0-63-16,0 0-32 0,-5-23-21 16,5 18-4-16,2-8-13 15,15-4-30-15,5-10-11 16,7-7 3-16,9-12-5 15,10-9-3-15,10-16 6 16,29-25-14-16,36-35 14 16,40-27 2-16,22-11 7 15,2 12 2-15,-35 39-3 16,-48 40 2-16,-32 24 2 16,-23 10 19-16,-4 0-20 15,-6-2 19-15,-1 0-20 16,-13 10 5-16,-9 9-3 0,-7 10-1 15,-3 6-16 1,-4 6 5-16,0 2-15 0,-2 3-3 16,0 0-6-16,0 0 0 15,0 0-1-15,0 0-5 16,0 0-10-16,0 0-57 16,-8 24-58-16,-8-1-66 15,1 0-516-15</inkml:trace>
  <inkml:trace contextRef="#ctx0" brushRef="#br1" timeOffset="157839.29">23847 8860 1758 0,'0'0'298'0,"0"0"27"16,0 0-60-16,0 0-188 16,0 0-47-16,0 0 64 15,-74 162-1-15,47-101-14 16,1 0-13-16,8-11-23 15,7-12-1-15,4-9-34 16,5-12 1-16,2-9-8 16,0-8 8-16,0 0 2 0,12-16 10 15,9-16-9 1,2-8-11-16,4-10 6 16,0-6-6-16,-3-4 6 15,2-1-6-15,-1 5 0 16,0 8-1-16,-5 9 1 0,-5 13 0 15,-1 15 14-15,-1 11-1 16,5 2-13-16,-1 24 13 16,6 4 4-16,2 7 11 15,-1-2 0-15,3-1-5 16,-3-1-11-16,3-4-5 16,-5 0-8-16,1-7 0 15,-6 0 0-15,-3-4-51 16,-3-2-45-16,-7-4-82 15,-4-6-111-15,-2-3-429 0,-13-3-760 16</inkml:trace>
  <inkml:trace contextRef="#ctx0" brushRef="#br1" timeOffset="157989.57">23840 9176 1857 0,'0'0'495'0,"0"0"-242"16,0 0-36-16,0 0-142 15,141-16-57-15,-66 4-17 16,6 6-1-16,30 6-31 16,-19 0-281-16,-17 0-527 0</inkml:trace>
  <inkml:trace contextRef="#ctx0" brushRef="#br1" timeOffset="158582.69">24814 9599 2006 0,'0'0'501'15,"0"0"-409"-15,0 0 60 16,-22 102-17-16,22-42-53 15,0 7-18-15,5-3-9 16,6-3-25-16,0-10-12 16,-4-12-6-16,-3-13-10 0,-2-13 5 15,-2-13-7-15,0 0 27 16,-6-25-13-16,-10-12-2 16,1-13-6-16,-1-10 1 15,9-4 7-15,7-1-13 16,11 5 15-16,34 7-2 15,15 7-14-15,13 14-1 16,6 15 0-16,-8 13 1 16,-15 4-1-16,-19 18 0 15,-21 14 1-15,-16 5 0 16,-8-2-5-16,-23 0 4 16,-4-5 2-16,6-9-2 0,10-7 2 15,9-5-1 1,6-8 1-16,4-1 8 0,0 0-9 15,25 0 0-15,6 0-11 16,10 10 2-16,1 11-6 16,-5 11-1-16,-6 8 16 15,-10 7-12-15,-19 4 5 16,-2-1 2-16,-25-4 5 16,-15-4 1-16,-5-6 7 15,3-9-7-15,0-8 1 16,2-6-2-16,-21-13-44 15,13 0-122-15,-4 0-678 0</inkml:trace>
  <inkml:trace contextRef="#ctx0" brushRef="#br1" timeOffset="159123.39">24282 11332 1989 0,'0'0'271'15,"0"0"-145"-15,0 0 108 16,0 0-62-16,-42 136-27 16,32-87-49-16,2-11-32 15,3-4-28-15,3-13-12 16,2-9-24-16,0-10 13 15,0-2-1-15,0-11 24 16,15-24-1-16,8-13-23 16,6-10-6-16,0-7-5 0,2 1 5 15,-2 5 0-15,0 13 6 16,-4 13-11-16,-6 17 16 16,-1 16 11-16,-2 0-27 15,0 25 1-15,1 12 10 16,1 5-12-16,0 4 0 15,-3-2 0-15,-3-5 0 16,-3-5-1-16,-5-8-81 16,-4-11-93-16,-4-8-409 15,-14-7-1042-15</inkml:trace>
  <inkml:trace contextRef="#ctx0" brushRef="#br1" timeOffset="159273.95">24251 11510 2133 0,'0'0'537'0,"0"0"-291"0,0 0-28 16,0 0-140-16,0 0-46 16,133-34-25-16,-63 12 4 15,1-6-11-15,20-22-39 16,-20 4-138-16,-11 3-568 0</inkml:trace>
  <inkml:trace contextRef="#ctx0" brushRef="#br1" timeOffset="159701.78">24917 11255 1152 0,'0'0'379'0,"0"0"-32"16,0 0 201-16,29 143-368 16,-12-99-37-16,4-6 2 15,-5-8-55-15,-3-8-35 16,-7-11-31-16,-1-8-6 0,-5-3-3 16,0-17 1-16,-7-18-16 15,-8-11-33-15,-3-9-10 16,3-3 18-16,5 2 17 15,10 3 8-15,0 14 0 16,18 9-7-16,14 12 6 16,3 12-10-16,-2 6 11 15,-6 0 0-15,-6 22 0 16,-17 3 0-16,-4 2-6 16,0-3 6-16,-16-6 0 15,3-6 0-15,9-8-20 16,4-4 9-16,10 0 10 15,26-2-9-15,18-4 9 16,10 6-5-16,7 0-1 16,1 27 7-16,-10 8 0 0,-10 10 7 15,-21 3 28-15,-22 2 10 16,-9-2 13-16,-21-3 6 16,-18 1-10-16,-6-7-28 15,-6 1-25-15,-3-2-1 16,-37 20-112-16,12-9-201 15,2-2-1199-15</inkml:trace>
  <inkml:trace contextRef="#ctx0" brushRef="#br1" timeOffset="160068.67">23807 12378 869 0,'0'0'1135'16,"0"0"-911"-16,0 0 66 15,-129 101-124-15,106-42-87 16,17 4-8-16,6-3-17 15,22-7-20-15,27-16-10 16,13-16-7-16,14-20-10 0,0-2 16 16,-2-32-14-16,-14-15 3 15,-16-9-11-15,-17-4 49 16,-19-1-12-16,-8 4-7 16,-17 9-10-16,-30 16-13 15,-20 13-8-15,-68 27-43 16,10 21-147-16,-3 10-814 0</inkml:trace>
  <inkml:trace contextRef="#ctx0" brushRef="#br1" timeOffset="31845.41">20334 14409 1392 0,'0'0'264'0,"0"0"-173"16,0 0 118-16,0 0 50 15,0 0-100-15,0 0-79 16,-18 4-2-16,55-22-35 16,19-8 43-16,31-18-17 15,46-16-11-15,49-22-21 16,25-8 1-16,-2 5-17 0,-26 16-13 15,-57 22 0 1,-39 19-7-16,-35 10-2 0,-16 6 12 16,-6 3-8-16,-1-6-2 15,-2 3 4-15,-10 2-4 16,-6 4 8-16,-5 3 2 16,-2 0 2-16,0 3-13 15,0 0-2-15,0 0 1 16,0-2-48-16,0 2-48 15,-22-7-180-15,1 2-311 16,-1-1-496-16</inkml:trace>
  <inkml:trace contextRef="#ctx0" brushRef="#br1" timeOffset="32159.56">21362 13705 1410 0,'0'0'290'15,"0"0"-130"-15,0 0 209 16,0 0-102-16,0 0-162 16,0 0-68-16,0 0-10 15,87 3-6-15,-34-3-8 16,0 0-11-16,-1 0 2 16,-8 0 10-16,-3 1-8 15,-10 11-6-15,-5 5 0 16,-8 4 0-16,-9 8 15 15,-9 8 31-15,0 4-10 16,-13 7 11-16,-12 0-32 0,-2-4 5 16,0-3-11-1,8-9-4-15,3-8-5 0,9-7-27 16,7-3-134-16,0-3-218 16,0-5-405-16</inkml:trace>
  <inkml:trace contextRef="#ctx0" brushRef="#br1" timeOffset="32693.11">22450 13575 1991 0,'0'0'309'16,"0"0"-241"-16,0 0 119 16,-45 139-65-16,30-71-56 15,1 1 46-15,3-6-41 16,4-10-32-16,2-12-33 15,3-12 0-15,2-11-5 0,0-12 1 16,0-6 13 0,0 0-2-16,0-27 29 0,0-10-42 15,0-16 9-15,7-8-8 16,6-6 0-16,6 1 1 16,0 5-2-16,4 13 1 15,-3 12-1-15,-1 18 30 16,0 18-18-16,-2 0 6 15,3 25-1-15,-2 10 25 16,2 7-26-16,-4 1 2 16,-3-1-6-16,-1 0-11 15,-2-4 0-15,3-4 5 16,-1 0-10-16,1-6 4 16,1-2-24-16,1-5-53 15,1-5-51-15,-3-8-162 0,-3-7-419 16,-6-1-874-16</inkml:trace>
  <inkml:trace contextRef="#ctx0" brushRef="#br1" timeOffset="32836.58">22476 14087 2089 0,'0'0'246'0,"0"0"-152"16,0 0-30-16,223-81-64 15,-123 57-104-15,-8 9-553 0</inkml:trace>
  <inkml:trace contextRef="#ctx0" brushRef="#br1" timeOffset="33728.71">20417 14512 1455 0,'0'0'312'0,"0"0"-132"15,0 0 145-15,0 0-142 16,0 0-116-16,0 0 64 15,0 0-14-15,113 40-29 16,-55-12-21-16,14 8-4 16,30 16-20-16,39 10-16 15,36 8-2-15,24 2-13 16,-4-7-3-16,-14-11 0 16,-30-8-1-16,-32-10-8 15,-30-8 12-15,-34-10-12 16,-14-5-1-16,-7 0-5 0,-5-4-38 15,-9 0-3-15,-13-9-4 16,-9 0 36-16,0 0-17 16,-2 0 5-16,-13-16-13 15,-6-2-18-15,-1-2-38 16,-3-2 1-16,-4-4 52 16,-2-2 34-16,0 3 9 15,0 2 21-15,6 0 55 16,3 6 12-16,8 2 13 15,6 8-13-15,6 2-4 16,2 5-60-16,0 0-24 16,22 18 0-16,7 8 7 0,7 9 23 15,3 5-28-15,1 2 23 16,-1 3-13 0,-10-6-10-16,-7-2-1 0,-13 3 0 15,-9-8 15-15,0 1-10 16,-14-4 0-16,-3-3 0 15,-1-3-12-15,7-11-64 16,1-3-113-16,8-7-519 0</inkml:trace>
  <inkml:trace contextRef="#ctx0" brushRef="#br1" timeOffset="34322.61">22830 15136 1807 0,'0'0'322'0,"0"0"-126"16,0 104 121-16,0-65-181 16,0-2-48-16,3-7-26 15,-1-10-36-15,0-8 2 16,-2-12-27-16,0 0 22 0,-17-21-4 16,-8-20-4-1,-4-8-9-15,2-10 9 0,7-4 9 16,11-7 4-16,9 3 18 15,12 4-45-15,23 9 8 16,5 16-9-16,0 19 0 16,-7 18-8-16,-10 1 0 15,-19 32-2-15,-4 12 10 16,-27 2-1-16,-10 2 2 16,-1-8 10-16,9-12-11 15,13-10 0-15,16-12-15 16,0-6-6-16,29 0 17 15,16 0 4-15,9 0 7 0,4 10-7 16,-6 4 0 0,-6 8 2-16,-17 2-10 0,-14 5 2 15,-15 3 6-15,-2 4 1 16,-27-7 5-16,-11 0-6 16,-2-3 0-16,-3-6-20 15,-3-3-35-15,-16 4-53 16,9-7-384-16,3-2-1104 0</inkml:trace>
  <inkml:trace contextRef="#ctx0" brushRef="#br1" timeOffset="35118.83">20227 14749 1018 0,'0'0'564'16,"0"0"-372"-16,0 0 59 15,0 0-73-15,0 0-97 16,0 0-43-16,0 0 88 15,42 48 66-15,7 30-43 0,29 35-29 16,22 36-27 0,10 12-46-16,-6-11-14 0,-8-15-32 15,-26-35 16-15,-14-22-11 16,-12-20 6-16,-6-8 1 16,4 8-2-16,0 1-11 15,4-1 0-15,-15-10-7 16,-10-12 13-16,-7-14-12 15,-5-12 3-15,-7-10-45 16,-2 0-19-16,0-27-110 16,-2-4-409-16,-11 4-139 0</inkml:trace>
  <inkml:trace contextRef="#ctx0" brushRef="#br1" timeOffset="35365.43">21115 15927 1553 0,'0'0'374'0,"0"0"-152"15,0 0-10-15,0 0-81 16,0 0 15-16,115 89-60 16,-72-49-22-16,1 2-13 15,-4-2-21-15,-2-4-15 16,-9-2-13-16,-9-2 8 16,-11-6-9-16,-9-4 1 15,0 1 9-15,-25-4-1 16,-12 2 17-16,-10-3-6 15,-3-9-13-15,8-4-8 16,7-5-60-16,16 0-135 16,11 4-165-16,6-4-409 0</inkml:trace>
  <inkml:trace contextRef="#ctx0" brushRef="#br1" timeOffset="36242.69">22351 16160 788 0,'0'0'951'16,"0"0"-796"-16,0 0 123 15,0 0-45-15,0 0-132 16,0 0-40-16,0 0-10 16,-142-36-18-16,105 62-11 15,-2 10 32-15,3 8-21 0,7 2 17 16,13 3-15 0,14 1-7-16,2-10-10 0,25-6-12 15,18-10 6-15,11-10-12 16,14-12 11-16,1-2-10 15,0-4-2-15,-7-12-91 16,-15-3-111-16,-20-8-258 16,-16 8-97-16,-11-2-918 0</inkml:trace>
  <inkml:trace contextRef="#ctx0" brushRef="#br1" timeOffset="36971.94">20247 14795 1094 0,'0'0'203'0,"0"0"-145"0,0 0 46 16,0 0 23-16,0 0-15 16,0 0 68-16,0 0-60 15,29 118 21-15,-20-69-2 16,5 14-36-16,1 7 0 16,7 30-5-16,5 35-18 15,9 43-31-15,-3 14 23 16,-2-1-14-16,-4-20 3 15,-5-29-17-15,0-3-11 16,3-9-8-16,-7-24-7 16,-3-22-3-16,-3-26-7 15,-1-7 12-15,-3 2-19 16,2 5 16-16,-1-5-10 16,-3-16 1-16,-2-11-8 0,2-13 1 15,-6-9 0-15,0-4-1 16,0 0-7-16,0-17-81 15,0-18-108-15,0 3-442 16,0 2-647-16</inkml:trace>
  <inkml:trace contextRef="#ctx0" brushRef="#br1" timeOffset="37266.17">20490 16695 383 0,'0'0'1735'0,"0"0"-1533"0,0 0-175 16,0 0-11-16,0 0-3 15,0 0-12-15,60 103 5 16,-51-90-6-16,-5-2 6 16,-4-8-4-16,0-3 12 15,0 0 22-15,0 0-12 16,-4-9 3-16,-7-3-26 15,2 2 7-15,4-5-7 16,3 3-2-16,2-6-9 16,0 5-2-16,0-5-50 15,20-1-119-15,-1 3-79 16,-2 6-484-16</inkml:trace>
  <inkml:trace contextRef="#ctx0" brushRef="#br1" timeOffset="38302.59">22108 16026 519 0,'0'0'592'0,"0"0"-526"0,0 0-66 15,0 0-309-15</inkml:trace>
  <inkml:trace contextRef="#ctx0" brushRef="#br1" timeOffset="39172.41">22149 16078 1273 0,'0'0'330'0,"0"0"-149"15,0 0 27-15,0 0-116 16,0 0-47-16,6 116 74 15,-6-44-4-15,0 10-25 0,-4 3 29 16,-12-5-41-16,3-10-16 16,1-12-26-16,6-17 3 15,4-18-21-15,2-10-6 16,0-13-11-16,0 0 20 16,0-14 39-16,6-20-45 15,-2-12 0-15,-1-12-9 16,-3 0-2-16,0-5-4 15,0-4 1-15,-7 9 7 16,7-4-8-16,0 8 6 16,0 2-6-16,18 10 0 15,5 7 6-15,4 14-2 16,4 19-4-16,2 2-1 0,5 28 1 16,2 25 13-16,3 8-2 15,-1 7-10-15,-1 4 19 16,2-5-13-16,-5-1 1 15,-7-13-1-15,-6-2-7 16,-8-15 1-16,-7-6-1 16,-4-11 0-16,-6-10 0 15,0-4-21-15,0-5-17 16,0 0-11-16,-8-14-120 16,-23-5-209-16,1 1-104 15,-1 6-382-15</inkml:trace>
  <inkml:trace contextRef="#ctx0" brushRef="#br1" timeOffset="39346.84">22128 16624 1388 0,'0'0'333'15,"0"0"-24"-15,0 0 67 16,0 0-187-16,0 0-107 16,0 0-52-16,158-97 7 15,-86 65-19-15,-3-1 6 16,-6 7-24-16,-10 5-110 15,0-6-369-15,-14 9-127 16,-10 4-638-16</inkml:trace>
  <inkml:trace contextRef="#ctx0" brushRef="#br1" timeOffset="39825.21">22730 16226 1060 0,'0'0'1051'15,"0"0"-803"-15,0 0-113 0,0 0 23 16,0 0-30-16,0 0-55 15,105 130 0-15,-81-85-37 16,-3-5-1-16,-8-4-29 16,-5-10 3-16,-2-4-9 15,-6-12 0-15,0-10 0 16,-2 0 0-16,-15-27 16 16,1-14-14-16,1-11 1 15,5-12 3-15,4 1-6 16,6 1 0-16,6 8-1 15,19 10-5-15,8 3 1 16,2 16 4-16,-4 11 1 0,-6 14-1 16,-12 4-18-16,-13 28 10 15,0 17-3-15,-27 0-4 16,-4 1-20-16,4-10-34 16,10-14-30-16,15-17 13 15,2-9 23-15,15 0-15 16,18-9 79-16,7 1 9 15,7 8 30-15,-3 0 19 16,-1 17-2-16,-10 15-12 16,-12 7-14-16,-17 6 10 15,-4 5-13-15,-18 2 24 16,-20-6-35-16,-7-2 3 16,-5-8-17-16,-4-10-2 0,0 1-5 15,-2-5-66-15,-28 14-144 16,12-8-289-16,6 2-543 0</inkml:trace>
  <inkml:trace contextRef="#ctx0" brushRef="#br1" timeOffset="40283.54">21212 17219 1377 0,'0'0'302'0,"0"0"-214"16,-31 110 209-16,31-52-117 16,0-4-40-16,13-5-23 15,18-10-6-15,14-20-32 0,11-19-6 16,13-8 1-16,4-33 22 15,-1-13-11-15,-15 0-61 16,-20-4 7-16,-22 10-11 16,-15 4 5-16,-17 12-23 15,-26 9-4-15,-13 20-2 16,-49 15-107-16,14 24-195 16,0 8-885-16</inkml:trace>
  <inkml:trace contextRef="#ctx0" brushRef="#br1" timeOffset="42903.06">27249 9073 1506 0,'0'0'252'16,"0"0"132"-16,0 0-64 15,0 0-152-15,0 0-80 16,0 0-64-16,-4 35-9 16,4 17 40-16,0 16 30 15,0 11-61-15,0 6 24 16,0-1-30-16,0-3 3 15,-6-9-14-15,-2-7-5 16,-1-12 4-16,0-11-5 16,2-10-2-16,1-9 4 15,1-11-12-15,3-10-63 16,-2-11-5-16,0-15-205 0,-2-5-525 0</inkml:trace>
  <inkml:trace contextRef="#ctx0" brushRef="#br1" timeOffset="43220.27">27210 9114 1181 0,'0'0'275'16,"0"0"-33"-16,141-73-55 15,-72 49-54-15,-7 14-22 0,-6 10-59 16,-13 0-22-16,-14 29-16 15,-11 4-5-15,-14 9 16 16,-4 3-1-16,-2-1 78 16,-25 0 5-16,-7 0 6 15,-7-4-19-15,-7-3-24 16,-2-8-27-16,2-5-26 16,6-6-5-16,9-6-6 15,6-5-3-15,9-5-3 16,5-2-12-16,6 0-48 15,7-18-92-15,0 2-231 16,5-1-284-16</inkml:trace>
  <inkml:trace contextRef="#ctx0" brushRef="#br1" timeOffset="43511.42">27931 8949 872 0,'0'0'541'0,"0"0"-423"16,0 0 128-16,0 0-97 15,-107 129 17-15,85-71 39 16,6 4-30-16,5-4-53 0,9-7-61 15,2-12-28 1,0-4-26-16,8-7 0 0,6-9 8 16,-1 1-30-16,10 1-59 15,-4-5-247-15,-1-2-383 0</inkml:trace>
  <inkml:trace contextRef="#ctx0" brushRef="#br1" timeOffset="43901.92">28016 9636 1480 0,'0'0'332'0,"0"0"-63"15,0 0-7-15,0 0-193 0,0 0-21 16,0 0-32 0,10-125 23-16,0 88 28 0,-1-2-17 15,1-2-2-15,7 0 12 16,-2-2-17-16,7 1-33 15,3 2 24-15,2 3-33 16,0 6 28-16,-8 4-6 16,-3 12 24-16,-5 7 7 15,-7 8 0-15,1 0-51 16,2 16 7-16,2 12-10 16,1 7 9-16,4-2 2 15,-1 3-10-15,1-1-1 16,-1 0 1-16,-2-3 0 15,-1-2 1-15,-4-2-2 16,0-3 0-16,1-8-3 0,0-3-6 16,0-3-92-16,-1-6-61 15,-1-2-61-15,1-3-71 16,-1 0-6-16,-2-10-417 0</inkml:trace>
  <inkml:trace contextRef="#ctx0" brushRef="#br1" timeOffset="44091.32">28031 9460 1395 0,'0'0'358'16,"0"0"-76"-16,0 0-21 0,0 0-77 16,0 0-63-16,0 0-80 15,136-21-23-15,-80 8-3 16,0 1-15-16,15-2-34 15,-15 4-349-15,-12 2-470 0</inkml:trace>
  <inkml:trace contextRef="#ctx0" brushRef="#br1" timeOffset="44474.01">28691 8993 1431 0,'0'0'306'16,"0"0"82"-16,0 0-40 15,0 0-219-15,0 0-92 16,0 0 114-16,-7 103-32 16,7-49-20-16,-4 4-57 15,-2-2-23-15,-4-1-4 0,1-4-15 16,-1 0-9-16,-7-1-65 15,-12 16-106-15,5-13-502 16,-3-7-1237-16</inkml:trace>
  <inkml:trace contextRef="#ctx0" brushRef="#br1" timeOffset="46237.36">28903 9189 1640 0,'0'0'290'0,"0"0"-201"0,0 0 182 16,4 127-101-16,0-57-70 15,4 4-36-15,0-3-25 16,3-9-21-16,-3-10-9 15,-4-10 2-15,-2-14-8 16,-2-10-3-16,0-11-13 16,0-7-36-16,-2 0-23 15,-10-25-64-15,1-8-41 16,1-8 90-16,2-7 59 16,8-6 21-16,0-4 14 15,14-2-5-15,15-1-2 16,11 6 17-16,2 2 31 15,5 9 5-15,-3 5 46 0,-1 12 33 16,-5 4-16-16,-7 14-71 16,-6 9-21-16,-3 0-23 15,-5 14-1-15,-3 16 0 16,-9 5 1-16,-5 4-1 16,0 3 0-16,-16 2 4 15,-13 0-2-15,-5 0-2 16,-3 0 13-16,1-4-1 15,5-1-11-15,4-9 0 16,9-4-1-16,5-4 1 16,4-3-1-16,2-5 6 15,5-3-14-15,2-1 17 16,0-4 0-16,0-1-7 0,7-5 89 16,13 0 13-16,6 0-36 15,3-5-43-15,3-5-16 16,-3 2-9-16,-7 4-33 15,-2-1-48-15,-4 2-104 16,4-3-175-16,-5 1-182 16,1-4-426-16</inkml:trace>
  <inkml:trace contextRef="#ctx0" brushRef="#br1" timeOffset="47077.67">29571 8947 1370 0,'0'0'272'0,"0"0"-113"16,0 0-77-16,0 103 74 15,7-38 12-15,-2 9-57 16,-5-2-9-16,2-3-19 15,-2-9-57-15,0-11 12 16,0-9-21-16,0-13 1 16,0-8-9-16,0-9 4 15,0-6-3-15,0-4-4 16,0 0 27-16,0 0 58 16,0-19 6-16,0-2-82 15,0-7 7-15,0 0-7 0,0-4 12 16,2 2-9-16,16 2-17 15,9 3-1-15,4 7 9 16,2 10-11-16,-2 8 4 16,-4 0 26-16,-4 10-22 15,-10 14-5-15,-4 5-1 16,-7 0 2-16,-2 2 3 16,0-3-4-16,0-7-2 15,0-2-50-15,0-6-59 16,0-13-127-16,0 0-240 15,0 0-74-15</inkml:trace>
  <inkml:trace contextRef="#ctx0" brushRef="#br1" timeOffset="47325.46">30030 8791 1577 0,'0'0'319'0,"0"0"-93"16,0 0-102-16,0 0 23 15,0 0-52-15,19 141-51 16,-19-100-20-16,0-3-21 16,0-3 9-16,0-10-14 0,-9-2 2 15,-1-7-141-15,-5-8-144 16,-1-2-99-16,3-6-442 0</inkml:trace>
  <inkml:trace contextRef="#ctx0" brushRef="#br1" timeOffset="47466.85">29906 9064 1121 0,'0'0'538'16,"0"0"-259"-16,0 0-35 15,0 0-117-15,0 0-116 16,0 0-11-16,129-16-14 15,-76 11-120-15,-10 3-123 16,-9 2-413-16</inkml:trace>
  <inkml:trace contextRef="#ctx0" brushRef="#br1" timeOffset="47882.93">30350 8793 1345 0,'0'0'279'15,"0"0"3"-15,0 0-70 16,0 0-120-16,0 0-16 16,62 139 31-16,-45-61 10 15,-7 8 25-15,-10 4-5 16,0 0-59-16,-10-10-13 15,-7-10-53-15,-3-11-1 16,-3-13-11-16,2-13 0 16,-2-8-42-16,-13-15-135 0,7-6-280 15,3-4-359-15</inkml:trace>
  <inkml:trace contextRef="#ctx0" brushRef="#br1" timeOffset="102706.19">16712 11253 329 0,'0'0'916'15,"0"0"-601"-15,0 0-38 0,0 0-31 16,0 0-9-16,0 0-61 16,-18-2-6-16,18-6-26 15,18-2-47-15,10-4-32 16,11-2-38-16,5-2-12 16,-1 1 1-16,-3 6-14 15,-9 2-1-15,-9 9-2 16,-9 0-9-16,-6 5 9 15,-5 17 0-15,-2 6 1 16,0 7-6-16,0 2 16 0,0-1-16 16,-7 0 21-1,3-4-16-15,4-6 2 0,0-4-1 16,0-7 0-16,0-6 0 16,0-4 0-16,0-3 0 15,0-2-19-15,0 0-119 16,0 0-10-16,0 0-238 15,0 0-272-15</inkml:trace>
  <inkml:trace contextRef="#ctx0" brushRef="#br1" timeOffset="102887.45">16712 11465 1587 0,'0'0'500'16,"0"0"-271"-16,0 0 23 0,0 0-125 15,138-69-105-15,-78 46 25 16,-4 1-47-16,-7 6 5 16,-5 2-5-16,12 0-82 15,-14 7-300-15,-6-1-277 0</inkml:trace>
  <inkml:trace contextRef="#ctx0" brushRef="#br1" timeOffset="103187.98">17265 11189 1413 0,'0'0'317'0,"0"0"-122"0,0 0-39 16,0 0-30-16,0 0 10 16,0 0-9-16,0 0-15 15,-56 116-36-15,62-103 12 16,21-8-17-16,4-5 28 15,7 0-57-15,0-16-12 16,-4-6-23-16,-13-3 7 16,-9-2 1-16,-12 1-14 15,0 1 2-15,-9 4 9 16,-13 5-24-16,-3 6 12 16,1 8 0-16,-1 2-54 15,-8 20-90-15,6 7-403 16,2 2-455-16</inkml:trace>
  <inkml:trace contextRef="#ctx0" brushRef="#br1" timeOffset="103516.74">16640 11855 1285 0,'0'0'338'0,"0"0"-85"16,0 0 263-16,0 0-277 0,197-64-111 16,-46 10-14-16,16-4-22 15,-26 9-4-15,-41 15-28 16,-44 13-6-16,-14 6-45 15,-2-2 5-15,-4 6-14 16,-5 1-1-16,-14 5-37 16,-9 5-17-16,-8 0-29 15,0 9-148-15,-18 8-248 16,-3 2-225-16</inkml:trace>
  <inkml:trace contextRef="#ctx0" brushRef="#br1" timeOffset="103960.36">17082 11821 763 0,'0'0'615'16,"0"0"-441"-16,0 0 11 15,0 0-12-15,-114 102-89 16,107-82-25-16,7-1-20 15,0-10-1-15,27-1 120 16,15-4 27-16,8 1-84 16,2 0-50-16,-4 5-20 15,-11 2-19-15,-12 7-8 0,-14 2-4 16,-11 2-1 0,0 0-6-16,-13 2 7 0,-14-4 10 15,-2-2-8-15,2-8 7 16,2-6-1-16,8-5 16 15,3 0-16-15,12-14 22 16,2-13-14-16,2 0-3 16,21-7-11-16,4-3 13 15,4-3 24-15,-2 2-3 16,0 0 6-16,-7 4-41 16,-4 6 25-16,-4 3-26 15,-6 8 0-15,-1 3-52 16,-3 6-145-16,6 1-294 15,-4 4-71-15,1 3-425 0</inkml:trace>
  <inkml:trace contextRef="#ctx0" brushRef="#br1" timeOffset="104149.49">17365 11805 724 0,'0'0'384'0,"0"0"2"0,0 0-104 16,24 104-62-16,-13-72 3 16,3-8-73-16,8-6-48 15,9-10-32-15,12-8 76 16,3-2-56-16,1-20-23 15,-5-6-42-15,-8-7-3 16,-12-4-10-16,-11 0-4 16,-11 4 23-16,0 7-30 15,-22 9-1-15,-38 19-3 16,6 3-61-16,-6 17-555 0</inkml:trace>
  <inkml:trace contextRef="#ctx0" brushRef="#br1" timeOffset="107239.44">15951 13441 1363 0,'0'0'785'0,"0"0"-456"16,0 0-85-16,0 0-119 15,0 0-29-15,0 0-41 16,49 79 50-16,-35-45-35 16,-3-3 4-16,-2-1-41 0,-1-4-11 15,2-4-10 1,-6-3-11-16,0-5-1 0,-1-2-3 15,-1-6-11-15,2-4-109 16,10-2-32-16,-3-7-208 16,1-8-806-16</inkml:trace>
  <inkml:trace contextRef="#ctx0" brushRef="#br1" timeOffset="107515.88">16210 13441 1776 0,'0'0'321'0,"0"0"-243"16,0 0 140-16,0 0-153 15,-2 128-3-15,4-101 4 0,11-11-2 16,9-11-25-16,7-5 38 16,7-2-16-16,7-21-38 15,-3-10-5-15,-9-6-12 16,-11-5 23-16,-18-2-29 15,-2 3 21-15,-11 11 0 16,-15 11 27-16,-9 13-40 16,0 8-8-16,-3 5-6 15,-9 35-132-15,7-2-187 16,11 0-465-16</inkml:trace>
  <inkml:trace contextRef="#ctx0" brushRef="#br1" timeOffset="107905.46">15639 14217 1540 0,'0'0'294'0,"0"0"11"16,0 0 71-16,166-51-194 16,-20-2-58-16,48-15 3 15,6-1-9-15,-32 17-9 16,-56 20-92-16,-50 14 5 15,-15 4-22-15,4-4-19 16,-1 1-35-16,-2-3 13 16,-13 3 14-16,-10 5 6 15,-9 3-11-15,-11 8-61 16,-5 1-71-16,-12 10-464 16,-8 4-246-16</inkml:trace>
  <inkml:trace contextRef="#ctx0" brushRef="#br1" timeOffset="108582.71">16250 14245 1151 0,'0'0'292'16,"0"0"-113"-16,0 0 135 15,-138 92-113-15,107-70-54 16,13-2-44-16,13-4-49 0,5-6-8 16,16 0-11-1,18 0 74-15,10 2-66 0,7 5-1 16,0 0-27-16,1 6-3 16,-13-1-11-16,-6 3-1 15,-16 4 0-15,-13-5 6 16,-4 0-14-16,-6 0 16 15,-19-4 11-15,-4-2-11 16,2-4 5-16,6-4-7 16,2-10 7-16,11 0 13 15,8-6 32-15,0-20-21 16,8-10-37-16,17-6 22 16,2-4-11-16,0-2-11 15,-8 2 12-15,-1 5 13 16,-7 5-8-16,-4 2-8 0,0 7 2 15,-3 0-10-15,1 3-2 16,3 0-4-16,2 2-1 16,5 3-103-16,3 4-212 15,4 7-317-15,-2-1-12 16,3 9 239-16,-6 0 217 16,-1 0 194-16,-3 5 158 15,-1 13 187-15,-1 8-49 16,-3 6-66-16,2 3-73 15,1 6-34-15,2-7-41 16,7-5-34-16,5-13-12 16,10-12 33-16,7-4 64 15,3-18-78-15,-1-17 0 0,-5-11-22 16,-10 0-8 0,-16 4-6-16,-13 8 59 0,0 10-1 15,-27 12-50-15,-15 12-27 16,-47 15-83-16,6 19-268 15,-6-1-924-15</inkml:trace>
  <inkml:trace contextRef="#ctx0" brushRef="#br1" timeOffset="129554.36">20548 9261 1264 0,'0'0'402'0,"0"0"-149"0,0 0 10 16,0 0-116-16,0 0 5 16,0 0 13-16,69-72-31 15,-44 60-46-15,-1 1-31 16,5 7-29-16,0 4-26 16,0 0-2-16,0 15 0 15,-9 16 0-15,-11 3 0 16,-9 6 13-16,0 0 5 15,-22-4 21-15,-7-2-2 16,2-8-10-16,2-5 3 16,8-10-22-16,7-3 5 15,6-6-11-15,4-2 10 16,0 0-3-16,0 0-8 0,14-10-1 16,7 3 0-16,4 3-9 15,0 4 18-15,-3 0-19 16,-4 14 14-16,-4 9-5 15,-12 7 2-15,-2 3-1 16,-5-1 6-16,-21-2 11 16,-6-4 4-16,1-4-20 15,0-6 3-15,4-6 11 16,7-5-21-16,7-5 6 16,3 0-34-16,10-15-82 15,0-3-187-15,8-5-475 0</inkml:trace>
  <inkml:trace contextRef="#ctx0" brushRef="#br1" timeOffset="129892.41">20847 9261 1540 0,'0'0'360'15,"0"0"-250"-15,0 0 37 16,0 0-2-16,0 0-27 15,0 0-6-15,19 121-30 16,16-101 8-16,9-9-25 16,5-11 6-16,4 0-39 15,-4-7 8-15,-5-13-27 0,-9-3 1 16,-16-1-8 0,-7-5 1-16,-12 3 2 0,0 3 17 15,-18 2 13-15,-16 7-23 16,-3 6 20-16,-6 4-30 15,1 4-4-15,2 0-1 16,8 0 0-16,10 0-1 16,8 4-38-16,12-4-65 15,2 0-92-15,18-4-161 16,7-12-659-16</inkml:trace>
  <inkml:trace contextRef="#ctx0" brushRef="#br1" timeOffset="130095.13">21315 8969 1739 0,'0'0'356'16,"0"0"-121"-16,0 0 40 15,8 153-71-15,-8-86-58 16,0 5-26-16,0-5-57 16,0-9-29-16,0-5-26 15,0-11 6-15,3-10-14 16,6-10-1-16,2-10-47 15,16-12-70-15,-1 0-176 16,1-18-608-16</inkml:trace>
  <inkml:trace contextRef="#ctx0" brushRef="#br1" timeOffset="130365.02">21524 9162 1555 0,'0'0'330'0,"0"0"-106"16,0 0 18-16,0 0-132 15,137-48-57-15,-111 58-23 16,-2 20 59-16,-3 7-42 16,-6 7 27-16,-3-3-8 15,-4-1-30-15,1-3-23 16,-2-9-4-16,0-5-4 15,-3-4-4-15,0-10-2 0,1-1-62 16,1-8-56-16,-1 0-195 16,-2-1-259-16</inkml:trace>
  <inkml:trace contextRef="#ctx0" brushRef="#br1" timeOffset="130739.79">21549 9394 1711 0,'0'0'596'0,"0"0"-329"16,0 0-118-16,0 0-122 15,109-104-1-15,-58 72-26 16,-4-4-96-16,-7 3-275 16,-9 6-258-16,-10 7-94 15,-10 6 328-15,-9 5 395 0,-2 9 250 16,0 0 407-16,0 0-462 15,0 17 21-15,0 9 62 16,8 3-51-16,11 2-57 16,10-4-30-16,10-10-31 15,13-7-22-15,10-8-12 16,1-2-51-16,-1-12 10 16,-10-14-28-16,-15-4 0 15,-14-4 0-15,-15 0 19 16,-8 2-8-16,-2 4-10 15,-18 7-7-15,-9 11 11 16,-9 10-22-16,-37 17-65 16,7 14-112-16,-3 8-640 0</inkml:trace>
  <inkml:trace contextRef="#ctx0" brushRef="#br1" timeOffset="137752.48">22554 9729 879 0,'0'0'286'16,"0"0"-8"-16,0 0 111 16,0 0-50-16,0 0-127 15,0 0-36-15,81-26-55 16,-50 17-36-16,-4 4-25 15,-6 1-48-15,-5 4-12 16,-11 0-3-16,-5 9-11 16,-5 16 14-16,-21 8 20 15,-10 2-8-15,1 3-2 16,3 1-2-16,6-8-8 16,9-2 0-16,9-5 10 0,6-7-16 15,2-4 8 1,0-3-3-16,0-4 2 0,8-3 5 15,11-1-6-15,-2-2 0 16,10 0 0-16,2 0-10 16,22-21-107-16,-4-4-476 15,-7-1-721-15</inkml:trace>
  <inkml:trace contextRef="#ctx0" brushRef="#br1" timeOffset="138098.93">22942 9671 849 0,'0'0'270'0,"0"0"-48"16,0 0-30-16,0 0-22 15,0 0-20-15,0 0-68 16,0 0-26-16,17 58-22 15,0-44 8-15,0 3 8 16,3-2 25-16,1 3-45 16,-4 0 11-16,-5 1-21 15,-6-2-3-15,-6 0-16 16,0-3 55-16,0 0 20 0,-18 0 11 16,1-4 16-1,-4 0-73-15,1-4 10 0,5-2-39 16,-1-4 11-16,5 0-12 15,-2-18-82-15,3-5-289 16,2 2-587-16</inkml:trace>
  <inkml:trace contextRef="#ctx0" brushRef="#br1" timeOffset="138266.07">22969 9715 212 0,'0'0'1847'0,"0"0"-1491"16,0 0-214-16,0 0-86 16,0 0-56-16,123-70-38 0,-86 61-232 15,-8-3-237-15,-4 3-502 16</inkml:trace>
  <inkml:trace contextRef="#ctx0" brushRef="#br1" timeOffset="138466.15">23441 9529 1669 0,'0'0'267'15,"0"0"-11"-15,0 0 74 16,-73 107-145-16,46-63-42 16,0-3-17-16,3-1-63 15,6-5-23-15,4-8-28 0,8-6-24 16,6-7 9-1,0-12-97-15,13-2-267 0,5 0-734 16</inkml:trace>
  <inkml:trace contextRef="#ctx0" brushRef="#br1" timeOffset="138753.29">23640 9595 1577 0,'0'0'315'16,"0"0"-167"-16,0 0 131 16,0 0-164-16,0 0-48 15,0 0-34-15,75 102-10 16,-75-66-6-16,0-4-2 15,0-1 1-15,-4-9-14 16,0-5-4-16,1-6 2 16,-1-8-67-16,0-3-425 15,2 0-206-15</inkml:trace>
  <inkml:trace contextRef="#ctx0" brushRef="#br1" timeOffset="138916.43">23555 9811 618 0,'0'0'1232'0,"0"0"-713"0,0 0-294 16,0 0-146-16,0 0-35 15,133-76-38-15,-88 56-6 16,-5-1 0-16,5-2-236 16,-11 1-338-16,-7 4-353 0</inkml:trace>
  <inkml:trace contextRef="#ctx0" brushRef="#br1" timeOffset="139126.25">23941 9595 1094 0,'0'0'310'0,"0"0"-52"16,0 0 94-16,0 0-102 15,4 108-87-15,14-82-47 0,8-6-24 16,10-12 11 0,13-8-67-16,3 0 7 0,4-19-29 15,-6-10-6-15,-7 0-7 16,-11-2-1-16,-15 4 1 15,-13 8-1-15,-4 5 3 16,-9 8 6-16,-26 6-18 16,-48 4-109-16,8 16-394 15,-6 4-963-15</inkml:trace>
  <inkml:trace contextRef="#ctx0" brushRef="#br1" timeOffset="144007.02">23042 10527 778 0,'0'0'396'0,"0"0"-253"16,0 0 8-16,0 0-81 15,0 0-21-15,129-24-21 16,-113 16 52-16,-9 2 27 16,-7 5 64-16,-5 1 29 15,-19 0-122-15,-10 0-31 16,-1 5-45-16,-5 7 16 16,2 2-17-16,2 1 10 15,3-1-5-15,8-1 11 16,8-1 0-16,5 0-15 0,10-3-2 15,2-6 13-15,16 1-1 16,15-1 6-16,7 1-2 16,2 2-5-16,-7 4 30 15,-4 4-8-15,-13 3-17 16,-7 2 2-16,-9 1-6 16,0-2 30-16,-18 0 5 15,-13-1 41-15,-7 0-24 16,-4-3 4-16,2 1-43 15,3-6-10-15,8-4-8 16,10-2-7-16,9-3 0 16,10 0-46-16,3-5-79 15,19-7-379-15,3-1-446 0</inkml:trace>
  <inkml:trace contextRef="#ctx0" brushRef="#br1" timeOffset="144241.2">23395 10535 1891 0,'0'0'582'15,"0"0"-466"-15,0 0 13 16,0 0 33-16,-60 125-70 16,28-75-2-16,-1 0-21 15,-1-3-21-15,6-3-30 16,1-9-18-16,6-4 3 15,5-9-3-15,8-8 0 16,3-7-99-16,5-7-39 0,11 0-139 16,10-3-700-16</inkml:trace>
  <inkml:trace contextRef="#ctx0" brushRef="#br1" timeOffset="144494.96">23385 10721 1363 0,'0'0'383'16,"0"0"-134"-16,0 0 17 15,0 0-118-15,116-15-93 16,-95 33-24-16,-8 10 2 0,-9 2 25 16,-4 4 10-16,0 1-7 15,0-4-10-15,0-3-43 16,-2-6 20-16,-3-4-27 15,3-6-2-15,0-3-12 16,2-8-127-16,-2-1-189 16,0 0-51-16,-2 0-622 0</inkml:trace>
  <inkml:trace contextRef="#ctx0" brushRef="#br1" timeOffset="144660.26">23372 10936 776 0,'0'0'1112'0,"0"0"-584"0,0 0-223 16,0 0-214-16,0 0-55 16,114-64-30-16,-65 46-6 15,0 0-83-15,-7 0-179 16,5-7-256-16,-13 6-299 16,-10 5-268-16</inkml:trace>
  <inkml:trace contextRef="#ctx0" brushRef="#br1" timeOffset="144870.09">23751 10742 776 0,'0'0'773'0,"0"0"-482"15,0 0-110-15,0 0 112 16,0 0-72-16,-24 109-47 16,24-75-67-16,24-5-2 15,21-7-63-15,15-10 25 16,9-10-31-16,-5-2-15 0,-6-10-15 16,-15-12-6-1,-19-6 2-15,-14-2 8 0,-10 2-19 16,-12 3 26-16,-19 6-23 15,-11 7 6-15,-8 6 0 16,0 6-34-16,-18 0-75 16,13 10-275-16,8 3-912 0</inkml:trace>
  <inkml:trace contextRef="#ctx0" brushRef="#br1" timeOffset="146418.02">22982 11229 1685 0,'0'0'484'0,"0"0"-372"16,0 0 115-16,0 0-117 15,-129 126 21-15,96-81-22 0,1-6-22 16,8-4-35-16,8-9-20 16,7-8-19-16,5-6-12 15,2-6 1-15,2-4-1 16,0 0-2-16,2-2-85 16,11 0-121-16,7 0-485 0</inkml:trace>
  <inkml:trace contextRef="#ctx0" brushRef="#br1" timeOffset="146702.88">22982 11478 1317 0,'0'0'505'16,"0"0"-235"0,0 0-13-16,0 0-170 0,-65 123-17 15,65-98-36-15,3-9 24 16,19-6-9-16,9-10 20 15,3 0-33-15,-1 0-17 16,-6-16 0-16,-12-2 20 16,-8 1 49-16,-7-4-34 15,0 3 34-15,-2 2-49 16,-12 2-4-16,-3 4-29 16,-1-1 4-16,2 8-10 15,3 1-32-15,2 2-62 16,11 0-136-16,0 8-369 15,15 0-607-15</inkml:trace>
  <inkml:trace contextRef="#ctx0" brushRef="#br1" timeOffset="146912.86">23348 11575 1493 0,'0'0'548'0,"0"0"-192"15,0 0-79-15,0 0-85 16,-140 139-75-16,95-92-43 15,1-3-35-15,1 0-38 16,-2-4 16-16,0-6-4 16,3-6-11-16,7-8-1 15,8-3-1-15,9-6-38 16,16-7-71-16,8-4-123 16,21 0-364-16,4 0-630 0</inkml:trace>
  <inkml:trace contextRef="#ctx0" brushRef="#br1" timeOffset="147212.79">23212 11857 1392 0,'0'0'530'16,"0"0"-316"-16,0 0-44 15,0 0-10-15,0 0-55 16,127 36 12-16,-114-4-13 0,-9 5 14 16,-4-2-40-16,0 3-30 15,-6-4-8-15,-12-3-40 16,0-5 13-16,0-6 2 16,5-6-30-16,4-6 2 15,5-6-36-15,4-2-7 16,0 0-17-16,0-4-175 15,0-8-308-15,0 1-522 0</inkml:trace>
  <inkml:trace contextRef="#ctx0" brushRef="#br1" timeOffset="147347.69">23163 12069 851 0,'0'0'1030'0,"0"0"-562"16,0 0-257-16,0 0-144 15,131-44-67-15,-69 30-198 16,-8 2-472-16</inkml:trace>
  <inkml:trace contextRef="#ctx0" brushRef="#br1" timeOffset="147549.93">23479 12022 1370 0,'0'0'533'15,"0"0"-186"-15,0 0-76 16,0 0-144-16,0 0-18 15,24 106-35-15,24-106 20 16,5 0-65-16,0-9-11 16,-6-10-12-16,-11-6 4 0,-20 1-3 15,-16 2-6-15,-2 3 0 16,-37 6 12-16,-13 7-26 16,-58 8 7-16,12 18-103 15,-5 6-444-15</inkml:trace>
  <inkml:trace contextRef="#ctx0" brushRef="#br1" timeOffset="156330.42">20407 13433 757 0,'0'0'865'16,"0"0"-583"-16,0 0 58 15,0 0-154-15,0 0-131 16,0 0-41-16,0 55 49 16,0-20 25-16,-6 6-12 15,-3-5-1-15,3-5-32 16,-2-4-22-16,6-8-12 15,0-7 0-15,2-3-8 16,0-7 9-16,0-2-9 0,4 0 10 16,14 0-3-16,5 0 5 15,4-6-11-15,-3-2 4 16,0-3-5-16,-1 4 0 16,-3-3-1-16,-7 2-26 15,-2 1-66-15,-7 5-63 16,-4 1-111-16,0-1-95 15,-4 0-221-15</inkml:trace>
  <inkml:trace contextRef="#ctx0" brushRef="#br1" timeOffset="156554.83">20573 13379 1467 0,'0'0'488'16,"0"0"-345"-16,0 0-80 0,0 0 46 15,0 0 30-15,21 144-2 16,-21-98-30-16,0 0-19 16,0-6-43-16,0-4-26 15,-2-1-7-15,-4-7-11 16,-1-3 8-16,3-2-9 16,0-5 0-16,4-13-97 15,0-2-287-15,2-3-538 0</inkml:trace>
  <inkml:trace contextRef="#ctx0" brushRef="#br1" timeOffset="156781.88">20791 13399 1729 0,'0'0'481'15,"0"0"-405"-15,0 0 156 16,25 130-82-16,-23-74-7 15,-2 2-52-15,0-7-32 16,0-10-34-16,0-4-14 16,0-11-4-16,2-6-6 15,0-8-1-15,2-8 0 16,10-4-78-16,1-4-143 16,-2-12-518-16</inkml:trace>
  <inkml:trace contextRef="#ctx0" brushRef="#br1" timeOffset="156977.06">20976 13522 1538 0,'0'0'312'0,"0"0"-210"16,0 0 19-16,0 0 7 15,0 0-20-15,-2 119-40 16,2-92-38-16,0-8-18 15,0-5-5-15,8-11-7 16,11-3-156-16,-2 0-349 0</inkml:trace>
  <inkml:trace contextRef="#ctx0" brushRef="#br1" timeOffset="157208">21117 13473 1318 0,'0'0'364'15,"0"0"-205"-15,0 0 131 16,0 0-94-16,0 0-65 15,2 105-6-15,13-91-30 16,7-10-5-16,7-4 10 16,5-4-38-16,1-22-27 15,-3-6-25-15,-6-5 14 16,-7 2 0-16,-11 0 9 16,-8 7-2-16,0 10-13 15,-18 9-18-15,-13 9 0 0,-7 5-7 16,-20 33-38-16,14-3-133 15,1-6-545-15</inkml:trace>
  <inkml:trace contextRef="#ctx0" brushRef="#br1" timeOffset="160218.64">21061 14500 1265 0,'0'0'376'15,"0"0"-227"-15,0 0-48 16,0 0-69-16,0 0-16 15,116-59-14-15,-87 48 33 16,-8 3 66-16,0 6-1 16,-8 2-44-16,-1 0-41 15,-8 7 1-15,-4 12-10 16,0 3 5-16,-9 4 12 16,-18 0 20-16,1-3-3 15,-1-2-16-15,8-10-11 16,11-2-13-16,6-6 7 0,2-3-6 15,0 0 16-15,18 0-15 16,6 0 5-16,0 5 2 16,-3 1-8-16,-4 6 8 15,-7 0-9-15,-10 6 6 16,0 1-5-16,-14 6 24 16,-15-1 24-16,0-6 5 15,3 0-21-15,1-8-14 16,9-3-18-16,5-7-1 15,7 0-10-15,4-4-259 16,0-9-387-16</inkml:trace>
  <inkml:trace contextRef="#ctx0" brushRef="#br1" timeOffset="160453.3">21518 14383 1825 0,'0'0'318'16,"0"0"-192"-16,-29 102 185 16,10-44-157-16,2 6-47 15,-3-3-26-15,2-3-26 16,-2-8-32-16,4-5-13 16,3-13-4-16,1-8 2 15,6-10-8-15,4-8-47 0,2-11-96 16,0-15-160-1,16-9-938-15</inkml:trace>
  <inkml:trace contextRef="#ctx0" brushRef="#br1" timeOffset="160646.52">21651 14536 1657 0,'0'0'363'16,"0"0"104"-16,0 0-259 15,-29 144-98-15,14-98-38 16,-1-10-47-16,3-5-5 16,4-8-20-16,2-9 0 15,5-5-11-15,2-9-133 16,14-10-224-16,5-17-410 0</inkml:trace>
  <inkml:trace contextRef="#ctx0" brushRef="#br1" timeOffset="160894.5">21776 14552 196 0,'0'0'1379'16,"0"0"-1144"-16,0 0 101 15,-20 102-78-15,20-65-137 16,15-2-45-16,21-9-30 16,16-12-19-16,8-14 1 15,6 0-7-15,-3-17-3 16,-9-14-11-16,-17-3 39 15,-14-5 43-15,-17 8-22 16,-6-1-16-16,-13 8-24 16,-20 9-27-16,-14 10 0 0,-9 5-45 15,-33 16-140-15,13 10-459 16,7 4-1158-16</inkml:trace>
  <inkml:trace contextRef="#ctx0" brushRef="#br1" timeOffset="163492.95">21007 15348 1094 0,'0'0'373'0,"0"0"-165"15,0 0-29-15,0 0-91 16,0 0-25-16,0 0 27 16,0 0 16-16,96-81-12 15,-76 76-26-15,-7 1-36 16,-1 4-22-16,-4 0-10 15,-5 0 0-15,-3 8-1 0,0 10 1 16,-3 0 11-16,-15 5 14 16,-1-6-7-16,-2 1-6 15,3 0-6-15,5-8 1 16,7-3-7-16,1-2 2 16,3-3-2-16,2 0 0 15,0-2 0-15,2 0 7 16,14 0 6-16,2 0-1 15,3 0 1-15,2 0-12 16,-3 0-1-16,9 0-52 16,-4-2-264-16,-6-5-697 0</inkml:trace>
  <inkml:trace contextRef="#ctx0" brushRef="#br1" timeOffset="163719.21">21475 15262 1685 0,'0'0'258'0,"0"0"-116"16,-92 121 204-16,50-54-184 15,-5 7-49-15,-1 0 3 16,0-3-32-16,4-9-48 16,7-12-20-16,8-12-10 15,8-9 2-15,10-18-7 16,4-5-1-16,7-6-38 15,5-10-78-15,15-16-471 16,4 4-385-16</inkml:trace>
  <inkml:trace contextRef="#ctx0" brushRef="#br1" timeOffset="163899.2">21439 15654 218 0,'0'0'1661'0,"0"0"-1333"15,0 0-14-15,0 0-85 16,-66 123-145-16,53-93-45 16,3-4-32-16,4-4 0 15,6-8-7-15,0-14-115 16,10 0-375-16,13-10-512 0</inkml:trace>
  <inkml:trace contextRef="#ctx0" brushRef="#br1" timeOffset="164130.21">21665 15663 1347 0,'0'0'556'0,"0"0"-407"15,0 0 179-15,-62 127-141 16,62-101-112-16,2-5-44 16,31-10 11-16,11-11 52 15,8 0-33-15,-3-23-34 16,-9-5-12-16,-15-2 9 15,-14 7-8-15,-11 0 13 16,-3 5-21-16,-21 6-8 0,-14 4-1 16,-29 4-95-1,7 4-232-15,4 0-1085 0</inkml:trace>
  <inkml:trace contextRef="#ctx0" brushRef="#br1" timeOffset="164665.02">19661 15735 1358 0,'0'0'275'16,"0"0"-34"-16,0 0-100 15,0 0-15-15,0 0 35 16,0 0-7-16,42 120-52 16,-40-94-54-16,0-6-24 15,0-3-17-15,1-8 1 16,-3 0-8-16,2-9-116 16,-2 0-404-16,0-4-748 0</inkml:trace>
  <inkml:trace contextRef="#ctx0" brushRef="#br1" timeOffset="164896.24">19908 15735 709 0,'0'0'1190'0,"0"0"-1001"16,0 0-102-16,0 0 108 15,-6 124-86-15,-12-63-13 16,-3 9 7-16,-3-2-16 15,-5 2-25-15,3-7-17 16,3-5-37-16,5-12 5 16,5-12-12-16,4-12-1 15,5-8-21-15,4-9-116 16,0-5-219-16,0 0-238 0</inkml:trace>
  <inkml:trace contextRef="#ctx0" brushRef="#br1" timeOffset="165123.08">19902 16244 1400 0,'0'0'689'16,"0"0"-585"-16,0 0-25 15,0 0 69-15,26 131-69 16,-15-79-53-16,-4-6 10 0,-1-2-15 15,-1-7-9 1,0-16-11-16,1-9-1 0,7-12-65 16,1-8-168-16,-3-17-435 15</inkml:trace>
  <inkml:trace contextRef="#ctx0" brushRef="#br1" timeOffset="165376.44">20116 16200 1685 0,'0'0'242'16,"0"0"-150"-16,0 0 203 16,8 120-190-16,1-75-65 15,5-9-16-15,3-14-2 0,8-16-4 16,10-6 34 0,10-20 13-16,2-14-26 0,-10-11-27 15,-12 8 7-15,-15 2 4 16,-10 14 26-16,-16 7 0 15,-18 9-26-15,-8 5-18 16,-5 5-5-16,1 21 0 16,-8 13-109-16,11 2-371 15,5-5-747-15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15:21.56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3891 2981 1365 0,'0'0'297'16,"0"0"13"-16,0 0 34 16,0 0-111-16,0 0-75 15,0 0-19-15,5-14-53 0,-5 14-9 16,0 0-37 0,-2 5-1-16,-7 12-11 0,-7 14 25 15,-4 9-10-15,-6 13-10 16,-3 5 3-16,-5 11-15 15,-1 5 22-15,-4 3-29 16,-3 0 10-16,4 1-9 16,1-3 7-16,6-11-11 15,6-7 1-15,7-11-6 16,5-14-6-16,5-10 5 16,4-10 2-16,4-8 4 15,0-4-11-15,0 0 15 0,0-12-6 16,0-14 3-1,12-6-11-15,3-7 0 0,1-2-1 16,1-4 1 0,6-1-7-16,-1-2-1 0,1-1 6 15,1-8-9-15,0-1 9 16,3 0-7-16,-2-2 8 16,0 3-12-16,-4 1 6 15,4 4 6-15,2 4 0 16,0 4-12-16,-1 6 11 15,-1 2 1-15,-1 6-1 16,-4 4 1-16,-4 7 0 16,-7 6 1-16,-3 4 0 15,-1 5-1-15,-3 4 0 16,0 0-2-16,0 0-5 0,8 10-8 16,1 13 15-1,5 8 1-15,3 12 8 0,4 7-2 16,-1 7 7-16,1 12-2 15,0 1-6-15,0 6 12 16,0 0-18-16,1-1 13 16,0-3-13-16,1-4 2 15,2-5-1-15,-3-5-1 16,-3-7 5-16,-4-6-4 16,-1-9-2-16,-5-10 6 15,-3-8-16-15,0-8-1 16,-4-6-27-16,-4-4-13 15,0 0 11-15,0 0-20 16,0-8-47-16,-7-4-40 0,-21-11-94 16,1 8-293-16,2-3-223 0</inkml:trace>
  <inkml:trace contextRef="#ctx0" brushRef="#br0" timeOffset="278.39">3430 3559 1129 0,'0'0'403'0,"0"0"-214"16,0 0 56-16,139-8-102 15,-73-4-10-15,5-2-32 16,4 0-23-16,0 2-41 16,-2 1-14-16,-1 6-11 15,-5 1-12-15,11 4-35 16,-18 0-359-16,-13 0-1258 0</inkml:trace>
  <inkml:trace contextRef="#ctx0" brushRef="#br0" timeOffset="1854.21">3646 6282 818 0,'0'0'1046'0,"0"0"-758"16,0 0 70-16,0 0-112 16,0 0-128-16,0 0-75 15,0 0-1-15,21 85 15 16,-15-13 22-16,-2 6-27 15,-1 6 7-15,-3-1-44 16,0-6 16-16,0-6-19 16,0-8-3-16,0-10-8 15,0-11 7-15,0-10-8 16,0-12 1-16,0-8 0 16,0-7 7-16,0-5 5 15,0 0-4-15,0-21 10 0,0-9-18 16,-9-11 3-1,3-6-4-15,-4-1-14 0,1-4 0 16,3 2 3-16,-1 0 10 16,5 0-29-16,-3-3 29 15,5-1-3-15,0-2 3 16,0-2-4-16,14-2 4 16,8-1-13-16,7 1-5 15,7 2 7-15,4 5 3 16,5 7 0-16,-1 10 3 15,3 9 6-15,2 7-2 16,-4 9 2-16,-3 11-2 16,-9 3-5-16,-8 30-2 15,-15 20 6-15,-10 12-3 16,-2 4 9-16,-25 1-4 0,-6-3 1 16,-2-12 0-16,1-11 0 15,3-7 0-15,4-13 0 16,7-8 0-16,5-6 1 15,4-4 0-15,6-6 5 16,5 0 0-16,0 0-1 16,9-14-5-16,22-9-9 15,9 2-19-15,12-2 13 16,6 9 6-16,4 9 7 16,3 5-5-16,-3 2 14 15,-4 24-13-15,-7 8 6 16,-10 6 0-16,-10 6-5 0,-12 4 5 15,-11 0 0-15,-8-1 0 16,-5-1 2-16,-22-2 5 16,-11-2 26-16,-4-2-25 15,-4-2 26-15,0-6-25 16,5-2 1-16,-5-7-9 16,4-12 0-16,-7-7-1 15,-3-6-19-15,-2 0-27 16,-5-14-38-16,4-4-6 15,-1 2-138-15,-7-1-134 16,14 2-231-16,9 3-802 0</inkml:trace>
  <inkml:trace contextRef="#ctx0" brushRef="#br0" timeOffset="4520.24">3260 10379 1679 0,'0'0'227'0,"0"0"-169"16,-64 145 155-16,39-68-38 16,1 14-24-16,0 3 29 15,5-15-59-15,0 4-9 16,3-10-39-16,3-16-34 16,3-8-6-16,4-15-17 15,4-13-4-15,0-6-3 16,2-11 5-16,0-4-7 0,0-7 35 15,4-19 11 1,12-17-31-16,6-13-16 0,2-12-6 16,3-11 0-16,0-9 2 15,0-2-4-15,2-2 7 16,0 1-6-16,2 6 1 16,0 10 0-16,-2 7 0 15,-2 8 1-15,-3 11 0 16,-6 11 0-16,0 12-1 15,0 16 11-15,2 10-14 16,7 12 10-16,6 33-7 16,3 16 0-16,-3 16 9 15,-4 8 3-15,-4 2 0 16,-8 0 4-16,-1-2-7 0,-5-2 22 16,-1-4-31-16,-2-2 16 15,-1-8-15-15,1-7 10 16,0-11-11-16,0-14 1 15,-1-9 0-15,-3-12 0 16,0-7-1-16,0-9-30 16,-4 0 3-16,0 0-61 15,-6-25-88-15,-11-2-300 16,-8 1-294-16</inkml:trace>
  <inkml:trace contextRef="#ctx0" brushRef="#br0" timeOffset="4723.24">3100 10958 1844 0,'0'0'393'15,"0"0"-141"-15,0 0 118 16,0 0-246-16,0 0-79 16,176-78-11-16,-86 56 15 15,5 3-25-15,1-1-12 16,-5 6-12-16,1 5-40 15,24 1-171-15,-25 2-494 16,-14 0-823-16</inkml:trace>
  <inkml:trace contextRef="#ctx0" brushRef="#br0" timeOffset="5368.23">4300 10467 2322 0,'0'0'272'16,"0"0"-166"-16,0 0 151 16,69 129-139-16,-38-61-28 15,-4 3-38-15,-8-4 4 16,-3-5-32-16,-5-8-5 16,-3-12-13-16,-6-9-5 15,-2-11 2-15,0-12 4 16,0-6-1-16,0-4-5 15,0 0 17-15,-8-25-1 0,-9-12-11 16,-6-12-6 0,3-9 2-16,5-6-2 0,4 3 0 15,11-5 0-15,0 5 2 16,11-1-4-16,24-3 4 16,13 2-4-16,14-2-3 15,9 6 4-15,5 12-4 16,-3 17 3-16,-4 20-4 15,-13 10-6-15,-18 33 12 16,-18 21-15-16,-18 12 14 16,-2 4 2-16,-33-5 4 15,-9-3-5-15,-7-9 1 16,1-13 1-16,9-8-1 16,10-13 6-16,8-8-6 15,13-8 11-15,3-3-12 0,5 0 14 16,0-12-14-16,21-5-1 15,10 0-39-15,11 8-18 16,5 6 7-16,1 3 25 16,2 7 26-16,-4 18-8 15,-3 8 1-15,-7 9 8 16,-14 10-2-16,-13 4 1 16,-9 4 0-16,-21 1 0 15,-18-6 1-15,-15-2 15 16,-6-9-5-16,-1-9 5 15,3-10-7-15,6-11-18 16,0-7 6-16,-24-2-79 16,13-5-217-16,3 2-674 0</inkml:trace>
  <inkml:trace contextRef="#ctx0" brushRef="#br0" timeOffset="6238.27">3746 13381 1207 0,'0'0'329'0,"0"0"-31"16,0 0 76-16,0 0-107 15,0 0-59-15,-146 20-48 16,101 14-17-16,3 14-38 16,-1 12-15-16,7 11-27 15,10 6 4-15,11 8 2 16,15-1-29-16,8-3-8 15,34-7-23-15,18-13 13 16,17-12-22-16,10-15 9 16,8-20-2-16,3-14-7 0,-4 0-24 15,-9-28 7-15,-12-14 17 16,-17-16 0-16,-13-8 8 16,-14-9-1-16,-16-4 5 15,-11 0 0-15,-2 5 20 16,-11 3-17-16,-20 7-2 15,-16 8-13-15,-18 5-21 16,-68 20-68-16,12 13-152 16,-6 16-888-16</inkml:trace>
  <inkml:trace contextRef="#ctx0" brushRef="#br0" timeOffset="21777.12">8680 740 1676 0,'0'0'241'0,"0"0"-159"15,25 120 156-15,1-11-1 0,8 28-63 16,-1-2-40-16,-2-27-7 16,-8-34-52-16,-6-27-31 15,1 3-15-15,5-4-17 16,-6-2-1-16,-1-18-10 15,-7-16-2-15,-3-10-22 16,-6-8-14-16,0-22-122 16,-8-12-129-16,-21-6-34 15,-7-5 144-15,-9-3 89 16,-1-4 62-16,-1-2 26 16,2-2 2-16,7 1 16 15,12 0 58-15,16 0 92 16,10 1-26-16,16 0-44 15,26 3-40-15,12 1-4 0,8 9 13 16,5 11-30-16,-2 9 26 16,-3 14-27-16,-8 12-10 15,-9 3-24-15,-10 17 10 16,-10 15-10-16,-10 9 5 16,-11 8 10-16,-4 4-7 15,-2 6 13-15,-22 1-21 16,-8 0 6-16,-5-2-6 15,-1-3 9-15,-3-4-8 16,8-6 8-16,7-5-3 16,8-4 4-16,7-6-4 15,9-4-1-15,2-2 5 0,0-2-10 16,2-4 20 0,11 0-10-16,7-1 4 0,4-3 13 15,7-6 4-15,6-6 17 16,7-2-7-16,3 0 15 15,2 0-42-15,0-6 0 16,-3 2-14-16,-3-3 0 16,-5 6-1-16,-5-3-27 15,-2-1-58-15,7 0-104 16,-9-1-385-16,-6-1-556 0</inkml:trace>
  <inkml:trace contextRef="#ctx0" brushRef="#br0" timeOffset="22264.85">9596 773 1358 0,'0'0'722'15,"0"0"-636"-15,0 0 1 16,0 0 116-16,71 121-32 15,-35-41-53-15,2 27 9 16,-7-8-3-16,-4-2-44 16,-2-3-18-16,-10-19-29 15,3 0-8-15,-3-12-25 16,-3-15 13-16,-6-14-12 0,-1-12 5 16,-1-14-5-16,-2-8 5 15,-2 0 14-15,2-11 41 16,-2-20-12-16,0-10-48 15,5-10 5-15,6-5-6 16,5-6 0-16,6-1-2 16,7 5 2-16,2 10-6 15,3 11 5-15,1 12 1 16,1 15-12-16,-2 10 12 16,1 12-10-16,-3 22 10 15,-3 10 0-15,-2 7 16 16,-8 3-15-16,-1-1 5 15,-7-2-5-15,-1-7-1 16,-4-4 0-16,-2-2-56 16,-1-3-36-16,1 4-78 0,12 14-174 15,1-10-376-15,8-4-353 16</inkml:trace>
  <inkml:trace contextRef="#ctx0" brushRef="#br0" timeOffset="22610">11491 1023 1892 0,'0'0'239'16,"0"0"-115"-16,0 0 148 15,22 120-79-15,-6-50-34 16,-3 8-16-16,3 4-47 16,-5 3-11-16,3-1-61 15,-1-6-7-15,0-4-16 16,-2-10 0-16,0-9-1 15,1-16-32-15,-4-10-37 16,-8-26-77-16,0-3-149 0,0-3-375 0</inkml:trace>
  <inkml:trace contextRef="#ctx0" brushRef="#br0" timeOffset="22798.25">10942 1542 1815 0,'0'0'306'0,"0"0"57"16,0 0-94-16,0 0-193 15,228-40-49-15,-72 32-27 16,18 2 15-16,-12 2-14 16,-23 4-2-16,-54 0-209 0,-25 0-646 15</inkml:trace>
  <inkml:trace contextRef="#ctx0" brushRef="#br0" timeOffset="23218.57">18524 1263 1547 0,'0'0'538'0,"0"0"-485"15,22 132 188-15,11-18-6 16,3 36 1-16,-5 1-51 16,-10-24-76-16,-11-37-53 15,-5-37-43-15,-2-15-5 0,-3-1-8 16,0-3-57-16,0-8-74 15,0-14-241-15,-10-12-471 0</inkml:trace>
  <inkml:trace contextRef="#ctx0" brushRef="#br0" timeOffset="23705.92">18258 1197 1877 0,'0'0'235'0,"0"0"-163"16,163-95 57-16,-69 64-14 16,8 6 17-16,-1 9-33 0,-28 16-71 15,0 0-3-15,-15 12-25 16,-17 20 2-16,-14 11-2 16,-12 3 1-16,-10 4-1 15,-5 1 0-15,0 4 0 16,-16-1 0-16,-8-1 7 15,-7-2-6-15,-5 0 16 16,-5-3-7-16,-3-2 1 16,2-2-1-16,1-2-1 15,4-2 6-15,3-4-9 16,8-4 19-16,1-3-25 16,4-5 1-16,8-4 0 15,5-4 17-15,6-7-9 0,2 0-3 16,0-2-4-1,2-5-2-15,17 3 42 0,16 0-21 16,9-3 45-16,12 1-14 16,6-1-4-16,2-2-17 15,-1 2-11-15,-5-2-8 16,-7 2-12-16,-9-2 0 16,-4 2 9-16,-7-1-19 15,-2-1-8-15,0 0-60 16,14 0-206-16,-5-5-260 15,0-9-301-15</inkml:trace>
  <inkml:trace contextRef="#ctx0" brushRef="#br0" timeOffset="24892.32">19440 819 728 0,'0'0'187'0,"0"0"145"16,0 0 63-16,0 0-44 15,0 0-51-15,0 0-194 16,0 0-20-16,34 91 104 16,-8 17-15-16,5 31-62 15,3 7-39-15,-10-23 9 16,-1-31-36-16,-7-30 2 16,3-4-38-16,1 9 1 15,3-2-12-15,-4 2 0 16,-3-21-1-16,-5-16-1 15,-6-18 2-15,-3-12 0 16,-2-8 27-16,0-30-26 16,0-17 12-16,0-13-12 0,0-8 4 15,7-3-5-15,6 8 0 16,5 8 0-16,9 15-9 16,4 14 9-16,5 17-3 15,4 14-6-15,0 3 7 16,0 24 1-16,-4 14-3 15,-7 12 4-15,-4 7 1 16,-6 3 0-16,-1 2 4 16,5-4-5-16,0-2-1 15,29 11-115-15,-5-15-135 16,2-11-576-16</inkml:trace>
  <inkml:trace contextRef="#ctx0" brushRef="#br0" timeOffset="25523.89">22637 1504 626 0,'0'0'328'0,"0"0"-9"16,0 0 84-16,0 0-58 15,0 0-110-15,0 0-84 16,-121-15-35-16,45 15-61 16,-11 0-10-16,-6 0 16 15,1 0-4-15,3 0 8 16,9-1-24-16,14-2 14 16,14 2-31-16,19 1 1 15,15 0-16-15,18-3-9 16,13 2-4-16,52-3 4 15,51-5 16-15,36 2-7 16,-6 0 0-16,-30 5-3 16,-47 2-6-16,-38 0 0 15,-6 0-110-15,-21 0-210 0,-4 9-273 16,0-2-935-16</inkml:trace>
  <inkml:trace contextRef="#ctx0" brushRef="#br0" timeOffset="116991.75">7995 14795 871 0,'0'0'127'0,"0"0"-85"0,0 0 36 15,0 0-10-15,0 0 68 16,0 0 64-16,56 0-61 16,-21 0-1-16,13 0-6 15,10 0-24-15,15 2-40 16,30 8-42-16,37 2-9 15,50 3-16-15,31 4 9 16,17 0-8-16,16 4 8 16,9-3 48-16,24 4 33 15,14-1-22-15,11 0-28 16,5 0-7-16,-1-6 6 16,-12 1 48-16,-26-4 8 15,-33-2-8-15,-35-6-11 16,-32-3-37-16,-41-3-13 0,-37 0-13 15,-33 0-8-15,-20 0-6 16,-10 0-63-16,-12 0-244 16,-18 0-681-16</inkml:trace>
  <inkml:trace contextRef="#ctx0" brushRef="#br0" timeOffset="117599.11">9442 15538 1861 0,'0'0'268'15,"0"0"-18"1,0 0 17-16,0 0-161 0,0 0-63 16,0 0-1-16,0 0 13 15,116 0-14-15,-69 0 1 16,2 0-12-16,5 0-14 16,-4 0-4-16,2 9-12 15,-7 6 9-15,-7 6-9 16,-12 7 0-16,-8 3 1 15,-11 14 31-15,-7 6 18 16,0 10-4-16,-7 5 4 16,-6 1-17-16,-3-1 6 15,7-2-9-15,3-6-10 0,6-6-11 16,0-6-3 0,0-12-6-16,4-2 0 0,7-9-6 15,-2-5-24-15,0-11-34 16,-3 0-46-16,-1-3-35 15,-5-4-130-15,0-18-281 16,0-5-901-16</inkml:trace>
  <inkml:trace contextRef="#ctx0" brushRef="#br0" timeOffset="117796.68">9494 16080 1908 0,'0'0'743'16,"0"0"-633"-16,0 0-5 0,0 0 4 16,156-24-48-16,-65 4-30 15,29-4-14-15,18-2-17 16,-12 3-23-16,16-4-172 16,-41 4-414-16,-37 7-973 0</inkml:trace>
  <inkml:trace contextRef="#ctx0" brushRef="#br0" timeOffset="118103.26">10661 15781 1746 0,'0'0'390'15,"0"0"-137"-15,0 0 14 16,-131 106-119-16,102-56-48 0,9 7-19 15,15 1-5-15,5-4-31 16,23-6-23-16,21-8-14 16,12-16 1-16,11-16-8 15,5-8 5-15,-1-22-6 16,-9-22 1-16,-13-6-1 16,-13-4 9-16,-14 1 2 15,-15 7 20-15,-7 2 17 16,-4 6 11-16,-30 4-31 15,-13 4-28-15,-63 2-32 0,8 12-123 16,-6 2-584-16</inkml:trace>
  <inkml:trace contextRef="#ctx0" brushRef="#br0" timeOffset="132020.85">9721 3282 1397 0,'0'0'315'0,"0"0"-72"0,0 0 115 16,0 0-176-16,0 0-12 15,0 0-45-15,-56 0-13 16,74-9-43-16,15-10-39 16,12-1-12-16,4-2-8 15,5 6 5-15,-3 4-13 16,-2 8-2-16,-4 4 7 16,-5 0-14-16,-7 14 7 15,-6 9 0-15,-11 2-1 16,-14 8-7-16,-2 5 8 15,-27 4 12-15,-16 3-5 16,-7 2-7-16,-2-3 0 0,7-10 4 16,12-6-4-16,11-12 2 15,12-5-2-15,8-10 0 16,2-1 12-16,2 0-12 16,23-15-5-16,8-5 5 15,10-1 1-15,6 7 7 16,5 5-8-16,1 9-1 15,3 0-7-15,3 15 7 16,-8 14-8-16,-4 8 8 16,-16 5 0-16,-15 6 1 15,-18 4 3-15,-4 1 5 16,-35 3 19-16,-13-4 22 16,-11-3 2-16,-4-4-1 0,-2-11-16 15,4-10-14-15,7-14-8 16,12-10-5-16,7 0-6 15,12-16 6-15,10-10-7 16,9-4-10-16,8-2-50 16,0 2-36-16,6-4-9 15,45-18-122-15,0 8-378 16,1-1-512-16</inkml:trace>
  <inkml:trace contextRef="#ctx0" brushRef="#br0" timeOffset="132342.98">10709 3217 1495 0,'0'0'496'0,"0"0"-431"16,-79 106 238-16,48-34-101 15,4 9-62-15,12 6 0 16,11-2-17-16,4-9-37 15,39-16-35-15,44-19 6 16,40-29-10-16,2-12 2 16,-12-23 11-16,-21-25-18 15,-39-2-18-15,-6-13 10 16,-14-7 22-16,-22-2 19 16,-11 0-23-16,-22 4-23 15,-21 7-28-15,-12 14-1 0,-16 14-29 16,-27 20-55-16,-66 18-52 15,22 25-120-15,-3 9-622 0</inkml:trace>
  <inkml:trace contextRef="#ctx0" brushRef="#br0" timeOffset="133468.66">9610 6046 916 0,'0'0'245'0,"0"0"89"16,0 0-19-16,0 0-67 15,0 0 30-15,0 0-63 16,0 0-72-16,-54 6-43 0,54-19-25 15,0-2-50-15,2-5 0 16,15 1-16-16,6 1 8 16,4 0-10-16,2 6 10 15,4 4-16-15,1 8 12 16,-1 0-12-16,2 24 4 16,2 18 3-16,-8 13-7 15,-7 8 23-15,-9 8-15 16,-10 3 5-16,-3 1-6 15,-9-1 7-15,-18-7-4 16,-2-4 4-16,-2-10 0 16,2-7-14-16,4-12 0 15,5-10 0-15,5-15 9 0,1-9-9 16,-1 0 20 0,1-24-8-16,5-12 20 0,5-6-21 15,4-2-6-15,0 7 9 16,18 5-14-16,8 13-1 15,8 11 1-15,4 8-1 16,2 1 1-16,-3 22 9 16,0 3-3-16,-6 2-6 15,-5-1 1-15,-4-3-1 16,-3-3 7-16,-6-3-7 16,1-4 4-16,-2-4-5 15,1-1-1-15,4-6-23 16,5-3-34-16,3 0-38 15,15-16-61-15,-7-6-225 16,-4-4-471-16</inkml:trace>
  <inkml:trace contextRef="#ctx0" brushRef="#br0" timeOffset="133709.38">10347 6097 1514 0,'0'0'237'16,"0"0"73"-16,121-47-133 0,-75 35-97 16,-3 2-52-16,-10 3-20 15,-4 3-8-15,-4 1-23 16,2-7-127-16,-5 1-131 15,-9-1-552-15</inkml:trace>
  <inkml:trace contextRef="#ctx0" brushRef="#br0" timeOffset="134122.93">10524 5961 920 0,'0'0'397'16,"0"0"-56"-16,0 0-51 15,-128 34-64-15,88-8-62 16,5 8-60-16,3 1-17 15,8-1-23-15,11-6-34 0,8-4-12 16,5-9-9 0,0-3 12-16,11-1-5 0,10-5 5 15,2-4-9-15,12-2 0 16,2 0-3-16,10 0-8 16,2-2 0-16,3-2 0 15,0 4 5-15,-4 0-5 16,-4 0-2-16,-6 10-4 15,-9 10 4-15,-3 9 0 16,-5 8 1-16,-3 4 0 16,-5-2 1-16,-5 1 16 15,-4-3-2-15,-4-7 22 16,0-4-3-16,-14-5 23 0,-9-2 4 16,-4-3-8-1,-4-7-13-15,2 0-9 0,-4-4-1 16,-1-5-13-16,1 0-13 15,-5 0 4-15,3-7-16 16,-6-1-1-16,-16-3-98 16,8 4-222-16,-1-1-678 0</inkml:trace>
  <inkml:trace contextRef="#ctx0" brushRef="#br0" timeOffset="139593.4">10015 10138 1347 0,'0'0'231'0,"0"0"14"16,129-37 1-16,-71 25-115 16,-4-3-77-16,-10 1-25 15,-5 2-18-15,-10 0-11 0,-14 2-50 16,-9 2-86-16,-6 4-73 15,-4 1-397-15,-13 3-237 0</inkml:trace>
  <inkml:trace contextRef="#ctx0" brushRef="#br0" timeOffset="140058.41">10180 10011 606 0,'0'0'391'16,"0"0"-30"-16,0 0-41 15,0 0-89-15,-134 85-88 16,99-41 12-16,2 9-9 15,-1 5-24-15,5-2-6 16,9-6-30-16,4-10-8 16,9-7-10-16,5-12-11 0,2-7-26 15,0-3 13-15,0-4-26 16,16-5 24-16,1-2 14 16,8 0 10-16,6-9-27 15,3-6-12-15,3-2 5 16,6-2-23-16,3-1 1 15,6 1-10-15,4 5 0 16,0 9 0-16,-2 5 0 16,-6 2-6-16,-3 18 6 15,-7 6-1-15,-11 3 1 16,-8 3 0-16,-9 3 0 16,-10 0 5-16,0 2-4 15,-10 2 7-15,-12-1-6 16,-7 0 10-16,-2-4 0 15,-7-5 0-15,-2-8-3 0,-4-7-2 16,-6-8 5-16,-3-6-5 16,2 0 5-16,-3-9-12 15,5-8 0-15,5 1 0 16,3-2 0-16,10 4-48 16,4 1-48-16,-1 1-39 15,7 5-165-15,3 0-728 0</inkml:trace>
  <inkml:trace contextRef="#ctx0" brushRef="#br0" timeOffset="140937.06">9398 13182 1796 0,'0'0'253'16,"0"0"-93"-16,0 0 137 16,0 0-76-16,0 0-73 15,115-49-50-15,-57 14-30 0,-4 1-6 16,-9 4-26-1,-9 2-3-15,-12 7-6 0,-7 7 6 16,-3 2-7-16,-7 9-14 16,-1 3-12-16,1 8-18 15,1 24 18-15,2 15 22 16,-6 14-1-16,1 11 21 16,-5 6 7-16,0 1-7 15,0-1-3-15,-13-8-7 16,1-5-8-16,-1-11-3 15,1-7-20-15,1-7 11 16,3-6-3-16,4-9-8 16,-1-5 5-16,2-14-5 0,3-2-1 15,0-4 0 1,0 0-10-16,-2 0-31 0,2 0-22 16,0-2-46-16,0-25-87 15,0 6-123-15,12-9-825 0</inkml:trace>
  <inkml:trace contextRef="#ctx0" brushRef="#br0" timeOffset="141275.1">10158 13078 1709 0,'0'0'217'15,"0"0"-100"-15,-36 188 196 0,27-89-110 16,3-7-41-16,6-15-2 16,0-28-57-16,18 1-39 15,15-1-31-15,9-17 20 16,16-18-16-16,11-14 5 16,7-2-6-16,2-30-12 15,-8-12-16-15,-18-14 4 16,-23-12 4-16,-19-11-2 15,-10-5 8-15,-29-1-6 16,-18 8 25-16,-7 11-19 16,1 11-8-16,-3 15-14 15,5 16-9-15,-20 26-113 16,13 10-139-16,0 18-858 0</inkml:trace>
  <inkml:trace contextRef="#ctx0" brushRef="#br0" timeOffset="167350.26">17605 13982 1145 0,'0'0'147'0,"0"0"-121"15,0 0 23-15,0 0-11 16,161 31 58-16,-99-23 52 0,8-3-68 15,7-2 5 1,26-3 7-16,35 0-24 0,43-7-21 16,18-7-17-16,5-2 8 15,-7 4 14-15,-26 3 22 16,-2 0 17-16,-6 0 4 16,4-3-7-16,23 0-29 15,28-8-8-15,39-3-20 16,26-5 39-16,20 0 28 15,4 0 4-15,-10 5-18 16,-14 0-19-16,-26 5-12 16,-26-2-26-16,-21 0-9 15,-20-1-11-15,-19-1 4 16,-20 0-11-16,-32 3 14 16,-37 2-5-16,-28 7 1 15,-21 3-8-15,-4-4 4 0,-5 6-6 16,-6-2 0-16,-18 5-65 15,-33 2-125-15,-21 0-520 16,-14 11-402-16</inkml:trace>
  <inkml:trace contextRef="#ctx0" brushRef="#br0" timeOffset="167854.49">19148 14698 1614 0,'0'0'527'0,"0"0"-309"15,0 0 55-15,0 0-133 0,0 0-82 16,0 0 3-16,0 145 64 15,7-61-9-15,-3 6-21 16,-2-10-10-16,-2 9-22 16,0-13-14-16,0-6-7 15,0-7-7-15,0-4-7 16,0-14-10-16,0-6-9 16,0-7-8-16,0-14 5 15,2-5-6-15,-2-7 0 16,0-2-13-16,2-4-31 15,-2-4-31-15,12-37-77 16,-3 4-136-16,2-4-707 0</inkml:trace>
  <inkml:trace contextRef="#ctx0" brushRef="#br0" timeOffset="168312.14">19736 14674 1624 0,'0'0'324'16,"0"0"-37"-16,0 0 33 16,0 0-170-16,0 0-47 15,0 0-50-15,0 0-13 16,-66 40 15-16,41 18 22 15,-2 16 3-15,-2 7-2 0,5 7-10 16,4-2-16-16,13-10 2 16,7-9-33-16,11-9-5 15,25-16-14-15,11-3 8 16,9-16-2-16,8-7-7 16,7-8 8-16,6-8-7 15,0 0 13-15,-3-12-15 16,-5-18 12-16,-9-7-3 15,-11-3 9-15,-13-8 15 16,-12-2 11-16,-12 0 8 0,-12-6 2 16,0 3-16-1,-23-2-17-15,-12 6-4 0,-15 3-17 16,-8 11-10-16,-11-1-49 16,-6 10-65-16,-35-5-64 15,21 9-53-15,11 5-429 0</inkml:trace>
  <inkml:trace contextRef="#ctx0" brushRef="#br0" timeOffset="184494.5">19636 3291 1542 0,'0'0'237'15,"0"0"-26"-15,0 0-11 16,0 0-132-16,0 0-3 16,0 0 6-16,-20-3 33 15,11 9-21-15,-7 16-4 16,-3 11 6-16,-6 13-21 15,-2 8-19-15,0 2-22 0,5 2-4 16,2-6-7-16,4-5 16 16,10-8-26-16,4-6 8 15,2-10-4-15,0-5 5 16,13-9-11-16,13-8 2 16,13-1 23-16,3 0-14 15,2-7-1-15,-1-7-8 16,-5 2 3-16,-3-1-5 15,-6 4-6-15,0-4-42 16,0 5-65-16,9-2-144 16,-7 2-268-16,-6 2-142 0</inkml:trace>
  <inkml:trace contextRef="#ctx0" brushRef="#br0" timeOffset="184744.15">19859 3210 1553 0,'0'0'269'16,"0"0"-53"-16,0 0-114 15,0 0-8-15,0 139 137 16,0-26-22-16,0 24-44 16,0-5-24-16,-9-26-37 15,3-34-33-15,4-19-41 16,-1 5-14-16,3 3-14 0,0-1-2 15,0-9 0-15,0-8-77 16,0 6-89-16,-3-8-425 16,-5-9-554-16</inkml:trace>
  <inkml:trace contextRef="#ctx0" brushRef="#br0" timeOffset="185372.1">19099 4903 1704 0,'0'0'265'0,"0"0"-79"16,0 0 64-16,0 0-151 15,136-29-54-15,-67 20-11 16,0 0-19-16,-9 6 10 16,-10 3-23-16,-13 0-4 15,-16 21-6-15,-19 9 8 16,-2 13 7-16,-31 9 20 15,-21 6 0-15,-8 2 13 16,0-4-10-16,2-4-5 0,9-10 21 16,13-9-4-16,14-13-13 15,10-11-15-15,10-6 6 16,2-3 5-16,4 0-4 16,21-16-21-16,8-2 0 15,10-1 9-15,4 6-8 16,4 8 6-16,1 5-7 15,-2 14-6-15,0 25 5 16,-8 10-1-16,-9 14 2 16,-8 3-1-16,-13 2 1 15,-12-4 0-15,-8-8 8 16,-27-10-2-16,-17-5 32 0,-5-9-3 16,-8-10 6-1,-2-8-11-15,5-7 4 0,8-7-14 16,8 0-19-16,8 0 5 15,7 0-6-15,4 0-18 16,0 0-64-16,-16 0-56 16,7 3-363-16,1 6-853 0</inkml:trace>
  <inkml:trace contextRef="#ctx0" brushRef="#br0" timeOffset="191877.97">18994 9745 320 0,'0'0'876'0,"0"0"-573"15,0 0-41-15,0 0-59 16,0 0-130-16,0 0-14 16,150-109 43-16,-106 97 31 15,1 5-43-15,-1 5-27 16,-2 2-34-16,-3 0-21 16,-6 21-4-16,-8 4-3 15,-12 8-1-15,-13 8 0 16,0 8 12-16,-25 7-12 15,-10 2 8-15,-10 2-7 0,0-2 10 16,-3-2-5 0,3-6-6-16,1-1 3 0,1-8 3 15,3-2 0-15,4-3-5 16,3-4 1-16,8-6 4 16,5-4 4-16,11-8 4 15,9-6-4-15,0-6 12 16,13-2 47-16,21 0 11 15,9 0-56-15,5 0-9 16,4 0-13-16,-3 0-2 16,16 14-18-16,-12 6-178 15,-6 4-493-15</inkml:trace>
  <inkml:trace contextRef="#ctx0" brushRef="#br0" timeOffset="192621.85">19184 12424 1527 0,'0'0'266'0,"0"0"-151"15,0 0 246-15,0 0-173 16,0 0-88-16,0 0-9 16,15-108 6-16,-6 74-21 15,-4-1 3-15,-1-3-39 16,-2 6 10-16,0 5-28 15,-2 6-2-15,2 11-8 16,-2 6 2-16,3 4-14 0,-1 14-9 16,3 27 8-1,-1 17 2-15,1 19 10 0,-3 10-10 16,0 8-1-16,0-1 1 16,2-7 0-16,1-6 5 15,0-11-6-15,-1-13 0 16,-1-13 1-16,-3-14-7 15,0-12-40-15,0-10-64 16,0-8-130-16,-17 0-271 16,-4-10-168-16,-6-2-291 0</inkml:trace>
  <inkml:trace contextRef="#ctx0" brushRef="#br0" timeOffset="192743.25">18985 12948 829 0,'0'0'313'0,"0"0"-22"16,0 0-63-16,0 0-53 0,0 0-2 15,138 48-75 1,-57-44-67-16,37-4-31 0,-20 0-118 16,-18 0-650-16</inkml:trace>
  <inkml:trace contextRef="#ctx0" brushRef="#br0" timeOffset="-207976.95">11379 2602 696 0,'0'0'323'16,"0"0"-165"-16,0 0 133 15,0 0-80-15,0 0-77 16,0 0-37-16,-100-72 12 16,80 60 8-16,-5-2 11 15,-4 0-49-15,-10 0-20 0,-11 2-23 16,-8 0-17-1,-9 0-4-15,-1 4-6 0,-4 0 26 16,3 0 0-16,4 1 14 16,9 4-3-16,3-1-6 15,6 2 0-15,2 2 1 16,1 0-7-16,-3 0-10 16,-4 0 0-16,-7 6-23 15,-4 9 17-15,-3-1-17 16,-5 1 8-16,0 2 0 15,-4 0 5-15,-6 5-6 16,-1 4-7-16,2 2 9 16,-4 2-9-16,6 4 10 15,11-1-10-15,6 1 16 16,13 0-6-16,9 4-5 0,10 6-5 16,5 8 5-16,1 6 3 15,1 9-8-15,0 4 16 16,-6 4-17-16,0 1 16 15,0-2-15-15,4-2 8 16,4-6-8-16,1-1 4 16,7-2 4-16,-1 3 9 15,8-1 3-15,0 4-5 16,4 1 7-16,0 0-23 16,6 0 14-16,19-3-14 15,6-3 2-15,7-6-1 16,7-3 8-16,3 0-8 15,4 1 0-15,4-2 9 0,4 2-9 16,2-3 7 0,7-7-7-16,9-6-1 0,25-8 0 15,31-11 7-15,31-16-5 16,4-5-1-16,-13-5-1 16,-31-12 0-16,-38 1-1 15,15-9 2-15,19-10-1 16,17-10 0-16,14-7 1 15,-32 8 0-15,-34 10 1 16,-16 6-1-16,-10 2 7 16,9-6 2-16,6-9 20 15,2-9 32-15,-11-5-29 16,-8-12-1-16,-8-12-8 0,-6-18 3 16,-6-26-1-1,-11-19-2-15,-14-4-3 0,-13 8-12 16,-22 13 1-16,-20 30-9 15,-10 19-2-15,-35-1 1 16,-42 0-1-16,-31 2-11 16,-37 4-45-16,-10 26-46 15,-3 25-60-15,46 8-115 16,12 7-1397-16</inkml:trace>
  <inkml:trace contextRef="#ctx0" brushRef="#br0" timeOffset="-204979.99">24025 2220 523 0,'0'0'194'16,"0"0"-125"-16,0 0 54 15,0 0 3-15,0 0 38 16,0 0 67-16,3-79-9 0,-3 73-52 16,0 4-24-16,0 0-17 15,0 1 7-15,0 1-25 16,0-3-2-16,0 3-6 16,0 0-2-16,0 0-11 15,0 0-4-15,0 0-10 16,0 0-17-16,0 0-14 15,0 0-17-15,0 0-4 16,0 0-17-16,0 0 10 16,0 0-11-16,0 0 18 15,0 0-2-15,0 0 4 16,0 0-5-16,0 0-5 16,0 0 4-16,0 0-8 0,0 0 4 15,0 0-15 1,0 0 12-16,0 0-12 0,0 0-1 15,0 0 1-15,0 0-1 16,0 0-1-16,0 0-6 16,0 16-7-16,0 18 5 15,0 13 8-15,0 9 1 16,0 8 0-16,0 1 0 16,0-4 1-16,0-8 0 15,4-10-1-15,1-10 1 16,-1-8-1-16,-2-8 0 15,-2-7 1-15,0-4 0 0,0-4-1 16,0-1 0 0,0-1-2-16,0 0-43 0,0-3-36 15,-4-11-76-15,-3-7-644 0</inkml:trace>
  <inkml:trace contextRef="#ctx0" brushRef="#br0" timeOffset="-204552.42">24182 1671 426 0,'0'0'1099'16,"0"0"-860"-16,0 0-44 16,0 0-82-16,0 0-94 15,0 0-18-15,69 131 46 16,-32-8 126-16,3 33 4 16,-3 10-51-16,-14-15-19 15,-13-36-32-15,-10-41-20 16,0-18-4-16,-4-10 1 15,-17 5 17-15,-6 5-21 16,-4-1 7-16,-2-8-10 16,2-14-13-16,6-6-14 0,5-10-6 15,9-8-6-15,4-5-5 16,5-4 11-16,2 0-12 16,0 0-15-16,0 0-71 15,11-26-137-15,11 2-387 16,7 0-972-16</inkml:trace>
  <inkml:trace contextRef="#ctx0" brushRef="#br0" timeOffset="-203779.1">25842 2220 1800 0,'0'0'513'16,"0"0"-263"-16,0 0-60 16,0 0-138-16,0 0-33 15,14 122 53-15,-3-46 36 16,-5 10 7-16,1 9-21 15,-2-2-17-15,-3-1-33 16,2-7-2-16,1-6-16 16,-1-13-7-16,0-13-13 15,4-10 0-15,-4-14-4 16,0-9-2-16,1-13 0 16,-5-5-15-16,0-2 9 0,0 0-21 15,0-20-25-15,0-12-72 16,-9-12-45-16,-3-34-99 15,4 7-446-15,1 7-756 0</inkml:trace>
  <inkml:trace contextRef="#ctx0" brushRef="#br0" timeOffset="-203448.3">25750 2254 235 0,'0'0'932'0,"0"0"-728"15,108-153 142-15,-48 98-58 0,5 11 5 16,1 11-67-16,1 15-83 16,-5 11-54-16,-1 7-34 15,-10 19-19-15,-6 20-21 16,-9 14 18-16,-12 7-9 16,-13 5 24-16,-11-1-8 15,-6-3 5-15,-28-8-8 16,-13-5 4-16,-7-8-5 15,-6-5-14-15,2-12-2 16,5-4-20-16,8-8 11 16,8-3-10-16,10-6-1 15,4-2 0-15,8 0-37 16,3 0-37-16,8 0-47 0,4-19-119 16,0-2-389-16,12-1-730 15</inkml:trace>
  <inkml:trace contextRef="#ctx0" brushRef="#br0" timeOffset="-202030.95">26903 1594 584 0,'0'0'181'0,"0"0"-38"16,0 0 19-16,0 0-67 16,0 0 4-16,0 0 72 15,0 0 16-15,-2-2-3 16,2 2-40-16,-2 0-48 15,2 0-40-15,0 0-16 16,0 0 3-16,-3 0 26 0,3 0 9 16,0 0 2-1,-2 0-2-15,2 0-17 0,0 0-12 16,0 0-26-16,0 0 7 16,0 0 3-16,0 0 10 15,0 0 14-15,0 0 1 16,0 0-7-16,0 0-9 15,0 0-3-15,0 0-14 16,0 0 8-16,0 0-14 16,0 0-2-16,0 0-10 15,0 0-5-15,0 0-2 16,-2 2 0-16,-2 14-11 16,-3 13 10-16,-2 12 0 15,0 10 2-15,1 7-1 0,0 2 2 16,4 4 4-1,2 2-6-15,2-2 0 0,0-1 0 16,0-3 0-16,11-4 7 16,4-5-6-16,2-2 4 15,0-8-5-15,1-2 1 16,-1-9 8-16,-1-6 8 16,-5-10 2-16,-1-3 2 15,-4-8 3-15,-4-1 9 16,1-2 6-16,-3 0-6 15,0 0 15-15,0 0-11 16,0 0 1-16,0 0 1 16,0 0 1-16,0 0-7 0,0 0-12 15,0 0-4-15,0 0-17 16,0 0 7-16,0 0-7 16,0 0 0-16,0 0-6 15,0 0-11-15,0 0-37 16,0-2-42-16,0-8-70 15,0 3-112-15,0-4-458 0</inkml:trace>
  <inkml:trace contextRef="#ctx0" brushRef="#br0" timeOffset="-199611.54">27247 1831 1255 0,'0'0'498'16,"0"0"-214"-16,0 0 55 15,0 0-158-15,0 0-109 16,0 0-65-16,0 0 1 16,11 94 1-16,-7-34 16 15,0 6-13-15,1 4-9 16,0-6 8-16,1-5-10 15,1-10-1-15,-1-11 1 16,1-6 5-16,0-13-6 16,0-7-62-16,-7-12-152 0,0 0-250 15,0-8-453-15</inkml:trace>
  <inkml:trace contextRef="#ctx0" brushRef="#br0" timeOffset="-199206.46">27148 1896 1356 0,'0'0'205'0,"0"0"-15"15,0 0 121-15,0 0-134 16,49-107-88-16,-1 82-49 16,9 1 12-16,5 8-5 15,-6 9 8-15,-7 7-38 0,-13 2-10 16,-9 27-6-1,-14 14 5-15,-11 4-4 0,-2 6 5 16,-11 0 4-16,-16 0-2 16,-4-4 1-16,-2-3-10 15,-1-5 6-15,5-7 0 16,7-5-6-16,7-10 1 16,6-3-1-16,6-8 0 15,3 0-6-15,0-1 6 16,5 0 0-16,15 2 66 15,2-1 4-15,7-2-18 16,5-2-13-16,-1-4-11 16,2 0-10-16,-1 0-12 15,-5 0-5-15,-4-4-1 16,-7-2-81-16,-3-6-117 0,-3 0-292 16,-4 0-395-16</inkml:trace>
  <inkml:trace contextRef="#ctx0" brushRef="#br0" timeOffset="-198741.53">27768 1485 1594 0,'0'0'366'15,"0"0"164"-15,0 0-265 0,0 0-105 16,0 0-96 0,0 0-64-16,0 0 15 0,18 63 0 15,-4-23-5-15,-4-4-4 16,4-1-5-16,-3-6 5 15,0 0-1-15,-4-6-5 16,-5-5-37-16,-2-3-62 16,0-10-129-16,-9-5-157 15,-4 0-223-15</inkml:trace>
  <inkml:trace contextRef="#ctx0" brushRef="#br0" timeOffset="-198591.98">27659 1710 1345 0,'0'0'487'16,"0"0"-256"-16,0 0 19 0,0 0-157 16,0 0-68-16,0 0-19 15,129-44-6-15,-64 37-89 16,-12 2-269-16,-6 1-711 0</inkml:trace>
  <inkml:trace contextRef="#ctx0" brushRef="#br0" timeOffset="-197300.32">28334 2351 345 0,'0'0'736'0,"0"0"-648"16,0 0 167-16,0 0-8 16,0 0-7-16,0 0 48 15,0 0-35-15,0-11-104 16,0-13-75-16,0-7 1 15,0-10-22-15,0-7-12 16,0-10-20-16,0-7-6 16,2-3-8-16,8 2 3 15,3 4-1-15,5 8-3 0,7 4 20 16,0 10-19-16,4 5-5 16,-2 10-1-16,-2 8 5 15,-2 11-6-15,-3 6 0 16,-3 9 0-16,2 22 0 15,-2 13 1-15,-1 9-1 16,-3 7 0-16,-4 3-2 16,0 3 2-16,-3-3 0 15,-1-3-1-15,-3-7 1 16,-2-7 0-16,0-9 0 16,0-4-9-16,0-9-35 15,2-9-75-15,10 0-134 16,-1-7-234-16,-1-4-232 0</inkml:trace>
  <inkml:trace contextRef="#ctx0" brushRef="#br0" timeOffset="-196766.49">29019 1748 1722 0,'0'0'242'0,"0"0"-169"0,0 0 152 15,6 147-71 1,-6-75-63-16,0 4 15 0,0-4-30 16,-8-7-24-16,1-11-22 15,3-12-13-15,-2-11-9 16,4-10-7-16,0-11 5 15,2-6-4-15,0-4 20 16,0-2 10-16,0-22-1 16,0-16-25-16,0-10-5 15,0-10 0-15,0-5 11 16,0 1-12-16,0 3 0 16,4 8 8-16,8 7-6 15,-1 7 25-15,7 10-11 0,0 2 19 16,4 9-20-1,3 6-9-15,-1 11 0 0,2 1-5 16,1 17-1-16,0 20 1 16,-2 9 5-16,-5 8-6 15,-5 4 9-15,-1-2-9 16,-3-6 0-16,-2-4 0 16,0-6 1-16,-4-7 0 15,1-9-1-15,-2-6-1 16,-1-6-45-16,1-5-55 15,-4-2-110-15,0-5-246 16,0 0 97-16,0-10-733 0</inkml:trace>
  <inkml:trace contextRef="#ctx0" brushRef="#br0" timeOffset="-196593.58">29010 2194 178 0,'0'0'1529'0,"0"0"-1244"16,0 0-98-16,0 0-80 16,120-10-62-16,-67-1-33 15,1 2-12-15,20-7-11 16,-17-1-172-16,-10 4-459 0</inkml:trace>
  <inkml:trace contextRef="#ctx0" brushRef="#br0" timeOffset="-196286.17">29735 1480 834 0,'0'0'633'0,"0"0"-502"0,66 136 271 16,-22-28-93 0,-1 27-75-16,-9-6-73 0,-19-25-101 15,-15-29-34-15,0-15-26 16,-31 43-21-16,-7-12-232 15,-7-6-502-15</inkml:trace>
  <inkml:trace contextRef="#ctx0" brushRef="#br0" timeOffset="-195091.68">25019 4217 1894 0,'0'0'366'0,"0"0"-274"0,0 0 7 15,0 0 1-15,129 0-45 16,-77 0-31-16,-3 0-15 16,0-4-1-16,-2-4-8 15,-3 0-9-15,10-4-193 16,-14 2-364-16,-13 3-607 0</inkml:trace>
  <inkml:trace contextRef="#ctx0" brushRef="#br0" timeOffset="-194919.87">25042 4520 110 0,'0'0'1718'0,"0"0"-1536"16,0 0-3-16,0 0-43 16,0 0-81-16,0 0-23 15,176 50-32-15,-82-48-10 16,-19 0-262-16,-15 2-671 0</inkml:trace>
  <inkml:trace contextRef="#ctx0" brushRef="#br0" timeOffset="-192831.77">26973 3746 1753 0,'0'0'399'0,"0"0"-139"16,0 0 66-16,0 0-207 16,0 0-92-16,119-55-17 15,-45 35-2-15,2 4 5 16,-9 11 1-16,-14 5-13 15,-14 0 7-15,-12 23-7 16,-15 10-1-16,-12 3 1 16,-2 6 6-16,-29-1-1 15,-16 2 7-15,-6-2-4 16,-1-6-8-16,7-5 7 0,14-11-8 16,10-4 0-1,15-10 1-15,5-5 12 0,3 0-6 16,3-7 5-16,19-9-12 15,11 0-1-15,5 2 0 16,3 9 0-16,-1 5 0 16,-5 0-11-16,-1 17 12 15,-8 11-9-15,-7 4 9 16,-9 2 1-16,-7 0 5 16,-3-2-5-16,-9-1 17 15,-24-3 7-15,-15-1 17 16,-10-2 12-16,0-4-21 15,6-4 3-15,9-7-12 16,9-5-8-16,10-5-5 16,6 0 2-16,2-9-13 0,5-7-17 15,2 0-49 1,4-1-48-16,5-8-77 0,17 1-366 16,7-1-521-16</inkml:trace>
  <inkml:trace contextRef="#ctx0" brushRef="#br0" timeOffset="-192480.86">27853 3681 1510 0,'0'0'207'0,"-47"107"111"15,29-32-30-15,11 10-106 16,7-3-80-16,29-12-55 16,27-11 22-16,19-18 7 15,13-16-1-15,-1-15-14 16,-7-10-19-16,-13-2-20 16,-18-24 5-16,-17-14 16 15,-17-13 8-15,-13-13-6 16,-2-8-7-16,-15-2-2 15,-19 3-18-15,-6 12-1 16,-7 10-17-16,-6 14 0 16,-6 14-21-16,-1 11-78 15,-29 14-63-15,14 18-178 0,5 8-566 0</inkml:trace>
  <inkml:trace contextRef="#ctx0" brushRef="#br0" timeOffset="-191857.22">26749 4671 965 0,'0'0'162'16,"0"0"-1"-16,0 0 68 15,0 0-56-15,0 0-53 16,0 0 73-16,0 0 29 15,89 20-51-15,1-20-70 16,46 0-29-16,62 0 6 16,39 0-4-16,16-5 5 15,-5 1-10-15,-37 2 7 16,-26 2-13-16,-46 0-30 16,-41 0-21-16,-32-2-5 15,-18 0-5-15,-6-3-2 16,-4 2 8-16,-4-1-7 0,-19-1 0 15,-9 2 8-15,-6 1-9 16,0 0-20-16,-8 2-74 16,-19 0-125-16,-33 7-239 15,1 5-61-15,1-1-1142 0</inkml:trace>
  <inkml:trace contextRef="#ctx0" brushRef="#br0" timeOffset="-179423.57">27046 5196 1565 0,'0'0'277'16,"0"0"-135"-16,0 0 8 16,0 0-29-16,0 0 63 0,-7 104-45 15,7-67-69 1,13-4-6-16,12-11 14 0,6-10-21 16,7-12 20-16,7 0-18 15,-3-22-19-15,-2-9-23 16,-4 0 15-16,-9-3-8 15,-10 0 24-15,-6 2 5 16,-8 3 5-16,-3 1 1 16,0 4-6-16,-14 2-9 15,-8 6-26-15,-2 2-12 16,-5 6-6-16,-4 4-1 16,-6 4-41-16,1 0-42 15,1 4-54-15,-6 28-86 16,12-4-510-16,9 0-993 0</inkml:trace>
  <inkml:trace contextRef="#ctx0" brushRef="#br0" timeOffset="-179115.92">27002 5516 1528 0,'0'0'394'15,"0"0"-197"-15,-32 106 165 16,32-57-201-16,14-3-99 15,25-6-12-15,17-13-18 16,11-10-14-16,7-13 20 16,3-4-23-16,-2-18 20 15,-9-14-14-15,-12-6 15 0,-16-4 18 16,-14-2 9 0,-17-1 13-16,-7 1-5 0,-14 4-4 15,-22 5-31-15,-8 6-8 16,-7 7-26-16,-3 6 10 15,8 6-12-15,6 3-1 16,9 7-53-16,13 0-63 16,15 0-65-16,3 0-291 15,0-3-543-15</inkml:trace>
  <inkml:trace contextRef="#ctx0" brushRef="#br0" timeOffset="-178870.18">27754 5296 1505 0,'0'0'334'0,"0"0"-143"16,-64 130 299-1,53-74-320-15,11-4-27 0,27-12-59 16,44-11-27-16,10-19 10 16,10-10-33-16,3-13-4 15,-28-18-21-15,-6-8 17 16,-28-5 14-16,-26-4 8 15,-6-2-13-15,-35-1-11 16,-21 7-24-16,-15 8-27 16,-58 21-66-16,17 8-114 15,4 7-747-15</inkml:trace>
  <inkml:trace contextRef="#ctx0" brushRef="#br0" timeOffset="-176060.28">23725 6990 1564 0,'0'0'240'0,"0"0"-130"16,0 0 26-16,125-56-73 16,-86 49-17-16,-3 4-3 15,-7 3 23-15,-7 0 5 16,-6 10-38-16,-11 9-6 16,-5 6-2-16,-5 11 59 15,-19 7-14-15,-5 3-13 16,-6 4-8-16,7-3-16 15,4-7-6-15,5-7-6 16,11-10-1-16,8-4-11 16,0-6 5-16,0-4 20 15,17-1 36-15,12-4-11 0,10-4-31 16,3 0-13-16,3 0-9 16,-1-7-6-16,-2-14-115 15,-11 3-216-15,-8-4-900 0</inkml:trace>
  <inkml:trace contextRef="#ctx0" brushRef="#br0" timeOffset="-175864.52">24197 6705 380 0,'0'0'1861'0,"0"0"-1592"16,0 0-199-16,0 0 88 0,64 169-32 15,-32-85-49-15,-3 6-42 16,-7 1-22-16,-9-3-13 16,-13 18-103-16,-21-19-360 15,-13-15-638-15</inkml:trace>
  <inkml:trace contextRef="#ctx0" brushRef="#br0" timeOffset="-174731.77">25125 6868 1202 0,'0'0'370'0,"0"0"-46"16,0 0 48-16,0 0-150 15,0 0-42-15,0 0-13 16,0 0-47-16,-2 0-25 16,2 2-26-16,0 14-50 15,0 19-19-15,0 38 0 16,4 5 10-16,4 18 7 16,1 6 2-16,-1-19 1 15,-2 5-10-15,0-5-1 16,-3-11-8-16,-3-8 2 15,0-9-2-15,0-6-2 16,0-11-13-16,0-10-34 0,-9-8-60 16,3-10-51-16,-8-10-96 15,3-7-247-15,-1-14-291 0</inkml:trace>
  <inkml:trace contextRef="#ctx0" brushRef="#br0" timeOffset="-174393.31">25013 6902 1468 0,'0'0'287'0,"0"0"-103"15,0 0 150 1,168-118-159-16,-106 98-46 0,-2 10-62 15,0 10-37-15,-7 5-16 16,-8 29-3-16,-9 10 1 16,-14 7 2-16,-15 5 13 15,-7 2 23-15,-14-3 6 16,-24-4 14-16,-12-2-6 16,-6-9-31-16,0-8-15 15,4-11-9-15,10-8-3 16,15-6-6-16,11-7 0 15,10 0-55-15,6 0-120 0,2-7-174 16,12-6-559-16</inkml:trace>
  <inkml:trace contextRef="#ctx0" brushRef="#br0" timeOffset="-174002.01">25933 6476 1785 0,'0'0'472'15,"0"0"-257"-15,0 0-112 16,-33 114-24-16,8-5 61 16,12 28-42-16,13-6-29 15,0-24-19-15,23-36-17 16,8-24-20-16,7-1-3 15,4 1-10-15,3-4 0 16,-8-14-40-16,5-11-120 16,-11-10-447-16,-8-8-712 0</inkml:trace>
  <inkml:trace contextRef="#ctx0" brushRef="#br0" timeOffset="-172030.27">26676 6677 1833 0,'0'0'397'0,"0"0"-304"16,0 0 94-1,9 155-58-15,1-85-32 0,4 2-15 16,-1-6-26-16,1-7-25 15,-1-13-13-15,1-10-9 16,-5-13-2-16,-3-8-5 16,-1-10 7-16,-3-5-8 15,-2 0 23-15,0-17 3 16,-2-15-16-16,-14-15-10 16,0-9 0-16,6-10 5 15,7-4-4-15,3-1-2 16,18 4 0-16,22 7 0 15,7 9 0-15,2 14 1 16,-5 16-1-16,-7 17-2 0,-11 4-8 16,-8 18-1-16,-14 18 11 15,-4 9 0-15,-11 2 10 16,-18 4-9-16,-8-3 10 16,-2-2-11-16,4-4 0 15,3-4 1-15,6-3 0 16,6-6-1-16,4-5 0 15,5-4 0-15,7-7 0 16,4-6 0-16,0-3-1 16,4-1 1-16,16-2 6 15,7-1 19-15,4 0 23 16,4 0-1-16,2 0-16 16,-4 0-17-16,0-1-2 0,-1-10-11 15,-6 1 0 1,-4-4-1-16,-4-2-53 0,3-19-87 15,-6 1-211-15,-1 1-618 0</inkml:trace>
  <inkml:trace contextRef="#ctx0" brushRef="#br0" timeOffset="-171773.04">27382 6314 1770 0,'0'0'773'16,"0"0"-600"-16,0 0-78 15,0 0-14-15,0 0 27 0,7 136-32 16,-3-89-30-16,4-3-32 16,-2-7-7-16,1-2-6 15,-3-9-1-15,0-3-5 16,-4-8-60-16,0-5-87 15,0-10-173-15,-13 0-314 16,-3-12-969-16</inkml:trace>
  <inkml:trace contextRef="#ctx0" brushRef="#br0" timeOffset="-171630.87">27156 6611 1590 0,'0'0'323'0,"0"0"-166"15,0 0-51-15,166-14-72 16,-60 0-34-16,-20 4-123 16,-12 2-517-16</inkml:trace>
  <inkml:trace contextRef="#ctx0" brushRef="#br0" timeOffset="-143320.56">28018 6551 310 0,'0'0'1726'0,"0"0"-1394"16,0 0 8-16,0 0-144 16,0 0-138-16,0 0 2 15,-50 133-3-15,19-19 27 16,-2 24-29-16,4-8 7 15,12-28-17-15,7-35-10 16,6-29-14-16,-1-3-12 16,3-1-1-16,-2-5-8 15,4-14-1-15,0-12-56 16,0-3 5-16,0-3-47 16,17-44-107-16,6 1-403 15,4-2-398-15</inkml:trace>
  <inkml:trace contextRef="#ctx0" brushRef="#br0" timeOffset="-142871.33">28254 6800 765 0,'0'0'1486'0,"0"0"-1198"16,0 0-38-16,0 0-66 16,-58 153-78-16,44-92-10 15,8-1-36-15,4-3-21 16,2-10-21-16,0-6-6 15,2-10-5-15,4-11-6 16,0-8-1-16,-2-5 7 16,-2-7-1-16,2-7 9 15,5-26 46-15,3-19-40 16,5-18-10-16,1-7-11 0,2 3 0 16,2 7 8-1,-1 12-7-15,-2 8-2 0,1 11 9 16,-1 10-2-16,0 10 4 15,2 12 13-15,3 4-23 16,3 17-1-16,2 19 1 16,-2 6 1-16,-1 8 19 15,-4 0-19-15,-1-3 18 16,-1 0-19-16,-5-4 0 16,1-8-1-16,-1 0-12 15,-4-9-25-15,1-6-17 16,-5-6-13-16,-5-6-26 15,-2-6 12-15,0-2-5 0,-2 0-7 16,-21-16-166-16,-33-11-232 16,8 4-31-16,-6 2-485 0</inkml:trace>
  <inkml:trace contextRef="#ctx0" brushRef="#br0" timeOffset="-142720.92">28198 7082 990 0,'0'0'656'15,"0"0"-274"-15,0 0 176 16,0 0-344-16,0 0-54 15,0 0-42-15,114-37-46 16,-49 16-40-16,4-3-3 16,2 0-28-16,-1 1-2 15,-8 6-29-15,13-12-113 16,-15 5-344-16,-10 2-483 0</inkml:trace>
  <inkml:trace contextRef="#ctx0" brushRef="#br0" timeOffset="-142502.17">28869 6467 1290 0,'0'0'924'0,"0"0"-734"16,0 0 66-16,0 0-116 16,134 56-13-16,-85 11-29 15,-7 14 2-15,-11 9-36 16,-13 1-28-16,-9-5-19 15,-9-6-17-15,0-10-23 16,0-8-62-16,-27-1-44 0,3-16-156 16,0-19-507-16</inkml:trace>
  <inkml:trace contextRef="#ctx0" brushRef="#br0" timeOffset="-141759.6">24579 8700 1045 0,'0'0'147'16,"0"0"-80"-16,0 0 124 16,0 0-157-16,0 0-26 15,0 0 222-15,0 0 43 16,58 21 37-16,-25-13-40 16,11-2-61-16,8-2-82 15,3-3-55-15,-2-1-38 16,-3 3-25-16,-5-3-9 15,-12 0-1-15,-6 0-62 16,-16 0-166-16,-9 0-365 16,-2 0-436-16</inkml:trace>
  <inkml:trace contextRef="#ctx0" brushRef="#br0" timeOffset="-141577.39">24631 9010 1073 0,'0'0'606'0,"0"0"-410"16,0 0 72-16,0 0-150 15,137-17-75-15,-84 7-31 16,0 3-12-16,3 7-19 16,-15 0-225-16,-10 0-603 0</inkml:trace>
  <inkml:trace contextRef="#ctx0" brushRef="#br0" timeOffset="-140016.86">25846 8508 2184 0,'0'0'298'0,"0"0"-209"16,0 0 111-16,-26 141-66 16,23-68-26-16,3 7-32 15,0-1-18-15,3-9-20 16,12-10-5-16,1-7-23 16,0-9-4-16,-3-8-6 15,-2-8-5-15,-2-11-34 16,-5-6-43-16,-4-8-26 15,0-3-28-15,-2-12-68 16,-11-11-516-16,-1-5-660 0</inkml:trace>
  <inkml:trace contextRef="#ctx0" brushRef="#br0" timeOffset="-139747.27">25789 8624 1631 0,'0'0'314'0,"0"0"-54"15,94-110 54-15,-32 70-201 16,2 12-6-16,-1 14-29 16,-9 14-42-16,-17 7-21 15,-14 26 4-15,-17 11 18 16,-6 9 25-16,-4 2-11 16,-23 2-16-16,-6-7-5 0,-8-4-28 15,-3-8 11 1,4-13-11-16,1-5 5 0,13-13-7 15,6-5-9-15,8-2-33 16,8 0-46-16,4-24-87 16,6 2-285-16,11 0-109 0</inkml:trace>
  <inkml:trace contextRef="#ctx0" brushRef="#br0" timeOffset="-139462.77">26502 8288 1825 0,'0'0'311'0,"0"0"-163"15,0 0 133-15,0 0-111 16,-79 156-23-16,69-74-17 15,3 10-44-15,7-2-8 16,0-19-43-16,13-3-14 16,18-12-14-16,6-15-5 15,-2-9-2-15,-4-13-42 16,3-3-75-16,-12-5-192 16,-7-6-517-16</inkml:trace>
  <inkml:trace contextRef="#ctx0" brushRef="#br0" timeOffset="-124318.83">26874 8642 2096 0,'0'0'277'16,"-22"119"-219"-16,19-45 45 15,3 2-50-15,6-8-26 16,15-9-27-16,4-15-24 16,-3-12-176-16,-7-15-134 15,-7-10-842-15</inkml:trace>
  <inkml:trace contextRef="#ctx0" brushRef="#br0" timeOffset="-123929.81">26756 8661 1788 0,'0'0'309'0,"0"0"-151"15,0 0 152-15,130-106-221 16,-61 87-50-16,-5 14 10 15,-6 5-22-15,-14 7-15 16,-13 24-5-16,-15 6 2 16,-13 9 27-16,-3 5 39 15,-21-3-18-15,-12-2-3 16,-7-4-19-16,-4-7-8 16,3-3-10-16,6-8-1 15,8-5 2-15,10-7-3 16,7-4 2-16,10-4-17 15,0-4 21-15,4 0 0 16,21 0 26-16,8 0 14 0,8 0-18 16,3-2-20-16,-2-4-14 15,-1 2-4-15,-8 2-4 16,-6 2-2-16,-4-2-15 16,-4 0-29-16,-1-4-61 15,11-18-78-15,-4 0-352 16,-5-5-951-16</inkml:trace>
  <inkml:trace contextRef="#ctx0" brushRef="#br0" timeOffset="-123711.33">27474 8231 2105 0,'0'0'376'0,"0"0"-184"16,0 0-7-16,0 0-65 15,49 111-20-15,-38-61-31 16,-5 2-38-16,-1-2-17 16,-3-4-14-16,-2-8 1 15,0-6-2-15,0-10-57 16,0-16-71-16,-2-6-147 16,-7 0-408-16</inkml:trace>
  <inkml:trace contextRef="#ctx0" brushRef="#br0" timeOffset="-123553.67">27398 8486 1467 0,'0'0'830'0,"0"0"-539"15,0 0-12-15,0 0-180 16,0 0-77-16,161-54-22 16,-105 48-6-16,-6 6-98 15,8 0-183-15,-13 4-356 16,-7 7-385-16</inkml:trace>
  <inkml:trace contextRef="#ctx0" brushRef="#br0" timeOffset="-123118.3">28072 8988 1024 0,'0'0'607'0,"0"0"-380"16,0 0 124-16,0 0-161 16,0 0-78-16,0 0-18 15,0 0-19-15,-7-9 17 16,7-3-17-16,0-2-10 16,-3-7-9-16,3-4-2 15,-2-5-7-15,0-7-17 16,-1-1 2-16,3-1 1 15,0-2 7-15,0-3-19 16,0 1-1-16,12-6-19 16,10-1-1-16,5 2 1 0,6 1 0 15,0 10 1-15,4 7-2 16,-4 10 0-16,-4 13 0 16,-2 7-2-16,-5 13-15 15,-2 25 16-15,-5 10 1 16,-1 10 0-16,-5 4 0 15,-1-4 0-15,2-4 0 16,-4-6-6-16,1-9-61 16,7-11-90-16,-3-10-362 15,1-13-509-15</inkml:trace>
  <inkml:trace contextRef="#ctx0" brushRef="#br0" timeOffset="-122714.05">28807 8441 2054 0,'0'0'235'16,"0"0"-5"-16,0 145-38 16,0-74-100-16,0 1-21 15,0-8-34-15,0-10-22 16,0-15-8-16,0-12-5 15,-2-13-1-15,0-14 9 16,-1 0 8-16,3-32 8 16,0-32-19-16,0-6 2 15,0-18-7-15,0-5 29 0,0 12 8 16,0 2-6-16,5 13-3 16,12 18-18-16,8 16 12 15,8 19-14-15,6 13 4 16,3 21-13-16,0 22 6 15,-6 18 4-15,-12 6-5 16,-6 6-5-16,-9-5 0 16,-2-3-1-16,-3-12-2 15,-1-9-16-15,-1-15-76 16,2-25-96-16,-2-4-392 16,3-8-484-16</inkml:trace>
  <inkml:trace contextRef="#ctx0" brushRef="#br0" timeOffset="-122545.89">28787 8659 2031 0,'0'0'471'0,"0"0"-261"16,0 0-7-16,0 0-136 16,126-5-44-16,-60-7-23 15,3 1-47-15,11-10-81 16,-19 3-218-16,-17 0-780 0</inkml:trace>
  <inkml:trace contextRef="#ctx0" brushRef="#br0" timeOffset="-122299.02">29289 8064 1582 0,'0'0'664'0,"0"0"-574"16,0 0 140-16,145 35-66 16,-79 17-25-16,1 30-13 15,-18 3-11-15,-15 9-13 16,-17 2-50-16,-17-14-20 16,-2 9-23-16,-27-9-9 15,-9-6-78-15,-37 12-96 16,9-20-207-16,4-15-635 0</inkml:trace>
  <inkml:trace contextRef="#ctx0" brushRef="#br0" timeOffset="-121669.77">25615 9531 1126 0,'0'0'194'0,"0"0"-155"15,0 0 46 1,0 0-51-16,0 0 14 0,116 20 48 16,-78-14-10-16,10-2 15 15,33-4 19-15,55 0-41 16,78-14 1-16,53-13 28 16,32 0 129-16,4 3-68 15,-19 5-106-15,3 4-34 16,1-2-18-16,-5-4-11 15,-7-2 1-15,-20 2 0 16,-35 0 6-16,-38 3-6 16,-47 4 8-16,-43 2-8 15,-31 5-1-15,-8-2 0 0,2 3 0 16,4-2 0 0,5-1 0-16,-9 2 0 0,-5 0-25 15,-9 0-26-15,-15 1-32 16,-12 2-307-16,-15 0-842 0</inkml:trace>
  <inkml:trace contextRef="#ctx0" brushRef="#br0" timeOffset="-121045.47">27353 9972 2212 0,'0'0'294'15,"0"0"-216"-15,0 0 130 16,-20 182-130-16,27-66-5 16,17-3 13-16,-1-7-4 15,-3-17-51-15,-7-22 4 16,-1 2-13-16,-4 1-8 16,-3-15-13-16,-3-17 1 0,-2-15-1 15,0-14 1-15,0-9-2 16,-4-10-24-16,-15-25 12 15,-2-11-30-15,-4-11 18 16,0-3 10-16,5-3 14 16,3-4 0-16,5-5 1 15,5-6 0-15,7-6 5 16,3-4 15-16,24-1-21 16,13 7 10-16,9 12-4 15,9 13 8-15,4 20-2 16,-2 16-2-16,-4 21-2 15,-9 0-8-15,-11 33 0 16,-14 15 0-16,-15 10 4 0,-7 2-3 16,-18 2 19-16,-20-6 19 15,-9-3-3-15,-7-11-3 16,4-8-16-16,2-13-9 16,13-9-8-16,8-10-29 15,10-2-63-15,-4-17-50 16,5-7-378-16,3 0-1657 0</inkml:trace>
  <inkml:trace contextRef="#ctx0" brushRef="#br0" timeOffset="-119723.87">28113 9932 880 0,'0'0'592'0,"0"0"-250"15,0 0 195-15,0 0-384 0,0 0-114 16,0 0 114-1,-24 162 1-15,2-85-53 0,2-1-35 16,2-7-48-16,11-13 0 16,7-10-18-16,0-9 0 15,33-9-54-15,5-8-322 16,1-12-1885-16</inkml:trace>
  <inkml:trace contextRef="#ctx0" brushRef="#br0" timeOffset="-119439.66">28341 10580 1711 0,'0'0'653'15,"0"0"-527"-15,-11-123 190 16,11 59-210-16,0-8-66 0,16-5-8 16,3 4-8-16,-3 6 0 15,-1 15 28-15,-5 14 6 16,-1 16-22-16,-5 12 0 15,2 10-22-15,4 0-14 16,3 26 0-16,7 12 0 16,0 12 1-16,4 6 5 15,1 4-5-15,-2-2 0 16,1-5-1-16,-2-11-17 16,-2-10-43-16,1-11-76 15,-8-14-199-15,-5-5-578 0</inkml:trace>
  <inkml:trace contextRef="#ctx0" brushRef="#br0" timeOffset="-119288.58">28421 10413 1530 0,'0'0'523'16,"0"0"-148"-16,0 0 5 16,0 0-256-16,0 0-90 15,132-62-25-15,-69 39-9 16,12-6-63-16,-17 3-236 15,-13 4-603-15</inkml:trace>
  <inkml:trace contextRef="#ctx0" brushRef="#br0" timeOffset="-119093.56">28805 9858 1781 0,'0'0'321'16,"0"0"-70"-16,0 0 34 15,145 42-136-15,-99 6-20 16,-10 8-56-16,-14 9-23 16,-13-2-27-16,-9 3-23 15,-2 1-19-15,-47 19-166 16,4-14-493-16,-1-12-1142 0</inkml:trace>
  <inkml:trace contextRef="#ctx0" brushRef="#br0" timeOffset="-116334.71">24817 12273 1594 0,'0'0'330'15,"0"0"-42"-15,0 0 45 16,0 0-139-16,0 0-93 0,0 0-26 15,13 0-36-15,20 0 4 16,15 0 5-16,10-6-29 16,4-1-6-16,-2-3-12 15,-7 7-2-15,-12 3-65 16,-17 0-123-16,-10 9-343 16,-12 7-79-16</inkml:trace>
  <inkml:trace contextRef="#ctx0" brushRef="#br0" timeOffset="-116160.64">24888 12601 912 0,'0'0'914'0,"0"0"-752"16,0 0 172-16,0 0-90 16,0 0-164-16,147-44-66 0,-82 22-1 15,-3 3-13-15,-1 4-6 16,14-10-154-16,-13 7-307 15,-6 1-271-15</inkml:trace>
  <inkml:trace contextRef="#ctx0" brushRef="#br0" timeOffset="-110921.52">26674 11768 924 0,'0'0'253'16,"0"0"-4"-16,0 0-16 15,0 0-130-15,0 0-22 16,0 0 39-16,0 3 15 16,0-3 25-16,13 0-35 15,9-4-23-15,7-9-39 16,5-1-22-16,1 3-10 15,1-1-1-15,-1 2-7 16,2 1-13-16,-4 5-2 16,-4 4-8-16,-4 0 4 15,-8 6-4-15,-11 19 0 0,-6 8 0 16,0 7 1 0,-12 5 0-16,-13-1 5 0,-2-4-5 15,-4-5 0-15,0-6 1 16,-3-7-2-16,3-4 11 15,2-3-11-15,7-6 2 16,6-5-1-16,10-4 0 16,6 0 5-16,0 0-1 15,13-11-5-15,12-2-7 16,6 0 7-16,2 2-1 16,3 5 0-16,-1 6 1 15,1 0-1-15,-2 10 0 16,-5 12-1-16,-5 7 2 15,-8 2-1-15,-10 3 0 16,-6 1 1-16,-4-3 0 0,-23-2 6 16,-8-2 11-16,-8-4 11 15,-2-6 18-15,4-4-10 16,2-6-15-16,8-6-10 16,9-2-4-16,6-2-7 15,10-16 0-15,6-20-108 16,6 6-232-16,14 0-406 0</inkml:trace>
  <inkml:trace contextRef="#ctx0" brushRef="#br0" timeOffset="-110569.34">27336 11686 1568 0,'0'0'257'16,"0"0"-143"-16,0 0 130 16,-22 116-81-16,22-53 0 15,0 2-26-15,6-2-10 16,23-10-35-16,13-14-25 16,12-10-16-16,8-17 15 15,10-12-9-15,-1-3-20 16,-6-23-16-16,-9-10 8 15,-17-8 10-15,-14-6-3 16,-21-6 0-16,-4-4-21 16,-35 3 5-16,-21 7-19 0,-15 9 8 15,-5 10-8-15,0 11-1 16,2 15-6-16,8 5-69 16,-5 29-73-16,15 12-130 15,16 3-515-15</inkml:trace>
  <inkml:trace contextRef="#ctx0" brushRef="#br0" timeOffset="-109991.09">26145 12830 992 0,'0'0'182'16,"0"0"-30"-16,0 0 222 15,0 0-198-15,0 0-64 16,0 0-8-16,0 0-28 15,68 5 35-15,23-5-15 16,65-2-42-16,96-24-4 16,57-6 38-16,26-2 3 15,-21 7 43-15,-62 8-19 16,-52 4-60-16,-59 3-43 16,-48 1-6-16,-39 3-5 0,-18-2 1 15,-3 0-1-15,-6-2 7 16,-5 0 4-16,-9 3-6 15,-8 0 6-15,-5 3-12 16,0 4 0-16,0 2-39 16,-40 0-213-16,2 0-299 15,-3 0-474-15</inkml:trace>
  <inkml:trace contextRef="#ctx0" brushRef="#br0" timeOffset="-106191.02">28456 11511 1305 0,'0'0'237'0,"0"0"41"16,0 0 83-16,0 0-229 15,0 0-91-15,0 0 136 16,-41 122-45-16,14-55-10 16,-7 13-2-16,-1 7-24 15,-3 3-8-15,0-6-21 16,-2-6-1-16,0-10-27 15,1-11 2-15,8-11-22 16,5-10-4-16,8-11-9 16,7-10 0-16,6-9-6 15,3-6 6-15,2 0-1 0,0 0-5 16,0-9-52-16,0-6-62 16,12-11-54-16,5 4-214 15,5-2-814-15</inkml:trace>
  <inkml:trace contextRef="#ctx0" brushRef="#br0" timeOffset="-105387.62">28755 11823 1275 0,'0'0'241'0,"0"0"-27"16,0 0 17-16,0 0-147 0,0 0-37 16,-113 64 19-16,97-38 2 15,8 2 9-15,6-4-36 16,2 0-5-16,4-2 4 16,23 1 9-16,6-3-2 15,3 1 10-15,-3 1-4 16,-4 3-18-16,-4-1-1 15,-12 0-24-15,-9 2 5 16,-4 0 3-16,-2-1 27 16,-25-5 34-16,-7 1-6 15,-5-7-31-15,3-4-24 16,3-4-3-16,6-6-9 16,7 0 20-16,5-4-9 0,5-14 1 15,3-5-10 1,7 0-2-16,0-3-6 0,3-2 0 15,17 2 1-15,5-1 0 16,8 1 13-16,3 2-13 16,1-1 21-16,-1-2-1 15,-2 1-1-15,-3 0-7 16,-7 1-1-16,-4-6 3 16,-1 3-3-16,-9 2 9 15,1 2-6-15,-3 2 6 16,-4 3-21-16,0 3 1 15,-2 5 0-15,3 0-1 16,1 6 0-16,6 2-58 0,3 2-52 16,3 1-18-16,2 0 4 15,-2 0 43-15,-5 4 48 16,-1 8 18-16,-6 3 14 16,-4 10-1-16,0 7 2 15,-2 6 1-15,0 4 29 16,0-1 22-16,0-4 2 15,9-4-14-15,7-10-19 16,13-7 16-16,15-8 14 16,12-8 1-16,6 0-23 15,3-11-10-15,-13-12 4 16,-15-5 13-16,-14-4 30 16,-21-8-14-16,-2-6-1 15,-11 0-21-15,-18 0-12 0,-4 8-9 16,-5 9-8-16,-5 10-1 15,-11 10-29-15,-39 12-87 16,11 16-82-16,-1 8-588 0</inkml:trace>
  <inkml:trace contextRef="#ctx0" brushRef="#br0" timeOffset="-104502.14">28390 12562 189 0,'0'0'1064'0,"0"0"-925"16,0 0 56-1,0 0-42-15,0 0-65 0,0 0 8 16,0 0 8-16,-75 0-11 16,72 2-5-16,1 0 5 15,2-2-14-15,0 3-24 16,0-3-14-16,0 2-17 15,0-2-11-15,0 2-12 16,0 0 8-16,0-1-8 16,7 2 15-16,10 1 17 15,10-4 9-15,8 0-5 16,19 0-6-16,35 0 20 16,56-8 1-16,63-8 24 15,23-2-4-15,-5 3-14 16,-50 5-22-16,-65 5-19 0,-37 0-10 15,-23 2-6 1,0-1 5-16,-4-3-5 0,-2 2 8 16,-14 1 30-16,-13 0 45 15,-7 1-12-15,-7 2-2 16,-2 1-20-16,-2 0-19 16,0 0-17-16,0 0-6 15,0 0-8-15,0 0 0 16,0 0 0-16,0 0-5 15,0 0 3-15,0 0-10 16,0 0-43-16,-11 0-75 16,-7 0-92-16,-3 10-536 0</inkml:trace>
  <inkml:trace contextRef="#ctx0" brushRef="#br0" timeOffset="-99569.41">21587 3693 778 0,'0'0'257'16,"0"0"12"-16,0 0 41 15,0 0-73-15,0 0-36 16,0 0-57-16,0 0-2 0,-71-5 1 15,71 5 10-15,0 0-46 16,0 0-22-16,22 0-35 16,9 0-9-16,9 0-20 15,4 0-12-15,-1 1-9 16,-1 3-9-16,-6 2-83 16,-3-2-229-16,-8-1-346 15,-9-1-683-15</inkml:trace>
  <inkml:trace contextRef="#ctx0" brushRef="#br0" timeOffset="-99388.89">21439 3982 1189 0,'0'0'368'0,"0"0"-256"15,0 0 157-15,0 0-94 16,145 8-62-16,-76-16-65 15,3-2-26-15,15 2-22 16,-20 4-142-16,-19 2-596 0</inkml:trace>
  <inkml:trace contextRef="#ctx0" brushRef="#br0" timeOffset="-97249.62">22556 3609 1174 0,'0'0'497'16,"0"0"-269"-16,0 0-7 16,0 0-51-16,0 0-71 15,0 0-57-15,0 0 42 16,96-66 16-16,-58 57-31 16,-2 9-22-16,-3 0-18 15,-4 0-16-15,-2 19-12 0,-9 5 8 16,-7 4-8-1,-11 5-2-15,0-1 1 0,-20-3 0 16,-11-1 1-16,-3-3 11 16,5-10-6-16,9-2-5 15,9-8 5-15,9-2-5 16,2-3-1-16,9 0 3 16,18 0-3-16,8 0 0 15,3 0 1-15,0 0 0 16,-2 8 0-16,-3 10-1 15,-8 10 0-15,-6 4-1 16,-9 3-1-16,-10 4-5 16,0-3 6-16,-14-2 1 0,-15-4 7 15,-7-4 14 1,-1-8 12-16,-4-5-5 0,1-5-10 16,0-8-10-16,0 0-4 15,4 0 2-15,5 0-1 16,9-4-5-16,6 0 0 15,12-1-14-15,4 1-50 16,0-4-36-16,2-4-242 16,13 0-322-16,3 0-230 0</inkml:trace>
  <inkml:trace contextRef="#ctx0" brushRef="#br0" timeOffset="-96686.9">23393 3517 1448 0,'0'0'362'0,"0"0"-43"0,0 0-47 15,0 0-85-15,0 0-124 16,0 0-29-16,0 0-18 15,23 42 7-15,-23-6 35 16,-6 4-6-16,-7 1-17 16,-3-1-13-16,3-7-7 15,-1 0-15-15,5-8 15 16,1-2-14-16,1-10-1 16,2-2 1-16,3-7 7 15,2-2-8-15,0-2 2 16,0 0 7-16,0 0-8 15,7 0 13-15,8 0-14 16,4 0 18-16,4 0-18 0,2 0 1 16,2 0 0-16,-2 0-1 15,-1 0 0-15,-2 0-12 16,-4-4-22-16,-4-4-51 16,-3-2-57-16,-7-14-153 15,-4 2-282-15,0-4-564 0</inkml:trace>
  <inkml:trace contextRef="#ctx0" brushRef="#br0" timeOffset="-96550.46">23557 3601 1356 0,'0'0'510'0,"0"0"-198"15,0 0-78-15,0 0-154 16,0 0 2-16,0 0 30 0,-15 158-66 16,8-89-27-16,4 3-12 15,3 32-7-15,12-20-88 16,1-5-510-16</inkml:trace>
  <inkml:trace contextRef="#ctx0" brushRef="#br0" timeOffset="-95957.09">21607 5370 1430 0,'0'0'252'15,"0"0"-163"-15,0 0 38 16,0 0-16-16,0 0-2 16,154 10-43-16,-106-10-41 0,2 0-10 15,-1 0-14-15,-9 0-1 16,-13 2-61-16,-12 2-181 16,-15 2-514-16</inkml:trace>
  <inkml:trace contextRef="#ctx0" brushRef="#br0" timeOffset="-95808.31">21665 5731 570 0,'0'0'788'0,"0"0"-682"16,0 0-33-16,125-16-40 0,-50 1-33 15,-13 6-56 1,-14-2-851-16</inkml:trace>
  <inkml:trace contextRef="#ctx0" brushRef="#br0" timeOffset="-93945.84">22957 5274 1008 0,'0'0'574'15,"0"0"-412"-15,0 0-31 16,0 0-46-16,139-54-39 15,-99 50-19-15,-7 4-9 16,-4 0-9-16,-6 0 16 16,-13 12-10-16,-10 7 5 15,0 12-5-15,-10 8 34 16,-19 7-5-16,-3 7-21 16,1 1-12-16,4-4-10 0,7-6 7 15,7-8-7-15,9-5-2 16,4-9 9-16,0-4-5 15,0-4-2-15,13-4 54 16,5-6 43-16,5-3 6 16,2-1-31-16,0 0-36 15,0 0-19-15,-3-5-17 16,-4-5 2-16,-2-2-3 16,4-12-88-16,-5 2-270 15,-1-2-751-15</inkml:trace>
  <inkml:trace contextRef="#ctx0" brushRef="#br0" timeOffset="-93601.26">23657 5095 1468 0,'0'0'230'0,"0"0"-33"15,0 0-25-15,0 0-115 16,137 36-33-16,-120 3-11 16,-10 4 8-16,-7 1 18 15,-5-5 49-15,-26-3-16 16,-11-8 16-16,-12-8-24 16,-2-5-27-16,6-12-22 15,5-3-8-15,16-3 14 0,14-18-6 16,12-9 6-16,3-7-14 15,18 0 8-15,13 0-15 16,5 3 2-16,2 8-2 16,-5 6-2-16,-2 8-53 15,3 10-120-15,-12 2-208 16,-4 0-685-16</inkml:trace>
  <inkml:trace contextRef="#ctx0" brushRef="#br0" timeOffset="-93337.99">23773 5358 1463 0,'0'0'204'0,"0"0"-92"16,0 0 65-16,0 0-99 16,129 128-19-16,-115-80-34 15,-14 2 31-15,0 0 65 16,-31-4 34-16,-14-7-52 15,-10-8-9-15,-3-11-35 16,4-15-24-16,14-5-13 16,14-22-4-16,18-24-6 15,8-8-3-15,8-7-18 16,27-6-45-16,-6 14-163 16,-2 15-364-16</inkml:trace>
  <inkml:trace contextRef="#ctx0" brushRef="#br0" timeOffset="-92202.58">20710 10036 1543 0,'0'0'261'0,"0"0"-73"15,0 0 179-15,0 0-118 16,0 0-127-16,164-25-67 16,-98 11-26-16,-3 2-14 15,-5 5-7-15,-14 1-8 16,-9 6-29-16,-12 0-231 16,-9 6-357-16,-12 4-451 0</inkml:trace>
  <inkml:trace contextRef="#ctx0" brushRef="#br0" timeOffset="-92052.57">20787 10339 1247 0,'0'0'149'0,"0"0"57"16,0 0 133-16,0 0-211 16,178-40-93-16,-107 22-35 15,14 0-6-15,-21 4-261 16,-14 4-755-16</inkml:trace>
  <inkml:trace contextRef="#ctx0" brushRef="#br0" timeOffset="-90627.99">22269 9749 1232 0,'0'0'320'0,"0"0"-86"16,0 0 138-16,0 0-129 15,0 0-114-15,0 0-53 16,0 0-45-16,121-46 11 16,-77 40-4-16,-7 6-9 15,-5 0-16-15,-6 6-11 0,-1 12-2 16,-2 6 2-1,-4 6-2-15,-3 6 10 0,-5 7-14 16,-5 5 10-16,-6 0-1 16,0 1-5-16,0-2 1 15,0-1 17-15,-8-3 7 16,1-5-1-16,1-3-23 16,2 0 9-16,-2-3-1 15,2 0-6-15,0-4-3 16,1-3 2-16,-1-4-2 15,2-5 0-15,2-6-14 16,0-6-68-16,0-4-168 0,0-14-233 16,0-6-721-16</inkml:trace>
  <inkml:trace contextRef="#ctx0" brushRef="#br0" timeOffset="-90446.5">22344 10168 713 0,'0'0'675'16,"0"0"-585"-16,185-26-59 16,-69 24-31-16,-22 2-12 15,-13 0-382-15</inkml:trace>
  <inkml:trace contextRef="#ctx0" brushRef="#br0" timeOffset="-88795.25">21331 12749 922 0,'0'0'873'0,"0"0"-711"15,0 0-89-15,0 0 67 0,116-14-87 16,-72 5-33-16,-2 2-12 16,-4 2-7-16,-9 5-1 15,-7 0-97-15,-10 0-78 16,-10 5-418-16,-2 5-428 0</inkml:trace>
  <inkml:trace contextRef="#ctx0" brushRef="#br0" timeOffset="-88645.81">21399 13029 755 0,'0'0'732'0,"0"0"-540"0,0 0 40 15,0 0-93-15,123-33-98 16,-69 15-23-16,-2 4-18 15,14-2-15-15,-18 5-282 16,-7 1-1045-16</inkml:trace>
  <inkml:trace contextRef="#ctx0" brushRef="#br0" timeOffset="-88083.27">22565 12314 1642 0,'0'0'281'16,"0"0"15"-16,0 0-44 15,0 0-158-15,0 0 62 16,62 112-69-16,-46-58 10 16,-5-1-34-16,1-5-18 15,-1-8-32-15,-3-7-2 0,2-12-10 16,-6-5 1-1,-2-7 6-15,-2-4-6 0,0-3 9 16,0-2-10-16,-8 0 6 16,-10 0-6-16,-7 2-2 15,2 1-24-15,2-1-32 16,2-1-30-16,1 5-31 16,-1-1 34-16,-2 8 59 15,-1-1 25-15,0 2 0 16,2-2 1-16,7-5-1 15,5 0 6-15,8-5-6 16,8-2 2-16,25 0 68 16,18-9-8-16,9-8-25 15,6 1-36-15,-2 0 5 0,-4 2-6 16,18-10-63-16,-16 7-255 16,-10-4-613-16</inkml:trace>
  <inkml:trace contextRef="#ctx0" brushRef="#br0" timeOffset="-87691.42">23169 12208 1699 0,'0'0'312'16,"0"0"-41"-16,0 0 4 15,0 0-188-15,0 0-60 16,0 0 1-16,0 0-9 0,85 124-8 15,-79-78 4-15,-6-2-14 16,0-4 4-16,0-5-5 16,0-10-1-16,0-4-62 15,0-9-13-15,0-5-38 16,0-3 14-16,-4 1-1 16,-7-1 35-16,-3 0-1 15,-3 0-45-15,-3 2 56 16,-5-2 29-16,4 2 27 15,-2-4 1-15,7 0 22 16,7 0 77-16,9-2 77 16,0 0-96-16,15 0-45 15,18 0-4-15,8-4-18 0,6-4-1 16,4-1-12 0,-3 4-1-16,0-1-9 0,-12-1-315 15,-12 2-986-15</inkml:trace>
  <inkml:trace contextRef="#ctx0" brushRef="#br0" timeOffset="-81625.16">26909 13106 1099 0,'0'0'367'0,"0"0"-118"15,0 0 78-15,148-38-144 16,-105 36-75-16,-8 2-33 0,-6 0-51 16,-12 18-5-16,-17 11-13 15,0 8 8-15,-33 6 51 16,-15 3-7-16,-10-2-27 16,2-4-17-16,12-8-5 15,15-10-9-15,19-10-1 16,10-10-16-16,22-2 17 15,26 0 1-15,7-10 7 16,5 4-7-16,0 6-1 16,-2 0 1-16,-8 17 0 15,-13 14 0-15,-16 5-1 16,-19 4 7-16,-2-2 31 16,-29-2 48-16,-19-5 5 0,-2-8-22 15,-6-7-15 1,4-4-29-16,6-9-11 0,13-3-13 15,10 0 9-15,14-15-10 16,9-9-55-16,29-29-135 16,9 4-460-16,4 1-1133 0</inkml:trace>
  <inkml:trace contextRef="#ctx0" brushRef="#br0" timeOffset="-81172.53">27550 13029 1833 0,'0'0'316'0,"0"0"-83"16,0 0 15-16,0 0-151 15,0 0 33-15,42 104-22 0,-46-58-10 16,-15-3-32-16,7-2-31 16,2-7-19-16,6-6-8 15,4-7 2-15,0-4-10 16,14-8 12-16,17 0 9 15,6-6 7-15,8 0-16 16,0-3-6-16,-6 0-5 16,0 0-1-16,-10-8-16 15,-7-11-31-15,-4-4-19 16,-9-7-47-16,-9-6-30 16,0-1 15-16,-3-1 24 15,-7 4 68-15,0 5 36 0,3 6 33 16,5 11 46-16,2 8 18 15,0 4-24-15,9 16-36 16,5 24 11-16,-1 17 27 16,-4 16 10-16,-6 10-13 15,-3 4-25-15,0-10-25 16,0-7-7-16,0-13-14 16,0-15-1-16,0-10-1 15,0-14-41-15,2-18-99 16,11-8-166-16,5-21-1314 0</inkml:trace>
  <inkml:trace contextRef="#ctx0" brushRef="#br0" timeOffset="-80931.49">28483 12971 1773 0,'0'0'478'0,"0"0"-346"16,-52 200 178-16,13-87-120 16,1-2-46-16,7-15-28 15,11-32-38-15,5 5-55 16,-1-4-7-16,9-14-16 16,5-12 0-16,2-13-9 15,18-23-68-15,11-3-117 0,9-6-474 16</inkml:trace>
  <inkml:trace contextRef="#ctx0" brushRef="#br0" timeOffset="-80294.28">28628 13251 1285 0,'0'0'155'0,"0"0"-20"16,0 0-40-16,0 0-51 16,88 136 39-16,-51-93 40 15,1-4 16-15,-2 0 45 0,-7-4-36 16,-7 0-74-16,-8-6-19 16,-8 2-15-16,-6-1-5 15,0-2 12-15,-20-3 4 16,-7-4-14-16,-2-5-19 15,-4-8-3-15,1-8-6 16,3 0 9-16,8-19-5 16,3-2 11-16,11-9 35 15,7 2-31-15,0-4-19 16,23 0-3-16,12-3-4 16,7-3-1-16,3 0 4 15,-1 2-4-15,-4-3 0 16,-1 5 6-16,-10 3-1 0,-5-1 3 15,-4 2-9-15,-4-3 11 16,-3 4-10-16,-2 0-1 16,-2 8 0-16,-4 4 1 15,-3 7 7-15,0 10 28 16,-2 0-30-16,0 14-6 16,0 18 0-16,2 14 0 15,3 10 3-15,1 7-3 16,6-3 1-16,5-7 5 15,8-12 3-15,6-11 1 16,12-13 5-16,3-15 20 16,6-2-4-16,1-23 5 15,-4-15-12-15,-8-12 6 0,-12-10-3 16,-14-2 3-16,-15 1-6 16,0 10-15-16,-34 10-9 15,-21 15-12-15,-72 26-56 16,13 0-138-16,-7 20-510 0</inkml:trace>
  <inkml:trace contextRef="#ctx0" brushRef="#br0" timeOffset="-79625.72">30528 12501 179 0,'0'0'0'0</inkml:trace>
  <inkml:trace contextRef="#ctx0" brushRef="#br0" timeOffset="-79091.62">30965 12194 1935 0,'0'0'258'0,"0"0"-67"15,0 0-23-15,0 0-122 16,0 0-32-16,131-8-13 16,-80 6-1-16,-1-5 9 15,-4 2-9-15,-3-1-34 16,-16 0-206-16,-14 1-292 0</inkml:trace>
  <inkml:trace contextRef="#ctx0" brushRef="#br0" timeOffset="-78936.86">30940 12446 1064 0,'0'0'782'0,"0"0"-566"15,0 0 120-15,0 0-172 16,0 0-70-16,0 0-52 16,163-25-23-16,-90 6-19 15,-12 3-134-15,-8 2-700 0</inkml:trace>
  <inkml:trace contextRef="#ctx0" brushRef="#br0" timeOffset="-78411.13">31739 11891 1657 0,'0'0'275'16,"0"0"48"-16,0 0-77 16,0 0-149-16,164-84 10 15,-110 75 17-15,-10 9-52 16,-11 0-47-16,-12 4-13 15,-10 17-10-15,-11 5 1 16,0 0 3-16,-16 4 2 16,-15-2-7-16,-4-4 9 0,-2-2-9 15,6-8 7 1,10-4-8-16,9-3 1 0,12-6 1 16,0-1-2-16,29 0 0 15,14 0 0-15,7 2 7 16,2 4-7-16,0 4 1 15,-13 7-1-15,-7-2 0 16,-14 6 0-16,-16-2 1 16,-2 2-1-16,-18-3 1 15,-18-3 29-15,-8 0 6 16,-1-8 0-16,1-4-11 16,3-3-7-16,12 0-9 15,10-4-7-15,9-10-2 16,10-2-33-16,29-7-60 15,12 4-191-15,5-2-510 0</inkml:trace>
  <inkml:trace contextRef="#ctx0" brushRef="#br0" timeOffset="-78080.85">32441 11797 1685 0,'0'0'201'16,"0"0"88"-16,0 0-44 16,-31 144-75-16,31-94-38 15,0-7-27-15,15-8-45 16,22-12-8-16,17-11 15 0,8-11 5 16,1-1-38-16,-7-9-28 15,-11-14 17-15,-16-3-16 16,-14-8 16-16,-11-6 14 15,-4-6 5-15,-13-2-16 16,-18 2-8-16,-10 6-5 16,-3 8-11-16,-5 8-2 15,2 12-3-15,0 8-39 16,5 4-87-16,-3 26-64 16,12 10-363-16,6 4-616 0</inkml:trace>
  <inkml:trace contextRef="#ctx0" brushRef="#br0" timeOffset="-77742.3">31704 12518 1773 0,'0'0'266'15,"0"0"-22"-15,133 0-21 0,4-5-130 16,46-16-4 0,14 0 23-16,-39 0-25 0,-49 7-8 15,-56 7-58-15,-20-1-6 16,2-1-15-16,-2 1 0 15,5 2-2-15,-5 3-46 16,5 3-100-16,7 0-166 16,24 14-37-16,-11 3 127 15,-16 1-886-15</inkml:trace>
  <inkml:trace contextRef="#ctx0" brushRef="#br0" timeOffset="-77238.66">31928 12867 1965 0,'0'0'330'16,"0"0"-20"-16,0 0-186 15,120-24-76-15,-53 18-17 16,0 6-1-16,-11 0-15 16,-14 6-4-16,-20 15-11 15,-15 5-1-15,-7 4-7 16,-20 0 7-16,-23 2 1 0,-10-5 0 16,2-2 2-16,4-9 4 15,15-4 6-15,15-8-11 16,10-2 10-16,7-2-3 15,3 0 7-15,21 0-15 16,7 0 0-16,2 0-1 16,6 7 1-16,-6 7 0 15,-4 5 0-15,-12 6 6 16,-7-2-6-16,-10 3 0 16,-4 0-2-16,-33-2 2 15,-3-2 8-15,-7-5-1 16,3-4-5-16,4-6-1 15,11-5 11-15,11-2-11 0,9 0 14 16,9 0-15-16,0-9-22 16,11-9-111-16,9 3-377 15,1 1-154-15</inkml:trace>
  <inkml:trace contextRef="#ctx0" brushRef="#br0" timeOffset="-76001">32393 12830 872 0,'0'0'746'16,"0"0"-535"-16,0 0 280 15,0 0-287-15,0 0-56 16,0 0-34-16,0 0-52 16,3-16-40-16,-3 16-22 15,0 14 0-15,0 1 5 16,0 6-5-16,0 1 2 15,0 1-2-15,0 2 10 16,0 0-7-16,-9 0-2 16,-2-3 6-16,2-2-1 0,2-8-6 15,5-4 1-15,2-4-1 16,0-4 0-16,0 0 13 16,18 0-11-16,13 0 17 15,9 0-8-15,4 0-5 16,4 0-6-16,-6 0 0 15,-7 0-9-15,-8 0-61 16,-11 0-45-16,-7-12-85 16,-7-2-157-16,-2-4-583 0</inkml:trace>
  <inkml:trace contextRef="#ctx0" brushRef="#br0" timeOffset="-75842.34">32672 12816 1594 0,'0'0'714'15,"0"0"-605"-15,0 0 25 0,0 0 10 16,0 0-35-16,0 130-61 16,0-79-30-16,-7 7-7 15,-1 3-11-15,-19 37-73 16,2-14-426-16,-4-5-995 0</inkml:trace>
  <inkml:trace contextRef="#ctx0" brushRef="#br0" timeOffset="-70029.49">33102 13002 831 0,'0'0'843'0,"0"0"-734"16,0 0 1-16,0 0-75 0,0 0-22 16,0 0-11-16,-4 20 58 15,-1-13 42-15,3 0-12 16,2-5-26-16,0-2 39 16,0 0 38-16,25 0 7 15,17-16-90-15,36-14-43 16,5 0-15-16,44-28-21 15,-21 8-250-15,-31 7-908 0</inkml:trace>
  <inkml:trace contextRef="#ctx0" brushRef="#br0" timeOffset="-65157.88">32655 11517 466 0,'0'0'401'0,"0"0"-239"15,0 0 120-15,0 0-102 16,0 0-78-16,0 0-37 16,87-20-44-16,-66 11-5 15,0 1-6-15,1 0-1 16,3 0-9-16,23-2 0 15,-5 2-51-15,-1-1-307 0</inkml:trace>
  <inkml:trace contextRef="#ctx0" brushRef="#br0" timeOffset="89740.76">19865 14173 637 0,'0'0'3'16,"-133"4"10"-16,44 12-13 15,-13 12 33-15,-6 12 14 16,4 15 113-16,-14 26 47 16,-9 38-70-16,-8 41 20 15,13 19-57-15,30-7-67 16,42-13-17-16,40-20-7 15,24-6-8-15,51 5 0 0,12-25 16 16,43-3-2 0,23-23-9-16,27-36-6 0,42-18-37 15,11-43-27-15,24-52-43 16,5-37-3-16,-22-29 110 16,-43-20 24-16,-56-17-24 15,-53-19-24-15,-40-11-218 16,-36 8 231-16,-19 20 11 15,-39 44 59-15,-60 21-20 16,-36 27-39-16,21 27-233 16,-3 9-148-16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4T01:22:26.9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2180 1702 1633 0,'0'0'536'0,"0"0"-359"16,0 0 88-16,0 0-110 16,0 0-108-16,11 107 92 0,0 14 0 15,-4 48-26 1,-5 17-20-16,-2-9-23 0,0-22-25 15,-2-47-26-15,-5-24-5 16,2-24-4-16,3-12-11 16,0-2 1-16,0-3-8 15,-1-6-50-15,3-16-21 16,-2-13-28-16,0-8-4 16,-4-29-20-16,-1-8-500 15,0-7-657-15</inkml:trace>
  <inkml:trace contextRef="#ctx0" brushRef="#br0" timeOffset="300.66">2055 2107 1787 0,'0'0'298'0,"0"-114"-208"16,33 42 114-16,21-9-63 15,24 9-4-15,11 14 5 16,2 21-60-16,-2 20-26 15,-12 17-55-15,-18 29 24 16,-12 24-24-16,-18 18 12 16,-20 6 14-16,-9 4 26 15,-15-2 21-15,-23-10-10 16,-9-7-17-16,-5-12-34 16,2-9 4-16,2-11-4 15,6-9-17-15,6-6 4 0,10-5-35 16,4-3-53-16,3-4-45 15,17-1-101-15,2-2-299 16,0 0-403-16</inkml:trace>
  <inkml:trace contextRef="#ctx0" brushRef="#br0" timeOffset="601.1">3229 1606 1803 0,'0'0'348'16,"0"0"-125"-16,0 0-73 15,-96 188 75-15,61-84-46 16,6-3-40-16,6-13-25 15,15-23-5-15,1 3-77 16,7 1 8-16,0-10-39 16,5-9-1-16,15-10-39 15,4-6-63-15,23-4-66 16,-9-7-102-16,2-16-521 0</inkml:trace>
  <inkml:trace contextRef="#ctx0" brushRef="#br0" timeOffset="1479.1">3711 1778 1114 0,'0'0'1152'0,"0"0"-958"16,0 0-94-16,-9 105-20 16,9 17 116-16,0 0-108 15,4-15 5-15,3-36-26 16,0-25 8-16,0-1-48 0,-3-1-8 15,0-3-8 1,-4-16-10-16,0-13 12 0,0-10-12 16,0-2 26-16,0-14 5 15,-8-25 20-15,-8-14-51 16,-1-17 10-16,0-15-11 16,9-3 1-16,8-3-1 15,2 4 0-15,27 7-6 16,11 12 15-16,9 10-21 15,5 15 21-15,1 16-18 16,-4 12 4-16,-1 15 4 16,-8 0-6-16,-5 24 7 15,-5 8-1-15,-8 4 2 0,-10 7-15 16,-12 1 17 0,-2 7-12-16,-11 5 10 0,-21 2-2 15,-3 2-4-15,0 0 5 16,-1-6 2-16,5-6-2 15,8-9 1-15,8-6 11 16,6-7-16-16,4-6 4 16,5-2-1-16,0-1 1 15,0-3 0-15,0-5 1 16,14-1 8-16,3-4 6 16,10-4-6-16,9 0 43 15,4-6-46-15,3-6 38 16,-6-2-34-16,-3 4-1 0,-10 2-9 15,-5 2 0-15,-9 2 4 16,-5 2-3-16,-1-4-2 16,2-2-34-16,4-4-22 15,1-8-100-15,18-21-42 16,-4 4-424-16,-1-2-898 0</inkml:trace>
  <inkml:trace contextRef="#ctx0" brushRef="#br0" timeOffset="1787.68">4539 1291 1265 0,'0'0'582'16,"0"0"-58"-16,0 0-248 15,0 0-142-15,0 0 1 16,0 0-20-16,0 132 5 16,0-74-47-16,0 0-11 15,0-1-31-15,2-5-10 16,0-8-8-16,2-5-13 16,0-12 0-16,1-7-22 15,1-7 3-15,-4-8-86 16,1-5 1-16,-3-7-26 15,0-16-354-15,0 0-504 0</inkml:trace>
  <inkml:trace contextRef="#ctx0" brushRef="#br0" timeOffset="1967.89">4321 1618 1590 0,'0'0'368'0,"0"0"-32"16,0 0-79-16,0 0-103 15,0 0-106-15,117-24 30 16,-53 14-54-16,8-2-8 16,1 4-16-16,-2 1 0 15,10 7-105-15,-19 0-566 0,-15 7-622 16</inkml:trace>
  <inkml:trace contextRef="#ctx0" brushRef="#br0" timeOffset="2296.9">5122 1543 1532 0,'0'0'637'16,"0"0"-501"-16,0 0 77 0,-4 149 55 16,-6-27-90-16,2 1-19 15,-5-11-71-15,1-18 16 16,1-29-48-16,3 0-33 16,-4-2-17-16,5-17 6 15,1-14-9-15,4-14-3 16,2-8-33-16,0-6-76 15,0-4-17-15,13 0-185 16,3 0-796-16</inkml:trace>
  <inkml:trace contextRef="#ctx0" brushRef="#br0" timeOffset="2710.29">5478 2588 1041 0,'0'0'556'0,"0"0"-450"15,0 0 111-15,54-150-6 16,-38 89-38-16,-1-6 0 16,-1-9 19-16,-1-6-23 15,-1-7-29-15,-1 5-61 16,-1 3 13-16,4 11-47 15,-1 12-6-15,3 12-3 16,-3 14 7-16,3 16-4 0,-1 16-14 16,4 0-16-1,2 24-1-15,4 19 25 0,2 8-27 16,-2 11 34-16,-3 5-20 16,-2-2-4-16,0-4-16 15,0-4 0-15,-2-10 0 16,0-4-6-16,-1-12 4 15,-3-2-43-15,-3-9 14 16,-2-3-72-16,-4 0-19 16,-3-5-48-16,-2 2-152 15,0-2-348-15,-10-6-285 0</inkml:trace>
  <inkml:trace contextRef="#ctx0" brushRef="#br0" timeOffset="2912.83">5597 2351 468 0,'0'0'1744'0,"0"0"-1487"15,0 0 52-15,0 0-145 16,0 0-91-16,0 0-53 16,147-58-19-16,-83 41 3 15,-1 0 6-15,-1 4-20 16,-4 1 0-16,14 0-106 15,-14 5-458-15,-9 0-737 0</inkml:trace>
  <inkml:trace contextRef="#ctx0" brushRef="#br0" timeOffset="3266.37">6290 1419 1164 0,'0'0'643'0,"0"0"-472"15,0 0-97-15,0 0-22 16,0 0 97-16,112 129 17 15,-61-38 17-15,-4 36 15 0,-14 25-35 16,-13-10-54-16,-15-29-21 16,-5-37-62-16,0-25 16 15,-5 0-36-15,-11 7 0 16,-3-5-6-16,-8-7-29 16,-2-10-20-16,-2-7-46 15,-17-5-48-15,11-7-418 16,1-7-955-16</inkml:trace>
  <inkml:trace contextRef="#ctx0" brushRef="#br0" timeOffset="6449.16">7102 2099 884 0,'0'0'1000'16,"0"0"-824"-16,0 0 63 15,0 0-84-15,0 0 28 16,0 0-47-16,111-12-67 15,-69-2-47-15,-6 1-10 16,-5-1-4-16,-8 9-8 0,-19 5-78 16,-4 0-520-16,0 5-448 0</inkml:trace>
  <inkml:trace contextRef="#ctx0" brushRef="#br0" timeOffset="6628.29">7041 2472 1942 0,'0'0'303'0,"0"0"-141"15,0 0-86-15,0 0 19 16,167-37-57-16,-107 28-9 0,-2 4-29 16,3 5-53-16,-14 3-483 15,-16 11-537-15</inkml:trace>
  <inkml:trace contextRef="#ctx0" brushRef="#br0" timeOffset="19609.27">8084 1671 1348 0,'0'0'536'16,"0"0"-318"-16,0 0 74 16,0 0-38-16,0 0-116 15,0 0-46-15,-15-23-45 16,15 23-14-16,0 18-19 15,0 21 17-15,0 29 63 16,-4 33-25-16,-4 32 20 16,6-7-58-16,2-24 39 15,0-32-32-15,0-19 1 16,6 5-23-16,4 4-1 0,1 5-1 16,-4-5-14-1,-2-9 3-15,-5-2 9 0,0-8-18 16,0-8 18-16,0-8-13 15,0-14 1-15,0-5-21 16,0-6-13-16,0 0-1 16,0-10 4-16,0-12-59 15,0-10 5-15,0-6-64 16,-5-25-40-16,0 10-386 16,3 0-130-16</inkml:trace>
  <inkml:trace contextRef="#ctx0" brushRef="#br0" timeOffset="19969.5">8013 1849 1220 0,'0'0'501'0,"0"0"-352"16,0 0 127-16,-16-116-103 15,24 73-36-15,25 5-1 16,11 2 1-16,12 6 5 15,4 8-51-15,3 10-43 16,-1 12-30-16,-2 5-8 16,-2 28-17-16,-4 13 27 15,-6 10-14-15,-11 7 2 0,-16 1 22 16,-15-6 4-16,-6-3 1 16,-16-4-1-16,-22-5-7 15,-18-4 15-15,-11-4-33 16,-9-6 32-16,-1-7-29 15,7-10-10-15,12-7 4 16,18-6-1-16,17-2-5 16,17 0-21-16,6 0-30 15,20-3-63-15,14-8-112 16,3 5-637-16</inkml:trace>
  <inkml:trace contextRef="#ctx0" brushRef="#br0" timeOffset="21215.58">9282 1460 449 0,'0'0'1073'0,"0"0"-862"16,0 0 47-16,0 0-14 15,0 0-18-15,0 0-125 0,0 0-5 16,-83 44-11-16,58-13 4 16,-4 15-16-16,0 12-17 15,3 17-14-15,0 24-5 16,3 20 6-16,7-5-13 16,5-17 53-16,9-16-67 15,2-23 28-15,0 2-38 16,9 2 6-16,7-11-5 15,-1-13-5-15,-1-8-1 16,-3-11 7-16,-5-6-16 0,1-5-22 16,-4-5-39-1,-1 0-127-15,0-3-314 0,2 0-361 0</inkml:trace>
  <inkml:trace contextRef="#ctx0" brushRef="#br0" timeOffset="22439.45">9575 1777 1287 0,'0'0'383'0,"0"0"-84"16,0 0-44-16,0 0-151 16,0 0-12-16,-10 188 56 15,-1-88 12-15,-1-6-27 16,-3-11 0-16,-1-23-57 16,3 1 17-16,-1 0-53 15,3-18-10-15,7-14-18 16,0-12-1-16,4-14-11 15,0-3 13-15,0-6 20 0,0-22-31 16,0-16 4 0,-2-12 10-16,-3-12-17 0,0-8 2 15,5-7-2-15,0 1-2 16,0 8 3-16,10 7 0 16,7 16 1-16,1 10-7 15,2 14 15-15,0 8-27 16,2 12 18-16,3 7-1 15,2 14-9-15,4 23 10 16,0 18 0-16,1 8 1 16,-6 10-2-16,-4-1 7 15,-2-2-14-15,-1-6 29 16,-4-7-27-16,-1-11 12 0,1-8-4 16,-1-10-2-1,-4-8-9-15,-3-9-24 0,-3-6-63 16,-4-3 3-1,0 0-83-15,-4 0-130 0,-21 2-334 16,-21 2 41-16,3 0 32 16,3-1-232-16</inkml:trace>
  <inkml:trace contextRef="#ctx0" brushRef="#br0" timeOffset="22583.27">9523 2474 78 0,'0'0'1030'0,"0"0"-454"15,0 0-201-15,0 0 2 16,0 0-62-16,0 0-146 15,0 0-114-15,6-32-44 16,40 11-5-16,8-4 6 0,0 1-24 16,13-10 4-16,-14 8-182 15,-11-2-528-15</inkml:trace>
  <inkml:trace contextRef="#ctx0" brushRef="#br0" timeOffset="22824.13">10109 1720 2184 0,'0'0'344'0,"0"0"-94"15,0 0-135-15,0 0 61 16,0 0-87-16,95 159-11 16,-76-79 0-16,-9 7-4 15,-5 2-26-15,-5-7-27 0,2-11-8 16,0-11-12-16,6-12-2 15,0-9-36-15,1-14-1 16,3-6-93-16,7-19-39 16,-1 0-184-16,-3-9-550 0</inkml:trace>
  <inkml:trace contextRef="#ctx0" brushRef="#br0" timeOffset="23415.17">10576 1905 2181 0,'0'0'272'0,"0"0"-175"15,0 0-17-15,8 148 118 0,3-70-78 16,-1 3-51-16,2-5-19 16,-1-13-27-16,-2-10-1 15,0-13-13-15,-2-14-12 16,-5-12 23-16,0-5-26 15,-2-9 12-15,0 0 16 16,0-19-1-16,-6-17-6 16,-13-13-14-16,0-12 0 15,-4-6-2-15,5 2 12 16,9-4-8-16,9 2-3 16,0 0 0-16,25 4-6 15,13 4 5-15,7 11 0 0,-1 14-5 16,3 13 6-16,-7 17-6 15,-2 4-1-15,-9 16 7 16,-7 18-1-16,-9 7 2 16,-8 0 4-16,-5 4-4 15,0-1-1-15,-13 0 4 16,-10 0 2-16,-4 1-6 16,-4-1 14-16,0-3-26 15,2 2 27-15,0-5-15 16,7-5 0-16,2-2 12 15,4-5-10-15,7-6 8 16,5-2 2-16,2-4-12 16,2-5 2-16,0 2 14 0,6-7 5 15,15 1-7 1,3-5 30-16,7 0-9 0,5 0-11 16,-1-5-23-16,-1-3 1 15,-5-2-2-15,-2-1-29 16,-3-1-33-16,8-9-108 15,-11 1-86-15,2-4-565 0</inkml:trace>
  <inkml:trace contextRef="#ctx0" brushRef="#br0" timeOffset="23672.28">11217 1463 2049 0,'0'0'361'0,"0"0"-67"16,0 0-126-16,0 0-106 15,0 0 21-15,0 0 41 16,49 157-43-16,-31-92-30 16,-3 2-23-16,-1-5-16 15,-1-5-10-15,-2-11-2 16,-2-10-27-16,-5-10-74 15,3-20-80-15,-3-3-295 16,-2-3-181-16</inkml:trace>
  <inkml:trace contextRef="#ctx0" brushRef="#br0" timeOffset="23836.88">11081 1824 1502 0,'0'0'494'15,"0"0"-12"-15,0 0-165 16,0 0-156-16,0 0-92 15,0 0-69-15,0 0 15 16,136-44-15-16,-83 34 0 16,-2 4-8-16,12-2-204 15,-14 4-444-15,-11-4-1048 0</inkml:trace>
  <inkml:trace contextRef="#ctx0" brushRef="#br0" timeOffset="24129.21">11718 1391 1382 0,'0'0'510'15,"0"0"-334"-15,0 0 1 16,0 0-69-16,0 0 116 15,67 137-57-15,-40-43 26 16,-5 36-42-16,-11 23-28 16,-7-12-24-16,-4-34-58 15,0-38-14-15,0-27-12 0,0 8-30 16,-10 8-6-16,-9 5-61 16,-21 10-84-16,5-15-150 15,2-14-520-15</inkml:trace>
  <inkml:trace contextRef="#ctx0" brushRef="#br0" timeOffset="24678.02">12318 1959 1647 0,'0'0'496'16,"0"0"-240"-16,0 0-66 15,0 0-126-15,0 0 29 16,0 0-7-16,0 0 25 0,0 82-62 16,-18-63-22-16,-2-10-12 15,6-3-6-15,6-6 6 16,6 0 4-16,2-12 14 15,0-8-32-15,2 2 24 16,11 2-16-16,3 6-9 16,-1 4 8-16,-1 4 5 15,-6 2-11-15,-3 0-2 16,-5 0 15-16,0 11 0 16,0-4 36-16,-9-2-50 15,-7-2 28-15,1-3-29 16,1 0-22-16,3-4-46 15,9-4-29-15,2-2-75 0,11 3-435 16,11 7-883-16</inkml:trace>
  <inkml:trace contextRef="#ctx0" brushRef="#br0" timeOffset="25285.72">12810 1659 1510 0,'0'0'597'0,"0"0"-297"0,0 0-163 16,0 0-21-16,-4 142 71 15,17-29-47-15,1 2-83 16,-1-14 30-16,-1-18-47 16,-4-25-17-16,1 1-22 15,3-1-1-15,-4-16 0 16,-1-12-9-16,-3-11-48 16,-2-12-78-16,-2-7-1 15,0-2-25-15,0-30-79 16,-2-14-242-16,-9-9-111 15,0-11 84-15,-5 5 357 16,-4 3 125-16,1 5 27 0,-6 5 34 16,2 0 60-16,5-2 130 15,5-4 3-15,7-3 36 16,6-1-53-16,0 3 12 16,19 0-13-16,10 9-17 15,10 8-27-15,3 10-43 16,9 7-4-16,5 9-50 15,4 12 8-15,-2 0-22 16,-9 29-12-16,-16 17-24 16,-19 14-12-16,-14 10 15 15,-9 1-8-15,-29-1 5 16,-6-8-4-16,-6-11 2 16,3-12-15-16,3-11-2 0,9-10-6 15,6-10-24 1,10-8-33-16,19-8-108 0,0-12-346 15,0-4-481-15</inkml:trace>
  <inkml:trace contextRef="#ctx0" brushRef="#br0" timeOffset="25803.33">13653 1581 2011 0,'0'0'361'15,"0"0"-234"-15,-18 107 56 16,12-37-27-16,3 10-14 16,3 0-45-16,0-1-29 15,0-11-16-15,5-6-32 16,6-8-19-16,-2-8 22 16,0-7-28-16,-5-7 16 15,0-8-19-15,-4-8 16 0,3-6-7 16,-3-7 0-16,0-3 7 15,0-5 16-15,0-17-23 16,0-6 7-16,0-4 1 16,0-2-10-16,-3 2 2 15,-1 0 0-15,-2-1 0 16,1 6-1-16,1 1 0 16,-1 6-2-16,5 6 1 15,0 2-61-15,0 9 11 16,0 3-85-16,0 0-137 15,7 0-208-15,22 0 181 16,0 0-278-16,-3-2-343 0</inkml:trace>
  <inkml:trace contextRef="#ctx0" brushRef="#br0" timeOffset="26411.96">14094 1671 1493 0,'0'0'858'15,"0"0"-749"-15,0 0-63 16,0 104 115-16,0-39 87 16,0 9-161-16,0 0 11 15,4-5-53-15,0-13-15 16,0-12-21-16,0-13-9 0,-2-11 6 15,1-11-5-15,-3-9 18 16,0 0-18-16,0-19 47 16,0-20-46-16,-3-14 1 15,-5-16-2-15,0-5-1 16,4-3 0-16,4 5 1 16,0 9-2-16,16 6 12 15,13 11-25-15,4 8 16 16,5 12-14-16,2 11 12 15,-1 6-1-15,-4 9-9 16,-6 4 10-16,-6 24 0 16,-13 12 1-16,-7 10-3 15,-3 4 11-15,-11 4-13 16,-16 0 11-16,-4-3-7 0,0-6 1 16,-1 0 8-16,3-8-9 15,5 0 0-15,3-5-1 16,4-4 2-16,1 1-7 15,1-1 24-15,3-5-27 16,6-1 10-16,1-6-2 16,5-6-4-16,0-4 5 15,5-3 6-15,19-3 0 16,7-4 17-16,7 0-22 16,2 0 4-16,1 0 1 15,-4-11-12-15,-3-1-6 16,-7-1-52-16,2-20-80 0,-9 5-317 15,-5 0-531-15</inkml:trace>
  <inkml:trace contextRef="#ctx0" brushRef="#br0" timeOffset="26712.31">14671 1323 2022 0,'0'0'475'0,"0"0"-326"16,0 0-107-16,0 0 74 15,-2 108 50-15,2-50-63 16,0 1-31-16,0-1-44 15,10-5-19-15,-4-10-3 16,3-9-12-16,-5-7-51 16,1-12-112-16,0-15-316 15,-3-8-29-15,0-16-766 0</inkml:trace>
  <inkml:trace contextRef="#ctx0" brushRef="#br0" timeOffset="26870.3">14509 1560 1744 0,'0'0'651'0,"0"0"-371"0,0 0-113 16,0 0-143-16,0 0 14 15,0 0-37-15,136-5-1 16,-87 5 0-16,20 0-144 16,-13 0-504-16,-9 0-867 0</inkml:trace>
  <inkml:trace contextRef="#ctx0" brushRef="#br0" timeOffset="27109.52">15057 1371 1172 0,'0'0'329'16,"0"0"-55"-16,0 0-44 15,74 105 32-15,-54-19 46 16,-6 2-77-16,-8 13-50 16,-6-1-52-16,0-21-47 15,0 2-58-15,-11-11-24 16,-23 8-36-16,3-15-151 16,-2-15-552-16</inkml:trace>
  <inkml:trace contextRef="#ctx0" brushRef="#br0" timeOffset="27988.64">8098 3055 1220 0,'0'0'221'0,"0"0"-51"15,121-9 40-15,-50-2-43 16,29 1-53-16,34 3-14 16,35-2 14-16,16-1-6 15,3 0-26-15,-8-5 16 16,-9-1-3-16,10-1-26 16,8 3-68-16,6 4 28 0,1 7-18 15,7 1-2 1,8 2-9-16,16 0 0 0,16 0 0 15,21 0 15-15,10 0 45 16,9 0-27-16,7 0 39 16,-9 0-59-16,-3 0-1 15,-1 0-12-15,-10 0 0 16,-8 4 2-16,-5-3-1 16,-9 1-1-16,-4-2 14 15,-7 0-29-15,-13 0 33 16,-25 0-17-16,-27 2 0 15,-46 0 35-15,-41 1-24 16,-28-3 6-16,-21 0-9 16,1 0-8-16,-3 0 0 15,-2 0 15-15,-14 0-29 0,-7 0 13 16,-13 0-75-16,-22 0-453 16,-18 0-1439-16</inkml:trace>
  <inkml:trace contextRef="#ctx0" brushRef="#br0" timeOffset="28499.38">11094 3403 2058 0,'0'0'520'15,"0"0"-440"-15,0 131 68 16,13-12 54-16,10 40-81 15,1-9-27-15,-4-28-82 16,-4-39 32-16,-5-33-38 16,2 3 4-16,1 0-10 15,-1 1-1-15,-6-14-29 16,-5-14-79-16,-2-13-113 16,0-20-146-16,-18-19-109 15,-2-9-945-15</inkml:trace>
  <inkml:trace contextRef="#ctx0" brushRef="#br0" timeOffset="28753.39">11072 3721 1647 0,'0'0'254'15,"31"-106"-87"-15,13 51 71 16,16 4-34-16,9 15-70 16,5 18-25-16,0 18-57 15,-12 4-17-15,-10 34-35 16,-19 18 43-16,-17 9-12 15,-16 8 71-15,-12 2-56 16,-28-4-14-16,-13-10-4 16,-5-6-1-16,-3-16 3 15,5-8-30-15,10-17 0 16,13-10 0-16,12-4-9 0,13-4-88 16,19-33-63-1,20 4-186-15,10 0-805 0</inkml:trace>
  <inkml:trace contextRef="#ctx0" brushRef="#br0" timeOffset="28980.57">11921 3513 2107 0,'0'0'336'0,"0"0"-244"0,0 0 78 15,-127 153-31-15,105-81-26 16,10 6-27-16,12 2-63 16,0-9-8-16,29-6-15 15,10-14-10-15,23-12-162 16,-9-12-471-16,-4-12-812 0</inkml:trace>
  <inkml:trace contextRef="#ctx0" brushRef="#br0" timeOffset="29271.4">12169 4218 1525 0,'0'0'824'0,"0"0"-548"16,0 0-37-16,0 0-108 15,33-142-22-15,-13 76-44 0,0-2 4 16,0 0-60-16,-2 4 42 16,0 8-41-16,-2 5 2 15,-1 11-10-15,-1 8 7 16,-3 10-9-16,1 10-9 15,2 10 8-15,4 2 2 16,6 10-23-16,1 20 31 16,4 8-10-16,-4 6 2 15,-3 3 5-15,-4-1-6 16,-2-5 0-16,-1-4-1 16,-1-4-11-16,1-8-56 15,1-4-113-15,-1-9-151 16,-1-4-380-16,-5-8-516 0</inkml:trace>
  <inkml:trace contextRef="#ctx0" brushRef="#br0" timeOffset="29460.76">12256 3938 1224 0,'0'0'662'0,"0"0"-348"16,0 0 69-16,0 0-222 15,0 0-70-15,129-29-81 16,-63 8 2-16,6-1-12 16,-1-1 0-16,14-8-107 15,-16 7-559-15,-7-2-1309 0</inkml:trace>
  <inkml:trace contextRef="#ctx0" brushRef="#br0" timeOffset="29708.92">12935 3321 940 0,'0'0'729'0,"0"0"-547"16,0 0 28-16,0 0 63 15,87 138-3-15,-62-66-75 16,-10 9 15-16,-7 3-86 15,-8 0-39-15,0-4-52 0,-8-10-18 16,-9-7-15 0,-6-6-67-16,-17 7-58 0,2-15-241 15,4-13-701-15</inkml:trace>
  <inkml:trace contextRef="#ctx0" brushRef="#br0" timeOffset="32305.3">7449 5317 649 0,'0'0'211'0,"0"0"140"16,0 0 32 0,0 0-67-16,0 0 4 0,0 0-49 15,-11 11-36-15,11-11-109 16,0 0-8-16,13 0-78 16,18-8 2-16,12-7-21 15,9-1-5-15,-2 2-9 16,0 6-7-16,-10 5-1 15,-5 3-80-15,-14 10-136 16,-11 9-370-16,-10 2-175 0</inkml:trace>
  <inkml:trace contextRef="#ctx0" brushRef="#br0" timeOffset="32468.93">7509 5677 1525 0,'0'0'379'0,"0"0"-240"16,0 0 99-16,0 0-102 16,0 0-25-16,0 0-97 15,159 1-14-15,-117 12-5 16,-4-4-504-16</inkml:trace>
  <inkml:trace contextRef="#ctx0" brushRef="#br0" timeOffset="124916.1">8867 5363 1380 0,'0'0'530'0,"0"0"-26"16,0 0-215-16,0 0-141 16,0 0-75-16,174-84-25 15,-107 76-20-15,-1 8 7 0,-7 0-9 16,-17 20-18-1,-16 14 1-15,-16 4-2 0,-10 3-4 16,-18-1-1-16,-22-2 7 16,-12-2-2-16,4-6 4 15,5-5-10-15,14-10-1 16,16-7 0-16,11-4-27 16,2-4 27-16,17 0-14 15,16-8 14-15,8 0 0 16,3 5 6-16,1 3-6 15,-5 2 0-15,-4 18-1 16,-12 6 1-16,-13 2-4 16,-11 0 11-16,-8-4 10 15,-26-2 17-15,-13-3 16 16,-4-4-16-16,2-5-14 0,7-3-10 16,11-5-9-16,10-2-1 15,11 0-3-15,8 0-27 16,2-7-81-16,25-27-82 15,14 3-417-15,5-3-1116 0</inkml:trace>
  <inkml:trace contextRef="#ctx0" brushRef="#br0" timeOffset="125207.98">9552 5573 1822 0,'0'0'327'0,"0"0"168"0,-77 131-313 15,67-82-75-15,10-6-65 16,13-8-1-16,24-9-11 16,17-12 2-16,6-11-14 15,5-3-9-15,-7-17 2 16,-9-12-10-16,-13-8 16 16,-16-7-16-16,-13-8 26 15,-7-7-1-15,-13 1 29 16,-24 5-26-16,-7 4-16 15,-3 9-8-15,0 13-5 16,5 6-1-16,4 13-82 16,5 8-40-16,-5 24-120 15,9 13-421-15,6 4-562 0</inkml:trace>
  <inkml:trace contextRef="#ctx0" brushRef="#br0" timeOffset="125546.74">8167 6246 1437 0,'0'0'231'15,"0"0"69"-15,0 0-12 16,0 0-96-16,201 50 79 15,-7-37-99-15,38-1-79 16,11-5 32-16,-5-2-74 0,-17-5-10 16,-5 1-8-16,-42 1 27 15,-49 0-2-15,-52 1-33 16,-38-2-12-16,-10-1-12 16,-7 0-2-16,-7 0-2 15,-11 0 3-15,0 0-32 16,-6 0-60-16,-21 3-75 15,-42 6-70-15,5 2-288 16,-8 1-418-16</inkml:trace>
  <inkml:trace contextRef="#ctx0" brushRef="#br0" timeOffset="125853.73">8796 6650 2083 0,'0'0'263'0,"0"0"237"16,0 0-386-16,0 0-74 16,171-11 14-16,-103 11 15 15,-13 8-14-15,-10 22-38 16,-12 14 13-16,-13 14-20 16,-11 12 26-16,-9 11-4 15,0 5 8-15,-16 1-4 16,-8-8 0-16,-3-8-3 15,3-13-17-15,3-16 4 0,10-12-19 16,7-13 4 0,4-11-5-16,0-6-6 0,2-11-36 15,11-17-91-15,-5-20-70 16,-4 6-306-16,-4 1-711 0</inkml:trace>
  <inkml:trace contextRef="#ctx0" brushRef="#br0" timeOffset="126268.5">8765 7064 2094 0,'0'0'501'0,"0"0"-168"15,0 0-140-15,0 0-132 16,185-62-25-16,-94 36-15 16,7 0-4-16,-2 3-11 15,-7-2-6-15,-13 3-26 0,-13 0-110 16,-15 1-130-16,-15 8-354 15,-10 3 303-15,-15 10 223 16,-8 0 94-16,0 18 107 16,-15 18 193-16,-7 14-19 15,-1 11-74-15,8 8-37 16,11 0-62-16,4-9 2 16,17-13-41-16,24-14-6 15,19-17-7-15,13-16-8 16,12-3-14-16,0-27-21 15,-7-15-1-15,-14-9-11 16,-19-5 6-16,-20 1 1 16,-19 4-1-16,-6 5 5 0,-35 8 0 15,-21 5-4-15,-9 4 2 16,-3 4-9-16,2 8-1 16,18 3-24-16,17 3-68 15,31-11-42-15,10 1-151 16,24-5-662-16</inkml:trace>
  <inkml:trace contextRef="#ctx0" brushRef="#br0" timeOffset="126733.34">10900 6266 2257 0,'0'0'491'15,"0"0"-332"-15,0 0-3 16,0 0-87-16,0 0-24 16,0 0-11-16,0 0-19 15,-112 2 0-15,112-2 8 16,0-7 22-16,0-10-39 16,23 2 17-16,4 0-22 15,8 7 6-15,1 5-6 16,0 3-2-16,-5 0 1 15,-11 7 0-15,-6 5 0 16,-14 2 1-16,0-1 8 0,-14-1-1 16,-15-3 28-16,-5-1-17 15,7-6-8-15,10-2-4 16,13 0 5-16,4-10-3 16,2-6-8-16,17 4-2 15,2 4-1-15,-1 6-7 16,-7 2 9-16,-4 0-1 15,-7 8-9-15,-2 2 10 16,0 1 15-16,-11-4 13 16,-2 0 2-16,1-7-30 15,4 0 0-15,-1 0-43 16,-5 0-95-16,1-7-191 16,4-5-1628-16</inkml:trace>
  <inkml:trace contextRef="#ctx0" brushRef="#br0" timeOffset="132033.07">12204 5351 386 0,'0'0'1345'0,"0"0"-954"16,0 0-16-16,0 0-106 16,0 0-133-16,0 0-55 15,176-73-21-15,-96 62 10 16,-4 11-12-16,-13 7-28 15,-18 31-7-15,-14 20-22 16,-14 18 29-16,-12 10-4 0,-5 2-2 16,0-5-8-16,-16-9-3 15,-2-9-7-15,1-14-5 16,3-10 6-16,3-14-6 16,2-9-2-16,6-9-2 15,1-9-9-15,0 0-58 16,-2-27-85-16,-1-2-190 15,-1-3-776-15</inkml:trace>
  <inkml:trace contextRef="#ctx0" brushRef="#br0" timeOffset="132196.99">12366 5770 2150 0,'0'0'603'0,"0"0"-371"15,0 0-12-15,0 0-130 16,0 0-74-16,181-97 2 15,-96 63-18-15,0-5-2 16,0 3-89-16,11-17-129 16,-21 9-382-16,-19 5-578 0</inkml:trace>
  <inkml:trace contextRef="#ctx0" brushRef="#br0" timeOffset="132430.63">13091 5424 1311 0,'0'0'367'0,"0"0"175"16,-27 140-284-16,25-75-55 15,2-7-29-15,16-7-41 0,28-16-48 16,21-15 8-16,11-12-21 16,11-8-21-16,-4-12-24 15,-14-20-12-15,-13-8-6 16,-23-11 0-16,-20-7 2 16,-13-4-10-16,-4 0 1 15,-30 4-1-15,-11 10-2 16,-5 14 1-16,-9 15-34 15,-9 18-85-15,-40 21-47 16,15 16-325-16,10 8-638 0</inkml:trace>
  <inkml:trace contextRef="#ctx0" brushRef="#br0" timeOffset="132752.68">12003 6275 1750 0,'0'0'256'16,"0"0"-190"-16,0 0 145 16,0 0 54-16,201 16-6 15,-4-16-79-15,40 0-50 16,23-11-27-16,-13 3-20 15,-40 4-37-15,-20-3-28 16,-46 4-5-16,-45-1-7 16,-38 0-12-16,-27 4 3 0,-11-1-58 15,-9 1-26-15,-11 0-6 16,-4 0-34-16,-35 0-46 16,-47 12-93-16,6 9-308 15,-1-3-742-15</inkml:trace>
  <inkml:trace contextRef="#ctx0" brushRef="#br0" timeOffset="133323.34">12322 6624 1847 0,'0'0'245'0,"0"0"-110"15,0 0 137 1,0 0-185-16,0 0-35 0,0 0 59 15,58 133-22-15,13-92-5 16,-4 1-30-16,-13 4-23 16,-17 0-17-16,-16 0-8 15,-21 0 3-15,0-4-2 16,-29-2 33-16,-7-7-17 16,-1-9 2-16,1-12-14 15,9-10 10-15,7-2 22 16,7-20-2-16,10-13-16 15,3-9-14-15,14-3-2 16,19-4-8-16,11-1 0 0,6-2 5 16,6-2-7-1,-5 4 2-15,0 1-2 0,-8 7-10 16,-10 8-40-16,-8 6-34 16,-8 10-4-16,-5 6 28 15,-6 5-5-15,-2 7 36 16,-1 0 5-16,-1 7 10 15,2 19 8-15,0 11 7 16,8 6 24-16,8 8 12 16,11 0 9-16,14-2-11 15,15-7 13-15,13-13-25 16,8-16 32-16,-4-13-6 16,-5-6-12-16,-12-26-18 15,-18-10-2-15,-15-8 5 16,-16-3-7-16,-11 1-4 0,-4 4-8 15,-27 10-4-15,-16 8-5 16,-15 12-38-16,-81 18-78 16,14 0-112-16,-5 14-553 0</inkml:trace>
  <inkml:trace contextRef="#ctx0" brushRef="#br0" timeOffset="133992.06">7224 7749 1914 0,'0'0'222'0,"0"0"-156"16,0 0 7-16,0 0-32 15,0 0 6-15,0 0-15 16,0 0 31-16,123 19 19 16,18-19-27-16,83 0-35 15,57-7 30-15,38-2 37 16,24 1 7-16,-6 8-39 15,30 0-39-15,38 0-2 16,38 0-13-16,49 0 17 16,43 0-18-16,36 0 12 15,19 0-3-15,0 5 7 16,-27 12-15-16,-44 3 0 0,-59-2 13 16,-68-3-13-16,-69-7-1 15,-61-8 14-15,-65 0 74 16,-60-8-30-16,-50-11-2 15,-41 5-26-15,-21-2-5 16,-10 0 5-16,-3-2 12 16,-4 0-23-16,-5 3-13 15,-3 3-6-15,0 7-56 16,0 2-41-16,0 3-117 16,-18 15-612-16,-15 5-838 0</inkml:trace>
  <inkml:trace contextRef="#ctx0" brushRef="#br0" timeOffset="149734.48">8700 8596 1324 0,'0'0'243'15,"0"0"-57"-15,131-20-21 16,-66 20-71-16,-5 0 5 16,-10 18-10-16,-15 10-45 15,-20 7-13-15,-15 3 16 16,-8-2 26-16,-30-2 74 15,-5-6-71-15,3-7-30 16,11-10-32-16,12-3-7 16,14-6-6-16,3-2-1 15,14 0 10-15,15 0-9 16,6 5 1-16,3 6 5 0,-3 7-1 16,-6 4-5-16,-10 6 8 15,-13 4-8-15,-6 0 12 16,-15-2 23-16,-24 0 60 15,-9-4-25-15,-2-5-30 16,6-10-10-16,11-4-29 16,10-7 10-16,17 0-12 15,6-14-1-15,4-15-104 16,48-23-187-16,-6 6-365 16,6 2-671-16</inkml:trace>
  <inkml:trace contextRef="#ctx0" brushRef="#br0" timeOffset="149997.35">9237 8811 1714 0,'0'0'325'0,"0"0"-41"15,-51 104-10-15,51-60-116 16,9-4-54-16,35-10-13 16,20-9-26-16,15-18-13 15,8-3-10-15,0-10-14 16,-12-16 1-16,-17-8-10 15,-22-5 28-15,-18-6-25 16,-18-5 14-16,-6-6-16 16,-35-2-10-16,-10 8-5 15,-9 12-5-15,-4 13-1 16,-4 16-12-16,1 9-38 0,-28 29-102 16,16 11-64-1,8 4-561-15</inkml:trace>
  <inkml:trace contextRef="#ctx0" brushRef="#br0" timeOffset="150312.71">7799 9578 1753 0,'0'0'275'15,"0"0"-184"-15,129 9 278 16,25-9-173-16,72 0-26 0,36-12 13 16,10-2-13-16,-19 4-54 15,-41 3-13-15,-23 7-78 16,-22 0 1-16,-45 0-20 16,-39 0 1-16,-34 0-7 15,-27 0-7-15,-6 0-20 16,-10 0-3-16,-6 0 7 15,0 0-51-15,-24 0-28 16,-45 13-84-16,4 1-132 16,3 0-567-16</inkml:trace>
  <inkml:trace contextRef="#ctx0" brushRef="#br0" timeOffset="150612.84">8495 10011 1721 0,'0'0'311'16,"0"0"-26"-16,0 0 98 15,0 0-233-15,0 0-76 16,156-23 18-16,-107 23-25 16,-9 0-39-16,-7 23-10 15,-8 18-16-15,-10 11 5 16,-9 12 2-16,-6 8-1 15,0 4-2-15,-12-3 7 16,-9-7-1-16,4-8 3 0,3-11-4 16,3-15-11-1,3-10 0-15,6-14-7 0,-3-8-50 16,0-16-72-16,1-12-348 16,-5-4-778-16</inkml:trace>
  <inkml:trace contextRef="#ctx0" brushRef="#br0" timeOffset="151010.28">8404 10405 2078 0,'0'0'388'0,"0"0"-171"16,0 0 98-16,0 0-210 16,168-91-87-16,-74 59-8 15,9 4-10-15,-18 7-27 16,-1-2-127-16,-19 6-214 0,-20 5-341 15,-23 4-177-15,-18 8 728 16,-4 0 158-16,-12 21 531 16,-11 14-227-16,0 9 18 15,7 2-66-15,8 2-61 16,8-4-42-16,4-8-11 16,29-7-17-16,21-16-37 15,16-13 8-15,14 0-21 16,5-25-8-16,-2-16-44 15,-16-5 2-15,-19-6-14 16,-23 0 2-16,-23 0-4 16,-6 4 5-16,-21 6 2 0,-20 5-4 15,-3 9 2-15,6 5-13 16,7 4-2-16,13 3-4 16,15-2-50-16,24-19-101 15,21 3-395-15,7 1-912 0</inkml:trace>
  <inkml:trace contextRef="#ctx0" brushRef="#br0" timeOffset="151400.73">10343 9431 2152 0,'0'0'507'0,"0"0"-420"15,0 0 38-15,0 0-74 0,0 0-36 16,0 0-2-16,0 0-1 16,7 1 15-16,-7-1-27 15,0 0 24-15,0 0-9 16,0-6-3-16,12-4-11 16,7 0 7-16,3 4-2 15,3 3 0-15,-3 0 12 16,-2 3-12-16,-5 0 16 15,-5 0-21-15,-8 5 14 16,-2 2 0-16,-5 5 48 16,-15-2 17-16,-2 1-24 0,2-4-23 15,6-3-18 1,6-4 6-16,3 0-15 0,5 0 23 16,0-10-29-16,0-2-1 15,0 2-37-15,25-2-74 16,-1 3-96-16,0 0-484 0</inkml:trace>
  <inkml:trace contextRef="#ctx0" brushRef="#br0" timeOffset="151768.1">11342 8777 1850 0,'0'0'280'0,"0"0"12"16,0 0 32-16,0 0-197 15,0 0-79-15,173-66-14 16,-113 66 28-16,-4 15-13 15,-11 20 0-15,-11 9-41 16,-10 6 16-16,-9 6-8 16,-4-2 2-16,-3 0-4 15,-4-2-5-15,-2-5-2 16,-2-8-7-16,0-5 0 16,0-5 10-16,0-7-23 0,0-8-22 15,0-14-82-15,0 0-159 16,0-7-514-16</inkml:trace>
  <inkml:trace contextRef="#ctx0" brushRef="#br0" timeOffset="151927.34">11408 9083 1996 0,'0'0'539'15,"0"0"-268"-15,0 0-92 16,0 0-100-16,0 0-71 15,179-45-8-15,-59 13-95 16,-17 4-174-16,-14-3-447 0</inkml:trace>
  <inkml:trace contextRef="#ctx0" brushRef="#br0" timeOffset="152159.98">12106 8906 1515 0,'0'0'476'0,"0"0"-106"16,-14 107-82-16,14-63-76 15,25-7-82-15,18-12-19 16,14-11-41-16,13-11 7 16,3-3-43-16,-4-22-16 15,-9-12-4-15,-13-8-8 16,-18-6 5-16,-18-5-10 0,-11-1 0 16,0 6 5-16,-29 6-12 15,-11 14-1-15,-9 12-57 16,-37 16-95-16,9 16-142 15,6 8-988-15</inkml:trace>
  <inkml:trace contextRef="#ctx0" brushRef="#br0" timeOffset="152466.43">11083 9717 1517 0,'0'0'505'16,"178"-2"-375"-16,36-19 197 15,54 0-183-15,8 1 1 16,-29 0 51-16,-75 4-77 15,-59 2-44-15,-43 1-58 16,-30 4 0-16,-9-1-17 16,-6 0-35-16,-14 4-41 15,-20 6-39-15,-24 0-234 16,-7 6-456-16</inkml:trace>
  <inkml:trace contextRef="#ctx0" brushRef="#br0" timeOffset="153038.25">11479 10131 804 0,'0'0'181'0,"0"0"131"15,0 0-7-15,135 67-80 16,-89-36-3-16,-6 5-49 15,-9 1-55-15,-11 8-45 16,-13-3-35-16,-7-1-21 16,-11-7-4-16,-22-5 9 0,-7-5 38 15,-5-7 8-15,5-12-36 16,7-5 0-16,8 0 28 16,13-14 37-16,12-12-16 15,3-6-6-15,31-5-32 16,16-7-30-16,15 1-11 15,5-6-2-15,3 4 0 16,-1-1 0-16,-8 2-1 16,-6 3-27-16,-9 5-38 15,-8 6-58-15,-8 6-11 16,-9 4-60-16,-6 9 93 16,-9 8 91-16,-9 3 11 0,0 12 8 15,0 20 30-15,-5 10 59 16,-1 9-2-16,6 3 11 15,2-6-13-15,29-6-25 16,16-15 7-16,16-15-16 16,10-12-12-16,3-7-27 15,-7-25 10-15,-11-8-29 16,-16-5 11-16,-17-5 3 16,-19-1 1-16,-6 0-8 15,-6 10-8-15,-25 8 0 16,-15 13-21-16,-51 20-60 15,7 0-146-15,-5 4-520 0</inkml:trace>
  <inkml:trace contextRef="#ctx0" brushRef="#br0" timeOffset="153572.4">14856 8903 2160 0,'0'0'367'0,"0"0"-34"0,0 0-42 15,0 0-195-15,0 0-51 16,-15 198 60-16,-5-50-26 16,3-5 19-16,3-29-56 15,9-39-21-15,5-27-11 16,0 3-4-16,0-2-6 15,0-3-42-15,0-15-57 16,0-16-51-16,0-15-53 16,-10-18-8-16,-4-13-552 0</inkml:trace>
  <inkml:trace contextRef="#ctx0" brushRef="#br0" timeOffset="153758.95">14306 9460 1783 0,'0'0'399'0,"0"0"-167"16,0 0-96-16,243-24-35 15,-69 11 39-15,-6-1-47 16,-33-1 2-16,-46 6-48 16,-33 1-47-16,22-4 0 15,-14 1-196-15,-8 1-567 0</inkml:trace>
  <inkml:trace contextRef="#ctx0" brushRef="#br0" timeOffset="162416.4">17286 8145 1790 0,'0'0'568'0,"0"0"-402"15,0 0 9-15,0 0-119 16,0 0 14-16,0 0 24 16,-31 138-16-16,-2-81-19 15,-7-2-5-15,-2 0-16 16,3-6-25-16,12-14-7 16,10-11-6-16,13-12 5 15,4-6-5-15,4-6 0 0,27 0 7 16,11 0-1-16,8-4 2 15,3-4-8-15,-2 1 2 16,-4-4-2-16,-5 1 0 16,-3 0-18-16,-4-2-41 15,-6-3-57-15,-7 1-61 16,-10-3-134-16,-10-1-243 16,-2-2-54-16,0-6 92 15,-11-2 484-15,-1-8 32 16,6-4 227-16,6-3 142 15,0 5-8-15,0 10 111 16,0 14-150-16,4 14-75 16,5 10-142-16,0 32 22 15,-6 17 2-15,-3 14-14 16,0 10-27-16,-7-1-20 0,-5-4-50 16,4-7-3-16,1-11-15 15,5-13-1-15,2-13-53 16,0-10-77-16,-3-13-73 15,3-7-284-15,-4-4-614 0</inkml:trace>
  <inkml:trace contextRef="#ctx0" brushRef="#br0" timeOffset="162724.69">16560 9182 907 0,'0'0'787'16,"118"0"-617"-16,22 0 220 16,59-8-112-16,20-4-64 15,-17 4-48-15,-48 4-27 16,-60 4-84-16,-29 0-29 15,-13 0-25-15,2-2 7 16,-2-1-8-16,-10 2-10 16,-18-3 2-16,-19 2-29 15,-5 2-33-15,-40 0-180 0,-8 6-396 16,0 4-525-16</inkml:trace>
  <inkml:trace contextRef="#ctx0" brushRef="#br0" timeOffset="162949.41">17077 9511 2121 0,'0'0'297'0,"0"0"-182"16,-29 116 220-16,22-54-144 16,3 6-59-16,4 3-25 15,0-4-40-15,0-4-6 16,0-5-37-16,0-10-9 15,0-11-15-15,0-11-1 16,0-13-57-16,0-13-71 0,18-32-37 16,-1-16-307-16,8-8-1081 15</inkml:trace>
  <inkml:trace contextRef="#ctx0" brushRef="#br0" timeOffset="163211.69">17356 9703 1681 0,'0'0'515'15,"0"0"-352"-15,-67 103 107 16,31-40-78-16,7 7-62 16,14-7-52-16,15-10-38 15,13-18-17-15,34-19 1 16,17-16-8-16,13-20 4 16,0-23-19-16,-8-15 6 15,-15-5-6-15,-19 1 14 16,-19 3-9-16,-16 10 12 0,-6 4 22 15,-31 11-20-15,-9 10-7 16,-3 8-11-16,-2 7-4 16,6 7-25-16,18 2-93 15,12 0-168-15,15 0-700 0</inkml:trace>
  <inkml:trace contextRef="#ctx0" brushRef="#br0" timeOffset="163445.4">18642 9168 2451 0,'0'0'530'15,"0"0"-412"-15,0 0 32 16,0 0-41-16,0 0-42 15,0 0-67-15,0 0 0 16,0-4-81-16,0-3-82 16,0 2-120-16,2-3-480 0</inkml:trace>
  <inkml:trace contextRef="#ctx0" brushRef="#br0" timeOffset="163723.54">19628 8322 2114 0,'0'0'521'0,"0"0"-281"15,0 0-107-15,0 0-7 16,21 119-2-16,-7-46-3 15,-1 9-22-15,-4-2-27 16,2-3-49-16,-2-15-8 16,3-17-15-16,3-14-57 0,3-16-60 15,26-18-77-15,-2-21-91 16,3-12-661-16</inkml:trace>
  <inkml:trace contextRef="#ctx0" brushRef="#br0" timeOffset="163962.16">20085 8444 1824 0,'0'0'352'16,"0"0"-205"-16,0 0 118 16,-37 157-46-16,33-83-85 15,4-2-45-15,12-10-18 16,23-16-15-16,17-18-17 16,10-20-17-16,5-8 16 0,-5-22-31 15,-6-24 7 1,-16-16-8-16,-13-10-5 0,-14-9 5 15,-13 4-5-15,0 6 0 16,-24 17-1-16,-17 16-17 16,-15 17-89-16,-62 21-59 15,9 7-355-15,2 15-1066 0</inkml:trace>
  <inkml:trace contextRef="#ctx0" brushRef="#br0" timeOffset="164330.67">19616 9490 1916 0,'0'0'319'16,"0"0"-120"-16,0 0 116 16,220 0-131-16,-25-23-103 15,30-5-2-15,-2 2-10 16,-27 7-12-16,-55 11-15 0,-41 4-23 15,-36 3-19-15,-28 1 0 16,-9 0-30-16,-11 0-124 16,-16 0-127-16,-23 13-522 15,-15 2-296-15</inkml:trace>
  <inkml:trace contextRef="#ctx0" brushRef="#br0" timeOffset="164870.41">19886 9854 1159 0,'0'0'614'0,"0"0"-547"16,0 0 131-16,0 0 48 0,69 118-70 16,-16-79-76-16,3-2 37 15,-4 1-28-15,-10 0-46 16,-13-2-40-16,-13 0-12 15,-16-3-5-15,-3-4-5 16,-29 0 18-16,-7-9-7 16,-8-6 11-16,4-12-11 15,8-2 3-15,10-12-3 16,12-17 25-16,13-6-7 16,7-7-23-16,28-3 0 15,15 2-6-15,10-5 5 16,4 3-6-16,7-3 1 15,-4 2-1-15,-7 4 1 0,-12 8-1 16,-15 5-16-16,-11 11-10 16,-11 7-3-16,-6 4 17 15,-1 5-3-15,-4 2 13 16,3 2-19-16,1 20 12 16,3 11 3-16,1 6 6 15,11 8 1-15,10-1 25 16,13-6 8-16,18-6-8 15,7-15 23-15,-1-12 8 16,-6-7-23-16,-15-16-16 16,-13-18-6-16,-19-7-3 15,-13-8-8-15,-3 3-1 16,-28 2-8-16,-15 8-10 0,-59 17-107 16,11 14-130-16,-14 5-621 15</inkml:trace>
  <inkml:trace contextRef="#ctx0" brushRef="#br0" timeOffset="167077.88">10806 6229 1582 0,'0'0'254'0,"0"0"-187"0,0 0 124 15,-176 62-90-15,74-15-58 16,-56 24-24-16,-76 23-7 15,-43 16 2-15,-15 2-13 16,7-9-1-16,46-13-48 16,30-9-151-16,64-23-461 15,45-16-153-15</inkml:trace>
  <inkml:trace contextRef="#ctx0" brushRef="#br0" timeOffset="167455.91">13207 5444 656 0,'-191'58'1249'0,"-64"31"-1189"16,-26 20-60-16,57-18-186 15,16-11-586-15</inkml:trace>
  <inkml:trace contextRef="#ctx0" brushRef="#br0" timeOffset="168252.22">13581 6411 1091 0,'0'0'401'15,"-166"181"-302"-15,43-26-26 16,-4 22 28-16,32-29-57 16,29-21-44-16,37-53-84 15,12-26-716-15</inkml:trace>
  <inkml:trace contextRef="#ctx0" brushRef="#br0" timeOffset="169407.59">9756 5476 825 0,'-46'153'128'0,"-6"14"-76"15,6-28 70-15,5-28-73 16,4-12-29-16,12-32-20 15,10-25-363-15</inkml:trace>
  <inkml:trace contextRef="#ctx0" brushRef="#br0" timeOffset="170399.15">23950 5900 1437 0,'0'0'608'16,"0"0"-325"-16,0 0-56 16,0 0-81-16,0 0-83 15,0 0-17-15,0 0-39 16,120 0 10-16,-76 0-16 16,-1-3-1-16,-12 3-42 15,-8 0-134-15,-23 0-164 16,0 3-356-16,-16 9-744 0</inkml:trace>
  <inkml:trace contextRef="#ctx0" brushRef="#br0" timeOffset="170539.9">23900 6145 1340 0,'0'0'489'0,"0"0"-150"16,0 0-24-16,0 0-111 15,0 0-106-15,0 0-51 16,0 0-47-16,201 9-93 15,-94-13-271-15,2-13-594 0</inkml:trace>
  <inkml:trace contextRef="#ctx0" brushRef="#br0" timeOffset="171135.39">25880 5182 1260 0,'0'0'684'16,"0"0"-302"-1,0 0-34-15,0 0-179 0,0 0-108 16,149-44-36-16,-66 33-23 16,-3 5 13-16,-17 6-14 15,-19 0 7-15,-22 17-8 16,-22 8 0-16,-2 8 0 15,-36 2 11-15,-13 0-5 16,-9-1-5-16,2-6 8 16,6-7-7-16,17-4 4 15,13-9-6-15,15-4 0 16,7-4 1-16,0 0 0 16,24 0 0-16,12 0-1 15,7 0 1-15,1 5-1 16,-1 18 0-16,-8 9 6 0,-10 4-6 15,-14 3 1-15,-11-2 0 16,0-3 0-16,-25-3 8 16,-10-7 9-16,-11-9 2 15,-2-3 4-15,1-5-22 16,3-7 15-16,4 0-17 16,6 0-17-16,-6-14-95 15,9 0-231-15,4 1-736 0</inkml:trace>
  <inkml:trace contextRef="#ctx0" brushRef="#br0" timeOffset="171367.53">25543 5816 1993 0,'0'0'395'15,"0"0"-107"-15,139 0-16 16,-52-5-120-16,8-5-18 15,1 0-55-15,-7 0-24 16,-12 2-35-16,-13 2-20 16,-8 4-14-16,-12 2-86 15,-8 0-2-15,-3 0-19 16,-6 5-52-16,0 7-88 16,-5 2 87-16,-5-5-948 0</inkml:trace>
  <inkml:trace contextRef="#ctx0" brushRef="#br0" timeOffset="171809.63">26049 6188 1360 0,'0'0'235'15,"0"0"-42"-15,0 0 98 16,0 0-150-16,0 0-81 16,-98 108 54-16,132-80 6 15,8 2-38-15,5 2-30 16,-1 0-6-16,-7-1 6 0,-12-4-20 16,-16 2-7-16,-11-5-24 15,-5 0 29-15,-28 1 5 16,-12-2 21-16,-4-5-29 15,4-4-7-15,10-8-13 16,12-6 13-16,15 0 72 16,8-22-54-16,20-12-38 15,20-8 0-15,9-9 0 16,6-2 6-16,1-3 2 16,-2-1-8-16,-5 3 2 15,-7 6 11-15,-9 8 2 16,-12 10 4-16,-8 10-18 15,-13 10-2-15,0 8-50 0,-40 2-157 16,-7 10-506-16,-6 5-990 16</inkml:trace>
  <inkml:trace contextRef="#ctx0" brushRef="#br0" timeOffset="175134.96">10049 9703 1631 0,'0'0'202'16,"0"0"-156"-16,0 0-23 16,-172 93 27-16,-24 17-6 15,-47 32-28-15,-25 13-8 0,14-9-7 16,43-28 8-16,24-16-8 16,48-23-2-16,27-13-159 15,43-22-101-15,32-18-432 0</inkml:trace>
  <inkml:trace contextRef="#ctx0" brushRef="#br0" timeOffset="175622.18">13093 8584 1510 0,'0'0'259'16,"-200"65"-146"-16,10 10 76 15,-39 16-51-15,1 3-73 16,26-10-29-16,44-12-36 16,23-6-33-16,46-17-235 15,18-11-844-15</inkml:trace>
  <inkml:trace contextRef="#ctx0" brushRef="#br0" timeOffset="176426.51">9692 8223 1151 0,'0'0'294'16,"0"0"-157"-16,0 0-73 15,-90 172-28-15,24-10-7 16,-7 20 2-16,10-2 24 15,20-21-34-15,32-39-21 16,11-34-19-16,0-26-972 0</inkml:trace>
  <inkml:trace contextRef="#ctx0" brushRef="#br0" timeOffset="176854.54">12719 9711 1521 0,'0'0'194'0,"-87"172"-130"16,29-37 203-16,0 13-95 15,18-27-82-15,18-22-65 16,17-41-25-16,3-26-488 0</inkml:trace>
  <inkml:trace contextRef="#ctx0" brushRef="#br0" timeOffset="178099.68">25908 8203 1375 0,'0'0'350'16,"0"0"-72"-16,0 0 67 0,0 0-136 15,0 0-49 1,0 0-78-16,0 0-48 0,110-62-5 16,-56 52 2-16,0 6-10 15,-8 4-6-15,-9 0-15 16,-10 9 0-16,-15 16-16 16,-12 8 15-16,-7 1 1 15,-27-1 2-15,-5 2 4 16,-3-8-5-16,5-6 6 15,13-5-7-15,8-8 0 16,14-2-9-16,2-6-17 16,9 2-42-16,15 0 67 0,8 3 1 15,1 7 0 1,0 5 0-16,-6 3 0 0,-9 4 0 16,-9 0-9-16,-9 0 9 15,-2-2 0-15,-27-2 11 16,-13-4 11-16,-5-4 14 15,3-6-8-15,1-4-14 16,14-2-5-16,13 0-8 16,12-12-1-16,4-6-28 15,13-2-132-15,37-6-192 16,-6 5-205-16,-1 1-492 0</inkml:trace>
  <inkml:trace contextRef="#ctx0" brushRef="#br0" timeOffset="178327.08">26578 8228 1262 0,'0'0'214'16,"0"0"-87"-16,0 0 7 15,0 0-89-15,0 0-34 16,0 0-11-16,0 0-5 16,88 1-3-16,-105 10-49 15,3-4-632-15</inkml:trace>
  <inkml:trace contextRef="#ctx0" brushRef="#br0" timeOffset="179062.52">25760 8935 1650 0,'0'0'239'0,"0"0"-56"15,171-40 14-15,-80 22-78 16,5 1-9-16,-1 4 47 16,-9 1-40-16,-12 0-55 15,-12 3-42-15,-16 0-10 16,-7 6-9-16,-15 3-1 15,-6 0-14-15,-9 0-65 16,-9 3-110-16,0 6-345 16,0-2-322-16</inkml:trace>
  <inkml:trace contextRef="#ctx0" brushRef="#br0" timeOffset="179376.53">26112 8985 1258 0,'0'0'225'0,"0"0"-31"15,0 0-23-15,-107 133-67 16,91-91 42-16,12-6-21 16,4-10-60-16,29-13 45 15,25-13 28-15,12 0-78 16,7-15-32-16,-3-14 12 15,-15 0 54-15,-12-2-15 0,-16-1 5 16,-14 2-5-16,-11 4-10 16,-2 2-20-16,-4 2-22 15,-17 3-12-15,0 2-15 16,-6 7 0-16,-2 8-118 16,-14 2-75-16,7 16-312 15,7 4-646-15</inkml:trace>
  <inkml:trace contextRef="#ctx0" brushRef="#br0" timeOffset="179640.21">26094 9481 1739 0,'0'0'322'0,"0"0"-120"0,0 0 77 16,0 0-137-1,0 0 8-15,136 46-90 0,-55-67-23 16,-8-9-23-16,-13-2 5 15,-17-1-7-15,-24 0 0 16,-19 3-4-16,0 6 5 16,-33 2-4-16,-11 4-8 15,-6 2 5-15,1 4 0 16,7 3-4-16,11-3-2 16,8 3-42-16,8-3-72 15,9-2-143-15,2 3-422 16,4-2-798-16</inkml:trace>
  <inkml:trace contextRef="#ctx0" brushRef="#br0" timeOffset="180316.48">28105 7689 905 0,'0'0'483'0,"0"0"-220"16,0 0 6-16,0 0-115 15,0 0 7-15,0 0-58 0,0 0-33 16,-92-9 15-16,90 9-41 16,0 0-4-16,2 0 14 15,2 3 4-15,32 4 49 16,41-6 29-16,66-1-16 15,75 0-29-15,35 0-20 16,17-9-40-16,0-2-2 16,-5 0-28-16,29-4 11 15,18 3-11-15,-12 7 0 16,-34-1 17-16,-48 4 22 16,-73-3-18-16,-59 1-11 15,-44 1 5-15,-33 3-15 16,-3-2 19-16,-4-2-14 0,0-1 2 15,0 2-8-15,-9-4-86 16,-26 2-75-16,4-2-112 16,-5 6-865-16</inkml:trace>
  <inkml:trace contextRef="#ctx0" brushRef="#br0" timeOffset="181307.18">27995 8261 2002 0,'0'0'562'16,"0"0"-312"-16,0 0-64 15,0 0-134-15,0 0 12 16,2 141 37-16,-2-75-28 16,0 4-15-16,0-4-35 0,0-6-5 15,0-7-17-15,0-12-2 16,0-10-13-16,0-9-57 15,0-12-48-15,0-10-51 16,0-6-56-16,0-15-442 0</inkml:trace>
  <inkml:trace contextRef="#ctx0" brushRef="#br0" timeOffset="181449.5">27746 8603 1984 0,'0'0'334'0,"0"0"-183"16,172-21 1-16,-77 15-101 0,37 4-51 16,-39 2-55-16,-6 0-586 15</inkml:trace>
  <inkml:trace contextRef="#ctx0" brushRef="#br0" timeOffset="182823.22">20710 8274 1413 0,'0'0'214'15,"0"0"-153"-15,-171 72 7 16,39-14-68-16,-35 23 0 16,25-11-337-16,23-10-750 0</inkml:trace>
  <inkml:trace contextRef="#ctx0" brushRef="#br0" timeOffset="183138.9">17824 9694 1866 0,'-132'46'203'16,"-35"21"-196"-16,-43 26-5 16,-17 18 10-16,3 14-12 15,-15 14-88-15,54-28-305 16,30-14-450-16</inkml:trace>
  <inkml:trace contextRef="#ctx0" brushRef="#br0" timeOffset="188823.34">22606 11122 1378 0,'0'0'0'0,"0"0"-900"0</inkml:trace>
  <inkml:trace contextRef="#ctx0" brushRef="#br0" timeOffset="190128.08">29605 8078 1976 0,'0'0'331'16,"0"0"-177"-16,0 0-68 15,0 0-41-15,0 0 40 0,0 0-50 16,0 0-3-1,-13 81-14-15,13-77 1 0,0-4 12 16,0 0 40-16,2-6 12 16,9-12-47-16,-2-4-15 15,0 0 0-15,-3 2 7 16,-1 6-20-16,-1 4 29 16,-4 10-1-16,2 0-33 15,-2 7-3-15,2 24 0 16,-2 9 0-16,0 8 12 15,0 3 11-15,0-2 4 16,-2-1 3-16,-4-5-29 16,1-7 11-16,1-7-11 0,4-6 0 15,0-7-1 1,0-6-1-16,0-4-50 0,2-6-65 16,11 0-78-16,1-12-296 15,-5-4-592-15</inkml:trace>
  <inkml:trace contextRef="#ctx0" brushRef="#br0" timeOffset="190385.77">29164 8622 1460 0,'0'0'281'0,"0"0"-22"15,0 0 92 1,0 0-90-16,160-4-134 0,-52-11-54 15,-4-2-3-15,8 1 11 16,1 1-27-16,-20 0-2 16,8 3-21-16,-14 2-14 15,-20 3-10-15,-16 7-7 16,-17 0 0-16,-13 0-21 16,-7 0-27-16,-14 9-70 15,0 2-167-15,0-4-466 0</inkml:trace>
  <inkml:trace contextRef="#ctx0" brushRef="#br0" timeOffset="190736.13">29168 9029 1557 0,'0'0'535'0,"0"0"-319"15,0 0-19-15,0 0-129 16,174-36-36-16,-117 26-7 16,-9 5-10-16,-17 3-15 15,-17 2 0-15,-12 0-19 16,-2 16 11-16,-14 11 8 16,-19 10 21-16,-5 6-14 15,-7 3 1-15,3 5 8 16,4-3 12-16,9-4 29 15,9-4-9-15,11-8 9 16,9-7-17-16,0-11 6 0,23-9 29 16,14-5-9-16,8 0-41 15,8-12-25-15,5-10-28 16,23-20-128-16,-19 7-224 16,-9-2-807-16</inkml:trace>
  <inkml:trace contextRef="#ctx0" brushRef="#br0" timeOffset="190968.98">29787 9069 1590 0,'0'0'212'15,"0"0"2"-15,0 0 59 16,-46 139-136-16,46-103-23 0,11-10-14 16,29-12 10-16,13-12-10 15,12-2-45-15,0-25-26 16,-14-8 16-16,-18-6 12 15,-19-6 19-15,-14-2-42 16,-7 6-16-16,-26 2-13 16,-9 12-5-16,-14 10-12 15,-60 17-112-15,11 8-146 16,-2 17-954-16</inkml:trace>
  <inkml:trace contextRef="#ctx0" brushRef="#br0" timeOffset="205554.94">15855 7740 317 0,'0'0'293'16,"0"0"-94"-16,0 0-1 15,0 0-24-15,0 0 24 16,0 0-16-16,0 0-18 16,0 4-72-16,2-2-42 15,6 1-12-15,0 2-6 16,3 2 5-16,3-2-9 16,3-1 38-16,6 0-12 15,2-4 1-15,6 0 23 16,2 0 12-16,0 0-17 15,-1 0-20-15,-3 0-10 16,-5 0-32-16,-1 0 12 16,1 0-22-16,3 0 11 0,4 0-5 15,10-8 2-15,0 0-3 16,9-1 0-16,3 0-5 16,3 1 7-16,4 0 53 15,2 4 27-15,-4-1-38 16,-2 2-39-16,-2 1-4 15,2 0-6-15,2 0 6 16,6-1 1-16,3 0 1 16,2-1 10-16,0-2-2 15,3-2 14-15,1-3-25 16,7 2 31-16,5-1-20 16,1 3-2-16,1-5-14 15,3 4 5-15,-1 3-5 16,20-4 0-16,23 2 10 15,24-3-1-15,13 2 35 0,0-3-45 16,-10 1 10-16,-11 2-8 16,-11 3 8-16,-23 3-8 15,-27 2-1-15,-24 0 0 16,-15 0 0-16,6 0-1 16,6 0 10-16,7 0-7 15,-3 0-3-15,6-2 6 16,5-5-6-16,6-1 0 15,4 3 2-15,-1-3-2 16,5 1 0-16,2 4 1 0,-1 0-2 16,-6 2 11-1,-13 1-10-15,-10 0 0 0,-18 0 0 16,-14 0-1-16,-7 0 1 16,-5-3 1-16,2-1 8 15,5 2 27-15,4-3-17 16,13 1 22-16,8-1-34 15,7 1 2-15,4 0-8 16,-7 3 0-16,-5 1-1 16,-13 0 0-16,-8 0 0 15,-3 0 1-15,-4 0-2 16,1 0 11-16,-4-3-7 16,-1-1-2-16,-3 2 8 15,1-2-8-15,-1 1 0 16,-1 2 5-16,-2 1-6 0,3 0 0 15,1 0 9-15,1 0 13 16,1 0 11-16,-1 0 15 16,2 0-2-16,-5 0 7 15,0-2-14-15,-7 2-14 16,-3 0 7-16,-2 0-16 16,0 0-4-16,0 0-3 15,0 0-18-15,0 0 9 16,0 0-9-16,0 0-27 15,0 0-55-15,-16 0-89 16,-2 0-101-16,-4 0-665 0</inkml:trace>
  <inkml:trace contextRef="#ctx0" brushRef="#br0" timeOffset="207515.41">24547 7610 1313 0,'0'0'372'15,"0"0"-126"-15,0 0 26 0,0 0-120 16,0 0-50-16,0 0-63 16,0 0 4-16,-9 0 46 15,13 0 38-15,14-4-34 16,7 2-28-16,4-3-17 16,6 2-16-16,5 1-13 15,8-2-17-15,3 1 10 16,4 3-11-16,1 0-1 15,4 0 2-15,2 0 35 16,1 0-27-16,-1 0 2 16,-2 0-3-16,-2 0-9 15,1 0 0-15,-6 0 11 16,-1 0-9-16,-6 3-1 0,6-3 6 16,4 0-7-16,8 0 9 15,14 0 13-15,6 0-14 16,6 0-1-16,-1 0-1 15,-6 0-3-15,-12 0-1 16,-18 0-3-16,-17 0 1 16,-16 0 0-16,-7 0-1 15,-4 0 1-15,5 0 6 16,4 0-6-16,6 0 0 16,7 0 9-16,5 0-9 15,6 0 0-15,5 2 0 16,0 3-1-16,0 2 1 15,-1-3-1-15,4-1 1 16,6 0 0-16,13-3 1 16,6 1 0-16,1-1 5 0,-1 3-7 15,-8-1 2-15,-11 0-2 16,-11 0 2-16,-14-2-1 16,-10 1 0-16,-6-1 0 15,1 0-1-15,3 0 10 16,8 0-12-16,7 0 4 15,8 0-2-15,11 0 1 16,7 0 0-16,3 0 0 16,-3 0-1-16,-6 0 0 15,-7 0 2-15,-3 3-10 16,-1 0 15-16,-1-2-6 16,2 3 0-16,-1 0 0 15,-5 1 0-15,-5-5 0 0,-4 5-1 16,-2-1 2-16,0-2-2 15,0-1 9-15,4-1-10 16,9 5 2-16,7-1 0 16,-1 1-1-16,-1 4-17 15,-9 1-18-15,-11 0-3 16,-10-4 9-16,-9 0 9 16,-2-3 8-16,0-3-32 15,6 0 7-15,-1 0-108 16,5-1-535-16</inkml:trace>
  <inkml:trace contextRef="#ctx0" brushRef="#br0" timeOffset="-187864.6">6843 12939 2131 0,'0'0'259'0,"0"0"-44"16,0 0 27-16,0 0-118 15,147-49-58-15,-89 42-20 16,-4 5-21-16,-3 2-24 16,-9 0-1-16,10 0-100 15,-15 7-157-15,-10 2-662 0</inkml:trace>
  <inkml:trace contextRef="#ctx0" brushRef="#br0" timeOffset="-187714.48">7104 13230 1918 0,'0'0'487'16,"0"0"-319"-16,0 0 32 16,0 0-80-16,0 0-78 15,167-56-31-15,-100 29-11 16,33-7-9-16,-19 8-111 15,-8-1-593-15</inkml:trace>
  <inkml:trace contextRef="#ctx0" brushRef="#br0" timeOffset="-187496.21">8283 12685 2237 0,'0'0'493'16,"0"0"-264"-16,0 0 4 15,0 0-110-15,0 0-14 16,-14 138 26-16,10-73-55 16,4 3-34-16,0-4-26 15,0-2-11-15,0-6-9 16,2-10-6-16,8-9-71 16,9-19-112-16,-1-13-83 15,3-5-404-15</inkml:trace>
  <inkml:trace contextRef="#ctx0" brushRef="#br0" timeOffset="-186971.29">8805 12627 1595 0,'0'0'193'15,"0"0"44"-15,174-75-15 16,-97 49-136-16,-9 4-54 16,-15 8-18-16,-20 7-8 15,-17 4-6-15,-12 3 7 16,-4 0 14-16,-4 0 68 16,-23 0-18-16,-6 7-8 0,-12 5-8 15,-6 2 34-15,-7 3-23 16,-2 3-14-16,4 5 7 15,7 3-14-15,7 3-6 16,10 3-23-16,10 1 9 16,11-3-17-16,11-4-3 15,0-7-5-15,9-8 0 16,18-3 2-16,8-3 5 16,8-2-1-16,8 1 2 15,5 1-6-15,-1 4-2 16,1 1 0-16,-9 7 0 15,-7 0-1-15,-13 4 1 0,-16 0 0 16,-11 4 10 0,0-1 62-16,-25-1 24 0,-10 1-41 15,-7 1-6-15,-8-1-28 16,-1-1-7-16,0-4-14 16,2-4 0-16,7-2-29 15,9-7-56-15,-6 1-54 16,12-6-101-16,3 1-641 0</inkml:trace>
  <inkml:trace contextRef="#ctx0" brushRef="#br0" timeOffset="-186641.51">7594 13832 880 0,'0'0'1021'15,"0"0"-857"-15,125-4 183 16,18-12-98-16,73-8-78 16,38-5-8-16,13 3 56 15,-22 1-73-15,-50 6-27 16,-53 10-82-16,-45 2-19 15,-47 4-18-15,-23 3 0 16,-7 0-1-16,-9-2-29 16,-4 2 3-16,-7 0-17 0,0 0-40 15,-24 0-61-15,-36 0-81 16,6 14-336-16,-6 2-650 0</inkml:trace>
  <inkml:trace contextRef="#ctx0" brushRef="#br0" timeOffset="-186400.95">8364 14071 2167 0,'0'0'340'0,"0"0"-89"16,0 0 13-16,-56 150-114 0,46-87-38 15,6 3-21 1,2-3-11-16,0 0-37 0,-3-10-17 15,1 0-20-15,0-2-6 16,-4-12-3-16,6-7-8 16,0-10-44-16,2-9-47 15,12-15-87-15,15-23-32 16,6-5-553-16</inkml:trace>
  <inkml:trace contextRef="#ctx0" brushRef="#br0" timeOffset="-186101.75">8622 14168 2008 0,'0'0'291'0,"0"0"-206"15,0 0 245-15,118-89-178 16,-64 74-86-16,-1 13-14 15,-8 2-37-15,-6 29-13 16,-9 21-2-16,-10 9 6 16,-11 11 23-16,-9 7 9 15,0 1 22-15,-9-3-30 16,-5-11-9-16,3-10-19 16,7-14-4-16,2-16-11 15,2-15-83-15,0-21-33 16,0-22-102-16,6-1-628 0</inkml:trace>
  <inkml:trace contextRef="#ctx0" brushRef="#br0" timeOffset="-185934.88">8671 14423 2277 0,'0'0'344'16,"0"0"-217"-16,119-59 3 15,-36 18-96-15,18-3-34 16,15-18-24-16,-15 4-294 16,-22 6-1022-16</inkml:trace>
  <inkml:trace contextRef="#ctx0" brushRef="#br0" timeOffset="-185561.12">9781 13341 2248 0,'0'0'283'0,"0"0"-79"0,91-150 9 16,-24 95-81-1,9 17-30-15,-3 18-24 0,-3 20-35 16,-8 2-42-16,-6 32 9 16,-7 8-10-16,-2 5 2 15,-7-3-2-15,-2-8 1 16,-7-10 1-16,-4-12-1 16,-3-12 8-16,1-2-2 15,4-16 15-15,0-17-22 16,-2-4 0-16,-3-4-21 15,-4 2-50-15,-9 13-52 16,-11 14-69-16,-7 9-395 16,-17 3-588-16</inkml:trace>
  <inkml:trace contextRef="#ctx0" brushRef="#br0" timeOffset="-185282.93">10017 13698 1405 0,'0'0'264'0,"0"0"-31"15,0 0 349-15,0 0-389 16,0 0-77-16,156-105 5 16,-102 81-5-16,-2 9-43 15,-10 15-28-15,-7 0-33 16,-6 28-12-16,-6 9-8 16,-6 12 8-16,-1-8-1 15,2-3-23-15,4-11-8 16,9-15 16-16,4-12 5 15,6-4 1-15,-1-22 10 16,0-4-1-16,-4-5 1 0,-10 6-46 16,-5 5-53-16,-8 1-134 15,-4 8-434-15,-9 2-713 0</inkml:trace>
  <inkml:trace contextRef="#ctx0" brushRef="#br0" timeOffset="-182938.91">11872 13145 1564 0,'0'0'366'0,"0"0"-72"16,-121 89 23-16,82-36-141 15,7 6-64-15,14 6-30 16,16-3-24-16,2-8-22 15,27-10-4-15,17-14-10 16,12-16-7-16,6-14 7 16,3 0-13-16,-2-23 14 15,-10-14-23-15,-10-5 9 16,-14-4 23-16,-16-3 28 0,-13 2 4 16,0-1-10-16,-17 1-21 15,-16 1-20-15,-6 5-10 16,-8 4-3-16,-4 11 0 15,-3 10-75-15,0 16-58 16,19 0-69-16,15 6-532 0</inkml:trace>
  <inkml:trace contextRef="#ctx0" brushRef="#br0" timeOffset="-182714.44">12215 13636 1986 0,'0'0'542'0,"0"0"-432"16,0 0 42-16,0 0-12 15,22 123-45-15,-19-77-58 16,-3-3 0-16,0-5-7 16,0-2-28-16,0-10-2 15,0-2-15-15,0-9-72 16,33-15-61-16,8 0-192 15,3-3-454-15</inkml:trace>
  <inkml:trace contextRef="#ctx0" brushRef="#br0" timeOffset="-182369.42">12813 12996 1746 0,'0'0'291'16,"0"0"-169"-16,0 0 164 15,0 0-115-15,0 0-50 16,-78 132-48-16,85-88-10 16,28-2-31-16,15-12-6 15,10-13-2-15,9-13 40 16,-1-4 8-16,-3-12 0 15,-14-15 18-15,-15-6-14 16,-18-6 2-16,-18-2-35 0,0-4 1 16,-22 3-29-16,-14 1-8 15,-5 7-7-15,-1 6 0 16,3 9-26-16,3 5-88 16,0 14-92-16,12 0-258 15,6 6-1026-15</inkml:trace>
  <inkml:trace contextRef="#ctx0" brushRef="#br0" timeOffset="-182061.32">12808 13355 1704 0,'0'0'366'0,"0"0"-135"16,0 0 145-16,-71 130-186 0,71-92-71 15,0-2-71-15,29-3 1 16,15-6-20-16,17-5 1 15,7-5-21-15,9-13 1 16,-6-4-8-16,-7 0 7 16,-10-16-8-16,-12-11 0 15,-13-5-1-15,-11-4 1 16,-13-2-2-16,-5 1-5 16,-9-4 6-16,-20 5 2 15,-9 2-1-15,-3 3 5 16,2 6-6-16,-1 4 0 15,11 8-19-15,8 4-53 16,21 9-73-16,11 0-327 0,18 0-282 16</inkml:trace>
  <inkml:trace contextRef="#ctx0" brushRef="#br0" timeOffset="-181709.23">13637 12901 1950 0,'0'0'241'15,"0"0"-170"-15,0 0 175 16,0 0-129-16,0 0-32 16,-69 137-6-16,105-100-8 15,18-8-31-15,10-9 6 0,5-8 1 16,1-12 18-16,-12 0-26 15,-14-6 29-15,-11-14-5 16,-14-6 12-16,-11-6 11 16,-8-3-18-16,0-2-22 15,-16-4-23-15,-13 2-9 16,-6 3-13-16,-3 2 3 16,-2 5-4-16,1 9-1 15,2 9-43-15,6 8-73 16,4 3-68-16,5 20-55 15,6 9-434-15,10-2-762 0</inkml:trace>
  <inkml:trace contextRef="#ctx0" brushRef="#br0" timeOffset="-181461.18">13531 13230 1605 0,'0'0'330'0,"0"0"-33"16,-58 141-15-16,56-77-111 15,2-2-35-15,33-5-11 16,23-14-50-16,17-14-30 16,10-19-20-16,6-10-2 15,-4-21-23-15,-14-16 15 16,-20-12-6-16,-19-4 42 16,-22 0 21-16,-10 1-9 15,-2 4-29-15,-25 8-26 0,-10 8-8 16,-53 11-106-1,10 9-119-15,-9 11-612 0</inkml:trace>
  <inkml:trace contextRef="#ctx0" brushRef="#br0" timeOffset="-179561.12">14493 12950 1215 0,'0'0'398'16,"0"0"-96"-16,0 0 66 15,0 0-143-15,0 0-89 16,0 0-35-16,0 0-22 15,87-91-29-15,-46 82-16 16,-3 6-16-16,-5 3-15 16,-6 7 3-16,-10 20-4 15,-7 10-2-15,-10 11 0 16,-5 6 0-16,-26 6 6 16,-10 5-6-16,-5-3 1 0,-1-6 6 15,3-8-6 1,5-10 9-16,8-10-10 0,11-10 21 15,6-9 5-15,8-6 14 16,4-1 8-16,2-2 7 16,0 0 7-16,0 0-17 15,0 0-9-15,11 0-11 16,11 0 24-16,9-2-7 16,7-4 6-16,-1 2-28 15,-2 2-13-15,-2 2-7 16,-4 0-1-16,0 0-44 15,-2 0-62-15,2-4-45 16,22-29-64-16,-6 0-450 0,-3-4-1081 16</inkml:trace>
  <inkml:trace contextRef="#ctx0" brushRef="#br0" timeOffset="-179155.09">15113 12883 2109 0,'0'0'607'15,"0"0"-398"-15,0 0 32 16,0 0-119-16,0 0-101 16,0 0-3-16,0 0-10 15,0 88 10-15,-6-51-18 16,-2-2 1-16,4-3 1 16,4-6-2-16,0-5-1 0,4-3 1 15,23-6 7-15,9-5-7 16,7-7 0-16,3 0-12 15,-1-3-80-15,-5-15-67 16,-5-4-39-16,-8-5-165 16,-4-4-256-16,-7-3 23 15,-10 4 236-15,-1 4 360 16,-5 6 344-16,0 8 258 16,0 8-22-16,0 4-247 15,0 0-107-15,-2 12-75 16,-7 18-56-16,-1 12 39 15,-1 12 1-15,0 9-49 16,0 4-44-16,0 4-42 16,5 4-14-16,-4-3-104 0,-3 18-83 15,1-20-85-15,-1-17-591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E68A9-F397-4850-8DA0-BD639571D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9093A1-33BF-4AE2-A623-1B9AE748F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2B5272-0653-40D8-8BBB-4101B078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C5B6AA-0EE8-4251-93F5-41F2F8D3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9CB713-6E82-4707-85FF-C2117413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81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0A7BC-E1AD-4F76-999D-6414E203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DEC59E-7D1C-4E38-B727-B56BBADEA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ECC9CF-BCB0-433B-908B-209A2E72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598E70-4740-4FBE-B7C4-2419F3BE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271B9E-776F-44E3-8C5B-422BC0D9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6957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6BDF0-959D-4E40-A364-6B3A0CAB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22C22A-710F-4515-A60F-391C3F716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99143F-2A06-4F83-9208-E8B45F59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EF3454-7FD0-4855-B185-62247AAF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7EE50A-FE9E-4038-8114-EC05A14A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63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3688F-8813-4A24-9C64-FF8E8983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D86943-62DA-41FF-92F2-EB148435C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09AB2F-718B-484D-961D-E86AF3BEC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28ACB1-43E8-4871-8C7D-9EF2978D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BF00C9-5918-4DE8-A4DB-6DD2E038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2CAD80-291B-4FBF-AA4D-2DD7F01D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26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B454C-B204-4BF8-B614-450923BD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E43AAA-552C-45A7-ABE2-5896CA9AD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8101F1-C39D-450B-9343-6F54939EE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4038D3-903E-44EA-8BE1-60DF108D1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D31BEC-CDA2-4DC9-9A63-B4FEF649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8721B2-5F5A-41C3-9459-C84944CF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009AD2-1DAE-4978-9D6E-DC28ECC5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E71092-D454-45C4-9049-E4BCA40A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942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C8D5A-E8ED-4BE6-B9BC-8868CDD9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64CF77-743B-4625-BEC9-97711252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66DA53-FAC1-4EA2-994F-C7FEFA2B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D2C760-CEDD-44BD-9B59-6D683D05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23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56D83F-B0BD-4385-BA9F-8AB8299C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3BB2D9-BC6B-4BEA-9704-007F7882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50BF05-7746-4815-8485-47224870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77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EF4AD-706D-452C-92B7-F2382812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6B790F-1361-45ED-AFF7-D99BEB98B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FA46E4-4007-41F6-99F5-6777F082D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BE6486-3B2E-443B-9914-91A7B1C2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422C64-DEB2-46A0-98F0-CAAC8D86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89D6AE-5B56-4136-9835-0D7FDE5E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23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6EF8C-0FDC-467E-86FD-45063C345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5A07E0-0A16-4749-BCEA-82C22C229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C131BA-2446-42E0-A9C1-ABD0A7119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D7015D-5CE2-4A8B-902A-E8B87806F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1A0113-DCAF-4931-A999-57489495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8C9763-CAA9-4365-A259-E907DC32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972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4F2E5-C1C4-49C9-827F-1D0CE705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B6B0C6-D229-403A-BDE1-540AB223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8144E6-B96C-470A-9BE5-D59472AE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7B0965-0BFC-4890-9A17-D16BF8C52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2CAFCA-3FB2-494C-B0A9-B365CC36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0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A44F5-C2EB-4F5D-9CB1-650920979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26292E-1095-4112-94BC-700E687E4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6E7677-1539-4676-A39B-4E7EEBE5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1A013-4687-4D46-8E9A-1472ACD1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697660-5C9C-4853-8F70-407835B0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90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7FB97E-6F58-4752-9533-ACCD870B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E9EC1E-FA02-4824-B09C-F74E1C6A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4C9778-DF83-4B16-B9F7-CE2ACF9F4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8524F-3130-4668-B5BD-AEC021B02655}" type="datetimeFigureOut">
              <a:rPr lang="es-ES" smtClean="0"/>
              <a:t>23/04/2020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2E8130-8417-437F-958D-24C38ACD8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16788F-A141-4658-974D-E0CC2036B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8C2F3-02BB-49AA-9DD4-5D06C6C0BD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5688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15.png"/><Relationship Id="rId4" Type="http://schemas.openxmlformats.org/officeDocument/2006/relationships/customXml" Target="../ink/ink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5661E5D4-9A09-40D4-9586-12892BC1AB2B}"/>
                  </a:ext>
                </a:extLst>
              </p14:cNvPr>
              <p14:cNvContentPartPr/>
              <p14:nvPr/>
            </p14:nvContentPartPr>
            <p14:xfrm>
              <a:off x="2116440" y="2161080"/>
              <a:ext cx="2393280" cy="4647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5661E5D4-9A09-40D4-9586-12892BC1AB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0600" y="2097720"/>
                <a:ext cx="242460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7CF8C6C8-7B08-442C-8C4A-523121B14906}"/>
                  </a:ext>
                </a:extLst>
              </p14:cNvPr>
              <p14:cNvContentPartPr/>
              <p14:nvPr/>
            </p14:nvContentPartPr>
            <p14:xfrm>
              <a:off x="5911200" y="5460480"/>
              <a:ext cx="131040" cy="12420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7CF8C6C8-7B08-442C-8C4A-523121B149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95360" y="5397120"/>
                <a:ext cx="1623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3F7AFFF-B86A-4AB4-A195-EA654FF14E73}"/>
                  </a:ext>
                </a:extLst>
              </p14:cNvPr>
              <p14:cNvContentPartPr/>
              <p14:nvPr/>
            </p14:nvContentPartPr>
            <p14:xfrm>
              <a:off x="7690320" y="5505840"/>
              <a:ext cx="151200" cy="178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3F7AFFF-B86A-4AB4-A195-EA654FF14E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74480" y="5442480"/>
                <a:ext cx="1825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F2D94EA-3B72-47B6-B8D6-669D0990ABFB}"/>
                  </a:ext>
                </a:extLst>
              </p14:cNvPr>
              <p14:cNvContentPartPr/>
              <p14:nvPr/>
            </p14:nvContentPartPr>
            <p14:xfrm>
              <a:off x="2241000" y="5508720"/>
              <a:ext cx="965160" cy="853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F2D94EA-3B72-47B6-B8D6-669D0990AB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25160" y="5445360"/>
                <a:ext cx="9964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38CE2A03-C519-4DE7-ADDA-76DF24BD24AE}"/>
                  </a:ext>
                </a:extLst>
              </p14:cNvPr>
              <p14:cNvContentPartPr/>
              <p14:nvPr/>
            </p14:nvContentPartPr>
            <p14:xfrm>
              <a:off x="640440" y="353880"/>
              <a:ext cx="10450440" cy="60393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38CE2A03-C519-4DE7-ADDA-76DF24BD24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1080" y="344520"/>
                <a:ext cx="10469160" cy="605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30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1904E278-4735-4B59-98D3-4F7CAC599A26}"/>
                  </a:ext>
                </a:extLst>
              </p14:cNvPr>
              <p14:cNvContentPartPr/>
              <p14:nvPr/>
            </p14:nvContentPartPr>
            <p14:xfrm>
              <a:off x="343080" y="288720"/>
              <a:ext cx="10826280" cy="42174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1904E278-4735-4B59-98D3-4F7CAC599A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720" y="279360"/>
                <a:ext cx="10845000" cy="423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51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2658E71-A095-4AE1-BBB1-49CA94B0A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70" y="635689"/>
            <a:ext cx="10511457" cy="6041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9998600-339C-48D4-9B70-C75E54B42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69" y="1239796"/>
            <a:ext cx="10511458" cy="25075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35D6B31-EB21-4C69-993F-DCF83EA61CC5}"/>
                  </a:ext>
                </a:extLst>
              </p14:cNvPr>
              <p14:cNvContentPartPr/>
              <p14:nvPr/>
            </p14:nvContentPartPr>
            <p14:xfrm>
              <a:off x="909000" y="3976920"/>
              <a:ext cx="7068960" cy="16588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35D6B31-EB21-4C69-993F-DCF83EA61C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9640" y="3967560"/>
                <a:ext cx="7087680" cy="167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151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AAEF400-F243-4FF4-8E4A-F6FF63A09DC4}"/>
                  </a:ext>
                </a:extLst>
              </p14:cNvPr>
              <p14:cNvContentPartPr/>
              <p14:nvPr/>
            </p14:nvContentPartPr>
            <p14:xfrm>
              <a:off x="1429920" y="235800"/>
              <a:ext cx="10382400" cy="52365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AAEF400-F243-4FF4-8E4A-F6FF63A09D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0560" y="226440"/>
                <a:ext cx="10401120" cy="525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9818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63B92E6-0DE0-4E48-8C10-213B46A1146D}"/>
                  </a:ext>
                </a:extLst>
              </p14:cNvPr>
              <p14:cNvContentPartPr/>
              <p14:nvPr/>
            </p14:nvContentPartPr>
            <p14:xfrm>
              <a:off x="2851200" y="0"/>
              <a:ext cx="6647400" cy="51084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63B92E6-0DE0-4E48-8C10-213B46A114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1840" y="-9360"/>
                <a:ext cx="6666120" cy="512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034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2C5BB6-199F-411F-91A1-401A0BE8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416022"/>
            <a:ext cx="11249025" cy="2762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7CEA9C35-0750-4A95-BA01-38A5966FD4FC}"/>
                  </a:ext>
                </a:extLst>
              </p14:cNvPr>
              <p14:cNvContentPartPr/>
              <p14:nvPr/>
            </p14:nvContentPartPr>
            <p14:xfrm>
              <a:off x="712440" y="1119600"/>
              <a:ext cx="10818000" cy="49028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7CEA9C35-0750-4A95-BA01-38A5966FD4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3080" y="1110240"/>
                <a:ext cx="10836720" cy="492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3177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74EDB84A-8BD5-41D5-92F7-2BD7E6186602}"/>
                  </a:ext>
                </a:extLst>
              </p14:cNvPr>
              <p14:cNvContentPartPr/>
              <p14:nvPr/>
            </p14:nvContentPartPr>
            <p14:xfrm>
              <a:off x="4119120" y="2660040"/>
              <a:ext cx="360" cy="3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74EDB84A-8BD5-41D5-92F7-2BD7E61866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03280" y="25966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3249997A-C4CC-4CF1-AD3B-B749764CD968}"/>
                  </a:ext>
                </a:extLst>
              </p14:cNvPr>
              <p14:cNvContentPartPr/>
              <p14:nvPr/>
            </p14:nvContentPartPr>
            <p14:xfrm>
              <a:off x="1608840" y="108360"/>
              <a:ext cx="2792160" cy="18925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3249997A-C4CC-4CF1-AD3B-B749764CD9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3000" y="45000"/>
                <a:ext cx="2823480" cy="20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7E5F8EC-D860-484C-B32C-9D102EAF02E0}"/>
                  </a:ext>
                </a:extLst>
              </p14:cNvPr>
              <p14:cNvContentPartPr/>
              <p14:nvPr/>
            </p14:nvContentPartPr>
            <p14:xfrm>
              <a:off x="410040" y="2880"/>
              <a:ext cx="11256840" cy="62229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7E5F8EC-D860-484C-B32C-9D102EAF02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0680" y="-6480"/>
                <a:ext cx="11275560" cy="624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039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5EE8731-BC51-4D13-8B48-9C4B9A527D9A}"/>
                  </a:ext>
                </a:extLst>
              </p14:cNvPr>
              <p14:cNvContentPartPr/>
              <p14:nvPr/>
            </p14:nvContentPartPr>
            <p14:xfrm>
              <a:off x="759960" y="401400"/>
              <a:ext cx="8007480" cy="22100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5EE8731-BC51-4D13-8B48-9C4B9A527D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0600" y="392040"/>
                <a:ext cx="8026200" cy="222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9829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3ECE018-D613-43A7-A182-ECE45247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63" y="330444"/>
            <a:ext cx="8406839" cy="623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93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FCB69F1-56FA-4C78-A48F-58C138A4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213507"/>
            <a:ext cx="11245991" cy="10103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B338335B-B4E4-4A4C-8D39-FAD2B584ADDB}"/>
                  </a:ext>
                </a:extLst>
              </p14:cNvPr>
              <p14:cNvContentPartPr/>
              <p14:nvPr/>
            </p14:nvContentPartPr>
            <p14:xfrm>
              <a:off x="837000" y="620640"/>
              <a:ext cx="9839520" cy="54831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B338335B-B4E4-4A4C-8D39-FAD2B584AD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7640" y="611280"/>
                <a:ext cx="9858240" cy="550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106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D29D5B-897E-4679-A92C-EBC3F3D12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75" y="244572"/>
            <a:ext cx="11244410" cy="21750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7B01064-BBF9-435C-AC34-7C7536793BB8}"/>
                  </a:ext>
                </a:extLst>
              </p14:cNvPr>
              <p14:cNvContentPartPr/>
              <p14:nvPr/>
            </p14:nvContentPartPr>
            <p14:xfrm>
              <a:off x="694800" y="1408320"/>
              <a:ext cx="10546200" cy="53082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7B01064-BBF9-435C-AC34-7C7536793B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440" y="1398960"/>
                <a:ext cx="10564920" cy="532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9787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3564AF4-A37D-4381-8399-D686EE622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" y="211455"/>
            <a:ext cx="11709083" cy="24192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79C1DCAD-3151-42C7-A3E1-793B64DC3DDD}"/>
                  </a:ext>
                </a:extLst>
              </p14:cNvPr>
              <p14:cNvContentPartPr/>
              <p14:nvPr/>
            </p14:nvContentPartPr>
            <p14:xfrm>
              <a:off x="896040" y="2685960"/>
              <a:ext cx="11036520" cy="37101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79C1DCAD-3151-42C7-A3E1-793B64DC3D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680" y="2676600"/>
                <a:ext cx="11055240" cy="372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8368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E18BD10-4A3A-4F3E-82E2-B59468A0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91" y="220247"/>
            <a:ext cx="11526203" cy="283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49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0AAE9D8-B68F-421D-990A-B4DB50E4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02" y="179525"/>
            <a:ext cx="11204507" cy="52141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FCEB86AB-A40D-4F39-9F1F-8CB8256D6A1C}"/>
                  </a:ext>
                </a:extLst>
              </p14:cNvPr>
              <p14:cNvContentPartPr/>
              <p14:nvPr/>
            </p14:nvContentPartPr>
            <p14:xfrm>
              <a:off x="2859120" y="3097080"/>
              <a:ext cx="8099280" cy="32205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FCEB86AB-A40D-4F39-9F1F-8CB8256D6A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9760" y="3087720"/>
                <a:ext cx="8118000" cy="323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3388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C4F4DEA7-0B76-4FAD-9505-EEE86C85B3E2}"/>
                  </a:ext>
                </a:extLst>
              </p14:cNvPr>
              <p14:cNvContentPartPr/>
              <p14:nvPr/>
            </p14:nvContentPartPr>
            <p14:xfrm>
              <a:off x="1092960" y="237240"/>
              <a:ext cx="11013120" cy="56466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C4F4DEA7-0B76-4FAD-9505-EEE86C85B3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3600" y="227880"/>
                <a:ext cx="11031840" cy="566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3970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6CF44DE-ABE5-41F2-9C53-0A412B2F1F04}"/>
                  </a:ext>
                </a:extLst>
              </p14:cNvPr>
              <p14:cNvContentPartPr/>
              <p14:nvPr/>
            </p14:nvContentPartPr>
            <p14:xfrm>
              <a:off x="739800" y="464760"/>
              <a:ext cx="10487160" cy="48416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6CF44DE-ABE5-41F2-9C53-0A412B2F1F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0440" y="455400"/>
                <a:ext cx="10505880" cy="486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169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5</cp:revision>
  <dcterms:created xsi:type="dcterms:W3CDTF">2020-04-20T16:38:08Z</dcterms:created>
  <dcterms:modified xsi:type="dcterms:W3CDTF">2020-04-24T01:42:46Z</dcterms:modified>
</cp:coreProperties>
</file>