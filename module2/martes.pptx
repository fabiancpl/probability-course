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73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1:42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16484,'0'0'2808,"0"0"-2248,0 0-360,0 0 128,0 0-48,0 0-264,-9 5-16,-11-5-2800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1:43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8 3289,'0'0'4065,"0"0"-3537,0 0-360,0 0 64,0 0 472,0 0-264,-17 0-288,3 0-152,-9-8-1760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2:25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186 142 6305,'0'0'1401,"0"0"-41,0 0 183,0 0-568,0 0-594,-35-7 3365,32 1-2024,3 12-1538,0 1 31,0-7-142,0 0 34,0 0-20,0-41 435,12 37-295,-12 1-233,1 0-1,-1 1 1,1-1-1,0 1 1,0-1 0,0 1-1,0-1 1,0 1-1,1-1 1,-1 1-1,1 0 1,-1 0 0,1 0-1,0 0 1,0 0-1,0 0 1,0 0 0,0 1-1,0-1 1,1 1-1,-1-1 1,1 1-1,-1 0 1,1 0 0,-1 0-1,1 0 1,-1 1-1,1-1 1,0 1-1,-1-1 1,1 1 0,2 0 6,-2 30 19,-2-29-8,-1 0-1,0 0 1,0 0-1,0 0 0,1 1 1,-1-1-1,0 0 1,-1 0-1,1 0 1,0 0-1,0 1 0,0-1 1,-1 0-1,1 0 1,-1 0-1,1 0 1,-1 0-1,1 0 0,-1 0 1,0 0-1,1 0 1,-1 0-1,0 0 1,0 0-1,1 0 0,-2 0-10,1-8 55,0 0-1,0-1 0,1 1 0,-1 0 1,2-1-1,0-1-54,-1 7-7,0-1 0,0 1 1,0 0-1,1 0 0,-1 0 1,1 0-1,-1 0 0,1 0 1,0 1-1,0-1 0,0 0 1,0 0-1,0 0 0,0 1 1,1-1-1,-1 1 0,0-1 1,1 1-1,0-1 0,-1 1 1,1 0-1,0 0 0,-1 0 1,1 0-1,0 0 0,0 0 1,0 0-1,0 0 0,0 1 1,2-1 6,-5 22-51,-2-16 69,1-1 0,-1 1 0,1-1 1,-1 0-1,-1 1 0,1-1 0,0-1 0,-1 1 0,0 0 0,0-1 1,0 0-1,0 0 0,-1 0 0,1 0 0,-1-1 0,1 0 0,-1 0 1,0 0-1,0 0 0,-4 0-18,9-5 5,-1-1 1,0 1-1,1 0 1,-1 0-1,1-1 0,0 1 1,0 0-1,0-1 1,1 1-1,-1 0 1,1 0-1,0-1-5,1 2-5,-1 0-1,1 0 0,0 1 1,0-1-1,0 1 0,0 0 1,0-1-1,0 1 0,0 0 1,0 0-1,0 0 0,1 1 1,0-1 5,-2 0-4,0 1 1,-1 0-1,1 0 1,0-1-1,-1 1 1,1 0 0,0 0-1,0 0 1,-1 0-1,1 0 1,0 0-1,0 0 1,-1 0-1,1 0 1,0 0 0,0 0-1,-1 1 1,1-1-1,0 0 1,-1 0-1,1 1 1,0-1-1,-1 0 1,1 1 0,0-1-1,-1 1 1,1-1-1,-1 1 1,1-1-1,-1 1 1,1 0-1,-1-1 1,1 1-1,-1-1 1,0 1 0,1 0-1,-1-1 1,0 1-1,0 0 1,1 0-1,-1-1 1,0 1-1,0 0 1,0-1 0,0 1-1,0 0 4,0 8 16,-1 1-1,-1-1 1,1 1-1,-2-1 1,1 0-1,-1 0 1,0 0-1,-1 0 1,0-1-1,-1 0 1,0 1-1,0-1 1,0-1-1,-1 1 1,0-1-1,-2 1-15,0 1-171,0 0 0,-1 0-1,-1-1 1,1 0 0,-1-1 0,0 0-1,-1-1 1,0 0 0,0 0 0,0-1-1,-1-1 1,-6 3 171,-3-6-4234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2:31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0 299 8586,'0'0'2618,"0"0"-683,0 0-276,0 0-668,0 0-176,1-11 262,-1 10-1079,1-7 236,-1 0 0,2 1 0,-1-1 0,1 0 0,0 0 0,0 0 0,1 1 0,0 0 0,1-1 0,0 1 0,0 0 0,0 1-1,4-6-233,12-13 236,1 1-1,2 1 0,0 1 0,1 1 0,1 1 0,18-11-235,-38 29 7,0 0 0,0 0 0,0 1-1,0 0 1,1 0 0,-1 0-1,0 0 1,1 1 0,-1 0 0,1 0-1,-1 0 1,0 1 0,1-1-1,-1 1 1,0 1 0,0-1 0,0 1-1,0 0 1,0 0 0,0 0-1,0 1 1,0 0 0,-1 0 0,0 0-1,1 0 1,-1 1 0,0 0-1,-1-1 1,2 3-7,11 17 22,-1 0 0,-1 0-1,-1 2 1,-1 0 0,3 9-22,42 136 121,-36-104-55,10 42 107,15 42 124,-55-155 1405,-17-22-1421,-28-45-408,39 41 136,1-1 1,-2-10-10,11 23 10,-2 1-1,0 0 1,-1 0 0,-1 0 0,-1 1-1,0 1 1,-1 0 0,-1 0 0,-9-9-10,20 24 1,0 0 0,0 1 1,-1-1-1,1 0 1,0 1-1,0-1 0,-1 1 1,1 0-1,0-1 1,-1 1-1,1 0 0,0 0 1,-1 0-1,1 0 0,0 0 1,-1 0-1,1 0 1,-1 0-1,1 1 0,0-1 1,0 1-1,-1-1 1,1 1-1,0-1 0,0 1 1,-1-1-1,1 1 0,0 0 1,0 0-1,0 0 1,0 0-1,0 0 0,0 0 1,0 0-1,0 0 1,1 0-1,-1 0-1,-36 51-9,30-42 13,-15 29-7,1 0 0,2 1 0,-6 19 3,11-22 7,-2-1-1,-2-1 0,-1 0 0,-15 18-6,34-52 9,-1 1-1,0-1 0,0 0 0,0 0 0,0 0 0,0 0 1,0 0-1,0-1 0,0 1 0,0 0 0,-1 0 0,1-1 1,0 1-1,0 0 0,-1-1 0,1 0 0,0 1 0,-2-1-8,1-4 125,12-8-398,2 1-737,1 2 0,0 0 1,1 1-1,13-7 1010,5-2-4283,11-6-5702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2:32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6329,'0'0'7098,"0"0"-5970,0 0 608,0 0-783,0 0-577,0 0 64,0 0-112,92-16-112,-61 6-48,-2-3-120,2 0-40,-3 0-8,1 3-360,0 0-1400,-7 2-1233,-7 3-4265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2:32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9274,'0'0'1144,"0"0"313,0 0-17,0 0-352,0 0-176,0 0-400,0 0-296,120-28-168,-89 15 0,-2 3-48,-1-1-656,-5 4-2040,-6-1-6514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2:38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3473,'0'0'1621,"0"0"-40,0 0 491,0 0 119,8 24-346,-5-16-1681,16 50 1742,-2 1-1,1 19-1905,-5 14 1317,-9-56-208,-3-30 292,-3-12 844,-6-39-1926,1 13-233,2 0 0,1 0-1,1-18-85,3 31 31,0 1 1,1-1-1,1 1 0,1 0 0,1-1 0,0 1 0,1-1-31,-3 14-76,0 0 0,1 0-1,-1 0 1,1 0 0,0 0-1,1 0 1,-1 0 0,1 1-1,0 0 1,0 0 0,0 0 0,0 0-1,1 1 1,0-1 0,-1 1-1,1 0 1,0 1 0,1-1-1,-1 1 1,0 0 0,1 1 0,-1-1-1,1 1 1,-1 0 0,4 0 76,73-7-8054,-45 5-1264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2:39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0 11258,'0'0'1519,"0"0"-189,0 0 648,0 0-591,-26 14-650,-84 48-30,103-57-608,0 0-1,1 0 1,-1 1-1,1-1 1,0 2-1,1-1 1,-1 1-1,1 0 1,1 0-1,-1 0 1,1 0-1,0 1 1,1 0-1,0 0 1,0 0-1,1 0 1,-2 8-99,0-1 132,-1-1-36,2 0 0,0 0 0,0 1 0,1-1 1,1 1-1,0-1 0,2 8-96,-1-17 9,1-1 0,-1 0 1,1 0-1,0 0 0,0 0 0,0-1 1,1 1-1,-1 0 0,1 0 0,0-1 1,0 1-1,0-1 0,1 0 1,-1 1-1,1-1 0,0 0 0,0-1 1,0 1-1,0 0 0,0-1 0,1 0 1,-1 1-1,1-1 0,-1-1 1,1 1-1,0 0 0,0-1 0,0 0-9,18 5 23,0-1 0,1-2-1,-1 0 1,1-1 0,-1-1-1,1-2 1,1 0-23,-11 0 3,0 0 1,0-1 0,-1 0-1,1-1 1,-1 0-1,0-1 1,0-1 0,0 0-1,0 0 1,-1-1-1,0-1 1,0 0 0,0-1-4,-7 5 6,0-1-1,0 0 1,0 0 0,-1 0 0,1-1 0,-1 0 0,0 1 0,-1-1 0,1 0 0,-1 0 0,0 0 0,0 0-1,0-1 1,-1 1 0,0 0 0,0-3-6,0-1-12,-1 1-1,0-1 1,-1 0 0,0 1-1,0-1 1,-1 1 0,0-1-1,0 1 1,-4-8 12,-4-7 267,-1 2-1,-1-1 1,0 1-1,-2 1 1,-1 1 0,-15-18-267,28 81 586,10-5-558,1-1 0,3 0 0,0 0 0,3-1-1,1 0 1,4 3-28,-19-37-44,1 0 1,-1-1-1,1 1 0,0 0 1,0-1-1,0 0 0,0 1 1,0-1-1,0 0 0,1 0 1,-1 0-1,1 0 0,-1 0 1,1-1-1,0 1 0,-1-1 1,1 0-1,0 0 0,0 0 0,0 0 1,0 0-1,0 0 0,0-1 1,1 0-1,0 1 44,0-2-326,1 1 0,-1-1 0,0 0 1,0 0-1,1-1 0,-1 1 0,0-1 0,0 0 0,0 0 0,-1 0 0,1 0 1,0-1-1,-1 1 0,1-1 0,-1 0 0,0 0 0,2-3 326,22-29-5186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2:39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13595,'0'0'1543,"0"0"-462,0 23 723,3 51 202,3 0 0,10 42-2006,-8-76 490,5 31 626,10 22-1116,-17-73 39,1 0-1,0 0 1,2 0 0,0-1 0,2 0 0,8 12-39,-16-27-50,-1-1-1,1 1 0,0-1 0,0 0 1,1 0-1,-1 0 0,1 0 0,-1-1 1,4 3 50,11-1-3658,-12-6-1103,-5-11-3285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2:40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1 375 13827,'0'0'1930,"0"0"30,0 0-752,0 0-740,31-25-291,100-80-109,-120 96-63,0 0 1,0 1 0,1 0 0,0 1 0,0 0 0,1 1 0,-1 1 0,2 0 0,-1 0-1,2 1-5,-3 1-2,-8 1-1,-1 1 1,1 0-1,0 0 1,0 0 0,0 0-1,0 1 1,0 0-1,1 0 1,-1 0 0,0 0-1,0 1 1,0-1-1,0 1 1,0 0 0,0 0-1,-1 0 1,2 1 2,-3 0-3,1 1 1,0-1-1,-1 0 1,1 1-1,-1 0 1,0 0-1,1 0 1,-1 0-1,-1 0 1,1 0-1,0 0 1,-1 0-1,0 1 1,0-1-1,0 1 1,0-1-1,0 1 1,-1-1 0,1 1 2,6 43 8,-5-30 59,0 0 1,2 0-1,0-1 1,0 1 0,2-1-1,0 0 1,5 11-68,-9-25 23,0 1 0,0 0 0,0-1 0,0 1 1,1-1-1,-1 0 0,1 0 0,-1 0 0,1 0 0,0 0 0,0-1 0,0 1 0,0-1 1,0 0-1,0 1 0,0-1 0,0-1 0,0 1 0,0 0 0,1-1 0,-1 0 1,0 0-1,1 0 0,-1 0 0,0 0 0,0 0 0,1-1 0,-1 0 0,0 0 0,0 0 1,0 0-1,0 0 0,3-2-23,5-2 27,0-1 1,0 0-1,0 0 1,-1-1-1,0-1 1,0 1-1,-1-2 1,2-1-28,-3 1-5,-1 1 0,0-1 0,0 0-1,-1-1 1,0 1 0,-1-1 0,4-11 5,-6 15-16,-1-1-1,0 1 0,-1-1 1,1 1-1,-1-1 1,0 0-1,-1 0 0,0 0 1,0 1-1,0-1 1,-1 0-1,0 0 0,0 1 1,-1-1 16,2 5-1,-1 0 1,0 0-1,1 1 0,-1-1 1,0 0-1,0 1 1,0-1-1,0 1 0,0-1 1,0 1-1,-1-1 1,1 1-1,0 0 1,-1-1-1,1 1 0,-1 0 1,1 0-1,-1 0 1,0 0-1,1 1 0,-1-1 1,0 0-1,0 1 1,0-1-1,0 1 1,2 0-2,-1 1-1,1 0 1,-1-1-1,1 1 1,0 0-1,-1 0 1,1-1-1,0 1 1,-1 0-1,1 0 1,0 0 0,0-1-1,0 1 1,-1 0-1,1 0 1,0 0-1,0-1 1,1 1-1,-1 0 1,0 0-1,0 0 1,0 0-1,0 0 3,1 3-10,0 13 72,1-1 0,0 0 0,2 0 0,0 0 0,0 0 0,2 0-1,0-1 1,0 0 0,2 0 0,0-1 0,0 0 0,2 0 0,-1-1 0,2 0-1,0-1 1,0 0 0,1-1 0,12 9-62,-23-20 23,-1 0 0,1-1-1,-1 1 1,1 0 0,-1-1 0,1 1 0,-1 0-1,0-1 1,1 1 0,-1-1 0,0 1 0,0 0-1,1-1 1,-1 1 0,0-1 0,0 1 0,1-1-1,-1 1 1,0-1 0,0 1 0,0-1 0,0 0-1,0 1 1,0-1 0,0 1 0,0-1 0,0 1-1,0-1 1,0 1 0,0-1 0,0 1 0,0-1-1,-1 0-22,2-30 181,-1 26-152,-1-22-9,1 0 1,2 0 0,1-1 0,1 1 0,1 1-1,2-2-20,-5 22-3,-1 0-1,1 1 0,1-1 0,-1 1 0,1-1 0,0 1 0,0 0 1,0 0-1,1 0 0,0 1 0,0-1 0,0 1 0,1 0 0,-1 0 1,1 0-1,0 1 0,0-1 0,0 1 0,0 1 0,1-1 1,-1 1-1,1 0 0,0 0 0,0 0 0,-1 1 0,1 0 0,0 0 1,0 0-1,0 1 0,4 0 4,-6 0-2,1 0 0,-1 1 0,1-1 0,-1 1 1,0 0-1,1 0 0,-1 0 0,0 1 0,0-1 0,0 1 1,0 0-1,0 0 0,0 1 0,0-1 0,-1 1 0,1 0 0,-1 0 1,0 0-1,0 0 0,0 1 2,6 8 36,-1 0-1,0 1 1,-1 0 0,-1 0-1,3 7-35,-6-10 20,1-1 0,-1 0 0,2 0 0,0 0 0,0-1 0,0 0 0,1 0 0,0 0 0,1 0 0,0-1 0,0 0 0,0-1 0,3 2-20,-3-5 17,0 0-1,0-1 0,1 0 0,0 0 1,-1 0-1,1-1 0,0 0 0,-1-1 1,1 0-1,0 0 0,4-1-16,1 0 6,1 0 0,-1-2-1,1 1 1,-1-2 0,0 0 0,1 0-6,-8 1-64,0 1 0,-1-1 0,1-1 0,-1 1 0,1-1 0,-1 1 0,0-2 0,-1 1 0,1 0 0,-1-1 0,0 0 0,0 0 0,0 0 0,-1-1 0,1 1 1,-1-1-1,-1 0 0,1 1 0,-1-1 0,0-1 0,0-1 64,2-14-1669,-1 0 0,-1 0 0,-1 0 0,0 0 0,-3-12 1669,1-14-4675,-4 13 4257,-4 21 2208,-5 7 3300,13 31-3624,2-13-1183,1 1-1,0-1 1,1 1-1,0-1 1,0 1-1,1-1 1,1-1 0,0 1-1,1 0 1,5 7-283,16 23 833,30 36-833,-51-69 46,36 42 56,-18-24-72,-2 2 0,3 6-30,-19-26 6,-1 0 0,0 1-1,-1-1 1,0 1 0,-1 0 0,1 0-1,-2 0 1,1 1 0,-1-1 0,0 3-6,-2-10 11,0 1 1,0-1 0,0 0-1,0 0 1,0 1-1,0-1 1,-1 0 0,1 1-1,-1-1 1,0 0-1,1 0 1,-1 0 0,0 0-1,0 0 1,-1 0-1,1 0 1,0 0 0,-1 0-1,1 0 1,-1-1-1,1 1 1,-1 0-1,-1 0-10,-1 1 40,0-1 0,0 0 0,0 0 0,0 0 0,-1-1 0,1 1 0,0-1 0,-1 0 0,1 0 0,-1-1 1,0 1-1,1-1-41,-5 0 47,1 0 0,-1 0 0,1-1 0,0 1 0,-1-2 0,1 0 0,0 0 0,0 0 0,0-1 0,0 0 0,1 0 0,-1-1 0,-4-4-47,6 4-38,0-1 1,1 0-1,-1-1 1,1 1-1,1-1 1,-1 0-1,1-1 1,0 1-1,0-1 1,1 1-1,0-1 0,0 0 1,1 0-1,-2-7 38,3 9-607,1 0 0,-1 0 0,1 0-1,0 1 1,1-1 0,-1 0 0,1 0-1,0 0 1,1-3 607,12-20-9345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2:40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 13827,'0'0'1772,"0"0"-553,0 0 568,-14 32-453,-6 7-982,1 1 166,1 1-1,2 1 0,-7 30-517,-4 22 1403,-7 65-1403,34-255-5422,-3 32 1054,3-51-460,0 40 9651,0 74-4721,1 1 0,-1-1 0,0 1 0,0-1 1,0 1-1,1-1 0,-1 1 0,0 0 0,0-1 0,1 1 1,-1-1-1,0 1 0,1 0 0,-1-1 0,0 1 0,1 0 0,-1-1 1,1 1-1,-1 0 0,1 0 0,-1-1 0,0 1 0,1 0 1,-1 0-1,1 0 0,-1 0 0,1 0 0,-1 0 0,1 0 0,-1 0 1,1 0-1,-1 0 0,1 0 0,-1 0 0,1 0 0,-1 0 0,1 0 1,-1 0-1,1 0 0,-1 1 0,1-1 0,-1 0 0,1 0 1,-1 1-1,1-1 0,-1 0 0,0 0 0,1 1 0,-1-1 0,0 1 1,1-1-1,-1 1-102,25 15 1056,21 29 250,-13-11-257,30 21-1049,-50-45-174,0 0 0,1-2 0,0 1 0,0-2-1,1 0 1,0-1 0,2 1 174,25 5-5309,-7-5-7336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2:41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70 5825,'0'0'1827,"0"0"515,0 0-5,0 0-1008,0 0-779,0 0-190,-4-11 9,-11-34-117,42 121 3392,-20-53-3134,-1-1 0,0 1 1,-2 0-1,-1 0 0,-1 0 1,0 0-1,-2 0 1,-1 8-512,1-27 50,0-3-18,0-1 69,0 0 95,0-14 453,1-25-495,3 0 0,2-6-153,0 5 35,-3-1 0,0-6-35,-4 45 6,0 1 0,0-1 0,-1 1 0,1 0 0,0-1 0,0 1 0,-1 0 0,1 0 0,-1 0 0,1 0 0,-1 0 0,1 0 0,-1 0 0,0 0 0,1 1 0,-1-1 0,0 1 0,0-1-6,1 1 6,0-1 0,1 1 0,-1-1 0,0 1 0,0 0 0,0-1 0,0 1 1,0 0-1,0-1 0,0 1 0,0 0 0,0 0 0,0 0 0,0 0 0,0 0 0,0 0 0,0 0 0,0 1 0,0-1 0,0 0 0,0 0 0,0 1 0,1-1 0,-1 1 0,0-1 0,0 1 0,0-1 1,0 1-1,1-1 0,-1 1 0,0 0 0,0-1 0,1 1 0,-1 0 0,0 0-6,-5 37-1,1 1 0,1-1 0,3 1 0,2 28 1,-1-18 5,0-42-2,0 0-1,1 0 1,-1 0-1,1 0 1,0-1-1,1 1 1,0 0-1,0 0 1,1-1-1,-1 1 1,1-1-1,1 0 0,-1 0 1,3 3-3,-2-5 4,0 0 1,-1 0 0,2-1-1,-1 0 1,0 1-1,1-2 1,-1 1-1,1 0 1,0-1 0,0 0-1,0 0 1,0-1-1,0 1 1,0-1-1,0 0 1,0 0-1,1-1 1,-1 0 0,2 0-5,3 1 4,1-1 1,0-1-1,-1 0 1,0 0-1,1-1 1,-1 0-1,0-1 1,0 0 0,0-1-1,0 0 1,4-2-5,-8 2-20,1 0-1,-1-1 1,0 0 0,-1 1 0,1-2 0,-1 1 0,0-1 0,0 1-1,-1-1 1,0-1 0,0 1 0,0-1 0,-1 1 0,0-1 0,0 0 0,1-6 20,1-2-33,-2-1 0,0 1 1,0-1-1,-2 0 0,0 0 1,-1 0-1,0 0 1,-1 0-1,-2-6 33,1 10-1,0 0 0,-1 0 0,-1 0 0,0 0-1,0 1 1,-1-1 0,-1 1 0,0 1 0,0-1 0,-1 1 0,0 0 0,-4-4 1,11 14 1,0 0 1,-1 0-1,1 0 0,0 0 1,0 0-1,0 0 0,0-1 1,0 1-1,0 0 0,0 0 1,0 0-1,-1 0 0,1 0 1,0 0-1,0 0 0,0 0 1,0 0-1,0 0 0,0 0 1,-1 0-1,1 0 0,0 0 1,0 0-1,0 0 0,0 0 1,0 0-1,-1 0 0,1 0 1,0 0-1,0 0 0,0 0 1,0 0-1,0 0 1,-1 0-1,1 0 0,0 0 1,0 0-1,0 0 0,0 0 1,0 0-1,0 0 0,0 1 1,-1-1-1,1 0 0,0 0 1,0 0-1,0 0 0,0 0 1,0 0-1,0 0 0,0 1 1,0-1-1,0 0 0,0 0 1,0 0-1,0 0 0,0 0 1,0 1-1,0-1 0,0 0-1,-3 16 134,4 18 45,5 10-167,2 0 0,2 0 0,3-1-1,0 0 1,3-1 0,13 23-12,-28-62-78,0 0 0,0 0 0,1 1 0,-1-1 0,1 0 0,0 0 0,-1-1 0,1 1 0,1 0 0,-1-1 0,0 1 0,1-1 0,-1 0 0,1 1 0,-1-1 0,1 0 0,0-1 0,0 1 0,0-1 0,0 1 0,0-1 0,1 0 0,-1 0 0,0 0 0,3 0 78,13 0-4842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2:42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0 12579,'0'0'2193,"0"0"-49,0 0 252,0 0-961,0 0-757,-24 9-248,24-9-430,-28 10 184,1 1 0,-18 12-184,41-21 32,1 0 1,0 1-1,0-1 0,0 1 0,0 0 0,0 0 0,1 0 0,-1 0 0,1 0 0,0 0 0,0 1 0,0-1 0,0 1 0,1 0 0,0-1 0,-1 1 1,1 0-1,0 0-32,0 7 100,-1 0 0,2 0 0,-1 0 0,2 0 0,0 3-100,0 9 117,-1-14-111,0-1 0,0 1-1,1-1 1,1 1-1,0-1 1,0 0 0,0 0-1,1 0 1,0 0-1,1 0 1,-1 0 0,2-1-1,-1 0 1,1 0-1,0 0 1,0 0 0,1-1-1,0 0 1,0 0 0,1-1-1,-1 0 1,1 0-1,0 0 1,1-1 0,-1 0-1,1 0 1,0-1-1,0 0 1,7 2-6,4 2-725,1-1 0,-1-1 0,1-1 0,1-1 0,-1-1 0,0 0 0,1-2 0,16-1 725,-37 1 89,1-1 0,0 1 0,0 0-1,-1-1 1,1 0 0,0 1 0,-1-1 0,1 1 0,-1-1 0,1 0-1,-1 1 1,1-1 0,-1 0 0,1 0 0,-1 1 0,1-1-1,-1 0 1,0 0 0,0 0 0,1 1 0,-1-1 0,0 0-1,0 0 1,0 0 0,0 0-89,3-29 1129,-3 19-658,4-16-325,1 1 1,1-1-1,1 1 1,1 1-1,1-1 1,12-20-147,-16 34-181,1 0 0,1 1 0,0 0 0,1 0 0,0 0 0,1 1 0,0 1 0,0 0 0,1 0 0,0 0 0,1 1 0,0 1 0,0 0 0,1 1 0,0-1 181,-9 6-12,0-1 0,1 1 0,-1 0 0,0 0 0,1 0 0,-1 1 0,0-1 0,1 1 0,-1 0 0,1 0 0,-1 0 0,0 0 0,1 0 1,-1 1-1,1 0 12,-2-1 31,-1 1 0,1 0 0,-1 0 0,1 0 0,-1 0 0,0 0 1,1 0-1,-1 0 0,0 0 0,0 1 0,0-1 0,0 0 0,0 1 1,0-1-1,0 1 0,0-1 0,-1 1 0,1-1 0,-1 1 0,1-1 1,-1 1-1,1 0 0,-1-1 0,0 1 0,0 0 0,0 0 0,0-1 1,0 1-1,0 0-31,-2 70 1328,2 53-723,0-122-600,1 1-1,0 0 1,0-1-1,0 1 0,1-1 1,-1 1-1,1-1 0,0 0 1,-1 1-1,2-1 0,-1 0 1,0 0-1,1-1 0,-1 1 1,1 0-1,0-1 0,0 1 1,0-1-1,0 0 0,0 0 1,0 0-1,0-1 1,1 1-1,-1-1 0,1 0 1,0 0-1,-1 0 0,1 0 1,0 0-1,-1-1 0,1 0 1,3 0-5,3 1 11,-1-1 1,1 0-1,-1 0 1,0-1-1,1 0 1,-1-1 0,0 0-1,0-1 1,0 1-1,0-2 1,0 1-1,-1-1 1,1-1-12,3-3 10,0-1 0,0 0 0,-1 0 0,0-1 0,-1-1 0,0 0 0,0 0 0,-1-2-10,-3 5 39,-1 0 1,-1 0-1,0-1 1,0 1-1,0-1 1,-1 0-1,-1 0 1,1-1-1,-2 1 1,1 0-1,-1-1 1,-1 1-1,1-1-39,-1 9 11,-1 0 0,1 1 1,0-1-1,0 0 0,-1 1 0,1-1 0,0 0 0,-1 1 0,1-1 0,-1 0 0,1 1 0,-1-1 0,1 1 0,-1-1 1,1 1-1,-1-1 0,0 1 0,1-1 0,-1 1 0,1 0 0,-1-1 0,0 1 0,0 0 0,1 0 0,-1-1 0,0 1 0,1 0 1,-1 0-1,0 0 0,0 0 0,1 0 0,-1 0 0,0 0 0,0 0 0,1 0 0,-1 0 0,0 0 0,0 1 0,1-1 1,-1 0-1,0 1-11,-2-1 2,0 1 0,0 0 1,1-1-1,-1 1 0,0 1 1,1-1-1,-1 0 1,1 0-1,-1 1 0,1 0 1,0-1-1,-3 3-2,-1 4 0,0 1 0,1 0 0,0 0 1,0 0-1,1 1 0,0 0 0,1-1 0,0 1 0,0 0 0,1 1 0,1-1 0,-1 4 0,-1 27 10,1 0 0,3 19-10,-1-53-42,0 1-1,1-1 0,0 1 0,1-1 1,-1 0-1,1 1 0,1-1 0,-1 0 1,1-1-1,0 1 0,1 0 1,0-1-1,0 1 0,0-1 0,1-1 1,-1 1-1,1 0 0,1-1 0,-1 0 1,1 0-1,0-1 0,0 0 0,1 0 1,-1 0-1,1-1 0,-1 0 0,1 0 1,0 0-1,1-1 0,-1 0 0,0-1 1,0 1-1,1-1 0,-1-1 0,1 0 1,-1 0-1,1 0 0,-1-1 0,0 0 1,1 0 42,44-15-2802,-5-9-2910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2:45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1 154 5553,'0'0'2851,"0"0"-462,0 0-474,0 0-671,0 0-285,0 0 41,18-15-102,9-8-576,9-9 844,0 2 0,12-5-1166,-44 33 28,0-1 0,0 1 0,1 0 1,-1 0-1,1 0 0,-1 1 0,1 0 0,0 0 0,-1 0 1,1 0-1,0 1 0,0 0 0,-1 0 0,1 0 0,0 0 1,0 1-1,0 0 0,-1 0 0,1 0 0,0 0 0,-1 1 1,1 0-1,-1 0 0,0 0 0,0 0 0,0 1 0,0 0 1,0 0-1,0 0 0,-1 0 0,1 0 0,-1 1 0,1 0-28,9 11 54,-1-1-1,-1 2 1,0-1 0,-1 2-1,0-1 1,-2 1-1,6 14-53,-4 1 151,-1 1 1,-1 0-1,-2 0 1,-1 0-1,-1 1 0,-2 5-151,11 82 314,-10-257 1398,-3-108-1601,0 244-109,0-1 0,1 0 0,-1 1 0,0-1 0,0 0 0,0 1 0,0-1 0,0 0 0,0 1 0,0-1 0,0 0 0,0 1 0,0-1 0,0 0 0,0 1 0,-1-1 0,1 0 0,0 1 0,-1-1 0,1 0 0,0 1 0,-1-1 0,1 1 0,0-1 0,-1 1 0,1-1 0,-1 1 0,1-1 0,-1 1 0,1-1 0,-1 1 0,0 0 0,1-1 0,-1 1 0,1 0 0,-1-1 0,0 1 0,1 0 0,-1 0 0,0 0 0,1 0 0,-1 0 0,0 0 0,1 0 0,-1 0 0,0 0 0,1 0 0,-1 0 0,0 0 0,1 0 0,-1 0 0,0 0 0,1 1 0,-1-1 0,0 0 0,1 1 0,-1-1 0,0 1-2,-34 25 21,-137 161-9,135-143-8,2 2 0,2 2 0,-10 21-4,45-66-242,8-9-385,15-12-1200,-23 16 1502,29-22-2491,-4 1-1533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2:45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10202,'0'0'2641,"0"0"-1217,0 0 416,0 0-751,0 0-297,0 0 16,0 0-416,108 3-232,-68-8-136,3-1-24,5 1-1384,-8 0-1569,-11 5-4984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2:45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9338,'0'0'2264,"0"0"-1535,0 0 1487,0 0-928,0 0-607,0 0-329,0 0-184,140-5-112,-97-5-8,3-6-48,11-4-168,-12 2-1161,-10 0-4760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2:47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1 192 6161,'0'0'1262,"0"0"-226,0 0 335,0 0-432,0 0-383,0 0 55,24-14-24,78-45-46,-95 55-403,0 0 0,0-1 0,-1 0 0,0 0 0,0 0 0,0-1 0,0 1-1,-1-1 1,0-1 0,-1 1 0,1-1 0,2-6-138,-4 8 355,0 0 0,0-1 0,1 1 0,0 1 0,0-1 0,0 0 0,2-1-355,-5 8 100,0-1 1,0 0-1,0 1 1,0-1 0,-1 1-1,1 0 1,0-1-1,-1 1 1,1-1 0,-1 1-1,0 0 1,0-1-1,1 1 1,-1 0 0,0 1-101,0-3 62,39 387 3825,-39-384-3895,1 0 0,-1 0 0,1 0 1,-1-1-1,1 1 0,0 0 0,0 0 0,0-1 0,0 1 0,1 0 0,-1-1 0,1 1 0,0-1 8,-1-1-99,-1-1-1,1 0 1,0 1 0,0-1-1,0 0 1,0 1-1,0-1 1,0 0-1,0 0 1,0 0-1,0 0 1,0 0 0,-1 0-1,1 0 1,0 0-1,0 0 1,0 0-1,0 0 1,0-1 0,0 1-1,0 0 1,0-1-1,0 1 1,-1-1-1,1 1 1,0-1 0,0 1-1,-1-1 1,1 1-1,0-1 1,-1 0-1,1 0 1,0 1-1,-1-1 1,1 0 0,-1 0-1,1 0 1,-1 1-1,1-2 100,13-16-4558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2:47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1 142 11442,'0'0'1575,"0"0"-412,0 0 31,0 0-549,0 0-327,0 0 130,22-22 163,69-66-66,-88 85-493,0 0-1,0 0 0,0 0 1,0 1-1,1 0 1,-1-1-1,1 1 0,-1 1 1,1-1-1,0 0 1,0 1-1,0 0 0,0 0 1,0 0-1,0 0 1,3 1-52,-5 0 18,0 0 0,1 1 0,-1-1 0,0 1-1,1 0 1,-1 0 0,0 0 0,0 0 0,0 0 0,0 0 0,0 0 0,0 1 0,0-1 0,0 1 0,-1-1 0,1 1 0,0 0 0,-1 0 0,1 0 0,-1 0-18,5 9 84,0-1 1,-1 1-1,-1 0 1,0 1-1,0-1 0,-1 1 1,1 10-85,-3-16 121,5 28 218,-3 0-1,0 0 1,-3 0 0,0 0 0,-3 5-339,3-31 91,-1 0-1,0-1 1,-1 1 0,1-1 0,-1 1 0,-1-1 0,0 0 0,0 1 0,0-1 0,-1-1 0,0 1 0,0-1 0,0 1-1,-1-1 1,0 0 0,0-1 0,-3 3-91,7-7 33,-1-1-1,1 1 0,0-1 0,0 1 1,0-1-1,0 0 0,0 1 0,0-1 1,-1 0-1,1 0 0,0 0 0,0 0 1,0 0-1,0 0 0,-1 0 0,1 0 1,0 0-1,0 0 0,0-1 0,0 1 1,0-1-1,-1 1 0,1-1 0,0 1 1,0-1-1,0 1 0,0-1 1,0 0-1,1 0 0,-1 1 0,0-1 1,0 0-1,0 0 0,1 0 0,-1 0 1,0 0-1,1 0 0,-1 0 0,1 0 1,-1 0-1,1 0 0,-1-1-32,-2-5 17,0 0-1,0 0 1,0 0-1,1 0 0,0 0 1,1-1-17,-1 2 4,1 1 0,0-1 0,1 0 1,-1 1-1,1-1 0,0 1 0,1-1 0,0 0 0,-1 1 0,2-1 1,0-3-5,-1 7 1,0 0 0,1 0 0,-1 0 0,1 0 0,-1 0 1,1 0-1,0 1 0,0-1 0,-1 1 0,1-1 0,0 1 1,1 0-1,-1-1 0,0 1 0,0 0 0,0 1 1,1-1-1,-1 0 0,0 1 0,1-1 0,-1 1 0,0 0 1,1-1-1,-1 1 0,0 0 0,1 1 0,1-1-1,4 0 3,1 1 1,0 0-1,0 0 0,0 1 0,0 0 0,-1 0 1,1 1-1,-1 0 0,8 4-3,4 5 36,0 0 0,-1 1 1,3 5-37,-2-3 134,1-1 0,-1-1 0,2 0 0,7 2-134,-23-13 76,-1 1-1,0-1 1,1 0 0,-1 0-1,1-1 1,0 1-1,-1-1 1,1-1 0,0 1-1,0-1 1,0 0-1,-1 0 1,1-1 0,0 1-1,0-1 1,0-1 0,-1 1-1,1-1 1,-1 0-1,1 0 1,0-1-76,-4 1-333,0 1 0,1-1 0,-1 1 1,0-1-1,1 1 0,0 0 0,-1 0 0,1 0 0,-1 0 0,1 1 0,0-1 1,0 1-1,1 0 333,3-1-1349,7 1-4351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2:50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307 128 6257,'0'0'1615,"0"0"334,0 0 34,0 0-461,0 0-133,0 0 13,-1-10-87,-3-30-167,2 36-966,1 1-1,-1 0 1,1 0 0,-1 0-1,0 0 1,0 0 0,0 0-1,-1 1 1,1-1 0,0 1-1,-1-1 1,0 1 0,0 0 0,1 0-1,-1 0 1,-1 0 0,1 1-1,-3-2-181,-1-1 307,-3 0-225,0-1 1,0 2-1,0 0 1,0 0-1,-1 1 1,1 0-1,-1 0 0,0 1 1,1 1-1,-1 0 1,0 1-1,-6 0-82,13 0 17,0 0-1,0 1 0,0-1 1,0 1-1,0 0 0,0 0 1,1 0-1,-1 0 1,1 1-1,-1-1 0,1 1 1,0 0-1,0 0 0,0 0 1,1 0-1,-1 0 1,1 1-1,0-1 0,-2 5-16,-2 1 12,1 1 0,1-1 0,0 1 0,0 0 0,1 1 0,0-1 0,0 4-12,1-4 5,0 0-1,1 0 1,1 0-1,-1 0 1,2 0-1,-1 0 1,1 0-1,1 0 1,2 8-5,-3-14 3,1 0 1,0 0-1,0 0 1,0-1-1,1 1 1,-1-1 0,1 1-1,0-1 1,0 0-1,0 0 1,0 0-1,1 0 1,-1 0 0,1-1-1,0 0 1,-1 1-1,1-2 1,0 1-1,0 0 1,0-1 0,1 1-1,-1-1 1,2 0-4,7 2 12,0-1 0,0 0 1,0 0-1,0-1 0,1-1 0,-1 0 1,0-1-1,0-1 0,0 0 0,0 0 1,0-2-1,2 0-12,-10 2 9,1 0-1,-1-1 1,1 1 0,-1-1-1,0 0 1,0-1 0,0 1-1,-1-1 1,1 0 0,-1 0-1,0 0 1,0-1 0,0 0-1,-1 1 1,0-1 0,0-1-1,0 1 1,0 0 0,-1-1-1,0 1 1,0-1 0,0 0-1,-1 1 1,0-1 0,0 0-1,0 0 1,-1-4-9,1-8 74,1 7-11,-1-1 0,-1 0-1,0 0 1,0 1 0,-1-1 0,-1 0 0,0 1 0,0-1 0,-1 1 0,-4-9-63,7 20 193,0 34-188,2 1-1,1-1 0,2 0 1,1 0-1,2 0 0,2-1 0,0 0 1,3-1-1,7 15-4,-18-43 19,1 0 0,-1-1 1,1 1-1,-1 0 0,1-1 0,0 0 1,1 0-1,-1 0 0,0 0 0,1 0 1,0-1-1,-1 1 0,1-1 0,0 0 1,0 0-1,1 0 0,-1-1 0,0 0 0,1 0 1,-1 0-1,0 0 0,1 0 0,-1-1 1,1 0-1,0 0-19,3 0-175,1-1-1,-1 0 1,0 0 0,0-1 0,0 0-1,1-1 176,44-21-5782,-46 21-2355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2:51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28 8226,'0'0'2559,"0"0"-455,0 0-209,0 0-380,0 0-184,0 0-126,-18-5-69,-61-15-280,76 19-807,0 0-1,0 1 1,0 0 0,0 0-1,0 0 1,-1 0 0,1 0-1,0 1 1,0-1 0,0 1-1,0 0 1,0 0-1,0 0 1,0 0 0,0 0-1,0 1 1,1-1 0,-1 1-1,0 0 1,1 0 0,0 0-1,-1 0 1,1 0 0,0 1-1,0-1 1,0 1-49,-5 6 78,1 1 1,0 0-1,1 0 1,0 1-1,-4 9-78,6-11 65,-3 5-23,0 2 0,1-1 0,1 1-1,1-1 1,0 1 0,1 0 0,1 0 0,0 0 0,1 0 0,1 0 0,0 0 0,2 5-42,-2-18 2,0 0 1,0 0-1,1 0 1,-1 0 0,0 0-1,1 0 1,0-1 0,0 1-1,0 0 1,0-1-1,0 0 1,1 1 0,-1-1-1,1 0 1,-1 0 0,1 0-1,1 0-2,2 1 7,0 0-1,1 0 1,0 0 0,-1-1-1,1 0 1,0 0 0,0-1-1,2 0-6,5 1 17,0-1-1,0-1 1,-1 0-1,1-1 1,0-1-1,0 0 1,-1-1-1,5-1-16,-9 0-10,0 1 0,-1-1 0,1 0 0,-1-1 0,0 0 0,-1 0 0,1-1 0,-1 0 0,0 0 0,0-1 0,-1 0 0,0 0 0,0-1 0,-1 1 0,0-1 0,0 0 0,-1 0 0,1-4 10,0 2 3,-1 0 1,-1-1-1,0 0 1,0 0-1,-1 1 1,-1-1-1,0-1 1,0 1-1,-1 0 1,-1 0-1,1 0 0,-2 0 1,0 0-1,0 0 1,-2-3-4,-4-6 602,8 19-587,0 1-1,-1 0 1,1 0-1,0 0 1,0 0-1,0 0 1,0 0-1,0-1 1,0 1-1,0 0 0,0 0 1,0 0-1,0 0 1,0 0-1,0 0 1,0 0-1,0 0 1,-1 0-1,1 0 1,0-1-1,0 1 0,0 0 1,0 0-1,0 0 1,0 0-1,0 0 1,-1 0-1,1 0 1,0 0-1,0 0 0,0 0 1,0 0-1,0 0 1,0 0-1,-1 0 1,1 0-1,0 0 1,0 0-1,0 0 1,0 0-1,0 0 0,0 0 1,0 0-1,-1 0 1,1 0-1,0 1 1,0-1-1,0 0 1,0 0-1,0 0 1,0 0-1,0 0 0,0 0 1,0 0-1,-1 0 1,1 0-1,0 0 1,0 1-1,0-1 1,0 0-15,0 3 34,0-1 1,-1 1 0,1 0 0,0 0 0,1-1-1,-1 1 1,0 0 0,1-1 0,0 1-1,0 0 1,-1-1 0,2 1-35,9 28 12,2-1 1,1-1-1,1 0 0,2-1 0,15 19-12,-28-44-337,0 0 0,0 1-1,0-2 1,0 1 0,1 0-1,-1-1 1,1 0 0,0 0-1,-1 0 1,1 0 0,0-1 0,0 0-1,0 0 1,0-1 0,5 1 337,-4 0-781,26 2-4541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2:52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10474,'0'0'1945,"0"0"-937,0 0 816,0 0-960,0 0-551,148 10-193,-88-10-120,-14 0-961,-12 3-3072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2:52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9634,'0'0'4313,"0"0"-2697,0 0 265,0 0-729,0 0-816,0 0-336,203-60-1176,-138 40-4457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3:05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1 1776,'0'0'6927,"0"0"-3922,0 0-1050,0 0-285,-27 2-503,-87 9-321,108-10-768,0 0-1,1 1 0,-1 0 0,0 0 0,1 0 0,-1 1 1,1 0-1,0 0 0,0 0 0,0 1 0,0 0 1,1 0-1,0 0 0,-1 0 0,1 1 0,1-1 0,-1 1 1,1 0-1,0 0 0,0 0 0,0 1 0,1-1 0,-1 1-76,-1 2 100,-4 9 70,0 1 0,1-1-1,1 1 1,1 0 0,0 1 0,2-1 0,0 1 0,1 0 0,1 0 0,0 0 0,2 0-1,0 0 1,1-1 0,1 2-171,-2-16 14,0 1-1,1 0 1,0-1 0,0 1-1,0-1 1,0 0-1,1 0 1,0 0 0,0 0-1,0 0 1,0-1-1,0 1 1,1-1-1,0 0 1,0 0 0,-1 0-1,2 0-13,2 1 15,0 0-1,1-1 1,-1 1 0,1-2-1,0 1 1,0-1 0,0 0-1,0-1 1,0 0 0,2 0-15,-1 0 16,1-1 0,-1 0 1,1 0-1,0-1 1,-1 0-1,1-1 0,-1 0 1,0 0-1,0-1 1,0 0-1,0-1 0,0 0 1,0 0-1,-1-1 1,0 0-1,0-1 0,6-5-16,-8 4 21,0-1-1,0 1 0,-1-1 0,0 0 0,-1-1 1,0 1-1,0-1 0,-1 0 0,0 0 0,0 0 1,-1 0-1,0 0 0,-1-1 0,0 1 1,-1-1-1,0-8-20,0 9 150,-1 1 1,1 0 0,-2-1 0,1 1-1,-1 0 1,-1 0 0,0 0 0,0 0-1,0 1 1,-1-1 0,0 1 0,0 0-1,-1 0 1,0 0 0,0 1 0,-1-1-1,1 1 1,-8-5-151,13 11 24,0 0 0,0 0 0,0-1 0,-1 1 0,1 0 1,0 0-1,0 0 0,-1 0 0,1-1 0,0 1 0,0 0 0,-1 0 0,1 0 0,0 0 0,0 0 0,-1 0 0,1 0 0,0 0 1,-1 0-1,1 0 0,0 0 0,0 0 0,-1 0 0,1 0 0,0 0 0,-1 0 0,1 0 0,0 0 0,0 0 0,-1 0 0,1 0 0,0 1 1,0-1-1,-1 0 0,1 0 0,0 0 0,0 0 0,0 1 0,-1-1 0,1 0 0,0 0 0,0 0 0,0 1 0,-1-1 0,1 0 1,0 0-1,0 1 0,0-1 0,0 0 0,0 0 0,0 1 0,0-1 0,0 0 0,0 1 0,0-1 0,0 0 0,0 0 0,0 1 1,0-1-1,0 0 0,0 1 0,0-1 0,0 0 0,0 0 0,0 1 0,0-1 0,0 0 0,0 0 0,1 1-24,2 22-63,5-5 77,1 0 0,1 0 0,0-1 0,1 0 0,1-1 0,0 0 0,1-1 0,14 12-14,-23-23-110,2 1 1,-1-1-1,0 0 0,1 0 1,0 0-1,0-1 0,0 0 1,0 0-1,1-1 0,0 0 110,42 8-3954,-11-9-4290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3:06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8 12427,'0'0'1867,"0"0"205,0 0 425,0 0-924,0 0-795,-28-3-214,28 3-564,-34-3 228,1 2 0,-20 1-228,50 1 25,-1-1 1,0 1-1,0 0 1,1 0-1,-1 0 0,1 1 1,-1-1-1,1 1 0,-1 0 1,1 0-1,0 0 0,0 0 1,0 0-1,0 1 1,0 0-1,0-1 0,1 1 1,0 0-1,-1 0 0,1 0 1,0 1-1,0-1 0,1 1 1,-1-1-1,1 1 1,-1 1-26,-3 6 96,-2 2-24,2 1 0,-1-1 0,2 1 0,0 0 0,1 0 0,0 0 0,1 1 0,0 2-72,2-12 2,-1-1 1,1 1 0,0 0 0,0-1 0,0 1 0,1-1 0,0 1-1,0-1 1,0 1 0,0-1 0,1 1 0,0-1 0,0 0 0,0 0-1,0 0 1,0 0 0,1 0 0,0 0 0,0-1 0,0 1-1,0-1 1,1 0 0,-1 0 0,1 0 0,0-1 0,3 3-3,6 0-136,-1 0 0,1-1 1,0-1-1,0 0 0,0-1 1,0 0-1,0-1 0,3-1 136,110-4-5216,-113 3 4136,58-7-6648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3:06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55 377 6753,'0'0'6902,"0"0"-3813,0 0-657,0 0-503,0 0-917,0 0-563,-9-22-235,-25-71-142,31 85-94,1 0 0,0-1 0,0 1 0,1 0 0,0-1 0,1 1 0,0-1 1,0 1-1,1-7 22,1-11-238,-2 21 152,1-1 0,0 1 1,0 0-1,0 0 0,1 0 1,0 0-1,0 0 0,0 0 0,1 0 1,0 1-1,-1-1 0,2 1 1,-1 0-1,0-1 0,1 2 1,0-1-1,0 0 0,0 1 0,0 0 1,1 0-1,-1 0 0,1 0 1,0 1-1,-1-1 0,1 1 1,4 0 85,11-6-86,1 1 1,0 1-1,0 1 1,0 1 0,0 1-1,2 1 86,-17 1 5,-1 0 0,0 1 0,0 0 1,1 0-1,-1 0 0,0 0 0,0 1 0,1 0 0,-1 0 0,4 1-5,-7 0 13,-1-1 1,1 1-1,0 0 1,-1-1-1,0 1 0,1 0 1,-1 0-1,0 0 0,0 0 1,0 0-1,0 0 1,0 0-1,0 0 0,0 1 1,-1-1-1,1 0 1,-1 0-1,0 1 0,0-1 1,0 0-1,0 1 1,0-1-1,0 0 0,-1 2-13,-7 82 672,4-65-612,2 0 0,0 0 0,2 18-60,0-37 4,0 0-1,1 0 0,-1-1 0,1 1 1,0-1-1,0 1 0,-1 0 0,1-1 0,0 1 1,0-1-1,0 0 0,1 1 0,-1-1 1,0 0-1,0 0 0,1 0 0,-1 0 0,1 0 1,-1 0-1,1 0 0,-1 0 0,1 0 0,-1-1 1,1 1-1,0-1 0,0 1 0,-1-1 1,1 0-1,0 1 0,-1-1 0,3 0-3,65 1 120,-56-2-78,10-2-19,0-1 1,-1-1-1,1-1 0,-1 0 1,-1-2-1,1-1 0,-2 0 1,1-2-1,-1 0 0,-1-2 1,0 0-1,11-9-23,-25 18 51,0-1-1,0 1 1,0-1 0,-1 0-1,0 0 1,0 0 0,0-1-1,0 1 1,-1-1 0,0 0-1,0 0 1,0 0 0,-1 0-1,0-1 1,0 1 0,-1-1-1,0 1 1,0-1 0,0-4-51,-1 11-64,-1-1 1,1 1-1,0-1 1,-1 1-1,1 0 1,-1-1-1,1 1 1,0-1-1,-1 1 0,1 0 1,-1-1-1,1 1 1,-1 0-1,1 0 1,-1-1-1,1 1 1,-1 0-1,1 0 1,-1 0-1,0 0 1,1 0-1,-1 0 0,1-1 1,-1 1-1,1 1 1,-1-1-1,0 0 1,1 0-1,-1 0 1,1 0-1,-1 0 1,1 0-1,-1 1 1,1-1-1,-1 0 1,1 0-1,-1 1 64,0-1-227,-16 7-5469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3:07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1 260 312,'0'0'2874,"0"0"992,0 0-1543,0 0-12,0 0-278,31-5-346,101-14-107,-107 14-843,-1 0-1,1-1 0,-1-2 0,17-7-736,-29 9 140,-1 0 0,1-1 0,-1 0 0,-1 0-1,1-1 1,-1 0 0,-1-1 0,1-1-140,-7 8 19,-1 0 0,0 0-1,0 0 1,0 0 0,0 0 0,-1-1 0,1 1 0,-1-1-1,1 1 1,-1-1 0,0 0 0,0 1 0,0-1 0,0 0-1,0 0 1,-1 1 0,1-1 0,-1 0 0,0 0 0,0 0-1,0 0 1,0 0 0,0 0 0,-1 0 0,1 1 0,-1-1-1,0 0 1,0 0 0,-1-1-19,0 0 31,-1 1 0,0 0 0,1-1 0,-2 1 0,1 1 0,0-1 0,-1 0 0,1 1 0,-1 0 0,1 0 0,-1 0 0,0 0 0,0 0 0,0 1 0,0 0 0,0 0 0,-1 0 0,1 0 0,-3 0-31,-13-1 18,1 0 1,0 1-1,0 0 1,-1 2-1,1 0 0,0 1 1,0 2-1,0-1 1,-11 5-19,23-5 0,1-1 1,-1 1 0,1 0-1,0 1 1,-1 0-1,1 0 1,1 0-1,-1 0 1,1 1 0,0 0-1,0 0 1,0 1-1,0-1 1,1 1-1,0 0 1,1 0-1,-1 0 1,1 1 0,0-1-1,1 1 1,-1 0-1,1 0 1,1 0-1,-1 0 1,1 0 0,0 0-1,1 2 0,-1 5 2,0 1 0,2-1 0,-1 0-1,2 1 1,0-1 0,1 0 0,0 0 0,1 0 0,1 0 0,0 0-1,5 8-1,-7-15 1,1 0-1,1 0 1,0 0-1,-1-1 1,2 1-1,-1-1 1,1 0-1,0-1 1,0 0-1,1 0 1,0 0-1,-1 0 1,2-1-1,-1 0 1,0-1-1,1 0 1,0 0-1,-1 0 1,1-1-1,0 0 1,4 0-1,0-1 26,-1 0 0,1-1 0,0 0 1,0-1-1,0 0 0,-1-1 0,1 0 1,0-1-1,-1 0 0,0-1 0,0 0 0,6-3-26,15-11 94,0 0-1,-1-2 1,10-10-94,13-8-328,-40 27-1453,-7 3-3003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3:07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9674,'0'0'0,"0"0"-1768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24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0 162 12427,'0'0'1967,"0"0"-63,0 0-171,0 0-328,23-23-334,79-72-276,-97 91-738,1-1 1,-1 1-1,1 0 1,1 0-1,-1 1 1,0-1-1,1 2 1,-1-1-1,1 1 0,0 0 1,0 0-1,0 0 1,0 1-1,0 0 1,1 1-1,-1 0 1,0 0-1,0 0 1,4 2-58,11-1 65,-13 0-52,-1 0-1,1 1 0,-1 0 0,0 1 0,1 0 0,-1 0 0,0 1 0,-1 0 0,1 0 0,-1 1 0,0 0 0,0 0 1,0 1-1,-1-1 0,0 2 0,0-1 0,0 1 0,-1-1 0,1 3-12,18 24 45,-2 1-1,-2 1 1,9 22-45,-19-38 19,26 53 66,-7-11 12,3-2 1,15 19-98,-36-62 12,0-1 0,1 0 1,0-1-1,1-1 0,0 0 1,1 0-1,1-1 0,0-1 1,1-1-1,11 6-12,-26-15-19,0 0-1,1 0 1,-1-1-1,0 1 1,1-1-1,-1 1 1,1-1-1,-1 1 1,0-1-1,1 0 1,-1 0 0,1 0-1,-1 0 1,1 0-1,-1 0 1,1 0-1,-1 0 1,1 0-1,-1-1 1,1 1 0,-1-1-1,1 1 1,-1-1-1,0 1 1,2-2 19,-2 1-264,1-1 1,-1 0 0,1 1-1,-1-1 1,0 0 0,0 0-1,0 0 1,0 0 0,0 0-1,0 0 1,-1 0 0,1 0-1,-1 0 1,1-1 0,-1 1-1,0-1 264,1-20-5262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24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657 1 11242,'0'0'2378,"0"0"-936,0 0-595,-12 25 228,-28 57 128,-42 85 3483,-19 17-4686,28-78 895,-4-4 1,-5-3 0,-5-3-896,24-25 195,53-61-189,7-7-14,0-1-1,0 1 0,1 0 0,-1 0 1,1 0-1,-1 0 0,1 0 1,0 1-1,0-1 0,1 0 0,-2 4 9,13-10-686,101-58-5084,-44 21-836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25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1 429 13035,'0'0'2024,"0"0"405,0 0-274,5-25-968,2-4-875,1 1 0,7-17-312,-12 40 50,-1 1 1,1-1-1,0 0 1,0 1-1,0 0 1,1-1-1,0 1 1,0 1-1,0-1 1,0 0 0,0 1-1,1 0 1,-1 0-1,1 1 1,1-1-51,6-3 186,0 2 0,1-1 0,-1 2 0,10-2-186,-21 5 12,6-3 36,1 1 0,-1 1 0,1 0 1,-1 0-1,1 0 0,0 1 0,-1 0 1,1 0-1,0 1 0,-1 0 0,1 1 1,-1 0-1,1 0 0,-1 0 0,0 1 1,0 0-1,0 0 0,0 1 0,-1 0 1,1 0-1,-1 0 0,3 3-48,7 10 33,-1 0 0,-1 1 0,0 0 0,-1 1 0,9 18-33,8 23 48,6 22-48,-16-35 14,2-1-1,1-1 1,5 2-14,-25-43 5,0 0 1,0 0 0,0 0 0,1 0-1,-1-1 1,1 1 0,0-1 0,0 0-1,0 0 1,0 0 0,1-1 0,-1 1-1,1-1 1,0 0 0,-1-1 0,1 1 0,3 0-6,0-1 19,-1 0 1,1-1 0,-1 0 0,1 0-1,-1 0 1,1-1 0,-1-1 0,1 1 0,-1-1-1,0 0 1,2-1-20,7-3 86,-1-1 0,0-1 0,0 0 0,-1-1 0,0-1 1,0 0-1,-1-1 0,-1 0 0,0-1 0,3-3-86,-5 2 169,-1-1-1,0 0 1,-1 0 0,-1-1-1,0 0 1,-1-1 0,0 1 0,-2-1-1,1 0 1,-2 0 0,1-14-169,2-30 568,-2-1 0,-5-34-568,1 48 80,0-137-477,5 187-923,26 17-2458,-10-2-2062,5 5-9188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28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13755,'0'0'2410,"0"0"-765,0 0-188,8 36-13,-1-6-1123,9 39 851,-4 0 1,3 52-1173,12 589 2478,-40-717-4621,-5-17-1478,-2-10-1963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28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12171,'0'0'1688,"25"-12"-20,-2 1-1131,-7 2-171,0 1 1,1 1-1,0 1 0,0 0 1,1 1-1,0 1 0,0 0 1,11 0-367,-19 4 103,0-1 0,0 1 0,0 1 0,0 0 0,0 1 1,0-1-1,0 2 0,-1-1 0,1 2 0,-1-1 0,0 1 0,0 0 0,0 1 1,0 0-1,-1 1 0,0 0 0,0 0 0,0 0 0,-1 1 0,0 1 1,0-1-1,-1 1 0,0 0 0,-1 0 0,1 1 0,-2-1 0,1 1 0,-1 0 1,0 1-1,-1-1 0,0 1 0,-1-1 0,1 3-103,-1 3 128,0-1 0,0 0-1,-2 1 1,1-1 0,-2 1 0,0-1-1,-1 0 1,0 1 0,-1-1 0,-1 0-1,0-1 1,-1 1 0,0-1 0,-1 1-1,-1-2 1,0 1 0,-6 7-128,-6 6 128,-1-2 1,-1-1 0,0-1 0,-2 0-1,-1-2 1,0-1 0,-20 12-129,42-30 1,-34 21 67,35-21-74,-1 0 0,0-1-1,0 1 1,0 0 0,0-1 0,0 1 0,0-1 0,0 1 0,0-1 0,0 0 0,0 0 0,0 0 0,0 0-1,0 0 1,0-1 0,0 1 0,-2-1 6,3-1-100,1 1 0,-1-1 0,0 1-1,0-1 1,1 1 0,-1-1 0,1 0 0,0 1 0,-1-1-1,1 0 1,0 1 0,0-1 0,0 0 0,0 1-1,0-1 1,0 0 0,1 1 0,-1-2 100,5-30-1886,15-4-1837,5 4-1210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28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69 11442,'0'0'2014,"-2"25"272,-1 6-1500,0-6-249,0-1 0,2 1 0,1 0-1,1 0 1,1 2-537,-1-19 106,1 0 1,0 0-1,0 0 1,0-1-1,1 1 0,0-1 1,0 0-1,1 0 0,0 0 1,0 0-1,1-1 1,0 1-1,0-1 0,0 0 1,1-1-1,0 1 0,0-1 1,0-1-1,1 1 1,-1-1-1,1 0 0,7 3-106,-1-1 67,0-2-1,1 1 0,-1-2 0,1 1 1,0-2-1,0 0 0,0-1 0,0 0 1,0-1-1,0 0 0,0-1 0,10-3-66,-18 3 10,1-1-1,-1 0 1,0 0-1,0 0 1,0-1-1,0 0 1,0 0-1,-1-1 1,1 1-1,-1-1 1,0 0-1,0-1 1,0 1 0,-1-1-1,1 0 1,-1 0-1,-1-1 1,1 1-1,-1-1 1,1 1-1,-2-1 1,1 0-1,-1-1 1,0 1-1,1-4-9,-1 2 19,0 0 0,-1-1 0,1 1 0,-2 0 0,1-1 0,-1 1 0,-1-1 0,1 1-1,-2-1 1,1 1 0,-1 0 0,0-1 0,-1 1 0,0 0 0,0 1 0,0-1 0,-1 0 0,-1 1 0,-2-4-19,-3-1 90,1 1 0,-2 0-1,0 1 1,0 1 0,0 0 0,-1 0 0,-10-5-90,-16-7 511,-39-14-511,46 21 39,31 14-95,1 0 0,-1 0 0,0 0 0,0 0 0,0 0 0,0 0 0,0 0 0,1 0 0,-1 0 0,0 0 0,0 0 0,0-1 0,0 1 0,0 0 0,0 0 0,1 0 0,-1 0 0,0 0 0,0 0 0,0 0 1,0-1-1,0 1 0,0 0 0,0 0 0,0 0 0,0 0 0,0 0 0,0-1 0,0 1 0,0 0 0,0 0 0,0 0 0,0 0 0,0 0 0,0-1 0,0 1 0,0 0 0,0 0 0,0 0 0,0 0 0,0 0 0,0-1 0,0 1 0,0 0 0,0 0 0,0 0 0,0 0 0,0 0 56,23-2-3972,-16 2 2118,27-4-6619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29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3689,'0'0'9506,"0"0"-7146,0 0 1585,0 136-2208,0-97-697,0-3-392,0-8-328,3-5-200,5-8-72,7-4-48,8-11-1360,-1 0-3097,-2-5-3073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29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13155,'0'0'1641,"0"0"-114,0 0-70,0 0-792,0 0-453,0 0-110,-6 24-36,6-24-66,-7 23 18,1 1-1,2-1 0,-1 7-17,5-27 4,1 1 1,-1 0-1,0 0 0,1 0 0,0-1 0,0 1 0,0-1 0,0 1 0,1 0 1,0-1-1,-1 0 0,1 1 0,0-1 0,0 0 0,1 0 0,-1 0 0,1-1 1,0 1-1,-1 0 0,1-1 0,3 2-4,9 10 25,7 11 73,2 1 83,-1 2 0,8 14-181,-26-35 113,0 0 0,0 1 0,-1 0 1,0 0-1,-1 0 0,0 0 0,0 1 0,-1-1 1,0 1-1,0 0 0,-1-1 0,0 4-113,-1-10 75,0 0 0,-1-1-1,1 1 1,0 0 0,-1 0-1,1-1 1,-1 1 0,0 0-1,0-1 1,1 1 0,-1-1-1,0 1 1,0-1 0,-1 1 0,1-1-1,0 0 1,0 0 0,-1 1-1,1-1 1,0 0 0,-1 0-1,1 0 1,-1 0 0,-1 0-75,-45 16 949,32-13-642,-7 3-31,0-1 0,0-1 0,-1-2 0,0 0 0,-23-1-276,47-2-3,-1 0 1,1 0-1,-1 0 1,1 0-1,-1 0 1,1 0-1,-1 0 0,1 0 1,-1 0-1,1 0 1,-1 0-1,1 0 1,-1 0-1,1 0 0,-1-1 1,1 1-1,-1 0 1,1 0-1,-1-1 1,1 1-1,-1 0 0,1-1 1,0 1-1,-1 0 1,1-1-1,-1 1 1,1-1-1,0 1 0,0-1 1,-1 1-1,1 0 1,0-1-1,0 1 1,-1-1-1,1 1 0,0-1 1,0 1-1,0-1 1,0 0-1,0 1 1,0-1-1,0 1 0,0-1 1,0 1-1,0-1 1,0 0 2,1 0-119,-1-1 0,1 0 1,0 0-1,-1 1 1,1-1-1,0 0 0,0 1 1,0-1-1,0 1 1,1-1-1,-1 1 0,0-1 1,1 0 118,27-14-3632,5 1-1613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29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1 11602,'0'0'1881,"0"0"-733,0 0-52,0 0-477,0 0-340,-8 23-108,-20 78 83,27-94-159,1-1-1,-1 1 1,1 0 0,1 0-1,-1 0 1,1 0-1,0-1 1,1 1-1,0 0 1,0-1-1,0 0 1,1 1 0,-1-1-1,2 0 1,-1 0-1,1 1-94,10 18 600,-11-17-366,30 79 1332,-31-80-1420,0 0 1,-1 1 0,1-1 0,-1 0-1,-1 0 1,0 1 0,0-1 0,0 0-1,-1 0 1,0 1 0,-1 2-147,1-7 81,0-1-1,-1 1 1,0 0 0,1-1 0,-1 1-1,0-1 1,0 0 0,-1 0 0,1 0-1,0 0 1,-1 0 0,1 0 0,-1-1 0,0 1-1,1-1 1,-1 1 0,0-1-81,-55 20 755,47-17-627,-5 0-15,1 0 0,-1 0-1,0-2 1,0 0 0,0-1-1,-6 0-112,22-1-9,0 0 0,-1 0-1,1 0 1,0 0 0,0 0-1,0 0 1,-1 0-1,1 0 1,0 0 0,0 0-1,-1 0 1,1 0 0,0 0-1,0 0 1,0 0 0,-1 0-1,1 0 1,0 0-1,0 0 1,0 0 0,-1 0-1,1-1 1,0 1 0,0 0-1,0 0 1,0 0-1,-1 0 1,1 0 0,0-1-1,0 1 1,0 0 0,0 0-1,0 0 1,0-1-1,0 1 1,-1 0 0,1 0-1,0 0 1,0-1 0,0 1-1,0 0 1,0 0 0,0 0-1,0-1 1,0 1 9,7-11-685,14-8-1299,15 0-2717,3 1-2199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30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0 12699,'0'0'2298,"0"0"-225,0 0 220,-22 24-717,-70 79-557,88-96-912,-1 0-1,1 0 1,0 1 0,1 0 0,-1-1-1,1 1 1,1 0 0,0 0-1,0 1 1,1-1 0,-1 0-1,2 1 1,-1-1 0,1 0-1,1 1 1,0-1 0,0 1 0,0-1-1,1 0-106,0 3 79,-2-7-62,1-1 0,-1 1 0,1-1 0,0 1 0,1-1 0,-1 1 0,1-1 0,-1 0 0,1 0 0,0 0 0,0 0 0,0 0 0,1 0 0,-1-1 0,1 1 0,-1-1-1,1 1 1,0-1 0,0 0 0,0 0 0,0 0 0,0-1 0,1 1 0,-1-1 0,0 1 0,1-1 0,0 0-17,10 2 22,1 0 0,0-1-1,0-1 1,0 0-1,12-1-21,-26 0 1,5 0-27,-1 0 0,0-1 1,1 0-1,-1 0 0,0 0 1,0 0-1,1-1 0,-1 0 1,-1 0-1,1 0 0,0 0 1,0-1-1,-1 0 0,0 0 1,1 0-1,-1-1 0,2-2 26,1-1-152,-1-1-1,-1 1 0,1-1 1,-1 0-1,0-1 0,-1 1 1,0-1-1,-1 0 1,1-2 152,3-10 209,-2-1 1,-1 1 0,0-1 0,-2 0 0,1-19-210,-3 494 1699,0-451-1659,0-7 52,2-47-124,2 0-1,3 0 0,2 1 0,2 0 0,3 1 0,1 0 0,11-18 33,-21 55 7,1 0 0,1 0 1,0 1-1,1 0 1,0 1-1,1-1-7,-7 10 8,0 0-1,0-1 1,0 1 0,0 0-1,0 1 1,1-1 0,-1 0 0,0 1-1,1-1 1,0 1 0,-1 0 0,1 0-1,0 0 1,2-1-8,-3 2 6,0 0 0,0 1-1,0-1 1,-1 0 0,1 0 0,0 1 0,0-1-1,0 1 1,-1 0 0,1-1 0,0 1 0,0 0-1,-1 0 1,1 0 0,-1 0 0,1 0 0,-1 1 0,1-1-1,-1 0 1,0 1 0,0-1 0,0 1 0,0-1-1,0 1 1,0 0-6,6 9 17,0 0 0,-1 1 0,-1 0 1,0 0-1,0 0 0,-1 1 0,2 12-17,13 100 90,-2-14-64,-16-104-207,1-1-1,0 1 1,0-1-1,1 0 1,-1 0-1,2 0 0,-1 0 1,0 0-1,1-1 1,0 1-1,1-1 1,-1 0-1,1-1 1,0 1-1,0-1 1,0 1 181,18 7-6048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30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 16051,'0'0'2025,"0"0"719,-65 210-263,48-99-1121,8 7-504,9-18-415,11-3-281,24-14-104,5-22-48,-1-15-8,1-12-505,17-16-527,-8-11-1408,-6-7-3610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32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2633,'0'0'10730,"0"0"-6313,0 0-2503,0 0-834,0 23 75,-1 68-117,3 221 1283,-3-306-2312,2 0 0,-1 1 0,1-1 0,0 0 1,0 0-1,0 0 0,1 0 0,2 5-9,-3-9-156,0-1-1,1 1 1,-1-1 0,0 0 0,1 1 0,-1-1-1,1 0 1,-1 0 0,1 0 0,-1 0 0,1 0-1,0 0 1,0 0 0,-1 0 0,1-1-1,0 1 1,0-1 0,0 0 0,0 1 0,0-1-1,0 0 1,0 0 0,0 0 0,0 0 0,-1 0-1,1-1 1,2 0 156,21-5-5188,-1-10-3293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32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14427,'0'0'1848,"0"0"-345,0 0 638,0 0-901,27-17-753,84-45-230,-110 60-251,1 1 0,0 0 0,0 1 0,-1-1-1,1 0 1,0 0 0,0 1 0,0-1 0,0 1 0,0-1-1,0 1 1,0 0 0,0 0 0,0 0 0,0 0 0,0 0-1,0 1 1,0-1 0,-1 0 0,1 1 0,0 0-1,0-1 1,0 1 0,1 0-6,-2 1 5,1 0 0,-1-1 0,0 1-1,0 0 1,0 0 0,1-1 0,-2 1 0,1 0 0,0 0-1,0 0 1,-1 0 0,1 1 0,0 0-5,0 4 16,3 9 55,0 0 0,-2 0 0,0 0 0,-1 1 0,-1-1 0,0 0 0,-1 0 0,-1 1 0,0-1 0,-1 0 0,-1-1 0,-1 1 0,0 0 0,-1-1 0,-1 0 0,0-1 1,-1 1-1,0-2 0,-1 1 0,-1-1 0,0 0 0,-1-1 0,0 0 0,-1-1 0,0 0 0,0-1 0,-10 5-71,21-14-10,-16 7 475,17-8-440,0 0 1,-1 0-1,1 0 1,0 1-1,0-1 0,-1 0 1,1 0-1,0 0 1,0 0-1,-1 0 0,1 0 1,0 0-1,0 0 0,-1 0 1,1 0-1,0 0 1,0 0-1,-1-1 0,1 1 1,0 0-1,0 0 0,-1 0 1,1 0-1,0 0 1,0 0-1,-1-1 0,1 1 1,0 0-1,0 0 1,0 0-1,0-1 0,-1 1 1,1 0-1,0 0 0,0 0 1,0-1-1,0 1 1,0 0-1,-1 0 0,1-1 1,0 1-1,0 0 1,0 0-1,0-1 0,0 1 1,0 0-1,0 0 0,0-1 1,0 1-1,0 0 1,0-1-26,24 1 233,79 3 62,-68 0-569,0-2 1,1-1-1,-1-2 0,0-1 1,0-2-1,17-5 274,-9-3-2883,-5 0-2819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33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 4241,'0'0'7988,"0"0"-4434,0 0-861,0 0-607,0 0-967,-28 6-442,28-6-677,-30 6 194,1 1 0,0 2 0,0 1-194,25-7 40,-1-1 1,1 1 0,0 0 0,0 0-1,0 0 1,0 0 0,1 1 0,-1 0-1,1-1 1,0 1 0,0 1 0,0-1-1,1 0 1,-1 1 0,1-1 0,0 1-1,0 0 1,1-1 0,-1 1 0,1 0-1,0 0 1,0 4-41,-1 4 101,-2 5 3,0 1-1,2 0 1,0 0-1,2 0 1,0 0 0,2 17-104,-1-32-2,0-1 0,0 0 0,0 0 1,0 0-1,0 0 0,1 0 0,-1 0 1,1 0-1,0 0 0,-1-1 1,1 1-1,1-1 0,-1 1 0,0-1 1,1 0-1,-1 0 0,1 0 0,-1 0 1,1 0-1,0 0 0,0-1 0,0 0 1,0 1-1,0-1 0,0 0 0,0 0 1,1-1-1,-1 1 0,0-1 1,0 0-1,1 1 0,-1-1 0,3-1 2,2 1-140,-1 0-1,0 0 1,1-1-1,-1 0 0,0-1 1,1 1-1,-1-1 0,0-1 1,0 1-1,-1-1 1,1-1-1,-1 1 0,1-1 1,3-3 140,-3 1-165,-1-1 1,0 1 0,-1-1-1,1 0 1,-2-1 0,1 1-1,-1-1 1,0 0-1,0 0 1,-1 0 0,0-1-1,0 1 1,0-8 164,2-11 940,-3 0 0,0-1 0,-2-21-940,0 46 153,0 2 507,0 5-440,-2 52 178,0-36-312,1 0 1,1 0-1,1 0 0,0 0 0,1 0 0,2 0 1,3 12-87,-6-29-11,0 0 1,0-1-1,0 0 1,1 1-1,-1-1 1,1 0-1,0 0 1,-1 0-1,1 0 1,0 0-1,0 0 0,0 0 1,1-1-1,-1 1 1,0-1-1,1 1 1,-1-1-1,3 1 11,48 9-3126,-50-10 2802,29 2-5028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33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12707,'0'0'1704,"0"0"-48,80 167 497,-55-75-585,-10 8-320,-15 3 25,0-6-233,0-7-464,-20-13-296,-6-15-160,-3-8-40,-2-13-80,2-5 0,-2-8-248,-3-2-1120,5-8-2409,9-8-2032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20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7098,'0'0'4797,"0"0"-3062,0 0-1106,0 0 98,4 24 240,-1-2-788,41 353 4715,-39-44-3003,0-19-1203,0-288-451,-1-17-639,-2-17-2102,-2-59-5248,0 29-615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21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10506,'0'0'1394,"0"0"-139,0 0 699,0 0-509,27-19-458,-27 19-987,44-30 1006,30-15-1006,-66 41 95,0 1 0,1-1 1,-1 2-1,1-1 0,0 1 1,-1 0-1,1 1 0,0 0 1,0 0-1,0 1 0,0 0 0,0 1 1,0 0-1,0 1 0,0-1 1,-1 1-1,1 1 0,-1 0 1,1 0-1,-1 1 0,6 3-95,-3-1 69,0 0 0,0 1 0,-1 0 0,0 0 0,0 1 0,-1 1 0,0 0 0,0 0 0,-1 1 0,0 0 0,-1 0 0,0 0 0,-1 1 0,0 0 0,0 1 0,-2 0 0,4 8-69,-5-10 93,-1 0 1,0 0-1,0 0 0,-1 0 0,0 0 1,-1 1-1,0-1 0,-1 0 0,0 0 1,0 0-1,-1 1 0,-1-1 1,0-1-1,0 1 0,0 0 0,-2-1 1,1 1-1,-1-1 0,0-1 0,-1 1 1,-5 6-94,-13 14 265,-2-1 0,-6 5-265,21-23 26,0-1-1,0 0 1,-1 0-1,0-1 0,-1-1 1,1 0-1,-7 2-25,18-8-14,-1 0 1,1-1-1,-1 1 1,1-1-1,-1 1 1,1-1-1,-1 1 1,1-1-1,-1 0 1,1 0-1,-1 0 1,1 0 0,-1 0-1,1 0 1,-1 0-1,1 0 1,-1-1-1,1 1 1,-1-1-1,-1 0 14,3 1-89,-1-1-1,1 0 1,-1 0-1,1 1 1,-1-1-1,1 0 1,-1 0 0,1 0-1,0 0 1,-1 1-1,1-1 1,0 0-1,0 0 1,0 0-1,0 0 1,0 0-1,0 0 1,0 0 0,0 0-1,0 0 1,0 0-1,0 0 1,1 1-1,-1-2 90,2-4-938,0 0 0,0 0-1,1 0 1,0 0 0,0 0-1,0 0 1,1 1-1,2-4 939,22-24-8999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21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12723,'0'0'1804,"0"0"-566,0 0 302,0 0-385,-18 26-146,1-2-694,5-9-98,1 1-1,0 0 1,1 0-1,1 1 1,1 0-1,0 1 1,1 0-1,1 0 1,-2 10-217,0 17 423,1 0 0,2 1 1,2-1-1,2 1 0,3 10-423,-2-50 12,0 0 0,1 1-1,0-1 1,0 0 0,1 0-1,0 0 1,0 0 0,0 0-1,0-1 1,1 1 0,0-1 0,1 1-1,-1-1 1,1 0 0,0 0-1,0-1 1,3 4-12,0-3-48,0 0 0,0-1 0,0 0 0,0 0 0,0 0 0,1-1 0,0 0 0,0-1 0,0 1 0,0-1 0,0-1 0,0 0 0,6 0 48,112 1-5265,-71-5 45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22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12291,'0'0'2357,"0"0"-515,0 0-239,0 0-120,0 0-227,28 18-319,92 60-151,-98-62-636,-1 0-1,-1 1 0,0 1 0,-2 1 1,0 1-1,0 0 0,-2 1 0,-1 1 1,10 19-150,-24-40 1,6 9-108,-1 0 0,0 1 0,-1 0 0,0 0 1,0 0-1,-1 1 0,-1-1 0,0 1 0,-1 0 1,1 8 106,-3-19-1820,0-4-1403,0-10-2379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22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0 3673,'0'0'7808,"0"0"-5103,0 0-585,-18 30 37,-5 10-1568,-4 8 384,-2-2 0,-23 27-973,-43 45 1374,40-53 99,-22 38-1473,77-103-28,0 0-1,-1 1 1,1-1-1,0 0 1,0 0 0,-1 0-1,1 0 1,0 1-1,0-1 1,0 0 0,-1 0-1,1 1 1,0-1-1,0 0 1,0 0 0,0 1-1,-1-1 1,1 0-1,0 0 1,0 1 0,0-1-1,0 0 1,0 1-1,0-1 1,0 0 0,0 0-1,0 1 1,0-1-1,0 0 1,0 1-1,0-1 1,0 0 0,0 1-1,0-1 1,0 0-1,0 0 1,1 1 0,-1-1-1,0 0 1,0 0-1,0 1 1,0-1 0,1 0-1,-1 0 1,0 1-1,0-1 1,0 0 0,1 0-1,-1 0 1,0 1-1,0-1 1,1 0 0,-1 0-1,0 0 1,1 0-1,-1 0 1,0 0-1,0 0 1,1 1 0,-1-1-1,0 0 1,1 0-1,-1 0 1,0 0 28,22-4-3632,4-8-384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22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 1872,'0'0'9825,"0"0"-6541,0 0-1951,0 0-386,0 0-488,0 0 138,-6 11 429,-13 21-454,-1 0 1,-2-2-1,-1-1 0,-2 0-572,-6 7 197,2 1-1,2 2 0,-2 6-196,26-40 23,0 0 0,1 0 1,0 1-1,-1-1 0,2 1 0,-1-1 1,1 1-1,0 0 0,0 0 0,0-1 1,1 1-1,0 0 0,0 0 0,0 0 1,1 0-24,0-3 57,0 0 1,0 0-1,0 0 1,0 0 0,1-1-1,-1 1 1,1 0 0,0-1-1,-1 1 1,1-1 0,1 0-1,-1 0 1,0 0 0,0 0-1,1 0 1,-1 0 0,1 0-1,0-1 1,-1 1 0,1-1-1,0 0 1,0 0 0,0 0-1,0 0 1,0 0 0,0-1-1,0 1 1,1-1-58,35 6 199,98 14-1077,-45-15-5365,-52-5 968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23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10762,'0'0'1871,"0"0"271,0 0-336,0 0-554,27-3-133,83-7-67,-104 10-978,-1 0-1,1 1 1,-1 0-1,0 0 1,0 0-1,1 1 1,-1 0-1,0 0 0,-1 0 1,1 0-1,0 1 1,0 0-1,-1 0 1,0 0-1,0 1 1,0-1-1,0 1 1,0 0-1,-1 0 0,1 0 1,-1 1-1,0-1 1,-1 1-1,1 0 1,1 3-74,-1-3 82,4 9 37,0 0 0,-1 1-1,0-1 1,-1 1-1,-1 0 1,0 1 0,-1-1-1,-1 1 1,0 6-119,1 35 1334,-5 57-1334,-1-30 264,3-79-300,4 28-1948,-4-32 1876,0 0 0,1 0 0,-1-1 0,1 1 1,-1 0-1,1 0 0,0 0 0,-1-1 0,1 1 0,0 0 1,0 0-1,-1-1 0,1 1 0,0-1 0,0 1 0,0-1 1,0 1-1,0-1 0,0 0 0,0 1 0,0-1 0,0 0 1,0 0-1,0 1 0,0-1 0,0 0 0,0 0 0,0 0 0,0-1 108,5-1-4102,0-8-2283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23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0 147 12171,'0'0'1952,"0"0"-248,0 0-303,0 0-857,0 0-376,191-51-168,-125 28-40,19-6-1008,-16 6-1473,-9 3-6593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37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10666,'0'0'2585,"0"0"-1209,0 0-224,0 0 289,95 131-1,-67-62-152,-2 6-151,-9 2-153,-11-5-224,-4-6-224,-2-7-184,0-7-176,-5-9-88,-4-9-88,1-11-168,2-3-1376,3-9-3009,-3-4-1889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45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5089,'0'0'2417,"0"0"-1193,0 0-760,0 0 184,0 0-472,0 0-176,-12 0-464,12 0-304,0 0-272,6 0 440,0 0 239,-3 0 129,-3 0 232,2 0 0,-2 0 104,6 0-24,-3 0-80,6 0-1008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47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117 100 8370,'0'0'2344,"0"0"-674,0 0-240,0 0-307,31-17-298,99-49-67,-125 63-694,0 1 0,0 0 0,0 0 0,0 0 0,0 1 0,0-1 0,0 1 0,0 1 0,1-1 0,-1 1 0,0 0 0,1 0 0,-1 0 0,0 1 0,1-1 1,-1 2-1,0-1 0,0 0 0,0 1 0,0 0 0,0 0 0,0 1 0,0-1 0,-1 1 0,1 0 0,-1 0 0,1 1-64,5 7 165,0 0 1,-1 0-1,-1 1 0,0 0 0,0 0 0,-1 1 0,4 13-165,-3-11 206,9 24 157,-1 1 1,-2 1-1,-2 0 1,-2 0-1,-1 1 1,-3 1-1,-1-1 1,-2 1-1,-2 25-363,-1-68 246,-2-20 571,-51-230-605,52 243-211,0 0-1,0 1 1,-1-1-1,0 1 0,0 0 1,-1-1-1,0 1 1,-3-5-1,5 9-2,0 1 0,0 0 0,1 0 0,-1 1 0,-1-1 0,1 0 0,0 0 0,0 0 0,0 1 0,0-1 0,-1 0 0,1 1 0,0-1 0,0 1 0,-1 0 0,1-1 0,0 1 0,-2 0 2,0 0-4,0 0 0,0 0 0,0 1 0,0-1 0,0 1 0,0 0 0,1 0 0,-1 0 0,0 0 0,0 1 0,1-1 0,-1 1 4,-29 19 1,2 1 0,1 2-1,1 1 1,-10 12-1,-15 12 18,-15 10 18,30-28-29,3 0 0,0 2 0,2 2 0,-2 6-7,34-40-82,1-1-358,13-11-2254,54-37-4294,-33 25-473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47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12523,'0'0'2184,"0"0"-1216,0 0 1345,0 0-1121,0 0-808,0 0-112,0 0-96,174 0-120,-143 0-8,-2 0-48,-1 0-512,4 0-1456,-10 0-1817,-7 0-4305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48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12323,'0'0'1920,"0"0"417,0 0 319,0 0-1776,0 0-552,0 0-232,0 0-80,128-15-16,-60-1-1032,-13 6-1816,-4-3-4418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48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13619,'0'0'2355,"0"0"275,0 0-1050,0 0-980,0 0-15,0 0 343,0 27-117,0 80 516,6 9-1327,-5-109 538,-2-29-324,-6-37-154,1 36-26,1 0 39,-1 0 0,-2 0 0,0 1 0,-6-10-73,12 80 597,3-24-559,1-1 1,2 1-1,0-1 1,1 0-1,2 0 1,0 0-1,2-1 1,2 4-39,-10-25-254,0 0 0,0 0 0,0-1 0,0 1 0,0-1 0,0 1 0,0 0 0,0-1 0,0 0 0,0 1 0,0-1 0,1 0 0,-1 1 0,0-1 0,0 0 0,0 0 0,1 0 1,-1 0-1,0 0 0,0 0 0,0-1 0,1 1 0,-1 0 254,7-1-3137,6 1-2384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48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13099,'0'0'1835,"0"0"-189,0 0 65,0 0-845,0 0-416,0 0 119,28-12-71,89-37-214,-115 48-274,1 0 0,-1 0-1,1 0 1,-1 0 0,1 1 0,-1-1 0,1 1 0,0-1 0,-1 1 0,1 0-1,0 0 1,-1 0 0,1 0 0,0 1 0,-1-1 0,1 1 0,-1 0 0,1-1 0,-1 1-1,1 0 1,-1 1 0,1-1 0,-1 0 0,0 1 0,1 0-10,0 1 20,0 1 0,0-1 0,-1 1 0,0 0 0,0 0 0,0 0 0,0 0 0,0 0 0,-1 1 0,1 2-20,2 4 54,3 12 56,0 1 0,-2 0-1,0 0 1,-2 0 0,-1 0-1,0 1 1,-2-1 0,-1 1-1,-1-1 1,-1 0 0,-1 0 0,-6 20-110,6-33 53,0 0 1,-1 0-1,0-1 1,0 1-1,-1-1 1,-1-1 0,0 1-1,0-1 1,-1-1-1,0 1 1,-4 3-54,11-12 33,1 1 0,-1-1 0,1 1-1,-1-1 1,0 1 0,1-1 0,-1 1 0,0-1 0,1 0 0,-1 1-1,0-1 1,0 0 0,0 1 0,1-1 0,-1 0 0,0 0 0,0 0 0,0 0-1,1 0 1,-1 0 0,0 0 0,0 0 0,0 0 0,1 0 0,-1-1-1,0 1 1,0 0 0,0 0 0,1-1 0,-1 1 0,0-1 0,1 1-1,-1 0 1,0-1-33,0-1 27,-1 0-1,1 0 0,0 0 0,0 0 1,0 0-1,0 0 0,1 0 1,-1-1-1,0 1 0,1 0 0,0 0 1,-1-3-27,0-3-1,1 0 1,0 0 0,0 0 0,1 0-1,0 0 1,0 0 0,1-3 0,-1 10-1,0-1 0,1 0 0,-1 1 1,0-1-1,1 0 0,-1 1 0,1 0 0,0-1 0,-1 1 0,1 0 1,0 0-1,0 0 0,0 0 0,-1 0 0,1 0 0,0 0 0,0 1 1,1-1-1,-1 1 0,0 0 0,0-1 0,2 1 1,55-1-30,-41 2 39,211 14 128,-213-15-86,0 0 0,0-1 0,0-1-1,-1 0 1,1-1 0,-1-1-1,14-6-50,-24 9-42,-1-1 0,1-1 0,-1 1 0,0 0 0,0-1-1,0 0 1,0 0 0,-1 0 0,1-1 0,-1 1 0,0-1-1,0 0 1,0 0 0,0 0 0,-1 0 0,1 0 0,-1 0-1,0-1 1,0 1 0,-1-1 0,0 0 0,1 1 0,-2-1-1,1 0 1,0 0 0,-1 0 0,0 1 0,0-1 42,0-1-639,0 0-1,0 0 1,-1-1 0,0 1-1,0 0 1,0 1 0,-2-7 639,-19-18-7221,5 14-3311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54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61 3673,'0'0'3902,"0"0"-2031,0 0-175,0 0-74,0 0-528,0 0-254,0-6 88,1 5-834,-1-1 0,0 0 0,-1 0-1,1 1 1,0-1 0,0 0 0,-1 0 0,1 1 0,-1-1-1,0 0 1,1 1 0,-1-1 0,0 0 0,0 1 0,0-1-1,0 1 1,0 0 0,-1-2-94,-1 1 132,0 0 0,0 1 0,1-1 0,-1 1 0,0-1 1,-1 1-1,1 0 0,0 0 0,0 0 0,0 1 0,-1-1 0,1 1-132,-14-3 222,0 1 0,0 0 0,0 1 0,-1 1-1,1 1 1,0 1 0,0 0 0,-12 4-222,21-4 8,0 1 0,0 0 0,0 0 0,0 1 0,1 0 1,0 1-1,0-1 0,0 1 0,0 1 0,1-1 0,0 1 0,0 0 0,1 1 0,-1-1 0,1 1 0,1 0 0,-1 1 0,-1 4-8,1-2 8,0 2-1,0-1 1,1 1 0,1-1-1,0 1 1,1 0-1,0 0 1,0 0-1,1 0 1,1 1-1,1 1-7,-1-9 2,0 0 0,1 0 0,-1 0 0,1 0 1,1 0-1,-1-1 0,1 1 0,-1 0 0,2-1 0,-1 1 0,0-1 0,1 0 0,0 0 0,-1 0 1,2 0-1,-1 0 0,0-1 0,1 1 0,0-1 0,0 0 0,0 0 0,0 0 0,0-1 0,0 1 1,1-1-1,-1 0 0,1-1 0,0 1-2,7 2 9,0-1 0,0-1-1,0 0 1,0 0 0,0-2 0,1 1 0,-1-1 0,0-1 0,0 0 0,1-1 0,-1 0 0,0-1-1,0-1 1,-1 1 0,4-3-9,-9 3 3,1 0-1,0-1 1,-1 0-1,0 0 1,0-1 0,0 0-1,0 0 1,-1 0-1,0-1 1,0 1-1,0-1 1,-1 0-1,0-1 1,0 1 0,0-1-1,-1 0 1,0 0-1,0 0 1,-1 0-1,0 0 1,0 0 0,-1-1-1,0 1 1,0-1-1,-1 0-2,1-13-107,0 4 785,9 37-287,1 12-223,-8-21-142,0 0 0,1 0 1,0 0-1,0-1 0,1 1 0,1-1 0,0 0 0,0-1 1,1 1-1,0-1 0,8 7-26,-13-15-150,1 1-1,0 0 1,0-1 0,0 0 0,0 0-1,0 0 1,0 0 0,0 0 0,0-1-1,0 1 1,0-1 0,0 0 0,0 0 150,26-4-4462,-6-6-2194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54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1 592,'0'0'10842,"0"0"-9369,0 0-17,0 0 360,126 138-263,-89-63-1,-9 7-456,-11 0-39,-8 0-209,-6-2-344,-3-6-208,0-5-80,-17-5-112,-6-2-88,-3-5-16,-11 17-144,3-18-1840,8-9-3906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56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11707,'0'0'2168,"0"0"-1512,0 0 688,0 0-519,0 0-665,0 0-88,0 0-8,163-39-56,-123 39-8,0 0 0,-6 0-1097,-14 3-1823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4:57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12443,'0'0'1680,"0"0"-784,0 0 833,0 0-1105,0 0-448,0 0-104,183-3-72,-109-2-256,-14 3-1041,-14 2-3376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5:08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58 7946,'0'0'3691,"0"0"-1708,0 0-833,0 0-326,0 0 262,0 8 18,0 58 1212,0-65-1916,0-1 341,0-16 804,-3-60-282,3 75-1159,0 23-121,0 221 381,0-241-284,0-29 724,0-252-304,-5 572-812,-41-273-5462,15-9 3524,22-9 2220,1 0 0,1 1 1,-1 0-1,0 1 0,1-1 0,-1 2 1,-5 3 29,12-7 723,1-1 166,0 0-17,3 0-172,32 0-177,0-2 0,0-1 0,0-1-1,0-2 1,9-4-523,-50 10 102,-1 1 0,1-1 0,0 0 0,-1 0 0,1-1 0,-6-1-102,-50-1-2,60 3-2,-1 1 0,0-1 0,0 0 0,1 1 0,-1 0 0,0 0 0,1 0 0,-1 0 0,1 0 0,-1 0 0,1 0 1,0 1-1,-1-1 0,1 1 0,0 0 0,0 0 0,0 0 0,0 0 0,0 1 4,1-3-98,0 1 1,1 0-1,-1 0 1,1 0-1,-1-1 0,1 1 1,-1 0-1,1 0 0,0 0 1,-1 0-1,1 0 0,0 0 1,0 0-1,-1 0 0,1 0 1,0 0-1,0 0 1,0 0-1,0 0 0,1 0 1,-1 0-1,0 0 0,0 0 1,0-1-1,1 1 0,-1 0 1,1 0-1,-1 0 0,0 0 1,1 0-1,0 0 1,-1-1-1,1 1 0,-1 0 1,1 0-1,0-1 0,0 1 1,-1-1-1,1 1 0,0 0 1,0-1-1,0 1 0,0-1 1,0 0-1,-1 1 1,1-1-1,0 0 0,0 0 1,0 1-1,0-1 98,51 9-3020,-48-8 2767,48 2-4699,-1 0-3494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5:12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1 165 9418,'0'0'2044,"0"0"20,0 0-83,15-23-391,53-74-191,-65 94-1320,0-1-1,0 1 1,0-1-1,0 1 1,0 0-1,1 0 1,-1 1 0,1-1-1,0 1 1,-1 0-1,1 0 1,0 0-1,1 0 1,-1 1 0,0-1-1,0 1 1,1 0-1,-1 0 1,1 1-1,-1-1 1,1 1 0,-1 0-1,1 1 1,-1-1-1,0 1 1,4 0-79,-1 1 48,0 1 0,0 0 0,0 0-1,0 0 1,0 1 0,0 0 0,-1 0 0,0 1 0,0-1 0,0 2 0,-1-1 0,1 1-48,8 10 99,-1 0 1,-1 2 0,0 0-1,-2 0 1,0 1-1,-1 0 1,3 8-100,10 35 920,9 47-920,4 11 282,-31-112-646,-3-12-646,0-14-2464,-1 16 2463,0-24-5229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5:13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 12635,'0'0'1736,"0"0"-192,-54 136 777,20-67-1065,-6 5-272,0-2-215,3-8-329,3-12-264,11-16-88,9-13-32,5-16-56,9-7-208,0-13-1105,12-15-2399,8-3-2282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5:13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1 255 10802,'0'0'1862,"0"0"-784,0 0 21,21-22-441,0-2-492,0 0 199,2 1-1,0 1 1,1 1-1,0 1 1,18-10-365,-38 28 97,-1-1 1,1 1-1,0 0 0,0 1 1,0-1-1,1 1 1,-1-1-1,0 1 1,0 1-1,1-1 0,-1 1 1,1-1-1,-1 1 1,0 0-1,1 1 0,-1-1 1,1 1-1,-1 0 1,0 0-1,0 0 1,1 1-1,-1-1 0,0 1 1,0 0-1,0 0 1,3 3-98,7 6 62,-1 1 0,0 0 0,0 1 0,-2 0 0,1 1 0,0 3-62,24 26 254,-28-34-215,-1-1 0,2-1 0,-1 1 1,1-2-1,0 1 0,1-1 0,-1 0 0,1-1 0,0 0 0,8 2-39,-14-6 35,0 0-1,0 0 0,0 0 0,0-1 0,0 1 0,0-1 1,1 0-1,-1 0 0,0 0 0,0-1 0,0 0 0,0 0 1,0 0-1,0 0 0,0 0 0,0-1 0,-1 1 0,1-1 1,-1 0-1,1-1 0,-1 1 0,1 0 0,-1-1 0,0 0 1,0 0-1,0 0 0,-1 0 0,1 0 0,-1 0 0,1-2-34,4-7 114,0 1-1,-1-1 1,0-1-1,-1 1 1,-1-1 0,0 0-1,-1 0 1,0 0-1,-1 0 1,0-1-1,-1 1 1,-1-1-1,0 1 1,-1-1-1,0 1 1,-2-5-114,-4 5-1122,5 28-6673,7 3-3655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5:14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14 182 15011,'0'0'1598,"0"0"-387,0 22 820,1 5-1595,0 0-1,2 0 1,1-1 0,1 1-1,1-1 1,2 0 0,1 1-436,5 8 232,2-1 0,2-1 0,19 29-232,-30-55-20,-6-9-3,-3-8-51,-9-17-46,-2 1 0,-1 0 0,-6-6 120,7 11-76,0-1 0,1 0 1,1-1-1,2 0 0,-4-13 76,9 23 11,2 0 0,-1 0 0,1 0 0,1 0 0,0 0 0,1 0 0,1 0-1,0 0 1,1 0 0,0 0 0,1 0 0,0 0 0,3-6-11,-3 11 10,1 0 0,0 0 0,1 1 0,-1-1 0,1 1 0,1 0 0,-1 1 0,1-1 0,1 1 0,-1 0 0,1 1 0,0 0 0,0 0 0,0 0 1,1 1-1,0 0 0,0 0 0,0 1 0,0 0 0,5-1-10,-5 2 21,0 0 0,0 0 0,1 0 0,-1 1 1,1 0-1,-1 1 0,1 0 0,-1 1 1,1-1-1,-1 1 0,0 1 0,1 0 0,4 2-21,-9-3 15,0 1 0,0 0 0,0 1 0,0-1 0,0 1 0,0 0 0,-1 0 0,1 0 0,-1 0 0,0 0 0,0 1 0,0 0 0,-1-1 0,1 1 0,-1 0 0,0 0 0,0 1 0,0-1 0,0 0 0,-1 1 0,0-1 0,0 0 0,0 1 0,-1 0 0,1 1-15,-1 3 106,1 0 0,-2-1 0,1 1-1,-1 0 1,-1-1 0,0 1 0,0 0-1,0-1 1,-1 0 0,0 0 0,-1 0-1,0 0 1,0 0 0,-1-1-1,0 1 1,0-1 0,-1 0 0,1-1-1,-2 0 1,1 0 0,-4 3-106,-9 6 132,0 0 0,-1-2 1,-1 0-1,0-1 0,-1-1 0,0-1 0,-8 2-132,25-11 7,-1 1 0,1-1 0,-1 0 0,1 0 0,-1 0 0,0-1 0,1 0 0,-1 0-1,-1 0-6,6 0-34,0 0 0,0 0 0,0-1 0,0 1 0,0 0 0,1 0 0,-1-1 0,0 1 0,0-1 0,0 1 0,0 0 0,1-1 0,-1 1 0,0-1 0,0 0 0,1 1 0,-1-1 0,1 0 0,-1 1 0,0-1 0,1 0 0,-1 0 34,1 0-112,0-1 0,0 1 0,0 0-1,0-1 1,0 1 0,0 0 0,0-1 0,0 1-1,1 0 1,-1-1 0,0 1 0,1 0 0,-1 0 0,1-1-1,0 1 1,-1 0 0,1 0 0,0 0 0,0 0-1,0-1 113,23-18-4925,8-2-2762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5:14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12187,'0'0'1977,"0"0"441,0 0 188,11 23-942,1 5-1150,2-1-1,11 15-513,-23-39 56,1 0 0,-1 0 0,1 0 0,0-1 0,0 1 0,0-1 0,1 1-1,-1-1 1,0 0 0,1 0 0,-1 0 0,1-1 0,0 1 0,0-1 0,-1 0 0,1 0-1,0 0 1,0-1 0,0 0 0,0 1 0,0-1 0,0 0 0,0-1 0,3 0-56,10 1 197,-3 1-100,0-1-1,0 0 1,1-1-1,-1-1 0,0 0 1,0-1-1,-1-1 0,1 0 1,-1 0-1,1-2 1,-1 1-1,-1-2 0,1 0 1,-1 0-1,0-1 1,-1-1-1,0 0 0,8-8-96,-17 15 27,0 0 0,0 1 0,-1-1 0,1 0 0,-1 0 0,1 0 1,-1 0-1,0-1 0,0 1 0,0 0 0,0 0 0,0-1 0,0 1 0,-1-1 0,1 1 0,-1-1 0,0 1 0,1-1 0,-1 1 0,0-1 0,0 1 0,-1-1 0,1 1 0,-1 0 0,1-1 0,-1 1 0,0-1 0,0 1 0,0 0 0,0-1 0,0 1 0,0 0 0,-1 0 0,1 0 0,-1 0 0,1 0 0,-1 0 0,0 1 0,0-1 0,0 0 0,0 1 0,0 0 0,0-1 0,0 1 0,0 0 0,-2-1-27,-19-4-28,-1 1 0,0 0 0,1 2 0,-1 1-1,-9 1 29,9-1-452,21 2-183,-6-1 270,6-3-7206,3 0-5876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5:14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14267,'0'0'1936,"0"0"-327,0 0 1263,0 0-1903,0 0-657,48 138-312,-11-138-512,-2-2-4105,-4-21-7394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5:15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13731,'0'0'1690,"0"0"-287,0 0-22,0 0-689,1 23-322,4 75 182,-4-92-433,1 1-1,-1-1 1,1 0 0,0 1-1,1-1 1,0 0 0,-1-1 0,2 1-1,-1 0 1,1-1 0,0 0-1,0 1 1,1 0-119,14 19 669,-15-19-510,0 1 0,0 1-1,0-1 1,-1 0 0,0 1 0,-1 0-1,1-1 1,-2 1 0,1 0-1,-1 0 1,0 0 0,-1 4-159,0-11 22,-1 1 0,1-1 1,-1 1-1,1-1 1,-1 1-1,0-1 0,1 0 1,-1 1-1,0-1 0,0 0 1,0 0-1,0 0 0,0 1 1,-1-1-1,1 0 1,0-1-1,0 1 0,-1 0 1,1 0-1,-1 0 0,1-1 1,0 1-1,-1-1 0,1 1 1,-1-1-1,1 0 0,-1 1 1,0-1-1,1 0 1,-1 0-1,0 0-22,-57 3 669,51-3-642,-22 0-4026,30 0-1180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5:15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9362,'0'0'1384,"0"0"205,0 0-140,0 0-454,0 0-71,0 0-210,-14 21-98,0 1-183,0 0-1,-8 20-432,22-41 28,-1 0-1,1 0 0,0 0 1,-1 0-1,1 0 0,0 0 1,0 0-1,-1 0 0,1 0 0,0 0 1,0 0-1,0 0 0,0 0 1,1 0-1,-1 0 0,0 0 0,0 0 1,1 0-1,-1 0 0,0 0 1,1 0-1,-1 0 0,1 0 1,-1-1-1,1 1 0,0 0 0,-1 0 1,1 0-1,0-1 0,0 1-27,27 11 645,-14-7-416,0 2-154,1 1 1,-2 0 0,1 1-1,-1 1 1,0 0-1,-1 1 1,0 0-1,8 12-75,-15-18 37,-1 0 1,1 0-1,-1 1 0,0 0 0,-1 0 0,0 0 0,0 0 0,0 0 0,-1 1 0,1-1 0,-1 1 0,-1-1 0,0 1 0,0 0 0,0 0 0,-1 0 0,1 0 0,-2 0 0,1-1 0,-1 1 0,0 0 0,-1 2-37,-1-4 138,0 0 1,0 0 0,0 0-1,-1 0 1,0-1 0,0 1-1,0-1 1,0 0-1,-1 0 1,1 0 0,-1-1-1,0 0 1,0 0 0,-1 0-1,-4 2-138,-6 2 264,0 1-1,-1-2 0,-1 0 0,-10 1-263,24-6 35,-1 0-1,0 0 1,0 0-1,1 0 0,-1-1 1,0 0-1,0 0 0,0-1 1,1 1-1,-6-2-34,9 2-35,0-1 0,-1 0 0,1 0 0,0 0 0,0 0 0,-1 0 0,1 0 0,0-1 0,0 1 0,0 0 0,0 0 0,1-1 0,-1 1 0,0-1 0,0 1 0,1 0 0,-1-1 0,1 1 0,-1-1 0,1 0 0,0 1 0,0-1 1,0 1-1,0-1 0,0 1 0,0-1 0,0 0 0,0 1 0,0-1 0,1 1 0,-1-1 0,1 1 0,-1-1 35,2-5-538,0 1 1,0-1-1,0 1 1,1 0-1,0 0 1,0 0 0,0 0-1,1 0 1,0 1-1,0 0 1,0-1-1,5-2 538,27-31-5264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5:15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32 134 14283,'0'0'1942,"0"0"69,-5 23 209,-18 81-874,22-100-1296,0 0-1,0 0 1,1 1 0,-1-1-1,1 0 1,0 1 0,0-1-1,1 0 1,-1 0 0,1 1-1,0-1 1,0 0 0,1 0-1,-1 0 1,1 0 0,0 0-1,0 0 1,0 0 0,1-1-1,-1 1 1,1-1-1,0 0 1,-1 1 0,2-1-1,-1 0 1,0-1 0,1 1-1,-1-1 1,1 1 0,0-1-1,-1 0 1,1-1 0,3 2-50,2 0 27,1 0 0,0 0 0,0-1 0,0-1 0,0 1 1,0-2-1,1 1 0,-1-2 0,0 1 0,0-1 0,1-1 0,3-1-27,-9 1-12,0 0-1,0 0 1,0 0-1,-1-1 0,1 0 1,-1 0-1,1 0 1,-1-1-1,0 0 0,0 1 1,-1-1-1,1 0 0,-1-1 1,0 1-1,0-1 1,0 1-1,-1-1 0,0 0 1,0 0-1,0 0 1,0 0-1,-1-1 0,0 1 1,0 0-1,0 0 1,-1-1 12,3-12 66,-1 0 1,-1-1-1,-1 1 1,-1 0 0,-2-14-67,8 55 40,0-2 0,2 1-1,8 18-39,-7-18 116,0 0-1,-2 0 0,0 1 0,-1 3-115,-1-244 501,-3 205-496,1 0-1,0 0 0,0 0 1,1 1-1,1 0 0,0-1 1,4-6-5,-7 16 0,1 0 0,-1 0 0,1 0 0,0 0 0,0 0 0,0 0 0,0 1 0,0-1 0,1 1 0,-1-1 0,1 1 0,-1 0 0,1 0 1,0 0-1,0 0 0,0 0 0,0 1 0,0 0 0,1-1 0,-1 1 0,0 0 0,1 1 0,-1-1 0,0 0 0,1 1 0,-1 0 0,1 0 0,-1 0 0,1 0 0,1 1 0,-1 0-1,1 1-1,-1-1 0,0 1 1,0 0-1,0 0 0,0 1 1,0-1-1,0 1 0,-1 0 1,1 0-1,-1 0 0,0 0 1,0 1-1,0 0 0,0-1 1,-1 1-1,1 0 0,1 4 2,6 12-6,0 1 0,-1 0 1,0 6 5,-5-16-1,9 32-105,-10-27-142,2 0 0,0-1 0,1 0 0,2 4 248,-7-16-127,1 1 0,0-1 0,0 0 1,0-1-1,0 1 0,0 0 0,1-1 0,-1 1 0,1-1 0,-1 1 0,1-1 0,0 0 0,0 0 0,0-1 0,0 1 0,0-1 1,1 1-1,-1-1 0,0 0 0,1 0 0,0 0 127,21 0-6383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5:16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 12939,'0'0'2896,"0"0"281,0 0-96,-49 143-1273,38-76-792,2 10-264,7 5-319,2 0-249,0-5-104,5-13-72,15-12-8,6-16-496,25-26-625,-5-10-3024,0 0-6529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5:16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9154,'0'0'5712,"0"0"-3489,0 0-984,0 0-107,0 0-160,13 25-97,96 188 982,-115-232 745,-35-89-2200,0 6-111,42 136-340,11 7 64,3-1 0,6 12-15,-9-29-61,-2 1 1,-1 0-1,-1 1 0,-2-1 1,0 2-1,-1-1 1,-2 0-1,1 10 61,-5-33-116,1 0-1,0-1 1,-1 1 0,1 0 0,-1 0-1,1-1 1,-1 1 0,0 0-1,0-1 1,1 1 0,-1-1 0,0 1-1,-1-1 1,1 1 0,0-1 0,0 0-1,-1 0 1,1 1 0,0-1-1,-1 0 1,1 0 0,-1 0 0,0-1-1,1 1 1,-1 0 0,0-1 0,1 1-1,-1-1 1,0 1 0,0-1-1,1 0 1,-1 0 0,0 1 0,0-1 116,-14 1-828,1 0 1,-1-1 0,1-1 0,-3 0 827,-10-1-152,21 2 237,3 1 90,1-1 1,-1 1-1,0-1 0,0 0 1,1 0-1,-1-1 0,0 1 1,0-1-1,1 0 0,-1 0 0,1 0 1,-1-1-176,6 1 98,0 0 1,0 0-1,0 0 0,0 1 1,0-1-1,0 0 1,0 1-1,0-1 1,0 1-1,1 0 0,-1 0 1,0 0-99,1-1 116,46-7-197,102-20 249,-51 0-2875,-50 10-2009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5:17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2937,'0'0'8803,"0"0"-6004,0 0-1260,0 0-165,0 0-438,25-16 123,81-51-196,-102 65-816,-1 0 1,0 0-1,1 1 1,-1-1-1,1 1 1,0 0-1,-1 0 1,1 0-1,3 0-47,-6 1 8,0 0 1,-1 0-1,1 0 0,0 0 1,0 0-1,0 0 0,0 0 1,-1 1-1,1-1 0,0 0 1,0 1-1,-1-1 0,1 0 1,0 1-1,0-1 0,-1 1 1,1-1-1,-1 1 0,1-1 1,0 1-1,-1 0 0,1-1 1,-1 1-1,1 0-8,0 3 18,0-1 0,0 0 0,0 1 0,0 0 0,-1-1 0,0 1 0,0-1 0,0 1 1,0-1-1,0 1 0,-1 2-18,0 5 129,1-5-65,-1 0 1,0 0 0,0 0-1,0 0 1,-1 0 0,0 0-1,0 0 1,-1 0 0,1-1 0,-1 1-1,0-1 1,-1 0 0,-3 4-65,-8 10 118,-2-1 0,0 0 1,-2-1-119,-43 49 157,62-66-120,-1 1 1,1-1-1,0 1 0,-1-1 0,1 1 1,0-1-1,-1 0 0,1 1 0,0 0 0,-1-1 1,1 1-1,0-1 0,0 1 0,0-1 1,0 1-1,0-1 0,0 1 0,-1 0 1,1-1-1,0 1 0,1-1 0,-1 1 0,0-1 1,0 1-1,0 0 0,0-1 0,0 1 1,0-1-1,1 1 0,-1-1 0,0 1-37,19 7 756,40-9-103,-43 0-593,-16 1-85,39 1 355,-1-3-1,37-6-329,-62 6-512,0-1-1,0-1 1,0 0-1,8-4 513,-14 5-1093,0-1 0,0 0 1,-1 0-1,1 0 0,-1-1 0,0 0 0,0 0 0,1-3 1093,11-14-10681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5:17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 9874,'0'0'4041,"0"0"-1601,0 0-247,0 0-1457,0 0 8,0 0 305,60 172 159,-55-100-256,-5-1-208,0-4-360,0-5-240,-14-8-144,-6-3-88,-14 3-1296,2-16-3265,1-9-5193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26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277 687 3593,'0'0'1855,"0"0"9,0 0 63,0 0-520,0 0-596,0 0-283,0 0 36,0 0 2,0 0 3,0 0 39,0 0 13,0 0-27,0 0-91,0 0-132,0 0-94,0 0-57,0 0-28,0 0 3,0 0-12,0 0-22,0 0-22,0-44 737,1 40-681,-1-1 1,0 0-1,-1 0 1,1 1-1,-1-1 1,0 0-1,0 1 1,-1-1-1,1 1 1,-1-1-1,0 1 1,0 0-1,-3-5-195,0 3 59,-1 1-1,0-1 0,0 1 0,0 0 1,-1 0-1,0 0 0,1 1 0,-2 0-58,-3-1 55,-1 0-1,1 0 1,-1 1-1,0 1 0,0 0 1,0 1-1,-1 0 1,1 1-1,0 0 1,-1 1-1,-3 0-54,14 1 2,0 0 0,0-1-1,-1 1 1,1 0 0,0 0 0,0 1-1,0-1 1,0 0 0,0 1 0,0-1-1,1 1 1,-1-1 0,0 1-1,1 0 1,-1 0 0,1 0 0,0 0-1,-1 0 1,1 0 0,0 0 0,0 0-1,0 1 1,1-1 0,-1 0 0,1 0-1,-1 2-1,-2 7-4,0 1 0,0 0-1,1-1 1,0 11 4,1-5 4,1-1 1,1 1-1,0-1 0,1 0 0,0 1 1,2-1-1,0 0 0,3 6-4,-4-14 4,0 0 0,1-1 0,0 0 0,1 0 0,-1 0 0,1 0 0,0-1 0,1 0 0,0 0 0,0 0 0,0-1 0,1 0 0,0 0 0,0 0 0,0-1-1,0 0 1,7 2-4,2 0 15,1 0-1,0-1 1,0-1-1,0-1 1,1 0-1,-1-2 1,1 0-1,0-1 0,4 0-14,-14 0 9,1-1-1,0 0 0,0 0 0,-1-1 1,1 0-1,-1 0 0,0-1 0,1 0 1,-1 0-1,-1-1 0,1 0 0,0 0 1,-1-1-1,0 0 0,0-1 0,0 1 1,-1-1-1,0-1 0,1-1-8,-2 1 11,-1-2-1,0 1 0,0 0 1,-1-1-1,0 0 0,0 0 1,-1 1-1,0-2 0,-1 1 1,0 0-1,0 0 1,-1 0-1,0 0 0,-1-1 1,0 1-1,-2-7-10,-3-11 6,0-1 0,-2 1 0,-2 1 0,-9-21-6,-32-86 607,6-1 0,-22-119-607,98 394 945,-6 2 0,4 125-945,-23-50-412,-5-218-3,1 0 0,-1 1 0,1-1-1,-1 0 1,1 0 0,-1-1 0,1 1 0,-1 0 0,1 0-1,-1-1 1,1 1 0,-1-1 0,0 1 0,1-1-1,-1 0 1,0 1 0,1-1 0,-1 0 0,0 0 415,11-11-7390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26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10906,'0'0'2433,"0"0"-657,0 0 9,0 0-1041,0 0-520,0 0-120,155-31-32,-121 28-72,-9 1 0,-2 2-152,-8 0-432,-7 0-601,-2 0-1119,-3 0-3297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27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9114,'0'0'2008,"0"0"657,0 0-569,0 0-703,0 0-217,0 0-160,0 0-432,137 39-216,-103-39-192,-3-10-104,-2 2-72,-3 0-8,-9 3-480,0 0-896,-3 2-744,-3 3-1081,-2 0-2952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28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46 10658,'0'0'3885,"0"0"-1904,0 0-989,0 27 196,-3 192 1134,3-111-1205,5 0 0,13 62-1117,-15-130-778,-3-40-19,-1-4-72,-11-23-648,-2 1 0,0 1-1,-6-8 1518,-29-52-1421,37 61 1385,2-1 0,1 0 0,1-1 0,1 0 0,2 0 0,0 0 0,1-1 36,3 16 61,0-1 0,1 1 1,0 0-1,1 0 0,0-1 1,1 1-1,0 0 1,0 0-1,1 1 0,1-1 1,0 0-1,0 1 0,1 0 1,1 0-1,-1 0 1,2 1-1,4-6-61,0 2 183,1 1 0,1 0-1,0 1 1,0 1 0,1 0 0,14-7-183,-19 12 151,0 1 0,0 0 0,0 0 0,0 1 0,1 0 0,-1 1 0,1 0 0,0 0 0,0 1 0,-1 0 0,1 1 0,7 1-151,-12 0 21,0 0 1,0 0-1,0 1 1,0 0 0,0 0-1,0 1 1,0-1-1,-1 1 1,1 0 0,-1 0-1,0 1 1,0-1-1,0 1 1,-1 0 0,1 0-1,-1 0 1,0 0-1,0 1 1,0-1-1,0 1 1,-1 0 0,0-1-1,0 1 1,0 0-1,-1 1 1,1 2-22,3 9 182,-1 1 0,-1-1 0,-1 1 1,0 0-1,-1 0 0,-1 0 0,-2 8-182,1-17 117,-1-1-1,0 1 1,-1-1 0,0 0 0,0 1-1,-1-1 1,0-1 0,0 1 0,-1-1-1,0 1 1,0-1 0,-1 0-1,1-1 1,-2 0 0,1 0 0,-1 0-1,0-1 1,0 1 0,-5 1-117,0 1 84,-1-1 1,1 0 0,-1-1-1,-1-1 1,1 0 0,-1 0-1,0-2 1,0 0-1,0 0 1,0-1 0,-13-1-85,26-1-43,0 0 1,-1 0 0,1 0-1,-1 0 1,1 0 0,-1-1-1,1 1 1,0 0 0,-1-1-1,1 0 1,0 1 0,-1-1-1,1 0 1,0 1 0,0-1-1,0 0 1,0 0-1,0 0 1,0 0 0,0 0-1,0 0 1,0-1 0,0 1-1,0 0 1,1 0 0,-1-1-1,0 1 1,1 0 0,-1-1-1,1 1 1,0 0 0,-1-1-1,1 1 1,0-1 0,0 1-1,0-1 1,0 1 0,0-1-1,0 1 1,0 0 0,1-1-1,-1 0 43,1-5-862,0 1 1,0 0-1,1 0 0,0 0 1,0 0-1,1 0 0,-1 0 0,1 0 1,2-2 861,17-23-10353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29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 12307,'0'0'1735,"0"0"529,5 30-109,23 96-925,-26-118-1183,0 0-1,0 0 1,1 0 0,0-1 0,1 1 0,-1-1-1,1 1 1,1-1 0,0-1 0,0 1 0,0-1-1,0 1 1,1-1 0,0-1 0,1 1 0,-1-1-1,1 0 1,0-1 0,0 0 0,0 0 0,1 0 0,-1-1-1,1 0 1,0-1 0,0 1 0,0-1 0,0-1-1,0 0 1,1 0 0,-1 0 0,0-1 0,8-1-47,-13 0-14,0 1 1,0-1-1,-1 0 1,1 0-1,0 0 1,-1 0-1,1 0 1,-1-1-1,1 1 0,-1-1 1,0 1-1,0-1 1,0 0-1,0 0 1,0 0-1,0 0 1,0 0-1,0-1 1,-1 1-1,1-1 1,-1 1-1,0-1 1,0 1-1,0-1 1,0 1-1,0-1 1,-1 0-1,1 0 1,0-2 13,1-12-127,0-1-1,0 0 1,-2 1-1,0-10 128,-1 9-41,1-2 154,-1-1 1,-1 1 0,0 0 0,-2 0-1,0 0 1,-2 0 0,-3-7-114,12 62 900,11 14-125,3 1-1,21 43-774,1 3 317,-37-94-86,0-11-83,-1-29-37,0-67-168,-1 82 92,0 10-35,0 1 1,1-1-1,0 1 1,1-1-1,1 1 1,0 0-1,1-1 1,0 1-1,1 1 1,5-10-1,-7 16-4,0 0 1,0 0 0,1 0-1,0 1 1,0-1 0,0 1 0,1 0-1,-1 1 1,1-1 0,0 1-1,0 0 1,0 0 0,0 0-1,0 1 1,1 0 0,-1 0-1,1 0 1,0 0 0,0 1-1,-1 0 1,1 1 0,0-1-1,0 1 1,2 0 3,-4 0-2,1 0 1,0 1-1,-1-1 0,1 1 0,-1 0 1,1 0-1,-1 1 0,0-1 1,1 1-1,-1 0 0,0 0 0,0 0 1,0 1-1,-1-1 0,1 1 0,0 0 1,-1 0 1,3 3 4,-1 0-1,0 1 1,-1-1 0,1 1 0,-1-1 0,-1 2 0,1-1 0,-1 0-1,1 5-3,5 18 35,-3 0 0,0 0 0,-2 1 0,1 24-35,-4-44 10,-2-10-51,1 0 0,0 0-1,0-1 1,0 1 0,0 0 0,0 0 0,0 0 0,1-1-1,-1 1 1,0 0 0,0 0 0,0-1 0,1 1 0,-1 0-1,0 0 1,1-1 0,-1 1 0,1 0 0,-1-1 0,1 1-1,-1-1 1,1 1 0,-1-1 0,1 1 0,0-1 0,-1 1-1,1-1 42,15-8-2544,10-30-3901,-11 5-1833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29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10802,'0'0'2481,"0"0"207,0 0 1417,0 0-3369,0 0-279,0 0 591,46 165-72,-32-88-304,-3-3-344,-2-5-144,0-7-168,-1-8-8,1-10-8,-1-11-280,1-10-736,2-13-1393,-2-5-1631,-1-5-1114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30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0 184 2721,'0'0'6008,"0"0"-3536,0 0-664,20-23-431,63-71-521,-73 83-586,0 1 0,0 0 0,1 1 0,10-7-270,-19 15 66,-1 0 0,1-1 0,0 1 0,1 0 1,-1 0-1,0 1 0,0-1 0,0 0 0,0 1 0,1-1 1,-1 1-1,0 0 0,1-1 0,-1 1 0,0 0 0,1 1 0,-1-1 1,0 0-1,0 1 0,1-1 0,-1 1 0,1 0-66,0 1 24,-1-1 1,0 1-1,1 0 0,-1 0 1,0 0-1,0 0 0,-1 1 0,1-1 1,0 0-1,-1 1 0,1-1 1,-1 1-1,0 0 0,0-1 0,0 1 1,0 1-25,14 52 182,-13-43-86,10 50 192,12 47 34,-21-99-285,1 1 0,0-1 1,1 1-1,0-1 0,1-1 1,0 1-1,6 6-37,-10-13 9,1-1 0,0 0 0,-1-1 0,1 1 0,0 0 0,0-1 0,0 1 0,0-1 0,1 0 0,-1 0 0,1 0 0,-1-1 0,1 1 0,0-1 0,0 0 0,-1 0-1,1 0 1,0 0 0,0-1 0,0 0 0,0 0 0,0 0 0,0 0 0,0 0 0,0-1 0,-1 0 0,1 0 0,3-1-9,-1 0-2,-1 0 0,1-1 0,-1 0 0,0 0 0,0 0 0,0-1 0,-1 1 0,1-1 0,-1 0 0,0-1 0,0 1 0,0-1 0,-1 1 0,0-1 0,1 0 0,-2-1 0,1 1 0,0-2 2,3-13 160,-1 1 1,0-1 0,-2 0 0,0 0 0,-2 0 0,0 0 0,-1 0 0,-1 0 0,-1 0 0,-1 0 0,0 0 0,-2 0-161,4 16-22,-1-23-1088,2 26 862,1 0 1,-1 1-1,0-1 0,1 1 1,-1-1-1,0 0 0,1 1 0,-1-1 1,1 1-1,-1-1 0,1 1 1,-1-1-1,1 1 0,-1 0 1,1-1-1,-1 1 0,1 0 1,0-1-1,-1 1 0,1 0 0,0 0 1,-1-1-1,1 1 0,0 0 248,17-5-8679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30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12843,'0'0'2595,"0"0"-54,0 0-544,-17 24-823,-55 79-461,69-96-660,-1-1-1,1 0 1,1 1-1,-1 0 1,1 0 0,0 0-1,0 0 1,1 0-1,0 0 1,0 0-1,1 0 1,0 0-1,0 0 1,2 5-53,-1 7 69,-1-11-52,1 0 0,0 0 1,1 0-1,0 0 0,0 0 1,1-1-1,0 1 0,0-1 1,1 0-1,0 0 0,0 0 1,1 0-1,-1-1 0,2 0 1,-1 0-1,0 0 0,1-1 1,5 4-18,-6-5 3,1 0 0,-1 0 1,1 0-1,0-1 1,0 0-1,0 0 0,1-1 1,-1 0-1,1 0 1,-1 0-1,1-1 0,0 0 1,0 0-1,-1-1 0,1 1 1,0-2-1,0 1 1,0-1-1,-1 0 0,1 0 1,0-1-1,4-2-3,-7 3-9,0-1 0,0-1 0,-1 1 0,0-1 0,1 1 0,-1-1 0,0 0 0,0 0 0,0 0 0,-1 0 0,1-1 0,-1 1 0,0-1 0,0 0 0,0 1 0,0-1-1,-1 0 1,0 0 0,1 0 0,-1 0 0,-1 0 0,1-4 9,3-14 11,-2-1 1,-1 1-1,-1-20-11,-1 21 15,2-14 16,-1-43 545,-1 72-367,1 0 1,-1-1 0,0 1 0,-1 0-1,0 0 1,0 0 0,0 0 0,-1 0-1,1 0 1,-2-1-210,1 63 455,5-20-454,2 1 0,1-1 0,2 0 0,2 0 0,1-1 1,10 21-2,-20-53-73,1-1 0,0 1 1,0 0-1,0-1 1,0 1-1,0-1 1,1 0-1,-1 1 1,1-1-1,0 0 1,-1 0-1,1 0 1,0 0-1,0 0 0,0 0 1,1 0-1,-1-1 1,0 1-1,1-1 1,0 1 72,38 3-5971,-18-5-1443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30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4673,'0'0'9986,"0"0"-7969,0 0-673,0 0 776,0 0-391,37 215-209,-23-117-288,1 10-224,-4-3-351,0-5-353,-2-13-192,0-10-40,-1-15-72,-2-13-200,0-13-448,-4-13-761,-2-11-2312,3-9-1616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34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35 101 14091,'0'0'2260,"0"0"-587,0 0-725,1 23-144,2 30-174,2-1-1,9 34-629,0 2 402,-3 0-1,-4 1 0,-5 54-401,-2-141-516,0-27-3686,0 7 1751,-2 1 0,0-1-1,-1 1 1,-4-13 2451,-23-67-2133,19 69 2850,2-1-1,1 1 1,1-2-1,2 1 1,0-8-717,3 22 273,2 1 0,0-1 0,1 0 0,0 1 0,1-1 0,1 1-1,0-1 1,1 1-273,0 4 233,0 0 0,0 1 0,1 0-1,1 0 1,-1 0 0,2 1 0,-1 0-1,1 0 1,0 0 0,0 1 0,7-5-233,-3 3 379,0 0 1,1 1 0,0 0 0,0 1 0,0 0 0,1 1-1,0 1 1,1 0 0,-1 0 0,1 1 0,0 1-1,0 0 1,0 1 0,0 1 0,9 0-380,-19 1 44,-1 0 1,0 0-1,0 0 0,0 1 1,0-1-1,0 1 1,1 0-1,-1 0 0,0 0 1,0 0-1,-1 0 0,1 1 1,0-1-1,0 1 1,-1 0-1,1 0 0,-1 0 1,1 0-1,-1 0 1,0 1-1,0-1 0,0 1 1,0-1-1,0 1 0,-1 0 1,1-1-1,-1 1 1,0 0-1,0 0 0,0 0 1,0 0-1,0 0 1,-1 1-1,1-1 0,-1 0 1,0 0-1,0 0 0,0 0 1,0 1-1,-1 2-44,0 4 158,0-1 0,0 1 0,-1 0 0,-1 0 0,0-1-1,0 0 1,-1 1 0,0-1 0,0 0 0,-1-1 0,0 1-1,-1-1 1,0 0-158,-9 10 170,0-1 1,-1-1-1,-1-1 0,-1 0 0,0-1 0,-1-1 0,-1-1 0,0 0 0,-12 4-170,31-16-13,1 1 0,0-1 0,-1 0 0,1 0 0,0 1 0,-1-1 0,1 0 0,0 0 0,-1 0 0,1 0 0,-1 0 0,1 0 0,0 0 0,-1 1 0,1-1 0,-1 0 0,1 0 0,0 0 0,-1-1 0,1 1 0,-1 0 0,1 0 0,0 0 0,-1 0 0,1 0 0,-1 0 0,1-1 0,0 1 0,-1 0 0,1 0 0,0 0 0,-1-1 0,1 1 0,0 0 0,0-1 0,-1 1 0,1 0 0,0-1 0,0 1 0,-1 0 13,4-19-1449,19-20-3578,3 8-2308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34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15283,'0'0'3017,"0"0"-769,0 0-663,0 0-1001,0 0-584,0 0-312,186 0-1561,-146 0-1255,-15 0-2265</inkml:trace>
  <inkml:trace contextRef="#ctx0" brushRef="#br0" timeOffset="1">46 190 11626,'0'0'3001,"0"0"1336,0 0-1888,0 0-1049,0 0-376,0 0-104,0 0-416,54 11-336,3-24-168,6 0-256,34 0-1008,-17 3-2417,-9 2-2816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35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 15579,'0'0'4015,"0"0"-1600,0 0-971,0 0-704,0 0-302,-26 20-29,26-20-409,-40 30 313,-28 28-313,65-55 16,0 0-1,0 0 0,0 1 0,1-1 0,-1 0 0,1 1 0,0 0 0,0 0 0,0-1 1,0 1-1,1 0 0,-1 0 0,1 1 0,0-1 0,1 0 0,-1 0 0,1 0 0,-1 1 1,1-1-1,1 0 0,-1 1 0,0-1 0,2 2-15,-1 7 51,-1-9-45,1-1 1,-1 1-1,1-1 0,0 1 1,0-1-1,0 1 0,0-1 0,1 1 1,-1-1-1,1 0 0,0 0 0,0 0 1,0 0-1,1 0 0,-1-1 0,1 1 1,-1 0-1,1-1 0,1 1-6,1 0 11,1 1-1,-1-1 0,1 0 1,0-1-1,0 1 0,0-1 1,0 0-1,1-1 0,-1 1 1,7-1-11,-5 1-36,0-2 1,0 1 0,0-1 0,1-1-1,-1 1 1,0-1 0,0-1-1,0 1 1,0-2 0,0 1 0,0-1-1,0 0 1,-1 0 0,1-1-1,-1 0 1,0-1 0,4-3 35,-5 2-1,-1-1 1,0 0-1,0-1 1,-1 1-1,1-1 1,-2 0-1,1 0 1,-1 0 0,0 0-1,-1-1 1,0 1-1,-1-1 1,1 1-1,-1-1 1,-1 0-1,0 0 1,-1-7 0,1 15 444,-3 19-93,-2 11-177,2 0 0,1 0 0,1 3-174,1-30-8,0 0-1,1-1 0,-1 1 0,0 0 1,1-1-1,-1 1 0,1-1 1,0 1-1,-1-1 0,1 1 0,0-1 1,0 1-1,0-1 0,0 0 0,0 1 1,0-1-1,0 0 0,1 0 1,-1 0-1,0 0 0,1 0 0,-1 0 1,0 0-1,1-1 0,-1 1 0,1 0 1,0-1-1,-1 1 0,1-1 1,-1 0-1,1 1 0,0-1 0,-1 0 1,1 0-1,1 0 9,9 1-738,0-1 0,0-1 0,0 0-1,8-2 739,-18 3-188,41-11-6438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35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0 3729,'0'0'10711,"0"0"-6388,0 0-1787,-19 28-763,-58 88-772,72-110-904,1 1 0,1 0 0,0 1 0,0-1 0,0 0-1,1 1 1,0 0 0,0 1-97,1-5 77,1 1-1,0-1 1,0 0-1,0 0 0,1 0 1,0 0-1,0 0 1,0 1-1,1 1-76,-1-4 12,0 0-1,1-1 0,-1 1 1,1 0-1,0-1 1,-1 0-1,1 1 1,0-1-1,0 0 1,0 0-1,0 0 1,0 0-1,0 0 0,0 0 1,0-1-1,0 1 1,0-1-1,0 1 1,0-1-1,1 0 1,-1 0-1,0 0 0,0 0 1,1 0-12,55-5-314,-51 2-35,0 1 0,0-1 0,-1-1-1,1 0 1,-1 0 0,0 0-1,0 0 1,0-1 0,0 0-1,-1 0 1,0-1 0,0 1 0,0-1-1,-1 0 1,0-1 0,0 1-1,0-1 1,-1 0 0,0 1-1,-1-1 1,1-1 0,-1 1 0,-1 0-1,1 0 1,-1-5 349,-1 10 1598,0 18 1106,0-8-2408,0 1 0,1-1 1,0 1-1,1-1 0,-1 0 0,1 0 0,1 0 0,0 0 0,0 0 0,0 0 1,1-1-1,3 5-296,-4-8 44,0 0-1,1 0 1,-1 0 0,1-1 0,-1 1-1,1-1 1,0 0 0,0 0 0,1-1 0,-1 1-1,0-1 1,1 0 0,0 0 0,-1-1 0,1 1-1,0-1 1,0 0 0,0 0 0,0 0 0,0-1-1,0 0 1,0 0-44,2 0 4,1 0 1,-1 0-1,0 0 0,1-1 0,-1 0 1,0-1-1,0 0 0,0 0 0,0 0 1,0-1-1,-1 0 0,1 0 0,-1-1 0,0 0 1,0 0-1,0 0 0,0-1 0,-1 0 1,0 0-1,0 0 0,0-1 0,0 0 1,-1 0-1,0 0 0,0 0 0,-1-1 1,0 1-1,1-5-4,2-5-54,0-1 0,-2 0 1,0 0-1,-1 0 0,-1-1 1,0-13 53,2-5-6,-4 36 3,0 1 1,0-1 0,0 0-1,1 0 1,-1 1 0,0-1-1,0 0 1,0 0 0,1 1-1,-1-1 1,0 0 0,0 0-1,0 0 1,1 1 0,-1-1-1,0 0 1,1 0 0,-1 0-1,0 0 1,0 0 0,1 1-1,-1-1 1,0 0 0,1 0-1,-1 0 1,0 0 0,1 0-1,-1 0 1,0 0 0,1 0-1,-1 0 1,0 0 0,1 0-1,-1 0 1,0-1 0,0 1-1,1 0 1,-1 0 0,0 0-1,1 0 1,-1 0-1,0-1 1,0 1 0,1 0-1,-1 0 1,0 0 0,0-1-1,0 1 1,1 0 0,-1 0-1,0-1 1,0 1 0,0 0-1,0-1 1,1 1 0,-1 0-1,0 0 1,0-1 0,0 1-1,0 0 1,0-1 0,0 1-1,0 0 1,0-1 0,0 1-1,0 0 1,0-1 2,14 22-85,6 23 77,-14-28 12,1-1 1,1 1-1,0-2 1,9 13-5,-17-26-11,1 0 1,-1-1 0,0 1-1,1 0 1,-1 0-1,1 0 1,-1-1 0,1 1-1,0 0 1,-1 0 0,1-1-1,0 1 1,-1-1-1,1 1 1,0 0 0,0-1-1,0 0 1,0 1-1,-1-1 1,1 1 0,0-1-1,0 0 1,0 0 0,0 1-1,0-1 1,0 0-1,0 0 1,0 0 0,0 0-1,0 0 1,-1 0 0,1-1-1,0 1 1,0 0-1,0 0 1,0 0 0,0-1-1,0 1 1,0-1-1,-1 1 1,1-1 0,0 1-1,0-1 1,0 1 0,-1-1-1,1 0 1,0 1-1,-1-1 1,1 0 0,-1 1-1,1-1 1,-1 0 0,1 0-1,-1 0 1,1 0 10,3-8-150,0 0 0,0 0 0,-1 0 0,0-1 0,0-2 150,0 0 51,-1 5-41,0-1 75,0 1 1,1 0 0,0-1 0,0 1 0,4-6-86,-7 12 10,1 1-1,-1-1 1,0 1 0,1-1 0,-1 1 0,1-1 0,-1 1 0,1-1 0,-1 1 0,1-1 0,0 1 0,-1 0 0,1-1 0,-1 1-1,1 0 1,0-1 0,-1 1 0,1 0 0,0 0 0,-1 0 0,1-1 0,0 1 0,0 0 0,-1 0 0,2 0-10,-1 1 6,1 0 1,-1 0-1,0-1 1,1 1-1,-1 0 0,0 0 1,0 0-1,0 0 1,1 0-1,-1 1 1,0-1-1,0 0 1,-1 1-1,1-1 0,0 0 1,0 1-1,0 0-6,12 27-44,-2 0 0,0 0-1,-2 1 1,-2 1-1,0-1 1,-2 1 0,-1 1 44,-4-31-14,0 0 1,0-1 0,0 1 0,0 0 0,0-1 0,0 1 0,0-1 0,0 1 0,0 0 0,0-1-1,1 1 1,-1 0 0,0-1 0,0 1 0,1-1 0,-1 1 0,0-1 0,1 1 0,-1-1 0,1 1-1,-1-1 1,1 1 0,-1-1 0,1 1 0,-1-1 0,1 0 0,-1 1 0,1-1 13,12-10-275,13-34-47,-23 37 280,21-39-72,-8 14 804,1 1-1,2 0 1,6-6-690,-24 36 25,-1 1 0,0-1 0,1 0 1,-1 1-1,0-1 0,1 1 0,-1-1 0,0 1 0,1-1 0,-1 1 1,1-1-1,-1 1 0,1 0 0,-1-1 0,1 1 0,0 0 0,-1-1 0,1 1 1,-1 0-1,1 0 0,0-1 0,-1 1 0,1 0 0,0 0 0,-1 0 1,1 0-1,0 0 0,-1 0 0,1 0 0,0 0 0,-1 0 0,1 0 0,-1 0 1,1 0-1,0 1 0,-1-1 0,1 0 0,0 0 0,-1 1 0,1-1 1,-1 0-1,1 1 0,-1-1 0,1 1 0,-1-1 0,1 1 0,-1-1 1,1 1-1,-1-1 0,0 1 0,1-1-25,15 35-81,-13-27 175,3 10-150,19 39 189,-23-54-189,-1 0 1,1-1 0,0 1 0,0-1-1,0 0 1,0 0 0,1 0 0,-1 0 0,1 0-1,-1 0 1,1 0 0,-1-1 0,1 1-1,0-1 1,0 0 0,0 0 0,0 0-1,2 0 56,32 1-2581,-12-8-3551,-1-14-7255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36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1 301 9178,'0'0'5589,"0"0"-3259,0 0-470,0 0-390,0 0-658,0 0-313,17 17-46,57 50 50,-72-66-485,0 1 0,0 0 1,0-1-1,0 1 0,1-1 0,-1 0 0,1 0 0,-1 0 0,1 0 0,0 0 1,-1 0-1,1-1 0,0 0 0,-1 1 0,1-1 0,0 0 0,0 0 1,-1 0-1,1-1 0,0 1 0,-1 0 0,1-1 0,0 0 0,-1 0 0,1 0 1,-1 0-1,1 0 0,-1 0 0,0-1 0,1 1 0,-1-1 0,0 0-18,5-4 52,0-1-1,-1 0 1,0 0-1,0-1 0,0 1 1,-1-1-1,1-3-51,-3 6 3,11-24-17,0-2 0,-2 0 0,-1 0-1,-2-1 1,-1 0 0,-1-1 0,-2-2 14,4-7 88,-9 41-37,0-1 1,0 1-1,0 0 0,0-1 0,0 1 0,1 0 0,-1-1 0,1 1 0,-1 0 0,1-1 0,-1 1 0,1 0 0,0 0 1,-1 0-1,1 0 0,0 0 0,0 0 0,0 0-51,8 14 523,1 39-200,-7 9-118,-3-43-154,1 0 0,0 1 0,2-1-1,0 0 1,5 15-51,-6-27-14,0-1 0,0 0 0,0 1 0,1-1 0,0 0 0,0-1 0,1 1-1,-1 0 1,1-1 0,0 0 0,0 0 0,1 0 0,-1 0 0,1-1 0,0 0-1,0 0 1,0 0 0,0 0 0,0-1 0,0 0 0,3 1 14,43 10-1417,1-2 0,0-2 1,13-2 1416,42 2-9078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36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14507,'0'0'3385,"0"0"-1477,0 0-253,0 0-416,-6 23-283,-19 74-182,24-94-740,0 0 0,0 1 0,1-1 0,-1 0 0,1 0 0,0 0 0,0 0 0,0 0 0,0 1 0,1-1 0,-1 0 0,1 0 0,0 0 0,0 0 0,0 0 0,0 0 0,0 0 0,2 1-34,-2-2 15,1-1-1,-1 1 0,1-1 1,0 1-1,-1-1 0,1 0 0,0 0 1,0 0-1,0 0 0,0 0 1,0 0-1,0 0 0,0-1 1,0 1-1,0-1 0,0 1 0,1-1 1,-1 0-1,2 0-14,2 0-13,0 0 0,0-1-1,0 0 1,0 0 0,0 0 0,0-1-1,0 0 1,0 0 0,0-1 0,-1 1-1,1-1 1,-1-1 0,0 1 0,1-1 13,7-11-118,0-1 1,-1 0 0,-1-1 0,-1 0-1,3-7 118,-2-2 2422,-11 28-2439,0 10-1,0 0 0,1 0 0,0 1-1,1-1 1,2 6 18,-3-14-357,1 1 0,-1-1 0,1 0 0,0 0 0,1 0 0,-1 0 0,1 0 0,-1-1 0,1 1 0,3 2 357,11 6-5796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36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92 296 11482,'0'0'4902,"0"0"-2233,0 0-1046,0 0-593,0 0-407,0 0-74,-16 27 25,-47 87-161,61-110-392,1-1 0,-1 1 0,0-1 0,1 1 0,0-1 0,0 1 0,0 0 0,0 0 0,1 0 0,-1-1-1,1 1 1,0 0 0,0 0 0,1 0 0,-1 0 0,1-1 0,-1 1 0,2 2-21,-1-3 17,1-1-1,-1 0 0,1 0 1,0 1-1,-1-1 1,1-1-1,0 1 1,0 0-1,0 0 1,0-1-1,1 1 1,-1-1-1,0 0 1,1 1-1,-1-1 0,0 0 1,1-1-1,0 1 1,2 0-17,3 1-79,0-1 1,0 0 0,0-1-1,1 1 1,-1-2-1,0 1 1,0-1 0,0 0-1,1-1 1,-1 0-1,-1 0 1,1-1 0,2-1 78,-2-2-340,1 0-1,-1 0 1,0-1 0,-1 0 0,1-1 0,-1 1 0,-1-1 0,0-1-1,0 1 1,0-1 0,-1 0 0,0-1 0,-1 1 0,0-1 0,-1 0-1,0 0 1,0 0 0,-1 0 0,0-3 340,5-32 547,-2 0 0,-2 0 1,-2-34-548,-1 75 118,0-39 1708,-1-30 1467,2 52-1473,-1 18-883,0 6 11,2 17-922,0-1 1,2 0 0,0 0-1,1 0 1,0 0 0,2-1-1,7 14-26,-10-22-424,2 1 0,-1-1-1,1-1 1,1 1 0,0-1-1,0 0 1,1 0 0,0-1 0,0 0-1,1-1 1,0 1 0,0-2-1,9 6 425,19 2-7588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37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 16844,'0'0'3327,"0"0"-1515,0 0-643,0 0-580,0 0-293,-17 21-90,-49 70-80,65-91-122,0 1-1,1 0 1,-1 0 0,0 0-1,1 0 1,-1 0-1,0 0 1,1 0 0,-1 0-1,1 0 1,0 0-1,-1 0 1,1 0-1,0 1 1,0-1 0,-1 0-1,1 0 1,0 0-1,0 0 1,0 1 0,0-1-1,1 0 1,-1 0-1,0 0 1,0 0 0,1 0-1,-1 0 1,1 0-1,-1 1 1,1-1-1,-1 0 1,1 0 0,0-1-1,0 2-3,1-1 6,0 0-1,0 0 1,0 0-1,0 0 1,1 0-1,-1-1 1,0 1 0,0-1-1,1 0 1,-1 0-1,2 1-5,0-1 8,5 2-26,0-1 1,0 0 0,0-1-1,0 1 1,0-2-1,0 1 1,0-1-1,0-1 1,-1 0-1,1 0 1,0 0-1,-1-1 1,1-1-1,-1 1 1,0-1-1,0-1 1,-1 1 0,1-2-1,-1 1 1,0-1-1,2-2 18,-8 8 50,-1-1 0,1 1 0,-1 0 1,1 0-1,-1 0 0,1 0 0,-1-1 0,0 1 0,1 0 0,-1 0 0,1 0 0,-1 0 0,1 0 1,-1 0-1,1 0 0,-1 0 0,1 1 0,-1-1 0,1 0 0,-1 0 0,0 0 0,1 0 0,-1 1 1,1-1-1,-1 0 0,0 0 0,1 1 0,-1-1 0,1 0 0,-1 0 0,0 1 0,1-1 0,-1 1 1,0-1-1,0 0 0,1 1 0,-1-1 0,0 1 0,0-1 0,0 0 0,1 1 0,-1-1 0,0 1 1,0-1-1,0 1 0,0-1 0,0 1 0,0-1 0,0 1 0,0 0-50,7 27 110,-7-27 0,8 77-264,-7-45-4417,-1-24-3187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22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25 624,'0'0'1407,"0"0"-140,0 0-243,-1-4 1540,-3-13 11869,3 15-14169,1 2 28,0 0-60,0 0-52,0-1-174,-1 1-1,1 0 1,-1 0-1,1 0 1,0 0-1,-1 0 1,1 0-1,0 0 1,-1 0-1,1 0 1,-1 0-1,1 0 1,0 0-1,-1 0 1,1 0-1,-1 0 1,1 0-1,0 0 1,-1 0-1,1 1 1,0-1-1,-1 0 1,1 0-1,0 0 1,-1 1-1,1-1 1,0 0-1,0 0 1,-1 1-1,1-1 1,0 0-1,-1 1-5,-6 17 122,1 1 0,0-1-1,1 1 1,1 1-1,0-1 1,2 0-1,0 8-121,-1 1 226,-8 126 778,6 0 0,7 15-1004,0-5 474,-2-164-421,0 0 24,0 0-62,-1-65-5195,1 2-3630,7 27-398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22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1 165 5089,'0'0'1862,"0"0"-210,0 0 77,0 0-338,0 0-266,0 0-19,0-8-118,0-2-1225,0 7 429,-1 0 0,1 1-1,0-1 1,0 0 0,0 0 0,0 0 0,1 0 0,-1 0-1,1 0 1,0 1 0,0-1 0,0 0 0,0 0 0,0 1-1,0-1 1,1 1 0,-1-1 0,1 1 0,0 0 0,0-1-1,0 1 1,0 0 0,0 0 0,0 0 0,0 1 0,1-1-1,-1 0 1,3 0-192,13-9 77,1 1 0,0 0 0,1 2 0,0 0-1,0 2 1,1 0 0,0 1 0,-1 1 0,2 1-1,17-1-76,-35 5 10,0 0-1,0 0 0,-1 0 0,1 1 0,0-1 0,0 1 0,-1 0 0,1 0 1,-1 0-1,0 0 0,1 1 0,-1-1 0,0 1 0,0 0 0,-1 0 0,1 0 1,-1 0-1,1 1 0,-1-1 0,0 1 0,0-1 0,-1 1 0,1 0 0,0 1-9,2 6 83,1-1 0,-1 1 0,-1 0 0,0 0 0,-1 1-1,0-1 1,-1 1 0,0 2-83,-1-6 89,0 0 0,0 0 0,-1 0 0,0 0 1,-1 0-1,0 0 0,0 0 0,0 0 0,-1-1 0,-1 1 0,1 0-89,-1-3 60,0 0-1,0 1 0,0-1 1,0-1-1,-1 1 1,0-1-1,0 0 1,0 0-1,0 0 1,-1-1-1,1 0 0,-1 0 1,0 0-1,-2 0-59,-11 3 60,0-2 1,0 0-1,0-1 0,0 0 0,0-2 0,0-1 0,-1 0 1,1-1-1,0-1 0,-10-3-60,23 2-897,5 2 702,1 1 0,0 0 0,-1-1-1,1 1 1,0 0 0,-1-1 0,1 1 0,0 0 0,0-1 0,-1 1 0,1-1-1,0 1 1,0-1 0,0 1 0,0 0 0,0-1 0,-1 1 0,1-1 0,0 1-1,0-1 1,0 1 0,0-1 0,0 1 0,1-1 0,-1 1 0,0-1 0,0 1-1,0-1 1,0 1 0,0 0 0,1-1 0,-1 1 0,0-1 0,0 1 0,1-1-1,-1 1 1,0 0 0,0-1 0,1 1 0,-1 0 195,12-8-4772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41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31 1376,'0'0'2045,"0"0"-388,0 0-479,0 0-414,0 0-165,0 0 220,0 0 206,0 0 182,0 0 42,0 0-79,0 0-191,0 0-251,0 0-171,0 0-32,0 0 27,0 0-53,0 0-75,0 0-97,0 0-75,0 0-24,0 0 76,0 0 47,0 0 62,0 0 83,0 0 23,0 0-114,0 0-117,0 0-82,0 0-83,0 0-53,0 0 36,0 0 27,0 0 2,0 0-21,0 0 37,0 0 22,0 0 25,0 0-24,0 0-63,0 0-43,0 0-24,0 0-32,0 0-8,0 0 26,0 0-26,0 0 1,0 0 3,0 0 0,0 0 0,0 0 11,0 0 31,0 0-23,0 0 32,0 0 57,0 0 33,0 0-16,0 0-29,0 0-17,0 0-51,0 0 20,0 0-35,0 0-7,0 0 4,0 0 28,0 0-20,0 0 20,0 0-17,0 0 26,-20-26-1481,19 25 1404,0 0 0,-1 1-1,1-1 1,0 1 0,-1 0 0,1-1-1,0 1 1,-1 0 0,1 0 0,0 0-1,-1 0 1,1 0 0,-1 0 0,1 0-1,0 0 1,-1 1 0,1-1-1,0 0 1,-1 1 0,1-1 0,0 1-1,0 0 1,-1-1 0,1 1 0,0 0-1,0 0 1,0 0 0,0-1 0,0 1-1,0 0 1,0 0 0,0 1 0,0-1-1,1 0 1,-1 0 0,0 0 0,1 1-1,-1-1 1,1 0 0,-1 0 0,1 1-1,0-1 1,-1 1 0,1-1 22,-3 12 71,0 1 0,1-1 0,0 1 0,1 10-71,-1-4 15,-8 151 1881,10 105-1896,2-115 334,-2-159-1288,0-6 84,1-17-911,1-31-3974,-2 18-1287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42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1 147 6305,'0'0'1625,"0"0"-665,0 0 536,0 0-37,0 0-209,0 0 69,20-22 137,67-69-96,-85 88-1270,1 0 0,0 1-1,-1-1 1,1 0 0,0 1 0,1 0-1,-1 0 1,0 0 0,1 0-1,-1 0 1,1 1 0,-1-1-1,1 1 1,0 0 0,0 0-1,-1 0 1,1 1 0,0-1 0,0 1-1,0 0 1,0 0 0,0 1-1,0-1 1,-1 1 0,2 0-90,6 0 138,-6 1-100,1-1 1,-1 1-1,1 0 0,-1 1 1,0-1-1,0 1 0,0 0 1,0 0-1,0 0 1,-1 1-1,0 0 0,1 0 1,-1 0-1,-1 0 0,1 1 1,-1-1-1,1 1 1,-1 0-1,-1 0 0,1 0 1,-1 1-1,0-1 0,1 3-38,1 3 197,0 0-1,-1 0 0,-1 0 1,1 0-1,-2 0 0,0 0 1,0 1-1,-1-1 0,0 0 1,-1 1-1,-2 7-196,1-12 88,0 0 0,-1 0 1,0-1-1,-1 1 0,1-1 1,-1 0-1,-1 0 0,1 0 0,-1 0 1,0-1-1,0 0 0,-4 4-88,-9 5 136,1 0 0,-2-1 0,-8 4-136,25-16 4,0 0 1,0 0-1,0 0 0,0 0 1,0 0-1,0-1 0,0 1 1,0 0-1,-1-1 1,1 0-1,0 1 0,0-1 1,-1 0-1,1 0-4,1 0-61,0 0-1,0-1 1,0 1 0,1 0 0,-1 0-1,0-1 1,0 1 0,0-1-1,0 1 1,1-1 0,-1 1-1,0-1 1,0 1 0,1-1 0,-1 0-1,0 1 1,1-1 0,-1 0-1,1 1 1,-1-1 0,1 0 0,-1-1 61,0 0-271,1 0 0,-1 0 0,1 0 0,0 0 0,0 0 1,0 0-1,0-1 0,0 1 0,0 0 0,0 0 1,1 0-1,-1 0 0,1 0 0,0 0 0,-1 0 0,1 0 1,0 0-1,0 0 0,0 0 0,1 0 0,-1 0 1,0 1-1,1-1 0,-1 1 0,1-1 271,17-16-6420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42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70 11963,'0'0'1967,"0"0"-138,-4 22 21,-3 8-1345,3-13-190,0 1 0,1 0 0,1 0-1,1 0 1,1 15-315,-1-30 54,2 0 0,-1 0-1,0 0 1,1 0 0,-1 1-1,1-1 1,0 0 0,0 0 0,0-1-1,0 1 1,1 0 0,-1 0-1,1 0 1,0-1 0,0 1-1,-1-1 1,2 0 0,-1 1 0,0-1-1,0 0 1,1 0 0,-1 0-1,1-1 1,0 1 0,-1 0-1,1-1 1,0 0 0,0 0 0,0 0-1,0 0 1,0 0 0,1 0-54,13 2 193,-1-1 1,1-1 0,-1 0 0,1-1-1,11-1-193,-16 0 112,11 0 18,1-2-1,-1-1 1,0 0-1,0-2 0,9-4-129,-17 5 21,0-1 1,-1 0-1,0-1 0,0 0 0,0-1 0,-1-1 0,-1 0 1,8-7-22,-18 14 29,0 0 0,0 0 0,0 0 0,0 0 0,-1 0 0,1 0 0,-1 0 0,1-1 0,-1 1 0,0-1 0,0 1 0,0-1 0,0 1 0,0-1 0,-1 1 0,1-1 0,-1 0 0,0 1 0,1-1 0,-1 0 0,0 1 0,-1-1 0,1-1-29,-1 0 56,-1-1 0,0 1 0,0 0 0,0 0 0,0 0 0,0 0 0,-1 0 0,0 0 1,0 0-1,0 1 0,0 0 0,-4-3-56,-9-7 131,0 0 0,-1 2 0,-1 0 1,0 0-1,-10-2-131,17 7-19,0 0 0,-1 1 0,0 1 0,0 0-1,0 1 1,-1 0 0,1 0 0,-1 2 0,-11-1 19,24 2-998,20 0-6632,3 0-1188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43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13171,'0'0'1712,"0"0"-368,0 0 1497,0 0-945,43 148-815,-34-112-249,2-5-416,-2-5-248,-1-6-48,1-7-120,-1-5-96,7-8-1512,-1 0-2481,-6-16-4945</inkml:trace>
  <inkml:trace contextRef="#ctx0" brushRef="#br0" timeOffset="1">52 0 14371,'0'0'1968,"0"0"-751,0 0-177,0 0-1040,0 0-2673,0 0-5032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43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11723,'0'0'1997,"0"0"-66,0 0-172,0 0-822,0 0-537,0 0-63,-21 14-2,-62 46-50,80-58-260,1-1 1,0 1-1,0 0 0,1 0 0,-1 0 0,0 0 1,0 0-1,1 0 0,0 0 0,-1 0 0,0 3-25,2-4 8,-1 0 0,1 0 0,0 0 0,0 0 0,0 0 0,0 0 0,0 0 0,0 0 0,0 0-1,0 0 1,0 0 0,0 0 0,0 0 0,1 0 0,-1 0 0,0 0 0,1 0 0,-1-1 0,1 2-8,1 1 10,1-1 0,-1 1 0,1-1 0,-1 1 0,1-1 0,0 0 0,0 0 0,0 0 0,0 0 0,2 0-10,2 2 22,6 5-19,0 1 1,0 0 0,-1 1 0,0 0-1,-1 1 1,0 0 0,-1 1 0,7 12-4,-12-15 109,1 0 1,-2 0-1,1 1 1,-2-1 0,1 1-1,-2 0 1,1 0 0,-1 1-1,-1-1 1,0 0-1,-1 1 1,0-1 0,-1 2-110,1-10 79,-1 0 1,1 1-1,-1-1 1,0 0-1,0 0 0,-1 0 1,1 0-1,-1 0 1,0 0-1,1 0 1,-1 0-1,0 0 1,-1-1-1,1 1 1,0-1-1,-1 1 1,1-1-1,-1 0 1,0 0-1,0 0 1,0-1-1,0 1 1,0-1-1,0 0 1,0 1-1,-1-1 0,1-1 1,0 1-1,0 0 1,-1-1-80,-16 4-345,0-2 0,-1 0 0,1-1-1,-14-1 346,17 0-1325,5-1-1881,1-1-2148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44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8530,'0'0'5369,"0"0"-3857,0 0 177,0 0-353,0 0-256,-74 188-416,65-114-136,4 3-55,5-5-185,0-5-168,28-11-120,41-2-80,-9-18-1745,-3-13-3768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45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 9250,'0'0'2227,"0"0"63,0 0-219,0 0-367,0 0-277,0 0-194,-15 5-226,4-2-788,7-2-162,0 0-1,0-1 0,0 2 1,0-1-1,0 0 1,0 1-1,0 0 1,0 0-1,1 0 0,-1 0 1,1 0-1,0 1 1,-1 0-1,1-1 1,0 1-1,0 1 1,1-1-1,-1 0 0,1 1 1,0-1-1,0 1 1,0-1-1,-1 4-56,-2 14 334,1 0 0,1 0 0,1 1 0,1 18-334,1-28 60,0-1 1,1 1-1,0 0 0,1 0 0,1-1 0,0 1 1,0-1-1,1 0 0,3 6-60,-2-10 10,0 1 0,1-1 0,0-1 0,0 1 0,1-1 0,0 0 0,0-1 0,0 0 0,0 0-1,1 0 1,0-1 0,0 0 0,0 0 0,1-1 0,-1-1 0,1 1 0,0-1 0,0 0 0,-1-1 0,1 0 0,0-1 0,0 0 0,0 0 0,0-1 0,0 0 0,0 0 0,0-1 0,0 0-10,-6 1 3,0-1 0,0 1 0,1-1 0,-1 1 1,0-1-1,0 0 0,-1 0 0,1 0 0,0-1 1,-1 1-1,1-1 0,-1 1 0,0-1 0,0 0 1,0 0-1,0 0 0,0 0 0,-1 0 0,1 0 1,-1-1-1,0 1 0,0 0 0,0-1 0,0-1-3,0 3 8,-1-1 0,0 0-1,1 0 1,-1 0-1,0 1 1,-1-1-1,1 0 1,0 0 0,-1 0-1,1 1 1,-1-1-1,0 0 1,0 1-1,0-1 1,0 0 0,-1 1-1,1-1 1,-1 1-1,1 0 1,-1-1-1,0 1 1,0 0 0,0 0-1,0 0 1,0 1-1,0-1 1,-1 0 0,1 1-1,-1-1 1,1 1-8,-13-4 8,1 1 1,-1 0-1,0 1 1,0 1 0,0 0-1,0 1 1,-1 1-1,1 1 1,-13 1-9,28-2-66,-1 0 1,0 0-1,0 0 0,0 0 1,0 0-1,1 0 0,-1 0 1,0 0-1,0 1 0,0-1 0,1 0 1,-1 1-1,0-1 0,0 0 1,1 1-1,-1-1 0,0 1 1,1-1-1,-1 1 0,0 0 1,1-1-1,-1 1 0,1-1 0,-1 1 1,1 0-1,-1 0 0,1-1 1,0 1-1,-1 0 0,1 0 1,0-1-1,-1 1 0,1 0 0,0 0 1,0 0-1,0 0 0,0-1 1,0 1-1,0 0 0,0 0 66,0 1-369,1 0 0,-1 0 0,1-1 0,-1 1 0,1 0 0,-1-1 0,1 1 0,0 0 0,0-1 0,0 1 0,0-1 0,0 0 0,1 1 0,-1-1 0,0 0 0,0 0 0,1 1 0,1-1 369,23 13-7856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45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0 9498,'0'0'5609,"0"0"-3712,0 0 599,0 0-1344,-154 172-1152,116-133-1000,10-11-5545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45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13675,'0'0'2672,"0"0"-1439,0 0 1023,0 134-959,0-75-537,0-5-368,6-6-232,-1-4-80,-5-11-32,0-2-40,0-5-8,0-3-800,0-2-1385,3-9-767,6-6-2890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46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10666,'0'0'2197,"0"0"-143,0 0-301,0 0-725,27-2-582,82-8-277,-108 9-130,1 1 0,0-1 0,0 1 0,-1 0 0,1-1 0,0 1 0,0 0 0,0 0 0,-1 1 0,1-1 0,0 0 0,0 0-1,-1 1 1,1-1 0,0 1 0,-1 0 0,1-1 0,0 1 0,-1 0 0,1 0 0,-1 0 0,1 0 0,-1 0 0,0 0 0,1 1 0,-1-1 0,0 0 0,0 1 0,0-1-1,0 1 1,0-1 0,0 1 0,0-1 0,-1 1 0,1 0 0,0-1 0,-1 1 0,0 0 0,1 0 0,-1-1 0,0 1 0,0 0 0,0 0-39,0 4 289,-1 1 1,1-1-1,-2 0 1,1 1-1,-1-1 1,0 0-1,0 0 0,-3 5-289,-39 65 610,34-61-478,0 1 0,1-1 0,0 2-1,1-1 1,1 1 0,1 0 0,1 0 0,0 1 0,1 1-132,4-17 35,0-1 0,0 1 1,1-1-1,-1 1 0,0-1 0,1 1 1,-1-1-1,1 1 0,0-1 0,0 1 1,-1-1-1,1 0 0,0 1 0,0-1 1,0 0-1,0 0 0,1 0 0,-1 0 1,0 0-1,0 0 0,1 0 1,-1 0-1,0 0 0,1-1 0,-1 1 1,1-1-1,-1 1 0,1-1 0,-1 1 1,1-1-1,-1 0 0,1 0 0,-1 1 1,2-1-36,65 6 152,-56-6-135,14 1-400,1-1-1,18-2 384,-35 0-784,1 0-1,-1 0 1,0-1 0,0 0-1,2-1 785,23-12-5904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46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7162,'0'0'7553,"0"0"-5784,0 0 711,0 0-664,109 198-599,-86-106 95,-9 6-176,-14 2-352,0-5-376,0-10-231,-6-11-105,-8-15-56,-3-13-16,-6-7-737,3-11-1375,0-12-3353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48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9794,'0'0'3897,"0"0"-1513,0 0 353,0 0-953,0 0-783,0 0-473,0 0-128,63-3-160,-32 1-80,-2-1-104,-1 3-48,-2 0-8,-3 0-80,-3 0-576,2 0-1273,-7 0-1863,-7 0-2650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6:48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12019,'0'0'2128,"0"0"-848,0 0-167,0 0-433,0 0-328,0 0-136,0 0-160,156-5-56,-104 0-520,-7 5-1081,1-3-3496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01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0 147 8410,'0'0'4517,"0"0"-2394,9 26-117,-1 1-1588,1 0 1,2-1 0,2 3-419,-10-24 39,0 0 0,0-1-1,1 0 1,-1 0 0,1 0 0,0 0-1,0 0 1,0-1 0,0 0 0,1 0 0,0 0-1,-1 0 1,1-1 0,0 1 0,0-1 0,0-1-1,0 1 1,3 0-39,7 1 82,1-1 0,0-1-1,0 0 1,0-1 0,1 0-82,2-1 137,-4 2 15,0-2-1,1 0 0,-1-1 1,-1-1-1,1 0 0,0-1 1,-1-1-1,1 0 0,-1 0 0,1-3-151,-9 5 143,0-1 0,0 0-1,0 0 1,0 0-1,0-1 1,-1 0-1,0 0 1,0 0-1,-1-1 1,1 0-1,-1 0 1,0 0-1,-1 0 1,0 0-1,0-1 1,0 0 0,-1 0-1,1 1 1,-2-1-1,1 0 1,-1-1-1,0-1-142,0 4 91,-1 0 0,1 0-1,-1 0 1,-1 0 0,1 0-1,-1-1 1,0 1 0,0 0-1,0 0 1,0 1 0,-1-1-1,0 0 1,0 0 0,-1 1 0,1-1-1,-1 1 1,0 0 0,0 0-1,0 0 1,-1 0 0,0 0-91,-5-4 62,-1 1 0,0 0 0,0 1 0,0 0 1,-1 1-1,0 0 0,0 1 0,-7-2-62,-3 0 24,-1 0 0,1 2-1,-1 1 1,0 1 0,0 0 0,-18 2-24,38 0-84,0 0 1,1 0 0,-1 1 0,0-1 0,0 0-1,0 0 1,1 1 0,-1-1 0,0 1 0,1 0-1,-1-1 1,1 1 0,-1 0 0,0 0-1,1 0 1,0 0 0,-1 0 0,1 1 0,0-1-1,-1 0 1,1 0 0,0 1 0,0-1-1,0 1 1,0-1 0,0 1 0,1 0 0,-1-1-1,0 1 1,1 0 0,-1-1 0,1 1 0,0 0-1,-1 0 1,1 1 83,0 0-375,0 1-1,0 0 0,0 0 1,0 0-1,1-1 1,0 1-1,-1 0 0,1 0 1,1-1-1,-1 1 1,0-1-1,1 1 1,0-1-1,0 1 0,0-1 1,1 1 375,21 20-6946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02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 12683,'0'0'5025,"0"0"-3521,0 0 2353,0 0-2913,-71 133-584,62-107-184,1-6-72,5-4-96,3-6-8,0-7-456,0-3-904,0-5-1337,3-16-3640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02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 12395,'0'0'3706,"0"0"-1808,0 0 11,-15 23-580,-47 76-375,58-90-815,0 0-1,1 0 1,0 1-1,1-1 1,-1 1-1,2 0 1,-1-1-1,2 1 1,-1 0-1,1 0 1,1 0-1,0-1 0,1 7-138,1 11 341,-3-22-315,0-1 1,1 0-1,0 0 1,-1 1-1,2-1 1,-1 0-1,0 0 1,1 0-1,0 0 1,0 0 0,0-1-1,0 1 1,1-1-1,0 1 1,-1-1-1,1 0 1,0 0-1,0 0 1,1 0-1,0 0-26,2 0 20,0 1 0,0-1 0,0 0 0,1-1 0,0 1 0,0-1 0,-1 0 0,1-1 0,0 0 0,0 0 0,7 0-20,-2-1 8,0 0 0,0-1-1,0 0 1,0 0-1,0-2 1,-1 1-1,1-2 1,-1 1-1,1-1 1,-1-1-1,-1 0 1,1-1 0,-1 0-1,7-5-7,-13 7 7,1-1 1,-1 1-1,0-1 1,0 0-1,-1 0 0,0 0 1,1-1-1,-2 1 1,1-1-1,-1 0 0,0 1 1,0-1-1,0 0 1,0-4-8,-2 6 4,1 0 0,-1 0 1,1 0-1,-1 0 1,-1 1-1,1-1 1,0 0-1,-1 0 1,0 0-1,0 0 1,0 1-1,0-1 0,-1 0 1,1 1-1,-1-1 1,0 1-1,0 0 1,0-1-1,-1 1 1,1 0-1,-1 0 0,-2-2-4,-10-6 28,0 1 0,-1 1 0,0 0 0,-1 1-1,0 1 1,0 0 0,0 1 0,-5 0-28,-6-3-31,22 8-87,4 1-1403,6 0-3312,11 0-1905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02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 8570,'0'0'6976,"0"0"-3382,0 0-1248,0 0-1032,0 0-581,0 0-43,-19 19-85,-60 63-204,74-76-364,0-1 1,1 0-1,-1 1 0,1 0 0,1 0 0,-1 0 0,1 1 0,0-1 0,0 1 0,1-1 0,0 1 0,0 0 1,0 0-1,1 0 0,0 0 0,0 0 0,1 1 0,0-1 0,1 0 0,-1 0 0,2 3-37,0-9 9,0 1 0,1-1 0,-1 0-1,1-1 1,-1 1 0,1 0 0,0-1-1,-1 0 1,1 1 0,-1-1 0,1 0-1,0 0 1,-1 0 0,1-1 0,0 1-1,0-1-8,5 1 14,32-3-26,-1-1 1,1-2 0,-1-2-1,10-4 12,50-9-969,-93 20 453,1-1 0,-1 1 1,0-1-1,0 0 1,0-1-1,6-2 516,13-18-6935,-16 11 467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03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8586,'0'0'4227,"0"0"-203,0 0-542,0 0-1759,0 0-871,0 0-89,-5 24 189,0-6-742,-4 24 525,1 0 1,-2 42-736,4 17 954,6 61-954,0-161-29,0 0-1,0 0 1,0 0-1,0 1 1,0-1-1,1 0 0,-1 0 1,0 0-1,0 0 1,1 0-1,-1 1 0,1-1 1,-1 0-1,1 0 1,-1 0-1,1 0 1,0 0-1,-1 0 0,1 0 1,0-1-1,0 1 1,0 0-1,0 0 0,0-1 1,0 1-1,0 0 1,0-1-1,0 1 1,0-1-1,0 1 0,0-1 1,0 0-1,0 1 1,0-1-1,0 0 0,1 0 1,-1 0-1,0 0 1,0 0-1,0 0 1,1 0-1,-1 0 0,0 0 1,0 0-1,0-1 1,0 1-1,1-1 30,5-1-614,-1 0 0,1-1 0,-1 0 0,0 0 0,0-1 1,0 1-1,4-4 614,29-26-7858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03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0 14523,'0'0'2646,"0"0"68,0 0-731,0 0-1044,0 0-551,0 0-41,-18 26 114,-59 87-15,72-103-386,0 0 0,0 0 0,1 1 1,0-1-1,1 1 0,0 0 0,1 0 1,0 0-1,0 0 0,1 1 1,1-1-1,0 0 0,1 1 0,0 0-60,0 22 95,-1-22-78,0 0 0,0-1-1,1 1 1,1 0 0,0-1-1,1 0 1,1 5-17,-2-12 1,-1-1 1,1 0-1,0 0 0,-1 0 1,2 0-1,-1 0 0,0 0 1,1-1-1,-1 1 1,1-1-1,-1 1 0,1-1 1,0 0-1,0 0 0,0 0 1,1-1-1,-1 1 1,0-1-1,1 0 0,-1 1 1,1-2-1,-1 1 0,1 0 1,-1-1-1,4 1-1,1-1 2,0 0-1,1-1 1,-1 1-1,0-2 1,0 1 0,0-1-1,1 0 1,-2-1-1,1 0 1,0 0-1,-1-1 1,1 0 0,-1 0-1,4-3-1,-6 4 10,-1 0 0,1-1 0,0 0-1,-1 0 1,0 0 0,0 0 0,0 0 0,0-1-1,-1 0 1,0 0 0,0 0 0,0 0 0,-1 0 0,1-1-1,-1 1 1,0-1 0,-1 1 0,0-1 0,1 0-1,-2 1 1,1-1-10,-1 5 4,0 0-1,0 0 1,0 1-1,0-1 1,0 0-1,0 0 1,-1 1-1,1-1 1,0 0-1,0 1 1,-1-1-1,1 0 1,0 1-1,-1-1 1,1 0-1,0 1 1,-1-1-1,1 0 1,-1 1-1,0-1 1,1 1-1,-1-1 1,1 1-1,-1 0 1,0-1-1,1 1 1,-1 0-1,0-1 1,1 1-1,-1 0 1,0-1-1,1 1-3,-27-1-39,17 1 38,-1 1-31,1 0 0,-1 0 0,0 1 0,1 1 0,0 0 0,-1 0 0,1 1 0,0 0 0,1 1 0,-7 3 32,-16 12-1356,1 1-1,-11 11 1357,29-22-733,-42 34-4741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10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3145,'0'0'10815,"0"0"-7221,0 0-1803,0 0-332,-5 36-208,0-2-942,-2 15 231,1 1 1,3-1-1,2 42-540,7-27 216,2-1-1,3 0 1,3 0 0,3-1-1,2-1 1,7 9-216,-23-63-96,-2-3-47,0-1 0,0 1 1,0-1-1,0 0 1,1 1-1,-1-1 1,1 0-1,0 0 0,0 0 1,0 0-1,1-1 1,-1 1-1,3 2 143,-4-6-263,0 0 1,-1 0-1,1 0 0,0 0 0,-1 0 1,1 0-1,0 0 0,-1 0 1,1 0-1,-1 0 0,0-1 1,1 1-1,-1 0 0,0 0 0,0 0 1,0-1-1,1 1 0,-1 0 1,-1 0-1,1 0 0,0-1 1,0 1 262,0-1-674,0-28-4824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10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1 233 12443,'0'0'2019,"0"0"180,9-23 1007,-3 4-2621,-4 9-441,1 1-1,0 1 0,0-1 1,1 0-1,0 1 0,1-1 1,-1 1-1,2 1 0,-1-1 1,1 1-1,0-1 0,1 2 1,-1-1-1,1 1 0,1 0 1,-1 0-1,2 1-143,8-4 215,0 1 0,1 0 0,0 2 1,0 0-1,1 1 0,0 1 0,0 0 0,0 2 1,0 0-1,0 1 0,1 1-215,-12 0 51,0 1-1,0 0 1,-1 0 0,1 1 0,0 0 0,-1 0-1,1 1 1,-1 0 0,0 0 0,0 1-1,0-1 1,5 5-51,-8-4 40,1 0-1,-1 1 0,0-1 1,-1 1-1,1-1 0,-1 1 1,1 0-1,-2 0 0,1 1 1,0-1-1,-1 1 1,0-1-1,0 1 0,-1 0 1,0-1-1,0 1 0,0 0 1,0 2-40,-1 1 48,-1 0 0,1 0 0,-1 0 0,-1 0 0,0 0 0,0 0 0,0-1 0,-1 1 0,-1-1 0,1 0 0,-1 0 0,-1 0 0,1 0 0,-1-1 0,-1 0 0,1 0 0,-1 0 0,-1-1 1,-2 3-50,-17 14 84,0-1-1,-1-2 0,-1-1 0,-14 7-82,38-24-24,-6 5-33,0 0 0,0-1 1,-1 0-1,0-1 1,0-1-1,-1 1 0,1-2 1,-1 0-1,0 0 0,0-1 57,11-3-330,1 1-1,-1-1 0,1 0 0,-1 0 0,1 0 0,0 0 0,-1 0 0,1 0 0,0 0 0,0 0 0,0 0 0,0 0 0,-1 0 0,1 0 0,1 0 0,-1 0 0,0 0 0,0 0 0,0 0 0,0 0 0,1 0 0,-1 0 0,0 0 0,1 0 331,8-21-7775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10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 9570,'0'0'6345,"0"0"-4736,0 0 167,0 0-680,0 0-247,-88 136 151,65-69 0,3 5-184,6-6-280,5-7-304,9-10-128,0-10-40,9-14-64,19-7-72,9-10-632,23-8-1240,-8-8-2977,-7-12-3889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11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12483,'0'0'2112,"0"0"-95,0 0 143,0 0-1064,186 18-400,-141 15 121,-2 8-129,-3 0 32,-6 3-184,1-3-240,-7-3-136,-2-7-40,-3-5-112,-3-8-8,0-11-416,5-7-728,-2 0-1225,-3-7-2520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11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0 13203,'0'0'2456,"0"0"-639,0 0-345,0 0-296,0 0-31,-45 141-81,22-84-312,-6-3-336,1-3-248,2-7-96,3-6-64,3-7-8,6-8-320,6-8-1016,8-7-1465,0-3-1992,0-5-6945</inkml:trace>
  <inkml:trace contextRef="#ctx0" brushRef="#br0" timeOffset="1">377 85 13291,'0'0'2440,"0"0"-695,0 0 335,0 0-864,0 0-767,157 0-289,-114 0-160,-9 0-144,3-3-1337,-11-2-1287,-9 0-3882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12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9034,'0'0'4001,"0"0"-2921,0 0 432,0 0-295,0 0-705,0 0-352,168-11-160,-91-6-976,-14 1-3505,-9 1-6002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15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1 11122,'0'0'1717,"0"0"120,0 0 120,0 0-754,-25 8-471,4-3-520,13-4-120,-1 1-1,1 0 1,0 0-1,0 1 1,0 0-1,0 0 1,0 1-1,1 0 1,-1 0-1,1 1 1,0 0-1,0 0 1,1 1-1,0 0 1,0 0-1,0 0 1,1 1-1,-4 5-91,-3 9 307,0 1 0,2 0 1,0 0-1,2 1 0,0 0 0,2 1 0,1 0 0,0 0 1,2 0-1,1 0 0,1 0 0,1 16-307,0-36 18,1 0 0,0 0 0,0 0 0,0 0 0,1 0 0,-1 0 0,1 0 0,0-1 0,0 1 0,0 0 0,0-1 0,1 0 0,-1 0 0,1 1 0,0-2 0,0 1 0,0 0 0,0 0 0,1-1 0,-1 0 1,1 0-1,-1 0 0,1 0 0,0 0 0,0-1 0,0 0 0,0 0 0,0 0 0,3 1-18,3 0 11,0 0 0,1-1 0,-1 0 0,1-1 1,-1 0-1,0-1 0,1 1 0,-1-2 0,1 0 0,-1 0 1,5-2-12,-11 2 4,-1-1 0,1 1 0,0-1 0,-1 1 0,0-1 0,1 0 0,-1-1 0,2-2-4,-4 6 1,-1-1-1,1 1 1,0-1-1,-1 1 1,1-1-1,-1 0 1,1 1 0,-1-1-1,1 1 1,-1-1-1,1 0 1,-1 0 0,0 1-1,1-1 1,-1 0-1,0 0 1,0 1-1,1-1 1,-1 0 0,0 0-1,0 0 1,0 1-1,0-1 1,0 0 0,0 0-1,0 0 1,-1 1-1,1-1 1,0 0-1,0 0 1,-1 0 0,1 1-1,0-1 1,-1 0-1,1 1 1,0-1 0,-1 0-1,1 1 1,-1-1-1,1 0 1,-1 1-1,0-1 1,1 1 0,-1-1-1,0 1 1,1-1-1,-1 1 1,0 0 0,1-1-1,-1 1 1,0 0-1,0-1 0,-23-3-9,0 1-1,0 1 1,0 1-1,-1 1 1,1 1-1,-24 4 10,-9 9 120,55-14-223,1 1 0,-1-1 0,1 1 0,-1-1 0,1 1 1,-1 0-1,1 0 0,-1-1 0,1 1 0,-1 0 0,1 0 0,0 1 0,0-1 0,-1 0 0,1 0 0,0 0 1,0 1-1,0-1 0,0 1 0,1-1 0,-1 1 0,0-1 0,1 1 0,-1-1 0,1 1 0,-1 0 1,1-1-1,0 1 0,-1-1 0,1 1 0,0 0 103,8 11-4976,15-3-3148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15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6433,'0'0'7714,"0"0"-5970,0 0 1001,0 0-641,129 147-647,-110-81-265,-13 4-304,-6-4-112,0-4-232,-8-8-183,-9-11-145,-1-9-112,7-11-96,5-8-8,6-7-585,6-8-999,20 0-2249,2-18-3816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15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13915,'0'0'3121,"0"0"-1185,0 0-760,0 0-760,0 0-280,160-3-88,-109 3-48,-5 0-168,-12 0-976,-22 0-1400,-12 3-2457,0 12-3857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16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12259,'0'0'4153,"0"0"-1505,0 0-223,0 0-649,0 0-960,0 0-360,0 0-288,217-57-168,-97 29-280,-21 2-1952,-10 3-5882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16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243 463 12563,'0'0'2532,"0"0"218,0 0-237,-29 2-962,-94 9-664,119-10-829,0 0 1,0 0 0,0 0 0,0 0-1,0 1 1,0 0 0,0 0 0,1 0-1,-1 0 1,1 0 0,-1 1 0,1 0-1,0 0 1,0 0 0,0 0 0,0 0 0,1 0-1,-1 1 1,1-1 0,0 1 0,0-1-1,0 1 1,1 0 0,-1 0 0,1 0-1,0 0 1,0 0 0,0 0 0,1 1 0,-1-1-1,1 3-58,-2 2 120,0 0-49,1-1-1,-1 1 1,2-1-1,-1 1 0,1 0 1,0-1-1,1 1 1,0 0-1,0-1 1,1 1-1,0-1 0,2 5-70,-2-9 12,1 1 0,0-1 0,0 0 0,0 0 0,0 0 0,0 0 0,1 0 0,0-1 0,0 0 0,0 1 0,0-2 0,0 1 0,0 0 0,1-1 0,-1 0 0,1 0 0,0 0 0,0 0 0,0-1 0,0 0-1,3 0-10,10 3-26,1-1 1,0 0 0,-1-2 0,1 0 0,0-2-1,0 0 1,-1 0 0,1-2 0,0-1 24,-13 3-29,0 0 1,0-1-1,0 0 0,0 0 0,0 0 1,-1-1-1,1 0 0,-1 0 0,0 0 1,0-1-1,0 0 0,0 1 0,-1-2 1,0 1-1,1-1 0,-2 1 0,1-1 1,0 0-1,-1-1 0,0 1 1,0 0-1,-1-1 0,1 0 0,-1 1 1,-1-1-1,1 0 0,-1 0 0,0 0 1,0-3 28,1-22-13,-1 0 1,-2 0-1,-2 0 1,0 0-1,-7-23 13,-13-41 392,-9-15-392,-11-42 1120,26 85 825,16 65-1449,2 7-319,3 20-171,2-1 0,1 1 0,0-2 0,2 1-1,3 4-5,16 46 6,-16-36-275,8 24 365,18 37-96,2-25-2135,-30-59 175,1 0 1,1 0 0,8 7 1959,9 5-11025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16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112 158 13811,'0'0'2000,"0"0"129,0 0 567,3 141-1079,3-82-673,-4 0-320,-2-8-360,3-7-152,-3-11-112,3-12-48,0-11-816,0-10-1336,-3-10 95,0-16-3352,0-7-6482</inkml:trace>
  <inkml:trace contextRef="#ctx0" brushRef="#br0" timeOffset="1">1 212 11482,'0'0'2590,"0"0"-86,8-24-481,31-77-838,-35 94-1106,1 1-1,-1 0 0,1 0 1,0 1-1,1-1 0,-1 1 0,1 0 1,0 1-1,1-1 0,-1 1 1,1 1-1,-1-1 0,1 1 1,0 0-1,0 0 0,1 1 1,-1 0-1,0 1 0,1-1 1,-1 1-1,1 1 0,3-1-78,-3 0 59,1 0 0,-1 1-1,1-1 1,-1 2 0,1-1 0,-1 1-1,0 0 1,1 1 0,-1 0 0,0 0-1,0 1 1,0 0 0,3 2-59,-8-3 30,1 1 1,-1-1-1,0 1 0,0 0 1,0 0-1,0 0 1,0 0-1,-1 1 0,1-1 1,-1 1-1,0 0 1,0-1-1,0 1 0,-1 0 1,0 0-1,1 0 1,-1 0-1,0 0 0,-1 0 1,1 1-1,-1-1 1,0 0-1,0 0 0,0 1 1,0-1-1,-1 0 1,0 2-31,-1 1 87,0 0 0,-1-1 0,1 1 0,-1-1 1,0 0-1,-1 0 0,0 0 0,0-1 0,0 1 1,0-1-1,-1 0 0,0 0 0,0 0 0,0-1 1,-1 1-1,0-1 0,1-1 0,-3 1-87,-13 9 132,0-1 0,-2-1 0,1-1 0,-14 4-132,13-10-493,22-4 398,1-1 1,0 1 0,0 0 0,-1-1-1,1 1 1,0-1 0,0 1 0,0 0-1,-1-1 1,1 1 0,0-1 0,0 1-1,0-1 1,0 1 0,0 0 0,0-1-1,0 1 1,0-1 0,0 1 0,0-1-1,0 1 1,0-1 0,0 1-1,0-1 1,0 1 0,1 0 0,-1-1-1,0 1 1,0-1 0,0 1 0,1 0-1,-1-1 1,0 1 0,1-1 0,-1 1-1,0 0 1,1 0 0,-1-1 0,0 1-1,1 0 1,-1 0 0,1-1 0,-1 1-1,1 0 95,17-20-5537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17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13003,'0'0'2118,"0"0"303,0 0-319,0 26-669,6 83-411,-5-106-974,-1 0-1,1 0 1,0 0-1,-1 0 0,1 0 1,1 0-1,-1 0 1,0 0-1,1-1 0,-1 1 1,1 0-1,0-1 1,0 1-1,0-1 0,0 0 1,0 0-1,1 0 1,-1 0-1,1 0 1,-1 0-1,1 0 0,0-1 1,-1 0-1,1 1 1,3 0-48,2 0 81,1 0 0,0-1-1,0 0 1,0 0 0,-1-1 0,1 0 0,2-1-81,3 1 83,-5 0-71,-1-1 0,0 0 0,-1-1 0,1 0 0,0 0 0,0 0 0,-1-1 0,1 0 0,-1-1-1,0 0 1,0 0 0,0 0 0,0-1 0,-1 0 0,0 0 0,0-1 0,0 1 0,-1-1-1,0-1-11,2-1 21,-1 0 0,0-1 0,0 0 0,-1 0 0,-1 0 0,1-1 0,-2 1 0,1-1 0,-1 0 0,-1 0-1,0-1 1,0 1 0,-1 0 0,0-7-21,-1 14 22,-1 0-1,1 1 1,-1-1 0,0 1-1,0-1 1,0 1 0,-1-1-1,1 1 1,0 0 0,-1-1-1,0 1 1,1 0-1,-1 0 1,0 0 0,0 0-1,0 1 1,0-1 0,0 0-1,-1 1 1,1-1 0,-2 0-22,-19-16-1132,8-6-3636,14 16-525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17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3201,'0'0'8658,"0"0"-5474,0 0 1177,0 0-1968,23 154-665,-14-118-576,-1-5-648,7-5-288,2-8-216,23-18-280,-6 0-1632,0-11-5610</inkml:trace>
  <inkml:trace contextRef="#ctx0" brushRef="#br0" timeOffset="1">331 1 7890,'0'0'6360,"0"0"-3966,0 0-1049,0 0-438,0 0-516,-4 22-190,-11 75 155,14-90-194,1 1-1,0-1 0,0 1 1,1 0-1,0-1 0,0 1 0,1-1 1,0 1-1,0-1 0,1 1-161,7 33 1280,-10-38-1182,2 13 315,-1 0-1,0 0 0,-2 0 0,0 0 1,0-1-1,-4 15-412,4-27 14,0 1 1,-1-1-1,1 1 0,-1-1 1,1 0-1,-1 0 1,0 0-1,-1 0 0,1 0 1,0 0-1,-1 0 0,1-1 1,-1 1-1,0-1 1,0 0-1,0 0 0,0 0 1,0 0-1,-1 0 1,1-1-1,-1 1 0,1-1 1,-1 0-1,1 0 1,-1 0-1,1-1 0,-1 1 1,0-1-1,1 0 0,-1 0 1,-3-1-15,-90-2-3055,60-1-1889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18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13867,'0'0'2360,"0"0"-79,0 0-777,0 0-423,-74 164-41,51-74 192,3 5-224,9-5-208,11-8-360,0-10-223,3-16-129,22-7-40,7-13-48,2-10-249,34-16-591,-8-10-1568,0 0-4218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18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14635,'0'0'1826,"0"0"-202,0 0-211,-12 31-419,-4 1-693,7-13-130,0 0 0,2 0 0,0 0 0,1 1 0,0 0 0,2 0 1,1 1-1,0-1 0,1 1-171,2-7 199,-3 10 183,2 0 0,2 0 1,0 1-1,1-1 1,3 14-383,-4-33 30,0 0 1,1-1-1,-1 1 1,1 0-1,0 0 1,0-1-1,0 1 1,1-1-1,-1 0 1,1 1-1,0-1 1,0-1-1,1 1 1,-1 0-1,1-1 1,0 1-1,0-1 1,0 0-1,0-1 1,1 1-1,-1-1 1,1 0-1,-1 0 1,1 0-1,0 0 1,0-1-1,0 0 1,0 0-1,1 0-30,4 0 20,-1-1-1,1 0 1,0 0-1,0-1 1,-1 0 0,1-1-1,-1 0 1,1 0-1,7-4-19,-15 6 9,1-1-1,0 0 1,-1 0 0,1-1-1,-1 1 1,0 0-1,1-1 1,-1 0-1,0 1 1,0-1 0,0 0-1,0 0 1,0 0-1,-1 0 1,1-1-1,0 1 1,-1 0 0,0-1-1,0 1 1,1-1-1,-1 1 1,-1-1 0,1 1-1,0-1 1,-1 0-1,1 0 1,-1 1-1,0-1 1,0 0 0,0 0-1,0 1 1,0-1-1,-1 0 1,1 1-1,-1-1 1,0 0 0,0 0-9,0 2 18,0-1 1,0 1 0,0 0 0,0-1 0,-1 1-1,1 0 1,0 0 0,-1-1 0,1 1 0,-1 0-1,1 0 1,-1 1 0,0-1 0,1 0 0,-1 1 0,0-1-1,0 1 1,0-1 0,1 1 0,-1 0 0,0-1-1,0 1 1,-1 0-19,-52-1 277,42 1-214,1 0-45,-27 1 71,38-1-101,-1 1-1,1-1 1,0 0-1,0 1 0,-1-1 1,1 0-1,0 1 1,0-1-1,0 1 1,0 0-1,-1-1 0,1 1 1,0 0-1,0 0 1,0 0-1,1 0 1,-1-1-1,0 1 0,0 0 1,0 1-1,1-1 1,-1 0-1,0 0 1,1 0-1,-1 1 13,1-1-96,0 0 1,0-1-1,0 1 1,1 0-1,-1 0 1,0-1-1,0 1 1,1 0-1,-1-1 1,0 1-1,1 0 1,-1-1-1,0 1 0,1 0 1,-1-1-1,1 1 1,-1-1-1,1 1 1,0-1-1,-1 1 1,1-1-1,-1 1 1,1-1-1,0 0 1,-1 1-1,1-1 0,0 0 1,0 1-1,-1-1 1,1 0-1,0 0 1,0 0-1,-1 0 1,1 0-1,1 0 96,32 5-4708,-30-4 3581,38 2-8351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19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14979,'0'0'2009,"0"0"551,0 0-375,0 0-1321,-58 154-544,50-118-200,2-5-120,6-8-624,3-5-1761,14-13-3888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19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15283,'0'0'2657,"0"0"1360,0 0-2001,0 0-1320,0 0-280,0 0 281,12 162-177,-7-103-272,1-5-144,-3-8-96,2-10-8,1-8-320,11-15-521,-2-5-1615,5-8-4946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19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0 12603,'0'0'1991,"0"0"247,0 0-62,0 0-996,0 0-705,0 0-236,24 6-52,71 21 37,-94-27-208,0 1 0,0-1 1,1 1-1,-1-1 1,0 1-1,0 0 0,0-1 1,0 1-1,0 0 1,0 0-1,0 0 0,0-1 1,0 1-1,0 0 1,0 0-1,-1 1 0,1-1 1,0 0-1,-1 0 1,1 0-1,-1 0 1,1 1-1,-1-1 0,0 0 1,1 0-1,-1 1 1,0-1-1,0 0 0,0 1 1,0-1-1,0 0 1,0 0-1,0 1 0,0-1 1,-1 0-1,1 1 1,0-1-1,-1 0 0,1 0 1,-1 1-17,-3 4 113,1 0 0,-1 0 1,0 0-1,0-1 0,0 0 1,-4 3-114,3-2 115,-54 57 395,42-47-232,1 1-1,0 0 1,1 1-1,1 0 1,1 2 0,0-1-1,-5 16-277,17-34 29,1 0-1,-1 0 0,1 0 0,0 1 0,-1-1 0,1 0 0,0 0 0,0 1 1,0-1-1,0 0 0,0 0 0,0 1 0,0-1 0,0 0 0,1 0 0,-1 1 1,0-1-1,1 0 0,-1 0 0,1 0 0,0 1 0,-1-1 0,1 0 0,0 0 1,-1 0-1,1 0 0,0 0 0,0 0 0,0-1 0,0 1 0,0 0 0,0 0 1,0-1-1,0 1 0,0 0 0,0-1 0,1 1 0,-1-1 0,0 0 0,0 1 1,0-1-1,1 0 0,-1 0 0,0 1 0,1-1 0,-1 0 0,0 0 0,1-1-28,13 3 6,1-1 0,0-1-1,0 0 1,3-2-6,5 1 12,-15 1-199,-1-1 1,0 0 0,0-1 0,0 1-1,0-2 1,0 1 0,0-1 0,-1 0 0,1-1-1,0 0 187,46-28-5443,-25 11-2002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20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0 14067,'0'0'1800,"0"0"-55,0 0-449,86 180-856,-80-85 16,-6 8 544,-9-1 121,-20-2-33,-2-12-528,-3-14-384,2-12-56,1-13-120,5-8-224,-2-5-2056,5-13-3170,6-13-8561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23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 8450,'0'0'2558,"0"0"-379,0 0-611,0 0-516,0 0-167,-1 5-8,-6 9 867,13-25 1995,-5 10-3676,0 0 0,0 0 0,1 0 0,-1 1 0,0-1 0,0 0 0,1 0 0,-1 1 1,1-1-1,-1 1 0,1-1 0,-1 1 0,0 0 0,1 0 0,-1 0 0,2-1-63,-2 1 18,-1 0-1,0 0 0,1 0 0,-1 0 1,1 1-1,-1-1 0,0 0 1,1 0-1,-1 0 0,1 0 0,-1 0 1,0 0-1,1 1 0,-1-1 0,0 0 1,1 0-1,-1 0 0,0 1 0,0-1 1,1 0-1,-1 0 0,0 1 1,1-1-1,-1 0 0,0 1 0,0-1 1,0 0-1,1 1 0,-1-1 0,0 1 1,0-1-1,0 0 0,0 1 0,0-1 1,0 0-1,0 1 0,0-1 1,0 1-1,0-1 0,0 0 0,0 1 1,0-1-1,0 1 0,0-1 0,0 0 1,0 1-1,0-1 0,-1 0 0,1 1 1,0-1-1,0 0 0,0 1 1,-1-1-1,1 0 0,0 1 0,0-1 1,-1 0-1,1 0 0,0 1 0,-1-1-17,-2 4 63,-1 1-1,0-1 1,0 0-1,0 0 0,0-1 1,-1 1-1,1-1 1,-1 0-1,0 0 0,-4 1-62,9-7 251,-2-10-898,-11 17-6129,5 3-2219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57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12819,'0'0'3064,"0"0"-391,0 0-345,0 0-1039,0 0-537,0 0-320,0 0-88,89 0-136,-52 0-112,3 0-96,-6 0-8,-3 0-896,1 0-1393,-10 0-2536,-10 3-4056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57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11586,'0'0'2521,"0"0"64,0 0-169,0 0-1256,0 0-672,0 0-296,0 0-192,194-34-976,-142 16-2112,-7-2-5818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57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15371,'0'0'2177,"0"0"13,0 34-347,0-2-1499,0 48 1112,9 71-1456,0-68 505,-2 2-164,4-1 0,21 76-341,-27-192-4968,-4-31 3457,-6 19 1404,-2 0 0,-9-33 107,-9-49 998,20 91-743,2 0-1,1 0 0,1-1 0,2 1 0,2 0 0,2-11-254,-3 37 68,-1 0-1,2 1 1,-1 0-1,1-1 1,0 1-1,0 0 1,1 0-1,1 1 1,-1-1-1,1 1 1,0 0-1,1 0 1,-1 0-1,1 1 1,1 0-1,-1 0 1,1 1-1,0 0 1,0 0-1,1 0 1,-1 1-1,1 0 1,0 1-1,0 0 1,1 0-1,-1 0 1,9-1-68,-10 3 55,1-1 1,0 1-1,-1 0 1,1 1-1,-1 0 1,1 0-1,0 1 1,-1-1-1,1 2 1,-1-1-1,1 1 0,-1 0 1,1 1-1,-1 0-55,-3-1 19,1 1-1,-1 0 0,0 0 1,-1 0-1,1 0 0,-1 1 0,1 0 1,-1-1-1,0 1 0,0 0 1,-1 0-1,1 1 0,-1-1 0,0 1 1,0-1-1,0 1 0,-1 0 1,1-1-1,-1 1 0,-1 0 0,1 0 1,0 1-19,0 8 64,0 1-1,-1-1 1,0 1 0,-1-1 0,-1 0 0,0 1 0,-1-1 0,0 0 0,-1 0 0,-1-1 0,0 1-1,-1-1 1,-1 0 0,0-1 0,0 1 0,-1-1 0,-1-1 0,0 1 0,0-2 0,-1 1 0,-1-1 0,0-1-1,0 0 1,-7 4-64,-15 5-10,32-18-41,1 0-1,-1 0 1,0 1 0,1-1-1,-1 0 1,1 0-1,-1 0 1,0 0 0,1 0-1,-1 0 1,0 0-1,1-1 1,-1 1-1,1 0 1,-1 0 0,0 0-1,1-1 1,-1 1-1,1 0 1,-1-1 0,1 1-1,-1 0 1,1-1-1,-1 1 1,1-1 0,-1 1-1,1-1 1,-1 1-1,1-1 1,0 1 0,-1-1-1,1 1 1,0-1-1,-1 1 1,1-1-1,0 0 1,0 1 0,0-1-1,0 0 1,0 1-1,-1-1 1,1 1 0,0-1-1,0 0 1,0 1-1,1-1 1,-1 0 0,0 1-1,0-1 1,0 0 51,3-28-4611,9-6-4177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58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14723,'0'0'2137,"0"0"951,-74 154-903,54-82-657,8 3-656,10-11-368,2-5-192,0-13-192,17-8-48,8-9-64,7-14-8,2-7-296,32-8-976,-12-16-3553,-3-12-5769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58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52 134 1200,'0'0'13891,"0"0"-11698,0 0 655,0 0-855,0 0-777,154 138-352,-126-97-424,-2-2-272,-6-3-88,-6-3-64,-2-7-16,-7-8-280,1-10-1248,-3-6-3097,0-2-2737</inkml:trace>
  <inkml:trace contextRef="#ctx0" brushRef="#br0" timeOffset="1">388 0 12915,'0'0'1704,"0"0"577,0 0 439,-77 149-1087,29-82-513,-4 0-88,1-3-472,0-10-232,8-6-176,11-12-104,10-7-48,10-14-424,12-15-1608,3 0-3033,17 0-4521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58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1 11042,'0'0'2949,"0"0"-134,0 0-598,0 0-1169,0 0-656,0 0-87,-13 13 185,-42 44 963,3 2 0,-44 65-1453,95-122 16,-1 0 1,1 0 0,0 0-1,0 0 1,0 0 0,0 0-1,0 0 1,0 1-1,1-1 1,-1 0 0,1 1-1,-1-1 1,1 0 0,0 1-1,0-1 1,0 1-1,0-1 1,1 2-17,0-2 35,-1-1 0,1 1 0,0-1-1,0 1 1,0-1 0,0 0 0,0 1 0,0-1-1,1 0 1,-1 0 0,0 0 0,0 0 0,1 0 0,-1 0-1,1 0 1,-1-1 0,1 1 0,-1 0 0,1-1-1,0 1-34,11 2 151,0-1 0,0 0 0,0-1 0,0 0 0,0-1 0,2-1-151,-1 1-103,88 0-498,-34 0-5919,-44 0-1823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59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0 8890,'0'0'5217,"0"0"-3241,0 0-431,0 0-33,0 0-344,-169 28-111,121-25-137,5-3-296,6 0-128,11 0-192,12 0-152,6 0-80,5 0-72,3 0-168,11-3-936,18 1-2001,-1-1-1928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7:59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0 9778,'0'0'2561,"0"0"-124,0 0-104,0 0-482,0 0-620,0 0-518,-19 11-212,5-5-380,8-3-68,-1 0-1,1 0 1,-1 0 0,1 1 0,0 0 0,0 0-1,0 1 1,1-1 0,0 1 0,0 1 0,0-1-1,0 1 1,1-1 0,0 1 0,0 0-1,1 1 1,-1-1 0,1 1 0,0 1-53,-3 15 230,0 0 0,2 0 1,0 0-1,2 1 0,0-1 1,2 1-1,1 0 0,0-1 0,4 15-230,-4-31 5,0 0 0,1 0 0,0 0 0,0 0 0,0 0 0,1 0 0,0-1-1,1 1 1,-1-1 0,1 0 0,1 0 0,-1 0 0,1 0 0,0-1 0,0 0-1,0 0 1,1 0 0,0-1 0,0 0 0,0 0 0,0 0 0,1-1-1,-1 0 1,1 0 0,0-1 0,0 1 0,0-2 0,0 1 0,0-1 0,0 0-1,1 0 1,3-1-5,-6 1-57,0-1 1,-1 0-1,1-1 0,-1 1 0,1-1 0,-1 1 0,1-2 1,-1 1-1,0 0 0,1-1 0,-1 0 0,0 1 0,0-2 1,0 1-1,1-1 57,-3 1-6,-1 0 0,1 0 0,0 0 0,-1 0 0,1-1 0,-1 1 0,0 0 0,1-1 0,-1 1 1,-1-1-1,1 0 0,0 1 0,0-1 0,-1 1 0,0-1 0,1 0 0,-1 0 0,0 1 0,0-1 0,-1 0 1,1 1-1,0-1 0,-1 0 0,0 1 0,0-1 0,1 1 0,-2-2 6,1 2 20,0-1 0,-1 1-1,1-1 1,-1 1 0,0 0 0,1 0-1,-1 0 1,0 0 0,0 0 0,-1 0-1,1 0 1,0 1 0,0-1 0,-1 1 0,1 0-1,-1 0 1,1-1 0,-1 2 0,0-1-1,1 0 1,-1 0 0,0 1 0,0 0-1,-1-1-19,-13-1 94,0 1-1,-1 0 0,-9 1-93,11 1-14,-7 3 339,17 7-1486,7-10 941,0 0 0,0 0 1,-1 1-1,1-1 0,0 0 0,0 0 0,0 0 0,0 0 1,0 0-1,0-1 0,1 1 0,-1 0 0,0 0 0,0-1 1,1 1-1,-1-1 0,0 1 0,1-1 0,-1 1 0,0-1 1,1 0-1,-1 0 0,1 0 0,-1 0 0,2 0 220,30 1-4494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8:00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5329,'0'0'7442,"0"0"-4922,0 0-231,0 0-1177,0 0-376,0 0-8,94 175 136,-71-93-47,-14 5-57,-9 0-360,0-5-248,0-5-96,-12-7-56,-19 7-344,5-18-1705,1-16-3480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8:05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7034,'0'0'1349,"0"0"1921,0 0-1097,0 0-669,0 0-200,0-11 1980,2 31-2799,0 1 1,1 0-1,1-1 1,2 2-486,8 48 682,9 220 427,-20-239-1056,-3-21 548,7-70-155,0 21-449,1 0-1,0 1 1,1 0 0,1 0 0,1 1 0,2-2 3,-6 9-24,0 1 1,0 1-1,1-1 0,-1 1 1,2 1-1,-1 0 0,1 0 1,0 0-1,1 1 1,0 0-1,8-3 24,-14 7-9,0 1 0,0 0 1,0 0-1,1 0 0,-1 0 0,0 0 1,0 1-1,0 0 0,1 0 0,-1 0 1,0 0-1,0 1 0,1 0 0,-1 0 9,-1 0-1,-1 0 0,0 0 0,0 0 0,0 0 0,0 1 0,0-1 0,0 1 0,0-1 0,0 1 0,0 0 0,-1 0 0,1-1 0,-1 1 0,0 1 0,1-1 0,-1 0 0,0 0 0,0 0 0,0 1 0,0-1 0,-1 0 0,1 1 0,-1-1 0,1 1 1,0 8 13,1 0-1,-2 0 1,1 0-1,-2 0 0,1 0 1,-2 0-1,1 0 1,-1-1-1,-1 1 1,0 0-1,-1-1 1,0 0-1,0 0 1,-1 0-1,-1 2-12,1-5 18,1 0-1,-1 0 1,0 0-1,0-1 1,0 0 0,-1 0-1,0 0 1,-1-1-1,1 0 1,-1 0 0,0 0-1,0-1 1,0 0-1,-1-1 1,0 0 0,1 0-1,-1 0 1,0-1-1,0 0 1,-8 0-18,15-1-78,-1-1 0,1 0 0,-1 0 0,0 0 0,1 0 0,-1 0 0,1 0-1,-1 0 1,1-1 0,-1 1 0,1-1 0,-1 1 0,1-1 0,-1 1 0,1-1 0,-1 0 0,1 0 78,0 0-257,1 1 0,-1-1 0,1 0 0,-1 0 0,1 0 0,0 0 0,0 0 1,-1 1-1,1-1 0,0 0 0,0 0 0,0 0 0,0 0 0,0 0 0,0 0 0,0 0 0,0 0 0,1 0 1,-1 0-1,0 1 0,0-1 0,1 0 0,-1 0 0,1 0 0,-1 0 0,0 1 0,1-1 0,0 0 0,-1 0 1,1 1-1,0-1 257,9-10-6867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18:06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0 11258,'0'0'2286,"0"0"-57,0 0-472,0 0-783,0 0-343,0 0 169,20 15 40,-3-4-638,-7-5-109,0 0-1,-1 0 1,1 1 0,-1 1-1,-1 0 1,1 0 0,-1 0 0,-1 1-1,0 1 1,0-1 0,-1 1-1,0 0 1,3 7-93,-1 10 234,-1 0-1,0 1 1,-2 0-1,-2 0 1,0 0-1,-2 1 1,-1-1-1,-1 0 1,-4 19-234,1-22 121,-1 0 0,-1-1 0,0 0 0,-2 0 0,-1-1 0,-1 0 0,-1 0 0,-5 6-121,-3 2-493,0-1 0,-10 9 493,9-13-3028,-2-2-1,-11 10 3029,10-14-6342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0:12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42 4153,'0'0'1454,"0"0"-405,0 0-139,0 0 36,0 0 252,0 0 70,0 0-19,0 0 2,0 0-91,0 0-104,0 0-164,0 0-214,0 0-265,0 0-154,0 0-66,-37-21 1073,27 17-1228,-1 0 0,1 1-1,-1 1 1,0 0 0,0 0 0,0 1 0,0 1 0,0-1 0,-7 2-38,13-1-2,3 1 27,1-1 1,0 1-1,-1-1 1,1 1-1,0 0 1,-1 0-1,1 0 1,0-1-1,0 1 1,0 0-1,0 1 1,0-1-1,0 0 1,0 0-1,0 0 1,0 0-1,1 1 1,-1-1-1,0 0 1,1 1-1,-1-1 1,1 1-1,-1-1 1,1 1-1,0-1 1,0 1-26,-11 51 309,9-38-316,-1 54 138,4-68-120,0 0 0,0 0 0,0 0 1,0 0-1,0-1 0,0 1 0,0 0 0,0-1 0,0 1 1,0 0-1,1-1 0,-1 1 0,0-1 0,0 0 1,1 1-1,-1-1 0,0 0 0,0 0 0,1 0 1,-1 0-1,1 0-11,39 4 101,-34-4-94,6 1 8,-1-1 1,1 0 0,0-1-1,-1 0 1,1-1-1,0 0 1,-1-1 0,8-3-16,-16 5 27,1-1 0,-1 0 0,0 0 0,0 0 0,1 0 0,-1-1 0,-1 1 0,1-1 0,0 0 0,-1-1 1,1 1-1,-1 0 0,0-1 0,0 0 0,-1 0 0,1 0 0,-1 0 0,0 0 0,0 0 0,0-1 0,0 1 0,-1-1 0,0 1 0,1-3-27,-1 1 116,0 0-1,0 0 0,-1 0 1,0 0-1,0 0 0,0 0 1,-1 0-1,-1-4-115,2 9-19,-1-1 0,1 0-1,-1 1 1,0-1 0,0 1 0,0-1 0,0 1 0,0 0-1,0-1 1,0 1 0,0 0 0,-1 0 0,1 0-1,0 0 1,-1 0 0,1 0 0,-1 0 0,1 0 0,-1 0-1,1 1 1,-1-1 0,0 1 0,1-1 0,-1 1 0,0 0-1,1-1 1,-1 1 0,0 0 0,1 0 0,-1 0-1,-1 1 20,-73 0-4586,38 8-1132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0:44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13067,'0'0'2167,"0"0"-443,0 0 489,0 0-464,14 25-279,-5-10-1231,28 50 2424,25 62-2663,-42-65 836,-15-44-637,1 0 0,0-1-1,8 15-198,-13-31 48,-1-1 12,0 0 40,-1-15 184,-12-82-176,7 62-79,2 0 0,-1-28-29,5 56-6,0 0 0,1 1 0,-1-1 0,1 1 0,1-1 0,-1 1 0,1-1 0,0 1 0,0 0 0,1 0 0,0 0 1,2-4 5,-3 7-4,0 1 1,1-1 0,-1 1 0,0 0-1,1 0 1,0 0 0,-1 0 0,1 0 0,0 0-1,0 1 1,0-1 0,0 1 0,0 0 0,0 0-1,0 0 1,1 1 0,-1-1 0,0 0 0,0 1-1,1 0 1,-1 0 0,0 0 0,0 0 0,1 1-1,-1-1 1,2 2 3,-1-1-1,0 1-1,0-1 1,0 1 0,0 0-1,0 1 1,-1-1 0,1 1-1,-1-1 1,0 1-1,1 0 1,-1 0 0,-1 1-1,1-1 1,0 0 0,-1 1-1,0 0 1,1 0-1,-1-1 1,0 4 1,5 7 6,-1 1 0,-1-1 0,0 1 0,-1 0 0,-1 1-6,2 22 18,-1 1 0,-3 0 0,-1 16-18,0-23-19,0-31-41,0 0 0,0 0-1,0 0 1,0 0 0,0 0 0,1 0 0,-1 0 0,0-1 0,1 1-1,-1 0 1,0 0 0,1 0 0,-1-1 0,1 1 0,0 0 0,-1 0 0,1-1-1,-1 1 1,1 0 0,0-1 0,0 1 0,-1-1 0,1 1 0,0-1-1,0 1 1,0-1 0,-1 0 0,1 1 0,0-1 0,0 0 0,0 0 0,0 0-1,0 1 1,0-1 0,0 0 0,0 0 0,-1 0 0,1 0 0,0-1 0,0 1-1,1 0 61,39-12-5010,-9-8-1225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0:45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7242,'0'0'7025,"0"0"-5633,0 0 873,0 0-713,0 0-768,0 0-224,177-8-239,-140 3-201,-8-5-120,-3 5-72,-4 2-897,-7-2-1167,-7 5-2585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0:45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80 592,'0'0'12435,"0"0"-10715,0 0 353,0 0-369,0 0-1136,0 0-368,160-23-128,-117 8-72,14 2-776,-15-3-1497,-2 3-4336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0:46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54 3849,'0'0'5121,"0"0"-2147,0 0-659,0 0-102,0 0-513,0 0-611,-7 2 526,4-2-1342,6 0 296,81-25 869,-67 18-1412,1 2 1,0 0 0,-1 0-1,1 2 1,1 0 0,13 0-27,-31 4-1,0-1 1,0 0-1,0 0 0,0 1 1,1-1-1,-1 1 1,0-1-1,0 1 1,-1 0-1,1-1 1,0 1-1,0 0 0,0-1 1,0 1-1,0 0 1,-1 0-1,1 0 1,0 0-1,-1 0 1,1 0-1,-1 0 0,1 0 1,-1 0-1,0 0 1,1 0-1,-1 0 1,0 0-1,1 0 1,-1 0-1,0 1 0,0-1 1,0 0-1,0 0 1,0 0-1,-1 0 1,1 0-1,0 0 1,0 1-1,-1-1 0,1 0 1,-1 4 7,0 0-1,0 0 0,0 0 1,0-1-1,-1 1 0,0 0 1,0-1-1,0 1 0,-2 1-6,-98 122 100,117-138-31,0 2-1,0-1 1,1 2-1,0 0 1,0 1-1,11-2-68,-18 6-7,-1 0 0,1 1-1,0 0 1,0 0 0,-1 1 0,1 0 0,0 1-1,0 0 1,0 0 0,0 1 7,-6-1-3,1 0 0,0 1-1,0-1 1,-1 1 0,1 0-1,-1 0 1,1 0 0,-1 0 0,0 1-1,0 0 1,0-1 0,0 1 0,-1 0-1,1 0 1,-1 1 0,1-1-1,-1 0 1,0 1 0,-1-1 0,1 1-1,-1 0 1,2 2 3,1 9 1,0-1 1,-1 1-1,-1 0 0,0-1 0,-1 1 1,-1 9-2,0-17 0,0 0 1,-1 0 0,1 0-1,-2 1 1,1-1 0,-1 0 0,0-1-1,0 1 1,-1 0 0,0-1-1,0 1 1,-1-1 0,1 0-1,-3 2 0,2-4 10,1 0-1,-1-1 0,0 1 0,0-1 0,0 0 0,-1 0 0,1-1 0,-1 0 0,1 1 1,-1-1-1,0-1 0,0 1 0,0-1 0,-3 1-9,-9 0-19,-1 0 1,1-1-1,-14-1 19,-40 2-2995,38 3-1424,3 0-3075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1:45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0 188 3697,'0'0'5844,"0"0"-3368,0 0-897,0 0-508,0 0-403,6-14 42,1-4-186,2 0 0,0 1 0,1 1 0,1-1 0,0 1 0,10-10-524,-16 21 148,-1 1 1,1 0 0,-1 0-1,1 0 1,0 0 0,1 1 0,-1 0-1,1 0 1,-1 0 0,1 1 0,0 0-1,1 0-148,-3 1-8,1 0 0,-1 1 0,1-1 0,-1 1-1,1 1 1,-1-1 0,0 0 0,1 1 0,-1 0-1,0 0 1,1 1 0,-1-1 0,0 1 0,0-1 0,0 2-1,0-1 1,0 0 0,-1 1 0,1 0 8,12 8 62,-2 2 0,0 0-1,0 1 1,-1 0 0,-1 1 0,0 1 0,-1 0 0,-1 0 0,1 4-62,20 41 770,22 64-770,-3-8 461,-46-110-490,-4-5 15,0-1 1,1 1 0,-1-1 0,1 1 0,-1-1 0,1 1 0,0-1 0,0 0 0,0 1 0,0-1 0,0 0 0,0 0 0,0 0-1,0 0 1,0 1 0,0-2 0,1 1 0,-1 0 0,0 0 0,1 0 0,-1 0 0,2-1 13,-3 0-1087,0-10-6213,0-10-3921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1:45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 10922,'0'0'2207,"0"0"-630,0 0 22,-14 24-387,-2 1-872,-16 30 1745,-18 41-2085,-13 24 3320,-55 78-3320,115-192-1639,8-9 354,15-19-1096,-9 10 391,12-11-3199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1:45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11682,'0'0'2633,"0"0"-1473,0 0 257,0 0-385,0 0-360,0 0-160,149-5-184,-106 0-176,-3-8-64,-3 8-88,-6 0 0,-5 0-264,-9 5-1496,-3 0-2225,-11 0-2953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1:46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0 108 12019,'0'0'1880,"0"0"-352,0 0 633,0 0-313,0 0-472,0 0-623,0 0-129,86 13-248,-52-15-192,6-9-112,0-4-72,3 2-248,22-15-2337,-10 5-2360,-4-5-6305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1:46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9706,'0'0'2790,"0"0"-380,0 0-24,0 0-938,0 0-744,0 0-294,13-12-88,44-39 48,-54 48-333,1 0 0,-1 1 1,0-1-1,1 1 0,-1 0 0,1 0 1,0 0-1,-1 0 0,1 1 1,0 0-1,0-1 0,0 2 1,0-1-1,0 0 0,0 1 0,1-1 1,1 1-38,-3 1 20,1 0-1,-1 0 1,0 0 0,0 0 0,0 0 0,0 0-1,0 1 1,0 0 0,0-1 0,-1 1 0,1 0 0,-1 0-1,1 1 1,-1-1 0,0 0 0,0 1 0,1 0-20,3 6 54,-1 0 1,0 0 0,0 1-1,-1 0 1,0-1 0,0 1-1,-1 1 1,-1-1 0,0 0-1,0 1 1,-1 1-55,1 9 74,-1 0 1,-1 0-1,-1 1 1,-1-1-1,-1 0 0,-6 20-74,6-31 58,0 0 0,-1 1 0,0-1 0,-1-1 0,0 1 0,-1-1 0,0 0 0,0 0 0,-1-1 0,0 1 0,-1-2 0,0 1 0,0-1 0,-4 3-58,12-10 31,0 0 1,0 0-1,0 0 1,-1 0 0,1 1-1,0-1 1,0 0-1,0 0 1,-1 0 0,1 0-1,0 0 1,0 0-1,-1 0 1,1 0 0,0 0-1,0 1 1,-1-1-1,1 0 1,0 0 0,0 0-1,-1 0 1,1-1-1,0 1 1,0 0 0,-1 0-1,1 0 1,0 0-1,0 0 1,-1 0 0,1 0-1,0 0 1,0 0-1,0-1 1,-1 1 0,1 0-1,0 0 1,0 0-1,0 0 1,-1-1 0,1 1-1,0 0 1,0 0-1,0-1 1,0 1-32,-4-17 463,4 14-454,-1 1-1,1-1 1,1 0 0,-1 0 0,0 0 0,1 1 0,-1-1-1,1 0 1,0 0 0,0 1 0,0-1 0,0 0-9,3 0 3,-1 0 0,1 1 0,0 0 0,0 0 1,0 0-1,0 0 0,0 0 0,0 1 0,1 0 1,-1 0-1,0 0 0,1 0 0,-1 1 0,1-1 0,-1 1 1,0 0-1,1 1 0,-1-1 0,3 1-3,5 1 7,-1-1 0,0 2 0,1-1 0,-1 2 0,0-1 0,10 6-7,23 16 14,-20-11 26,1-1-1,25 9-39,-43-19 5,0-1 0,0 1 0,0-2 0,0 1 0,1-1 0,-1 0 0,0-1 1,1 0-1,-1 0 0,0 0 0,1-1 0,-1 0 0,3-1-5,-4-1 8,0 0 0,0-1 1,0 1-1,0-1 0,-1 0 0,1 0 0,-1-1 0,0 0 1,-1 0-1,1 0 0,-1 0 0,0-1 0,0 1 0,-1-1 1,0 0-1,0 0 0,2-6-8,-5 12-62,0 0-1,0 0 1,0 0 0,0 0 0,0-1 0,0 1 0,0 0-1,0 0 1,0 0 0,0 0 0,0-1 0,0 1-1,0 0 1,0 0 0,0 0 0,0 0 0,0-1 0,0 1-1,0 0 1,0 0 0,0 0 0,0 0 0,0 0-1,-1-1 1,1 1 0,0 0 0,0 0 0,0 0 0,0 0-1,0 0 1,0 0 0,-1 0 0,1-1 0,0 1-1,0 0 1,0 0 0,0 0 0,-1 0 0,1 0-1,0 0 1,0 0 0,0 0 0,0 0 0,-1 0 0,1 0-1,0 0 1,0 0 0,0 0 0,0 0 0,-1 0-1,1 0 1,0 0 0,0 0 0,0 0 0,0 1 0,0-1-1,-1 0 1,1 0 0,0 0 0,0 0 62,-12 5-3536,11-5 3017,-16 10-6452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2:34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0 4977,'0'0'5419,"0"0"-2912,0 0-1316,0 0-554,0 0-293,0 0 12,0 0 398,0 0 271,0 0 142,0 0-79,0 0-206,-2 5 1842,-11 17-2703,7-14-8,1 1 0,0 0 0,0 1 0,1-1 0,0 1 0,0 0 0,1 0 0,1 0 0,0 0 0,0 1 0,0 5-13,0 7 14,2-1 1,0 1-1,1 0 1,4 20-15,-4-36 14,0 0 0,1-1 0,0 1 0,0-1 1,0 0-1,1 1 0,0-1 0,0 0 0,0 0 0,1-1 0,0 1 0,0-1 1,1 0-1,-1 0 0,1 0 0,0-1 0,1 1 0,-1-1 0,1-1 0,-1 1 0,1-1 1,0 0-1,1 0 0,-1 0 0,0-1 0,1 0 0,-1 0 0,1-1 0,2 0-14,2 0 57,-1-1 0,0 0 0,1-1 0,-1 0-1,0-1 1,0 0 0,0-1 0,0 0-1,0 0 1,-1-1 0,2-1-57,-6 2 28,1 0-1,-1-1 1,0 0-1,0 0 1,0 0 0,-1 0-1,0-1 1,1 0 0,-1 0-1,-1 0 1,1 0-1,-1-1 1,0 1 0,0-1-1,-1 0 1,1 0-1,-2 0 1,2-5-28,0 4 50,-1 0 0,-1 0 0,0 0 0,0-1 0,0 1 0,-1-1 0,0 1 0,0 0 0,0-1 0,-1 1 0,-1 0 0,1 0 0,-1-1 0,0 1 0,-1 0 0,0 1 0,0-1 0,0 0 0,-1 1 0,0 0 0,0 0 0,0 0 0,-1 0 0,0 1 0,0-1 0,-1 1 0,1 1 0,-1-1 0,0 1 0,-1-1-50,1 2-73,1 0 0,-1 0 0,1 1 0,-1-1 0,0 1 0,0 1 0,0-1 0,0 1 0,-1 0 0,1 0 0,0 1 0,0-1 0,-1 2 0,1-1 0,0 1 0,-4 0 73,-24 11-3598,7 8-3785,14-4-5392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2:06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10426,'0'0'2638,"0"0"-632,0 0-111,0 0-135,0 0-427,0 0-717,15-4-292,21-5 66,1 1-1,0 2 1,1 1 0,6 1-390,-43 5 1,1-1 0,-1 0 1,0 1-1,0-1 0,1 1 0,-1-1 1,0 1-1,0-1 0,0 1 1,0 0-1,0 0 0,0 0 0,0-1 1,0 1-1,0 0 0,-1 0 0,1 0 1,0 0-1,0 1 0,-1-1 1,1 0-1,-1 0 0,1 0 0,-1 0 1,1 1-1,-1-1 0,0 0 0,0 0 1,1 1-1,-1-1 0,0 0 1,0 1-1,0-1 0,-1 0 0,1 0 1,0 1-1,0-1 0,-1 1-1,1 3 10,-1 1-1,0-1 1,0 0 0,0 0-1,-1 0 1,1 0-1,-1-1 1,0 1 0,-3 4-10,-100 103 160,130-113-111,3-6-48,0 1 1,0 0-1,0 3 0,1 0 1,26 1-2,-54 2-4,0 0 0,0 0 1,0 0-1,0 0 1,0 0-1,0 1 0,0-1 1,0 0-1,0 0 1,0 1-1,0-1 1,-1 1-1,1-1 0,0 0 1,0 1-1,0 0 1,0-1-1,-1 1 1,1-1-1,0 1 0,0 0 1,-1 0-1,1-1 1,-1 1-1,1 0 0,-1 0 1,1 0-1,-1 0 4,1 1-2,0 0-1,-1 1 0,0-1 1,1 0-1,-1 1 0,0-1 1,0 0-1,0 1 0,-1-1 1,1 0-1,0 1 0,-1 0 3,-1 3 1,1-1-1,-1 0 1,0 0 0,0 0-1,-1 0 1,1 0-1,-1 0 1,0 0-1,-1-1 1,-2 4-1,-6 3 41,0-1-1,0 0 1,-1-1 0,0 0-1,-1-1 1,0-1 0,0 0 0,0-1-1,-1 0 1,0-1 0,0-1 0,0-1-1,-1 0 1,1 0 0,-9-1-41,23-3-8,0 1 1,0-1-1,0 1 1,-1-1-1,1 0 1,0 0 0,0 1-1,1-1 1,-1 0-1,0 0 1,0 0-1,0 0 1,0 0-1,1 0 1,-1 0-1,1 0 1,-1-1 0,0 1-1,1 0 1,0 0-1,-1 0 1,1-1-1,0 1 1,0 0-1,0 0 1,-1-1-1,1 1 1,0 0 0,1 0-1,-1-1 1,0 1-1,0 0 1,1 0-1,-1-1 8,0 1-98,3-1-434,-1 1 0,1 0 1,0 0-1,0 0 1,0 0-1,0 1 0,0-1 1,0 1-1,0 0 1,-1 0-1,3 0 532,-1 0-1387,19-3-4896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2:06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1 13731,'0'0'2376,"0"0"-919,0 0 1047,0 0-767,0 0-673,-78 130-512,44-91-336,-3 2-216,-9 8-136,9-6-1296,3-9-3705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2:37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 11386,'0'0'1745,"0"0"-748,0 0-397,0 0-258,0 0-34,0 0 315,-4 6 180,2-3-721,0 1 0,0-1 1,0 0-1,-1 0 0,1 0 0,-1 0 1,0-1-1,0 1 0,1-1 1,-2 1-1,1-1 0,0 0 1,0 0-1,-1-1 0,1 1 0,-1-1 1,1 1-1,-1-1 0,0 0 1,1-1-1,-4 2-82,6-2 611,1-8 365,0-1 488,-1 12-906,-10 28-381,1-19-130,0-1-1,0 0 1,-1 0-1,0-1-46,9-9 3,2 12 794,-3 5-309,1-14-1130,2-6-3632,5-10-311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2:39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2713,'0'0'3800,"0"0"-2046,0 0-224,0 0-333,0 0-589,0 0-258,13-6-70,41-16 13,-54 22-241,0-1 1,1 1-1,-1 0 0,1 0 0,-1 0 0,1-1 0,-1 1 1,1 0-1,-1 0 0,1 0 0,-1 0 0,1 0 0,-1 0 0,1 0 1,-1 0-1,1 0 0,-1 0 0,1 0 0,-1 0 0,1 1 1,-1-1-1,1 0 0,-1 0 0,1 0 0,-1 1 0,0-1 0,1 0 1,-1 0-1,1 1 0,-1-1 0,0 0 0,1 1 0,-1-1 1,0 1-1,1-1 0,-1 0 0,0 1 0,0-1 0,1 1 0,-1-1 1,0 1-1,0-1 0,0 1 0,0-1 0,0 1 0,1-1 1,-1 1-1,0-1 0,0 1 0,0-1 0,0 1 0,-1-1 0,1 1-52,-3 22 281,2-21-264,0 0 0,0-1-1,0 0 1,-1 1 0,1-1 0,0 0 0,-1 1-1,1-1 1,-1 0 0,0 0 0,1 0-1,-1 0 1,0-1 0,0 1 0,1 0 0,-1-1-1,0 1 1,0-1 0,0 1 0,0-1 0,0 0-1,-1 0-16,3 0 94,0-3-59,0 1 0,1-1 1,-1 1-1,1-1 1,-1 1-1,1-1 0,0 1 1,0-1-1,0 1 0,1 0 1,-1 0-1,0-1 0,1 1 1,-1 0-1,1 0 0,0 0 1,0 1-1,0-1 1,0 0-1,0 1 0,0-1 1,0 1-1,1 0 0,-1 0 1,0-1-1,1 2 0,-1-1 1,1 0-1,-1 0 1,1 1-1,-1-1 0,1 1 1,-1 0-1,1 0 0,-1 0 1,1 0-1,0 0-35,-4 42 141,0-39-130,-1 1 0,0-1 0,0 0 0,0 1 0,0-1 1,-1 0-1,1 0 0,-1-1 0,0 1 0,0 0 0,0-1 0,0 0 0,0 1 0,-1-1 0,1-1 0,-1 1 0,1 0 0,-1-1 0,-1 1-11,4-33 120,2 26-114,0 0 0,0 0 0,1 0 1,-1 0-1,1 1 0,0-1 0,1 0 1,-1 1-1,1 0 0,0-1 0,0 1 0,0 0 1,1 0-7,-3 2-1,0 0 1,0 1 0,1-1 0,-1 0-1,1 1 1,-1-1 0,1 1 0,0 0 0,0-1-1,0 1 1,-1 0 0,1 0 0,0 0-1,0 0 1,1 1 0,-1-1 0,0 0-1,0 1 1,0-1 0,0 1 0,0 0-1,1 0 1,-1 0 0,0 0 0,0 0 0,0 0-1,1 1 1,-1-1 0,0 1 0,0 0-1,0-1 1,0 1 0,-1 2 10,0-1-1,-1 0 1,1 1-1,0-1 1,-1 0-1,0 1 0,0-1 1,0 1-1,0-1 1,0 1-1,0-1 1,0 1-1,-1-1 1,1 1-1,-1-1 1,0 0-1,0 1 1,0-1-1,0 1-9,-3 1 18,0 0-1,0 0 1,0-1-1,0 0 1,0 1-1,-1-1 1,0-1-1,1 1 1,-1-1 0,0 0-1,0 0 1,0 0-1,-1-1 1,1 1-1,0-1 1,0-1-1,-1 1 1,1-1-1,-1 0 1,-3 0-18,8-1 10,1 1 1,-1-1 0,0 1-1,1-1 1,-1 0-1,0 1 1,1-1-1,-1 0 1,1 0-1,-1 1 1,1-1-1,0 0 1,-1 0 0,1 0-1,0 1 1,0-1-1,-1 0 1,1 0-1,0 0 1,0 0-1,0 0 1,0 0-1,0 1 1,0-1 0,0 0-1,0 0 1,0 0-1,1 0 1,-1 0-1,0 1 1,1-1-1,-1 0-10,10-31 386,18 8-268,-27 23-117,0 0 0,1 0 0,-1 0 0,1 1 0,-1-1 0,1 0 0,-1 1 0,1-1 0,0 1 0,-1-1 0,1 1 0,0 0 0,-1 0 0,1 0-1,0 0 1,-1 0 0,1 0 0,0 0 0,-1 0 0,2 1-1,-2 0-5,0 1 0,0 0 0,0-1 0,-1 1 0,1 0 0,0-1 0,-1 1 0,1 0 0,-1 0 0,0 0 0,1-1 0,-1 1 0,0 0 0,0 0 0,0 0-1,-1 0 1,1 0 5,-3 37 63,3-36-48,-1 0-1,0 0 1,0 0-1,0 0 1,0-1-1,0 1 0,0 0 1,-1 0-1,1-1 1,-1 1-1,0-1 0,0 1 1,0-1-1,0 0 1,0 0-1,-1 0 0,1 0 1,0 0-1,-1 0 1,0-1-1,1 1 1,-1-1-1,0 1 0,0-1 1,0 0-1,-1 0-14,3-5 35,0 1 0,1-1 0,-1 0 0,1 1 0,0-1 0,-1 0 0,2 0-1,-1 1 1,0-1-35,0 0 41,0-1-32,0 0 1,1 0-1,-1 1 0,1-1 1,0 0-1,0 1 1,0-1-1,1 1 0,0-1 1,-1 1-1,2 0 1,1-4-10,-2 5 3,0 1 0,0 0 0,0 0 1,0 0-1,0 0 0,0 1 1,0-1-1,1 0 0,-1 1 0,1 0 1,-1-1-1,1 1 0,0 0 0,-1 0 1,1 1-1,0-1 0,0 1 0,-1-1 1,1 1-1,0 0 0,3 0-3,-6 0 3,1 1-1,0-1 0,0 0 0,-1 1 0,1-1 1,0 1-1,-1-1 0,1 1 0,-1-1 0,1 1 1,0-1-1,-1 1 0,1 0 0,-1-1 0,0 1 1,1 0-1,-1-1 0,1 1 0,-1 0 0,0 0 1,0 0-1,1-1 0,-1 1 0,0 0 0,0 0 1,0 0-1,0-1 0,0 1 0,0 0 0,0 0 1,0 0-1,0-1 0,-1 1 0,1 0 0,0 0 1,0 0-1,-1-1 0,1 1 0,-1 0-2,-12 33 186,10-30-101,-1-1-1,1 0 1,-1 0-1,0 0 1,0 0-1,-1 0 1,1-1-1,-1 0 1,1 0-1,-1 0 1,1-1-1,-1 1 1,0-1-1,0 0 1,0 0-1,0-1 1,-2 0-85,6-2-9,1-1 1,-1 0 0,0 0 0,1 0-1,0 0 1,0 0 0,0 0 0,0 0-1,0 0 1,0 0 0,1 0-1,-1 0 1,1 0 0,0 0 0,0 0 8,1 2-204,0 0 0,-1 0 0,1 0 0,0 0 0,0 1 1,-1-1-1,1 1 0,0-1 0,0 1 0,0 0 0,0-1 0,-1 1 1,1 0-1,0 0 0,0 1 0,0-1 0,0 0 204,7 1-2160,5-1-3385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1:55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11266,'0'0'2089,"0"0"-443,0 0 286,0 0-409,0 0-692,0 0-394,22-20-138,73-61-72,-93 79-215,0 0 1,1 0 0,-1 0 0,1 1 0,0-1-1,-1 1 1,1-1 0,0 1 0,0 0 0,0 0 0,0 0-1,0 1 1,0-1 0,0 1 0,0-1 0,0 1-1,1 0 1,-1 0 0,0 0 0,0 1 0,0-1-1,0 1 1,0 0 0,0 0 0,0 0 0,0 0-1,0 0 1,-1 1 0,1-1 0,2 2-13,1 2 37,0 1-1,0 1 1,0-1 0,-1 1 0,0 0 0,0 0 0,-1 0-1,2 5-36,-1-5 58,13 30 244,-1 1 1,-2 0-1,-1 1 0,5 31-302,-4-17 216,2-1 1,7 10-217,-18-52 602,-3-9-2511,-2-4-4113,-1-8-899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1:55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0 4537,'0'0'8398,"0"0"-5560,0 0-985,-19 27 225,-114 164 473,60-94-1076,48-68-1228,1 2-1,2 1 0,2 1 1,-5 12-247,24-45-49,1 1 1,0-1-1,0 0 1,-1 0-1,1 1 1,0-1-1,0 0 1,0 0-1,0 1 1,-1-1-1,1 0 1,0 1-1,0-1 1,0 0-1,0 1 1,0-1-1,0 0 1,0 1-1,0-1 1,0 0-1,0 1 1,0-1-1,0 0 0,0 1 1,0-1-1,0 0 1,0 1-1,0-1 1,1 0-1,-1 1 1,0-1-1,0 0 1,0 0-1,1 1 1,-1-1-1,0 0 1,0 0-1,0 1 1,1-1-1,-1 0 1,0 0-1,1 0 1,-1 1-1,0-1 1,1 0 48,16 0-4490,-16-1 4379,18-3-4706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1:56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1 189 10578,'0'0'2045,"0"0"-274,0 0-186,0 0-491,0 0-230,0 0 174,21-22 43,66-69-111,-81 84-878,1 0 0,0 1 0,0-1 0,0 2 0,1-1 0,-1 1 0,1 0 0,1 1-1,-1 0 1,1 0 0,-1 1 0,1 0 0,0 1 0,0-1 0,0 2 0,1-1 0,-1 1 0,0 1 0,1 0 0,-1 0 0,0 1 0,0 0 0,7 2-92,-10-2 2,0 1 0,-1-1 0,1 1 0,-1 0 0,1 1 0,-1-1 0,0 1 0,0 0 0,-1 1 0,1-1 0,0 1 0,-1 0 0,0 0 0,0 0 0,0 1 0,-1-1-1,1 1-1,11 17 20,-1 0-1,-1 1 0,3 6-19,0 1 14,-14-26-3,6 12 17,1-1 0,1 1 0,1-2-1,0 1 1,4 2-28,-13-15 14,1 1 0,-1-1 0,0 0-1,1 0 1,-1-1 0,1 1 0,0-1 0,0 1-1,-1-1 1,1 0 0,0 0 0,0 0-1,0 0 1,0 0 0,0-1-14,0 0 21,-1 0 0,0 0 1,0-1-1,1 1 0,-1-1 0,0 0 1,0 1-1,0-1 0,0 0 0,0 0 1,0 0-1,0-1 0,0 1 0,0 0 1,0-1-1,-1 1 0,1-1 0,-1 0 1,1 1-1,-1-1 0,1 0 1,0-2-23,3-4 72,0 0 0,0 0 0,-1-1 0,0 1 0,-1-1 0,0 0 0,0 0 0,-1-1 0,0 1 0,0-4-71,0-17 304,0 0 0,-3-20-304,0 7 438,1 43-761,0 0-671,10 1-7246,3 5-659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1:56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11602,'0'0'1866,"0"0"-570,0 0 215,12 26 36,-3-6-1236,30 68 1875,-2 6-2186,-14-24 1114,-4 1 0,-2 1 0,5 63-1114,-23-147 34,0 0 0,1 0 0,1 0 0,0 0 0,0 0 0,1 0 0,1 1 0,0-1 0,0 1 0,1 0 0,1-1 0,0 2 0,1-1 0,0 1 0,4-7-34,-4 9-13,-1 1 1,1 0-1,1 0 1,-1 0-1,1 1 0,0-1 1,1 2-1,0-1 1,0 1-1,0 0 0,0 1 1,1 0-1,-1 0 1,1 1-1,0 0 0,0 1 1,0 0-1,1 0 1,-1 1-1,0 0 0,5 0 13,-8 1 3,0 0-1,-1 0 1,1 0-1,-1 1 0,1 0 1,-1 0-1,1 0 0,-1 1 1,1-1-1,-1 1 1,0 1-1,0-1 0,0 1 1,0 0-1,-1 0 0,1 0 1,-1 1-1,0 0 1,0-1-1,0 1 0,0 1 1,0-1-1,-1 1 1,0-1-1,0 1 0,0 0 1,-1 0-1,0 0 0,0 0 1,0 1-1,0-1 1,-1 0-1,0 1 0,0-1 1,-1 1-1,1 0 0,-1 5-2,0-5 64,0 1-1,-1-1 0,1 1 1,-1-1-1,-1 1 0,1-1 1,-1 0-1,0 0 1,0 1-1,-1-1 0,0-1 1,0 1-1,0 0 0,-4 3-63,0 0 59,0-1 0,0-1 0,-1 0 0,0 0 1,0 0-1,-1-1 0,1 0 0,-1-1 0,-1 1-59,-8 2 33,-1 1-1,1-2 1,-2-1 0,1 0 0,0-1 0,-1-2 0,0 0-1,0 0 1,-14-2-33,32-1-41,1 0 0,-1 0 1,0 0-1,0-1 0,1 1 0,-1-1 0,0 1 0,0-1 0,1 0 0,-1 1 0,1-1 1,-1 0-1,1 0 0,-1 0 0,1 0 0,-1-1 0,1 1 0,0 0 0,0 0 0,-1-1 1,1 1-1,0-1 0,0 1 0,1-1 0,-1 0 0,0 1 0,0-1 0,1 0 1,-1 1-1,1-1 0,0 0 0,-1 0 0,1 1 0,0-1 0,0 0 0,0 0 0,0 0 1,0 1-1,1-1 0,-1-1 41,1-6-1124,0 0-1,0 0 1,1 1 0,1-1 0,-1 1 0,1-1-1,4-6 1125,15-22-9482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1:57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14699,'0'0'1977,"0"0"535,0 0 201,0 0-1297,34 149-872,-20-116-352,0-10-112,1-2-40,-7-6-40,7-12-792,-4-3-2113,-3 0-2648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1:57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13851,'0'0'2059,"0"0"403,0 0-27,5 25-737,0 0-1353,4 14 380,-3 0-1,-1 1 1,0 25-725,-5 11 1362,0-53-399,0-57-463,-1 9-483,1 1-9,0 1 1,2 0-1,2-10-8,-2 24 1,0 0 0,1 0 0,0 0 1,0 0-1,1 1 0,0-1 0,0 1 0,1 0 0,0 1 0,4-5-1,3-2 9,0 0 0,0 0 0,2 1 0,11-8-9,-22 18 1,1 0 0,-1 0 0,1 1 0,0 0 0,0-1 0,0 1 0,0 1 0,0-1-1,0 0 1,0 1 0,1 0 0,-1 0 0,1 0 0,-1 1 0,0 0 0,1-1 0,-1 2 0,1-1 0,-1 0 0,1 1-1,-1 0 1,0 0 0,1 0-1,-1 2-1,0-1-1,-1 1 0,1-1 1,-1 1-1,0 0 0,0 1 1,0-1-1,-1 0 1,1 1-1,-1-1 0,0 1 1,0 0-1,0 0 0,0 0 1,0 0-1,0 4 2,19 76 91,-18-70-68,1 8-315,-2-9 335,1 0 0,0 0 0,1-1 1,0 0-1,2 3-43,-5-11-302,1-1 0,0 0 1,0 0-1,0 0 0,0 0 1,1-1-1,-1 1 0,1 0 0,0-1 302,-1 0-657,1 0-1,0-1 1,-1 1-1,1-1 1,0 0-1,0 1 1,0-1-1,0 0 1,0-1-1,0 1 1,2 0 657,13 1-5106,-1-2-3562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1:57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1 616,'0'0'12715,"0"0"-9626,0 0-1273,0 0 344,0 0-431,-40 192-513,40-109-264,0 1-168,8-9-352,15-16-248,6-8-103,5-12-81,0-11-105,0-10-391,15-18-856,-9 0-2841,-6 0-4513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1:59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13755,'0'0'3054,"0"0"-153,0 0-677,0 0-1114,0 0-652,0 0 9,-2 24 77,0 13-233,1-1 0,2 1 0,2-1 1,6 32-312,-2-38 241,-2-12-117,-1 1-1,-1 0 0,-1 1 0,0-1-123,-2-18 50,0-1 39,0-41 172,-1-6-231,0 34-31,0 0 0,0 0 1,2 0-1,-1 0 0,2 0 0,0 0 0,0 0 0,1 1 0,1-1 0,0 1 0,1 0 1,0 0-1,0 0 0,3-2 1,-3 7-4,0 0 0,0 0 1,1 0-1,0 0 1,0 1-1,0 0 0,1 0 1,2-1 3,-7 6-3,0-1 0,1 1 0,-1 0 0,0 0 0,0 0 0,0 0 0,1 1 0,-1-1 1,0 0-1,1 1 0,-1 0 0,1-1 0,-1 1 0,1 0 0,-1 0 0,0 1 0,1-1 1,-1 0-1,1 1 0,-1-1 0,0 1 0,1 0 0,-1 0 0,0 0 0,0 0 0,0 0 1,0 1-1,0-1 0,0 1 0,0-1 0,1 2 3,8 7-42,-1 1 1,0 0-1,-1 0 1,-1 1-1,0 0 0,0 1 1,-1 0-1,-1 0 0,0 0 1,-1 1-1,0-1 1,-1 1-1,-1 1 0,1 5 42,11 25-2801,1-17-2299,-2-9-228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1:59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7274,'0'0'7425,"0"0"-6153,0 0 1233,0 0-521,0 0-719,0 0-633,-40 151-336,35-123-176,2-5-104,-3-2-16,6-11-528,0-7-1809,0-3-1496,3 0-1648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1:59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14947,'0'0'2294,"0"0"-652,0 0 159,0 0-547,5 28-416,44 205 658,-20-123-1299,-32-130-1747,3 12 1458,-1 1 1,0 0 0,0 0 0,-1-1 0,0 1-1,0 0 92,-5-10-6,1-1 0,0 1 0,2-1 0,0 0 0,1 0 0,1 0 0,0 0 0,1-1 0,1 1 0,1 0 0,2-6 6,-2 16 16,0 0 1,1 0 0,0 0-1,0 0 1,1 0 0,0 1-1,0 0 1,1-1-1,0 1 1,0 0 0,1 1-1,0-1 1,0 1-1,1 0 1,-1 0 0,1 1-1,1-1 1,-1 1 0,1 1-1,-1-1 1,1 1-1,1 0 1,-1 1 0,0 0-1,1 0 1,1 0-17,-4 1 25,0 1-1,0-1 1,0 1 0,0 1-1,1-1 1,-1 1 0,0-1-1,0 2 1,0-1-1,0 0 1,1 1 0,0 1-25,-4-2 6,1 1 0,-1 0 0,0 0 0,0 1 1,0-1-1,0 0 0,0 1 0,0-1 0,-1 1 0,1 0 1,0-1-1,-1 1 0,0 0 0,1 0 0,-1 0 0,0 0 1,0 0-1,0 1 0,0-1 0,0 0 0,0 0 0,-1 1 0,1-1 1,-1 0-1,1 1 0,-1 1-6,1 4 46,0 1 0,-1-1 0,0 0 1,0 1-1,-1-1 0,0 0 0,-1 0 0,0 0 0,0 0 0,0 0 0,-1 0 1,0 0-1,-1-1 0,0 1 0,0-1 0,0 0 0,-2 1-46,-4 4 35,0-1 0,-1 0 0,0 0 0,-1-1 0,0-1 0,-1 0 0,0-1 0,0 0 0,-1 0-35,11-7-128,0 1 0,0-1 0,0 0 1,0 0-1,-1 0 0,1 0 0,0 0 0,0 0 1,-1-1-1,1 0 0,0 0 0,-2 0 128,7-4-1988,1-2 773,1 0 0,0 1-1,0 0 1,0 0 0,1 0 0,-1 0 0,1 1 0,3-2 1215,23-17-10073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2:00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12243,'0'0'1771,"0"0"184,21 23 97,68 80-517,-81-92-1303,1 1 0,-2 1 0,0-1-1,0 1 1,-1 0 0,-1 1 0,0 0 0,0-1-1,-2 2 1,2 6-232,-2 10 647,-1 0 0,-1 0 0,-3 24-647,1-16 376,-1-19-465,-1-1 1,-1 1 0,-1-1 0,0 0-1,-1 0 1,-2-1 0,1 0 0,-2 0-1,-1-1 1,0 0 0,-1 0 0,0-1 0,-2 0 88,12-14-2517,1-2-2907,2 0-5286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2:01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12099,'0'0'3136,"0"0"-1135,0 0 639,0 0-847,0 0-1041,0 0 192,0 0-40,91 0-392,-54 0-272,3 0-136,3 0-56,0 0-48,-3 0-80,-3 0-808,0 0-1600,-14 0-2585,-9 0-3505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2:01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4481,'0'0'8034,"0"0"-5938,0 0-303,0 0-9,0 0 40,0 0-719,0 0-377,43 23-264,5-23-200,6 0-168,6-10-96,26-3-768,-15 3-3449,-11-1-3057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2:02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13755,'0'0'2379,"0"0"-9,0 0-232,0 0-698,0 0-425,5 30-223,2 5-570,10 54 686,5 1-908,5 22 484,-6 2 1,-4 4-485,-18-137 319,0 1 1,1-1-1,2-9-319,-1 20-7,0 0-1,0 0 1,0 0 0,1 1-1,0-1 1,1 0-1,0 1 1,0-1 0,0 1-1,1 0 1,0 0 0,4-4 7,3 0-12,0 1 0,0-1 0,2 2 0,-1 0 0,1 0-1,0 2 1,1-1 0,0 2 0,1-1 12,-7 4 1,0-1-1,0 2 1,0-1-1,1 1 1,-1 1-1,1-1 0,-1 2 1,1-1-1,0 1 1,-1 0-1,1 1 1,-1 0-1,1 0 0,-1 1 1,1 0-1,6 3 0,-11-3-3,0 0-1,0 0 0,0 1 0,0 0 1,-1-1-1,1 1 0,-1 0 1,1 1-1,-1-1 0,0 1 0,-1-1 1,1 1-1,-1 0 0,1 0 1,-1 0-1,0 0 0,-1 1 0,2 3 4,1 5-3,-2-1 0,1 0 0,-2 1 0,0-1 0,0 1 0,-1 3 3,-1-10 3,0-1 1,0 1-1,-1 0 0,0 0 1,0-1-1,0 1 1,0-1-1,-1 0 0,0 1 1,0-1-1,-1-1 0,1 1 1,-1 0-1,0-1 0,0 0 1,-1 0-1,1 0 0,-1 0 1,0-1-1,0 0 0,0 0 1,-3 1-4,-15 9 33,0-2 0,-1 0 0,0-2-1,-14 3-32,17-6-29,-1-2-1,1 0 1,-1-1-1,0-2 1,1 0-1,-5-1 30,25 0-34,1 0 1,0 0-1,-1 0 0,1 0 0,-1 0 0,1 0 1,0 0-1,-1-1 0,1 1 0,-1 0 1,1 0-1,0 0 0,-1 0 0,1-1 1,0 1-1,-1 0 0,1 0 0,0 0 1,-1-1-1,1 1 0,0 0 0,0-1 0,-1 1 1,1 0-1,0-1 0,0 1 0,-1 0 1,1-1-1,0 1 0,0 0 0,0-1 1,0 1-1,0-1 0,0 1 0,0-1 34,3-18-1536,17-18-4569,7 12-1913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2:02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2801,'0'0'10074,"0"0"-7458,0 0-959,0 0-321,0 0-80,0 0-280,-85 172 57,71-98-1,5 3 32,9 0-496,0-8-304,0-7-96,23-6-96,5-17-72,4-8-456,13-8-1200,-2-10-2921,-9-11-5601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2:41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30 3145,'0'0'801,"0"0"808,0 0-683,0 0-373,0 0 120,0 0 140,0 0-691,0 1-1,0-1 0,0 0 0,0 0 0,0 0 0,0 0 0,0 0 0,0 1 0,0-1 0,0 0 0,0 0 0,0 0 0,0 0 0,0 0 0,0 1 0,0-1 0,0 0 0,0 0 0,0 0 0,0 0 0,0 0 0,0 1 0,0-1 0,0 0 0,0 0 0,0 0 0,0 0 0,0 0 0,0 0 0,0 1 0,1-1 0,-1 0 1,0 0-1,0 0 0,0 0 0,0 0 0,0 0 0,0 0 0,0 0 0,1 0 0,-1 0 0,0 0 0,0 1 0,0-1 0,0 0 0,0 0 0,1 0 0,-1 0 0,0 0 0,0 0 0,0 0 0,0 0 0,0 0 0,1 0 0,-1 0 0,0 0 0,0-1-121,2-1 82,1-1-1,0 1 0,-1-1 0,1 1 1,0 0-1,0 0 0,0 0 1,0 1-1,1-1 0,-1 1 0,0-1 1,1 1-1,-1 0 0,1 1 1,-1-1-1,1 0 0,-1 1 0,1 0 1,0 0-1,2 0-81,-5 1 6,0-1 0,-1 1 0,1-1 0,0 1 0,-1 0 0,1-1 0,-1 1 0,1 0 0,-1-1 0,1 1 0,-1 0 0,0 0 0,1-1 0,-1 1 0,0 0 0,0 0 0,1 0 0,-1-1 0,0 1 0,0 0-1,0 0 1,0 0 0,0 0 0,0-1 0,0 1 0,-1 0 0,1 0 0,0 0 0,0 0 0,0-1 0,-1 1 0,0 1-6,1 0 21,0 1-1,-1 0 1,0-1-1,1 1 1,-1-1 0,0 1-1,-1-1 1,1 1-1,0-1 1,-1 1-1,0 0-20,-1-1 10,1 0-1,-1 0 1,0-1-1,1 1 1,-1-1-1,0 0 1,0 0-1,0 0 1,0 0-1,0 0 1,0-1-1,0 1 1,0-1-1,-1 0 1,1 0-1,0 0 0,0 0 1,0-1-1,0 1-9,2-1 2,0 0 0,0-1 0,1 1 0,-1 0 0,0 0 0,1 0 0,-1-1 0,1 1 0,-1 0 0,1 0 0,-1-1 0,1 1 0,0 0 0,0-1 0,0 1 0,0 0 0,0-1 0,0 1 0,0-1 0,0 1 0,1 0 0,-1-1-2,0-1 10,0 0-1,0 0 1,1 0 0,-1 0-1,1 1 1,0-1 0,0 0-1,0 0 1,0 0-1,1-1-9,0 2-1,-1 1-1,1-1 0,-1 1 0,1 0 0,0-1 0,0 1 1,0 0-1,-1 0 0,1 0 0,0 1 0,0-1 0,2 0 2,-3 1-1,-1 0 0,1 0 1,-1 0-1,1 0 0,-1 0 0,1 0 0,-1 0 0,1 0 0,-1 1 0,1-1 0,-1 0 0,1 0 0,-1 1 0,0-1 0,1 0 0,-1 1 0,1-1 0,-1 0 0,0 1 0,1-1 1,-1 0-1,0 1 0,1-1 0,-1 1 0,0-1 0,0 1 0,0-1 0,1 1 0,-1-1 0,0 1 0,0-1 0,0 1 0,0-1 0,0 1 0,0-1 0,0 1 0,0-1 0,0 1 1,0-1-1,0 1 0,0-1 0,0 1 0,0-1 0,-1 0 0,1 1 0,0-1 0,0 1 0,0-1 0,-1 1 0,1-1 1,-1 3 5,1-1 0,-1 0-1,0 1 1,0-1 0,0 0-1,0 0 1,-1 1 0,1-1-1,0 0 1,-1 0 0,0 0-1,1-1 1,-1 1 0,0 0-1,0-1 1,0 1 0,0-1 0,0 1-1,0-1 1,0 0 0,-1 0-5,-2 1 19,-1 0 0,1 0 1,0-1-1,-1 1 0,1-1 1,-1 0-1,1-1 1,-5 0-20,9-2 6,0-1 0,1 1 0,-1-1 0,1 1 0,-1-1 1,1 1-1,0-1 0,0 0 0,0 1 0,0-1 1,1 0-1,-1 1 0,1-1 0,0 0-6,2 1 13,0 0 1,0 1-1,0-1 0,0 1 0,0 0 1,0 0-1,1 0 0,-1 0 0,0 1 0,1-1 1,-1 1-1,0 0 0,1 0 0,-1 0 1,0 0-1,2 1-13,4-1 63,-8 1-54,0-1 0,0 1 1,0 0-1,-1-1 0,1 1 1,0 0-1,0 0 0,-1 0 0,1 0 1,-1 0-1,1-1 0,-1 1 1,1 0-1,-1 0 0,1 0 0,-1 0 1,0 1-1,0-1 0,1 0 0,-1 0 1,0 0-1,0 0 0,0 0 1,0 0-1,0 0 0,-1 0 0,1 0 1,0 0-1,-1 1-9,1 2 24,0 0 0,0-1 0,-1 1 0,1 0-1,-1-1 1,0 1 0,-1-1 0,1 1 0,-1 1-24,-1-2 18,1 0 0,-1 0 0,0 0 0,0-1 0,-1 1-1,1-1 1,0 1 0,-1-1 0,0 0 0,1-1 0,-1 1 0,0-1 0,0 1 0,0-1-1,0 0 1,0 0 0,0-1 0,0 0 0,-1 1-18,4-2 32,0 0-1,0-1 1,0 1 0,0 0-1,0 0 1,0-1 0,1 1 0,-1 0-1,0-1 1,1 1 0,-1-1-1,1 1 1,0-1 0,-1 1-1,1-1 1,0 1 0,0-1-1,0 1 1,0-1 0,0 1-1,0-1 1,0 1 0,1-2-32,-2 1 15,1 0 1,0 0 0,0 0 0,0 0-1,1 0 1,-1 0 0,0 0-1,1 0 1,-1 0 0,1 1 0,-1-1-1,1 0 1,0 0 0,0 0-1,0 1 1,0-1 0,0 0 0,0 1-1,0-1 1,2 0-16,-3 2 10,1 0 1,0-1-1,0 1 0,-1 0 1,1 0-1,0 0 0,0 0 0,-1 0 1,1 0-1,0 0 0,0 0 1,0 0-1,-1 0 0,1 0 1,0 1-1,0-1 0,-1 0 0,1 0 1,0 1-1,0-1 0,-1 1 1,1-1-1,-1 0 0,1 1 1,0-1-1,-1 1 0,1 0 1,-1-1-1,1 1 0,-1-1 0,1 1 1,-1 0-1,1-1 0,-1 1 1,0 0-1,1 0 0,-1-1 1,0 1-1,0 0 0,0 0 0,0-1 1,1 1-1,-1 0 0,0 0 1,0-1-1,0 1 0,0 0 1,-1 0-1,1 0 0,0-1 1,0 1-1,0 0 0,-1 0 0,1 0-10,0 0 6,0 1 0,-1 0 0,1 0 0,0 0 0,-1-1 0,1 1 0,-1 0 0,1-1 0,-1 1 0,0 0 0,0-1 0,1 1 0,-1-1 0,0 1 0,-1-1 0,1 1 0,0-1 0,0 0 0,-1 0 0,0 1-6,1-2-528,1-9-5564,0-5-1534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4:27.30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0 145 3385,'0'0'458,"0"0"1266,0 0 1163,0 0-388,5 0 4537,19 0-6814,203 0 355,-128 2-422,-20-1-110,29-4-45,36 0 9,-76 3-2,25-5-7,144-9 14,114 12-14,-187 3 3,128-17 20,600 9 50,-709-1 6,137-25-79,99-6 47,-11 38 1126,-213 2-1002,-143 1-161,1 3 0,1 2-10,-1 0 88,0-2-1,4-3-87,355-1 123,1053-19 367,-1080 9-444,101-5 14,-140 8 697,-238 6-626,-35 4-84,0 2 0,30 9-47,-9-1 213,6-5-213,214 5 514,185 13 34,-181-2-471,171 20-43,-128 2-40,202 32 44,-372-39-33,-75-14 33,0-5 0,102 5-38,365-23 125,-292-6-131,92 16 27,-319-17-9,0-2 0,0-3-1,27-9-11,-28 4 13,1 4 1,-1 2-1,31 2-13,93 6 2254,-185 32-8381,-2-30 4118,0 10-5784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4:49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5905,'0'0'588,"0"0"-293,0 0-159,0 0-33,4 4 170,-3-2-75,0 0 0,0 0-1,0 0 1,1 0 0,-1 0-1,1 0 1,-1-1 0,1 1-1,0-1 1,-1 1 0,1-1-1,0 0 1,0 1-198,-1-2 2059,-1 0-158,0 0-428,0 0-323,0 0-339,0 0-279,0 0-219,0 0-123,0 0-117,0 0-17,0 0 53,0 0 119,0 0 124,0 0 37,0 0 25,0 0 16,0 0-38,0 0-72,0 0-49,-37 12 2528,17-3-2689,24-11 104,36-7-186,-39 12-39,0 0 0,0 0 0,0 0-1,-1 0 1,1 0 0,-1 0 0,0 0 0,0 1 0,0-1 0,-1 0 0,1 0 0,-1 1 11,0 0 1,0-1 1,0 0-1,-1 0 1,0 1 0,1-1-1,-1 0 1,0 0 0,0-1-1,-1 1 1,1 0 0,-1-1-1,1 1 1,-1-1-1,0 0 1,0 0 0,0 0-1,0 0 1,0 0 0,0-1-1,-1 0 1,1 1 0,-3 0-2,5-2 62,6-26-88,-2 23 18,1 1 1,-1-1-1,1 1 1,0-1 0,0 1-1,0 0 1,0 0-1,0 1 1,0-1 0,1 1-1,-1 0 1,0 0 0,3 0 7,-7 1-82,0 1 83,-1 0 0,1 0 0,0 0 0,-1 0 0,1 0 0,-1 0 0,1 0-1,-1 0 1,0 0 0,1 0 0,-1 0 0,0 0 0,0-1 0,1 1 0,-1 0 0,0-1 0,0 1 0,0 0 0,0-1-1,0 1 1,0-1 0,0 0 0,0 1 0,0-1 0,0 0 0,0 1 0,0-1 0,0 0 0,-1 0-1,-33 3 373,54-8-5052,-5 5-980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28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44 6001,'0'0'3876,"0"0"-1998,0 0-404,0 0-272,0 0-474,-11 18-157,-37 58 89,45-72-542,0 0 0,1 1 1,0-1-1,0 1 0,1-1 0,-1 1 0,1 0 0,0 0 0,0 0 0,1 0 0,-1 0 1,1 0-1,0 0 0,0 0 0,1 0 0,0 0 0,-1 0 0,2-1 0,-1 1 1,1 0-1,0 2-118,1-3 77,-1 0 0,0-1 0,1 1 0,0-1 0,0 0 0,0 0 0,0 0 0,1 0 0,-1 0 1,1-1-1,-1 1 0,1-1 0,0 0 0,0 0 0,0-1 0,0 1 0,0-1 0,0 0 0,1 0 0,3 0-77,13 2 158,0-1 0,-1-1 0,1-1 0,0-1 0,11-2-158,-25 3 11,-1-1 0,1 0 0,-1 0 0,0-1 0,0 0 0,0 0 1,0-1-1,0 1 0,0-1 0,0 0 0,-1-1 0,0 0 1,0 1-1,0-2 0,0 1 0,0 0 0,-1-1 0,0 0 0,0 0 1,0-1-12,-2 3 77,0-1 1,0 1 0,-1-1 0,0 0 0,1 0 0,-1 0 0,-1 0 0,1 0 0,0 0 0,-1 0 0,0 0-1,0 0 1,0 0 0,-1 0 0,1 0 0,-1 0 0,0 0 0,-1-1-78,0-2 141,-1 1 1,0-1-1,-1 1 0,1 0 0,-1 0 1,-1 0-1,1 0 0,-1 1 1,0 0-1,-1-1-141,-9-7 141,0 1 0,-1 0 0,0 1 1,-1 1-1,0 1 0,-1 0 0,-5-1-141,17 8-392,1-1 95,1 3-9512,11 0-280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29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10490,'0'0'5631,"0"0"-3553,0 0-519,0 0-118,0 0-473,0 23-294,2 9-488,0 1 73,-1 1 0,-2-1 0,-2 9-259,-4 18 304,8-59-297,1 0-1,0-1 1,-1 1 0,1 0 0,0 0 0,0-1-1,-1 1 1,1-1 0,0 0 0,0 0 0,0 1-1,0-1 1,0 0 0,-1-1 0,1 1 0,0 0-1,0 0 1,0-1-7,5 1 30,11-1-41,0 0 1,0-1-1,0 0 1,-1-2 0,1 0-1,13-6 11,-24 8-232,0-1 1,0 0-1,0 0 1,-1 0-1,1-1 0,-1 0 1,0 0-1,0-1 1,-1 1-1,1-1 0,-1-1 1,0 1-1,-1-1 1,1 0-1,-1 0 0,0 0 1,0 0-1,0-2 232,-1-3-286,-1 0 0,0 0 0,-1 0 0,0-1 0,-1 1 0,0 0 1,-1-11 285,0-7 2221,1 27-792,0 12-293,-2 107 459,-1-25-638,9 80-957,-6-170-84,0-1 0,0 1 0,0-1 0,0 1-1,0 0 1,0-1 0,1 1 0,-1-1-1,1 1 1,-1 0 0,1-1 0,0 1 0,-1-1-1,1 0 1,0 1 0,0-1 0,0 0-1,0 1 1,0-1 0,0 0 0,0 0 0,1 0-1,-1 0 1,0 0 0,1 0 0,-1 0-1,1-1 1,-1 1 0,1 0 0,-1-1 0,1 1-1,-1-1 1,1 0 0,-1 1 0,1-1-1,0 0 1,-1 0 0,1 0 0,0 0 0,1 0 84,2-1-774,0-1 1,1 1-1,-1-1 1,0 0 0,0 0-1,0-1 1,0 1 0,-1-1-1,1 0 1,-1 0 0,3-3 773,28-26-9257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29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4809,'0'0'7314,"0"0"-4747,0 0-1294,-12 24 549,-12 26 327,-11 36-2149,25-60 587,2 1 0,0 0 0,2 0 0,2 0 0,-2 19-587,6-43 40,-1 10 131,0 0 0,1 1 1,1-1-1,0 0 1,1 1-1,2 8-171,-3-19 9,0 0 0,0 0-1,1 0 1,-1 0 0,1 0-1,0 0 1,0 0 0,0 0 0,0-1-1,0 1 1,0-1 0,1 1-1,-1-1 1,1 0 0,0 0 0,0 0-1,0-1 1,-1 1 0,2 0-1,-1-1 1,0 0 0,0 0 0,0 0-1,1 0 1,-1 0 0,0-1-1,1 0 1,1 1-9,7 0 16,0-1 1,-1 0-1,1 0 0,0-1 0,0-1 0,-1 1 1,1-2-1,-1 0 0,1-1-16,-8 3 3,0 0-1,-1-1 1,1 0 0,0 1-1,-1-1 1,0-1 0,0 1-1,1 0 1,-1-1-1,-1 1 1,1-1 0,0 0-1,-1 0 1,1 0 0,-1-1-1,0 1 1,0 0 0,0-1-1,-1 1 1,1-1 0,-1 0-1,0 0 1,0 1 0,0-1-1,0 0 1,-1 0 0,1 0-1,-1-3-2,0 5 14,0 0-1,0-1 0,0 1 1,0 0-1,0 0 0,0 0 1,-1 0-1,1-1 0,-1 1 1,0 0-1,0 0 0,1 0 1,-1 0-1,0 0 1,-1 0-1,1 0 0,0 1 1,0-1-14,-2 0 25,1 1 0,-1-1 1,0 1-1,1 0 0,-1 0 0,0 0 1,0 0-1,0 0 0,1 1 1,-1-1-1,0 1 0,0 0 1,-2 0-26,1-1 6,-9 0 61,1 0-1,0 1 1,-1 1-1,-5 0-66,16-1-14,1 0 0,-1 0-1,0 1 1,0-1 0,1 0-1,-1 1 1,0-1 0,0 1-1,1-1 1,-1 1 0,1 0-1,-1 0 1,1 0 0,-1 0-1,1 0 1,-1 0 0,1 0-1,0 0 1,0 1 0,-1-1-1,1 0 1,0 1 0,0-1-1,0 1 1,1-1 0,-1 1-1,0-1 1,0 1 0,1 0-1,-1-1 1,1 1 0,0 0-1,-1 0 1,1 0 14,1-2-119,-1 1 0,0 0 0,1-1 0,-1 1 0,0-1 0,1 1 0,-1 0 0,1-1 0,-1 1 0,1-1 0,-1 1 0,1-1 0,-1 1 0,1-1 0,0 0 0,-1 1 0,1-1 0,0 0 0,-1 1 0,1-1 0,0 0 0,0 0 0,-1 0 0,1 1 0,0-1 0,0 0 0,-1 0 0,1 0 0,0 0 0,0 0 119,30 0-4147,-24 0 2205,28 0-7610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30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 5737,'0'0'8250,"0"0"-6786,43 144 1345,-23-62-777,-8 5-935,-7 5-209,-5-4-272,0-9-224,-23 1-224,-2-11-64,-4-2-104,-19 20-1104,11-23-3049,0-7-4801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33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6281,'0'0'6282,"0"0"-5010,0 0 376,0 0-607,0 0-513,0 0-336,0 0-88,-9 0-56,9 0-48,0 0 0,0 0-832,0 2-2049,6-2-8970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34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5569,'4'12'2174,"-1"0"1,0 0-1,-1 1 0,-1 0 1,0-1-1,0 1 0,-2 10-2174,2 13-629,11 305 5852,18 22-5223,-11-218 405,22 71-405,-37-200-178,-1-15-667,-1-27-886,-3-4-656,0 0-1,-2 0 0,-1 1 0,-2 0 1,-3-11 2387,-10-25-6799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34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0 395 8634,'0'0'3370,"3"-24"-1846,-1 8-1262,-2 2-48,2 0 0,-1 0 0,2 1 0,0-1 0,1 1 0,0 0 0,1 0 0,0 0 0,1 1 0,0-1 0,1 2 0,3-4-214,3-1 309,1 0-1,1 1 1,0 1 0,1 0-1,1 1 1,0 1-1,1 1 1,0 0-1,1 1 1,0 1 0,0 1-1,1 1 1,0 0-1,0 2 1,1 0 0,-1 1-1,1 1 1,11 1-309,-26 1 32,0 1 1,0 0 0,0 1-1,0-1 1,0 1 0,0 0-1,0 1 1,-1-1 0,1 1-1,0 0 1,-1 1 0,1-1-1,-1 1 1,0 0 0,0 0-1,0 1 1,2 2-33,-2-1 73,0 0-1,-1 1 1,0-1 0,0 1-1,-1 0 1,0 0 0,0 0-1,0 1 1,-1-1 0,0 1 0,0-1-1,0 1 1,-1 0 0,0 0-1,0 1-72,0 6 92,0 0 0,-1 1 0,0-1 0,-1 0 0,-1 1 0,0-1 0,-1 0-1,0 0 1,-1 0 0,-1-1 0,0 1 0,-7 11-92,-1-4 45,0 1 0,-2-2 0,0 0 1,-1-1-1,-1 0 0,-19 15-45,28-26-28,0 0 0,0-1 0,-1 0 0,0 0 0,0-1 0,0-1 0,-1 1 0,0-1 0,0-1 0,0 0 0,-1 0 0,0-1 0,1-1 0,-1 0 0,0 0 0,-3 0 28,13-3-77,0 1 0,1 0 0,-1 0 0,0-1 0,0 1 0,0 0-1,1-1 1,-1 1 0,0-1 0,0 1 0,1-1 0,-1 1 0,0-1 0,1 1 0,-1-1 0,1 0 0,-1 1 0,1-1 0,-1 0 0,1 1 0,-1-1 0,1 0-1,0 0 1,-1 0 0,1 1 0,0-1 0,0 0 0,-1 0 0,1 0 0,0 0 0,0 0 0,0 1 0,0-1 0,0 0 0,0 0 0,1 0 77,2-37-4981,6 2-2098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34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 7946,'0'0'6489,"0"0"-4084,-15 23-314,-2 1-1496,3-3-165,0 0 0,1 1 0,1 0 0,1 1 0,1 1 0,0 5-430,-1 9 279,2 1 1,2 0-1,2 1 1,1 0-1,2 0 0,2 0 1,1 0-1,2 0-279,-2-29 17,1-1 0,-1 1 0,1-1 0,1 0 0,0 0 0,1 0-1,0 0 1,0-1 0,1 1 0,0-1 0,1 0 0,-1-1 0,2 1 0,-1-1 0,2-1 0,-1 1-1,1 0-16,-1-3-133,-1-1 0,1 1-1,0-1 1,1 0 0,-1 0 0,1-1-1,0 0 1,0-1 0,0 0-1,0 0 1,0 0 0,0-1-1,0 0 1,0-1 0,1 0-1,-1 0 1,0-1 0,0 0-1,1 0 1,-1-1 0,3-1 133,-1 0-755,0-1 1,-1 1-1,0-2 0,0 1 1,2-2 754,39-27-5949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35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42 7314,'0'0'5654,"0"0"-3401,0 0-542,0 0 242,25 16-322,0-1-1257,-12-8-222,-1 0 0,0 1 0,0 0 1,0 1-1,-1 0 0,-1 1 0,1 0 0,-2 1 0,1 0 0,-2 1 0,1 0 1,2 6-153,12 29 685,-2 2 0,-1 2-685,-4-8 154,2-1 1,2-1-1,3 3-154,-21-40-88,1 0-1,-1 0 1,1-1-1,-1 1 0,1-1 1,0 0-1,1 0 1,-1 0-1,0 0 1,4 1 88,-7-3-122,1-1 1,-1 0 0,1 0 0,-1 1-1,1-1 1,0 0 0,-1 0 0,1 0-1,-1 0 1,1 0 0,0 0 0,-1 0-1,1 0 1,0 0 0,-1 0 0,1 0-1,-1 0 1,1 0 0,-1-1 0,1 1-1,0 0 1,-1 0 0,1-1 0,-1 1-1,1 0 1,-1-1 0,1 1 121,0-2-397,0 1 0,0-1-1,0 1 1,0-1 0,0 0 0,0 0 0,0 1 0,0-1 0,-1 0 0,1 0-1,-1 0 1,1 0 0,-1-1 397,4-29-8594</inkml:trace>
  <inkml:trace contextRef="#ctx0" brushRef="#br0" timeOffset="1">323 1 6249,'0'0'7031,"0"0"-4552,0 0-989,-19 31 404,-6 8-1343,-1 2 111,1 1-1,2 2 0,-7 21-661,-96 197 2349,78-168-3438,54-104-152,0 1-1,1-1 1,0 1 0,1 1-1,0-1 1,0 1 1241,11-11-2962,20-25-5157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35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13203,'0'0'2216,"0"0"-831,0 0 487,0 0-432,0 0-752,0 0-375,177 0-193,-137 0-120,-3-3-217,0-2-1695,-8 0-2281,-12 2-5929</inkml:trace>
  <inkml:trace contextRef="#ctx0" brushRef="#br0" timeOffset="1">177 221 4177,'0'0'10106,"0"0"-8666,0 0 729,0 0-465,0 0-624,0 0-479,0 0-505,134-44-96,-65 11-1457,-12 5-2376,-6-1-6313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36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0 175 12227,'0'0'2076,"0"0"-653,0 0 188,0 0-505,9-23-464,29-72-29,-36 91-539,-1 1 0,1-1 1,0 1-1,0 0 0,0 0 1,0 0-1,1 0 1,-1 0-1,1 0 0,-1 0 1,1 1-1,0 0 0,0-1 1,1 1-1,-1 0 0,0 1 1,0-1-1,1 1 1,-1-1-1,1 1 0,0 0 1,-1 0-1,1 0 0,0 1 1,0-1-1,-1 1 1,1 0-1,0 0 0,0 1 1,2-1-75,-4 1 16,0 0 1,0 0-1,1 0 0,-1 1 1,0-1-1,-1 0 1,1 1-1,0-1 0,0 1 1,0 0-1,-1-1 1,1 1-1,-1 0 1,0 0-1,1 0 0,-1 0 1,0 0-1,0 0 1,0 1-1,-1-1 1,1 0-1,0 1 0,-1-1 1,1 0-1,-1 2-16,8 64 484,-7-65-466,0 27 95,0-1 0,-2 1 0,-2 0 1,-5 29-114,6-47 64,-1 0 1,-1 0-1,0-1 1,0 1-1,-1-1 0,0 0 1,-1 0-1,-1-1 1,0 1-1,0-1 1,0-1-1,-2 1 1,-4 3-65,12-12 10,1 0 0,-1-1 1,1 1-1,-1 0 0,1-1 0,-1 1 0,0-1 1,0 1-1,1-1 0,-1 1 0,0-1 1,0 0-1,1 1 0,-1-1 0,0 0 1,0 0-1,0 1 0,1-1 0,-1 0 1,0 0-1,0 0 0,0 0 0,0 0 1,1 0-1,-1 0 0,0-1 0,0 1 0,0 0 1,0 0-11,0-1 6,0 0 0,0 0 0,0 0-1,0-1 1,1 1 0,-1 0 0,0 0 0,0 0 0,1-1 0,-1 1 0,1 0 0,-1-1 0,1 1 0,0 0 0,-1-1 0,1 1-6,-4-61-14,4 56 29,1 5-16,-1 0-1,1 1 1,-1-1-1,1 1 1,-1-1 0,1 1-1,-1-1 1,1 1-1,0-1 1,-1 1-1,1-1 1,0 1 0,0 0-1,-1-1 1,1 1-1,0 0 1,0-1-1,-1 1 1,1 0-1,0 0 1,0 0 0,0 0-1,-1 0 1,1 0-1,0 0 1,0 0-1,-1 0 1,1 0 0,0 1-1,0-1 1,0 0-1,0 1 2,30 6-32,-21-1 37,-1 1 0,1 0-1,-1 0 1,0 1 0,0 0 0,3 5-5,-7-8 21,0 1-1,0 0 0,0-1 0,1 0 0,0 0 0,0 0 0,1-1 0,-1 0 1,1-1-1,0 1 0,0-1 0,0 0 0,0-1 0,1 0 0,-1 0 0,0 0 1,5-1-21,-2 1-250,0-2 1,0 1-1,0-2 1,0 1 0,-1-1-1,1-1 1,0 0 0,-1 0-1,1-1 1,-1 0-1,1 0 1,-1-1 0,-1 0-1,1-1 1,0-1 249,35-27-5752,-3 0-4629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36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12771,'0'0'1629,"0"0"-83,14 22 296,-2-4-1396,1 2-3,-1-1 1,-1 1-1,-1 1 0,0 0 1,-2 0-1,6 23-443,-5 4 443,-2 1 1,-2 0 0,-3 0-1,-1 0 1,-3 1-1,-2-1 1,-2-1 0,-7 23-444,11-54 962,2-6-5508,19-28-5536,4-10 2098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36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7722,'0'0'6489,"0"0"-5609,0 0 1409,0 0-201,0 0-880,0 0-743,160 23-305,-112-23-160,-8-5-120,-5-3-1241,-13 6-1287,-16 2-2930,-6 0-1983,0 0 5584</inkml:trace>
  <inkml:trace contextRef="#ctx0" brushRef="#br0" timeOffset="1">185 157 3201,'0'0'8562,"0"0"-6882,0 0 120,0 0-728,0 0-583,0 0-289,0 0-200,46 13-1225,-3-38-6016,-6-4-73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37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0 2529,'0'0'8527,"0"0"-5008,0 0-1486,0 0-544,0 0-615,0 0-494,-5 5-169,1 1-136,-1-1 1,1 1 0,0 1-1,0-1 1,1 0 0,0 1-1,0 0 1,0 0 0,1 0-1,0 0 1,0 1-76,-14 95 681,13-84-565,-19 237 1393,12 1 0,12 47-1509,4-209 323,5 0-1,3-1 1,5-1-1,4-1 1,8 14-323,2 16 62,-12-37-231,17 36 169,-37-119-154,-1 0 0,1 0 0,0 0 0,0 0 0,0 0 0,0 0 0,0 0 0,0-1 0,0 1 0,1 0 0,-1-1 0,1 1 0,-1 0 0,1-1 1,-1 0-1,1 1 0,0-1 0,0 0 0,0 0 0,0 0 0,0 0 0,0 0 0,0-1 0,0 1 154,1-1-511,-1 0 0,1 0 0,-1-1-1,0 1 1,1-1 0,-1 1 0,0-1 0,1 0 0,-1 0 0,0 0 0,0 0-1,0 0 1,0 0 0,0-1 0,0 1 0,0-1 0,0 0 0,-1 1 0,1-1 0,-1 0-1,1-1 512,24-29-9510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38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3081,'0'0'7692,"0"0"-4439,0 0-1266,0 0-672,0 0-475,0 0-267,18-13-55,58-43-181,-49 41-128,-26 15-211,-1 0 0,0 0 1,0 0-1,0 0 1,1 0-1,-1 0 1,0 1-1,0-1 1,0 0-1,0 0 1,1 0-1,-1 1 1,0-1-1,0 0 1,0 0-1,0 0 1,0 1-1,0-1 1,1 0-1,-1 0 1,0 1-1,0-1 0,0 0 1,0 0-1,0 0 1,0 1-1,0-1 1,0 0-1,0 0 1,0 1-1,0-1 1,0 0-1,0 0 1,-1 1-1,1-1 1,0 0-1,0 0 1,0 1-1,0-1 1,0 0-1,0 0 1,-1 0 1,1 9-121,0-8 208,0-1 5,0 0-32,0 0-43,0 0-9,0 0 0,0 0 0,0 0 11,0 0 40,0 0-1,0 0-8,0 0-29,0 0-14,0 0-23,0 0-50,0 0-11,0 0 41,0 0-25,0 0 39,0 0 14,0 0 0,0 0-24,0 0-128,0 0-200,0 0-209,0 0 38,0 0 148,-3 19-415,-1-2-2093,5-12-4107,-1-5 3517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39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3449,'0'0'975,"0"0"2128,0 0-1044,0 0-340,0 0-64,0 0-288,7-2-343,23-9-500,-1 1-1,1 1 0,1 2 0,0 1 0,0 2 1,22-1-524,-51 6-11,1-1-1,-1 0 1,0 1 0,1-1 0,-1 1 0,0 0 0,1 0 0,-1 0 0,0 0 0,0 0 0,0 0 0,0 0 0,0 1-1,0-1 1,0 1 0,-1-1 0,1 1 0,0 0 0,-1 0 0,1 0 0,-1 0 0,0 0 0,0 0 0,1 0 0,-1 0-1,-1 1 1,1-1 0,0 0 0,-1 1 0,1-1 0,-1 0 0,1 2 11,1 12-192,0 0 0,-1 0 0,0 1 0,-2 10 192,1-8-128,-1-11 107,0 0 1,0 1 0,0-1-1,-1 0 1,-1 1 0,1-1-1,-1 0 1,-1-1 0,1 1-1,-1-1 1,-1 1-1,-2 3 21,4-7 13,0 0-1,0 1 0,-1-1 0,0-1 1,1 1-1,-1 0 0,0-1 0,-1 0 0,1 0 1,-1 0-1,1-1 0,-1 1 0,0-1 0,0 0 1,0 0-1,0-1 0,0 1 0,0-1 0,0-1 1,-5 1-13,9-1 64,6-6-27,0 3-57,1-1-1,-1 1 1,1 0 0,0 1-1,-1 0 1,1-1 0,0 2 0,1-1-1,-1 1 1,5-1 20,-9 2 3,1-1 0,-1 1 1,1 0-1,-1 0 0,1 0 0,-1 0 1,0 0-1,1 1 0,-1-1 0,1 1 1,-1-1-1,0 1 0,1 0 0,-1 0 1,0 0-1,0 0 0,0 1 0,1-1 1,-2 0-1,1 1 0,0 0 0,0-1 1,0 1-1,-1 0 0,1 0 1,-1 0-1,1 0 0,0 2-3,2 4 109,-1-1 1,0 1-1,-1 0 0,0 0 1,0 0-1,-1 0 1,0 1-1,0-1 0,-1 0 1,0 0-1,0 1 0,-1-1 1,0 0-1,-1 0 0,1 0 1,-2 0-1,1 0 0,-1 0 1,0 0-1,-1-1 1,0 1-1,0-1 0,0 0 1,-1-1-1,0 1 0,-1-1 1,1 0-1,-1 0 0,0 0 1,-1-1-1,1 0 0,-1 0 1,0-1-1,0 0 0,-1 0 1,1 0-1,-2-1-109,2 0 66,0 0 0,0-1-1,-1 0 1,1 0 0,0-1-1,-1 0 1,1 0 0,0 0-1,-1-1 1,1-1 0,-1 1-1,-4-2-65,12 2-58,-1 0-1,1 0 0,-1 0 0,1 0 0,-1 0 0,0 0 0,1-1 1,-1 1-1,1 0 0,-1 0 0,1-1 0,0 1 0,-1 0 1,1 0-1,-1-1 0,1 1 0,-1-1 0,1 1 0,0 0 1,-1-1-1,1 1 0,0-1 0,0 1 0,-1-1 0,1 1 0,0-1 1,0 1-1,0-1 0,-1 1 0,1-1 0,0 1 0,0-1 1,0 1-1,0-1 0,0 1 0,0-1 0,0 1 0,0-1 0,0 0 1,0 1-1,0-1 0,1 1 59,-1-1-420,1 0 0,-1 0 0,1 1 0,0-1 0,-1 0-1,1 1 1,0-1 0,-1 0 0,1 1 0,0-1 0,0 1 0,0-1 0,-1 1 0,1 0 0,0-1 0,0 1 0,0 0 0,0 0-1,0-1 1,0 1 0,0 0 0,0 0 0,0 0 420,16 0-7017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40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3001,'0'0'7924,"0"0"-4945,0 0-1304,0 0-413,0 0-414,25-11-329,81-31-198,-103 40-299,1 1 1,-1 0-1,0 0 0,0 0 0,1 0 0,-1 1 0,1-1 0,-1 1 0,0 0 1,1 0-1,-1 0 0,1 1 0,-1-1 0,3 2-22,-4-1 30,0-1 1,0 1-1,-1 0 0,1 0 0,-1 0 1,1 0-1,-1 1 0,1-1 0,-1 0 0,1 1 1,-1-1-1,0 1 0,0-1 0,0 1 1,0 0-1,0-1 0,0 1 0,0 1-30,1 6 116,0 0-1,0 0 0,-1 0 1,0 0-1,-1 0 1,0 0-1,0 0 0,-1 2-115,0 6 36,1-2 93,-1 0 0,-1 0 0,-1 0 0,0 0 0,-1 0 0,-1 0 0,0-1 1,-1 0-1,0 0 0,-1 0 0,-1-1 0,0 0 0,-1 0 0,0-1 0,-1 0 0,-5 4-129,15-15 28,-1-1 0,1 0 0,0 0 0,0 0 0,0 1 0,0-1 0,0 0 0,-1 0 0,1 0 0,0 0 0,0 1 0,0-1 0,0 0 0,-1 0 0,1 0 0,0 0 0,0 0 0,-1 0 0,1 1 0,0-1-1,0 0 1,0 0 0,-1 0 0,1 0 0,0 0 0,0 0 0,-1 0 0,1 0 0,0 0 0,0 0 0,-1 0 0,1 0 0,0-1 0,0 1 0,-1 0 0,1 0 0,0 0 0,0 0 0,0 0 0,-1 0-1,1 0-27,-4-12 358,4-22-483,0 29 216,0 2-90,1 1 0,-1-1 0,0 1 1,1-1-1,-1 1 0,1-1 0,0 1 0,0-1 0,0 1 0,0-1 0,1 1 0,-1 0 1,0 0-1,1 0 0,0 0 0,-1 0 0,1 0 0,0 0 0,0 0 0,0 1 0,0-1 1,0 1-1,1-1 0,-1 1 0,0 0 0,1 0 0,-1 0 0,1 0 0,-1 0 0,1 1 0,-1-1 1,1 1-1,0 0-1,12-3 5,1 2 1,0 0-1,0 1 1,0 0-1,2 1-5,-6 0 15,-9-1 15,1 0 0,-1 1 0,0-1 0,0 1 0,0-1 0,0 1 0,0 0 0,0 0 0,-1 0 0,1 1 0,0-1 0,0 1 0,-1 0 0,1-1 0,-1 1 0,1 0 0,1 2-30,0 2 108,1 1 1,-1-1-1,0 1 0,0 0 1,-1 0-1,1 1-108,2 6 81,-5-13-109,0 1-1,0-1 0,1 0 0,-1 0 1,0 0-1,1 0 0,-1 0 0,1 0 0,-1 0 1,1 0-1,-1-1 0,1 1 0,0-1 1,-1 1-1,1-1 0,0 1 0,-1-1 1,1 0-1,0 0 0,0 0 0,-1 0 1,3 0 28,0 0-418,1 0 1,-1-1 0,1 1 0,-1-1 0,1 0 0,-1 0-1,0-1 1,5-1 417,39-34-9338,-32 23 4725,15-13-2607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40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6105,'0'0'6396,"0"0"-3527,0 0-1289,0 0-475,26 21-40,2 2-741,-1 1-1,-1 1 1,-1 2 0,-1 1 0,-2 0-1,0 2 1,10 21-324,5 21 381,-4 1 0,-3 2 0,-3 1 0,-4 1 0,-3 1 0,-3 1 0,-4 0 0,-3 1 0,-4 1 0,-3 32-381,-3-24 666,-6 21-666,2-76 203,-1 0 0,-2-1 0,-1 0 0,-11 28-203,-39 87 568,15-39-69,-14 60-499,50-128-152,7-41-118,1-2-195,20-57-4476,-12 39 492,3-9-6838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42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62 1688,'0'0'1350,"0"0"-881,0 0-370,0 0-80,0 0-3,0 0 24,1-4 100,-1 2 512,0-1 0,0 1-1,0 0 1,0-1 0,0 1 0,-1 0 0,1-1 0,-1 1 0,1 0 0,-1-1 0,0 1 0,0 0-1,0 0 1,0 0 0,0 0 0,0 0 0,-1 0 0,1 0 0,-1 0 0,1 1-652,-1-1 214,0 1 0,0-1 0,0 1 0,0 0 0,0 0 0,0 0 0,0 0 0,-1 1 0,1-1 0,0 0 0,0 1 0,-1 0 0,1-1 0,0 1 1,0 0-1,-1 0 0,1 0 0,0 1 0,-1-1 0,1 0 0,0 1 0,0 0 0,-2 0-214,2 0 17,0 0 0,1 0 0,-1 0 1,1 0-1,0 0 0,-1 0 0,1 1 0,0-1 0,0 0 1,-1 1-1,1-1 0,0 1 0,0-1 0,1 1 0,-1 0 0,0-1 1,1 1-1,-1 1-17,-10 35 102,10-33-74,-5 34 144,1 0-1,2 0 1,2 0 0,1 5-172,0-29 58,0-11-40,0 1 1,0-1-1,0 0 0,1 1 1,0-1-1,0 0 0,0 0 0,0 0 1,1 1-1,-1-1 0,1 0 0,0-1 1,0 1-1,1 0 0,-1-1 0,1 1 1,-1-1-1,1 0 0,0 1 0,1-1-18,1 0 24,1 1 0,0-1-1,0 0 1,0 0-1,0 0 1,0-1 0,1 0-1,-1-1 1,1 1 0,-1-1-1,1 0 1,0-1-1,0 1-23,10-2 30,1 1-1,-1-2 1,-1 0-1,1-2 1,0 1-1,-1-2 1,1 0-1,-1-1 1,-1-1 0,1 0-1,-1-1 1,0-1-1,-1 0 1,0-1-1,-1-1 1,0 0-1,0 0 1,-1-2-1,-1 1 1,0-2-1,-1 1 1,0-1-1,0-3-29,-7 12 18,0 0 0,-1-1 0,0 1 0,0-1 0,0 0 0,-1 1 0,0-1 0,0 0 0,0 0 1,-1 0-1,0 0 0,0 0 0,0 0 0,-1 1 0,0-1 0,0 0-18,0 1 23,-1 1 0,0 0-1,0-1 1,0 1 0,-1 0 0,1 0 0,-1 0 0,0 1 0,0-1 0,0 1 0,-1-1 0,1 1 0,-1 0 0,0 1 0,0-1 0,0 0-1,0 1 1,0 0 0,-3-1-23,-4-2-59,-1 0 0,1 1 0,-1 1 0,1-1 0,-1 2 0,0 0 0,0 0 0,0 1 0,0 1-1,0 0 1,-1 1 0,1 0 0,-4 1 59,14-1-150,1-1-1,-1 1 0,0 0 1,0 0-1,0 0 1,0 1-1,1-1 1,-1 0-1,1 1 1,-1-1-1,1 1 0,-1-1 1,1 1-1,0 0 1,0 0-1,0-1 1,0 1-1,0 0 0,0 0 1,0 0-1,1 0 1,-1 1 150,0 3-1617,0 0 0,0 0 0,0 0 0,1 0-1,0 1 1,1 4 1617,1 6-8209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42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1 9578,'0'0'4193,"0"0"-3601,-49 146 608,6-77-512,-2 1-688,-4-9-24,-16 8-2232,13-15-6762,4-13 4521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46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13915,'0'0'1923,"0"0"-367,0 0 386,0 0-558,0 0-746,0 0-413,-13 23 19,4-7-150,-2 1 47,1 1-1,1 1 1,0-1-1,2 1 0,0 1 1,1-1-1,1 1 1,1 2-141,2-11 97,-2 13 116,1-1-1,0 1 1,2 0-1,3 23-212,-2-42 22,0 0-1,1 0 0,-1-1 1,1 1-1,1 0 0,-1-1 0,1 1 1,-1-1-1,1 1 0,1-1 0,-1 0 1,0 0-1,1 0 0,0 0 0,0 0 1,0-1-1,1 1 0,-1-1 0,1 0 1,0 0-1,0 0 0,0 0 1,0-1-1,0 0 0,0 0 0,1 0 1,0 0-22,2 1 24,1-1 1,0-1 0,0 1 0,0-1 0,0-1 0,0 1-1,0-2 1,0 1 0,0-1 0,0 0 0,0 0 0,0-1-1,0 0 1,-1-1 0,1 1 0,-1-2 0,1 1-1,-1-1 1,0 0 0,-1 0 0,1-1 0,-1 0 0,0 0-1,0 0 1,5-7-25,-2 2 17,-1 0-1,0 0 1,-1-1-1,-1 0 0,1-1 1,-2 0-1,1 0 1,-2 0-1,1 0 0,-2-1 1,0 1-1,0-1 1,-1 0-1,-1 0 0,0-10-16,-1 15 29,0-1-1,0 0 1,-1 0-1,-1 1 1,1-1 0,-1 0-1,-1 1 1,0 0-1,0-1 1,0 1-1,-1 0 1,0 1-1,-1-1 1,0 1-1,0 0 1,-1 0-1,1 0 1,-1 1-1,-1 0 1,1 0-1,-1 0 1,0 1-1,-1 0 1,1 1-1,-1-1 1,0 1-1,0 1 1,0 0-1,-4-1-28,9 3-63,1 0-1,0 0 0,-1 0 0,1 1 1,-1-1-1,1 1 0,-1 0 0,1 0 1,-1 0-1,1 0 0,-1 0 1,1 0-1,-1 1 64,3-1-133,-1 0 0,0 1 1,1-1-1,-1 0 0,1 1 0,-1-1 1,0 0-1,1 1 0,-1-1 0,1 1 1,-1-1-1,1 1 0,0-1 0,-1 1 0,1-1 1,-1 1-1,1-1 0,0 1 0,-1 0 1,1-1-1,0 1 0,0-1 0,0 1 1,-1 0-1,1-1 0,0 1 0,0 0 1,0 0 132,1 2-569,-1 0 0,1 0 1,0 0-1,-1 0 1,1-1-1,1 1 0,-1 0 1,0 0-1,1-1 1,-1 1-1,1-1 0,0 1 1,0-1-1,0 0 1,0 0-1,0 0 0,1 0 1,-1 0 568,29 20-10368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47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11026,'0'0'4744,"0"0"-1955,0 0-247,0 0-1011,0 0-859,0 0-154,-9 18 164,-3 7-506,2 1 0,0 0 0,2 0 0,0 1 0,2 0 0,1 0 0,2 1 0,0 3-176,2-29 5,1 1 0,0 0 0,0 0 0,0-1 0,1 1 0,-1 0 0,0-1 0,1 1 0,0 0 0,0-1 0,0 1 0,0-1 0,0 1 0,0-1 0,0 1 0,1-1 0,0 0 0,-1 0 0,2 1-5,0-1 6,0 0-1,1 0 1,-1-1-1,1 0 1,0 1-1,-1-1 1,1 0-1,0-1 1,0 1-1,-1-1 1,1 0-1,0 0 1,2 0-6,19 1-154,0 0 0,0-2 0,0-1 0,0-1 0,-1-2 0,16-4 154,-34 8-132,0-1 0,0 0 0,0 0 0,-1-1 1,1 1-1,0-1 0,-1-1 0,0 1 0,0-1 0,0 0 0,0 0 0,-1 0 0,1-1 0,-1 1 0,0-1 0,-1 0 0,1-1 0,-1 1 0,0 0 0,0-1 0,-1 0 0,1 1 0,-1-1 0,-1 0 0,1 0 0,-1-1 0,0 1 1,0 0-1,-1 0 132,3-92 227,-3 56 3064,0 41-2434,0 8-217,2 138 251,8 33-891,-9-167-42,1-1 1,-1 1-1,2-1 0,-1 1 0,1-1 1,5 10 41,-7-18-186,0 1 1,1-1 0,-1 0 0,1 0 0,-1 0 0,1 0 0,0 0 0,-1 0 0,1-1 0,0 1 0,0 0 0,1-1 0,1 1 185,-2-1-402,0 0-1,0 0 1,1-1 0,-1 1-1,0-1 1,1 1 0,-1-1-1,0 0 1,1 0 0,-1 0 0,0-1-1,1 1 1,-1 0 0,0-1-1,1 1 1,-1-1 0,1 0 402,25-18-8358,-4-8-320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47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0 432,'0'0'11687,"0"0"-7516,0 0-2142,-9 25-146,0-4-1503,-1 2-50,1 1 0,1 0 1,1 0-1,1 1 0,1 0 0,1 6-330,0 29 931,2 1 0,5 38-931,-2-93 16,-1-1 0,1 1 0,0-1 0,0 1-1,1-1 1,-1 0 0,1 1 0,1-1 0,-1 0 0,1 0 0,-1-1-1,1 1 1,1 0 0,-1-1 0,1 0 0,0 0 0,0 0 0,0 0-1,0 0 1,1-1 0,-1 0 0,1 0 0,2 1-16,-1-2 7,0 1 1,0-1-1,1 0 1,-1-1-1,0 1 1,1-1-1,0-1 1,-1 1-1,1-1 1,-1 0-1,1-1 1,-1 1-1,1-1 1,-1-1-1,1 1 1,-1-1-1,0 0 0,1-1 1,4-2-8,-5 2 8,-1 0-1,0 0 1,0 0 0,0 0-1,-1-1 1,1 0-1,-1 0 1,0-1 0,0 1-1,0-1 1,-1 1 0,1-1-1,-1-1 1,0 1 0,-1 0-1,1-1 1,-1 1-1,0-1 1,-1 1 0,1-1-1,-1 0 1,0-1-8,-1 6 5,0 0-1,0 0 1,0 0 0,0 0 0,0 0-1,-1 0 1,1 0 0,0 0-1,-1 0 1,1 0 0,0 0-1,-1 0 1,1 1 0,-1-1 0,1 0-1,-1 0 1,0 0 0,1 0-1,-1 1 1,0-1 0,1 0-1,-1 1 1,0-1 0,0 0 0,0 1-1,0-1 1,0 1 0,0-1-5,-3 0 30,0 0 0,0-1 0,0 2 0,0-1 0,0 0 0,0 1 0,0 0 0,-3 0-30,-4 0 67,-1 1-1,1 0 1,-1 1 0,1 0 0,-9 4-67,11-3-328,0 2 1,0-1-1,0 1 1,1 0-1,0 1 1,0 0-1,0 0 1,1 1 0,0 0-1,-2 3 328,-3 5-2046,0 0-1,1 1 1,1 0 0,-8 16 2046,4-3-12322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49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4065,'0'0'8160,"0"0"-4759,0 0-1249,0 0-168,0 0-802,0 0-576,21-12-231,65-34-119,-82 43-244,0 1 1,0 0-1,1 1 1,-1-1-1,0 1 1,1 0 0,-1 0-1,1 0 1,-1 1-1,1-1 1,0 1-1,-1 0 1,1 0-1,2 1-12,-5 0 7,0-1-1,0 1 1,0 0-1,-1 0 1,1 0-1,0 0 1,0 0-1,-1 0 1,1 1-1,0-1 1,-1 1-1,1-1 0,-1 1 1,0-1-1,0 1 1,1 0-1,-1 0 1,0-1-1,0 1 1,-1 0-1,1 1-6,2 8 56,0 0 0,-1 0 1,-1 0-1,0 0 0,-1 1 0,0-1 0,0 0 0,-2 5-56,1-6 28,-1-1 0,-1 0 0,1 0 0,-1 0 0,-1 0 0,1-1 0,-1 1-1,-1-1 1,0 0 0,0 0 0,-1 0 0,-2 2-28,-14 15 103,0-1-1,-24 20-102,45-45 13,1 1-1,0-1 1,-1 1 0,1-1 0,0 1-1,0-1 1,-1 0 0,1 1-1,0-1 1,0 1 0,0-1 0,0 0-1,0 1 1,0-1 0,0 1-1,0-1 1,0 0 0,0 1 0,0-1-1,0 0 1,0 1 0,0-1-1,0 1 1,1-1 0,-1 1 0,0-1-1,0 0 1,1 1-13,1-3 4,1 0-1,-1 0 1,1 1-1,0-1 1,0 1 0,0 0-1,0-1 1,1 1-1,-1 1 1,1-1 0,-1 0-1,1 1 1,-1 0-1,1 0 1,0 0 0,0 0-1,-1 1 1,1-1-1,0 1 1,0 0 0,0 0-1,3 1-3,2-1-1,-1 0 1,1 1-1,0 1 0,0-1 0,-1 1 0,1 1 1,-1 0-1,0 0 0,5 3 1,-1-2-38,-1 0 1,1 0-1,0-1 1,1-1-1,-1 0 0,0 0 1,1-1-1,-1-1 0,1 0 1,-1-1-1,8-1 38,27 0-1469,34 2-4539,-27 0-2214,-16 0 1394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50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1176,'0'0'11659,"0"0"-9243,0 0 17,0 0-273,0 0-1440,0 0-552,0 0 16,-54 177 377,51-93-73,3-1-144,0-9-216,3-12-64,17-9-56,3-11-8,5-9-176,27-23-1040,-7-7-3618,-5-3-3703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51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1 204 14187,'0'0'1648,"0"0"-707,0 0 64,0 0-382,12-23-376,1-1-103,2-8 541,2 1 0,2 0 0,21-26-685,-40 56 33,1 1 1,-1-1-1,1 1 0,-1 0 1,0-1-1,1 1 1,-1 0-1,1-1 1,-1 1-1,1 0 0,-1-1 1,1 1-1,-1 0 1,1 0-1,0 0 0,-1 0 1,1 0-1,-1 0 1,1-1-1,-1 1 1,1 0-1,0 1 0,-1-1 1,1 0-1,-1 0 1,1 0-1,-1 0 0,1 0 1,-1 0-1,1 1 1,-1-1-1,1 0 1,-1 1-1,1-1 0,-1 0 1,1 1-1,-1-1 1,1 0-1,-1 1 0,0-1 1,1 1-1,-1-1 1,0 1-1,1-1 1,-1 1-1,0-1 0,0 1 1,1-1-1,-1 1 1,0-1-1,0 1 0,0-1 1,0 1-1,0-1-33,14 37 160,-13-33-10,14 54 1101,4 30-1251,-9-35 146,2 0 0,7 12-146,-18-61-102,0 0 1,1 0 0,0 0 0,0 0 0,0-1 0,0 1 0,1 0 0,-1-1 0,1 1 0,0-1 0,0 0 0,0 0 0,0 0-1,1-1 1,-1 1 0,1-1 0,0 1 0,-1-1 0,2 0 101,2 0-866,-1 0 0,0-1 0,1 0-1,-1 0 1,1 0 0,-1-1 0,1 0 0,-1 0-1,1-1 1,-1 1 0,1-1 0,1-1 866,30-11-9936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51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3025,'0'0'10770,"0"0"-9426,0 0-944,0 0-200,0 0-200,174-26-480,-117 11-5313,-9-3-1152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51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21 8850,'0'0'6477,"0"0"-4387,0 0-935,0 0 376,-22 25-307,-64 86-428,83-107-748,0 1 0,0 0-1,1-1 1,-1 1-1,1 0 1,0 0 0,0 0-1,1 0 1,-1 0 0,1 1-1,0-1 1,1 0-1,-1 1 1,1-1 0,0 1-1,1-1 1,-1 0 0,1 1-48,1 8 123,-2-11-101,0 0 1,1 0-1,-1 0 1,1 0-1,0-1 1,0 1-1,0 0 1,0 0 0,1-1-1,-1 1 1,1-1-1,-1 1 1,1-1-1,0 0 1,0 1-1,0-1 1,0 0-1,0 0 1,2 1-23,2 0 26,-1 0 1,0 0-1,1-1 0,-1 1 0,1-1 1,0 0-1,0-1 0,0 1 1,5 0-27,0-1 14,0 0 1,0-1 0,0 0 0,0 0 0,-1-1 0,1-1-1,0 0 1,-1 0 0,1-1 0,-1 0 0,5-3-15,-9 2 31,1 0 0,-1-1 0,0 0 0,0 0 0,-1 0 1,1-1-1,-1 0 0,0 0 0,-1 0 0,0-1 0,0 0 0,0 1 1,-1-1-1,1-1 0,-2 1 0,1 0 0,-1-1 0,0 1 0,-1-1 1,0 0-1,0 1 0,0-1 0,-1 0 0,-1 0 0,1 1 0,-1-1 0,0 0 1,-3-7-32,3 8 32,-1 0 1,0 0-1,-1 0 1,0 0-1,0 0 1,0 1-1,-1-1 1,0 1-1,0 0 1,0 0-1,-1 0 1,0 1-1,0-1 1,-1 1-33,1 1-72,1 1 0,-1 0 0,0 0 0,0 0 0,0 1 0,-1 0 0,1 0 0,0 0 0,-1 1 0,1-1 0,-1 1 0,0 0 0,1 1 0,-1 0 0,0 0-1,1 0 1,-1 0 0,0 1 0,-3 1 72,9-2-179,-1 0-1,1 0 0,-1 0 0,0 0 0,1 0 1,-1 1-1,1-1 0,-1 0 0,1 1 0,-1-1 1,1 0-1,-1 1 0,1-1 0,-1 0 0,1 1 0,-1-1 1,1 1-1,0-1 0,-1 1 0,1-1 0,0 1 1,-1-1-1,1 1 0,0-1 0,0 1 0,0-1 1,-1 1-1,1 0 0,0 0 180,0-1-516,0 1-1,0 0 1,0 0 0,0 0 0,0 0-1,1-1 1,-1 1 0,0 0-1,0 0 1,1 0 0,-1-1-1,0 1 1,1 0 0,-1 0 0,1-1-1,-1 1 1,1 0 0,-1-1-1,1 1 1,0-1 0,-1 1 0,1 0 516,17 7-6662</inkml:trace>
  <inkml:trace contextRef="#ctx0" brushRef="#br0" timeOffset="1.02">425 316 8314,'0'0'6897,"0"0"-5560,0 0 1191,-3 162-744,-3-119-855,6-7-625,0-8-200,0-7-104,0-8-504,0-13-1873,17 0-2632,1-13-6905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52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8 13691,'0'0'2746,"0"0"-1244,-15 23 457,-49 79-170,60-95-1634,-1 1 1,2 0-1,-1 0 0,1 0 0,0 1 0,0-1 1,1 1-1,0 0 0,1-1 0,0 1 0,0 0 0,1 0 1,0 0-1,1 0 0,0 0 0,0 0 0,2 7-155,-1-13 29,-1 1 0,1-1 0,0 0 1,0 0-1,1 0 0,-1 0 0,0 0 0,1 0 0,0 0 0,0-1 0,0 1 0,0-1 0,0 0 1,0 0-1,0 0 0,1-1 0,-1 1 0,1-1 0,-1 1 0,1-1 0,0 0 0,-1-1 0,1 1 0,0-1 1,2 1-30,15 1 57,-1-1 0,1-1 1,0-1-1,2-1-57,-21 2 3,8-1 6,0 0-1,0-1 0,0 0 0,-1-1 0,1 0 0,-1 0 0,1-1 0,-1 0 0,0-1 1,-1 0-1,1 0 0,-1-1 0,0 0 0,0 0 0,-1-1 0,4-4-8,-6 5 9,1-1 0,-1 0 0,-1 0 0,1-1 0,-2 1 0,1-1 0,-1 0 0,0 0 0,0 0 0,-1 0 0,0-1 0,0 1 0,-1-1 0,0 1 0,-1-1 0,0 1 0,0-1 0,-1 1-1,-1-4-8,1 7 10,0 0-1,0 0 1,-1 0-1,1 0 1,-1 1-1,-1-1 1,1 1-1,-1-1 1,1 1-1,-1 0 1,0 0 0,-1 0-1,1 1 1,-1-1-1,0 1 1,1-1-1,-1 1 1,-1 1-1,1-1 1,0 0-1,-3 0-9,-3-1-63,0 0-1,0 0 0,0 1 1,-1 0-1,1 1 1,-1 0-1,0 1 1,1 0-1,-8 0 64,0 5-2014,16 10-5256,2-6-2698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52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12979,'0'0'4883,"0"0"-3183,0 0-278,0 0 99,7 29-544,27 92-533,-32-112-409,1-1 0,0 0 0,0 1-1,1-1 1,0-1 0,0 1-1,1 0 1,0-1 0,0 0-1,0 0 1,1-1 0,0 1 0,1-1-1,0-1 1,-1 1 0,5 1-35,-4-3 11,0-1 1,0 0 0,0-1-1,0 0 1,1 0 0,-1 0-1,1-1 1,-1 0-1,1-1 1,-1 0 0,1 0-1,0 0 1,-1-1 0,1 0-1,-1-1 1,1 0-12,-1 0-98,-1 0 0,1 0 1,-1-1-1,0 0 0,0 0 1,0-1-1,0 1 0,0-1 0,-1-1 1,1 1-1,-1-1 0,-1 0 0,1 0 1,-1 0-1,1-1 0,-2 1 0,1-1 1,0 0-1,-1 0 0,0-1 0,-1 1 1,0-1-1,1-2 98,4-14 133,-2 1 0,-1 0-1,0-1 1,-2 0 0,-1 0 0,0-9-133,-1 31 856,-4 27-217,-8 54-152,3 0-1,4 1 1,3 10-487,2-90-69,0 0 0,-1 0-1,1 1 1,0-1 0,0 0-1,0 0 1,0 1-1,0-1 1,0 0 0,1 0-1,-1 1 1,0-1 0,1 0-1,-1 0 1,1 0 0,-1 0-1,1 1 1,-1-1 0,1 0-1,0 0 1,0 0 0,-1 0-1,1 0 1,0-1 0,0 1-1,0 0 1,0 0 0,0 0-1,0-1 1,0 1-1,1-1 1,-1 1 0,0-1-1,0 1 1,0-1 0,0 0-1,1 1 1,-1-1 0,0 0-1,0 0 1,1 0 0,-1 0-1,0 0 1,0 0 0,1 0-1,-1 0 1,0-1 0,1 1 69,21 0-5288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53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14427,'0'0'1950,"0"0"-263,-22 29 644,-68 99-489,81-115-1645,0 1 1,2 1-1,0 0 1,0 0-1,1 0 1,1 1-1,1-1 0,0 1 1,1 0-1,1 1 1,0-1-1,1 0 1,1 1-1,0-1 1,2 0-1,1 8-197,-2-19 13,-1-1 0,1-1 0,0 1 0,1 0 0,-1 0 0,1 0 0,0-1 1,0 1-1,0-1 0,0 1 0,0-1 0,1 0 0,0 0 0,0 0 0,-1 0 0,2 0 0,-1-1 0,0 1 0,0-1 0,1 0 0,0 0 0,-1 0 0,1 0 0,0-1 0,0 0 1,-1 0-1,1 0 0,0 0 0,0 0 0,1-1 0,-1 0 0,1 1-13,4-1-1,0 1 1,1-1 0,-1 0-1,0-1 1,0 0-1,0 0 1,0-1 0,0-1-1,0 1 1,0-1-1,-1-1 1,1 1 0,-1-2-1,1 1 1,-3-1-16,0 1 1,0-1-1,0 0 0,-1-1 0,0 1 1,1-2 15,-4 5-3,-1 0 0,1 0 0,-1 0 0,0 0 1,0 0-1,0 0 0,0-1 0,0 1 0,0 0 1,-1-1-1,1 1 0,-1 0 0,0-1 0,0 1 1,0 0-1,0-1 0,0 1 0,0-1 0,0 1 1,-1 0-1,0-1 3,0 1 0,0 0 0,0 1 0,-1-1 0,1 0 1,-1 1-1,1-1 0,-1 1 0,1 0 0,-1 0 1,0-1-1,0 1 0,0 0 0,0 1 0,0-1 0,0 0 1,0 0-1,0 1 0,0-1 0,0 1 0,0 0 0,0 0 1,-2 0-1,-54-3 17,52 3-16,-3-1 1,0 2 0,0-1 0,0 1 0,0 1 0,1-1 0,-4 2-2,10-2-55,0-1 0,0 1 1,1 0-1,-1 0 0,0 0 0,0 0 1,1 0-1,-1 0 0,1 0 1,-1 0-1,1 0 0,-1 1 0,1-1 1,0 1-1,0-1 0,-1 1 0,1-1 1,0 1-1,0 0 0,1 0 0,-1-1 1,0 1-1,1 0 0,-1 0 0,1 0 1,-1 0-1,1 0 0,0-1 0,0 1 1,0 0-1,0 0 0,0 1 55,0-2-267,1 1 1,-1-1-1,1 0 1,-1 1-1,1-1 0,0 0 1,-1 1-1,1-1 0,0 0 1,0 0-1,0 1 0,0-1 1,0 0-1,0 0 1,0 0-1,0 0 0,1 0 1,-1-1-1,0 1 0,0 0 1,1-1-1,-1 1 0,1 0 1,-1-1-1,0 0 1,1 1-1,-1-1 0,1 0 1,-1 0-1,1 0 0,0 0 267,36 6-10918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53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0 12763,'0'0'2456,"0"0"-71,34 182 79,-34-84-343,0 2-529,-14-3-448,-15-9-480,-2-11-391,2-16-209,1-14-64,5-14-617,3-13-1167,-17-14-2665,8-6-3017,1 0-1479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54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94 152 8330,'0'0'4317,"0"0"-2512,0 0-374,0 0 98,-2-22-90,-2-7-976,-2-71 2349,6 99-2273,0 8-258,6 447-1934,-6-453 1432,-1 0 1,1 0 0,0 0 0,-1 0-1,1 0 1,-1 0 0,0 0 0,1 0-1,-1 0 1,0 0 0,0 0-1,1-1 1,-1 1 0,0 0 0,0 0-1,0-1 1,0 1 0,0-1 0,0 1-1,0-1 1,0 1 0,0-1 0,0 0-1,0 1 1,0-1 0,0 0 0,0 0-1,0 0 1,0 0 0,-1 0 0,1 0-1,0 0 221,-47 1-2451,36-2 2303,91 3 4685,17 0-7691,-5-1-4818,-38-1 4556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56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14243,'0'0'2529,"0"0"-473,0 0 289,0 0-961,0 0-744,0 0-352,152-21-168,-118 14-120,-6 4-104,-8 0-736,-5 3-1089,-15 0-2319,0 0-1954,0 0-511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5:56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12067,'0'0'2648,"0"0"-1040,0 0 977,0 0-1313,149-13-848,-95 0-256,0 3-104,-11 2-64,-6 8-264,-6 0-1976,-11 0-2865,-5 0-4905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6:16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51 8426,'0'0'4940,"0"0"-2617,0 0-746,0 0-448,0 0-597,-12 23-211,7-13-277,-6 11 88,1-1 1,1 2 0,-1 7-133,7-21 72,1 0 0,0 1 0,0 0 1,1-1-1,0 1 0,0 0 0,1 0 1,1 0-1,-1-1 0,1 1 0,1 0 0,1 7-72,0-10 48,0 1 0,1 0 0,-1-1 0,1 0 0,0 0 0,1 0 0,0 0 0,0-1 0,0 1 0,0-2 0,1 1 0,0 0 0,0-1 0,0 0 0,0 0 0,1-1 0,0 0 0,2 1-48,-1-1 51,1 1 0,0-2-1,-1 1 1,1-1 0,0 0 0,0-1 0,0 0-1,0-1 1,0 0 0,1 0 0,-1-1 0,0 0 0,0 0-1,7-3-50,-13 2 42,1 1-1,-1-1 0,0 0 1,1-1-1,-1 1 1,0 0-1,0-1 0,-1 0 1,1 0-1,-1 1 0,1-2 1,-1 1-1,0 0 0,0 0 1,0-1-1,0 1 0,-1-1 1,0 1-1,1-1 1,-1 0-1,0 1 0,-1-1 1,1 0-1,-1 0 0,0-3-41,1-3 175,-1 1-1,0-1 0,0 1 0,-1-1 1,0 1-1,-1-1 0,0 1 0,-1 0 1,0-1-1,-2-2-174,-3-4 144,-1 0 0,-1 1 0,0 1 0,-1-1-1,-1 2 1,0 0 0,-1 0 0,-2 0-144,4 3 56,0 1 0,-1 0 0,0 0 0,0 2-1,-1-1 1,0 2 0,-1 0 0,1 0 0,-1 1 0,-5-1-56,10 5 12,0-1 1,0 1 0,0 0 0,0 1 0,0 0-1,0 0 1,-4 1-13,10-1-37,1 1 0,-1-1 0,1 1 1,0 0-1,-1 0 0,1 0 0,0 0 0,0 0 0,-1 0 0,1 0 0,0 1 0,0-1 1,0 1-1,1 0 0,-1-1 0,0 1 0,1 0 0,-1 0 0,1 0 0,-1 0 1,1 0-1,0 0 0,0 1 0,0-1 0,0 0 0,0 1 0,1-1 0,-1 0 0,1 1 37,-2 35-2869,8-12-2057,16 1-4226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6:16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6785,'0'0'9242,"0"0"-6345,0 0-48,-52 146-1337,38-99-816,3-6-416,2-3-152,3-7-120,4-11-8,-1-4 0,3-16-1120,0 0-1433,0 0-1984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6:16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3 145 14299,'0'0'2313,"0"0"230,-1 24-886,-1 81-768,2-98-831,1 0 1,0 0-1,0 1 1,1-1-1,-1 0 1,1 0 0,1 0-1,0-1 1,0 1-1,0-1 1,0 1-1,1-1 1,0 0 0,1 0-1,-1-1 1,1 1-1,0-1 1,1 0-1,-1-1 1,1 1 0,0-1-1,0 0 1,0 0-1,4 1-58,-1-1 40,0 0-1,1 0 1,-1-1 0,1 0-1,0-1 1,-1 0-1,1-1 1,0 0-1,1 0 1,-1-1-1,0-1 1,0 1 0,0-1-1,0-1 1,7-2-40,-11 2 13,0-1 0,0 1 0,-1-1 0,0 0 0,1-1 0,-1 1 0,0-1 0,0 0 0,-1 0 0,1 0 0,-1-1 1,0 0-1,0 0 0,-1 0 0,1 0 0,-1 0 0,0-1 0,-1 0 0,1 1 0,-1-1 0,0 0 0,-1 0 0,1 0 0,-1 0 0,-1-1 0,1 1 1,-1 0-1,0 0 0,0-2-13,0-6 117,-1-1 0,0 1 0,-1 0 0,0 0 0,-2 0 0,1 0 0,-2 1 1,0-1-1,0 1 0,-1 0 0,-1 0 0,-4-5-117,4 8 112,-1 1 0,0 0 0,-1 0 0,0 1 0,0-1 0,-1 2 0,0 0 0,0 0 0,-9-4-112,13 8-4,-1-1 0,0 1 0,0 1 0,0-1 0,0 1 0,0 0 1,-1 1-1,1-1 0,-1 2 0,1-1 0,-1 1 0,1 0 0,-1 0 0,1 1 1,-1 0-1,-3 2 4,9-2-116,1 0 0,-1 0 1,0 0-1,1 1 1,-1-1-1,0 0 0,1 1 1,0 0-1,-1-1 0,1 1 1,0 0-1,0-1 1,0 1-1,0 0 0,0 0 1,1 0-1,-1 0 0,0 0 1,1 0-1,0 0 1,-1 0-1,1 0 0,0 1 1,0 0 115,-1 3-1061,1 0-1,0 0 1,0 0 0,1 0 0,-1 0 0,1-1 0,1 1 0,0 2 1061,14 17-11013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6:17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 4945,'0'0'8207,"0"0"-4665,0 0-1289,0 0-882,0 0-658,-13 25 49,8-14-669,-7 11 151,2 1 0,0 0 0,0 6-244,7-18 120,0 0-1,0 0 0,2 0 0,-1 0 0,1 1 1,1-1-1,0 0 0,0 0 0,1 1 0,3 9-119,-2-12 46,1-1 0,-1 0 0,2 1 0,-1-1 0,1-1 0,1 1-1,-1-1 1,1 1 0,1-1 0,-1-1 0,1 1 0,0-1 0,1 0-1,0 0 1,-1-1 0,2 0 0,-1 0 0,1 0 0,-1-1 0,1 0-1,0-1 1,1 0 0,-1 0 0,0-1 0,4 1-46,-2-1 20,-1-1-1,1 0 1,0 0 0,-1-1 0,1 0 0,0 0-1,0-1 1,-1-1 0,1 0 0,-1 0 0,1-1-1,-1 0 1,0 0 0,0-1 0,0 0-1,-1-1 1,1 0 0,-1 0 0,0-1 0,-1 0-1,1 0 1,5-7-20,-9 8 23,0 0 0,0 0 0,0 0 0,-1 0 0,0-1 0,0 0 1,0 1-1,0-1 0,-1 0 0,0-1 0,-1 1 0,1 0 0,-1 0 0,0-1 0,-1 1 0,1-1 0,-1 1 0,-1 0 0,1-1 0,-1 1 0,0-1 0,-1 1 0,1 0 0,-2-1-23,0-3 81,-1 1 0,-1 0 0,1 0 0,-1 0 0,-1 1 0,0-1 0,0 1 0,-1 1-1,0-1 1,0 1 0,0 0 0,-1 1 0,0 0 0,-8-4-81,4 2 13,-1 1 1,0 1-1,0 0 1,0 1-1,-1 1 1,1 0-1,-1 1 1,0 0 0,0 1-1,-1 0 1,1 1-1,0 1 1,0 1-1,-2 0-13,14-1-51,1 0 0,-1 0 0,1 0 0,0 1 0,-1-1 0,1 1-1,-1-1 1,1 1 0,0-1 0,0 1 0,-1 0 0,1-1 0,0 1 0,0 0 0,0 0-1,0 0 1,0 0 0,0 0 0,0 0 0,0 0 0,0 0 0,0 1 0,0-1 0,1 0 0,-1 0-1,1 1 1,-1-1 0,1 1 0,-1-1 0,1 0 0,0 1 0,0-1 0,-1 1 0,1-1 0,0 1-1,0-1 1,1 1 51,-1 1-401,1 0-1,-1 0 0,1 0 1,0 0-1,0 0 0,0-1 1,0 1-1,1 0 0,-1-1 1,1 1-1,-1-1 0,1 1 1,0-1-1,0 0 0,0 0 1,0 0-1,2 1 402,29 17-7138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6:17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9634,'0'0'7568,"0"0"-4435,0 0-1101,0 0-781,0 0-617,-20 28-111,-9 14 81,-20 41-604,45-75 48,0 0 0,1 1-1,0 0 1,1 0 0,0 0 0,0 0 0,0 0 0,2 1 0,-1-1 0,1 0 0,0 0 0,1 1 0,0-1 0,0 0-1,2 4-47,-2-7 22,1 5-12,1-1 1,0 0-1,0 1 1,1-1-1,0 0 1,1-1-1,0 1 1,1-1-1,-1 0 1,2 0-1,-1-1 1,1 1-1,1-2 1,0 1-1,0-1 1,0 0-1,1-1 1,-1 0-1,2 0 1,-1-1-1,1 0 1,-1 0-1,1-1 1,1-1-1,-1 0 1,0 0-1,1-1 1,0 0-1,-1-1 1,1 0-1,0-1 1,8 0-11,-16-1 5,0 1 0,-1-1-1,1 0 1,0 0 0,0 0 0,0 0-1,0 0 1,-1 0 0,1-1 0,0 0 0,-1 1-1,1-1 1,-1 0 0,0 0 0,0 0-1,0-1 1,0 1 0,0 0 0,0-1 0,0 1-1,-1-1 1,1 0 0,-1 0 0,0 1-1,0-1 1,0 0 0,0 0 0,-1 0 0,1-2-5,0 1 16,0 0 0,0-1 0,-1 1 1,1 0-1,-1-1 0,0 1 0,-1-1 1,1 1-1,-1 0 0,1 0 1,-1-1-1,-1 1 0,1 0 0,-1 0 1,1 0-1,-1 0 0,0 0 1,0 0-1,-1 1 0,-2-4-16,1 3 42,-1 0 1,0 0-1,-1 0 0,1 1 0,0 0 1,-1 0-1,0 0 0,0 0 1,0 1-1,0 0 0,0 1 0,0-1 1,0 1-1,-1 0 0,1 1 0,0 0 1,-1-1-1,-4 2-42,8-1-25,-1 1 0,1-1 0,-1 1 0,1 0 0,0 0 0,-1 0 0,1 0 0,0 1 0,0-1 0,0 1 0,0 0 1,0 0-1,0 0 0,0 0 0,0 0 0,1 1 0,-1 0 0,1-1 0,0 1 0,0 0 0,0 0 0,0 0 0,0 0 0,1 0 0,-1 0 0,1 1 0,0-1 0,0 0 0,0 1 0,0-1 0,1 1 0,-1-1 0,1 3 25,0-5-81,0 0-1,0 0 1,0 0-1,0 0 1,0 0-1,0 0 1,0 0-1,0 0 1,0 0-1,1 0 1,-1 0-1,0 0 0,1 0 1,-1 0-1,1 0 1,-1-1-1,1 1 1,-1 0-1,1 0 1,-1 0-1,1-1 1,0 1-1,0 0 1,-1-1-1,1 1 1,0-1-1,0 1 0,0-1 1,-1 1-1,1-1 1,0 1-1,0-1 82,33 3-4602,-26-3 3366,29 0-6275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6:52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178 331 9098,'0'0'4854,"0"0"-1925,0 0-272,0 0-706,0 0-735,0 0-447,-1-15-285,4-47 785,12-60-1269,-7-10 1225,-6 281-1194,-4 170 20,2-312-68,-1 0 0,1 0 1,-1 0-1,0-1 1,-1 1-1,1 0 0,-2-1 1,1 1-1,0-1 1,-1 0-1,-1 0 0,1 0 1,-1 0-1,0-1 0,0 1 1,-1 0 16,0-2-21,0 0 0,0 0 0,-1-1 0,1 1-1,-1-1 1,1-1 0,-1 1 0,0-1 0,0 0 0,0 0 0,-1-1 0,1 0 0,0 0 0,0 0 0,-1-1 0,1 0 0,-2 0 21,-19-1-16,-2 1 109,45 1-41,12 1-288,34 1 233,29-3 3,-72-2-1477,0 0-1,-1-1 1,1 0 0,2-2 1477,20-8-7968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26:52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31 13179,'0'0'1963,"0"0"-325,0 0 203,0 0-558,0 0-712,0 0-346,1-3-121,-1 3-103,0-1 55,0 0 0,0-1-1,0 1 1,0 0 0,0 0-1,0 0 1,1 0 0,-1 0-1,0 0 1,1 0 0,-1 0-1,1 0 1,-1 0 0,1 0-1,-1 0 1,1 0 0,0 0-1,0 0 1,-1 0 0,1 1-1,0-1 1,0 0 0,0 1-1,0-1 1,0 0-1,0 1 1,0-1 0,0 1-1,0 0 1,0-1 0,0 1-1,0 0 1,0-1-56,-4 29 1881,1-26-1843,0 0 0,-1 0 1,1 0-1,0 0 1,-1-1-1,1 1 0,-1-1 1,1 1-1,-1-1 0,0 0 1,1 0-1,-1 0 1,0-1-1,0 1 0,0-1 1,0 1-1,0-1 1,0 0-1,1 0 0,-1 0 1,0-1-1,0 1 0,0-1 1,-1 0-39,-15 1-2468,7 0-2208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22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61 4601,'0'0'4968,"0"0"-2346,0 0-461,0 0 53,0 0-303,-5-3-394,4 3-1436,0-1 1,1 0 0,-1 1-1,0-1 1,0 0 0,0 1-1,1-1 1,-1 0 0,0 0 0,1 0-1,-1 1 1,0-1 0,1 0-1,-1 0 1,1 0 0,0 0-1,-1 0 1,1 0 0,0 0 0,-1 0-1,1 0 1,0 0 0,0-1-1,0 1 1,0 0 0,0 0-1,0 0 1,0 0 0,1 0-1,-1 0 1,0 0 0,0 0 0,1 0-1,0-1-81,0 0 79,1 0 0,0 0 0,0 1-1,0-1 1,1 0 0,-1 1 0,0 0-1,1-1 1,-1 1 0,1 0 0,-1 0 0,1 0-1,-1 1 1,1-1 0,0 0 0,-1 1-1,3 0-78,1-1 19,1 0-1,-1 0 0,0 1 0,0 0 0,1 0 1,-1 1-1,0 0 0,0 0 0,1 0 0,-1 1 0,0 0 1,0 0-1,-1 0 0,1 1 0,0 0 0,-1 0 0,1 0 1,0 1-19,2 4 0,0 0 0,0 0 0,0 1 0,-1 0 0,0 0 0,-1 1 0,0 0 0,-1 0 1,3 7-1,4 10 9,-1 0 1,-2 1-1,0 0 1,-2 0-1,3 28-9,-1 31 36,-2 28-36,6 58 41,-4-140-800,-2-28-2189,-1-18-1575,-2-5-1736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22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679 0 12051,'0'0'1745,"0"0"-140,0 0-450,0 0-491,-33 21-10,-4 2-381,6-4 33,1 1-1,1 1 0,0 1 0,2 2 1,-13 14-306,-339 302 3409,368-330-3371,7-7 332,-23 22-1756,26-18-842,17-9-145,10-10-937,2-3-2426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22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12915,'0'0'2016,"0"0"-768,0 0 97,0 0-633,0 0-200,0 0 16,0 0-112,152 3-224,-110-3-104,-5 0-40,-5 0-48,-4 0-744,-2 0-1256,-9 0-2225,-8 0-5121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23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11618,'0'0'1729,"0"0"-313,0 0 24,0 0-399,0 0-241,0 0-448,0 0-232,177 8-120,-123-6-328,-11 1-1833,-9 2-2792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35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13123,'0'0'2960,"0"0"-1263,0 0-217,0 0-104,0 0-511,-26 149-329,26-111-304,0-7-112,0-5-72,0-6-48,0-7 0,3-3-856,3-7-1609,0-1-1448,-3-2-3288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35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13707,'0'0'2761,"0"0"-1249,0 0-592,0 0-568,0 0-168,0 0-80,0 0-48,14 146-40,-11-110-16,-3 13-776,0-6-1889,0-7-5288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36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11386,'0'0'1593,"0"0"-217,-12 187 1185,4-97-793,-1-3-784,9-12-424,0-14-272,0-12-184,9-13-32,5-13 24,3-10-96,-3-11-104,1-2-824,5-5-960,-3-18-465,-3-5-4704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37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10306,'0'0'4745,"0"0"-3937,0 0 1025,0 0 215,0 0-711,3 170-385,3-116-448,-3-6-264,3-1-144,-4-6-40,1-8-40,-3-2-16,3-8 0,-3-5-576,3-10-1129,0-3-1351,0-5-2841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37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8226,'0'0'5329,"0"0"-4065,0 0 457,0 0-361,0 0-808,145-6-328,-70-4-112,2-5-64,-6 4-40,-11 1-8,-9 2-648,-11 6-1409,-11 2-2776,-12 0-5217</inkml:trace>
  <inkml:trace contextRef="#ctx0" brushRef="#br0" timeOffset="1">258 137 11506,'0'0'1937,"0"0"-745,0 0 817,0 0-505,0 0 120,0 0-792,148 13-392,-77-26-263,1-2-105,-7 2-72,21 0-537,-20 5-2335,-9 0-3698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38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188 314 5297,'0'0'1579,"0"0"43,0 0-9,0 0-603,0 0-473,0 0-54,0-4 303,1 3-678,-1 0 1,0-1-1,-1 1 1,1 0-1,0 0 1,0 0-1,0 0 0,0 0 1,-1 0-1,1 0 1,-1 0-1,1 0 1,-1 0-1,1 0 1,-1 0-1,1 0 1,-1 0-1,0 0 0,0 1 1,1-1-1,-1 0 1,0 0-1,0 1 1,0-1-1,0 0 1,0 1-1,0-1 1,0 1-1,-1-1-108,-41-3 2903,38 4-2817,0 0 0,0 1 0,0 0 0,0 0 0,0 1 0,0-1 0,1 1 0,-1 0 0,1 1 0,-1-1 0,1 1 0,0-1 0,0 1 1,0 1-1,0-1 0,1 0 0,-1 1 0,1 0 0,0 0 0,0 0 0,0 0 0,1 0 0,-1 0 0,1 1 0,0 0-86,-3 5 51,1 1-1,0 0 1,1-1-1,0 1 1,0 0-1,1 0 1,1 1-1,0-1 1,1 0-1,0 10-50,0-17 8,1-1 0,-1 0 0,1 0 0,0 0 0,0 0 0,0 0 0,0 0 0,1 0 0,-1 0 0,1-1 0,-1 1 0,1 0-1,0-1 1,0 1 0,1-1 0,-1 0 0,0 0 0,1 0 0,-1 0-8,4 2 18,0 0 1,0-1-1,1 0 0,-1 0 0,1 0 1,-1-1-1,1 0 0,7 1-18,4 0 32,1-1 0,-1 0-1,1-2 1,0 0-1,-1-1 1,11-3-32,-22 3-1,-1 0 0,0 0 0,0-1 1,0 0-1,0 0 0,0-1 0,0 0 0,-1 0 0,0 0 0,1-1 0,-1 1 0,0-1 1,0 0-1,-1-1 0,1 1 0,-1-1 0,0 0 0,-1 0 0,1 0 0,-1-1 1,0 1-1,0-1 0,0 0 0,-1 0 0,0 0 0,0 0 0,0-1 1,3-21-11,0 1 0,-2-1-1,-1 0 1,-1 0 0,-3-18 11,2 9 21,-2-8 212,-2 0 0,-10-44-233,6 41 1075,12 87-50,-3-22-1022,0 0-1,2 0 0,0 0 1,2 3-3,3 8 25,2 0 0,1-1 0,1 0 0,1 0 0,9 12-25,-19-33-15,1 0 0,0-1-1,0 1 1,0-1 0,1 0 0,0-1 0,0 1-1,0-1 1,0 0 0,1 0 0,0 0 0,-1-1-1,1 0 1,1 0 0,-1 0 0,0-1-1,1 0 1,-1 0 0,1-1 0,-1 0 0,1 0-1,0 0 1,0-1 0,-1 0 0,1 0-1,0-1 1,0 0 15,-3 0-34,0-1-1,0 1 0,0-1 1,0 0-1,0 0 1,0 0-1,-1 0 0,1-1 1,-1 0-1,0 0 0,0 0 1,0 0-1,0 0 1,0 0-1,0-1 0,-1 1 1,0-1-1,0 0 0,0 0 1,0 0-1,0 0 1,-1 0-1,0 0 35,4-9-99,-2 1-1,0-1 1,0 0 0,-1 0-1,0 0 1,-1-14 99,-1 27 1,0-1 1,0 0-1,0 1 1,0-1-1,0 0 1,0 0-1,0 1 1,0-1-1,0 0 1,0 1-1,-1-1 1,1 0-1,0 1 1,0-1-1,-1 0 1,1 1-1,0-1 0,-1 0 1,1 1-1,-1-1 1,1 1-1,-1-1 1,1 1-1,-1-1 1,1 1-1,-1-1 1,1 1-1,-1 0 1,0-1-1,1 1 1,-1 0-1,0-1 1,1 1-1,-1 0 1,0 0-1,1 0 1,-1-1-1,0 1 1,0 0-1,1 0 0,-1 0 1,0 0-2,-1 1 5,0-1 1,0 1-1,0-1 1,0 1-1,0 0 1,0 0-1,0 0 1,0 0-1,0 0 1,1 0-1,-1 0 1,0 1-1,1-1 0,-1 1 1,0 0-6,-3 5 21,1 1 0,-1-1 0,1 1 0,1 0 0,-1 0 0,1 0 0,1 0 0,0 1 0,0-1 0,0 1 0,1 0 0,1-1 0,-1 2-21,1-4 13,-1 1 0,1 0 0,0-1 0,1 1 0,0-1 0,0 1 0,0 0 0,1-1 0,0 0 0,0 1 1,0-1-1,1 0 0,0 0 0,0 0 0,1-1 0,0 1 0,1 1-13,2-1 11,1 1 0,0-2 1,0 1-1,0-1 1,0 0-1,1-1 0,0 0 1,0 0-1,0-1 1,1 0-1,-1 0 0,1-1 1,0-1-12,23 3-1412,0-1 0,0-2 0,7-2 1412,-7 1-3066,17 0-4246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38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168 239 12171,'0'0'2159,"0"0"-422,0 0-223,0 0-544,-26 19-406,-7 4-340,1 2 0,-9 10-224,38-32 32,-1 1 0,1-1 0,0 1 0,0 0 0,1 0 1,-1 0-1,1 1 0,0-1 0,0 0 0,0 1 0,1 0 0,-1-1 0,1 1 0,0 0 1,0 0-1,1-1 0,0 1 0,0 0 0,0 0 0,0 0 0,1 3-32,0 11 147,-1-12-97,0 1-1,0 0 1,1-1-1,0 1 1,0-1-1,1 1 1,0-1-1,1 0 1,-1 0-1,1 0 1,1 0 0,3 6-51,-4-9 24,0 0 0,1-1 0,-1 1 0,1-1 0,0 1 0,0-1 0,0 0 0,1-1 0,-1 1 0,1-1 0,-1 0-1,1 0 1,0 0 0,0-1 0,0 1 0,0-1 0,0 0 0,0-1 0,4 1-23,2 0 31,0 0 0,0-1 0,-1 0 1,1 0-1,0-1 0,0-1 0,0 0 0,4-2-31,-10 3 6,-1-1 0,0 0 0,0 0 0,0-1-1,0 1 1,0-1 0,0 0 0,0 0 0,-1 0-1,0-1 1,0 1 0,0-1 0,0 0 0,0 1-1,-1-2 1,1 1 0,-1 0 0,0 0 0,0 0-1,0-4-5,6-24 56,-1-1 0,-2 1-1,-2-1 1,0-1 0,-2 1-1,-2 0 1,-2-10-56,1-37 362,2 51 290,-1 1 0,-2-1 0,0 1 0,-2 0 0,-3-6-652,5 98 888,3-16-881,3 1-1,1-1 0,3 0 1,1 0-1,3-1 1,2 0-1,5 9-6,-15-49-96,0 1-1,1 0 1,0-1-1,0 1 0,1-1 1,0 0-1,0-1 0,1 1 1,0-1-1,0 0 1,0 0-1,7 3 97,-8-6-289,0 0 0,0 0 0,1 0 0,-1-1 0,1 0 0,0-1-1,0 1 1,0-1 0,0 0 0,0 0 0,0-1 0,0 0 0,0 0 0,0 0 0,0-1 0,0 0 0,-1 0 0,3-1 289,-2 0-97,-1 0 0,0 0 0,1-1 0,-1 0 0,0 0 0,-1-1 0,1 1 0,0-1 0,-1 0 0,0 0 0,0-1 0,0 1 0,-1-1 0,1 0 0,-1 0 0,0 0 0,-1 0 0,1 0 0,-1-1 0,0 1 0,0-1 0,0-1 97,3-12 446,0 1 0,-1-1 0,-1 0 0,-1-1-1,-1 1 1,0-4-446,-1 22 108,0 0 0,0 0 0,1-1 0,-1 1 0,-1 0 0,1-1 1,0 1-1,0 0 0,0 0 0,-1-1 0,1 1 0,-1 0 0,1 0 0,-1 0 0,1-1 0,-1 1 0,0 0 0,1 0 0,-1 0-108,0 1 22,0-1-1,1 1 0,-1 0 1,1 0-1,-1 0 0,1 0 1,-1 0-1,0 0 1,1 0-1,-1 0 0,1 1 1,-1-1-1,0 0 0,1 0 1,-1 0-1,1 1 1,-1-1-1,1 0 0,-1 0 1,1 1-1,-1-1 0,1 0 1,0 1-1,-1-1 1,1 1-1,-1-1 0,1 1-21,-4 3 3,0 0-1,1 1 1,-1-1-1,1 1 1,1 0-1,-1 0 0,-2 5-2,0 11 13,0 0-1,1 0 1,1 0-1,1 1 0,0 0 1,2-1-1,2 17-12,-2-34-69,0 1-1,1-1 1,-1 0-1,1 0 1,0 1-1,0-1 1,0 0-1,1 0 1,-1 0-1,1 0 1,0 0-1,0-1 1,0 1-1,1 0 1,-1-1-1,1 0 1,0 0-1,0 0 1,0 0-1,1 0 1,-1 0-1,0-1 1,1 1-1,0-1 1,0 0-1,-1 0 1,1-1-1,0 1 1,3 0 69,7 1-719,0 0 0,0-1 0,0-1 0,0 0 0,0-1 0,0 0 0,0-1 0,7-2 719,29-7-9389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39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0 4097,'0'0'7468,"0"0"-4641,0 0-591,0 0-13,0 0-943,0 0-908,-5 15-164,-4 23 61,2 1 0,2-1 0,2 1 1,1 0-1,2 18-269,-1-4 239,4 106 116,-1-136-350,1 0 1,1 0-1,1-1 1,1 1-1,7 15-5,-12-34-64,0-1-1,0 0 0,0 0 1,1-1-1,0 1 0,0 0 1,-1 0-1,1-1 0,1 1 1,-1-1-1,0 0 0,1 0 1,-1 0-1,1 0 0,1 1 65,-1-1-868,0-1-1,1 0 1,-1 0-1,1 0 0,-1 0 1,1 0-1,-1-1 1,1 1-1,1-1 869,17 0-12827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39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1 143 14427,'0'0'2442,"0"0"-963,0 0-492,25-5-492,214-36-233,-218 37-302,-1 0-1,0-1 1,-1-1-1,2-1 41,-17 6 40,-1 0-1,1 0 1,-1-1-1,0 1 1,1-1-1,-1 0 1,0 0 0,0 0-1,0 0 1,-1 0-1,1-1 1,0 1-1,-1-1 1,0 0-1,1 0 1,-1 0-1,0 0 1,-1 0-1,1 0 1,0 0-1,-1-1 1,0 1-1,0 0 1,0-1-1,0 0 1,0-2-40,-24 7 793,17 0-772,1 1 0,0 0-1,0 0 1,0 1-1,0 0 1,0 0 0,0 0-1,1 0 1,0 1 0,-1-1-1,1 1 1,1 0 0,-1 0-1,0 1 1,1-1-1,0 1 1,0 0 0,0 0-1,1 0 1,0 0-21,-5 8 148,2 0 1,0 0-1,1 0 0,0 0 1,1 1-1,0-1 0,0 11-148,2-18 45,1 0 0,-1 0 0,1 0-1,1 0 1,-1 0 0,1 0 0,0 0-1,0 0 1,0 0 0,1-1-1,0 1 1,0 0 0,1-1 0,0 1-1,-1-1 1,2 0-45,0-1-4,0 0 0,0-1 0,0 1 0,1-1 0,0 0 0,0 0 0,-1-1 0,2 1 0,-1-1 0,0 0 0,0-1 0,1 1 0,-1-1 0,0 0 0,1 0 0,0-1 0,-1 0 0,2 0 4,60 2-1434,-19-4-2357,2-7-6276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39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 12051,'0'0'1879,"0"0"-167,0 0 399,0 0-569,0 0-567,0 0-43,-22 25-160,-12 14-237,-22 34-535,53-68 32,0 1 1,0-1-1,0 0 1,1 1-1,-1 0 1,1 0-1,1-1 1,-1 1-1,1 0 1,0 0-1,0 0 1,1 0-1,0 1 1,0-1-1,0 0 1,1 0-1,0 0-32,0 15 80,-1-16-72,1 0 0,-1 0 0,1 0 0,0 0 0,0 0-1,0 0 1,0 0 0,1-1 0,0 1 0,0 0 0,1-1 0,-1 1 0,1-1 0,0 0 0,0 0 0,0 0 0,0 0 0,1-1-1,0 1 1,-1-1 0,1 0 0,1 0 0,-1 0 0,0-1 0,1 1 0,-1-1 0,1 0 0,0-1 0,0 1 0,-1-1 0,1 0-1,0 0 1,0 0 0,0-1 0,0 1 0,1-1-8,5 0-348,1 0-1,-1 0 1,0-2-1,-1 1 0,1-1 1,0 0-1,10-5 349,-12 4-948,0 0 0,0-1 0,0-1 0,0 0 0,-1 0 0,0 0 0,0-1 0,4-4 948,24-27-8169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40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11867,'0'0'3112,"0"0"865,0 0-976,0 0-1041,0 0-1024,0 0-712,0 0 104,26 44 113,-6 17-161,0 4-128,-3-1-88,0-5-64,-3-11 8,-2-6-8,-4-14-424,4-8-785,-4-7-1863,1-10-4098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40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0 122 9378,'0'0'3153,"0"0"-441,0 0-231,0 0-728,0 0-666,0 0-238,14-5-359,2 0-403,70-20 357,-77 22-342,1 1-1,0 1 1,0 0-1,0 0 1,0 1-1,0 1 1,0-1-1,6 2-101,-14-1 11,1 0 0,0 0 0,-1 1-1,1-1 1,-1 1 0,0-1 0,1 1 0,-1 0-1,0 0 1,0 0 0,0 0 0,0 0-1,0 1 1,-1-1 0,1 0 0,-1 1 0,1 0-1,-1-1 1,0 1-11,21 58 114,-17-44-77,-2-7-27,0 0 0,1 0-1,0 0 1,1 0 0,0-1-1,1 0 1,0 0 0,0 0-1,6 5-9,-9-11 9,0-1-1,0 1 1,0-1-1,0 1 1,0-1 0,1 0-1,-1-1 1,1 1-1,-1-1 1,1 1-1,0-1 1,-1 0-1,1 0 1,0-1-1,0 1 1,0-1 0,0 0-1,0 0 1,-1 0-1,1 0 1,0-1-1,0 1 1,0-1-1,0 0 1,-1 0 0,1-1-1,0 1 1,-1-1-1,1 0-8,2-1 9,1-1 0,-1 0 0,0-1 0,0 1-1,0-1 1,-1 0 0,1-1 0,-1 0 0,-1 1 0,1-1-1,-1-1 1,0 1 0,0-1 0,-1 1 0,2-6-9,0-1 114,0 0 1,-1-1-1,0 1 1,-1-1-1,-1 1 0,0-1 1,-1 0-1,-1-3-114,0 16-86,0 0-1,0-1 0,0 1 0,0 0 0,0-1 0,-1 1 0,1 0 1,0 0-1,-1-1 0,1 1 0,-1 0 0,1 0 0,-1 0 1,0 0-1,1 0 0,-1 0 0,0 0 0,0 0 0,0 0 1,0 0-1,0 0 0,0 0 0,0 0 0,0 1 0,0-1 1,0 0 86,-6-4-4972</inkml:trace>
  <inkml:trace contextRef="#ctx0" brushRef="#br0" timeOffset="1">745 1 14051,'0'0'1944,"0"0"273,0 0-273,74 136-471,-65-85-441,-9-2-152,0-3-312,-17-7-216,-15-6-144,-5-10-64,0-2-64,3-8-32,0-6-48,5-4-88,1-3-976,8-5-3297,8-13-6121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41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1 158 9826,'0'0'2730,"0"0"-1272,0 0-231,0 0-187,27-11-285,83-34-177,-65 21 191,-44 24-667,-1-1 0,1 0 1,0 0-1,0 0 0,-1 1 0,1-1 0,0 0 0,-1 0 0,1 0 0,-1 0 0,1 0 0,-1 0 0,0 0 0,0 0 0,1 0 0,-1 0 0,0-1 0,0 1 0,0 0 0,0 0 0,0 0 0,0 0-102,-1 0 58,1 1 0,-1-1 0,0 0 0,1 1 0,-1-1-1,0 1 1,0-1 0,0 1 0,1-1 0,-1 1 0,0-1-1,0 1 1,0 0 0,0 0 0,0 0 0,0-1 0,0 1-1,0 0 1,0 0 0,0 0 0,1 0 0,-1 0 0,0 1-1,0-1 1,0 0 0,-1 0-58,-29 5 57,26-2-56,-1 0 0,0 1 1,1 0-1,0-1 0,0 2 1,0-1-1,0 1 0,1-1 1,-1 1-1,1 0 0,1 1 1,-1-1-1,1 1 0,0 0 1,0-1-1,0 1 0,1 1 1,0-1-1,0 0 0,1 0 1,0 1-1,-1 6-1,1-7 2,0 0 1,1 0-1,-1 1 1,1-1-1,1 0 1,-1 0-1,1 1 1,0-1-1,1 0 0,-1 0 1,1 0-1,1 0 1,-1 0-1,1-1 1,0 1-1,0-1 1,0 1-1,1-1 0,0 0 1,0-1-1,0 1 1,0-1-1,1 1 1,0-1-3,4 1-27,1 1 1,0-2 0,0 1-1,0-1 1,0-1 0,1 0-1,-1 0 1,1-1 0,0-1-1,0 0 1,-1 0-1,1-1 1,0 0 0,0-1-1,11-2 27,-13 2-268,0-1 0,0 0 0,0 0 0,0-1-1,-1-1 1,1 1 0,-1-1 0,0-1 0,0 0 0,0 0-1,0 0 1,-1-1 0,0 0 0,0 0 0,-1-1 0,1 0-1,-2 0 1,4-5 268,-3 1-394,0 0 0,-1 0-1,0-1 1,-1 0-1,-1 0 1,0 0 0,0-2 394,4-53 1655,-4 70 892,12 39-2228,-12-32-179,1 9 202,2-1 1,0 0-1,1 0 0,1-1 0,0 0 0,11 15-342,-19-32 30,0 0 0,1 1 0,-1-1-1,0 0 1,1 1 0,-1-1-1,0 0 1,1 0 0,-1 1-1,1-1 1,-1 0 0,0 0-1,1 0 1,-1 0 0,1 0-1,-1 1 1,0-1 0,1 0-1,-1 0 1,1 0 0,-1 0-1,1 0 1,-1 0 0,0 0-1,1 0 1,-1 0 0,1-1-1,-1 1 1,0 0 0,1 0-1,-1 0 1,1 0 0,-1-1-1,0 1 1,1 0 0,-1 0-1,0-1 1,1 1 0,-1 0-1,0 0 1,1-1 0,-1 1 0,0 0-1,0-1 1,1 1 0,-1-1-1,0 1 1,0 0 0,0-1-1,1 1 1,-1-1 0,0 1-1,0 0 1,0-1-30,11-28 468,-10 25-429,6-15-33,1 1 0,1 1 1,0-1-1,1 1 0,0 1 0,2 0 0,0 1 0,1 0 0,0 0 0,1 2 0,1 0 0,0 0 1,1 2-1,16-10-6,-28 18-1,-1 1 1,1 0-1,0 0 1,0 1-1,1-1 1,-1 1-1,0 0 1,0 0-1,1 1 1,-1-1-1,0 1 1,1 0-1,-1 0 1,1 0-1,-1 1 1,0-1-1,1 1 1,-1 0-1,0 1 1,0-1-2,-1 2-1,1-1 0,-1 0 1,0 1-1,1-1 0,-1 1 1,-1 0-1,1 0 0,0 0 1,-1 1-1,1-1 0,-1 0 1,0 1-1,0 0 0,-1-1 1,1 1-1,-1 0 0,1 0 1,-1 1 2,6 25-338,0 1-1,-3-1 1,0 1 0,-2 0 0,-1 0 0,-2 8 338,1 6-4800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41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8210,'0'0'6961,"0"0"-5448,0 0 2471,40 170-2039,-17-106-745,3 0-472,-1-8-320,-2-2-144,-6-7-192,0-12-64,-5-4 40,-7-8-48,4-5-504,8-13-1312,0-2-3337,3-3-4049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42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14779,'0'0'2701,"0"0"-558,0 0-633,0 0-705,-17 27-280,17-27-525,-25 43 485,-12 31-485,35-71 21,1 0 0,-1 0 0,1 0 0,0 0 0,1 1 0,-1-1 0,0 0 0,1 1 0,0-1 0,0 0 0,0 1 0,0-1 0,0 1 0,1-1 0,-1 0 0,1 0 0,0 1 0,0-1 0,0 0 0,1 0 0,-1 0 0,1 0 0,0 0 0,0 0 0,0 0 0,2 1-21,2 2 33,0 0 0,1-1 0,0 0 0,0 0 0,0-1-1,1 0 1,0 0 0,0-1-33,-4 0 23,9 2 13,0 0 0,-1-1 0,1 0 0,1-1 0,-1 0 0,0-1 0,12 0-36,-20-1 4,0-1-1,0 0 0,1 0 1,-1 0-1,0-1 0,0 0 1,0 0-1,0 0 0,0 0 1,0-1-1,0 0 0,0 0 1,0 0-1,-1-1 0,1 0 1,-1 0-1,0 0 0,0 0 1,0-1-1,0 1 0,1-2-3,0-3-71,1-1-1,-2 1 1,1-1-1,-1 0 1,0 0-1,-1 0 1,0-1-1,0 1 1,-1-1-1,0-3 72,1-18 352,-1 0 1,-1-20-353,-1 50 227,0 25-173,-1-18-44,1 0 0,1 0 0,-1 0-1,1-1 1,0 1 0,0 0 0,1-1-1,-1 1 1,1-1 0,1 1 0,-1-1-1,1 0 1,0 0 0,0 0 0,0 0 0,1 0-1,0 0-9,3 1-175,-1-1-1,0-1 1,1 1 0,0-1-1,0 0 1,0-1-1,1 1 1,-1-1-1,1-1 1,-1 0 0,1 0-1,2 0 176,36 5-4854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42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1 170 14347,'0'0'2187,"0"0"72,0 0 129,0 0-959,0 0-669,0 0-390,4 9-208,0 0-184,6 12 265,-7-25-107,-1-16-94,-2 14-42,0-1 0,0 1 0,1-1 0,0 1-1,0 0 1,0-1 0,1 1 0,0 0 0,0 0 0,1 0-1,0 0 1,1-2 0,-1 5 0,-1 0 0,1 0-1,0 0 1,0 0 0,0 0-1,0 1 1,0 0 0,0-1-1,1 1 1,-1 0 0,1 1 0,0-1-1,0 1 1,-1-1 0,1 1-1,0 0 1,0 1 0,0-1-1,0 1 1,2-1 0,0 1 1,0-1-1,0 1 0,0 1 1,-1-1-1,1 1 1,0 0-1,0 0 1,-1 0-1,1 1 0,-1 0 1,0 0-1,1 1 1,-1-1-1,0 1 1,0 0-1,0 1 0,-1-1 1,1 1-1,-1 0 1,0 0-1,0 0 1,0 0-1,1 4 0,7 10 3,-2 0 0,0 1 0,-1 0-1,-1 0 1,5 19-3,-3-9 2,-9-28 20,-1-20 5,2 0 1,0 0-1,1 0 0,1 1 1,1-1-1,0 1 0,2-1-27,-4 10-2,1 0 0,-1 1-1,2-1 1,-1 1 0,1 0-1,0 1 1,1-1 0,-1 1-1,2 0 1,-1 0 0,1 1-1,0 0 1,0 0 0,1 0-1,1 0 3,-6 4 9,0 1 0,0-1-1,0 1 1,0 0 0,1-1-1,-1 1 1,0 1 0,0-1-1,1 0 1,-1 1 0,0 0 0,1 0-1,-1 0 1,1 0 0,-1 0-1,0 1 1,4 0-9,-5 0 8,1 0 0,-1 1 0,1-1 0,-1 1 1,0 0-1,1-1 0,-1 1 0,0 0 0,0 0 0,0 0 0,-1 1 0,1-1 0,0 0 0,-1 1 0,1-1 1,-1 1-1,0 0-8,5 13 29,-1 1-1,-1 0 1,0 0 0,-1 0 0,-1 0 0,0 7-29,2 12 8,5-2 151,3-24-1412,6-7-3493,-4-3-2063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43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9482,'0'0'6236,"0"0"-3965,0 0-350,0 22-172,1 72-642,0-86-1003,-1-1 0,1 1 0,1-1-1,0 1 1,0-1 0,0 0 0,1 0-1,0 0 1,0 0 0,1 0 0,0 0 0,0-1-1,0 0 1,1 0 0,0 0 0,0-1-1,1 1 1,0-1-104,-2-2 19,0 1 1,1-1-1,-1 0 0,1-1 0,0 1 0,0-1 0,0 0 0,0 0 1,0 0-1,0-1 0,0 0 0,1 0 0,-1 0 0,1-1 0,-1 1 1,0-1-1,1-1 0,-1 1 0,0-1 0,1 0 0,-1 0 1,0 0-1,1-1-19,-2 0-74,0 0 0,0 0 1,-1-1-1,1 1 0,0-1 0,-1 0 1,0 0-1,0-1 0,0 1 1,0 0-1,0-1 0,-1 0 0,2-2 74,29-59-1765,-22 41 1100,2-2 91,-1 1 348,0 2 0,1-1 0,1 2 0,5-4 226,-17 40 1069,1 8-902,2 1-1,0-1 1,1 0-1,5 12-166,-7-28 30,0-1 0,-1 1 0,2 0 0,-1-1 0,1 0 0,-1 0 0,1 0 0,1-1 0,-1 0 0,1 0 0,-1 0 0,1 0 0,0-1 0,1 0 0,-1-1 0,0 1 0,1-1-1,4 1-29,-2-1-138,1 0-1,-1-1 0,1 0 0,-1-1 0,1 0 1,0-1 138,1 1-858,-1-2 1,1 0 0,0 0 0,0-1 0,1-1 857,29-15-7626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43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14483,'0'0'2505,"0"0"-1270,0 0-283,0 0-89,0 0-317,8 28-35,26 88 113,-30-103-471,-1 0 0,0 0-1,0 1 1,-1-1-1,-1 0 1,0 1 0,-1-1-1,-1 1 1,0-1 0,-1 0-1,-1 4-152,1-13 19,0 1-1,0-1 0,-1-1 1,1 1-1,-1 0 1,0-1-1,0 1 0,-1-1 1,1 0-1,-1 0 0,1 0 1,-1-1-1,0 1 1,0-1-1,0 0 0,-1 0 1,1 0-1,0-1 0,-1 1 1,1-1-1,-1 0 0,1 0 1,-1-1-1,0 0 1,1 1-1,-1-1 0,1-1 1,-1 1-1,0-1 0,1 0 1,-4-1-19,7 1-145,0-1-1,-1 1 1,1-1 0,0 1 0,0-1 0,0 0 0,0 0-1,1 0 1,-1 1 0,0-1 0,1 0 0,-1 0-1,1 0 1,0 0 0,-1 0 0,1 0 0,0 0 0,0 0-1,0 0 1,1 0 0,-1 0 0,0 0 145,1-6-1542,-1-12-4055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43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13867,'0'0'2296,"0"0"-615,0 0 703,0 0-1055,80 187-337,-60-125-152,-6-8-504,-3-5-208,-2-8-128,-6-8 0,-3-7-528,0-6-1656,0-7-2930,-6-8-4768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44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0 172 9538,'0'0'4954,"0"0"-2305,0 0-521,0 0-719,0 0-768,29 0-282,90 7 12,-114-6-306,-1 0 0,1 0 0,0 1 0,-1-1 0,1 1 0,-1 0 0,0 1 0,0-1 0,0 1 0,0 0 0,0 0 0,0 0 1,-1 0-1,1 1 0,-1-1 0,0 1 0,0 0 0,-1 0 0,1 0 0,-1 0 0,0 1 0,0-1 0,0 1 0,0-1 0,-1 1 0,1 4-65,11 22 737,-13-31-725,1 1-1,-1-1 1,0 0-1,1 0 1,-1 1-1,0-1 1,1 0-1,-1 0 1,0 0-1,1 1 0,-1-1 1,0 0-1,1 0 1,-1 0-1,1 0 1,-1 0-1,0 0 1,1 0-1,-1 0 1,1 0-1,-1 0 1,0 0-1,1 0 1,-1 0-1,1-1 1,-1 1-1,0 0 1,1 0-1,-1 0 1,0 0-1,1-1 0,-1 1 1,0 0-1,1 0 1,-1-1-1,0 1 1,0 0-1,1-1 1,-1 1-1,0 0 1,0-1-1,1 1 1,-1 0-1,0-1 1,0 1-12,14-18 16,-13 17 9,15-19-323,1 1 0,1 1 0,0 0 0,1 2 0,1 0 0,1 1 0,0 1 0,16-7 298,30-12-6726,1 3 1,21-4 6725,-75 29-1133,10-7 3091,-24 12-1860,0 0-1,0 0 1,0 0 0,-1 0 0,1 0 0,0-1 0,0 1 0,0 0-1,0 0 1,0 0 0,0 0 0,0 0 0,0 0 0,0 0 0,0 0-1,-1 0 1,1 0 0,0 0 0,0-1 0,0 1 0,0 0-1,0 0 1,0 0 0,0 0 0,0 0 0,0 0 0,0 0 0,0-1-1,0 1 1,0 0 0,0 0 0,0 0 0,0 0 0,0 0-1,0 0 1,0 0 0,0-1 0,0 1 0,0 0 0,0 0 0,0 0-1,0 0 1,0 0 0,1 0 0,-1 0 0,0 0 0,0-1 0,0 1-1,0 0 1,0 0 0,0 0 0,0 0 0,0 0 0,0 0-1,0 0 1,1 0 0,-1 0 0,0 0 0,0 0 0,0 0 0,0 0-1,0 0 1,0 0 0,0 0 0,1 0 0,-1 0 0,0 0-1,0 0 1,0 0 0,0 0-98,-17 6 6418,0 8-7923,12-8 1707,0 1 0,1-1 0,-1 1 0,2 0 0,-1 0 0,1 0 0,0 1 0,0-1 0,1 1 0,0 0 0,0 0 0,1-1 0,0 1 0,0 0 0,1 0 0,0 0 0,0 0 0,1 1-202,0-7 7,-1 1 0,1-1 1,0 0-1,0 0 0,0 0 0,0 0 1,0 0-1,1 0 0,-1 0 0,0-1 1,1 1-1,-1 0 0,1-1 0,0 1 1,0-1-1,-1 1 0,1-1 0,0 0 1,0 0-1,0 0 0,0 0 1,1 0-1,-1 0 0,0-1 0,0 1 1,0-1-1,1 1 0,-1-1 0,0 0 1,0 0-1,2 0-7,11 1 26,-1 0 1,1-1-1,0 0 1,4-2-27,-12 1-39,0-1 1,0 0 0,-1 0 0,1 0 0,-1-1-1,1 0 1,-1 0 0,0-1 0,0 0 0,0 0-1,-1 0 1,0 0 0,1-1 0,-1-1 38,-1 3 85,0-1 0,-1 0-1,1 0 1,-1 0 0,0 0 0,0-1 0,0 1 0,-1-1 0,1 0 0,-1 1-1,0-1 1,-1 0 0,1 0 0,-1-2-85,-1 17-533,0 3 868,0-1 0,1 1-1,0 0 1,2 5-335,10 11-1477,-12-27 1136,0-1 0,0 0 0,0 0 0,1 0 1,-1 0-1,0-1 0,0 1 0,1 0 0,-1-1 0,0 1 1,1 0-1,-1-1 0,1 1 0,-1-1 0,0 0 1,1 0-1,-1 1 0,1-1 0,0 0 341,4 0-7489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44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14163,'0'0'2253,"0"0"-85,0 0 263,0 0-790,0 0-980,33-17-358,22-9-87,35-11-216,-83 34 13,-1 1 0,1 1 0,0-1 1,-1 1-1,1 0 0,0 1 0,0-1 0,0 2 0,0-1 1,0 1-1,-1 0 0,1 0 0,0 0 0,-1 1 1,1 0-1,-1 1 0,1-1 0,-1 1 0,0 1 1,0-1-1,0 1 0,-1 0 0,2 1-13,2 4 37,1 0-1,-1 1 0,-1 0 1,0 0-1,0 1 0,-1 0 1,0 0-1,-1 1 1,4 11-37,-1 2 55,-2 1 1,-1 0 0,-1 0 0,-1 1 0,-2-1 0,0 1 0,-2-1 0,-3 25-56,2-7 82,2 0-1,4 29-81,-5-72 0,0 2-80,0-1 0,1 1 0,-1 0 0,0-1 1,1 1-1,0-1 0,-1 1 0,1 0 0,0-1 0,0 0 1,1 1-1,-1-1 0,0 0 0,1 1 0,0-1 0,-1 0 1,1 0-1,0 0 80,-1-2-124,-1 0 0,1 0 0,-1 0 0,0 0 0,1 0 0,-1-1 0,1 1 0,-1 0 0,0 0 0,1 0 0,-1 0 0,0-1 0,1 1 0,-1 0 0,0 0 0,1-1 0,-1 1 0,0 0 0,0 0 0,1-1 0,-1 1 0,0 0 0,0-1 0,0 1 0,1 0 0,-1-1 0,0 1 0,0-1 0,0 1 0,0 0 0,0-1 0,0 1 0,0 0 0,0-1 0,0 1 0,0-1 0,0 1 0,0 0 0,0-1 0,0 1 0,0-1 0,0 1 124,0-2-572,3-22-5549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45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1 14979,'0'0'2495,"0"0"-738,0 0-638,0 0-34,-5 33 92,2-3-879,0-6-82,0 0-1,-1 0 0,-1-1 1,-2 1-1,0-1 1,-1 0-1,-2-1 0,-2 4-215,-15 18 310,-2-1-1,-1-2 1,-3-2 0,-1 0-1,-1-2 1,-10 4-310,-1 5 32,44-45-51,1 1 0,-1-1 0,1 1 0,-1 0 0,1-1 1,-1 1-1,1 0 0,0 0 0,0 0 0,0 0 0,0 0 0,0 0 0,0 1 19,1-3-49,1 0 0,-1 1 0,0-1 0,0 0 0,0 1 0,0-1 0,1 0 0,-1 1 0,0-1 0,0 0 0,0 1 0,1-1 0,-1 0 0,0 1 0,1-1 0,-1 0 0,0 0 0,1 1 0,-1-1 0,0 0 0,1 0 0,-1 0 0,0 0 0,1 0 0,-1 1 0,0-1 0,1 0 0,-1 0 0,1 0-1,-1 0 1,0 0 0,1 0 0,-1 0 0,1 0 0,-1 0 0,0 0 0,1-1 0,-1 1 49,56-13-5053,-8-7-553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45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7522,'0'0'0,"0"0"-336,0 0-1041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45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113 127 12739,'-93'37'2848,"92"-36"-2741,1-1-1,-1 0 1,1 0-1,-1 1 0,1-1 1,-1 0-1,1 0 1,-1 0-1,1 0 0,-1 0 1,1 0-1,-1 1 1,1-1-1,-1 0 0,1 0 1,-1-1-1,0 1 1,1 0-1,-1 0 1,1 0-1,-1 0 0,1 0 1,-1-1-1,1 1 1,-1 0-1,1 0 0,-1-1 1,1 1-1,-1 0 1,1-1-1,0 1 0,-1 0 1,1-1-1,0 1 1,-1-1-1,1 1 0,0-1 1,-1 1-1,1-1 1,0 1-1,0-1 0,-1 1 1,1-1-1,0 1 1,0-1-107,1-22 1346,-1 20-945,1-2-282,0 1-1,0 0 1,0 0-1,1 0 1,-1 0-1,1 0 0,0 0 1,0 1-1,0-1 1,0 1-1,1-1 1,0 1-1,-1 0 0,1 0 1,0 0-1,1 0 1,-1 0-1,0 1 1,1 0-1,0-1 0,3 0-118,4-4 63,1 1 0,0 0 0,1 1 0,-1 1 0,1 0 0,8-1-63,-10 2 13,0 1 0,0 1 0,1 0 0,-1 1 1,1 0-1,-1 0 0,1 1 0,-1 1 0,0 0 0,1 0-13,-4 1 1,-1 0 0,0 0 0,1 1 0,-1-1 0,0 2 0,-1-1 0,1 1 0,-1 0 0,0 0 0,0 1 0,-1 0 0,1 0 0,-1 0 0,2 4-1,10 17 15,-1 0-1,-2 0 0,6 17-14,-8-16 9,1-1 1,2-1-1,11 16-9,-23-38 2,1 0 0,-1 0 0,1 0 0,0-1 0,0 1 0,1-1 1,-1 0-1,1 0 0,-1-1 0,1 1 0,0-1 0,0 0 0,0-1 0,0 1 0,0-1 0,0 0 0,1 0 0,-1 0 0,0-1 0,1 0 0,-1 0 1,0 0-1,1-1 0,-1 0 0,0 0 0,0 0 0,1 0 0,-1-1 0,0 0 0,0 0-2,9-4 6,0 0 1,0 0-1,-1-2 0,0 0 1,-1 0-1,1-1 0,-1 0 0,-1-1 1,10-11-7,-14 12 34,0 1 0,0-1-1,-1 0 1,-1 0 0,1-1 0,-1 0 0,-1 0 0,0 0 0,0-1 0,-1 1 0,0-7-34,2-11 383,-3-1 0,0 0 0,-2-19-383,0 34 87,0 13-131,0 1 0,1 0 0,-1-1-1,0 1 1,0-1 0,0 1 0,0 0-1,0-1 1,0 1 0,0-1 0,0 1-1,0-1 1,0 1 0,0-1-1,0 1 1,0 0 0,0-1 0,0 1-1,0-1 1,0 1 0,0-1 0,-1 1-1,1 0 1,0-1 0,0 1 0,0-1-1,-1 1 1,1 0 0,0-1 0,-1 1-1,1 0 1,0 0 0,-1-1 0,1 1-1,0 0 1,-1 0 0,1-1-1,0 1 1,-1 0 0,1 0 0,-1 0-1,1 0 45,-8 16-7437,5 2-2709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46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17132,'0'0'2264,"0"0"-1432,0 0 289,0 0 439,6 139-616,8-67-128,3 5-208,-5-5-248,-4-8-215,-2-10-1,-6-8-96,3-10-40,-3-8 32,0-7-40,3-6-521,11-10-1031,0-2-3057,6-3-1744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46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 16540,'0'0'2712,"0"0"-455,0 0-801,0 0-960,0 0 168,37 164-56,-34-87-168,-3 0-184,0-8-136,0-4-120,0-17 0,0-9-216,0-14-704,0-9-2080,0-14-3018</inkml:trace>
  <inkml:trace contextRef="#ctx0" brushRef="#br0" timeOffset="1">1 414 14667,'0'0'3881,"0"0"-1553,0 0-335,0 0-1209,0 0-552,191-31-232,-106 21 0,30-3-960,-21 3-1793,-14 0-6297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46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 12803,'0'0'4497,"0"0"-1681,0 0-1167,0 0-801,0 0 120,-63 190-40,49-90-192,2 0-368,9-3-183,3-12-129,0-16-40,6-15-16,11-15-249,6-19-759,0-9-3025,-6-11-3392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5:07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4561,'0'0'7644,"0"0"-5109,0 0-1085,3 32 240,-1-3-1282,19 168 1702,-18-172-1795,15 100 1378,-6 2-1,-5 17-1692,-7-143 12,1-26-1361,-1-1-1,-1 0 0,-1 1 1,-1-1-1,-4-15 1350,-4-30-3003,-6-47-738,8 67 6270,2-1-1,0-46-2528,7 82 540,1 0-1,0-1 0,1 1 1,1 0-1,0 0 1,1 1-1,1-1-539,-4 12 88,1 0 0,-1 0 0,1 0 0,0 0 0,0 0 0,0 1 0,1-1 0,-1 1 0,1-1 0,0 1 0,0 0 0,0 0 0,0 0 0,1 1 0,-1-1 0,1 1 0,-1 0 0,1 0 0,0 0 0,0 0 0,0 0 0,0 1 0,0 0 0,0 0 0,1 0 0,-1 1 0,0-1 0,4 1-88,-7 0 35,1 0 0,-1 0-1,1 0 1,-1 1 0,1-1-1,-1 0 1,1 1 0,-1-1-1,1 1 1,-1 0-1,0-1 1,1 1 0,-1 0-1,0 0 1,0 0 0,0 0-1,1 0 1,-1 0 0,0 0-1,0 0 1,0 1 0,-1-1-1,1 0 1,0 1-35,1 2 66,0 1 0,0 0 0,0-1 0,-1 1 0,0 0 0,0 0 0,0 0 0,0 2-66,0 13 155,-1 0 0,0 0 0,-3 12-155,-1-16 31,1 0 0,-2-1 1,0 0-1,-1 0 0,-1 0 0,0-1 1,-1 0-1,0 0 0,-2 1-31,2-3 10,0 0 1,0 0-1,2 1 0,-1 0 0,2 1 0,0-1 0,0 1 1,1 0-1,1 0 0,1 0 0,-1 11-10,3-21 40,0 0-1,0 1 1,1-1-1,0 0 1,-1 1-1,2-1 1,-1 0-1,0 0 1,1 0-1,0 0 1,0 0-1,0 0 0,0-1 1,1 1-1,-1-1 1,1 1-1,0-1 1,0 0-1,0 0 1,1 0-1,-1 0 1,1-1-1,-1 0 1,1 1-1,0-1 1,0 0-1,0-1 1,0 1-1,0-1 1,0 0-1,4 1-39,15 2 39,0 0 0,0-1 0,1-2 0,-1 0 0,13-2-39,-9 1-624,-12 0-438,21-1-3847,-33 0 4255,-1 1 1,0-1-1,1 0 0,-1 1 1,0-1-1,0 0 0,1 0 1,-1-1-1,0 1 0,0 0 1,0-1-1,0 1 1,0-1 653,13-16-7059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5:07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12699,'0'0'2760,"0"0"-623,0 0-161,0 0-479,0 0-369,0 0-640,0 0-288,97-36-128,-74 26-72,0 5 0,-6 0-648,-3-1-897,-2 6-1231,-12 0-1937,0 0-3313,0 3 5057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5:08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0 168 14715,'0'0'2449,"0"0"407,0 0-1319,0 0-753,0 0-352,0 0-224,0 0-112,83-42-96,-55 22-168,18-19-1592,-9 6-3634,-5 0-7944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5:08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11723,'0'0'2599,"0"0"-915,0 0-238,0 0-423,0 0-589,0 0-183,15-2 167,-5 0-280,-5 1-77,0 0 1,0 1 0,1-1 0,-1 1-1,0 0 1,0 1 0,2-1-62,-5 0 25,-1 1 0,0-1 0,0 1 1,1-1-1,-1 1 0,0-1 0,0 1 1,0-1-1,1 1 0,-1 0 0,0 0 1,0 0-1,0 0 0,0 0 0,0-1 1,-1 2-1,1-1 0,0 0 0,0 0 0,-1 0 1,1 0-1,0 0 0,-1 1 0,0-1 1,1 0-1,-1 1 0,0-1 0,1 0 1,-1 0-1,0 1 0,0-1 0,0 1 1,0-1-1,0 1-25,0 9 131,1 6 123,-1-1 0,-1 1 0,0-1 0,-1 1 0,-1-1 0,0 1-1,-1-1 1,-1-1 0,-2 5-254,7-20 5,0 1-1,1-1 0,-1 1 1,0-1-1,0 1 0,1-1 0,-1 0 1,0 1-1,0-1 0,1 0 1,-1 1-1,0-1 0,1 0 1,-1 1-1,1-1 0,-1 0 0,0 0 1,1 1-1,-1-1 0,1 0 1,-1 0-1,1 0 0,-1 0 1,1 0-1,-1 1 0,1-1 1,-1 0-1,0 0 0,1 0 0,-1 0 1,1-1-1,-1 1-4,25 4-27,-20-4 36,13 2-18,-1 2 0,1 0 0,-1 0 0,3 3 9,-17-7 49,0 1 0,1 1 0,-1-1 0,0 0-1,0 1 1,0 0 0,-1-1 0,1 1 0,0 0-1,-1 0 1,1 1 0,-1-1 0,1 1 0,-1-1-1,0 1 1,0-1 0,0 1 0,-1 0 0,1 0 0,-1 0-1,1 0 1,-1 0 0,0 1 0,0-1 0,0 3-49,0 2 180,-1 1 1,0 0-1,0 0 1,-1 0-1,0-1 1,-1 1-1,0 0 1,0-1-1,-3 7-180,3-11 15,1-1 0,-1 0-1,0 1 1,-1-1-1,1 0 1,0-1 0,-1 1-1,0 0 1,1-1-1,-1 1 1,0-1 0,0 0-1,-1 0 1,1 0-1,0 0 1,-1-1 0,1 1-1,-1-1 1,1 0-1,-1 0 1,1 0 0,-1-1-1,0 1 1,-3-1-15,-103 1-343,100-4-1030,8-5-5249,2 1-4957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5:09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6009,'0'0'9097,"0"0"-5652,0 0-2096,0 0 97,0 29-158,-1 15-863,-1 4 249,3-1 1,4 23-675,0-19 534,27 233 516,-32-284-1081,0 0-1,0 0 0,0 0 1,1 0-1,-1 0 0,0 0 1,0-1-1,0 1 0,0 0 1,0 0-1,1 0 0,-1 0 0,0 0 1,0 0-1,0 0 0,0 0 1,0 0-1,1 0 0,-1 0 1,0 0-1,0 0 0,0 0 1,0 0-1,1 0 0,-1 0 1,0 0-1,0 0 0,0 0 1,0 0-1,0 0 0,1 0 1,-1 1-1,0-1 0,0 0 1,0 0-1,0 0 0,0 0 1,0 0-1,1 0 0,-1 0 1,0 0-1,0 1 0,0-1 1,0 0-1,0 0 0,0 0 1,0 0-1,0 0 0,0 1 1,0-1-1,0 0 0,0 0 1,0 0-1,0 0 0,0 1 1,0-1-1,0 0 0,0 0 1,0 0-1,0 0 0,0 1 1,0-1-1,0 0 0,0 0 1,0 0-1,0 0 0,0 0 1,0 1-1,0-1 32,4-15-3067,-3-55-9347,-1 36 6705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5:09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0 158 1768,'0'0'10809,"0"0"-6925,0 0-2029,0 0-311,0 0-550,10-24-446,34-75-299,-43 96-242,1 1 0,-1-1 0,1 1 0,-1-1 0,1 1 0,0 0 0,0 0 0,0-1 0,0 2 0,0-1 0,1 0 1,-1 0-1,1 1 0,0-1-7,-2 1 3,1 1 1,-1-1 0,1 1 0,-1 0-1,1-1 1,-1 1 0,1 0 0,-1 0 0,1 0-1,-1 0 1,1 0 0,0 1 0,-1-1 0,1 0-1,-1 1 1,1-1 0,-1 1 0,1-1-4,1 2 27,1 0 0,-1 0 0,0 0 1,0 1-1,0-1 0,0 1 0,-1-1 0,1 1 1,-1 0-1,1 0 0,-1 0 0,0 1 0,0 0-27,4 10 55,-1 0 0,-1 0 0,0 1 0,-1-1 0,0 1-1,-2 0 1,1 0 0,-2 0 0,0 0 0,-1 0-1,0 0 1,-1 0 0,-1 0 0,-1-1 0,0 1 0,0-1-1,-2 0 1,-2 6-55,-27 29 193,27-39-71,0 0 0,1 1 0,1-1 0,0 1 0,-3 7-122,8-16 28,1 0 0,0 0-1,-1 0 1,1 0 0,0 1 0,0-1-1,0 0 1,1 0 0,-1 0-1,1 0 1,-1 0 0,1 0 0,-1 0-1,1 0 1,0 0 0,0 0 0,0 0-1,0 0 1,0-1 0,1 1 0,-1 0-1,0-1 1,1 1 0,-1-1 0,1 1-1,0-1 1,-1 0 0,1 0-1,0 0 1,0 0 0,0 0 0,1 0-28,10 7 181,1-1 1,1-1 0,-1-1 0,3 1-182,-8-3-40,-2-1-119,-1 0-1,1 0 1,-1 0-1,1-1 1,0 0-1,0-1 0,-1 1 1,1-1-1,0-1 1,0 1-1,-1-1 1,1 0-1,0-1 1,-1 0-1,2 0 160,-2 0-1238,0-1-1,0 0 1,-1-1-1,1 1 1,-1-1 0,1 0-1,-1 0 1,0-1-1,3-3 1239,12-15-8268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5:10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4177,'0'0'9546,"0"0"-7714,0 0 129,0 0 327,0 0-799,0 0-569,0 0-464,117 13-192,-94-23-192,-3 2-72,-6 0 0,0 3-1032,-8 5-1977,-3 0-3376,-3 0-2281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5:10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0 118 14227,'0'0'2673,"0"0"-97,0 0-279,0 0-1041,0 0-432,0 0-424,0 0-248,97 3-88,-63-24-64,1 1-816,7-11-2073,-10 5-3920,-9 3-4329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5:10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6 5569,'0'0'2637,"0"0"1276,0 0-1710,0 0-1078,0 0-82,0 0-312,0 23-272,0-12-418,0 41 1246,2 0 0,8 44-1287,-11-117 278,0 0-1,1 0 1,2-7-278,0-27 63,-7-39 1904,5 494-817,-1-399-1707,1 1 0,0-1 0,-1 1 0,1-1 0,-1 1 0,1-1 1,-1 1-1,0-1 0,0 0 0,1 0 0,-1 1 0,0-1 0,0 0 0,0 0 0,-1 0 0,1 0 0,0 0 1,0 0-1,-1 0 0,1 0 0,0-1 0,-1 1 0,1 0 0,0-1 0,-1 1 0,-1 0 557,-6 3-4076,-3 2 1421</inkml:trace>
  <inkml:trace contextRef="#ctx0" brushRef="#br0" timeOffset="1">1 491 2937,'0'0'480,"0"0"5505,0 0-3248,0 0-777,0 0-688,0 0-288,0 0-255,6 18-17,14-18-240,2 0-368,1 0-104,0 0-1288,3 0-1713,-6-5-4361,-6 0 4386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2:19.09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6 0 1400,'0'0'4473,"0"0"-3000,0 0-468,0 0 441,0 0-493,-4 0-507,4 0-354,0 1 0,0-1-1,0 0 1,0 0 0,0 0 0,0 0 0,0 0 0,0 1 0,0-1 0,0 0 0,0 0-1,0 0 1,0 0 0,0 0 0,0 1 0,0-1 0,0 0 0,0 0 0,0 0 0,0 0-1,0 0 1,0 1 0,0-1 0,0 0 0,0 0 0,0 0 0,0 0 0,-1 0 0,1 0-1,0 0 1,0 1 0,0-1 0,0 0 0,0 0 0,0 0 0,0 0 0,-1 0 0,1 0-92,31 11 1051,49 6-789,-48-15-135,-4-1-61,-1 1 0,1 2 1,0 0-1,15 6-66,-22-5 14,1-2 1,-1 0-1,1-1 1,-1-2-1,1 0 1,5-2-15,4 1 17,0 1 0,19 4-17,2 1 6,-28-3-1,-1 1 0,1 0 0,-1 2 0,22 7-5,-28-6 4,1-2 0,-1 0 0,1-1 0,0-1 0,0-1 1,0 0-1,14-2-4,32-4 47,35-9-47,-21 3 12,55 0 37,102 4-49,-229 8 0,1 0-1,0 1 1,0-1 0,-1 1 0,1 1 0,-1-1-1,2 2 1,27 9 1,24-1 9,1-2 0,0-3 0,0-2 0,42-4-10,18-5 211,32-9-211,-46 3 383,18 5-208,96 9-175,-29 1 88,107-17 34,-168 3-19,1 6-1,66 9-102,-138 2 11,46 12-11,-61-10 7,1-1 0,0-3 0,41 0-7,295-11 16,300 6 16,-606 5-20,58 14-12,-60-8 12,70 3-12,187-19 8,-92-2-1,-236 6-165,1 0 1,-1 0 0,1 0 0,0 0 0,-1-1 0,1 1-1,-1-1 1,1 1 0,-1-1 0,1 0 0,-1 0 0,1 0-1,0-1 158,-3 0-4685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2:20.57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0 8162,'0'0'2008,"0"0"-512,0 0-19,0 0-565,0 0-556,0 0-195,17 1-15,281 19 1178,-51-6-737,189 5 356,-426-19-934,93 1 127,0-5 0,72-14-136,-120 13 17,-1 1-1,1 3 0,8 3-16,13-1 15,-54 0-2,1 1-1,-1 2 0,9 2-12,-9-2 38,0 0 0,1-2 0,9 0-38,78 6 233,-103-6 1804,-1 1-1021,-2-3-3553,-3 0-1445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2:26.84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2 73 4625,'0'0'812,"0"0"1746,0 0 152,0 0-759,0 0-404,-2 1 4722,7 0-6047,132-11 962,178 1-1051,-208 5-117,-2-4 26,23-8-42,-40 4 43,1 4 0,9 3-43,3 4 9,-23-1 7,-1 3 0,1 3 0,-1 4 1,30 8-17,-100-14 0,53 12 24,52 3-24,-46-7 16,64 17-16,-4 0 9,-65-19 10,1-3-1,46-2-18,36 2 11,-85-2-9,-35-3-1,0 1-1,-1 1 1,1 1 0,0 2-1,-1 0 1,0 1 0,5 3-1,-19-4 357,10 0 1013,-19-5-1103,0 0-46,0 0-48,0 0-33,0 0-44,0 0-45,0 0-31,-8-1-1409,2-3-4705,1-7-3265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8:27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26 888,'0'0'13148,"0"0"-9436,-5 30-2632,2-4-738,-7 42 1109,4 1-1,2 14-1450,3 46 1728,6 0 0,18 101-1728,-8-139 4,-17-106-263,0-1 0,-2 1 0,0 0 0,0 0 1,-1 0-1,-1 1 0,-1-1 0,-2-3 259,-13-32-660,10 20 286,-14-34-906,-9-40 1280,29 83 27,1-1 1,1 0-1,1 0 1,1-1-1,1 1 0,1 0 1,1-2-28,1 12 101,0 1 0,1-1 1,0 0-1,1 1 0,1 0 0,-1 0 1,2 0-1,0 1 0,0-1 0,1 1 1,0 1-1,0-1 0,2 1-101,14-17 207,1 2 0,1 1-1,1 2 1,2-1-207,-21 16 38,-1 1-1,1 0 1,0 0-1,1 1 1,-1 0 0,1 0-1,-1 1 1,1 0-1,0 0 1,0 1 0,1 0-1,-1 0 1,0 1-1,1 0 1,-1 1-1,2 0-37,-7 0 4,-1 1-1,1 0 0,0-1 0,-1 1 0,1 0 0,-1 0 0,0 1 1,1-1-1,-1 1 0,0-1 0,0 1 0,0-1 0,0 1 0,0 0 1,0 0-1,0 0 0,-1 0 0,1 1 0,-1-1 0,1 0 0,-1 1 1,0-1-1,0 1 0,0-1 0,0 1 0,-1-1 0,1 1 0,-1-1 0,1 1-3,2 12 88,-1 1-1,-1-1 0,0 0 1,-1 9-88,0-23 14,0 9 58,0 1-1,-1-1 1,-1 1 0,1-1-1,-2 0 1,1 0-1,-1 0 1,-1 0-1,0-1 1,0 1 0,-1-1-1,-1 1-71,-3 3 59,-1 0 0,0-1-1,-1 0 1,0-1 0,-1 0-1,0-1 1,-9 6-59,14-11 5,-1 2-24,0 0-1,-1 0 1,0-1-1,-1 0 1,1-1 0,-1 0-1,0-1 1,-1 1-1,1-2 1,-1 0-1,1 0 1,-10 1 19,19-4-45,0-1 0,1 1 0,-1 0-1,0 0 1,1-1 0,-1 1 0,0 0 0,1-1 0,-1 1 0,1-1 0,-1 1 0,0 0 0,1-1 0,-1 0 0,1 1 0,0-1-1,-1 1 1,1-1 0,-1 1 0,1-1 0,0 0 0,-1 1 0,1-1 0,0 0 0,0 1 0,0-1 0,-1 0 0,1 0-1,0 1 1,0-1 0,0 0 0,0 1 0,0-1 0,0 0 0,1 0 45,3-32-3213,13-4-2596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8:27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 15563,'0'0'2225,"0"0"-1337,-103 131 1497,66-62-1001,8 0-512,9 1-104,12-4-328,8-14-224,0-6-104,5-10-112,21-10 0,8-9-144,6-9-536,32-8-1048,-12-13-2921,-3-10-4953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8:27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15019,'0'0'2849,"0"0"-2033,0 0 1024,0 0-351,137 144-497,-94-93-408,-6 0-224,-6 1-120,-5-11-192,-6-3 24,-6-4-64,-2-9-8,-4-7-240,-2-13-1256,2-5-1601,-2 0-1984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8:28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1 13019,'0'0'2704,"0"0"-1815,0 0 2055,-137 187-991,89-123-761,-6 0-304,5-10-216,4-5-320,10-8-192,10-13-88,8-10-24,8-7-48,9-11 0,0 0-296,14-11-600,20-12-2129,1 0-3296</inkml:trace>
  <inkml:trace contextRef="#ctx0" brushRef="#br0" timeOffset="1">517 221 16003,'0'0'1865,"0"0"127,0 0 153,0 0-985,0 0-792,163 11-232,-126-11-88,-3 0-48,-5 0-840,-3 0-1417,-9-8-2264,-9 3-4256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8:28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12883,'0'0'4089,"0"0"-2849,0 0 1312,0 0-975,0 0-369,0 0-512,0 0-344,140 0-184,-77-20-168,22-9-248,-13 4-1656,-12 2-3545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8:28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16724,'0'0'2064,"0"0"214,-3 26-499,-2 83-823,5-105-935,0 0 0,1 0-1,-1 0 1,1 0 0,0 0 0,0 0 0,1 0 0,-1 0-1,1 0 1,0 0 0,0-1 0,0 1 0,0-1-1,1 0 1,-1 1 0,1-1 0,0 0 0,0 0-1,0-1 1,0 1 0,1-1 0,-1 1 0,1-1-1,-1 0 1,1 0-21,6 2 10,-1-1 1,1 0-1,0 0 1,0-1-1,0 0 0,0-1 1,0 0-1,1 0-10,1-1-52,0 0 0,0 0 0,0-1 0,0-1 0,0 0 0,0 0 0,0-1 0,-1-1 0,1 0 1,6-4 51,-12 5-14,-1 0 0,0 0 1,0 0-1,0-1 1,0 1-1,-1-1 1,0 0-1,0-1 1,0 1-1,0-1 0,0 0 1,-1 0-1,0 0 1,0 0-1,0-1 1,-1 1-1,0-1 1,0 0-1,0 1 0,-1-1 1,0 0-1,1-4 14,-2 7 20,1 1-1,-1-1 0,0 1 1,0-1-1,0 0 0,0 1 1,0-1-1,-1 1 0,1-1 1,-1 1-1,1-1 0,-1 1 1,0-1-1,0 1 0,0 0 1,0-1-1,-1 1 0,1 0 1,0 0-1,-1 0 0,0 0 1,1 0-1,-2 0-19,-1-1 36,0 1 0,-1-1 0,1 1-1,-1 0 1,0 1 0,1-1 0,-1 1 0,0 0 0,0 0-1,0 1 1,-3-1-36,-24-2 153,0 1 1,-31 3-154,10 6-3856,51-7-2601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8:29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14803,'0'0'1562,"13"27"-431,4 7-581,66 149 2687,-72-153-2823,-1 0 0,-1 0 0,-2 1 0,-1 1-1,-1-1 1,-2 1 0,-1-1 0,-1 1 0,-2 0-1,-2 8-413,1-30 48,-1 0-1,0 0 0,0-1 0,-1 1 0,0-1 0,-1 0 0,1 0 0,-2-1 0,-3 5-47,5-7-115,0 0 0,-1 0 0,0-1 0,0 0 0,0 0 0,-1 0 0,1-1 0,-1 0 0,0 0-1,0 0 1,-1-1 0,1 1 0,-2-1 115,8-3-105,-1 0 1,1 0-1,0 0 0,0 0 0,-1 0 1,1 0-1,0 0 0,0 0 0,0 0 0,-1 0 1,1 0-1,0 0 0,0 0 0,-1 0 0,1 0 1,0 0-1,0 0 0,0 0 0,-1 0 1,1 0-1,0 0 0,0 0 0,0 0 0,-1-1 1,1 1-1,0 0 0,0 0 0,0 0 1,0 0-1,-1 0 0,1-1 0,0 1 0,0 0 1,0 0-1,0 0 0,0-1 0,0 1 0,-1 0 1,1 0-1,0 0 0,0-1 0,0 1 1,0 0-1,0 0 0,0-1 0,0 1 0,0 0 1,0 0-1,0 0 0,0-1 0,0 1 1,0 0-1,0 0 0,0-1 0,1 1 0,-1 0 105,0 0-209,-1-21-7869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8:29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13659,'0'0'1616,"0"0"-840,0 0 961,0 0-561,0 0-776,191 41-336,-142-41-64,-3 0-1256,-15 0-1913,-14 0-4768</inkml:trace>
  <inkml:trace contextRef="#ctx0" brushRef="#br0" timeOffset="1">1 195 10610,'0'0'2401,"0"0"-1473,0 0 1088,0 0-191,0 0-665,0 0-720,0 0-288,188 31-80,-139-31-72,-7-2-952,-10-1-1801,-12 1-10882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9:27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50 10882,'0'0'2151,"0"0"-866,0 0 302,0 0-306,0 0-507,0 0-102,-12-9-99,-38-23-252,49 31-312,-1 0 0,0 0 1,1 0-1,-1 0 0,0 1 1,0-1-1,1 0 0,-1 1 1,0 0-1,0-1 0,0 1 1,0 0-1,1 0 0,-1 0 1,0 0-1,0 0 0,0 0 1,0 1-1,0-1 0,1 1 1,-1-1-1,0 1 0,0 0 1,1-1-1,-1 1 0,0 0 1,1 0-10,-3 3 2,0-1 0,1 0 1,-1 1-1,1 0 0,0 0 0,0 0 1,1 0-1,-1 1-2,-2 3 15,-1 1-6,1 0 0,0 1 0,0-1 0,1 1 0,0 0 0,1 0-1,0 1 1,1-1 0,0 1 0,0-1 0,1 1 0,1-1 0,0 1 0,0 0 0,1 0 0,0-1 0,2 5-9,-1-11 15,0-1 0,1 1 0,0 0 0,0-1 0,0 0 0,0 0 0,0 0 0,1 0-1,-1 0 1,1 0 0,0-1 0,-1 0 0,1 0 0,0 0 0,1 0 0,-1-1 0,0 1 0,0-1 0,1 0 0,-1 0 0,1-1 0,-1 1 0,0-1 0,1 0 0,-1 0 0,1-1 0,3 0-15,-4 1 8,0 0 1,0 0 0,0-1-1,0 1 1,0-1 0,0 0 0,0 0-1,-1 0 1,1-1 0,0 1 0,0-1-1,-1 0 1,1 0 0,-1 0-1,0 0 1,1-1 0,-1 0 0,0 1-1,-1-1 1,1 0 0,0 0 0,-1-1-1,0 1 1,0 0 0,0-1 0,0 0-1,0 1 1,-1-1 0,1 0-1,0-3-8,-2 2 12,4-51 60,-4 53-53,0-1-1,0 1 1,0-1 0,-1 1 0,1-1-1,-1 1 1,0 0 0,0-1-1,0 1 1,0 0 0,-1 0-1,1 0 1,-2-2-19,3 5 15,0 0 1,0 0-1,0 0 0,0-1 1,0 1-1,0 0 0,0 0 0,0 0 1,-1 0-1,1 0 0,0 0 0,0 0 1,0 0-1,0 0 0,0 0 1,0 0-1,0 0 0,0-1 0,-1 1 1,1 0-1,0 0 0,0 0 1,0 0-1,0 0 0,0 0 0,0 0 1,-1 0-1,1 0 0,0 0 1,0 0-1,0 0 0,0 1 0,0-1 1,0 0-1,0 0 0,-1 0 0,1 0 1,0 0-1,0 0 0,0 0 1,0 0-1,0 0 0,0 0 0,0 0 1,0 0-1,0 0 0,-1 1 1,1-1-1,0 0 0,0 0 0,0 0 1,0 0-1,0 0 0,0 0 0,0 0 1,0 1-1,0-1 0,0 0 1,0 0-16,-3 14 373,3 20-15,0-30-188,-1 5-81,2 0 0,-1 0 0,1 1-1,0-1 1,1 0 0,0 0 0,1 0-1,2 4-88,-4-10-207,0 0 0,1-1 0,0 1 0,-1 0 0,1-1 0,0 0 0,0 1 0,1-1 0,-1 0-1,0 0 1,2 1 207,-1-1-651,0-1-1,0 1 1,0-1-1,1 0 0,-1 1 1,0-2-1,0 1 0,0 0 1,1-1-1,-1 1 0,0-1 1,3 0 651,12 0-8578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9:27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12459,'0'0'2616,"0"0"-1824,0 0 809,0 0 343,17 149-616,-11-85-87,-4 3-329,-2-10-448,0-9-248,0-9-136,3-11-40,3-7-40,8-11-792,20-10-976,1 0-2737,-4 0-5786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9:28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37 10338,'0'0'1814,"0"0"174,0 0-358,0 0-631,0 0-188,0 0-104,-17-8-286,1 1-345,1 0-1,-2 1 1,-9-2-76,23 8 13,1-1 1,0 1 0,0 1 0,-1-1-1,1 0 1,0 0 0,0 1 0,-1 0-1,1-1 1,0 1 0,0 0 0,0 0-1,0 0 1,0 0 0,0 0 0,0 1-1,0-1 1,1 1 0,-1-1 0,0 1-1,1-1 1,-1 1 0,1 0 0,-1 1-14,-25 44 507,25-43-445,-3 8 47,0 1 1,0-1-1,1 1 1,1 0-1,0 0 1,1 0 0,0 0-1,1 1 1,1-1-1,0 0 1,0 1 0,2 2-110,-1-13-7,0-1 0,0 0 0,0 0 0,0 0 0,0 0 0,0 0 1,1 0-1,-1-1 0,1 1 0,-1 0 0,1-1 0,0 1 0,-1-1 0,1 1 1,0-1-1,0 0 0,0 0 0,0 0 0,0 0 0,1 0 0,-1 0 1,0-1-1,0 1 0,0-1 0,1 1 0,-1-1 0,0 0 7,69 4-1240,-58-4 729,44 0-2956,-5 0-3828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9:28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12979,'0'0'1922,"0"0"5,0 0-308,0 0-847,0 0-361,0 0 169,-11 22 17,-33 70-134,43-90-445,0 0 0,0 0 1,0 0-1,1 0 0,-1 0 0,0 1 0,1-1 1,0 0-1,-1 0 0,1 0 0,0 1 1,0-1-1,0 0 0,0 0 0,1 0 0,-1 1 1,0-1-1,1 0 0,0 0 0,-1 0 1,1 0-1,0 0 0,0 0 0,0 0 0,1 0 1,-1 0-1,0 0 0,1-1 0,-1 1 1,1-1-1,-1 1 0,1-1 0,0 1 0,0-1 1,-1 0-1,1 0 0,0 0 0,0 0 1,0 0-1,0 0 0,1 0 0,-1-1-18,10 3 40,0 0-1,-1-1 1,1-1-1,0 0 0,0 0 1,7-2-40,-12 1 7,-1 0-84,-1 0 0,1 0 0,-1-1 0,0 1-1,1-2 1,-1 1 0,0 0 0,0-1 0,0 0-1,0 0 1,0-1 0,0 1 0,0-1-1,-1 0 1,0 0 0,1-1 0,-1 1 0,0-1-1,2-3 78,-2 1-139,0 0-1,0 0 0,0 0 0,-1-1 1,0 1-1,-1-1 0,1 0 0,-2 0 1,1 0-1,0 0 0,-1 0 1,-1 0-1,1 0 0,-1-6 140,0 11 344,0 13-2,-1 29 91,-1-23-208,2 0 1,0 1-1,0-1 0,2 0 1,0 0-1,1 0 1,1 0-1,0 0 0,1 0-225,-5-17 6,0 0 0,0 1 0,0-1 0,0 0-1,1 1 1,-1-1 0,0 0 0,0 0 0,0 1 0,0-1-1,0 0 1,0 0 0,0 1 0,0-1 0,1 0 0,-1 0-1,0 1 1,0-1 0,0 0 0,0 0 0,1 0 0,-1 1-1,0-1 1,0 0 0,1 0 0,-1 0 0,0 0-1,0 0 1,1 1 0,-1-1 0,0 0 0,0 0 0,1 0-1,-1 0 1,0 0 0,1 0 0,-1 0 0,0 0 0,0 0-1,1 0 1,-1 0 0,0 0 0,1 0 0,-1 0 0,0 0-1,0 0 1,1-1 0,-1 1 0,0 0 0,0 0-1,1 0 1,-1 0 0,0 0 0,0-1 0,0 1 0,1 0-1,-1 0 1,0 0 0,0-1 0,0 1 0,0 0 0,1 0-1,-1-1 1,0 1 0,0 0 0,0 0 0,0-1 0,0 1-1,0 0 1,0-1-6,7-20 118,-7 20-122,5-17-15,1-10-11,1 0 1,1 0-1,2 1 1,0 0-1,12-19 30,-22 46 5,0-1-1,1 0 1,-1 0-1,0 1 1,1-1-1,-1 0 1,0 1-1,1-1 1,-1 0 0,1 1-1,-1-1 1,1 1-1,-1-1 1,1 1-1,0-1 1,-1 1-1,1-1 1,0 1 0,-1-1-1,1 1 1,0 0-1,0 0 1,-1-1-1,1 1 1,0 0-1,0 0 1,-1 0-1,1 0 1,0 0 0,0-1-1,0 2 1,-1-1-1,1 0 1,0 0-1,0 0 1,-1 0-1,1 0 1,0 1 0,0-1-1,-1 0 1,1 1-1,0-1 1,-1 0-1,1 1 1,0-1-1,-1 1 1,1-1-1,-1 1 1,1-1 0,-1 1-1,1 0 1,-1-1-1,1 1 1,-1 0-1,1-1 1,-1 1-1,0 0 1,1 0-1,-1-1 1,0 1 0,0 0-1,0 0 1,0 0-5,4 5 81,-2 1 1,1 0-1,-1 0 1,0-1 0,-1 1-1,1 5-81,2 8 217,1-16 105,15-33-39,-20 28-293,7-11 43,30-47-25,-36 57 17,0 0-1,0 1 1,1-1-1,-1 1 0,0-1 1,1 1-1,0-1 1,-1 1-1,1 0 1,0 0-1,-1 0 1,1 0-1,0 0 1,0 0-1,0 0 0,0 1 1,0-1-1,0 1 1,0-1-1,0 1 1,0 0-1,0 0 1,0 0-1,0 0 1,0 0-1,0 0 0,1 1 1,0-1-25,-1 2 19,1-1 1,-1 1-1,0 0 1,0 0-1,0 0 1,0 0-1,0 0 1,-1 0-1,1 0 0,0 1 1,-1-1-1,0 0 1,1 1-1,-1 0 1,0-1-20,16 47 282,-13-36-184,0-2-71,-2-4 3,0 0 0,1 0 0,0 0 0,0 0-1,1-1 1,1 2-30,-4-6-50,1 0-1,-1-1 1,1 1-1,0 0 0,0-1 1,-1 1-1,1-1 1,0 0-1,0 0 0,1 1 1,-1-2-1,0 1 1,0 0-1,1 0 1,-1-1-1,0 1 0,1-1 1,-1 1-1,0-1 1,3 0 50,27 0-2894,-1 0-3724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9:28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80 15563,'0'0'2177,"0"0"402,-2 31-411,0 13-1658,-3 129 637,8-60-366,0-37-4152,-11-188 1719,4 74 1834,1 0 0,2-1-1,1 1 1,6-32-182,-5 61 54,0 0 0,1 0-1,1 0 1,-1 0 0,1 1-1,1-1 1,0 1 0,0 0 0,0 0-1,1 0 1,0 1 0,1-1 0,0 1-1,0 1 1,0-1 0,1 1 0,0 0-1,0 1 1,1-1 0,-1 1 0,1 1-1,1-1-53,-3 2 56,0 1-1,0 0 0,0 0 0,0 0 0,0 1 0,1 0 1,-1 0-1,0 0 0,1 1 0,-1 0 0,0 0 0,6 1-55,-9 0 13,0-1-1,-1 1 0,1 0 1,0 0-1,-1 0 0,1 0 1,-1 0-1,1 0 1,-1 1-1,0-1 0,1 1 1,-1 0-1,0-1 0,0 1 1,0 0-1,0 0 0,-1 1 1,1-1-1,0 0 0,-1 0 1,0 1-1,1-1 0,-1 1 1,0-1-1,0 1 0,-1 0 1,1-1-1,0 1 1,-1 1-13,1 3 57,0 0 0,0 0 0,-1 1 1,0-1-1,0 0 0,0 0 1,-1 1-1,-1-1 0,1 0 1,-1 0-1,0 0 0,-1 0 1,1-1-1,-1 1 0,-1-1 1,1 1-1,-1-1 0,0 0 0,-1-1 1,1 1-1,-1-1 0,0 1 1,-1-1-1,1-1 0,-1 1 1,0-1-1,0 0 0,0-1 1,-1 1-1,1-1 0,-1 0 1,0-1-1,0 0 0,0 0 0,0 0 1,0-1-1,0 0 0,0 0 1,0-1-1,-1 0 0,0 0-57,7-1-135,0 1 0,1-1-1,-1 1 1,0-1 0,0 0-1,0 1 1,1-1-1,-1 0 1,1 0 0,-1 0-1,0 1 1,1-1 0,-1 0-1,1 0 1,0 0-1,-1 0 1,1 0 0,0 0-1,-1 0 1,1 0 0,0 0-1,0 0 1,0 0-1,0 0 1,0 0 0,0 0-1,0 0 1,0 0 0,1 0-1,-1 0 1,0 0 0,1 0-1,-1 0 136,1-7-2893,-1-8-6966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9:29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0 237 12219,'0'0'1720,"0"0"24,0 0 609,0 0-105,0 0-799,0 0-513,0 0-272,57-90-168,-42 57-40,2-1-200,0 9-144,-3 4-104,3 6-8,9 7-488,-3 3-1008,-3 0-4185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9:29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0 13587,'0'0'2667,"0"0"-173,0 0-547,0 0-837,0 0-382,0 0-16,-17 25-113,-50 82-184,65-104-397,0 1 1,0-1 0,1 1-1,-1-1 1,1 1-1,0 0 1,0-1 0,0 1-1,0 0 1,1 0 0,-1 0-1,1-1 1,0 1 0,0 0-1,0 0 1,1 0 0,-1 0-1,2 2-18,-1-3 8,0-1-1,1 1 0,-1-1 0,1 0 1,0 0-1,-1 0 0,1 0 0,0 0 1,0 0-1,1 0 0,-1 0 0,0-1 1,0 1-1,1-1 0,-1 0 0,1 0 1,-1 0-1,1 0 0,1 0-7,3 1 2,1 0 0,-1-1 0,0 0 0,1 0 0,-1-1-1,0 0 1,1 0 0,-1-1 0,1 0 0,-1 0 0,0-1 0,0 1 0,0-2 0,6-1-2,-7-1 33,0 0 0,-1 0 0,0 0-1,1-1 1,-2 0 0,1 0 0,-1 0 0,0 0 0,0-1 0,-1 1 0,1-1 0,-2 0 0,1 0 0,-1 0 0,0-1 0,0 1 0,-1 0 0,0-1 0,0 1 0,-1-1 0,0 0-33,0 8 387,0 34-22,0-19-681,-1-9 416,1 0 1,0 1-1,1-1 1,-1 0-1,1 0 1,0 0-1,2 5-100,12 8-1601,14-9-3681,-10-9-5543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9:30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233 151 11666,'0'0'2398,"0"0"-564,0 0-72,0 0-591,0 0-541,-28 0-80,-8 0-247,1 2-1,-13 2-302,44-3 45,1 0-1,-1 0 0,0 0 0,1 0 0,-1 1 0,1-1 0,-1 1 0,1 0 1,0 0-1,0 1 0,0-1 0,0 0 0,0 1 0,1 0 0,-1 0 0,1 0 1,-1 0-1,1 0 0,0 0 0,-1 3-44,-1 2 156,1 0-1,0 0 1,1 0 0,0 1-1,0-1 1,0 7-156,1-7 108,0 0 0,0 0 0,1 0 1,0 0-1,0 0 0,1 0 0,0 1-108,0-6 13,-1-1 0,1 0 0,0 0 0,0 1 0,0-1 0,0 0 0,0 0 0,0 0 0,0 0 0,1 0 0,-1 0 0,1 0 0,-1-1 0,1 1 0,0 0 0,0-1 0,0 1 1,0-1-1,0 0 0,0 0 0,0 0 0,0 0 0,0 0 0,1 0 0,-1 0-13,7 1 41,1 1 1,-1-2 0,0 1-1,1-1 1,-1-1-1,1 0 1,-1 0 0,1-1-1,-1 0 1,1 0 0,-1-1-1,4-2-41,-7 2-14,-1 0 1,0 0-1,1 0 0,-1-1 0,0 0 0,-1 0 0,1-1 1,0 1-1,-1-1 0,0 0 0,0 0 0,0 0 0,0-1 0,-1 1 1,1-1-1,-1 0 0,0 0 0,-1 0 0,1-1 0,0-3 14,3-10-101,-2-1-1,0 1 0,-2-1 1,0 1-1,-1-10 102,-2-96 590,0 83 1429,2 60-1974,0 0 0,2 0 1,0 0-1,0-1 0,2 1 0,0-1 0,2 0 1,-1 0-1,2-1 0,0 0 0,1 0 1,6 7-46,-12-20-135,-1 0 1,1 0 0,0-1 0,0 1-1,0-1 1,0 1 0,1-1 0,-1 0-1,1 0 1,-1-1 0,1 1 0,-1-1-1,1 1 1,0-1 0,1 0 134,38 4-4881,-9-4-2067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9:30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57 14131,'0'0'2495,"0"0"-617,0 0-316,0 0-610,0 0-216,0 0-40,-4 24-158,-8 77-36,12-100-479,0 1 0,0 0-1,0 0 1,0 0 0,1 0 0,-1-1-1,0 1 1,1 0 0,-1 0-1,1 0 1,0-1 0,0 1 0,-1 0-1,1-1 1,0 1 0,0-1-1,1 1 1,-1-1 0,0 0 0,0 1-1,1-1 1,-1 0 0,1 0-1,-1 0 1,1 0 0,-1 0 0,2 1-23,2-1 60,-1 1-1,1-1 1,-1 0 0,1-1 0,0 1 0,-1-1 0,1 0 0,1 0-60,1 0 88,-1 1-43,0 0 0,0-1 0,0 0-1,0 0 1,0-1 0,0 0 0,0 0 0,0 0 0,-1 0 0,1-1 0,0 0 0,-1 0 0,1-1 0,-1 0 0,0 0 0,1 0 0,-2 0 0,1-1 0,0 0 0,-1 0 0,1 0 0,-1 0 0,0-1 0,-1 0 0,1 0 0,-1 0 0,0 0 0,0 0 0,-1-1 0,1 1 0,-1-1 0,1-2-45,0 0 74,0 0 1,1 0 0,0 1 0,0 0-1,1 0 1,0 0 0,0 1 0,1-1-1,0 1 1,0 0 0,0 1 0,1 0-1,0 0 1,0 0 0,5-2-75,-2 2-971,0 1 0,1 0 0,-1 1 0,1 0 0,-1 1 0,1 0 0,8 0 971,7 0-9304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9:30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11426,'0'0'7170,"0"0"-6370,0 0-800,0 0-1840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9:53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0 6617,'0'0'3657,"0"0"-1227,0 0-256,0 0-632,0 0-389,0 0 371,-21 24 51,-66 80-381,82-99-1094,0 1-1,1 0 1,-1 0 0,1 1 0,1-1-1,-1 1 1,1 0 0,0 0-1,1 0 1,0 0 0,0 1-1,0-1 1,1 0 0,0 1 0,0 0-1,1-1 1,0 1 0,1 0-100,-1 6 133,0-11-113,0 0-1,0-1 0,0 1 0,1 0 0,-1 0 0,1 0 0,0-1 1,0 1-1,0 0 0,0-1 0,0 1 0,1 0 0,-1-1 1,1 0-1,-1 1 0,1-1 0,0 0 0,0 0 0,2 2-19,0-1 19,1 0 0,-1-1 0,1 1 0,-1-1 0,1 0 0,0 0 0,0 0 0,0-1 0,0 0 0,0 0 0,0 0-19,9 1 36,1-2 0,-1 1 0,0-1 0,1-1 0,-1-1 0,0 0 0,0-1 0,2-1-36,-7 1 16,-1-1 0,0 1 0,-1-2 0,1 1 0,-1-1 0,1 0 0,-1-1 0,-1 1 0,1-1 0,-1-1 0,0 1 0,-1-1 1,1 0-1,1-5-16,-4 9 37,-1 0 0,0 0 1,0-1-1,0 1 0,-1-1 1,1 0-1,-1 1 0,0-1 0,0 0 1,0 0-1,0 0 0,-1 1 1,1-1-1,-1 0 0,0 0 1,0 0-1,-1 0 0,1 0 1,-1 0-1,0 0 0,0 0 0,0 1 1,0-1-1,-1 0 0,1 1 1,-1-1-1,0 1 0,0 0 1,-1-1-1,1 1 0,-1 0 1,1 0-1,-2 0-37,-8-8 40,-1 1 0,-1 1 0,1 0 0,-2 1 0,1 1-1,-1 0 1,0 0 0,0 2 0,-1 0 0,1 1 0,-1 0 0,0 1 0,0 1 0,-1 1 0,-12 0-40,29 1-38,-1 0 0,0 0 0,0 0 0,1 0 0,-1 0 0,0 0 0,0 0 0,0 0 0,1 0 0,-1 0 0,0 0 0,0 0 0,1 1 0,-1-1 0,0 0 0,1 1 0,-1-1 0,0 0 0,1 1 0,-1-1 0,0 1 0,1-1 0,-1 1 0,1-1 0,-1 1 0,1 0 0,-1-1 1,1 1-1,-1 0 0,1 0 38,0 0-127,0 1 1,0-1-1,0 0 1,0 1-1,0-1 1,1 0-1,-1 1 1,1-1-1,-1 0 1,1 1-1,-1-1 1,1 0-1,0 0 1,-1 0-1,1 1 1,0-1 126,4 5-1389,-1 0 0,1 0 0,1-1 0,-1 0 0,1 1 0,1-1 1389,33 19-14213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9:53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0 12163,'0'0'2072,"0"0"889,0 0-17,-117 159-1503,77-108-601,0 1-448,9-16-232,5-3-160,9-15-288,17-18-1208,0 0-2777,0-13-5730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9:54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1 968,'0'0'10137,"0"0"-6658,0 0-1499,0 0-396,0 0-389,-26 12-4,-84 45-147,103-53-936,0 1-1,0 0 1,1 1-1,-1 0 1,1 0-1,1 0 1,-1 0-1,1 1 1,0 0 0,0 0-1,1 0 1,0 1-1,1 0 1,-1 0-1,1 0 1,1 0-1,0 0 1,0 0 0,0 1-1,1 0-107,1-8 4,-2 8 40,0 1 0,0-1 0,1 1 0,0 0 0,1-1 0,0 1 0,1 0 0,0 0 0,0-1 0,1 1 0,1 1-44,-1-6 1,0 0 0,0-1 0,1 1 0,-1 0 0,1-1 0,1 0 0,-1 1 0,0-1 0,1 0 0,0-1 0,0 1 0,0-1 0,0 0 0,0 0 0,1 0 0,0 0 0,-1-1 0,1 0 0,0 0 0,4 1-1,4 1-8,-1 0 0,1-1 0,0 0 0,0-1 0,1-1 0,-1 0 0,0-1 0,0 0 0,0-1 0,1-1 0,8-2 8,-21 4 6,0 0-1,0-1 1,1 0-1,-1 1 1,0-1-1,0 1 1,0-1-1,0 0 1,0 0-1,0 0 1,0 0-1,0 0 1,0 0 0,0 0-1,0 0 1,-1 0-1,1 0 1,0 0-1,-1 0 1,1-1-1,-1 1 1,1 0-1,-1 0 1,0-1-1,1 1 1,-1 0-1,0-1 1,0 1-1,0 0 1,0-1-1,0 1 1,0 0-1,-1 0 1,1-1 0,0 1-6,-1-1 11,1 0 0,-1 0 1,0 0-1,0 0 0,0 1 1,0-1-1,0 0 0,0 0 1,0 1-1,0-1 0,-1 1 1,1-1-1,-1 1 0,1 0 1,-1 0-1,1-1 0,-1 1 1,0 0-1,0 0 0,1 0 1,-1 1-1,-1-1-11,-12-2 33,0 0 1,1 1-1,-2 1 0,1 1 0,-6 0-33,10 0-9,10 0-92,0 0 0,0 0 0,-1 0 0,1 0 0,0 1-1,0-1 1,0 0 0,0 0 0,0 1 0,-1-1 0,1 1 0,0-1-1,0 1 1,0-1 0,0 1 0,0 0 0,0-1 0,1 1-1,-1 0 1,0 0 0,0 0 0,0 0 0,1 0 0,-1 0 0,1 0-1,-1 0 1,0 0 0,1 0 0,0 0 0,-1 0 0,1 0 0,0 0-1,-1 0 1,1 1 0,0-1 0,0 0 0,0 0 0,0 0-1,0 1 102,0 9-5793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53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92 126 11586,'0'0'1555,"0"0"8,-3 23-16,-23 202 2088,25-210-3172,2-11-276,-1-1-1,0 1 1,0 0 0,-1-1-1,1 1 1,-1-1 0,1 1-1,-1-1 1,0 1-1,-1-1 1,0 3-187,1-6 75,1 0 1,-1 0-1,1 0 0,-1 0 1,0 0-1,1 0 0,-1 0 1,1 0-1,-1-1 0,1 1 1,-1 0-1,0 0 0,1-1 1,-1 1-1,1 0 0,-1 0 1,1-1-1,-1 1 1,1-1-1,0 1 0,-1 0 1,1-1-1,-1 1 0,1-1 1,0 1-1,-1-1 0,1 1 1,0-1-1,0 1 0,-1-1 1,1 0-1,0 1 0,0-1 1,0 1-1,0-1-75,-11-23 68,11 23-4,-8-28-23,1 0 0,2-1 1,1 1-1,1-1 0,1 0 1,2 0-1,1 0 0,2-2-41,-4 31 0,1-1 0,0 1 0,1-1 0,-1 1 0,0-1 0,0 1 0,1 0 0,-1-1 0,0 1 0,1-1 0,0 1 0,-1 0 0,1 0 0,0-1 0,-1 1 0,1 0 0,0 0 0,0 0 0,0 0 0,0 0 0,0 0 0,0 0 0,1 0 0,-1 0 0,0 0 0,1 0 0,1 0 0,0 1 0,-1-1 0,1 1 0,-1 0 1,1 0-1,0 0 0,-1 0 0,1 0 1,0 1-1,-1-1 0,1 1 0,-1-1 0,1 1 1,0 0-1,6 3 0,0 0 1,0 0 0,-1 1 0,0 0 0,1 0 0,-2 1-1,6 4 0,13 18 16,-1 0 0,1 6-16,-13-15 9,2 0 0,0-1 0,1-1 1,1-1-1,0 0 0,1-1 0,8 4-9,-22-16 3,0-1 0,0 1 0,0-1 0,1-1 0,-1 1 0,0 0 0,1-1 0,-1 0-1,1 0 1,0 0 0,-1-1 0,1 0 0,-1 1 0,1-2 0,0 1 0,-1 0 0,1-1-1,0 0 1,-1 0 0,1 0 0,-1-1 0,0 0 0,2 0-3,-2-1 11,0 0-1,0 1 1,-1-1 0,0 0 0,0-1-1,1 1 1,-2-1 0,1 1-1,0-1 1,-1 0 0,0 0 0,0 0-1,0 0 1,0 0 0,-1-1 0,1 1-1,-1 0 1,0-1 0,-1 1 0,1-1-1,-1 1 1,0-1 0,0-3-11,1-9 94,-1 0 0,-1 0 0,0 1 0,-1-1 0,-1 0 0,-1 1 0,0-1 0,-1 1 0,-1 0 0,-3-6-94,-4-1 43,10 18-128,0 1-1,0-1 0,0 0 0,1 0 0,0 0 1,0 0-1,0-1 0,1 1 0,-1 0 0,1-4 86,2 3-2668,6 1-3960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54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13339,'0'0'2656,"0"0"-335,0 0-657,0 0-1144,0 0-368,0 0-104,0 0-40,160-8-8,-140 8-672,-6 0-1680,-5 0-2193,-9 0-6954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54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10962,'77'174'2617,"-77"-174"-337,0 0 217,14 0-1057,18 0-704,8 0-448,2-8-288,16-15-456,-13 5-3673,-8 0-7073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55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88 9098,'0'0'2491,"0"0"-234,0 0-504,0 0-614,0 0-269,0 0-122,8-13-160,27-41 7,-34 53-564,0-1 1,1 0-1,-1 1 1,0-1-1,1 1 1,-1 0-1,1 0 1,0-1-1,-1 1 1,1 0 0,0 0-1,0 1 1,0-1-1,-1 0 1,1 0-1,0 1 1,0-1-1,0 1 1,0 0-1,0 0 1,0 0-1,0 0 1,0 0-1,0 0 1,0 0-1,0 0 1,0 1-1,0-1 1,0 1-1,0 0 1,0-1-1,0 1 1,-1 0-1,1 0 1,0 0-1,0 0 1,-1 1-1,1-1 1,-1 0-1,1 1 1,-1-1-1,0 1 1,0-1-1,1 1 1,-1 0 0,0 0-33,5 17 59,0 0 0,-2-1-1,-1 1 1,0 1 0,-1-1-1,-1 0 1,-1 1-1,-1-1 1,0 0 0,-4 17-58,2-25 18,0 1 0,0-1 0,-1 0 0,-1 0 0,0 0 0,0-1 0,-1 0 0,0 0 0,-4 4-18,7-10 21,0 1 1,-1-1 0,0 1-1,0-1 1,0 0 0,0-1-1,-1 1 1,1-1 0,-1 0-1,0 0 1,0 0-1,0 0 1,0-1 0,-1 0-1,1 0 1,-1-1 0,1 1-1,-1-1 1,-4 0-22,8-2 35,1 1 1,0-1-1,0 0 1,0 0-1,0 0 1,0 0-1,0 0 0,0 0 1,0 0-1,0 0 1,0 0-1,1 0 0,-1-1 1,0 1-1,1 0 1,-1 0-1,1-1 1,0 1-1,-1 0 0,1-1 1,0 1-1,0 0 1,0-1-1,-1 1 0,2-1 1,-1 1-1,0 0 1,0-1-36,0 0 38,-1-1 0,1 1 0,0 0 0,0-1 0,1 1 0,-1 0 0,0-1 0,1 1 0,-1 0 1,1 0-1,0-1 0,-1 1 0,1 0 0,0 0 0,1 0 0,-1 0 0,1-2-38,6 2 6,0-1 1,0 1-1,0 0 1,0 1-1,0 0 0,1 0 1,-1 1-1,0 0 0,0 1 1,1-1-1,-1 2 1,0-1-1,0 1 0,0 0 1,0 1-1,-1 0 0,1 0 1,7 4-7,30 33 156,-37-32-131,0 0 0,1 0-1,0-1 1,1 0 0,3 2-25,-8-8-382,-1 0 0,0 0 0,0 0 1,1-1-1,-1 1 0,0-1 0,1 0 0,-1 0 0,0-1 1,1 1-1,-1-1 0,0 0 0,1-1 382,18-8-4933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55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17 9642,'0'0'1924,"0"0"-311,0 0-577,0 0-577,0 0-288,0 0-101,19-3 10,46-7 110,-56 7 2437,-15 3-2589,-13 0 233,0 0 0,0 1 0,1 1 0,-1 1 0,-10 3-271,25-5 34,0 0 0,0 1 0,0-1 0,0 1 0,1-1 0,-1 1 0,0 0 0,1 1 0,0-1 0,-1 0 0,1 1 0,0 0 0,0 0 0,1 0 0,-1 0 0,1 0 0,-1 1 0,1-1 0,0 1 0,0-1 0,1 1 0,-1 0 0,1-1-1,0 1 1,-1 0 0,2 0 0,-1 0 0,0 4-34,1-4 9,0-1 0,0 1 0,0-1 0,0 1 0,1 0 0,-1-1 0,1 1-1,0-1 1,0 0 0,0 1 0,1-1 0,-1 0 0,1 1 0,0-1 0,0 0 0,0 0 0,0 0-1,0-1 1,1 1 0,1 2-9,6 2 25,0 1-1,1-2 1,-1 1-1,1-1 1,7 2-25,-6-3 13,0 1-1,-1 1 1,0 0 0,0 1-1,4 3-12,-12-8 0,0 0 0,0 0 0,0 0 0,-1 0 0,1 1-1,-1-1 1,0 1 0,0 0 0,0 0 0,0 0 0,-1 0 0,0 0-1,0 0 1,0 0 0,0 0 0,0 0 0,-1 0 0,0 1 0,0-1 0,0-2 44,0 1 1,-1-1 0,1 0 0,-1 0-1,1 0 1,-1-1 0,0 1 0,0 0-1,0 0 1,0 0 0,0 0 0,0-1 0,-1 1-1,1-1 1,0 1 0,-1-1 0,1 1-1,-1-1 1,0 0 0,1 1 0,-1-1-1,0 0 1,0 0 0,0-1 0,0 1-1,0 0 1,0-1 0,0 1 0,0-1-1,0 1 1,-1-1-45,-11 3 256,-1-2 0,1 1 0,0-2 0,-6 0-256,14 0-77,5-7-3448,1 1-1231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55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0 11426,'0'0'2177,"0"0"-537,0 0 705,0 0-1281,0 0-704,-85 144-360,73-113-48,4-8-1656,5-11-4378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56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10546,'0'0'2047,"0"0"-369,0 0 129,8 23-329,2 7-943,-2 1 1,-1-1-1,-1 2 1,-1-1 0,0 27-536,-5 12 656,0-41-390,0-24-36,0-7 106,0-10-298,-1-25 88,3 0 0,1 1 0,1-1-126,-2 28 17,-1 0 1,1 0-1,1 0 0,-1 1 1,1-1-1,1 1 0,0-1 1,0 1-1,1 1 0,0-1 1,0 0-1,0 1 0,1 0 1,6-5-18,-10 10 0,0 0 1,0 0-1,1 0 1,-1 0-1,0 1 1,1-1-1,0 1 1,-1 0-1,1-1 1,0 1-1,-1 0 1,1 1-1,0-1 1,0 0-1,0 1 1,0-1-1,0 1 1,0 0-1,0 0 0,2 1 0,-2 0 0,-1 0 0,1 0 0,-1 0 0,0 1 0,1-1 0,-1 1 0,0-1 0,0 1 0,0 0 0,0 0 0,0 0 0,0 0 0,-1 0 0,1 0 0,-1 1 0,1-1 0,-1 0 0,0 1 0,4 10 21,0-1-1,-1 1 0,0 0 1,-1 0-1,-1 0 0,0 0 1,-1 1-1,0 0-20,-2 21-46,0-28-154,0 0 0,0 0 1,1 0-1,0 0 0,0 0 0,1 0 0,0 0 1,0 0-1,1 0 0,-1 0 0,1-1 1,3 6 199,4-4-5139,-1-7-4687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56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10322,'0'0'2649,"0"0"-297,0 0-495,0 0-889,0 0-536,0 0-224,0 0-152,117 0 0,-86 0-56,-8 0-408,-6 3-1608,-9-3-3426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56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10402,'0'0'1801,"0"0"-161,0 0-760,0 0-600,151 7-280,-122-1-352,-12-4-4513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59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6145,'0'0'2493,"0"0"-31,0 0-227,0 0-762,0 0-603,0 0-405,19-2-95,109-9 934,12 6-1304,-140 5 3,1 0 1,0 1-1,-1-1 0,1 0 0,0 1 0,-1-1 1,1 1-1,-1-1 0,1 1 0,-1-1 0,1 1 1,-1-1-1,1 1 0,-1 0 0,0-1 0,1 1 1,-1 0-1,0-1 0,1 1 0,-1 0 0,0-1 1,0 1-1,0 0 0,0 0 0,0-1 0,0 1 1,1 0-1,-2-1 0,1 1 0,0 0 0,0 0 1,0-1-1,0 1 0,0 0 0,-1-1 1,1 1-1,0 0 0,-1-1 0,1 1 0,0 0 1,-1-1-1,1 1-3,-15 32 193,-46 28 1808,-22 16-2001,112-74 1097,-1-6-1027,-18 2-64,0 0-1,-1 0 0,1 1 0,0 0 1,0 1-1,7 1-5,-14-1 5,-1 0 0,1 0 1,0 0-1,-1 0 0,1 0 0,-1 1 1,1-1-1,-1 1 0,0-1 0,0 1 0,0 0 1,0 0-1,0 0 0,0 0 0,0 1 0,-1-1 1,1 0-1,-1 1 0,1-1 0,-1 1 0,0-1 1,0 1-1,0 0 0,0-1 0,0 3-5,1 2 73,-1 0-1,1 1 0,-1-1 1,0 0-1,-1 0 0,0 1 0,0-1 1,0 0-1,-1 1 0,0-1 1,-2 5-73,2-8 101,-1-1 0,1 0 0,-1 1 0,0-1 0,0 0 0,0 0 0,0 0 0,-1 0 0,1-1 0,-1 1 0,1-1 0,-1 1 0,0-1 0,0 0 0,0 0 1,0 0-1,-1-1 0,1 1 0,0-1 0,-1 1 0,1-1 0,-1 0 0,1-1 0,-1 1-101,-21 3 371,0-1 0,1-2-1,-1 0 1,-21-3-371,-10 1 97,48-1 40,5 1-8138,3 1 471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1:59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 12723,'0'0'1752,"0"0"401,0 0-353,0 0-904,0 0-168,-94 144-328,65-114-264,7-1-64,2-4-72,8-4-632,9-8-1232,3-3-1121,0-10-5417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2:01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0 147 5641,'0'0'1312,"0"0"-459,0 0 87,0 0-403,0 0-234,0 0 169,0-4 390,1-9 2122,3 31 1856,2 18-4261,15 61-80,-15-64-407,2 1 0,0-1 0,3 0 0,4 8-92,-13-53 118,-1 0 0,-1 0 0,1 1 0,-2-1 0,0-2-118,-8-44-4,2 22-3,2 0 0,1-1 0,2 1 0,2-24 7,1 54 0,0 1-1,1 0 0,0 0 1,0 0-1,0 0 0,1 0 1,-1 1-1,1-1 0,0 1 0,1-1 1,-1 1-1,1 0 0,-1 0 1,1 1-1,1-1 0,-1 1 1,3-2 0,-1 0-14,0 1 0,0 0 0,0 0 0,1 1 0,0 0 0,0 0 0,0 0 0,0 1 0,0 0 1,0 0-1,0 1 0,5 0 14,-12 1-3,1 0-1,0 1 1,0-1 0,-1 0 0,1 1 0,0-1-1,-1 1 1,1-1 0,0 1 0,-1-1 0,1 1 0,-1-1-1,1 1 1,-1 0 0,1-1 0,-1 1 0,1 0-1,-1 0 1,0-1 0,1 1 0,-1 0 0,0 0 0,0-1-1,1 1 1,-1 0 0,0 0 0,0 0 0,0 0-1,0-1 1,0 1 0,0 0 0,0 0 3,-1 35-92,1-26 80,-1 3 20,-1 1-1,-1-1 1,0 0-1,-1 0 1,0 0-1,-1-1 0,0 1 1,-1-1-1,0 0 1,-1-1-1,0 0 1,-1 0-1,-3 3-7,-31 51 25,45-61 1194,11-3-655,32-6-558,3 1-39,-41 4 31,0 1-1,0 0 1,0 0-1,1 1 1,-1 0-1,-1 1 1,1-1 0,0 2-1,-1-1 1,1 1-1,-1 0 1,0 0-1,0 1 1,-1 0-1,1 1 1,-1-1 0,0 1-1,3 4 3,-2-2 4,1-1 0,0 0 0,0-1 0,1 0 0,-1 0 0,1-1 0,1 0 0,-1-1 0,9 3-4,-13-5 6,1-1 0,-1 0-1,1 0 1,0 0 0,-1-1 0,1 0 0,0 0 0,0 0 0,-1-1 0,1 0 0,-1 0 0,1-1 0,0 1 0,-1-1 0,0 0 0,0-1 0,1 1 0,1-3-6,4-1-163,8-5-92,-4 7-4898,-7 2-2071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2:06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6489,'0'0'2762,"0"0"-137,0 0-473,0 0-749,0 0-597,0 0-334,0 0-116,0 0-21,0 0-10,0 0-94,0 0-62,0 0-39,0 0-29,0 0-8,0 0-3,0 0 19,0 0-9,0 0-3,0 0 2,0 0-12,0 0 5,0 0-7,42 3 1062,12-12-396,-2 0-3737,-52 9 323,0 0-1877,0 0-1192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2:07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7162,'0'0'2016,"0"0"240,0 0-567,0 0-897,0 0-440,0 0-160,0 0 0,0 0 224,3 0 64,8 0-168,1 0-112,-1 0-104,4 0-32,2-2-64,3-1-616,17-5-1504,-6 3-2265,1 0-1152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2:08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8770,'0'0'2168,"0"0"29,0 0-347,0 0-550,0 0-396,0 0 159,2-2 152,8-3-851,-1 0-1,1 0 1,0 1 0,0 1-1,0 0 1,0 0 0,11-1-364,77-8 605,-97 11-603,0 1 0,0 0 0,0 0 0,0-1-1,0 1 1,0 0 0,0 0 0,0 0 0,0 0 0,0 0-1,0 0 1,0 0 0,0 0 0,0 0 0,0 1 0,0-1-1,0 0 1,0 1 0,-1-1 0,1 1 0,0-1 0,0 1-1,0-1 1,0 1 0,0-1 0,-1 1 0,1 0 0,0 0-1,-1-1 1,1 1 0,0 0 0,-1 0 0,1 0 0,-1 0-1,1 0 1,-1-1 0,0 1 0,1 0 0,-1 0 0,0 0-1,0 0 1,1 0 0,-1 0 0,0 0 0,0 0 0,0 0-1,0 0 1,-1 0 0,1 0 0,0 0 0,0 0 0,0 0-1,-1 0 1,1 0 0,-1 0-2,-1 4 18,0 1 0,0-1 0,-1-1-1,0 1 1,0 0 0,0-1 0,0 1 0,-1-1 0,-4 4-18,-12 9 82,-2 0 0,0-2 1,-1 0-1,-1-2 1,-20 9-83,43-21 50,7-1-38,14-1 8,-1 1 0,1 1 0,0 1 0,0 1 0,-1 0 0,8 4-20,-22-5-1,0 0 0,0 0 0,0 0 1,-1 0-1,1 1 0,-1 0 0,1 0 0,-1 0 1,0 1-1,0-1 0,-1 1 0,1 0 0,-1 0 1,0 1-1,0-1 0,0 0 0,0 1 0,-1 0 1,0 0-1,0-1 0,0 1 0,-1 1 0,1-1 1,-1 0-1,-1 0 0,1 3 1,0-5 5,0 0 1,-1 0-1,0 0 1,0 0-1,0 0 0,0 0 1,0 0-1,0 0 0,-1 0 1,1 0-1,-1 0 1,0 0-1,0 0 0,0-1 1,0 1-1,-1 0 0,1-1 1,-1 1-1,1-1 1,-1 1-1,0-1 0,0 0 1,0 1-1,0-1 0,-2 1-5,-2 0 33,-1 0 0,1 0 0,0 0-1,-1-1 1,0 0 0,1-1 0,-1 1 0,0-1-1,0-1 1,0 1 0,-1-1-33,-76 0-1638,83 0-990,1 0-1775,0 0-2770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2:08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 10746,'0'0'2411,"0"0"-50,0 0-393,0 0-794,0 0-729,0 0-258,23 13 68,73 48 181,-88-54-378,-1-1 1,0 1-1,0 1 1,-1 0-1,0 0 0,0 0 1,-1 0-1,0 1 1,-1 0-1,0 0 1,0 0-1,-1 1 0,0-1 1,0 1-1,-1-1 1,-1 1-1,0 0 1,0 5-59,1-4 40,2 16 57,-1 0 0,-1 0 0,-1 0 0,-1 0-1,-2 0 1,-1 0 0,-2 6-97,2-18 43,-1 0 0,-1 0 0,0-1-1,-1 1 1,-1-1 0,0-1 0,-1 1 0,0-1 0,-1-1 0,-1 0-1,0 0 1,0-1 0,-5 4-43,-6 3-17,1-1 0,-2 0 0,-16 8 17,25-17-1387,-1-1 0,0 0 0,0-1 1,-5 1 1386,-3-3-7382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1:03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1 280 5505,'0'0'1024,"0"0"89,0 0-185,0 0-608,151-133-240,-131 110-80,-3 0-80,-6 2 80,-5 1 0,-6 4 72,0-2-72,0 3-536,0 5-2401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1:04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2985,'0'0'560,"0"0"-560,0 0-128,0 0-1217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1:04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1 110 3105,'0'0'832,"0"0"-544,0 0-288,0 0-240,0 0-168,0 0 408,0 0 208,136-110 152,-127 110-136,0 0-224,-4 5-328,1 11-1409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8:11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 6785,'0'0'1934,"0"0"144,0 0-99,0 0-509,0 0-315,-13 21-180,2-2-745,-22 35 1397,-21 27-1627,48-77 360,4-2-1198,1 1-3930,1-3-625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8:11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0 10642,'0'0'1545,"0"0"71,0 0 120,0 0-695,0 0-313,-160 139 32,129-111-112,-1 0-264,7 1-224,2-9-88,6 1-64,2-6-8,10-2-264,2-5-872,3-8-513,0 0-519,14 0-3729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8:12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0 10666,'0'0'1513,"0"0"-745,0 0 1232,0 0-728,-166 128-567,121-94-209,2 2-232,0 0-136,3-8-48,3 3-72,9-8-8,5-3-112,11-4-480,7-9-489,5-7-1047,14 0-2201,12-10-2104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8:12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554 0 11386,'0'0'1489,"0"0"-929,0 0 1008,-154 98-712,91-57-424,-3 2-55,1 1-81,2-3-168,9 0-80,11-13-40,14-5-8,12-10-536,17-13-537,0 0-1311,17 0-3874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8:12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537 18 8586,'0'0'2728,"0"0"-1967,-145 77 751,76-38-440,-2 4-648,0 1-256,8-3-104,9-5-64,11-5-248,26-11-1288,14-10-1521,3-10-2072</inkml:trace>
  <inkml:trace contextRef="#ctx0" brushRef="#br0" timeOffset="1">1002 0 6465,'0'0'4745,"0"0"-4080,0 0 1103,-145 100-688,91-64-472,-6 0-256,-3 0-192,3-3-72,9-4-88,8-6-128,14-8-328,15-7-576,14-6-544,14-2-225,26-10-783,6-16-3265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8:13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 7194,'0'0'1048,"0"0"832,0 0-247,0 0-553,-185 154-528,151-121-368,8-4-80,9-9-96,5-2 8,9-8-16,3-7-544,23-3-800,17-10-1457,0-8-2256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8:13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517 1 6529,'0'0'1425,"0"0"2512,0 0-1913,0 0-656,-122 172-544,73-129-55,1-2 23,-4-2-320,1-3-256,-23 15-216,11-15-1296,6-5-3673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8:49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12883,'0'0'1824,"0"0"-1208,0 0-40,0 0-376,0 0 48,0 0 185,189 80-33,-132-54-136,-3-1-152,-8-2-64,-4 1 0,-4-4-48,-10-2-192,3 8-760,-5-8-1097,-9-6-3416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8:49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13275,'0'0'1672,"0"0"-1192,0 0 1009,0 0-617,0 0-496,191 75-200,-134-52-88,0 3-80,-6-6 0,-2-2-8,-6-3-472,-3-7-840,-12 0-1817,-11-8-4545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8:49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13475,'0'0'1552,"0"0"-1072,0 0 753,0 0-385,189 92-408,-127-61-224,-2-1-88,-3-4-56,-8-5-72,-4-3-272,7-8-816,-15-5-3041,-11-5-7330</inkml:trace>
  <inkml:trace contextRef="#ctx0" brushRef="#br0" timeOffset="1">545 108 13691,'0'0'1632,"0"0"-784,0 0 705,0 0-561,174 95-352,-117-69-280,0-3-232,-2-2-128,-7-3-48,-2-8-1152,-15-3-1657,-11-7-6433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48:50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13931,'0'0'2304,"0"0"-1655,0 0-129,0 0 280,0 0-144,148 79-360,-102-46-168,-9-2-80,-3-5-48,1 0-240,-15-11-1648,-3-5-4170</inkml:trace>
  <inkml:trace contextRef="#ctx0" brushRef="#br0" timeOffset="1">448 34 12099,'0'0'4721,"0"0"-4201,0 0 96,0 0-24,0 0-240,148 110-240,-113-89-112,-1-1-512,-8-4-1232,-6-6-4058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1:19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6993,'0'0'2812,"0"0"-778,0 0-238,0 0-458,0 0-606,12 6 475,3 12-704,1 0 1,-2 1 0,-1 1 0,0 0-1,-2 1 1,1 3-504,18 30 153,-21-39-142,-1-1-39,1 1-1,0-1 1,1-1 0,1 0-1,8 8 29,-18-20-211,1 0 0,-1 0 0,1 0-1,-1 0 1,1-1 0,-1 1 0,1 0 0,0-1-1,-1 1 1,1-1 0,0 0 0,0 1-1,-1-1 1,1 0 0,0 0 0,0 0 0,-1 0-1,1 0 212,3-1-1503,5 1-4074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1:20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7178,'0'0'3152,"0"0"-1623,0 0-281,0 0-272,0 0-304,0 0 112,155 118 8,-118-87-215,-3 0-257,0-6-120,-3-2-96,-2-2-56,2-3-40,-2-8-8,17-7-872,-9-3-2257,-6 0-5881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1:20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10338,'0'0'2521,"0"0"-1705,0 0 664,0 0-71,0 0-465,0 0-152,94 136-168,-59-106-304,2-1-224,-3-4-32,-3-4-64,-2-6-24,2-5-840,-5-7-1040,-9-3-2873</inkml:trace>
  <inkml:trace contextRef="#ctx0" brushRef="#br0" timeOffset="1">294 8 11586,'0'0'2849,"0"0"-1081,0 0-511,0 0-417,0 0-440,0 0 288,0 0-152,54 75-240,-31-50-72,0 1-136,0-5-88,-3-1 0,0-7-544,8-13-1336,-5 0-897,-3 0-3528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1:20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7866,'0'0'4817,"0"0"-3113,0 0-888,0 0 769,0 0 47,0 0-424,0 0-528,69 141-328,-46-112-112,0-4-160,-1-2-16,1-10-64,14-13-816,-2 0-1968,-10 0-4162</inkml:trace>
  <inkml:trace contextRef="#ctx0" brushRef="#br0" timeOffset="1">317 0 13291,'0'0'1728,"0"0"-992,0 0 649,0 0-217,0 0-208,94 159-312,-71-123-304,0-3-216,0-2-48,-3-13-80,-3-5-368,6-13-1528,-6 0-1161,-6-13-5105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1:21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7890,'0'0'5817,"0"0"-5057,0 0 688,0 0 73,0 0-425,0 0-416,60 149-352,-40-121-176,3-8-80,-3-4-72,9-14-376,-4-2-1696,-5 0-4714</inkml:trace>
  <inkml:trace contextRef="#ctx0" brushRef="#br0" timeOffset="1">231 0 4441,'0'0'9290,"0"0"-7978,0 0 577,0 0-1,38 139-736,-21-101-440,0-4-247,3-4-321,-3-7-72,0-7-72,6-16-569,-3 0-2007,-6 0-2961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1:21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12859,'0'0'1624,"0"0"-312,0 0 401,0 0-697,0 0-384,0 0-264,89 149-208,-72-126-64,0-8-96,9-7-360,-4-5-1472,-2-3-2897</inkml:trace>
  <inkml:trace contextRef="#ctx0" brushRef="#br0" timeOffset="1">300 0 10842,'0'0'2521,"0"0"-1209,0 0 681,0 0-353,0 0-536,51 146-560,-39-115-272,-1-3-160,3-5-104,-2-7-8,-1-6-216,6-10-1392,-5 0-1081,-1-18-5888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1:21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3953,'0'0'9426,"0"0"-8002,0 0-808,0 0 705,0 0-457,28 136-488,-19-98-112,2-7-104,1-3-160,16-15-416,-5-5-1401,0-8-5216</inkml:trace>
  <inkml:trace contextRef="#ctx0" brushRef="#br0" timeOffset="1">229 67 8386,'0'0'1496,"0"0"-1024,0 0-248,0 0-224,0 0-2216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1:22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1 5577,'0'0'1731,"0"0"-345,0 0 793,0 0-139,0 0-635,0 0-352,-27 26-161,-136 127-131,155-146-913,-32 33 708,38-38-758,-1 0 0,1 1 0,0 0 0,1 0 0,-1-1 0,0 1 0,1 0 0,0 0-1,-1 0 1,1 1 0,0-1 0,1 0 0,-1 0 0,0 2 202,1-4-1998,0-1-2277,0 0-1578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1:22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 8002,'0'0'1944,"0"0"-288,0 0 825,-157 105-1193,128-77-744,9-5-360,6-5-96,9-5-88,5-5-96,0-6-496,0-2-200,34-2-1784,0-19-1617,3-2-2841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1:23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3 9458,'0'0'1344,"0"0"633,-162 90 7,108-57-1048,14-2-584,14-8-216,9-2-40,8-9-96,9-1-48,0-9-1096,20-2-424,12-13-2297,5-7-248</inkml:trace>
  <inkml:trace contextRef="#ctx0" brushRef="#br0" timeOffset="1">520 39 7330,'0'0'2168,"0"0"-520,-172 87 761,110-53-873,10-9-528,18-7-447,20-8-385,14-10-176,3 0-1745,22 0-2680</inkml:trace>
  <inkml:trace contextRef="#ctx0" brushRef="#br0" timeOffset="2">796 0 5265,'0'0'6249,"0"0"-5160,-194 75 1095,120-42-519,11-2-993,18-3-448,10-7-128,21-3-96,11-11-624,29-7-1753,23-5-2192,10-18-4961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1:23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637 32 11923,'0'0'2224,"-214"74"33,94-30 311,31-13-1024,4 2-719,14-5-505,28-10-176,28-13-144,15-5-360,69-10-1281,11-18-847,5 0-3073</inkml:trace>
  <inkml:trace contextRef="#ctx0" brushRef="#br0" timeOffset="1">968 1 12427,'0'0'1800,"-189"67"-512,78-29 1657,-6 6-1081,20-6-951,29-9-593,28-9-320,31-10-32,41-10-2289,27 0-504,16-18-4384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1:23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694 1 8770,'0'0'3161,"0"0"-1073,-234 97 417,120-51-377,5-2-704,12-3-664,23-8-415,29-7-217,25-11-128,20-7-833,25-8-1447,92-8-41,-8-15-3456,-1-2-3937</inkml:trace>
  <inkml:trace contextRef="#ctx0" brushRef="#br0" timeOffset="1">888 178 5209,'0'0'3897,"0"0"-1184,0 0 63,-228 113-727,148-83-505,17-9-248,23-8-408,29-11-376,11-2-432,54-2-80,29-21-888,22-3-1232,32-5-1913,-26 8-2064,-19 5-1729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1:27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2229 307 4441,'0'0'2180,"0"0"357,0 0-69,0 0-71,0 0-461,0 0-1051,-20-1-575,-277-1-116,-915-34-169,1123 32-3,1-3-1,0-4 1,0-3 0,-15-9-22,94 18-12,24 3-16,32 2-19,-43 0 46,81 4 1,53 12 0,11 1 1,894 10-619,-876-28-767,-769-23 1305,274 5 104,103 12 60,4 1 2465,-205-33-2549,586 34 824,140 18-791,-23 0 7,-126-15-48,97 4-2178,-242 1 1828,-19 2 296,-22 2 91,-186 9 3,-1-10 0,-57-13-32,210 6 28,21 1 451,1-2 0,-39-7-479,163 4 303,-65 4-301,195-7 50,43 10-52,-232-1-130,0 1 0,0 0 0,0 1 0,-1 1 0,1 1 0,-1 0 0,0 1 0,10 6 130,-18-3-209,-19-7 140,-19-5 76,-41-19 42,53 15-47,1 1-1,-1 1 0,0 1 0,-1 0 0,-1 1-1,-72-2-3,-53 4 3,57 2 78,-75-9-78,118 5 468,-40 3-468,37 0 588,45 1-550,-1-1 0,1 0-1,0 1 1,-1 0 0,1-1 0,0 1 0,-1 0-1,1 0 1,0 1 0,0-1 0,0 0 0,0 1-1,0-1 1,0 1 0,0 0 0,1-1 0,-1 1-1,1 0 1,-1 0 0,1 0 0,-1 0 0,1 0-1,0 1 1,0-1 0,0 0 0,1 1 0,-1-1-1,0 2-37,0-1 17,0-1 0,1 1-1,-1-1 1,1 1-1,-1 0 1,1-1 0,0 1-1,0-1 1,0 1 0,1 0-1,-1-1 1,1 1-1,-1-1 1,1 1 0,0-1-1,0 0 1,0 1-1,0-1 1,0 0 0,1 1-1,-1-1 1,0 0 0,1 0-1,0 0 1,0 0-1,-1 0 1,2 0-17,8 4 21,0 0 1,0-1-1,1 0 0,-1-1 0,1-1 0,0 1 1,0-2-1,0 0 0,1 0 0,7-1-21,25 1 45,-1-3-1,13-3-44,-56 4 0,21-2 7,0-1-1,-1-1 0,0-1 0,3-2-6,-13 4 4,-1 0 1,1-1-1,-1-1 1,0 0-1,-1 0 0,1-1 1,-1 0-1,0-1 0,1-1-4,-9 7 7,1 0 0,-1-1 0,0 1 0,0 0-1,1-1 1,-1 1 0,0-1 0,-1 1 0,1-1-1,0 1 1,0-1 0,-1 0 0,1 1-1,0-1 1,-1 0 0,0 1 0,1-1 0,-1 0-1,0 0 1,0 1 0,0-1 0,0 0-1,0 0 1,-1 1 0,1-2-7,-2 0 7,1 0-1,-1 0 1,1 0 0,-1 0 0,0 0-1,0 1 1,0-1 0,-1 1 0,1-1-1,0 1 1,-1 0 0,0 0-1,0 0-6,-10-7 13,0 2-1,-1-1 0,1 2 1,-2 0-1,-5-2-12,5 3 19,-1 0 0,1 0 0,-1 2 0,0 0 1,0 1-1,0 0 0,0 1 0,0 1 0,0 1 0,-6 1-19,21-1-1,-1 0 0,1 0 0,0 0-1,-1 0 1,1 0 0,0 1 0,0-1 0,0 0 0,0 1 0,0-1 0,0 1-1,1-1 1,-1 1 0,0-1 0,1 1 0,-1 0 0,1-1 0,0 1 0,-1 0 0,1-1-1,0 1 1,0 0 0,0 0 0,0-1 0,0 1 0,1 0 0,-1-1 0,1 2 1,-1 3-7,1 0 0,-1 0 0,1-1 0,1 1 0,-1 0 0,1-1 0,0 1 0,2 3 7,1-3 2,0 0-1,0 0 0,0-1 0,1 0 1,-1 0-1,1 0 0,0-1 1,1 0-1,-1 0 0,1 0 1,0-1-1,0 0 0,0-1 1,0 1-1,0-1 0,1 0 1,2-1-2,19 4 39,1-2 1,0-1 0,23-2-40,-33 0 13,-11 0-2,0-1 1,-1 0-1,1 0 0,0 0 1,0-1-1,-1 0 0,1-1 1,-1 0-1,0 0 0,0-1 1,0 0-1,5-4-11,-9 5 8,0 0 1,0 0-1,0-1 0,-1 1 0,1-1 0,-1 0 0,0 0 1,0 0-1,0-1 0,-1 1 0,1-1 0,-1 1 0,0-1 1,0 0-1,-1 0 0,1 0 0,-1 0 0,0 0 0,-1 0 1,1 0-1,-1 0 0,0 0-8,0 1 7,-1 1-1,0 0 1,1 0 0,-1 0-1,0 0 1,0 0-1,-1 0 1,1 0 0,0 0-1,-1 0 1,0 0 0,0 1-1,0-1 1,0 1 0,0-1-1,0 1 1,-1 0-1,1 0 1,-1 0 0,0 0-1,1 1 1,-1-1 0,0 0-1,0 1 1,0 0 0,0 0-1,0 0 1,0 0-1,-2 0-6,-4-1 14,0 0 0,-1 0-1,1 1 1,-1 0-1,1 0 1,-1 1 0,1 1-1,-1-1 1,-7 3-14,14-2 0,-1 0 1,1 0 0,0 1-1,0-1 1,0 1-1,0 0 1,1 0 0,-1 0-1,0 0 1,1 0 0,0 1-1,-1-1 1,1 1-1,0 0 1,0-1 0,0 1-1,1 0 1,-1 0 0,1 0-1,-1 0 1,1 1-1,0-1 1,0 0 0,1 0-1,-1 1 1,1-1 0,-1 1-1,1-1 1,0 0-1,0 1 1,1 2-1,-1 0-1,0 0 1,1-1-1,0 1 0,0 0 1,0-1-1,0 1 1,1-1-1,0 1 0,0-1 1,1 0-1,-1 0 0,1 0 1,0 0-1,1 0 1,-1 0-1,1-1 0,0 0 1,2 3 0,4-1 5,0-1 1,0 1-1,0-2 1,1 1-1,-1-1 1,1-1-1,0 0 1,0-1-1,0 0 1,0 0-1,1-1 1,-1-1-1,0 0 1,1 0-1,-1-1 1,9-2-6,-15 2 10,1 0 1,0-1 0,-1 1 0,1-1 0,-1 0 0,0-1 0,0 1 0,0-1 0,0 0 0,0 0 0,0 0 0,-1-1 0,0 0-1,1 0 1,-1 0 0,-1 0 0,1-1 0,-1 1 0,0-1 0,0 0 0,0 0 0,0 0 0,-1 0 0,0 0 0,0-1 0,0 1 0,-1-1-1,0 0 1,0 1 0,0-1 0,-1 0 0,0-4-11,0 8 22,0-1 0,-1 1-1,1-1 1,-1 1 0,1 0-1,-1 0 1,0-1 0,0 1-1,0 0 1,0 0 0,-1 0-1,1 0 1,0 0 0,-1 0-1,1 0 1,-1 1 0,0-1-1,0 0 1,1 1 0,-1-1 0,0 1-1,0 0 1,-1 0 0,1 0-1,0 0 1,0 0 0,0 0-1,-1 0 1,1 1 0,-1-1-22,0 0 12,0 1 0,0-1 0,1 1 0,-1 0-1,0 0 1,0 0 0,0 0 0,0 0 0,1 0 0,-1 1 0,0-1 0,0 1 0,1 0 0,-1 0 0,0 0 0,1 0 0,-1 1 0,1-1 0,-1 1 0,1-1 0,0 1 0,0 0 0,0 0 0,0 0 0,0 0 0,0 0-12,-2 4-1,1 0 0,0-1 0,0 1 0,1 0 0,-1 0 0,1 1 0,1-1 0,-1 0 0,1 1 0,0-1 0,1 1 0,0-1 1,0 1-1,0-1 0,0 1 0,1-1 0,1 3 1,-1-5 0,0 1-1,0-1 1,1 1 0,0-1-1,0 1 1,0-1 0,0 0-1,0 0 1,1 0 0,0 0 0,0 0-1,0-1 1,0 1 0,1-1-1,-1 0 1,1 0 0,0 0-1,0 0 1,0-1 0,0 0 0,1 0-1,-1 0 1,3 1 0,6 1 13,1-1 0,0-1-1,-1 0 1,1 0 0,0-2 0,0 1-1,0-2 1,0 0 0,2-1-13,-9 1 6,1 0 0,-1-1-1,0 1 1,0-2 0,1 1 0,-1-1 0,-1 0 0,1 0 0,0-1 0,-1 0-1,0 0 1,0-1 0,0 1 0,0-1 0,-1-1 0,0 1 0,3-4-6,-6 6 6,0-1 1,0 0-1,0 0 1,-1 0-1,1 0 1,-1 0-1,0 0 1,0 0-1,0 0 1,0 0-1,-1 0 1,0-1-1,0 1 1,0 0-1,0 0 1,-1-1-1,1 1 1,-1 0-1,-1-1-6,1 2 2,1 1 0,-1-1 0,0 1 0,-1-1-1,1 1 1,0 0 0,-1 0 0,1-1 0,-1 1-1,0 0 1,0 0 0,1 0 0,-1 1 0,-1-1-1,1 0 1,0 1 0,0 0 0,-1-1 0,1 1-1,0 0 1,-1 0 0,1 0 0,-1 0 0,0 1 0,1-1-1,-1 1 1,0 0 0,1-1 0,-2 1-2,2 0-2,1 0 1,-1 1-1,1-1 1,-1 0-1,1 1 0,-1-1 1,1 1-1,-1-1 1,1 1-1,0-1 1,-1 1-1,1 0 1,0 0-1,0 0 1,0 0-1,0 0 0,-1 0 1,1 0-1,0 0 1,1 0-1,-1 1 1,-1 0 1,0 2-4,0 0-1,0 0 1,0 0 0,1 1 0,-1-1-1,1 1 1,0-1 0,0 2 4,0 2-4,0 0 0,0 1 0,1-1 1,0 0-1,1 0 0,-1 0 0,2 1 0,-1-1 0,1 0 4,0-5-1,0 1 0,1-1 1,-1 0-1,1-1 0,0 1 0,-1 0 0,1-1 1,0 1-1,0-1 0,1 0 0,-1 0 0,0 0 1,1-1-1,0 1 0,-1-1 0,1 0 0,0 0 1,-1 0-1,1 0 0,0-1 0,0 1 0,2-1 1,5 1 2,0 0 1,0-1-1,0 0 0,-1 0 0,1-2 0,0 1 0,7-3-2,-11 1 4,1 0 0,-1 0-1,0-1 1,0 0 0,0 0-1,-1-1 1,1 0-1,-1 0 1,0 0 0,-1-1-1,1 0 1,-1 0 0,0 0-1,-1-1 1,0 0 0,0 0-1,0 0 1,-1 0-1,0 0 1,0-1 0,-1 1-1,1-1 1,-2 0 0,1 0-1,-1 0 1,-1 0 0,1 0-1,-1 0 1,-1-1-4,1 7 2,-1-1 0,1 1 0,-1 0 1,1 0-1,-1 0 0,0 0 0,0 0 0,0 0 0,0 0 1,0 0-1,-1 0 0,1 0 0,-1 1 0,1-1 1,-1 0-1,1 1 0,-1-1 0,0 1 0,0 0 0,0 0 1,0 0-1,0-1 0,0 2 0,0-1 0,0 0 1,0 0-1,0 1 0,0-1-2,0 1 0,0-1 0,0 1 1,1-1-1,-1 1 0,0 0 1,1 0-1,-1 0 0,0 0 1,0 0-1,1 0 0,-1 1 1,0-1-1,0 0 0,1 1 1,-1-1-1,0 1 0,1 0 1,-1 0-1,1-1 0,-1 1 1,1 0-1,-1 0 0,1 1 1,0-1-1,-1 0 0,1 0 1,0 1-1,0-1 0,0 0 1,0 1-1,0-1 0,0 1 0,1 0 1,-2 0-1,1 3-1,-1 0 0,1-1 0,-1 1-1,1 0 1,1 0 0,-1 0 0,1 0 0,0 0 0,0 0 0,0-1 0,1 1 0,-1 0 0,1 0-1,0 0 1,1 0 0,-1-1 0,1 1 0,0-1 0,0 1 0,2 1 1,-1-2 2,0 0-1,1 0 1,0-1-1,-1 0 1,1 1 0,1-1-1,-1-1 1,0 1 0,1-1-1,-1 1 1,1-1 0,0 0-1,-1-1 1,1 1 0,0-1-1,0 0 1,0 0-1,0-1 1,5 0-2,0 1 4,-1 0 1,1-2-1,0 1 0,-1-1 0,1 0 1,-1-1-1,1 0 0,-1-1 0,0 0 1,0 0-1,4-3-4,-9 4 1,-1 0 0,1 0 0,-1-1 1,0 1-1,0-1 0,0 0 0,0 0 0,0 0 0,0 0 0,-1 0 0,0-1 1,0 1-1,0-1 0,0 1 0,0-1 0,-1 0 0,1 0 0,-1 0 1,0 1-1,0-1 0,-1-1 0,1 1 0,-1 0 0,0 0 0,0 0 1,0 0-1,0 0 0,-1-2-1,0 4-2,0-1 0,0 0 0,-1 1 0,1-1 0,0 1 0,-1-1 0,0 1 0,1-1 0,-1 1 0,0 0 0,0 0 0,-1 0 0,1 0 0,0 0 0,0 1 0,-1-1 0,1 1 0,-1-1 0,0 1 0,1 0 0,-1 0 0,0 0 0,0 1 0,1-1 0,-1 0 0,0 1 0,0 0 0,-3 0 3,2-1-6,1 1 0,-1-1 0,0 1 0,1 0 0,-1 0 1,0 0-1,1 1 0,-1-1 0,0 1 0,1 0 0,-1 0 1,1 0-1,-1 1 0,1-1 0,-1 1 0,1 0 1,0 0-1,0 0 0,0 0 0,0 0 0,0 1 0,-2 2 5,1 4-2,0 0-1,0 0 0,1 0 0,0 0 0,0 0 0,1 1 0,0 0 0,1-1 0,0 1 0,1 0 0,0-1 0,0 1 1,1 0-1,0 0 0,1-1 0,0 1 0,1-1 0,0 0 0,0 1 0,1-1 0,0-1 0,0 1 0,1-1 0,1 1 1,-1-1-1,1-1 0,0 1 0,1-1 0,0 0 0,0-1 0,1 1 0,7 4 3,-3-4 3,1 0 0,0-1 0,1-1 0,-1 0 0,1-1 0,0 0 0,0-1-1,0 0 1,0-2 0,1 1 0,12-2-3,-22 0-4,0 0-1,1 0 0,-1 0 0,1-1 1,-1 0-1,0 0 0,1 0 0,-1-1 1,0 0-1,0 0 0,0 0 0,0-1 1,0 1-1,-1-1 0,1 0 0,-1-1 1,0 1-1,0-1 0,0 0 0,0 0 1,-1 0-1,1 0 0,-1-1 1,0 1-1,0-1 0,-1 0 0,0 0 1,1 0-1,-2 0 0,1 0 0,1-6 5,-1 1-11,-1-1 1,1 0-1,-2 0 0,0 0 0,0 1 0,-1-1 0,0 0 0,-1 0 0,-1-7 11,2 15-1,0-1 0,0 1 0,-1 0-1,1-1 1,0 1 0,-1 0 0,0 0-1,0 0 1,0 0 0,0 1 0,0-1 0,-1 0-1,1 1 1,-1-1 0,0 1 0,1 0 0,-1 0-1,0 0 1,0 1 0,-1-1 0,1 1-1,0-1 1,0 1 0,-1 0 0,1 0 0,-1 1-1,1-1 1,0 1 0,-1-1 0,-3 1 1,5 1-1,0-1 1,0 1-1,1 0 1,-1-1-1,0 1 1,0 0-1,0 0 1,0 0-1,1 0 1,-1 1-1,1-1 1,-1 0 0,1 1-1,-1-1 1,1 1-1,0 0 1,-1-1-1,1 1 1,0 0-1,0 0 1,0 0-1,1-1 1,-1 1-1,0 0 1,1 0-1,-1 0 1,1 0-1,0 0 1,0 0-1,-1 0 1,1 1 0,1-1 0,-4 73 20,3-72-19,1-1 2,-1 0-1,0 1 0,0-1 0,1 0 1,0 1-1,-1-1 0,1 0 0,0 0 1,0 1-1,0-1 0,0 0 0,1 0 1,-1 0-1,0 0 0,1 0 0,0-1 1,-1 1-1,1 0 0,0-1 0,0 1 1,1 0-3,2 0 6,-1 1 0,1-1 0,0 0 0,0 0 0,0-1 0,1 1 0,-1-1 0,0 0 0,0-1 0,2 1-6,5-1 15,1 0 0,0 0 0,-1-1 0,1-1-1,0 0 1,-1-1 0,0 0 0,7-3-15,-11 3 3,-1-1-1,0 1 0,0-1 1,0 0-1,0-1 1,-1 1-1,0-1 1,0-1-1,0 1 1,0-1-1,-1 0 1,0 0-1,0-1 0,-1 0 1,0 1-1,0-1 1,0-1-1,-1 1 1,0-1-1,0 1 1,-1-1-1,0 0 1,-1 0-1,0 1 0,0-3-2,0 5-1,-2 0 0,1 0 0,0 0 0,-1 0-1,0 0 1,0 0 0,-1 1 0,-1-6 1,3 9-1,-1 1-1,0-1 1,1 0 0,-1 0 0,0 0-1,1 0 1,-1 0 0,0 1 0,0-1-1,0 0 1,0 1 0,0-1 0,0 0-1,0 1 1,0-1 0,0 1 0,0 0 0,0-1-1,0 1 1,0 0 0,0 0 0,-1 0-1,1-1 1,0 1 0,0 0 0,0 1-1,0-1 1,0 0 0,0 0 0,0 0 0,-1 1-1,1-1 1,0 0 0,0 1 0,0-1-1,0 1 1,0-1 0,0 1 0,0 0-1,1-1 1,-1 1 0,0 0 0,0 0 1,-2 2-2,0-1 0,0 1 1,1 0-1,0 0 0,-1 0 0,1 0 0,0 0 1,1 0-1,-1 1 0,0-1 0,1 0 1,0 1-1,0 0 0,0-1 0,0 1 1,1 0-1,-1 2 2,-3 70-7,4-68 5,-1-3 3,1 1 0,0-1 0,1 0 0,-1 1 0,1-1 0,0 0 0,0 0 0,1 0 0,-1 0 0,1 0 0,0 0 0,1 0 0,-1 0 0,1-1 0,0 1 0,0-1 0,0 0 0,1 0 0,-1 0 0,1 0 0,0-1 0,0 1 0,1-1 0,-1 0 0,1 0 0,-1-1 0,1 1 0,0-1 0,0 0 0,0-1 0,0 1 0,0-1 0,0 0-1,1 0 1,-1 0 0,0-1 0,0 0 0,4 0-1,0 0 7,0 0-1,0 0 1,0-1-1,0 0 1,0 0-1,0-1 0,-1-1 1,1 1-1,-1-1 1,1-1-1,-1 0 1,0 0-1,0 0 0,0-1 1,-1 0-1,0-1 1,0 0-1,0 0 1,-1 0-1,0-1 1,0 0-1,0 0 0,-1 0 1,0-1-1,-1 0 1,1 0-1,-2 0 1,1 0-1,-1-1 0,0 0 1,-1 1-1,0-1 1,0 0-1,-1-4-6,1-41 282,-3 54-268,0 0 0,0 0 0,0 0 1,1 0-1,-1 0 0,0 0 0,0 0 1,0 0-1,0 0 0,0 0 0,1 0 1,-1 0-1,0 1 0,0-1 0,0 0 1,1 1-1,-1-1 0,0 0 0,0 1-14,-5 5-3,0 1 0,1-1-1,0 1 1,1 0-1,0 0 1,0 1 0,0-1-1,1 1 1,0 0 0,0 0-1,1 0 1,0 0-1,0 0 1,1 0 0,0 1-1,1-1 1,0 0 0,0 1-1,1 2 4,0-9 1,0-1-1,-1 0 1,1 0-1,0 0 1,1 0-1,-1 0 1,0 0-1,0 0 1,0 0-1,0 0 1,1 0-1,-1-1 1,0 1-1,1 0 1,-1-1-1,1 1 0,-1-1 1,1 0-1,-1 1 1,1-1-1,-1 0 1,1 0-1,-1 0 1,1 0-1,-1 0 1,1 0-1,0-1 0,46-4 62,-41 3-80,-1-1-1,1 0 1,-1 0 0,0-1-1,-1 1 1,1-1 0,0-1 0,-1 1-1,0-1 1,0 0 0,-1 0-1,1 0 1,-1-1 0,0 1-1,-1-1 1,1 0 0,-1 0 0,0-1-1,0-1 19,3-7-51,-1 0-1,-1-1 1,-1 1-1,0-1 1,-1 1-1,0-1 1,-1-14 51,-1 30-2,0 0 1,0-1 0,0 1-1,0 0 1,0-1-1,0 1 1,0 0 0,0 0-1,0-1 1,0 1-1,0 0 1,0-1-1,0 1 1,0 0 0,0 0-1,0-1 1,0 1-1,0 0 1,0 0 0,0-1-1,0 1 1,0 0-1,-1-1 1,1 1 0,0 0-1,0 0 1,0 0-1,0-1 1,-1 1 0,1 0-1,0 0 1,0 0-1,-1-1 1,1 1-1,0 0 1,0 0 0,-1 0-1,1 0 1,0 0-1,0 0 1,-1 0 0,1 0-1,0-1 1,0 1-1,-1 0 1,1 0 0,0 0-1,-1 0 1,1 0-1,0 1 1,0-1 0,-1 0-1,1 0 1,0 0-1,-1 0 1,1 0 0,0 0-1,0 0 1,-1 0-1,1 1 1,0-1-1,0 0 1,0 0 0,-1 0-1,1 1 2,-15 15-118,8 0 122,0 1 0,2-1-1,0 1 1,1 0 0,1 0-1,0 0 1,2 0 0,0 0-1,0 1 1,2-1 0,0 0-1,1 3-3,-1-17 3,-1 0 1,1-1-1,0 1 0,0 0 0,0 0 0,0-1 0,0 1 0,1-1 0,-1 1 0,1-1 0,0 1 0,-1-1 0,1 0 0,0 0 0,0 0 0,1 0 0,-1 0 0,0-1 0,1 1 0,-1 0 1,1-1-1,-1 0 0,1 0 0,0 0 0,-1 0 0,1 0 0,0 0 0,0-1 0,0 1 0,0-1 0,-1 0 0,1 0 0,0 0 0,3 0-3,0 0 5,1-1 0,-1 1 0,0-1 0,1 0 0,-1-1 0,0 0 0,0 0 0,0 0 0,0 0 0,0-1 0,-1 0 0,1 0 0,-1-1 0,0 0 0,3-2-5,-2 0-34,-1-1 0,0 1 0,0-1 0,0 0 0,-1-1 0,0 1 0,-1-1 0,1 0 0,-1 0 0,-1 0 0,0 0 0,1-7 34,1-11-147,-2 0-1,-1 0 1,-1-12 147,0 17 6,-8-4 41,0 22 11,1 17-36,4-4 9,1 0-1,0 0 1,1 1 0,0-1 0,1 0 0,0 1 0,0-1 0,2 11-31,-1-18 9,-1 0 0,1 0 0,-1 0 0,1 0 0,0 0-1,1 0 1,-1 0 0,0-1 0,1 1 0,-1 0 0,1-1 0,0 1 0,0-1 0,0 1 0,0-1 0,1 0 0,-1 0 0,0 0 0,1 0-1,-1 0 1,1-1 0,0 1 0,0-1 0,0 0 0,0 0 0,-1 0 0,1 0 0,1 0 0,-1 0 0,0-1 0,2 0-9,2 1-38,1-1 1,-1-1 0,0 1-1,1-1 1,-1 0-1,0-1 1,0 0-1,0 0 1,0-1 0,0 0-1,-1 0 1,1 0-1,-1-1 1,0 0 0,0 0-1,0 0 1,0-1-1,-1 0 1,0 0 0,0-1-1,0 1 1,0-1-1,-1 0 1,0 0-1,-1-1 1,2-2 37,1-3-163,0 0 0,-1-1 0,-1 1 0,0-1 0,0-1 0,-2 1 0,1 0 0,-2-1 0,0 1 0,0-1 0,-2 1-1,1-1 1,-2 0 0,0 0 163,2 14 12,-1 0-1,1 0 0,0 0 1,-1 0-1,1 0 1,-1 0-1,1 0 0,-1 0 1,1 0-1,-1 0 0,1 0 1,-1 0-1,1 0 0,-1 0 1,1 0-1,0 0 0,-1 1 1,1-1-1,-1 0 0,1 0 1,-1 1-1,1-1 1,0 0-1,-1 1 0,1-1 1,0 0-1,-1 1 0,1-1 1,0 0-1,0 1 0,-1-1 1,1 1-1,0-1 0,0 0 1,0 1-1,-1-1 0,1 1 1,0-1-1,0 1-11,-5 11 79,0 0 0,0 0 0,2 0-1,-1 1 1,2 0 0,0 0 0,0 0 0,1 5-79,0 111 683,1-126-669,0 0 1,0 0-1,1 0 1,-1 0-1,1 0 1,0-1-1,0 1 1,0 0-1,0 0 0,0 0 1,0-1-1,1 1 1,0 0-1,-1-1 1,1 0-1,0 1 1,0-1-1,0 0 1,1 0-1,-1 0 1,0 0-1,1 0 1,0-1-1,-1 1 1,2-1-16,0 1 19,1 0-1,0-1 1,0 1-1,0-1 1,0 0-1,0-1 0,0 1 1,0-1-1,0 0 1,0-1-1,0 1 0,0-1 1,0 0-1,0 0 1,3-1-18,-4 0-51,1 0 0,-1-1 0,1 1 0,-1-1 0,0 0 0,0 0 0,-1 0 0,1 0 0,0-1 0,-1 1 0,0-1 1,0 0-1,0 0 0,-1 0 0,1 0 0,-1-1 0,0 1 0,0-1 0,0 0 0,-1 1 0,1-1 0,-1 0 1,-1 0-1,1-4 51,2-10-312,-1 0 0,-1 0 0,-1 0 0,-1 0 0,-3-18 312,-5-2-164,8 37 174,1 0 0,-1 0 0,1 1 0,-1-1 0,0 0 0,0 1-1,0-1 1,0 0 0,0 1 0,-1-1 0,1 1 0,0 0 0,-1-1 0,1 1 0,-1 0 0,1 0 0,-1 0-1,1 0 1,-1 0 0,-1 0-10,2 2 9,0-1-1,0 1 0,0-1 1,0 1-1,0-1 0,0 1 1,0 0-1,0 0 1,0 0-1,0-1 0,1 1 1,-1 0-1,0 0 0,0 0 1,1 0-1,-1 0 1,1 1-1,-1-1 0,1 0 1,-1 0-1,1 0 0,0 0 1,-1 1-1,1-1 0,0 0 1,0 0-1,0 0 1,0 2-9,-6 37 71,4-28-35,1-1-1,1 1 1,0-1 0,1 1 0,0 0 0,2 6-36,-3-14-7,1-1 1,0 0 0,1 0-1,-1 0 1,1 1-1,-1-1 1,1-1 0,0 1-1,0 0 1,0 0-1,0-1 1,1 1 0,-1-1-1,1 0 1,-1 1-1,1-1 1,0-1 0,0 1-1,0 0 1,0-1-1,0 1 1,0-1 0,1 0 6,42 10-1365,-3-9-2314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2:29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3993,'0'0'2374,"0"0"-197,0 0 1,0 0-431,0 0-489,0 0-279,-7 1 1354,-5 4 6394,41 47-8495,7 16-175,-24-29-39,-2 0 0,-1 0-1,-2 1 1,-1 0 0,-3 0 0,-1 0 0,-2 1 0,-4 29-18,1-48 19,-1 0 0,-1 1 0,-1-1 0,-1-1 1,-5 11-20,-14 13 373,6-15-170,8-13-3881,2-5-3639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3:30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69 9338,'0'0'2152,"0"0"-360,0 0 67,0 0-643,0 0-468,-3-12-305,-13-34-211,9 35 350,2 13-213,-1 12 64,6-13-370,-9 27 230,2 0 1,1 0 0,2 1-1,0 0 1,2 2-294,-1 151 8,4-113 156,-1-28-43,-1 66 223,5-1-1,4 1 0,7 12-343,8 53 436,-8 0 1,-7 21-437,0-10 622,14 9-191,-11-119-175,-3 1 1,-3 20-257,-12-120-6701,-1 8-2869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3:31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11178,'0'0'1681,"0"0"-713,0 0 1256,0 0-799,0 0-505,145-18-192,-91 5-312,-5 3-264,-12 5-152,-8 2-24,-7 3-1080,-10 0-1105,-4 3-2536,-5 7-3656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3:31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11258,'0'0'1985,"0"0"-121,0 0 337,0 0-849,0 0-144,0 0-576,0 0-368,131 41-168,-77-49-96,1 3-40,10 0-1992,-14 5-1929,-11 0-4681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3:31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2481,'0'0'6752,"0"0"-4533,0 0-586,0 0 99,0 0-272,0 0-217,2 23-76,8 176 1604,-23 337 647,9-417-3130,1 268 602,-2-433-4147,2 15-3091,2 14-3132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3:32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1 108 12723,'0'0'1632,"0"0"-624,0 0 873,0 0-945,0 0-584,202-12-208,-148-11-144,-2 5-144,-12 2-896,-9-2-961,-11 5-2328,-9 6-1784</inkml:trace>
  <inkml:trace contextRef="#ctx0" brushRef="#br0" timeOffset="1">206 262 12755,'0'0'1856,"0"0"-1064,0 0 1089,0 0-561,0 0-1320,0 0-56,197-46-1536,-149 28-1361,-16 0-3048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3:32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7314,'0'0'7070,"-2"35"-4370,-7 429 1907,19-36-3785,-1-129-358,-8-147 157,-2-48-1019,13 102 398,-12-202-1397,0-8-1413,0-15-1524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2:22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26 13731,'0'0'3135,"0"0"489,0 0-936,0 0-930,0 0-606,-6-6-369,0 0-671,5 5-87,1 0-1,-1 0 1,-1 0 0,1 0-1,0 0 1,0 0-1,0 0 1,0 0-1,-1 0 1,1 0 0,0 1-1,-1-1 1,1 1-1,-2-1-24,-3 8 128,3 19-26,9 180 387,8 1 0,9-2 0,28 99-489,-43-280-2325,-6-46 829,-8-54-4862,-9 21-1749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2:23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1 252 12139,'0'0'2192,"0"0"34,10-28 177,39-90-807,-46 111-1485,0 1 0,1-1 0,-1 1-1,2 0 1,-1 0 0,1 0 0,-1 0-1,2 1 1,-1 0 0,0 0 0,1 0-1,0 1 1,0-1 0,1 2 0,-1-1-1,1 1 1,0 0 0,0 0-1,0 0 1,0 1 0,0 0 0,0 1-1,1 0 1,-1 0 0,0 0 0,1 1-111,-5 1 19,0-1 1,0 0 0,0 1 0,-1 0-1,1 0 1,0 0 0,0 0 0,-1 0-1,1 1 1,-1-1 0,1 1 0,-1 0-1,1 0 1,-1 0 0,0 0 0,0 0-1,0 0 1,0 0 0,0 1 0,-1-1-1,1 1 1,-1-1 0,1 1 0,-1 0 0,0-1-1,0 1 1,0 0 0,0 0 0,-1 2-20,4 10 137,0 0 1,-2 1 0,0 0 0,-1 0-1,-1 3-137,1 4 113,-2 0 0,0 0 0,-2 0-1,0 0 1,-2 0 0,0 0 0,-2-1-1,0 0 1,-2 0 0,0-1 0,-1 0 0,-2 0-1,0-2 1,-1 1 0,0-1 0,-10 8-113,23-26-7,-1 0 1,0 0 0,0 0 0,0 0-1,0 0 1,0 0 0,0 0 0,0-1-1,0 1 1,0 0 0,0 0 0,0-1-1,0 1 1,0-1 0,-1 1 0,1-1-1,0 0 1,0 1 0,-2-1 6,3 0-47,-1 0 0,0-1-1,1 1 1,-1 0 0,1-1 0,-1 1 0,1-1 0,-1 1 0,1 0-1,-1-1 1,1 1 0,-1-1 0,1 1 0,-1-1 0,1 0 0,0 1-1,-1-1 1,1 1 0,0-1 0,0 0 0,-1 1 0,1-1 0,0 0-1,0 1 1,0-1 47,-3-52-3442,3 50 3153,5-42-6392,12 3-6591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2:23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 11979,'0'0'3508,"0"0"-1052,0 0-183,0 0-919,0 0-534,-19 30 130,-2 2-655,6-12-123,2 0 1,0 1-1,1 1 0,2 0 0,0 0 1,1 1-1,1 1 0,0 5-172,-1 7 206,2 1 0,1 0 0,2 0 0,1 0 0,2 0 0,2 0 0,4 30-206,-4-60-4,1 0-1,0 0 1,0 0 0,0-1-1,1 1 1,0-1 0,0 0-1,1 0 1,-1 0 0,1 0-1,1 0 1,-1-1 0,1 0-1,0 0 1,0 0 0,1 0-1,-1-1 1,1 0 0,0 0-1,0-1 1,0 0 0,0 0-1,1 0 1,0-1 0,-1 1-1,1-2 1,6 2 4,1 0-381,1-1 1,-1-1-1,0 0 0,0-1 1,0 0-1,5-2 381,-3 1-1358,0-2 1,0 0-1,0-1 0,0-1 0,1-1 1358,39-17-10071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2:23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5857,'0'0'8081,"0"0"-5035,0 0-1017,0 0-28,30 19-693,95 68-482,-110-74-696,0 0 0,-1 2 0,0-1 0,-1 2 1,-1 0-1,-1 0 0,0 1 0,-1 1 0,-1 0 1,0 0-1,5 19-130,0-6 27,11 35 51,-14-37-94,1-1-1,7 13 17,-18-39-154,1 0 0,-1 0 0,1 0 0,0 0 0,-1 0 0,1 0 0,0 0 0,0 0 0,0-1 0,0 1 0,1-1 0,-1 1 0,0-1 0,1 0 0,-1 0 0,0 0 0,3 0 154,-2 0-464,-1-1 0,0 0 0,0 1 0,0-1 0,0 0 0,1 0 0,-1-1 0,0 1 0,0 0 0,0-1 0,1 1 0,-1-1 1,0 0-1,0 0 0,0 0 0,0 0 0,0 0 0,-1 0 0,1 0 0,0 0 0,1-2 464,14-18-8890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2:24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500 1 10458,'0'0'4297,"0"0"-3641,0 0 985,-83 143-9,40-68-664,-8 4-368,-4 6-256,-4-16-168,2-2-112,-6-3-64,14-17-1824,9-14-4169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2:41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14403,'0'0'2481,"0"0"-209,0 0-47,0 0-985,0 0-680,0 0-256,0 0-104,129 0-88,-92 0-80,-3 0-32,-2 0-456,2 0-912,-11-5-2393,-9 5-2760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2:41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7378,'0'0'6433,"0"0"-5081,0 0 449,0 0 39,0 0-1088,0 0-480,177-8-272,-132 3-160,7-6-1048,-10 4-1729,-7-4-5681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2:41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22 8874,'0'0'4586,"0"0"-1494,0 0-293,0 0-825,0 0-1062,0 0-575,-1 9-111,-4 221 2183,7-304-2248,0 42 54,-1-1 0,-2 1 1,-1-1-1,-5-23-215,7 56 4,0 0 1,0 0-1,0 0 1,0 0-1,0 1 1,0-1-1,0 0 1,0 0-1,0 0 1,0 0-1,0 1 1,0-1-1,0 0 0,0 0 1,0 0-1,0 0 1,0 0-1,0 1 1,0-1-1,-1 0 1,1 0-1,0 0 1,0 0-1,0 0 1,0 0-1,0 0 0,0 1 1,0-1-1,-1 0 1,1 0-1,0 0 1,0 0-1,0 0 1,0 0-1,0 0 1,-1 0-1,1 0 1,0 0-1,0 0 1,0 0-1,0 0 0,-1 0 1,1 0-1,0 0 1,0 0-1,0 0 1,0 0-1,0 0 1,-1 0-1,1 0 1,0 0-1,0 0 1,0 0-1,0 0 1,0 0-1,-1 0 0,1-1 1,0 1-1,0 0 1,0 0-1,0 0 1,0 0-1,0 0 1,0 0-1,0 0 1,-1-1-5,-4 30-96,0-1 1,2 1 0,1 0 0,1 0-1,2 0 1,2 11 95,-2 86-877,-5-104-1731,-3-8-2872,-2-3-3267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2:42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2497,'0'0'10658,"0"0"-8274,0 0-39,0 0-377,0 0-920,0 0-535,0 0-305,146 0-136,-101 0-72,1 0-657,8 0-1335,-8 0-1121,-12-5-3944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3:54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5065,'0'0'1375,"0"0"-695,0 0-121,0 0-36,0 0-153,0 9 53,3 238 3195,-3-246-4376,-1-1-1572,-4 0-1530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3:54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1736,'0'0'1049,"0"0"-737,0 0 368,0 0-232,0 0-224,0 0-120,0 0-40,109 0-48,-81 0-8,4 0 8,2 0-16,23 0-48,-6-11-720,-5 6-1361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3:55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90 784,'0'0'624,"0"0"-448,0 0-96,172-10 80,-115-1-64,-3 6 320,-3-2-15,3-6-225,18-3-176,-15-2 0,-6 8-617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3:55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1 328,'0'0'576,"0"0"24,0 0 192,0 0-175,0 0-193,0 0-216,0 0-112,89 130-32,-81-119-48,-5-9-8,0-2-8,-3 0-112,0 0-1032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3:55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0 1296,'0'0'872,"0"0"-872,0 0 96,0 0-96,-162 41 56,128-31 169,5-4 175,6 1 384,6-2-376,6 6-408,2-11-248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3:56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6 411 2985,'0'0'485,"0"0"-192,0 0-26,0 0-79,0 0-92,0 0-61,3 6 21,0 0 65,-1 0 1,0-1-1,0 1 0,0 0 1,-1 0-1,0 0 0,0 0 1,-1 6-122,1-5 286,-1 0-1,1 1 1,0-1 0,1 0 0,0 1-1,0 1-285,0-6 521,-3-6-91,-9-27-101,6 17-339,-1 0-1,2 0 1,-1 0 0,2 0 0,0-1 0,0-1 10,2 12-5,0-1 0,0 1-1,0-1 1,0 0 0,1 1 0,-1-1 0,1 0 0,0 1 0,0 0 0,0-1 0,1 1 0,-1-1 0,1 1 0,0 0 0,0 0 0,0 0 0,0 0-1,0 0 1,1 1 0,-1-1 0,1 1 0,0-1 0,0 1 0,0 0 5,11-6 2,0 1 0,1 0 0,0 1-1,0 1 1,1 1 0,-1 0 0,1 0 0,2 2-2,39-6-161,32 2 161,-88 6-2,157-5-297,-45 3-151,34-9 450,-62 5 11,0 4 0,40 6-11,-57 0 13,1-4 0,-1-2-1,0-3 1,30-8-13,180-33 28,-131 23-25,-96 12-152,0-3 1,-1-1 0,42-21 148,-21 9-464,18-2 464,-63 21-45,0 2-1,1 2 1,0 0-1,-1 1 0,12 2 46,-33 1-2,-1 1-1,0 0 0,0 0 1,0 1-1,0-1 1,0 1-1,0 0 0,0 0 1,0 0-1,-1 0 0,1 1 1,-1 0-1,0-1 0,1 1 1,-1 1 2,51 56-40,-33-35 62,34 44-487,-52-64-2069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0:00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16 4305,'0'0'2214,"0"0"109,0 0-245,0 0-570,0 0-322,0 0-273,0-1-713,0 0-1,0 1 1,0-1-1,0 0 1,-1 1 0,1-1-1,0 1 1,0-1-1,-1 0 1,1 1-1,0-1 1,-1 1 0,1-1-1,-1 1 1,1-1-1,-1 1 1,1-1 0,-1 1-1,1-1 1,-1 1-1,0 0 1,1-1-1,-1 1-199,-51-1 280,26-1 11,0 2 0,0 1 0,-11 2-291,33-2 14,1 0 1,-1 0 0,1 0 0,0 0-1,-1 1 1,1-1 0,0 1 0,0 0-1,0 0 1,0 0 0,0 0 0,0 0-1,1 1 1,-1-1 0,1 1 0,-1 0-1,1 0 1,0 0 0,0 0 0,1 0-1,-1 0 1,0 0 0,1 1 0,0-1-1,0 1 1,0-1 0,0 1 0,1-1-1,-1 1 1,1-1 0,0 1 0,0 0-1,0 2-14,1-5-2,-1 0-1,1 0 0,0 1 1,-1-1-1,1 0 0,0 0 0,-1 0 1,1 0-1,0 0 0,0 0 0,0 0 1,0-1-1,0 1 0,0 0 1,0 0-1,0-1 0,0 1 0,1-1 1,-1 1-1,0-1 0,0 1 0,1-1 1,-1 0-1,0 0 0,0 0 1,1 1-1,-1-1 0,1 0 3,44 1 57,-36-1-11,1 0-99,0-1 0,0 0 0,0-1 0,-1 0 0,1-1 0,0 0-1,-1 0 1,2-2 53,-7 3-73,0 0 0,-1-1-1,1 1 1,-1-1 0,0 0 0,0 0-1,0 0 1,0 0 0,0-1-1,-1 0 1,1 1 0,-1-1-1,0-1 1,0 1 0,-1 0-1,1-1 1,-1 1 0,1-4 73,-24 98 4974,-5 75-3540,20-63-1872,7-101 306,0 0-1,0 0 1,0-1 0,0 1-1,1 0 1,-1-1-1,0 1 1,0-1-1,1 1 1,-1-1-1,0 1 1,1-1-1,-1 0 1,1 0-1,-1 0 1,0 0 0,1 0-1,-1 0 1,0 0-1,1 0 1,-1-1-1,2 1 133,-1 0-476,28-1-2559,4-4-1906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0:01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54 13915,'0'0'2224,"0"0"-683,0 0-552,0 0-497,0 0-277,26-8-79,12-4-75,-14 3 23,1 1 0,0 1 1,24-2-85,-90 10 940,30-1-871,1 0 1,-1 0-1,0 1 0,0 0 1,-7 3-70,1 1 306,7-3-156,0 1 0,0 0 0,0 1-1,1 0 1,-1 1-150,8-3 11,0-1 1,0 0-1,0 0 0,0 1 0,0-1 0,0 1 0,1 0 0,-1-1 0,1 1 1,-1 0-1,1 0 0,0 0 0,0 0 0,0 0 0,0 0 0,0 0 1,0 1-1,0-1 0,1 0 0,-1 1 0,1-1 0,0 0 0,-1 1 0,1-1-11,1 5 6,1-1 0,-1 1 0,1-1 0,1 0 0,-1 0 0,1 0 0,0 0 0,0 0 0,1-1 0,-1 1 0,1-1 0,0 0 0,1 0 0,-1 0 0,1-1 0,0 0 0,4 3-6,0 1 7,0 1-1,0 1 1,-1 0-1,6 8-6,-2 1 84,-10-16-33,1 0-1,-1 0 1,0 0 0,0 0 0,0 1 0,-1-1-1,1 0 1,-1 1 0,0 0 0,1-1-1,-2 1 1,1 0 0,0-1 0,-1 1 0,0 0-1,0 0 1,0 0 0,0-1 0,-1 2-51,0-3 116,-1 0 0,0 0 1,1 0-1,-1 0 1,0-1-1,0 1 0,0 0 1,-1-1-1,1 0 1,0 0-1,-1 1 0,1-1 1,0-1-1,-2 2-116,-40 13 387,21-10-834,-34 10 1456,32-3-2880,7 5-3888,12-7-630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4:06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19 1424,'0'0'1781,"0"0"267,0 0-154,0 0 77,0 0 3,0 0-371,6-3-400,19-9-310,-19 9-242,-6 3-127,0 0-73,0 0 0,0 0 122,0 0 137,0 0-13,0 0-88,0 0-54,0 0-117,0 0-105,0 0-51,0 0-54,0 0-15,0 0-4,0 0 18,0 0-24,0 0-38,-41 0 50,38 0-210,0 0-1,-1 1 1,1 0 0,-1-1 0,1 1-1,0 0 1,0 1 0,-1-1 0,1 0 0,0 1-1,0 0 1,0 0 0,1 0 0,-1 0-1,0 0 1,1 0 0,-1 1 0,1-1 0,0 1-1,0 0 1,0 0 0,0 0 0,0 0-1,1 0 1,-1 1-5,-2 4 31,1 0 0,0 1 0,0 0 0,1-1 0,0 1 0,1 0 0,0 0 1,0 0-1,1 3-31,-1 2 10,1 0 1,1 0-1,1 0 1,0 0 0,1 0-1,0 0 1,1-1-1,1 1 1,0-1-1,0 0 1,2 0 0,-1-1-1,2 1 1,-1-2-1,2 1 1,0-1 0,1 1-11,-5-7 9,1 1 0,0-1-1,-1 0 1,2-1 0,-1 1 0,0-1 0,1 0 0,0-1 0,0 0 0,0 0 0,0 0 0,1-1 0,-1 0 0,1-1 0,-1 1 0,1-1 0,-1-1 0,1 0 0,0 0 0,-1 0 0,2-1-9,-8 1 4,0 0 1,0 0-1,0 0 1,0-1-1,0 1 1,0 0-1,0 0 1,0-1-1,0 1 1,0-1-1,-1 1 1,1-1-1,0 1 1,0-1-1,0 1 1,-1-1-1,1 0 1,0 1-1,-1-1 1,1 0-1,-1 0 1,1 0-1,-1 1 1,1-1-1,0-1-4,6-31 86,-9-32 63,2 65-148,1-2-2,-1 1 1,0 0 0,0 0 0,-1-1-1,1 1 1,0 0 0,0-1 0,0 1-1,-1 0 1,1 0 0,-1 0 0,1-1-1,-1 1 1,1 0 0,-1 0 0,0 0 0,0 0-1,1 0 1,-1 0 0,0 0 0,0 0-1,0 0 1,0 1 0,0-1 0,0 0-1,0 1 1,0-1 0,-1 0 0,1 1-1,0-1 1,0 1 0,0 0 0,-1-1-1,1 1 1,0 0 0,0 0 0,-1 0-1,1 0 1,0 0 0,-1 0 0,1 0-1,0 0 1,0 1 0,-1-1 0,1 0-1,0 1 1,-4 0-278,0 1-1,1 0 1,-1 0-1,1 1 1,0-1-1,0 1 0,0 0 1,0 0-1,0 1 1,1-1-1,-1 1 1,1 0 278,-49 68-9790,31-42-210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2:47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11747,'0'0'3092,"0"0"-367,0 0-775,0 11-885,6 336 3945,36 186-3579,-40-510-699,3 12-3405,-3-66-1948,-2-16-1681,0-5-6366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2:48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0 168 7986,'0'0'2412,"0"0"195,0 0-582,23-22-531,76-70-34,-94 86-1297,0 2 0,1-1 0,-1 0 0,1 1-1,0 0 1,0 0 0,1 1 0,-1 0 0,1 0 0,0 0 0,0 1 0,0 0 0,0 1 0,0-1 0,0 1 0,0 0-1,0 1 1,1 0 0,3 0-163,-2 0 131,-5 1-82,0-1 0,0 1 0,0 0 0,-1-1-1,1 2 1,0-1 0,-1 0 0,1 1 0,-1 0 0,0-1 0,1 1 0,-1 1 0,0-1 0,0 0 0,0 1 0,0-1 0,-1 1 0,1 0-1,-1 0 1,0 0 0,0 0 0,0 1 0,0-1 0,0 1 0,-1-1 0,1 1 0,-1-1 0,0 1 0,0 0 0,0 2-49,3 10 198,-1 1 1,-1 0 0,0-1 0,-1 1 0,-1 0-1,-1 10-198,-2-13 92,0 0 0,0-1 0,-1 1 0,-1-1 0,0 0 0,-1 0-1,0 0 1,-1-1 0,0 0 0,-1 0 0,-1-1 0,1 0 0,-2-1 0,0 1-1,-7 4-91,-8 8 37,-1-2 0,0-1-1,-2-1 1,-1-1-1,0-1 1,-3-1-37,31-16-52,0 1-1,0 0 0,-1-1 1,1 1-1,0-1 1,-1 1-1,1-1 1,-1 0-1,1 1 0,0-1 1,-1 0-1,1 0 1,-1 0-1,1 0 1,-1-1 52,1 1-88,1 0 0,-1 0 0,1-1-1,0 1 1,-1 0 0,1 0 0,-1-1 0,1 1 0,0 0 0,-1-1 0,1 1 0,0-1 0,0 1 0,-1 0 0,1-1 0,0 1 0,0-1 0,-1 1 0,1-1 0,0 1 0,0-1 0,0 1-1,0-1 1,0 1 0,0-1 0,0 1 0,0-1 0,0 1 88,0-4-836,1 0 0,0 0-1,0 0 1,0 0 0,0 0-1,0 0 1,1 0-1,0 1 1,1-3 836,20-29-11638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2:48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0 13155,'0'0'1978,"0"0"-258,0 0-381,0 0 127,-11 32-158,-6 14-895,-10 29 989,-6 31-1402,26-82 133,0 1 0,2 0-1,0 0 1,2 1 0,1-1 0,1 1 0,1-1 0,3 22-133,-2-43-25,1 0 0,-1 0 0,1-1 0,-1 1 0,1-1 1,0 0-1,0 1 0,1-1 0,-1 0 0,1 0 0,-1 0 0,1-1 0,0 1 1,0-1-1,0 1 0,1-1 0,-1 0 0,0 0 0,1-1 0,0 1 1,-1-1-1,1 0 0,0 1 0,-1-2 0,1 1 0,0 0 0,0-1 0,2 1 25,58-1-2850,-10-11-3941,-11-10-5947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2:48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13235,'0'0'2464,"0"0"-247,0 0 79,0 0-815,145 107-385,-110-63-320,-1 0-368,-6-1-192,-2-4-144,-3-6-8,-3 0-56,-6-7 0,0-3-8,-5-7-368,8-14-784,-3-2-1601,1 0-1936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2:49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1 14283,'0'0'2329,"0"0"-1505,0 0 1856,0 0-943,-85 182-489,50-121-376,-5-1-384,3-7-248,3-6-120,0-6-72,8-8-40,6-5-8,3-10-128,9-5-848,8-13-1296,0 0-2449,5 0-3969</inkml:trace>
  <inkml:trace contextRef="#ctx0" brushRef="#br0" timeOffset="1">434 152 12723,'0'0'1872,"0"0"-1032,0 0 441,0 0-833,0 0-312,166-20-136,-123 20-104,-15 0-1449,-5 0-4368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2:49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4585,'0'0'9298,"0"0"-7026,0 0-487,0 0-601,0 0-424,0 0-440,0 0-320,165-16-2432,-116 9-6122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2:49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71 283 13811,'0'0'2148,"0"0"-201,0 0-95,0-27-808,3-200 906,-2 198-882,1 67-851,1 8-226,8 101 89,-5 22-80,-7-168-1,1 0 1,-1 0 0,0 0-1,1 0 1,-1 0 0,0 0-1,0 0 1,0 0-1,0-1 1,0 1 0,0 0-1,0-1 1,0 1-1,0-1 1,0 1 0,0-1-1,0 1 1,0-1 0,0 0-1,0 1 1,0-1-1,-1 0 1,1 0 0,0 0-1,0 0 1,0 0-1,0 0 1,-1 0 0,1 0 0,-51-1-4,37 1 5,213-33-550,-98 12-3472,-47 8-1124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32:50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0 7074,'0'0'6105,"0"0"-4785,0 0 1169,54 146 135,-45-74-663,-9 3-521,0-3-424,0-6-520,-9-7-280,-8-7-120,0-9-48,-3-7-48,-3-5-216,0-3-1112,-14-2-1713,6-6-1976,-1-9-6193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4:37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74 11282,'0'0'2180,"0"0"-201,0 0 65,0 0-728,-4-17 85,4 15-1358,0 0 0,0 0 0,0 0 0,0 0 0,1 0 0,-1 0 0,1 0 0,0 0 1,-1 1-1,1-1 0,0 0 0,0 0 0,0 1 0,0-1 0,0 0 0,1 1 0,-1-1 1,0 1-1,1 0 0,-1-1 0,1 1 0,-1 0 0,1 0 0,0 0 0,-1 0 0,1 0 1,0 0-1,0 1 0,0-1 0,0 1 0,0-1 0,1 1-43,6-3 51,-1 1 0,1 0 0,0 0-1,0 1 1,0 1 0,7-1-51,-11 2 4,0 0-1,0 0 1,0 1 0,0-1-1,0 1 1,0 0 0,0 1-1,-1-1 1,1 1 0,-1 0-1,1 0 1,-1 0 0,0 1-1,0-1 1,0 2-4,55 65 140,-50-58-111,8 12 32,0 1 0,-2 1 1,-1 1-1,-1 0 0,-1 0 0,5 20-61,6 32 313,9 65-313,-30-137 549,-2-5-1791,0 0-5177,0-11-1041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4:38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0 14091,'0'0'1832,"0"0"-1167,0 0 1015,0 0-560,-134 175-288,91-103 137,-3-1-89,-2 1-136,5-5-208,9-8-312,5-13-80,12-10-136,6-13-8,8-10-200,3-13-1072,8 0-1521,15-13-2232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4:38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0 417 3321,'0'0'9079,"0"0"-5632,0 0-1798,0 0-513,11-23-592,1-4-335,1 1 0,1 1 1,2 0-1,0 0 0,2 2 0,16-18-209,-27 34 154,1 0 0,0 0-1,1 0 1,-1 1 0,1 0 0,0 1-1,1 0 1,-1 0 0,1 1 0,6-2-154,-11 5 22,-1 1 0,0-1 1,0 0-1,1 1 0,-1 0 0,0 0 1,0 1-1,1-1 0,-1 1 0,0 0 1,0 0-1,0 0 0,0 0 0,0 1 1,0-1-1,0 1 0,0 0 0,0 1 1,-1-1-1,1 1 0,-1-1 0,0 1 1,0 0-1,0 0 0,0 0 1,2 4-24,30 42 138,-23-31-54,0-1 0,1 0 0,13 12-83,-21-25 50,-1 0 0,0 0 0,1 0 0,-1-1 0,1 0 0,0 0 0,0-1 0,1 1-1,-1-1 1,0 0 0,1 0 0,-1-1 0,1 1 0,0-1 0,-1-1 0,2 1-50,2-1 55,0-1 1,0 0-1,1 0 1,-1 0-1,-1-1 1,1-1-1,0 0 1,0 0-1,-1 0 1,0-1-1,0-1 1,0 1-1,0-1 1,-1-1-1,1 1 1,-1-1 0,-1 0-1,1-1 1,-1 0-1,0 0 1,-1 0-1,1-1 1,-2 1-1,1-1 1,-1 0-1,0-1 1,-1 1-1,0-1 1,0 0-1,-1 0 1,0 1-1,0-1 1,-1-1-1,0 1 1,-1-2-56,0-8 95,-3-36 218,3 52-324,-1 0 0,0 0 0,0 0 0,0 0 0,-1 0 0,1 0 0,-1 0 0,0 1 0,0-1 0,1 1 0,-2-1 0,1 1 0,0-1 0,0 1 0,-3-2 11,3 3-483,-4-4-26,7 0-6541,6-2-2400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4:38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6265,'0'0'10275,"0"0"-8675,-28 144 1136,22-83-1103,6-2-929,0-5-416,0-7-192,0-9-88,0-5-8,9-15-272,2-7-848,20-11-1497,-5-23-2216,0-11-8690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4:39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0 13715,'0'0'4921,"0"0"-3233,0 0-423,0 0 527,32 144-504,-18-64-640,-3 4-199,1-4-137,-1-8-120,-2-13-120,-1-11-24,-2-12-48,0-13 0,0-10-296,-6-13-665,0-7-959,0-14-4978</inkml:trace>
  <inkml:trace contextRef="#ctx0" brushRef="#br0" timeOffset="1">1 449 17268,'0'0'2856,"0"0"-303,0 0-617,0 0-1008,0 0-607,171-33-209,-91 12-112,-3 6-64,20-5-1041,-23 4-2760,-14 3-3944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4:39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12699,'0'0'7057,"0"0"-6153,0 0 577,0 0-105,-109 188-552,92-106-192,9 2-56,8-7-271,0-10-177,6-10-112,22-11-16,9-15-473,29-21-1047,-6-10-2921,-3 0-5361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4:39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75 156 15067,'0'0'1991,"0"0"242,0 25-273,1 3-1531,0 11 166,-1 0 0,-2-1 0,-4 26-595,-7-14 237,13-49-227,0 1 1,-1 0-1,1-1 0,-1 1 1,1-1-1,-1 1 1,0-1-1,1 1 0,-1-1 1,0 1-1,0-1 1,0 0-1,0 1 0,0-1 1,0 0-1,-1 0 1,1 0-1,0 0 0,0 0 1,-1 0-1,1 0 0,-1 0 1,1-1-1,-1 1 1,1-1-1,-1 1 0,0 0-10,0-2 12,1 0 0,0 0-1,0 1 1,0-1-1,0 0 1,0 0-1,0 0 1,0 0-1,0 0 1,0 0-1,1 0 1,-1 0-1,0-1 1,1 1-1,-1 0 1,0 0-1,1-1 1,0 1 0,-1 0-1,1-1 1,0 1-1,0 0 1,0-2-12,-5-36 77,5 37-67,-1-1-4,-1-35 65,1-1-1,3-32-70,-1 61 1,0 0 0,0 0 0,1 1-1,1-1 1,0 1 0,0 0-1,0-1 1,1 1 0,1 1 0,0-1-1,0 1 1,0-1 0,6-5-1,-10 13-1,0-1 0,0 1 0,0 0 0,1-1 1,-1 1-1,0 0 0,1 0 0,-1 0 0,1 0 0,-1 0 0,1 0 1,-1 0-1,1 0 0,0 1 0,-1-1 0,1 1 0,0-1 0,0 1 1,-1 0-1,1-1 0,0 1 0,0 0 0,0 0 0,-1 0 0,1 1 1,0-1-1,0 0 0,-1 1 0,1-1 0,0 1 0,0-1 0,-1 1 1,1 0-1,-1 0 0,1 0 0,-1 0 0,1 0 0,-1 0 0,1 0 1,-1 0-1,0 1 0,0-1 0,0 0 0,0 1 0,0-1 0,0 1 1,0-1-1,0 2 1,8 11-11,-2 0 1,0 0-1,-1 0 1,0 1 0,0 5 10,-2-10-2,22 74 5,-18-53 1,2 0 1,0-1 0,3 0 0,0-1-1,2 0 1,9 13-5,-22-39 4,-1-1 1,1 0-1,0 1 1,0-1-1,0 0 1,0 0-1,0 0 1,0 0-1,1 0 1,-1 0-1,0-1 1,1 1-1,0-1 1,-1 0-1,1 0 1,0 0-1,-1 0 1,1 0-1,0 0 1,0-1-1,0 1 1,0-1-1,0 0 1,0 0-1,2 0-4,-2-1 6,1-1-1,-1 1 1,0 0-1,1-1 1,-1 0-1,0 0 1,0 0-1,0 0 1,-1 0-1,1-1 1,0 1-1,-1-1 1,0 0-1,1 1 1,-1-1 0,0 0-1,0-1 1,-1 1-1,1 0 1,-1 0-6,7-16 15,-1 0 0,0 0 0,-2 0 1,0-1-1,-1 0 0,-1 0 1,-1-9-16,1-38 826,-4-38-826,1 98 73,0-7-37,-1 1-1,-1-1 1,0 1-1,0 0 1,-2 0-1,1 0 1,-2 0-1,0 0 1,0 1-1,-1 0 0,-1 0 1,-2-3-36,8 14-394,0 0 133,2 1-8135,6 4-2411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4:40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15283,'0'0'1937,"0"0"631,0 0-887,0 0-1209,0 0-472,195-54-248,-127 38-1433,-20 6-1335,-13 2-3426</inkml:trace>
  <inkml:trace contextRef="#ctx0" brushRef="#br0" timeOffset="1">123 200 10970,'0'0'4697,"0"0"-2384,0 0 175,0 0-759,0 0-569,0 0-584,0 0-496,188-43-80,-105 12-1520,-11 0-3913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4:40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0 242 14323,'0'0'2341,"0"0"307,0 0-353,0 0-1017,2-23-773,12-75-253,-12 91-229,1 0-1,-1 0 1,1 1-1,0-1 1,1 1-1,0 0 0,0 0 1,0 0-1,1 1 1,-1 0-1,1-1 1,1 2-1,-1-1 1,1 0-1,-1 1 0,1 0 1,1 1-1,-1-1 1,0 1-1,1 0 1,0 1-1,-1 0 1,1 0-1,0 0 0,0 1 1,0 0-1,0 0 1,1 1-1,-1-1-22,-4 2 4,-1-1 1,0 1-1,0-1 0,0 1 1,0 0-1,0 0 0,0-1 0,0 2 1,0-1-1,0 0 0,-1 0 1,1 0-1,0 1 0,-1-1 0,1 1 1,-1 0-1,1-1 0,-1 1 1,0 0-1,1 0 0,-1 0 0,0-1 1,-1 1-1,1 1 0,0-1 1,0 0-1,-1 0 0,1 0 0,-1 2-4,3 9 3,0 1 0,-1 1-1,-1-1 1,0 2-3,1 0 8,-1 0 1,-1 0-1,0 0 1,-1 0-1,-1 0 1,-1 0-1,0 0 1,-1 0-1,0-1 1,-1 0-1,-1 0 1,-1 0-1,0-1 1,-1 1-1,0-2 1,-5 6-9,6-10 37,-38 45 31,43-51-51,-1 0 0,0-1 1,1 1-1,-1-1 1,0 0-1,-1 0 1,1 0-1,0 0 1,-1 0-1,1-1 1,-1 1-1,1-1 1,-1 0-1,1 0 1,-1 0-1,0-1-17,3-4 39,0 0 0,0 0-1,0-1 1,1 1 0,0 0 0,0-1 0,0 1-1,1 0 1,-1-1 0,1 1 0,0-2-39,1 4 0,0 0 1,0 0 0,0 0-1,0 0 1,0 0-1,0 1 1,1-1 0,-1 0-1,0 1 1,1 0-1,0 0 1,-1 0 0,1 0-1,-1 0 1,1 0-1,0 1 1,0-1 0,0 1-1,-1 0 1,1 0 0,0 0-1,0 0 1,0 0-1,-1 0 1,1 1 0,1 0-1,3 0 7,0 0 1,0 1 0,0 0-1,0 0 1,0 1 0,0 0 0,-1 0-1,1 0 1,4 5-8,12 10 132,-20-13-133,1-2 0,1 1 0,-1 0-1,0-1 1,1 0 0,0 0 0,0 0 0,0-1 0,0 1 0,0-1 0,0 0 0,1-1 0,-1 1 0,0-1 0,1 0 0,-1-1-1,6 1 2,-8-1-54,9 0-1105,0 0 0,0-1 0,0 0 0,-1-1 0,5-1 1159,22-13-9066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4:41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71 8994,'0'0'1438,"0"0"635,0 0 100,0 0-896,0 0-590,0 0 165,19-12 39,-8 6-806,-3 1-37,-1 1 1,0-1-1,0 0 0,0 0 1,0-1-1,3-4-48,-10 10 2,1 0 1,-1 0-1,0-1 0,0 1 0,0 0 1,0-1-1,1 1 0,-1 0 0,0-1 1,0 1-1,0 0 0,0-1 0,0 1 1,0 0-1,0-1 0,0 1 0,0 0 1,0-1-1,0 1 0,0 0 0,-1-1 0,1 1 1,0 0-1,0-1 0,0 1 0,0 0 1,0-1-1,-1 1 0,1 0 0,0 0 1,0-1-1,-1 1 0,1 0 0,0 0 1,0-1-1,-1 1 0,1 0 0,0 0 1,-1 0-1,1 0 0,0-1 0,0 1 1,-1 0-1,1 0 0,0 0 0,-1 0 1,1 0-1,0 0 0,-1 0 0,1 0 1,-1 0-1,1 0 0,0 0-2,-56 0 152,45 1 30,-1 0 0,1 1 1,0 1-1,0 0 0,0 0 1,1 1-1,-1 1 0,1-1 1,0 2-1,-3 1-182,9-4 66,0-1 0,1 1 0,-1 0 0,1 0 0,0 1 0,0-1 0,0 1 0,1-1 0,-1 1 0,1 0 0,-1 0 0,1 0 0,1 0 0,-1 1 0,1-1 0,-1 0 0,1 1 0,0-1 0,1 1 0,-1-1 0,1 1 0,0-1 0,0 1 0,0 0 0,1-1 0,0 2-66,0-2 22,0 1 0,0-1-1,1 0 1,0 0 0,0 0 0,0 0-1,0 0 1,0-1 0,1 1 0,0 0 0,0-1-1,1 2-21,47 40 118,-4-3-22,-42-36-2,0 0 1,-1 0 0,1 1-1,-1-1 1,-1 1-1,1 0 1,-1 0-1,0 1 1,-1-1-1,0 0 1,0 1-1,0 0 1,-1-1-1,0 1 1,-1 0 0,0 0-1,0-1 1,-1 5-95,0-8 52,0-1 1,0 0 0,-1 0 0,0 0-1,0 0 1,1 0 0,-2-1 0,1 1-1,0-1 1,0 1 0,-1-1 0,1 0-1,-1 0 1,0 0 0,0 0 0,0 0-1,0-1 1,0 1 0,0-1 0,0 0-1,0 1 1,-1-2 0,1 1-1,0 0 1,-1-1-53,-12 4 124,0-1 0,0-1 0,0 0-1,-13-1-123,26-1 3,-1 0 0,0 0 0,0-1 0,0 1 0,0-1 0,1 0 0,-1 0 0,0 0 0,-1-1-3,4 2-54,1-1 1,-1 1-1,0-1 1,1 0 0,-1 1-1,1-1 1,-1 1-1,0-1 1,1 0-1,0 0 1,-1 1 0,1-1-1,-1 0 1,1 0-1,0 1 1,0-1-1,-1 0 1,1 0 0,0 0-1,0 0 1,0 1-1,0-1 1,0 0-1,0 0 1,0 0 0,0 0-1,0 0 1,0 1-1,1-1 1,-1 0-1,0 0 1,0 0 0,1 1-1,-1-1 1,1 0-1,-1 0 1,1 1-1,-1-1 1,1 0 0,-1 1-1,1-1 1,-1 1-1,1-1 1,0 1-1,0-1 55,25-18-4695,9 1-3641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4:41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14755,'0'0'2417,"0"0"1271,0 0-1959,0 0-945,-54 149-520,48-118-264,3 2-488,3-10-3225,0-7-2832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4:41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16684,'0'0'1817,"0"0"-234,0 0 302,0 29-645,8 207 542,-5-175-1510,-3-59-243,1-18 202,1-15-179,3 0 1,0 0-1,2 0 1,4-8-53,-6 22 9,0 1 0,2 1 0,0-1 0,0 1 0,2 1 0,-1-1 0,2 1 1,10-11-10,-16 21 6,0 0 1,0 0 0,1 0 0,0 1-1,0 0 1,0 0 0,0 0 0,2-1-7,-5 3 4,-1 1 1,1-1-1,-1 1 1,1-1 0,-1 1-1,1-1 1,0 1-1,-1 0 1,1 0 0,-1 0-1,1 0 1,0 0-1,-1 0 1,1 0 0,0 0-1,-1 1 1,1-1-1,-1 0 1,1 1 0,-1 0-1,1-1 1,-1 1-1,1 0 1,-1 0 0,0 0-1,1 0 1,-1 0-1,0 0 1,0 0 0,0 0-1,0 0 1,1 1-5,2 5 25,0 1-1,0-1 1,-1 1 0,0 0-1,0 0 1,0 0 0,-1 0-1,-1 1 1,1 1-25,5 85 172,-2-20-113,-4-71-100,-1 0-1,1 0 0,1 1 0,-1-1 1,0 0-1,1 0 0,0-1 0,0 1 1,0 0-1,2 3 42,21 15-3361,-8-13-2966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4:42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9482,'0'0'9674,"0"0"-7713,0 0-401,0 0-912,0 0-648,145-23-216,-94 23-1360,-13 0-3858,-13 0-5456</inkml:trace>
  <inkml:trace contextRef="#ctx0" brushRef="#br0" timeOffset="1">83 185 14755,'0'0'5129,"0"0"-2520,0 0-553,0 0-1208,0 0-848,192-39-1816,-121 27-5842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4:45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32 1296,'0'0'10564,"0"0"-7091,0 0-1521,0 0-616,28-6-789,91-17-336,-116 22-205,0 1 1,0-1 0,-1 1 0,1 0-1,0-1 1,0 2 0,0-1-1,-1 0 1,1 0 0,0 1-1,0 0 1,-1-1 0,1 1-1,0 0 1,-1 0 0,1 0-1,-1 1 1,0-1 0,1 1-1,-1-1 1,0 1 0,0 0-1,0 0 1,0 0 0,0 0 0,0 0-1,0 0 1,-1 1 0,1-1-1,-1 0 1,0 1 0,1 0-1,-1-1 1,-1 1 0,1 0-7,0 1 45,0 0 1,0 0 0,-1 1-1,0-1 1,0 0-1,0 1 1,0-1 0,-1 0-1,0 0 1,1 1-1,-2-1 1,1 0 0,0 0-1,-1 0 1,0 0-1,0 0 1,0 0 0,-1 0-46,-5 5 124,-1-1 1,-1 0-1,1 0 1,-1-1-1,0 0 1,-1-1-1,0 0 1,-6 2-125,3-1 62,-1 1 1,1 0-1,1 1 0,-9 8-62,21-17 9,1 0 0,0 0-1,0 1 1,-1-1 0,1 0-1,0 0 1,0 1 0,0-1-1,0 0 1,0 1 0,-1-1-1,1 0 1,0 1 0,0-1-1,0 0 1,0 0 0,0 1-1,0-1 1,0 0 0,0 1-1,0-1 1,0 0 0,0 1 0,0-1-1,0 0 1,0 1 0,1-1-1,-1 0 1,0 0 0,0 1-1,0-1 1,0 0 0,1 1-1,-1-1 1,0 0 0,0 0-1,0 0 1,1 1 0,-1-1-1,0 0 1,0 0 0,1 0-1,-1 1 1,0-1 0,0 0-1,1 0 1,-1 0 0,0 0-1,1 0 1,-1 0-9,18 8 110,-15-7-55,5 3-8,0-1 0,-1 1 1,0 1-1,1-1 0,-2 1 0,1 1 0,0-1 0,-1 1 0,0 0 1,-1 1-1,1-1 0,-1 1 0,-1 0 0,1 1 0,1 3-47,-4-7 15,0 0 0,-1 0 0,1-1-1,-1 1 1,0 0 0,0 1 0,-1-1-1,1 0 1,-1 0 0,0 0 0,0 0-1,0 0 1,-1 1 0,1-1 0,-1 0-1,0 0 1,0 0 0,0 0-1,-1 0 1,0 0 0,1-1 0,-1 1-1,0 0 1,-1-1 0,1 0 0,-1 1-1,0-1 1,1 0 0,-1 0 0,0 0-1,-4 2-14,-6 4 48,0 0 0,0 0-1,-1-1 1,0-1 0,0 0 0,-1-1-1,0 0 1,0-1 0,0-1-1,-1-1 1,0 0 0,1-1-1,-10 0-47,24-2-39,1 0 0,-1 0 0,1 0-1,-1 0 1,1 0 0,0 0 0,-1 0-1,1 0 1,-1 0 0,1-1 0,0 1-1,-1 0 1,1 0 0,-1 0 0,1-1-1,0 1 1,-1 0 0,1 0 0,0-1-1,-1 1 1,1 0 0,0-1-1,0 1 1,-1 0 0,1-1 0,0 1-1,0 0 1,-1-1 0,1 1 0,0 0-1,0-1 1,0 1 0,0-1 0,0 1-1,0-1 1,0 1 0,0 0 0,0-1-1,0 1 1,0-1 0,0 1 0,0-1-1,0 1 1,0 0 0,0-1 39,9-19-2744,13-1-2797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4:45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0 13475,'0'0'2552,"0"0"1417,0 0-2136,0 0-769,-114 134-648,97-109-224,8-4-192,9-6-200,0-7-2201,6-8-3128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4:45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10 156 16275,'0'0'3311,"0"0"-1483,0 0 66,0 30-621,0 236 4,0-137-1060,0-128-244,0-4-69,0-19 79,-1-46-246,4 1 0,5-21 263,-5 66-51,2-1-1,0 1 1,1 0-1,1 0 1,2 1-1,0 0 1,1 0-1,9-14 52,36-40 4,-51 71-3,0-1-1,1 0 0,-1 1 1,1 0-1,0 0 0,0 0 1,1 0-1,-1 1 0,1 0 1,-1 0-1,1 1 0,5-2 0,-10 4-1,0 0 0,0-1-1,0 1 1,0 0 0,0 0 0,0 1-1,0-1 1,-1 0 0,1 0-1,0 0 1,0 1 0,0-1-1,0 0 1,-1 1 0,1-1 0,0 0-1,0 1 1,-1-1 0,1 1-1,0 0 1,-1-1 0,1 1-1,0-1 1,-1 1 0,1 0 0,-1 0-1,1-1 1,-1 1 0,1 0-1,-1 0 1,0 0 0,1-1-1,-1 1 1,0 0 0,0 0 0,0 0-1,1 0 1,-1 0 0,0 0-1,0-1 1,0 1 0,0 0 0,-1 0-1,1 0 1,0 0 0,0 0-1,0 0 1,-1-1 1,-10 50-64,1-32 71,0-1-1,-1 0 1,-1 0 0,-1-1 0,0-1 0,-1 0 0,-1-1 0,-8 7-7,-2 3 49,1 0 0,-14 20-49,35-41 39,0 1-1,1 0 1,0 0-1,0 0 1,0 0 0,0 0-1,1 0 1,0 0-1,0 0 1,0 1-1,0-1 1,0 0 0,1 1-1,0-1 1,0 5-39,2-8 41,0 0 0,0 0 1,0 0-1,0 0 1,0 0-1,0-1 0,0 1 1,0 0-1,1-1 0,-1 0 1,0 1-1,0-1 0,0 0 1,1 0-1,-1 0 0,0-1 1,0 1-1,2-1-41,1 1 64,46 1-109,3 0 129,42-6-84,-77 3-917,1-2 1,0 0-1,-1-1 1,0-1 916,27-11-6709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4:46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8994,'0'0'10634,"0"0"-8513,0 0-521,0 0-600,0 0-648,151 0-352,-108 0-640,-14 0-2377,-12 0-4304</inkml:trace>
  <inkml:trace contextRef="#ctx0" brushRef="#br0" timeOffset="1">34 185 12395,'0'0'2304,"0"0"161,0 0-585,0 0-1248,0 0-632,197 0-2640,-143-2-6570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4:46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49 191 12083,'0'0'2279,"0"0"-195,0 0-246,5-24-415,2-11-950,18-76 1484,-25 110-1875,0 0 1,0 0-1,1 0 1,-1 1-1,0-1 1,0 0-1,1 0 1,-1 0-1,0 0 1,1 0-1,-1 0 1,1 1-1,-1-1 1,1 0-1,-1 0 1,1 1-1,-1-1 1,1 0-1,0 1 1,0-1 0,-1 1-1,1-1 1,0 1-1,0-1 1,-1 1-1,1-1 1,0 1-1,0 0 1,1-1-83,-1 2 27,1-1 0,-1 1 1,0-1-1,1 1 1,-1 0-1,0-1 0,0 1 1,1 0-1,-1 0 1,0 0-1,0 0 0,0 0 1,0 0-1,0 0 0,0 0 1,-1 1-1,1-1-27,30 57-216,-30-58 249,7 22-38,-1-1-1,-1 1 1,-1 1 0,0-1-1,-2 1 1,-1 0 0,-1 0-1,0 0 1,-2 0 5,1-21-17,0 0 1,0 1-1,0-1 1,-1 0-1,1 1 0,-1-1 1,1 0-1,-1 0 1,0 0-1,0 1 1,0-1-1,0 0 0,0 0 1,0 0-1,0 0 1,-1-1-1,1 1 0,-1 0 1,0-1-1,1 1 1,-1 0-1,0-1 1,0 0-1,0 0 0,0 1 1,0-1-1,0 0 1,0 0-1,-2 0 17,-7 2-191,-1 0-1,1-1 1,-1-1-1,0 0 1,-9 0 191,12-1-27,0 0 1,0 1-1,0 0 1,0 1-1,0 0 0,-5 2 27,14-4 17,0 0-1,-1 0 1,1 0-1,-1 1 0,1-1 1,0 0-1,-1 0 1,1 1-1,0-1 0,0 0 1,-1 0-1,1 1 1,0-1-1,0 0 0,-1 1 1,1-1-1,0 1 1,0-1-1,0 0 0,-1 1 1,1-1-1,0 1 1,0-1-1,0 0 0,0 1 1,0-1-1,0 1 1,0-1-1,0 0 0,0 1 1,0-1-1,0 1 1,0-1-1,0 0 0,1 1 1,-1-1-1,0 1 1,0-1-1,0 0 0,0 1 1,1-1-1,-1 0 1,0 1-1,0-1 0,1 0 1,-1 1-1,0-1 1,1 0-1,-1 0 0,0 1 1,1-1-1,-1 0 1,1 0-17,16 13 581,4-6-469,0-1 1,-1-1-1,2 0 0,-1-2 0,0-1 1,1 0-1,-1-2 0,18-1-112,-22 0-622,-1-1 0,1-1 0,-1-1 0,0 0 1,0-1-1,0 0 0,2-3 622,27-14-7247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4:47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 16732,'0'0'2600,"0"0"-735,0 0-49,40 141-896,-40-64-544,0 10 120,-12-2 24,-14-6-152,-2-7-151,-1-13-129,4-8-80,-1-9-8,-11-7-785,6-9-2191,5-13-4466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5:28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 13835,'0'0'2216,"0"0"1729,0 0-1208,0 0-1273,-75 164-616,53-123-360,4-3-223,1-9-249,6-9 64,5-4-80,0-11-136,6-5-353,6 0-687,17-29-2545,8 1-4256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5:29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74 175 12243,'0'0'2277,"0"0"215,0 0 70,0 0-918,0 0-557,2-23 6,3-10-632,-1 4 504,-2 1 0,-1-1 0,-1-3-965,0 32 416,32 272-99,-24-106-674,-9-164 325,0-1-1,0-1 1,-1 1 0,1 0-1,0 0 1,-1 0 0,1-1 0,-1 1-1,1 0 1,-1-1 0,1 0 0,-1 1-1,1-1 1,-1 0 0,0 0 0,1 0-1,-1 0 1,1 0 0,-1 0-1,0 0 1,1 0 0,-1-1 0,1 1 32,-9 0-188,-21 1-114,25-2 286,-1 1-1,1 0 0,0 0 1,0 1-1,-1 0 0,1 0 1,-1 1 16,7-2-2,0 0 0,0 0 1,0 0-1,1 0 1,-1 0-1,0-1 0,0 1 1,0 0-1,0 0 1,0 0-1,1 1 1,-1-1-1,0 0 0,0 0 1,0 0-1,0 0 1,0 0-1,1 0 1,-1 0-1,0 0 0,0 0 1,0 0-1,0 0 1,0 0-1,0 0 0,0 0 1,1 1-1,-1-1 1,0 0-1,0 0 1,0 0-1,0 0 0,0 0 1,0 0-1,0 1 1,0-1-1,0 0 1,0 0-1,0 0 0,0 0 1,0 0-1,0 1 1,0-1-1,0 0 0,0 0 1,0 0-1,0 0 1,0 0-1,0 1 1,0-1-1,0 0 0,0 0 1,0 0-1,0 0 1,0 0-1,0 1 1,0-1-1,0 0 0,0 0 1,-1 0 1,15 2 20,25-2-22,117-4-1061,-128 2-2743,-1-2-1,21-6 3807,-5-1-7051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5:29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11707,'0'0'2849,"0"0"-556,0 0-465,0 0-666,0 0-450,28-11-118,88-34-120,-111 44-448,-1-1 0,0 1 0,0 0 0,1 0 0,-1 0 0,0 1 0,1 0 0,-1 0 0,0 0 0,1 0 0,-1 1 0,0-1 0,1 1 0,3 1-26,-5 0 14,0-1-1,-1 0 1,1 1-1,-1 0 0,1 0 1,-1 0-1,1 0 1,-1 0-1,0 0 0,0 0 1,0 1-1,0-1 1,0 1-1,-1 0 0,2 2-13,1 6 48,0 0 0,-1 0-1,0 0 1,-1 1-1,0-1 1,-1 1-1,0-1 1,-1 2-48,0-10 17,2 13 5,-2 0 1,0 1-1,-2-1 0,1 0 0,-2 1 1,0-1-1,-1 0 0,0-1 0,-2 1 0,0-1 1,0 0-1,-1 0 0,-1-1 0,-1 0 1,0 0-1,-1-1 0,0 0 0,-7 6-22,7-8 27,-31 30-44,40-40 35,0 0 0,-1 1 0,1-1 1,-1 0-1,0 0 0,1 0 0,-1 0 0,0-1 0,1 1 0,-1 0 0,0-1 0,0 1 1,0-1-1,0 0 0,0 0 0,1 1 0,-1-1 0,0-1 0,0 1 0,0 0 1,0 0-1,0-1 0,0 1 0,1-1 0,-3 0-18,3 0 15,0-1 1,0 1-1,0-1 0,0 1 1,1-1-1,-1 1 0,0-1 0,1 0 1,-1 1-1,1-1 0,0 0 1,-1 0-1,1 1 0,0-1 1,0 0-1,0 0 0,0 1 1,1-1-1,-1-1-15,0 2 11,0 0 1,0-1 0,0 1 0,0 0-1,0-1 1,0 1 0,1-1-1,-1 1 1,0 0 0,1-1-1,-1 1 1,1 0 0,0 0-1,-1 0 1,1-1 0,0 1-1,0 0 1,-1 0 0,1 0-1,0 0 1,0 0 0,0 0-1,1 0 1,-1 1 0,0-1-12,38-3-11,-1 2 0,1 2 0,21 2 11,21 1 95,-63-3-271,-7 1 251,0-1-1,0-1 1,0 0-1,0 0 1,0-1 0,8-2-75,-16 3-159,1-1 0,-1 1 1,0-1-1,0 0 1,0 0-1,0 0 0,0-1 1,0 1-1,0-1 1,-1 1-1,1-1 0,-1 0 1,0 0-1,1 0 1,-2 0-1,1 0 0,0-1 1,-1 1-1,1 0 1,-1-1-1,0 1 0,0-1 159,5-25-5114,-2 1-4275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5:15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13051,'0'0'4278,"0"0"-1133,0 0-589,0 0-841,0 0-665,1-8-421,4-13-426,0 30-48,5 56 98,-6-35-124,19 177 585,-6 70-714,-10-142 16,-3-108-1070,1-37-2252,2-40-3732,-4 12 768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5:15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1 266 10018,'0'0'2927,"0"0"-566,3-26 301,15-85-807,-16 104-1740,0 0 0,1 0 1,-1 0-1,2 0 0,-1 1 1,1-1-1,0 1 0,0 0 0,0 0 1,1 1-1,0-1 0,0 1 0,1 0 1,-1 1-1,1-1 0,0 1 1,0 0-1,1 0 0,-1 1 0,1 0 1,0 0-1,-1 1 0,1-1 0,0 2 1,1-1-1,-1 1 0,0 0 1,0 0-1,1 1 0,-1 0 0,0 0 1,5 1-116,-7 0 27,0 0 0,0 0 0,-1 0 0,1 1 0,0-1 0,-1 1 1,1 0-1,-1 0 0,0 1 0,1-1 0,-1 1 0,0 0 0,-1 0 0,1 1 1,0-1-1,-1 1 0,0 0 0,0 0 0,0 0 0,0 0 0,-1 0 0,1 0 1,-1 1-1,0-1 0,-1 1 0,1 0 0,0 4-27,4 11 112,-2 0 1,0 1-1,-2 0 1,0 0-1,-1-1 1,-1 3-113,0-16 41,-1-1 1,0 1 0,0 0-1,-1 0 1,1-1 0,-1 1 0,-1 0-1,1-1 1,-1 0 0,0 0-1,-1 0 1,0 0 0,1 0 0,-2-1-1,1 1 1,-1-1 0,0 0-1,0-1 1,0 1 0,0-1 0,-5 3-42,0-1 12,-1 0 1,1-1 0,-1 1 0,0-2 0,0 0 0,0 0 0,-1-1 0,0-1 0,1 1 0,-1-2 0,0 0 0,-5 0-13,16-1-51,1 0 0,-1 0 1,0-1-1,1 1 1,-1 0-1,0 0 0,1 0 1,-1-1-1,1 1 1,-1 0-1,0 0 1,1-1-1,-1 1 0,1-1 1,-1 1-1,1 0 1,-1-1-1,1 1 1,-1-1-1,1 1 0,0-1 1,-1 0-1,1 1 1,0-1-1,-1 1 1,1-1-1,0 0 0,0 1 1,0-1-1,-1 1 1,1-1-1,0 0 0,0 1 1,0-1-1,0 0 1,0 1-1,0-1 1,0 0-1,0 1 0,1-1 1,-1 0-1,0 1 1,0-1-1,0 0 1,1 1-1,-1-1 0,0 1 1,1-1-1,-1 1 1,1-1-1,-1 1 0,0-1 1,1 1 50,21-35-5903,8 9-2269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5:16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4913,'0'0'10013,"0"0"-6460,0 0-1708,0 0-404,0 0-506,-22 28-73,-71 93-88,84-107-638,0 1 0,1 0 1,1 1-1,1-1 0,0 1 1,1 1-1,1-1 0,0 1 0,1 0 1,1 0-1,0 11-136,1-18 53,-1 5 4,1 1 0,0-1-1,1 0 1,1 0 0,0 1-1,2-1-56,-2-10 0,0 0 0,0-1 0,1 1 0,0-1 1,0 0-1,0 1 0,1-1 0,-1 0 0,1 0 0,0 0 0,0-1 0,1 1 0,-1-1 0,1 0 0,-1 0 0,1 0 0,0 0 0,0-1 1,0 1-1,2 0 0,6 1-348,0 1-1,0-2 1,0 1 0,0-2 0,1 1 0,-1-2 0,1 0 0,0 0 0,1-1 348,7 1-1596,20 0-3918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5:16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3689,'0'0'11418,"0"0"-8249,0 0-1313,0 0-271,0 0-505,0 0-152,0 0-208,160 154-160,-134-107-184,-1-4-160,-5 3-96,0-12-112,-3-6 0,-2-5-8,-4-10-152,-2-13-1024,-4 0-1576,-2 0-2738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5:16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0 14403,'0'0'2377,"0"0"-105,0 0-824,0 0-447,0 0 183,-77 146-16,34-92-272,-3 3-296,1-6-240,2-12-199,9-4-161,8-6 72,12-14-72,5-2-88,9-13-585,0 0-1271,23 0-2441,0-13-4849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5:17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11058,'0'0'2769,"0"0"-641,0 0-207,0 0-985,163 0-536,-123-10-400,0-3-344,-9 3-1816,-11 0-4714</inkml:trace>
  <inkml:trace contextRef="#ctx0" brushRef="#br0" timeOffset="1">86 160 13811,'0'0'3177,"0"0"-481,0 0-407,0 0-1017,0 0-696,0 0-312,0 0-216,151 2-48,-91-9-1160,-9-1-2513,-8-5-4057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5:19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62 12515,'0'0'2395,"0"0"39,0 0 68,0 0-702,0 0-605,0 0-376,-2-5-252,-3-16-181,3 16-139,2 5 29,0 0 16,0 0-33,6-31 1679,0 425-3265,-7-393 1234,1-1 0,0 1 0,0 0 0,-1 0 1,1 0-1,-1 0 0,1-1 0,0 1 0,-1 0 1,0 0-1,1-1 0,-1 1 0,1-1 0,-1 1 1,0 0-1,1-1 0,-1 1 0,0-1 0,0 1 1,0-1-1,1 0 0,-1 1 0,0-1 1,0 0-1,0 0 0,0 1 0,0-1 93,-33 7-2216,12-2 835,-78 27 1437,119-31 4512,85 3-4032,-72-7-626,1-1-1,20-7 91,24-8-2921,-36 10-2208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5:20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4081,'0'0'8808,"0"0"-4992,0 0-1405,0 0-827,0 0-727,18 24-249,-1-2-430,-6-9-50,0 1 0,0 1 0,-2-1 0,0 2 0,0-1 0,-2 1 0,0 1 0,0-1-1,-2 1 1,3 14-128,-1 20 495,-3 0-1,-2 0 1,-2 0-1,-3 10-494,0-40 52,0 0 0,-1 0 1,-1-1-1,-1 1 0,-1-1 0,0-1 0,-2 1 0,0-1 0,-1-1 1,-1 0-1,-10 13-52,7-13-1706,0-1 0,-1 0 1,-16 13 1705,16-17-8606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5:20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10162,'0'0'3129,"0"0"-721,0 0-31,0 0-633,0 0-840,0 0-271,0 0-241,100 0-200,-68 0-96,-4 0-56,-2 0-40,-3 0-480,0 5-985,-9 0-1471,-6 0-4722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5:21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11883,'0'0'1768,"0"0"248,0 0 729,0 0-1169,0 0-896,0 0-336,0 0-175,171 13-89,-133-13-80,1 0-889,-10-5-3256,-6 5-7081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5:34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24 7578,'0'0'4178,"0"0"-1324,0 0-674,0 0-297,0 0-385,0 0-408,-1-3-161,1 2-881,-1 0 0,1 0 0,0 0 0,0 0 0,-1 0 0,1 0 0,0 0 0,-1 0 0,1 1 0,-1-1 0,1 0 0,-1 0 0,0 0 0,1 1 0,-1-1 0,0 0 0,1 1-1,-1-1 1,0 0 0,0 1 0,0-1 0,0 1 0,0-1 0,1 1 0,-1 0 0,0-1 0,0 1 0,0 0 0,0 0 0,0 0 0,0-1 0,0 1 0,0 0 0,0 0 0,0 0 0,0 1 0,0-1 0,0 0 0,0 0 0,0 0 0,0 1 0,0-1 0,0 1 0,0-1 0,0 0 0,1 1 0,-1 0 0,0-1-1,0 1 1,0-1 0,1 1 0,-1 0 0,0 0 0,1-1 0,-1 1 0,1 0 0,-1 0 0,1 0 0,-1 0 0,1 0 0,0-1 0,-1 2-48,-10 16 9,1 1 1,0 0-1,1 0 1,2 1-1,0 0 1,1 1-1,1-1 1,0 1-1,2 0 0,1 0 1,0 0-1,1 1 1,2 10-10,0-29 5,-1 0 0,1 0 0,-1 0-1,1-1 1,0 1 0,0 0 0,0 0 0,0-1 0,0 1 0,1-1 0,-1 1 0,1-1 0,0 1 0,0-1 0,0 0 0,0 0 0,0 0 0,0 0 0,0 0 0,1-1-1,-1 1 1,1 0 0,-1-1 0,1 0 0,0 0 0,-1 0 0,1 0 0,0 0 0,0 0 0,0-1 0,-1 1 0,1-1 0,3 0-5,9 2 36,0-1 0,0-1 0,0 0 0,0-1 1,0 0-1,1-2-36,-11 2 29,0 0 1,0-1-1,0 0 0,0 0 1,0 0-1,-1 0 1,1-1-1,-1 0 0,1 0 1,-1 0-1,0-1 0,0 1 1,-1-1-1,1 0 1,-1 0-1,0 0 0,0 0 1,0-1-1,0 1 1,-1-1-1,0 0 0,0 1 1,0-1-1,0 0 0,-1-1 1,0 1-1,1-3-29,2-20 223,0 0 0,-2 0 0,-1 0 0,-2-21-223,1 18 238,0 30-250,-1-1 0,0 1 0,1-1 0,-1 1 0,0 0 0,0-1 0,0 1 0,0 0 0,0 0 0,0 0 0,0 0 0,0 0 0,0 0 0,0 0 0,-1 0 0,1 0 0,0 0 0,-1 1 0,1-1 0,0 1 0,-1-1 0,1 1 0,-1-1 0,1 1 0,-1 0 0,1 0 0,-1 0 0,1-1 0,-1 2 0,0-1 0,1 0 0,-2 0 12,-59 3-1201,55-2 872,-34 6-2609,4 7-3204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6:31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1 184 10242,'0'0'1761,"0"0"343,0 0-76,0 0-666,0 0-688,0 0-244,13-13 663,-7 11-850,0 0 1,1 1 0,-1 0-1,1 0 1,-1 0 0,1 1-1,-1 0 1,4 0-244,39-3 606,-39 0-538,0 1 0,1-2 0,-1 0 0,0 0 0,-1 0 0,1-2 0,5-2-68,-12 5 17,0 1 1,0-1 0,0 1 0,0-1-1,-1 0 1,1 0 0,-1 0-1,1 0 1,-1 0 0,0-1 0,0 1-1,-1-1 1,1 1 0,-1-1 0,0 0-1,0 0 1,0 0 0,0 1-1,0-1 1,-1 0 0,0-3-18,0 5 18,0 0 0,0 0 0,0 0 0,0 0 0,0 0-1,-1 0 1,1 0 0,-1 1 0,1-1 0,-1 0 0,0 0 0,0 0 0,1 1 0,-1-1 0,0 0 0,-1 1 0,1-1-1,0 1 1,0-1 0,-1 1 0,1 0 0,-1 0 0,1-1 0,-1 1 0,1 0 0,-1 0 0,0 1 0,0-1 0,1 0-1,-1 0 1,0 1 0,0-1 0,0 1 0,0 0 0,0-1 0,0 1 0,0 0 0,1 0 0,-1 0 0,0 1 0,0-1-1,-1 0-17,-2 1 4,0 0-1,0 0 0,0 0 0,0 0 0,0 1 0,0 0 0,1 0 1,-1 0-1,0 1 0,1-1 0,0 1 0,-1 0 0,1 1 0,0-1 1,1 1-1,-1 0-3,-4 7-2,0 1 1,1 0 0,0 0-1,1 1 1,1 0-1,0 0 1,1 0-1,0 1 1,1 0 0,0-1-1,2 1 1,-1 0-1,2 0 1,-1 0 0,2 0-1,1 4 2,-2-14 2,1 0-1,-1 0 0,1 0 1,1 0-1,-1-1 1,0 1-1,1 0 1,0-1-1,0 1 1,0-1-1,0 1 1,0-1-1,1 0 1,-1 0-1,1 0 0,0-1 1,0 1-1,0 0 1,1-1-1,-1 0 1,0 0-1,1 0 1,-1 0-1,1-1 1,0 1-1,0-1 0,-1 0 1,2 0-2,14 3 23,-1 0 1,1-2 0,0 0-1,-1-2 1,10 0-24,-26 0 2,9 0-46,0-1 0,0 0 0,0-1 0,0-1 0,0 1 0,-1-1 0,1-1 0,-1 0 0,0-1 0,0 0 0,0 0 0,-1-1 0,1 0 0,-1-1 0,-1 0 0,0 0 0,0-1 0,0 0 0,-1 0-1,0-1 1,0 0 0,-1 0 0,-1-1 0,1 0 0,-1 0 0,-1 0 0,0 0 0,-1-1 0,0 0 0,0 1 0,-1-1 0,1-8 44,-4 18 0,1 1 0,0 0 0,0 0 0,0-1 1,0 1-1,0 0 0,0 0 0,0 0 0,0-1 0,0 1 0,0 0 1,0 0-1,0-1 0,0 1 0,0 0 0,0 0 0,0-1 0,0 1 1,0 0-1,0 0 0,0-1 0,0 1 0,0 0 0,0 0 0,0 0 1,1-1-1,-1 1 0,0 0 0,0 0 0,0 0 0,0-1 1,0 1-1,1 0 0,-1 0 0,0 0 0,0 0 0,0 0 0,1-1 1,-1 1-1,0 0 0,0 0 0,1 0 0,-1 0 0,0 0 0,0 0 1,1 0-1,-1 0 0,7 12 20,4 23 60,32 178 1365,-58-420-1214,15 198-172,0 0 0,1 0 0,0 0 0,0 0 0,1 0 0,3-8-59,-5 15 9,1 1 0,-1-1 0,1 1 0,0 0 0,0-1-1,0 1 1,-1 0 0,1-1 0,1 1 0,-1 0 0,0 0 0,0 0 0,0 0-1,0 0 1,1 0 0,-1 0 0,1 0 0,0 0-9,0 1 0,0-1-1,0 1 1,0 0-1,1 0 1,-1 0 0,0 0-1,0 0 1,0 1-1,0-1 1,0 1-1,0-1 1,0 1 0,0 0-1,0-1 1,0 1-1,0 0 1,-1 0 0,2 1 0,3 3 16,0 0 0,0 0 0,-1 0 0,0 1 0,0-1 0,0 1 0,-1 0 0,0 1 0,0-1 0,2 5-16,32 72 234,-20-26-160,-16-45-106,2 1-1,0-1 0,0 0 1,1 0-1,0-1 0,1 1 1,1-1-1,-1-1 0,2 2 33,-4-10-298,-1 1 0,1-1-1,-1 0 1,1 0 0,-1 0-1,1 0 1,0-1 0,0 0-1,0 1 1,0-2 0,0 1-1,0 0 1,0-1 0,0 0-1,1 1 1,-1-2 0,0 1-1,0 0 1,0-1 0,3-1 298,5 1-2047,25-3-5903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6:31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13291,'0'0'3302,"0"0"195,0 0-1232,0 0-914,0 0-536,0 0-313,0 6-229,-6 656 1057,7-662-1511,-1 1 0,0-1 0,1 1 0,-1-1 0,0 1 0,1-1 0,-1 0 0,0 1 0,1-1 1,-1 0-1,1 1 0,-1-1 0,1 0 0,-1 1 0,1-1 0,-1 0 0,1 0 0,-1 0 0,1 1 0,-1-1 0,1 0 0,-1 0 1,1 0-1,-1 0 0,1 0 0,0 0 0,-1 0 0,1 0 0,-1 0 0,1 0 0,-1 0 0,1-1 0,-1 1 0,1 0 1,-1 0-1,1 0 0,-1-1 0,1 1 0,-1 0 0,1-1 0,-1 1 0,0 0 0,1-1 0,-1 1 0,1-1 0,-1 1 1,0 0-1,1-1 0,-1 1 0,0-1 181,15-15-8714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6:32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13955,'0'0'2529,"0"0"-77,0 0-808,0 0-703,3 29 4,2 7-643,2 22 874,0 58-1176,-6 149 800,-1-147-3043,0-118 2106,-1 0-1,1 0 1,0 0 0,0 1-1,0-1 1,0 0 0,0 0-1,0 0 1,0 1 0,0-1 0,0 0-1,0 0 1,0 0 0,0 1-1,0-1 1,0 0 0,0 0 0,0 1-1,0-1 1,0 0 0,0 0-1,0 0 1,0 0 0,0 1-1,1-1 1,-1 0 0,0 0 0,0 0-1,0 1 1,0-1 0,0 0-1,0 0 1,1 0 0,-1 0 0,0 0-1,0 0 1,0 1 0,1-1-1,-1 0 1,0 0 0,0 0 0,0 0-1,0 0 1,1 0 0,-1 0-1,0 0 1,0 0 0,0 0-1,1 0 1,-1 0 0,0 0 0,0 0-1,1 0 138,-1 0-844,6 0-8247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6:32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10098,'0'0'3265,"0"0"-2353,0 0-328,0 0-584,211-15-672,-148 7-3865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20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9658,'0'0'3511,"0"0"-2030,0 0 154,3 22-12,4 20-736,2 0 0,2 0 1,10 23-888,24 37 1180,-50-111-569,1-1 0,0 0 1,1-1-1,-3-8-611,1-6 15,1 1 0,1-1 0,1 0 0,1 0 1,3-24-16,-2 46 0,0 1 1,0 0 0,0-1 0,1 1 0,-1 0 0,1-1 0,-1 1 0,1 0 0,0 0 0,0 0 0,0 0 0,0 0 0,0 0 0,1 0 0,-1 0 0,1 0 0,-1 1 0,1-1 0,-1 0 0,1 1 0,0-1 0,0 1 0,0 0 0,0 0 0,0-1 0,0 1 0,0 1-1,0-1 1,0 0 0,1 0 0,-1 1 0,0 0 0,1-1 0,-1 1 0,0 0 0,0 0 0,1 0 0,-1 0 0,0 0 0,1 1 0,-1-1 0,0 1 0,0-1 0,2 2-1,6 1 3,1 0 1,-1 1-1,0 0 1,0 1 0,0 0-1,-1 0 1,1 1-1,6 7-3,0-1 0,-2 1 0,0 1 0,0 1 0,-1 0 0,1 4 0,-9-12 0,0 0 0,-1 1 0,0-1 1,0 1-1,-1 0 0,0 0 0,0 1 1,-1-1-1,0 0 0,-1 1 0,1-1 1,-2 1-1,1 0 0,-1-8 20,-2-12 167,-3-11-153,-13-63 77,17 77-105,0 0 0,0 0 0,1 0 0,0 0 0,1-1 0,0 1-1,0 0 1,1 0 0,0-2-6,-1 8-1,1 0 0,-1 0-1,0 1 1,1-1 0,-1 0-1,1 1 1,0 0 0,-1-1-1,1 1 1,0 0 0,0 0-1,0 0 1,0 0 0,0 0-1,0 0 1,0 0 0,0 1-1,0-1 1,1 1 0,-1 0-1,0-1 1,0 1 0,0 0-1,2 1 2,1-2-3,-1 1 0,1 0 1,0 0-1,0 1 0,0 0 0,-1 0 0,1 0 0,0 0 0,-1 1 0,1-1 0,2 3 3,2 3 7,-1 0-1,0 1 1,0 0-1,0 1 0,-1 0 1,-1 0-1,1 1 1,-1-1-1,-1 1 1,0 1-1,0-1 1,-1 1-1,1 7-6,3 0-26,0 1 0,0-2 0,10 15 26,-16-30-182,0-1 1,-1 0-1,1 1 1,0-1-1,0 0 1,0 0-1,0 0 1,0 0-1,0 0 0,0 0 1,0-1-1,0 1 1,1-1-1,-1 0 1,0 1-1,0-1 1,0 0-1,1 0 1,-1 0-1,0-1 1,0 1-1,0 0 1,1-1 181,10 0-2133,10 1-2135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23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9690,'0'0'5401,"0"0"-4377,0 0 305,0 0 335,0 0-1072,0 0-432,0 0-64,77 0-8,-48 0-40,-7 0-48,1 0 0,-3 0-984,-11 0-968,-4 0-1817,-5 0-4161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23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13035,'0'0'1768,"0"0"121,0 0 751,0 0-1048,0 0-879,0 0-409,166-36-208,-104 18-96,18-5-824,-11 8-2217,-15 2-4681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24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11618,'0'0'2814,"0"0"-1233,0 0 43,0 0 59,5 28-424,-4-22-1195,11 51 765,3-1 0,2 0 0,4 5-829,-10-28 340,-11-32-232,0-4 58,-6-99 101,3 66-244,1-1 0,2-35-23,1 71 4,-1 1 0,0-1 0,0 0 0,1 0 0,-1 0 0,0 0 0,1 0 0,-1 0 0,1 1 0,-1-1 0,1 0 0,0 0 0,-1 1 0,1-1 0,0 0 0,-1 1 0,1-1 0,0 1 0,0-1 0,-1 1 0,1-1 0,0 1 0,0-1-1,0 1 1,0 0 0,0 0 0,0-1 0,-1 1 0,1 0 0,0 0 0,0 0 0,0 0 0,0 0 0,0 0 0,0 0-4,2 0 10,0 0 0,-1 1 0,1-1 1,0 0-1,-1 1 0,1 0 0,0 0 0,-1 0 0,1 0 0,-1 0 0,1 0 0,0 1-10,5 5 9,0 1-1,0 0 1,-1 0-1,0 0 1,0 1-1,-1 0 1,0 1-1,-1-1 1,4 9-9,36 98 105,-39-99-97,3 0 228,-6-26-123,-5-43-80,1 30-27,1 9-6,1 0 1,0 1 0,1-1-1,0 0 1,1 1 0,5-12-1,-8 21 9,1 1 1,0 0-1,-1-1 0,1 1 1,0 0-1,1 0 1,-1 0-1,0 0 1,0 0-1,1 0 1,-1 0-1,1 0 0,0 1 1,-1-1-1,1 0 1,0 1-1,0 0 1,0-1-1,0 1 0,0 0 1,1 0-1,-1 0 1,0 0-1,0 0 1,1 1-1,-1-1 0,0 1 1,1 0-1,-1-1 1,1 1-1,-1 0 1,0 0-1,1 1 0,-1-1 1,1 0-1,-1 1 1,0-1-1,0 1 1,1 0-1,1 1-9,0 0 37,1 1 0,-1 0 0,1 1 0,-1-1 1,0 1-1,0-1 0,-1 1 0,1 0 0,-1 1 0,0-1 0,1 3-37,34 58 437,-27-44-370,5 12-407,14 20 917,-10-33-2946,8-10-3811,-10-9-2894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24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14051,'0'0'1826,"0"0"51,0 0 255,6 26-716,23 82-737,-26-101-630,0 0 0,0 0 0,1 0 0,-1-1 0,2 0 0,-1 0 0,1 0 0,-1 0 0,2-1 0,-1 1 0,1-1 0,-1-1 0,7 5-49,-8-7 37,-1 1 1,1-1 0,0 0 0,0 0 0,0-1 0,0 1-1,0-1 1,0 0 0,0 0 0,1 0 0,-1 0 0,0-1-1,0 0 1,1 0 0,-1 0 0,0 0 0,1-1 0,-1 1-1,0-1 1,1 0-38,-2-1 11,0 0 0,-1 0 0,1 0 0,0-1 0,-1 1 0,1 0 0,-1-1-1,0 0 1,0 1 0,0-1 0,0 0 0,0 0 0,0 0 0,-1-1 0,0 1 0,0 0-1,0 0 1,0-1 0,0 1 0,0-1 0,-1-1-11,3-12 18,-1-1-1,-1 0 1,-1-9-18,0 13-53,-3-65 242,2 74-255,0 0 0,0 1 0,0-1 0,0 0 0,-1 1 0,1-1 0,-1 1 1,0-1-1,-1 1 0,1 0 0,-1 0 0,0 0 0,0 0 0,-1-1 66,-4 3-4040,7 2 656,1 0-7572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25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0 170 12499,'0'0'1596,"0"0"-301,0 0 36,27-14-560,13-7-611,92-51 225,-131 71-303,0 1 0,0-1-1,0 1 1,0-1 0,-1 0 0,1 1-1,0-1 1,0 0 0,0 0 0,-1 1 0,1-1-1,0 0 1,-1 0 0,1 0 0,-1 0-1,1 0 1,-1 0 0,1 0 0,-1 0-1,0 0 1,1 0 0,-1 0 0,0 0-1,0 0 1,0-1 0,0 1 0,0 0-1,0 0 1,0 0 0,0 0 0,0 0-1,-1 0 1,1 0 0,0 0 0,-1 0-1,1 0 1,-1 0 0,1 0 0,-1 0-82,0-1 112,-1 0 0,1 0 0,-1 0 0,1 0 0,-1 1 0,0-1 0,1 1 0,-1-1 0,0 1 0,0 0 0,0 0 0,0 0 0,0 0 0,-1 0 0,1 0 0,0 0 0,-2 0-112,0 1 38,1-1 0,0 1 0,-1 0 0,1 0 0,-1 1 0,1-1 0,0 1 0,-1-1 0,1 1 0,0 0 0,0 0 0,0 0 0,0 1 0,0-1 0,0 1 0,0 0 0,0 0 0,-2 2-38,0 1 15,0 0 1,0 0-1,1 0 0,0 1 0,0 0 1,0-1-1,1 2 0,-1-1 1,0 3-16,-2 6 27,1 1 0,0 0 1,1 1-1,1-1 1,0 0-1,1 1 1,0 12-28,2-26 38,0 0 0,0 0 0,0 1 0,0-1 0,1 0 0,-1 0 1,1 0-1,0 0 0,0 0 0,0 0 0,0 0 0,0-1 0,0 1 0,2 1-38,-1-2 24,0-1 1,0 1-1,0-1 0,0 0 0,0 1 1,0-1-1,0 0 0,0-1 0,1 1 0,-1 0 1,0-1-1,1 1 0,-1-1 0,0 0 1,1 1-1,-1-1 0,1 0 0,-1-1 0,1 1-24,20 0-245,1-1-1,0-1 0,14-4 246,33-16-4209,-27 2-3259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25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4841,'0'0'5693,"0"0"-3104,0 0-807,0 0-15,0 0-510,0 0-457,16 15-290,49 50-235,-61-60-194,0-1 0,0 0 0,0 1 1,-1 0-1,0-1 0,0 1 1,0 1-1,-1-1 0,0 0 1,1 1-1,-2-1 0,1 1 1,-1-1-1,0 1 0,0 0 1,0 1-82,-1-4 87,-1-1 0,1 1-1,0 0 1,-1 0 0,1-1 0,-1 1 0,0-1 0,0 1-1,0 0 1,0-1 0,0 0 0,-1 1 0,1-1 0,-1 0 0,1 1-1,-1-1 1,0 0 0,0 0 0,0-1 0,0 1 0,0 0 0,-1-1-1,1 1 1,0-1 0,-1 0 0,-1 1-87,-12 5 111,0-2 1,-1 0-1,1-1 0,-1 0 1,0-2-1,0 0 0,0 0 1,-12-2-112,33-9-1822,48-19-5781,-20 14-695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25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1816,'0'0'7334,"0"0"-3461,0 0-1111,0 0-862,0 0-825,0 0-152,1 19 273,6 69 1317,6 17-2513,-6-62 325,1 0 0,2-1 0,3 0 0,2 2-325,-2-23-704,-12-20 581,-1-1 1,0 0 0,0 0 0,0 1 0,1-1-1,-1 0 1,0 0 0,0 0 0,0 0 0,1 1 0,-1-1-1,0 0 1,0 0 0,1 0 0,-1 0 0,0 0-1,0 0 1,1 0 0,-1 0 0,0 1 0,1-1-1,-1 0 1,0 0 0,0 0 0,1 0 0,-1-1 0,0 1-1,1 0 1,-1 0 0,0 0 0,0 0 0,1 0-1,-1 0 1,0 0 0,0 0 0,1-1 0,-1 1-1,0 0 1,0 0 0,1 0 0,-1 0 0,0-1 0,0 1-1,0 0 1,1 0 0,-1-1 0,0 1 0,0 0-1,0 0 1,0-1 0,0 1 0,0 0 0,0 0-1,1-1 1,-1 1 0,0 0 0,0-1 0,0 1 0,0 0-1,0 0 1,0-1 0,0 1 0,0 0 0,-1-1-1,1 1 1,0 0 0,0 0 0,0-1 0,0 1 122,0-12-8075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26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0 182 12707,'0'0'2990,"0"0"-166,0 0-607,0 0-1109,0 0-705,27-15-303,83-45-399,-105 58 164,0-1 0,-1 1 0,1 0 0,0 1 0,0-1 0,0 1 0,0 0 0,0 0 0,0 0 0,1 1 0,-1 0 0,0 0-1,5 0 136,7 1-712,-11 0 517,0 0 0,0 0 0,-1 0 0,1 1 1,0 0-1,-1 0 0,1 0 0,-1 1 1,0 0-1,0 0 0,0 0 0,0 0 0,-1 1 1,1 0-1,-1 0 0,0 0 0,0 1 0,0-1 1,-1 1-1,1 0 0,-1 0 0,2 5 195,1 1 145,0 0-1,-1 1 0,0 0 0,3 12-144,-5-14 885,-1 2-1,0-1 0,-1 0 1,0 0-1,0 2-884,-1-12 1326,0-10 943,1-17-1800,1 0 0,1 0-1,1 0 1,1 0-469,-2 13 25,0 0 1,1 1-1,0 0 0,1 0 0,1 0 1,0 0-1,0 1 0,1 0 0,2-3-25,-5 10-307,0 0-1,-1 1 1,1-1-1,1 1 1,-1-1-1,0 1 1,1 1-1,-1-1 1,1 1-1,0 0 1,0 0-1,0 0 1,0 0-1,2 1 308,19-5-4979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26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11330,'0'0'4283,"0"0"-1986,0 0-563,0 0-316,0 0-567,-25 11-277,-80 40 16,101-49-545,0 1 1,1-1-1,0 1 0,-1 0 1,1 0-1,0 0 1,1 0-1,-1 1 0,0-1 1,1 1-1,0-1 0,0 1 1,0 0-1,0 0 1,1 0-1,-1 0 0,1 0 1,0 1-1,0-1 0,1 0 1,-1 0-1,1 1 1,0-1-1,0 0 0,1 1 1,-1-1-1,1 2-45,0 8 182,-2-10-131,1 0 0,0 0 0,0 0 1,1 0-1,-1 0 0,1 0 0,0 0 0,0 0 1,0 0-1,0 0 0,1-1 0,0 1 0,0 0 0,0 0-51,0-2 28,1 0-1,-1 0 0,1 0 1,0 0-1,-1-1 0,1 1 1,0-1-1,0 1 0,0-1 1,0 0-1,0 0 0,0 0 1,0-1-1,0 1 0,0-1 1,1 0-1,-1 0 0,1 0-27,9 1 15,-1-1-1,1-1 0,-1 1 1,0-2-1,1 0 1,-1-1-1,0 0 1,0 0-1,-1-1 0,1-1 1,9-5-15,-15 7-16,0-1-1,0 0 1,0 0 0,-1-1 0,0 1 0,0-1-1,0 0 1,0-1 0,-1 1 0,0-1 0,0 0-1,0 0 1,-1 0 0,1-1 0,-2 1 0,1-1 0,-1 1-1,0-1 1,0 0 0,-1 0 0,1-4 16,-1-41 384,-1 51-188,0 1-89,0 24-18,-2 16 80,2 43 491,1-78-739,-1 1 0,1 0 1,0-1-1,1 1 0,0-1 0,0 1 0,0-1 0,0 0 0,1 0 0,0 0 0,0 0 1,2 2 78,-2 1-2050,-3-6-6729,0-2-2809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38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3345,'0'0'763,"0"0"-23,0 0-124,0 0 1,0 0 75,0 0 245,2-8 395,4-23 20,-6 37 2313,0 14 113,7-35-1527,-5 3-2122,2-6-36,-2 35-109,1 85 448,-3-102-282,0 0 133,0-28 885,0-33-1014,0 61-185,-1 32-158,2-23 182,-1 29 109,0-34 44,0-26-91,1 0-45,0 15-10,0 1 0,-1-1 1,0 0-1,0 0 0,-1 1 0,1-1 1,-1 0-1,-2-6 0,-6 58-222,3 14 23,1-13-1632,4-15-2495,1-25-535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34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13883,'0'0'1875,"0"25"-127,-1 12-904,0 10 627,2-1-1,2 10-1470,2-23 493,2-1 0,1 0 1,1-1-1,10 21-493,-7-16 390,-5-166 2463,-7 101-2828,0 0 1,3 0-1,0 0 0,2-1-25,-3 20 6,1 0 0,0 0-1,0 1 1,1 0 0,1 0 0,-1 0-1,1 0 1,1 0 0,0 1 0,0 0 0,0 0-1,1 1 1,5-4-6,-10 9-1,0 0 1,0 0-1,0 0 1,1 0-1,-1 0 1,1 1-1,-1-1 0,1 1 1,0 0-1,0-1 1,-1 1-1,1 1 1,0-1-1,0 0 0,0 1 1,0-1-1,0 1 1,0 0-1,0 0 0,0 0 1,0 0-1,0 1 1,0-1-1,0 1 1,0 0-1,0 0 0,0 0 1,-1 0-1,1 0 1,0 1-1,-1-1 1,1 1-1,-1 0 0,1-1 1,-1 1-1,0 1 1,0-1-1,0 0 0,0 0 1,0 1-1,0-1 1,0 2 0,6 8 1,0 0 1,0 0-1,-2 1 0,0 0 1,0 0-1,-1 1 0,-1 0 1,1 5-2,5 65 31,-10-67-75,2 0 1,0 0-1,0 0 0,4 10 44,-5-25-83,0 0 0,0 0 0,-1 0 0,1 0 0,0 0 0,1 0 0,-1 0 0,0-1 0,1 1 0,-1 0 0,1-1 0,-1 1 0,1-1 0,-1 1 1,1-1-1,0 0 0,0 0 0,0 0 0,0 0 0,0 0 0,0 0 0,0-1 0,0 1 83,52 4-4898,-45-6 3523,25 1-4655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34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14323,'0'0'2545,"0"0"-977,0 0 520,0 0-735,0 0-793,0 0-360,151 0-128,-117 0-64,-2 0-8,-7 0-464,-7 0-1729,-7 0-2352,-11 0-4505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34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0 155 7682,'0'0'8289,"0"0"-4408,0 0-1376,0 0-297,0 0-1368,0 0-431,0 0-313,152-75-96,-98 52-32,0 5-593,15 3-1087,-12 2-2777,-9 3-4961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35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11 159 13915,'0'0'2011,"0"0"-447,0 0 500,-1 28-255,-4 211 1283,5-124-1752,0-112-1268,0-3 21,0-5 42,-2-96 72,-1 34-152,4 0 0,7-53-55,-7 113 10,0 0-1,1 1 1,0-1-1,0 0 1,0 1-1,1 0 0,2-4-9,-5 9 3,0 0 0,1 1 0,0-1 0,-1 0 0,1 0 0,-1 1 0,1-1 0,0 0 0,0 1 0,-1-1 0,1 0 0,0 1 0,0-1 0,0 1 0,0-1 0,0 1 0,-1 0 0,1-1 0,0 1 0,0 0 0,0 0 0,1 0-3,-1 0 0,1 0 0,-1 1 0,0-1 1,1 1-1,-1-1 0,1 1 0,-1 0 1,0 0-1,0-1 0,1 1 0,-1 0 1,0 0-1,0 0 0,0 1 0,0-1 1,0 0-1,0 0 0,0 0 0,0 2 0,18 26-3,-2 1-1,12 27 4,-20-37 1,1 1 0,0-1 0,2-1 0,0 0 0,1-1-1,1 0 1,1-1 0,9 7-1,-22-21 3,1-1 0,0 0 0,0 0-1,0 0 1,0 0 0,0 0-1,0-1 1,0 1 0,1-1 0,-1 0-1,0 0 1,1 0 0,-1 0-1,1-1 1,-1 0 0,1 1 0,0-1-1,-1-1 1,1 1 0,-1 0 0,1-1-1,-1 0 1,1 1 0,-1-1-1,0-1 1,1 1 0,-1 0 0,0-1-1,0 0 1,0 0 0,0 0 0,0 0-1,2-2-2,1-1 9,-1-1-1,0 1 0,0-1 1,0 0-1,-1-1 1,0 1-1,0-1 1,0 1-1,-1-1 0,0 0 1,-1-1-1,1 1 1,-1 0-1,-1-1 0,1-2-8,1-41 125,-3 0-1,-2 0 0,-2 1 0,-2-1 0,-6-14-124,12 65 1,11 29-7409,0-3 1561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35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1568,'0'0'10037,"0"0"-6075,0 0-2027,0 0-693,0 0-430,28 0-314,159-7 283,-206 6 626,-25 1-650,1 1 1,0 3 0,-8 2-758,46-4 152,8-1-53,20 2-16,35-2-48,0-5-58,30-1-136,-32-4-3070,-50 7 1762,3-1-4495,-3 3-1921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40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26 3529,'0'0'1792,"0"0"2032,0 0-1936,0 0-570,0 0-73,0 4-334,-4 16 595,4-46 1886,1 3-379,-1 49-2643,1-14-294,-2 50 1,0-41 565,1-21-573,0 0-1,0 0 1,0 0 0,0 0-1,0 0 1,0 0 0,0 0 0,0 0-1,0 0 1,0 0 0,-1 0-1,1 0 1,0 0 0,0 0-1,0 0 1,0 1 0,0-1-1,0 0 1,0 0 0,0 0-1,0 0 1,0 0 0,0 0-69,-9-87 204,8 116-307,-1 18 81,6-21-3691,2-21-1426,4-2-3721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40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12803,'0'0'2270,"0"0"-81,0 0 37,7 27-730,51 179-318,-52-190-829,-7-34 318,-1-8-611,0-28 7,0 34-36,1 0 1,1 0 0,2-7-28,-1 20 5,0 0 0,1 0 0,-1 1 1,1-1-1,1 0 0,-1 1 0,1-1 0,1 1 1,-1 0-1,1 0 0,3-4-5,-2 3 9,1 0 0,0 0-1,1 0 1,0 1 0,7-6-9,-11 10 10,0 0-1,0 0 1,0 1 0,0-1-1,1 1 1,-1-1 0,1 1 0,-1 0-1,1 1 1,-1-1 0,1 1 0,0-1-1,-1 1 1,1 0 0,0 0 0,-1 1-1,1-1-9,-1 1 1,-1 0-1,0 1 0,1-1 0,-1 0 0,0 1 1,0-1-1,0 1 0,0 0 0,0 0 0,0-1 1,0 1-1,-1 1 0,1-1 0,-1 0 0,1 0 1,-1 0-1,0 1 0,0-1 0,0 1 0,0-1 1,0 1-1,0 1 0,14 61-6,-6 26-576,-3 0 1,-6 56 581,0-81-596,1-64-3367,6-2 280,-1 0-4812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41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3673,'0'0'7345,"0"0"-7345,0 0-5929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44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9 4457,'0'0'8714,"0"0"-4976,0 0-1658,0 0-214,0 0-540,0-9-246,1 97-207,-5-1 0,-3 1 1,-4-1-1,-8 21-873,16-94 33,0 0 0,1 0 0,0 0 0,1 10-33,1-22-198,0-2-448,2-5-973,25-58-8336,-11 29-952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44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0 13651,'0'0'2319,"0"0"-748,0 0-117,0 0-615,0 0-535,0 0-146,-8 23 237,-47 116 2658,-19 23-3053,64-142 198,3-7-78,0 1 1,1 0 0,0 0-1,1 0 1,1 0-1,0 1 1,1 0-1,0 0 1,1 11-121,2-25 31,1 1 0,-1-1 0,1 0 0,0 1 0,-1-1 0,1 0 0,0 1 0,0-1 0,0 0 0,0 0 0,0 0 0,0 0 0,0 0 0,1 0 0,-1 0 0,0 0 0,1 0 0,-1-1 0,0 1 0,1 0 0,-1-1 0,1 1 0,-1-1 0,1 0 0,-1 1 0,1-1 0,-1 0 1,1 0-1,1 0-31,51 3 417,-52-3-405,100 1 229,35 0-967,-47-3-3255,-44-3-1826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45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93 1776,'0'0'9618,"0"0"-6248,0 0-1624,0 0 213,0 0-310,0 0-429,-8-11-241,4 4-871,-28-38 803,30 42-819,-1 1 0,1-1 0,-1 1 0,0 0 0,1 0 0,-1 0 0,0 0 1,0 0-1,0 1 0,-1-1 0,1 1 0,0 0 0,0 0 0,-1 0 0,1 0 0,-1 1 0,-2-1-92,3 1 22,-1 0 0,0 0-1,1 0 1,-1 1-1,0-1 1,1 1 0,-1 0-1,1 0 1,-1 1-1,1-1 1,-1 1 0,1-1-1,0 1 1,-3 2-22,1 0 14,1 0 0,0 1-1,1 0 1,-1-1 0,1 1 0,0 0 0,0 1-1,0-1 1,0 1-14,-3 10 82,0 1-1,0 0 1,2 1-1,0 0 1,1-1-1,0 1 0,2 0 1,0 0-1,1 0 1,3 16-82,-3-30 8,1 0-1,0 0 1,0 0 0,0-1-1,1 1 1,0 0 0,-1-1-1,1 1 1,1-1 0,-1 1 0,0-1-1,1 0 1,-1 0 0,1 0-1,0 0 1,0 0 0,0-1-1,1 0 1,-1 1 0,1-1 0,-1 0-1,1-1 1,0 1 0,-1 0-1,1-1 1,0 0 0,0 0-1,2 0-7,13 3-228,0 0-1,1-1 1,-1-1 0,1-1-1,5-1 229,-9-1-980,-1 0-1,1-1 1,0-1 0,-1 0-1,0-1 1,13-6 980,48-22-10910,-49 19 5615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45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199 150 2865,'0'0'6472,"0"0"-3778,0 0-923,0 0-52,0 0-398,0 0-330,-11-6 108,7 4-1082,-47-21 1582,48 22-1501,0 1 1,0-1-1,0 0 0,0 1 0,0-1 0,0 1 0,1 0 1,-1 0-1,0 0 0,0 0 0,0 1 0,0-1 0,0 1 0,0 0 1,0 0-1,1 0 0,-1 0 0,0 0 0,1 1 0,-1-1 0,1 1 1,-1 0-99,-4 5 90,0 1 1,1 1 0,0-1 0,0 1-1,1 0 1,0 0 0,0 0 0,1 1-1,1-1 1,0 1 0,0 0 0,1 0-1,0 0 1,0 1 0,1-1 0,1 0-1,0 0 1,0 1 0,1-1 0,1 8-91,-1-15 12,0 1 1,0-1-1,1 0 1,-1 1 0,1-1-1,0 0 1,-1 0-1,1 0 1,0 0 0,1 0-1,-1-1 1,1 1-1,-1-1 1,1 1 0,0-1-1,0 0 1,-1 0-1,2 0 1,-1-1 0,0 1-1,0-1 1,0 1-1,1-1 1,-1 0 0,1 0-1,0-1-12,13 4-65,0-2 0,0 0 0,0-1 0,16-1 65,-21 0-111,-7-1 68,-1 1 1,0 0-1,1-1 1,-1 0 0,0 0-1,1 0 1,-1 0 0,0-1-1,0 1 1,0-1-1,0 0 1,0-1 0,0 1-1,-1 0 1,1-1 0,-1 0-1,0 0 1,0 0-1,0-1 1,2-1 42,4-8-63,-1 0 0,0-1 0,-1 1 0,-1-2 0,2-3 63,15-32 29,-23 50-24,0 0-1,0 0 1,1 0 0,-1 0 0,0-1-1,0 1 1,1 0 0,-1 0-1,0 0 1,0 0 0,1 0 0,-1 0-1,0 0 1,0 0 0,1 0 0,-1 0-1,0 0 1,0 0 0,1 0-1,-1 0 1,0 0 0,0 0 0,1 0-1,-1 0 1,0 0 0,0 0-1,1 1 1,-1-1 0,0 0 0,0 0-1,1 0 1,-1 0 0,0 0 0,0 1-1,0-1 1,0 0 0,1 0-1,-1 0 1,0 1 0,0-1 0,0 0-1,0 0 1,0 1 0,0-1 0,1 0-1,-1 0 1,0 1 0,0-1-1,0 0 1,0 0 0,0 1 0,0-1-1,0 0 1,0 1-5,7 14-17,-7-14 31,6 16-6,-4-13-7,-1 0 0,0-1 0,1 1 0,-1 0 1,-1 1-1,1-1 0,-1 0 0,1 3-1,-1-6 44,0-1 116,0-21 197,1 2-385,0 1 0,2-1 0,0 1 0,1 0 0,1 0 0,0 1 0,2-1 0,0 1 0,1 1 0,0-1 0,1 1 1,1 1-1,1-1 0,1 1 28,-9 12-300,-1 0 0,1 1 0,-1 0 0,1-1 0,0 1 0,0 0 0,0 1 0,0-1 0,0 0 0,0 1 0,0 0 0,1 0 0,-1 0 0,1 0 0,1 0 299,55-1-7121,-38 2 2769,20 0-2583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46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0 3713,'0'0'7375,"0"0"-4367,0 0-1066,0 0 49,0 0-466,0 0-764,-18 1-385,-55 7-55,70-7-291,0 0-1,0 0 1,1 1-1,-1-1 0,1 1 1,-1-1-1,1 1 0,0 0 1,-1 0-1,1 0 0,0 0 1,0 0-1,0 0 0,1 1 1,-1-1-1,1 1 0,-1-1 1,1 1-1,-1 2-29,-13 49 515,13-45-409,-1 4 28,1 1 0,0 0 0,1-1 0,1 1-1,0 0 1,1 6-134,-1-17 12,0 0 1,1 0-1,-1 0 0,1 0 1,-1-1-1,1 1 0,0 0 1,0-1-1,1 1 0,-1-1 0,0 1 1,1-1-1,-1 1 0,1-1 1,0 0-1,0 0 0,0 0 0,0 0 1,0 0-1,1 0 0,-1-1 1,0 1-1,1-1 0,-1 0 1,1 1-1,-1-1 0,1 0 0,0 0 1,0-1-1,-1 1 0,1-1 1,3 1-13,-2 0-20,1-1-1,0 0 1,0 0 0,0 0 0,0-1 0,0 1 0,-1-1 0,1 0 0,0 0-1,0-1 1,-1 0 0,1 0 0,-1 0 0,0 0 0,1 0 0,-1-1-1,3-2 21,-2 0-75,0-1-1,0 0 0,0 1 1,-1-2-1,0 1 0,0 0 1,0-1-1,-1 0 0,0 0 0,-1 0 1,2-3 75,1-4 142,-1-1-1,0 1 1,-1-1 0,0 0 0,-1 0 0,-1-7-142,-1 22 549,0 10-222,0 11-283,-1-10-52,1 0 0,0 0-1,1 0 1,0 0 0,0 0-1,1 0 1,1 0-1,0 0 1,3 6 8,-5-15-196,1 0 1,-1-1-1,1 0 0,-1 1 0,1-1 1,0 0-1,0 0 0,0 0 0,0 0 1,-1 0-1,1 0 0,1-1 0,-1 1 0,0-1 1,0 1-1,0-1 0,0 0 0,0 0 1,0 0-1,0 0 0,0 0 0,1 0 1,-1-1-1,0 1 0,1-1 196,10 1-3360,10 0-5518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46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0 10778,'0'0'2281,"0"0"-277,0 0-1,0 0-461,0 0-578,0 0-172,-14 18-3,-44 60-96,55-73-617,0 0 1,0 1-1,1-1 1,0 1-1,0-1 1,0 1-1,1 0 1,0 0-1,0 0 1,0 0-1,1 0 1,0 0-1,0 0 1,1 0-1,-1 0 1,1-1-1,1 5-76,0 0 154,-1-7-129,0 1 1,0 0-1,0-1 0,1 1 1,0-1-1,-1 0 1,1 1-1,1-1 1,-1 0-1,0 0 1,1 0-1,-1-1 1,1 1-1,0-1 1,0 1-1,0-1 0,0 0 1,0 0-1,1 0 1,-1 0-1,1-1 1,-1 1-1,1-1 1,-1 0-1,1 0 1,0-1-1,0 1 0,0-1-25,3 2-179,-1-1 0,0-1 0,1 1 0,-1-1 0,1-1 0,-1 1 0,1-1 0,-1 0 0,0 0 0,0-1 0,1 0 0,-1 0-1,0 0 1,0-1 0,-1 0 0,3-1 179,32-34-4357,-18 10-1435,-12 9-189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47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13019,'0'0'2744,"0"0"-22,0 0-183,0 0-986,0 0-841,0 0-256,7 22 103,1-1-398,0 2 30,-1 0-1,-1 1 1,-1 0 0,-1-1 0,0 5-191,1 51 488,-5-48-668,2-1 0,2 0 0,0 0 0,2 0 0,4 8 180,-10-37-184,1 0 0,-1 0 0,0 0 0,1 0 1,-1 0-1,1 0 0,-1 0 0,1 0 0,0 0 1,-1-1-1,1 1 0,0 0 0,0 0 0,-1-1 1,1 1-1,0 0 0,0-1 0,0 1 0,0 0 184,15 1-7183,-5-2-1923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47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0 137 6553,'0'0'8789,"0"0"-5922,0 0-1162,0 0 291,0 0-910,0 0-685,32-6-254,101-20-109,-47 3 36,-82 22-68,0-1 0,0 0 0,-1 1 0,1-2 0,0 1 0,-1 0 0,1-1 0,-1 1 0,0-1 0,0 0 0,0 0 0,0 0 0,0-1-6,-2 3-2,-1 1-1,1-1 1,0 0-1,0 0 0,-1 0 1,1 0-1,0 1 1,-1-1-1,1 0 1,0 0-1,-1 0 0,0 0 1,1 0-1,-1-1 1,0 1-1,1 0 1,-1 0-1,0 0 0,0 0 1,0 0-1,0 0 1,0 0-1,0-1 0,0 1 1,0 0-1,-1 0 1,1 0-1,0 0 1,-1 0-1,1 0 0,0 0 1,-1 0-1,0 0 1,1 0-1,-1 0 0,0 0 1,1 0-1,-1 0 1,0 1-1,0-1 1,1 0-1,-1 0 0,0 1 1,0-1-1,0 1 1,0-1-1,0 1 0,0-1 1,0 1-1,0-1 1,-1 1-1,1 0 1,0 0-1,0 0 0,0-1 1,0 1-1,0 0 1,-1 0 2,-3 0 5,1-1 1,-1 1-1,1 0 0,-1 0 1,1 1-1,-1-1 1,1 1-1,-1 0 1,1 0-1,0 1 1,0-1-1,-1 1 1,1 0-1,-3 2-5,2 1 23,-1 1-1,1 0 0,1 0 1,-1 1-1,1-1 1,0 1-1,1 0 1,-1 0-1,1 0 1,1 1-1,-1-1 1,1 1-1,1-1 0,-1 8-22,0-5 25,0 1-1,1 0 1,1 0-1,0 0 1,1 0-1,0-1 1,0 1-1,1 0 0,0-1 1,3 8-25,-2-12 11,-1-1 0,1 0 0,0 0 1,1 0-1,-1 0 0,1-1 0,0 1 0,0-1 0,0 0 0,1 0 1,0 0-1,-1-1 0,1 0 0,0 0 0,1 0 0,-1 0 1,0-1-1,1 0 0,-1 0 0,3 0-11,11 3 10,-1-1 0,1-2 0,0 0 0,0 0 0,13-2-10,-28 0 5,0 0-1,0 0 0,1 0 1,-1 0-1,0-1 1,0 0-1,0 0 0,0 0 1,0 0-1,0-1 0,0 1 1,0-1-1,0 0 1,-1 0-1,1 0 0,0-1 1,-1 1-1,0-1 1,0 0-1,0 0 0,0 0 1,0-1-1,-1 1 0,1 0 1,-1-1-1,0 0 1,0 1-1,1-5-4,2-7 131,-1-1 0,-1 0 0,-1 0 1,0 0-1,-1-1 0,0-14-131,5-48 266,-6 77-294,0 0 0,0 0-1,1 1 1,-1-1-1,0 0 1,1 0-1,0 1 1,-1-1-1,1 0 1,0 1-1,0-1 1,0 0 0,0 1-1,0-1 1,0 1-1,0 0 1,1-1-1,-1 1 1,0 0-1,1 0 1,-1 0-1,1 0 1,-1 0 0,1 0-1,0 0 1,-1 0-1,1 1 1,0-1-1,0 1 1,0-1-1,-1 1 1,1 0-1,0-1 1,0 1 0,0 0-1,0 0 1,-1 0-1,1 1 1,0-1-1,1 1 29,2 0-85,0 1 1,0 0-1,0 0 0,-1 0 0,1 1 1,-1 0-1,1 0 0,-1 0 0,0 0 0,0 0 1,0 1-1,-1 0 0,3 3 85,1 4-75,0 1 0,-1 0 0,-1 1-1,0-1 1,-1 1 0,0 0 0,0 0 0,-2 1-1,0-1 1,0 0 0,-1 10 75,0-20-530,-1-1-1,1 0 0,-1 1 1,1-1-1,0 0 1,0 0-1,0 1 1,0-1-1,1 0 1,-1 0-1,1 0 0,-1-1 1,1 1-1,-1 0 1,1 0-1,0-1 1,0 1-1,1 0 531,9 6-7515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48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7514,'0'0'9554,"0"0"-7618,0 0-528,0 0-351,0 0-713,0 0-344,0 0-240,29 67-2057,-15-44-3872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48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15331,'0'0'2066,"0"0"-846,0 0-7,0 0-368,0 0-508,0 0-223,-8 9-17,4-6-64,1 0 1,-1 1-1,1-1 0,0 1 0,0 0 0,1 0 1,-1 0-1,1 0 0,0 0 0,0 1 0,0-1 1,0 1-1,1-1 0,0 1 0,0 0 0,0 0 0,0-1 1,1 1-1,0 0 0,0 0 0,0 0 0,1-1 1,-1 1-1,1 0 0,0 0 0,1-1 0,1 4-33,33 50 412,-30-51-394,-1 0 0,0 0 0,0 0 1,-1 0-1,0 1 0,0-1 0,-1 1 1,0 0-1,0 0 0,-1 0 0,0 0 1,-1 1-1,0-1 0,1 7-18,-3-13 34,0-1 0,0 1-1,0 0 1,0-1 0,0 1-1,0-1 1,0 1 0,-1-1-1,1 0 1,-1 0 0,1 1-1,-1-1 1,1 0 0,-1 0-1,1 0 1,-1 0 0,0-1-1,0 1 1,1 0 0,-1-1-1,0 1 1,0-1 0,0 0 0,0 1-1,0-1 1,1 0 0,-1 0-1,-1-1-33,-63 5 343,63-4-339,-32-2 52,29 0-8558,18-7 1058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48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14667,'0'0'2146,"0"0"-320,0 0-83,0 0-420,0 0-295,3 31-232,30 198 512,-23-152-901,-8-50-368,1-1 1,1 1-1,2-1 0,1-1 0,0 1 0,6 10-39,5-12-1771,1-19-6836,-13-5 1244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49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13083,'0'0'6201,"0"0"-4176,0 0-57,0 0-496,0 0-904,0 0-416,0 0-152,111-69-152,-74 64-424,0 0-504,-5 0-784,-4-1-921,-2 6-24,-9 0-2264,-6 0-2368</inkml:trace>
  <inkml:trace contextRef="#ctx0" brushRef="#br0" timeOffset="1">340 1 7009,'0'0'4007,"0"0"-1740,0 0-493,0 0-323,0 0-402,0 0-23,12 8 62,34 30-227,-41-32-676,-1 1-1,-1-1 1,1 1-1,-1-1 1,0 1-1,0 0 1,-1 0 0,0 1-1,0-1 1,-1 0-1,0 1 1,0-1-1,-1 1 1,0 6-185,0 50 128,0-63-155,0-1 1,1 1 0,-1 0 0,1-1-1,-1 1 1,1-1 0,0 1 0,-1-1-1,1 1 1,-1-1 0,1 1 0,0-1 0,-1 0-1,1 1 1,0-1 0,0 0 0,-1 0-1,1 1 1,0-1 0,0 0 0,-1 0-1,1 0 1,0 0 0,0 0 0,-1 0-1,1 0 1,0 0 0,0 0 0,-1 0 0,1-1-1,0 1 1,0 0 0,-1 0 0,1-1-1,0 1 1,-1-1 0,1 1 0,0 0-1,-1-1 1,1 1 26,31-14-4808,-14 1-1544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49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0 10098,'0'0'2558,"0"0"-928,0 0 277,0 0-24,0 0-526,0 0-262,-22 16-62,-68 51-56,86-63-855,1-1 0,-1 1 0,0 1 0,1-1 0,0 0 0,0 1-1,0 0 1,1 0 0,-1 0 0,1 0 0,0 0 0,1 0 0,-1 0 0,1 1 0,0-1 0,1 0-1,-1 1 1,1-1 0,0 1 0,0-1 0,1 1 0,0 2-122,-1 11 365,0-16-331,0 0 0,-1 1 0,1-1-1,0 1 1,0-1 0,1 0-1,-1 1 1,1-1 0,-1 1 0,1-1-1,0 0 1,1 0 0,-1 1-1,0-1 1,1 0 0,0 0 0,0-1-1,0 1 1,0 0 0,0 0-1,0-1 1,1 0 0,-1 1 0,1-1-1,0 0 1,0 0 0,-1 0-1,1-1 1,0 1 0,1-1-1,-1 1 1,0-1 0,0 0 0,1 0-1,-1 0 1,3-1-34,8 4-128,1-2 0,-1 0 0,1-1-1,-1 0 1,1-1 0,0-1 0,-1 0 0,1-1-1,-1 0 1,0-1 0,1-1 0,7-4 128,1 0-1866,-1-1 0,-1-1 0,6-4 1866,54-41-11588,-57 37 7082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49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4 8330,'0'0'3817,"0"0"-1135,0 0-171,0 0-386,0 0-720,0 0-449,-17-2-276,-57 0-92,71 3-548,0 0-1,0 0 0,0 0 1,0 0-1,0 0 1,1 1-1,-1-1 0,1 1 1,-1-1-1,1 1 1,-1 0-1,1 0 0,0 0 1,0 1-1,0-1 1,0 0-1,1 1 0,-1-1 1,1 1-1,-1 0 1,0 2-40,-16 54 447,15-50-397,2 0 0,-1 0-1,1 0 1,0 1 0,1-1-1,0 0 1,1 0 0,0 1 0,0-1-1,2 3-49,-2-9 10,0 1 0,1-1 0,-1 0 0,1 0-1,0 0 1,0-1 0,0 1 0,0 0 0,0-1-1,1 1 1,-1-1 0,1 0 0,-1 0 0,1 0 0,0 0-1,0 0 1,0 0 0,0-1 0,0 0 0,0 0 0,0 1-1,1-2 1,-1 1 0,0 0 0,1-1 0,-1 1 0,1-1-1,1 0-9,3 0-87,1 0 1,-1-1-1,0 0 0,0 0 0,0-1 0,0 0 0,0-1 0,0 1 0,0-1 1,-1-1-1,1 0 0,-1 0 0,0 0 0,0-1 0,-1 0 0,1 0 0,4-5 87,-4 3-50,0-1-1,0 1 0,-1-1 0,0-1 1,0 1-1,-1-1 0,0 0 1,-1 0-1,0 0 0,0 0 0,-1-1 1,0 0-1,0 0 0,-1-4 51,-2 118 3695,1-44-6996,-1-59 2962,0 0 0,0-1 0,0 1 0,0 0 0,0 0 0,0-1 0,0 1 0,0 0 1,0 0-1,-1-1 0,1 1 0,0 0 0,0 0 0,-1-1 0,1 1 0,-1 0 0,1-1 0,0 1 1,-1 0-1,1-1 0,-1 1 0,1-1 0,-1 1 0,0-1 0,1 1 339,-13 5-8138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0:58:50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3569,'0'0'1628,"0"0"326,0 0 609,0 0-65,0 0-410,0 0-259,9-9-257,27-25-202,-27 25-326,-9 9-313,0 0-171,0 0-121,0 0-61,0 0-48,0 0-91,0 0-49,0 0-34,0 0-151,0-1-1,0 1 1,0-1-1,1 1 1,-1 0-1,0-1 1,0 1-1,0-1 1,1 1-1,-1-1 1,0 1-1,1 0 1,-1-1-1,0 1 1,1 0-1,-1-1 1,0 1-1,1 0 1,-1 0-1,1-1 1,-1 1-1,0 0 1,1 0-1,-1 0 1,1-1-1,-1 1 1,1 0-1,-1 0 1,1 0-1,-1 0 1,1 0-1,-1 0 1,1 0-1,-1 0 1,1 0-1,-1 0 1,1 0-1,-1 0 1,1 1-1,-1-1 1,1 0-5,22-2-183,-22 2 179,0 0 0,0 0 0,-1 0 0,1 0 1,0 0-1,0 0 0,0 1 0,0-1 1,-1 0-1,1 0 0,0 1 0,0-1 0,0 1 1,-1-1-1,1 1 0,0-1 0,-1 1 1,1-1-1,0 1 0,-1-1 0,1 1 0,-1 0 1,1-1-1,-1 1 0,1 0 0,-1 0 1,1-1-1,-1 1 0,0 0 0,1 0 0,-1 0 1,0-1-1,0 1 4,1 33 168,-2-18 241,1-15-183,0-1-11,0 0-27,0 0-84,0 0-292,0-10-6735,0 4-1401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0:48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872 0 10658,'0'0'2594,"0"0"-1172,0 0 275,-26 9-124,-1-1-1180,13-4-199,0 0 1,0 1-1,0 1 1,0 0-1,1 1 1,0 0-1,0 1 1,1 1-1,0 0 1,-5 5-195,-17 19 553,2 2 0,1 1 0,1 2 0,3 0 0,1 2 0,-16 35-553,-25 60 1017,-19 66-1017,81-190 35,-72 183 1248,-40 165-1283,90-256 331,5 1 0,4 2 0,4 0 0,3 57-331,9-70 153,3 1 0,5-1 0,4-1 0,10 30-153,35 117 104,12-2 0,66 152-104,-116-347 42,0-2 0,3 0-1,22 34-41,-29-55-346,1 1 0,1-1 0,1-1 0,1-1 0,0 0 0,1-2 0,1 0 0,6 3 346,65 42-7080,-54-38 1623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0:49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0 16147,'0'0'1655,"0"0"-294,1 26 706,-1-17-1872,3 35 513,1-1 0,3 0 0,6 24-708,8 16 279,-3 2 0,-5 0 0,-3 0 0,-3 1 0,-6 78-279,-1-153 20,-1-1 0,-1 1-1,1-1 1,-2 1 0,0-1 0,0 0 0,-1 1 0,-1 0-20,4-7-14,-1-1 1,0 0 0,0 0-1,0 0 1,0 0 0,0 0-1,-1-1 1,1 1 0,-1-1-1,0 1 1,0-1 0,1 0-1,-2 0 1,1 0 0,0 0-1,0-1 1,-1 1 0,1-1-1,0 0 1,-1 0 0,0 0-1,1-1 1,-1 1 0,1-1-1,-4 0 14,-1 0-767,1 0 0,-1-1 0,1 0 0,-1 0-1,1-1 1,0 0 0,0 0 0,-5-2 767,-22-14-8670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2:04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1 349 14299,'0'0'3034,"0"0"-359,0 0-382,0 0-1082,6-29-565,4-10-457,15-62 1064,-4-6-1253,-17 71 211,1 0 810,1 70-641,5 142-306,-2-20 153,7 1-1,10 21-226,-25-176-9,1 13 35,2 1 1,0 0 0,1-1 0,0 0-1,5 8-26,-9-20-56,1 0-1,0 1 1,0-1-1,0 0 1,1 0-1,-1 0 1,1 0-1,0 0 1,0-1-1,0 1 1,0-1-1,0 0 1,0 0-1,0 0 1,1 0-1,-1 0 1,1-1-1,0 0 1,-1 1-1,1-1 1,0-1-1,0 1 1,-1-1-1,1 1 1,3-1 56,0 0-500,1-1 0,0 1 0,0-2 1,0 1-1,-1-1 0,6-2 500,26-15-5232,7-15-6419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2:05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0 306 15843,'0'0'2385,"0"0"-297,0 0-543,223-13-945,-135 3-400,3-1-144,1 4-56,45-4-1480,-23 1-2801,-11-3-5241</inkml:trace>
  <inkml:trace contextRef="#ctx0" brushRef="#br0" timeOffset="1">1076 0 15155,'0'0'4273,"0"0"-3657,0 0 1945,-14 211-897,16-111-680,18 8-263,6-1-257,-3-6-152,0-17-216,0-14-24,-3-22-64,-3-14-8,-6-16-712,-5-18-1393,-3-16-2768,-3-15-6001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2:05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1 293 12379,'0'0'2580,"10"-26"-347,-3 7-1731,-4 8-302,0 0-1,1 0 1,0 1 0,1-1 0,0 1-1,1 0 1,0 0 0,1 1-1,0 0 1,0 0 0,1 0 0,0 1-1,1 0 1,0 1 0,2-2-200,0 3 74,0 1 0,0 0 1,0 0-1,1 1 0,0 1 1,0 0-1,0 0 1,0 1-1,0 1 0,1 0 1,-1 1-1,0 0 0,1 0 1,-1 2-1,0 0 0,12 3-74,-16-3 46,0 0 0,0 1 0,0 0-1,0 1 1,-1 0 0,1 0-1,-1 0 1,0 1 0,0 0 0,-1 1-1,1 0 1,-1-1 0,-1 2 0,1-1-1,-1 1 1,0 0 0,0 0 0,-1 0-1,0 1 1,-1-1 0,1 1-1,-1 0 1,-1 0 0,2 6-46,-2-1 115,0 0 0,0 0 0,-1 1 0,-1-1 0,0 0 0,-1 0 0,0 1 0,-1-1 0,-1 0 0,0 0 0,-1-1 1,0 1-1,-1-1 0,0 0 0,-1 0 0,0 0 0,-1-1 0,-4 5-115,-1 0 52,-1-1-1,0 0 1,-1 0 0,-1-2-1,0 0 1,-1-1 0,0 0-1,-1-1 1,0-1 0,-1-1-1,0 0 1,-2-1-52,13-5-43,0 0 1,-1-1-1,1 0 0,-1 0 1,1-1-1,-1 0 0,0 0 43,6-1-201,0 0 1,0 0-1,1 0 0,-1 0 0,0 0 0,1-1 0,-1 1 0,0 0 0,1-1 1,-1 1-1,1-1 0,-1 0 0,0 1 0,1-1 0,-1 0 0,1 0 0,0 0 1,-1 0-1,1 0 0,0 0 0,0 0 0,0-1 0,-1 1 0,1 0 1,0-1-1,1 1 0,-1-1 0,0 1 0,0-1 0,1 1 0,-1-1 0,0-1 201,-1-29-9187</inkml:trace>
  <inkml:trace contextRef="#ctx0" brushRef="#br0" timeOffset="1">868 0 15875,'0'0'2601,"-60"136"1200,35-41-1769,5 13-760,17-3-567,3-10-337,14-15-224,18-14-96,5-19-48,8-14-136,35-33-768,-11 0-1161,-9-10-5337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2:05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15603,'0'0'2529,"0"0"-593,0 0 529,148 79-929,-85-17-824,-3 7-72,-6 3-111,-11-3-241,-6-10-184,-8-10-40,-7-13-64,-7-13-72,2-20-905,-9-3-2687,1 0-4306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2:06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466 1 7210,'0'0'9546,"0"0"-8274,-114 141 2921,57-67-2497,-1 3-696,1-2-232,6-9-343,5-7-273,12-15-88,8-8-64,12-13-8,6-8-641,8-15-871,3 0-2745,19 0-960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2:06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0 15107,'0'0'2131,"0"0"-550,0 0 44,0 0-455,-31 18-487,-101 57-168,117-66-324,0 0 0,0 1 0,1 1 0,0 1 0,1-1 0,0 2 1,1 0-1,0 1 0,-5 8-191,15-19 61,0-1 0,0 0 1,0 1-1,0-1 0,1 1 0,-1 0 0,1 0 1,0 0-1,0-1 0,0 1 0,0 0 1,0 0-1,1 0 0,-1 1 0,1-1 1,0 0-1,-1 0 0,2 0 0,-1 0 0,0 0 1,1 0-1,-1 0 0,1 0 0,0 0-61,1 1 59,0-1-1,0 0 1,0-1 0,1 1-1,-1 0 1,1-1-1,0 1 1,0-1-1,0 0 1,0 0-1,0 0 1,0 0-1,0 0 1,1-1 0,-1 1-1,1-1 1,-1 0-1,1 0 1,0 0-59,44 7-13,0-1 0,0-3 0,0-2 0,1-1 0,20-5 13,31 2-3020,-54 2-2837,-13 0-4337</inkml:trace>
  <inkml:trace contextRef="#ctx0" brushRef="#br0" timeOffset="1">555 601 15187,'0'0'3137,"0"0"1248,0 0-2161,0 0-831,-145 0-745,105 0-408,-3 0-160,3 0-64,3 0-16,8 0-208,9 0-280,9 0-425,11 0-711,0 0-3097,0 0-2736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2:07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45 6009,'0'0'2724,"0"0"-252,0 0-42,27-5-368,84-17-402,-77 13 365,-35 9-1990,1 0 0,0 0 1,0 0-1,0 0 0,0 0 1,0 0-1,0 0 0,-1 0 0,1 0 1,0 0-1,0 0 0,0 0 0,0 0 1,0 0-1,-1 0 0,1 0 1,0 0-1,0 0 0,0 0 0,0 0 1,0 0-1,0 0 0,-1 0 0,1 0 1,0 0-1,0 0 0,0 0 1,0 0-1,0-1 0,0 1 0,0 0 1,-1 0-1,1 0 0,0 0 1,0 0-1,0 0 0,0 0 0,0-1 1,0 1-1,0 0 0,0 0 0,0 0 1,0 0-1,0 0 0,0 0 1,0-1-1,0 1 0,0 0 0,0 0 1,0 0-1,0 0 0,0 0 0,0-1 1,0 1-1,0 0 0,0 0 1,0 0-1,0 0 0,0 0 0,0 0 1,0-1-1,0 1 0,0 0 0,0 0 1,0 0-1,1 0 0,-1 0 1,0 0-36,-33-3 1301,14 3-1153,1 0-1,-1 1 0,0 1 1,1 1-1,-1 1 0,1 0 1,-12 5-148,24-6 9,0 0 0,0 0 0,0 0 1,1 0-1,-1 1 0,1 0 0,0 0 0,0 0 0,0 1 1,1 0-1,0 0 0,0 0 0,0 0 0,0 1 1,1 0-1,0-1 0,0 1 0,1 0 0,-1 0 1,1 1-1,0-1 0,1 0 0,-1 7-9,1-8 1,0-1 0,1 1 0,0-1-1,0 1 1,0 0 0,0-1 0,1 1 0,-1-1-1,1 1 1,0-1 0,1 1 0,-1-1 0,1 1-1,0-1 1,0 0 0,0 0 0,1 0 0,-1 0-1,4 3 0,4 3 14,0-1 0,1 0-1,0 0 1,0-1 0,12 6-14,4 4 20,-11-8-16,-2 0 0,1 2 0,-1 0 0,-1 0 0,0 1 0,3 6-4,-11-12 2,0 0 0,0 0 1,-1 1-1,0-1 0,-1 1 0,0 0 0,0 0 1,0 1-1,-1-1 0,0 0 0,-1 1 0,0-1 1,0 1-1,-1 3-2,0-8 21,-1-1-1,0 0 1,1 0 0,-1-1 0,0 1 0,0 0-1,-1 0 1,1 0 0,-1-1 0,1 1-1,-1 0 1,0-1 0,0 0 0,0 1 0,0-1-1,0 0 1,-1 0 0,1 0 0,-1 0-1,1-1 1,-1 1 0,0-1 0,1 1 0,-1-1-1,-1 0-20,-12 6 179,-1-1 0,0-1 0,-17 4-179,26-7 12,-20 4-82,0-1 1,0-1-1,-1-1 0,-11-1 70,46-18-3923,16-2-1031,6-2-3232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2:07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 14195,'0'0'1976,"0"0"-191,108 218 383,-68-103-47,-11 11-633,-21-18 16,-5 7-495,-3-10-289,-11-12-384,-26-8-208,-12-6-128,-48 31-112,12-20-1224,-1-10-5050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2:01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79 11122,'0'0'5219,"0"0"-2561,0 0 10,0 0-681,0 0-1093,4 35-305,26 522 1627,-31-55-737,0-246-4571,-1-288 1139,-1 0 0,-1 0 0,-1 0-1,-9-27 1954,-47-130-7786,18 62 3965,17 38 7032,-15-92-3211,34 135 1535,2 1-1,2-1 1,2 1-1,2-1 1,2-5-1535,0 33 359,0-1 0,1 1 0,1 0 0,1 0 0,1 0 1,0 1-1,2 0 0,-1 0 0,2 1 0,0 0 0,1 1 0,1 0 1,0 1-1,1 0 0,1 1 0,8-7-359,-9 9 152,0 1 0,1 1 0,0 0 0,1 1 0,-1 0 0,1 1 0,1 1 0,-1 0 0,1 1 0,0 1 0,1 0 1,-1 1-1,0 1 0,1 1 0,0 0 0,-1 1 0,1 1 0,-1 0 0,1 2-152,-7-2 40,-1 2 1,1 0-1,-1 0 1,1 0-1,-1 1 1,0 1-1,-1 0 1,1 0-1,-1 0 1,0 1 0,0 0-1,-1 1 1,6 5-41,-4-1 28,0 0 1,-1 0 0,0 1-1,0 0 1,-1 1 0,-1 0-1,0 0 1,-1 0 0,1 5-29,0 2 47,-2-1 0,0 1 0,-1 0 0,0 0 0,-2 1 0,-1-1 0,0 0 0,-1 0 0,-2 1 0,0-1 0,-1-1 0,0 1 0,-7 14-47,-2-6 48,-1 0 0,-1-2 0,-2 1-1,0-2 1,-2-1 0,-1 0 0,0-1 0,-2-1 0,-1-1-1,0-1 1,-1-1 0,-2-1 0,0-2 0,0 0 0,-28 11-48,52-26-19,-5 2-212,-1 0 0,1 0 0,-1 0 0,0-1 0,1-1-1,-1 1 1,-6 0 231,14-5-387,0 1 1,0-1-1,0 1 0,0-1 0,1 1 0,-1-1 0,1 1 0,-1 0 0,1-1 0,1-1 387,17-26-5659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2:01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0 14739,'0'0'2145,"0"0"167,0 0 305,-108 200-1201,79-97-320,4 10-8,5 0-383,14-10-393,6-8-168,0-24-80,32-9-48,10-18 32,13-16-48,4-15-776,36-13-1009,-18-18-4240,-12-16-6954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2:02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14363,'0'0'2049,"0"0"-385,0 0 544,0 0-671,168 188-641,-116-96-16,-4 5-112,-2-2-328,-9-10-208,-3-13-104,-3-16-64,-8-12-64,-3-11 0,-3-15-760,-5-10-1784,-4-8-3386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2:02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0 13475,'0'0'2408,"0"0"-1127,0 0 2616,-97 208-2433,54-108-232,-2 0 0,-1-5-391,6-15-393,9-14-232,8-17-120,9-10-8,5-19-88,6-7-56,3-10-408,6-3-849,20-11-2784,2-12-4856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2:03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16524,'0'0'2583,"0"0"-219,0 0-721,28 5-625,6-1-771,-3 0-2,0 1-1,-1 2 1,0 1-1,22 9-244,-24-7 90,-1 1-1,0 2 0,-1 1 0,0 1 0,-1 1 0,-1 1 0,2 3-89,-17-12 4,0-1-1,-1 1 1,0 1-1,0 0 0,-1 0 1,0 0-1,-1 1 0,0 0 1,-1 0-1,1 1 1,-2-1-1,0 1 0,0 0 1,-1 1-1,0-1 0,-1 0 1,0 1-1,-1-1 1,0 3-4,-2-7 41,0-1 1,0 1 0,-1-1 0,0 0 0,0 1-1,0-1 1,-1 0 0,0 0 0,0 0-1,0-1 1,-1 1 0,1-1 0,-2 0 0,1 0-1,0 0 1,-5 3-42,-14 13 190,-1-1 0,-1-1 0,-2 0-190,4-2 86,-19 10 4,-28 21 36,65-44-166,0 1 0,0-1-1,0 1 1,1 0 0,0 0 0,0 0 0,0 0 0,1 1 0,-1-1-1,-1 6 41,22-11-2800,15-7-1905,4-13-2411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2:03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66 133 3817,'0'0'6184,"0"0"-3804,32-11-725,220-78 2141,-242 85-3362,-7 4-257,0-1 1,0 0-1,0 0 1,0 0-1,-1 0 1,1 0-1,0-1 1,-1 1-1,1-1 1,-1 1-1,0-1 1,1 0-1,-1 0 1,0 0-1,1-2-177,-3 4 33,0 0 0,0 0 0,0-1 0,0 1 0,0 0 0,0 0 0,0 0 0,-1-1 0,1 1 0,0 0 0,0 0 0,0 0 0,0-1 0,0 1 0,0 0 0,-1 0 0,1 0 0,0 0 0,0 0 0,0-1 0,0 1 0,-1 0 0,1 0 0,0 0-1,0 0 1,0 0 0,-1 0 0,1 0 0,0 0 0,0 0 0,-1 0 0,1 0 0,0 0 0,0 0 0,0 0 0,-1 0 0,1 0 0,0 0 0,0 0 0,0 0 0,-1 0 0,1 0 0,0 0 0,0 0 0,0 0 0,-1 0 0,1 1-33,-4-1 220,-18 1-89,1 0-1,-1 2 0,0 0 0,1 2 1,0 0-1,0 2 0,0 0 1,1 1-1,0 1 0,1 1 1,-2 1-131,11-5 26,0 0 0,1 1 0,0 0 0,0 0 0,0 1 0,1 0 0,0 0 0,1 1 0,0 0 0,0 0 0,1 1 0,0 0 0,0 0 0,1 0 0,1 1 0,0 0 0,0-1 0,1 2 0,1-1 0,0 0 0,0 0 0,1 2-26,1-8 6,0-1 0,0 1 0,1 0 1,0-1-1,0 1 0,0-1 0,0 0 0,1 1 1,0-1-1,-1 0 0,2 0 0,-1 0 0,0 0 0,1 0 1,0-1-1,0 1 0,0-1 0,0 1 0,0-1 0,1 0 1,0-1-1,2 3-6,11 6 21,1-1 0,1 0 0,0-2 1,13 5-22,24 11 32,-33-13-27,-1 1-1,-1 2 0,0 0 1,0 1-1,10 10-4,-26-21 3,-1 1 1,1-1-1,-1 1 0,0 0 1,0 0-1,-1 0 1,1 0-1,-1 1 0,0 0 1,0-1-1,-1 1 0,0 0 1,0 0-1,0 0 1,-1 1-1,0-1 0,0 0 1,-1 0-1,1 1 1,-2-1-1,1 1 0,0-1 1,-1 0-1,-1 5-3,-1-6 63,1 0 1,-1 0-1,0 0 0,0-1 1,0 1-1,-1-1 0,0 0 1,1 0-1,-2 0 0,1 0 0,0 0 1,-1-1-1,1 0 0,-1 0 1,0 0-1,0-1 0,0 0 1,-3 1-64,-11 5 210,0-1 0,0-1 0,-1-1 0,-10 2-210,11-4 57,-1 1 0,1-2 0,-1-1 0,1 0 0,-1-2 0,0 0 0,-2-1-57,21 2-40,0-1 0,0 1-1,0 0 1,0-1 0,0 1-1,0-1 1,0 1 0,0-1-1,0 1 1,1-1 0,-1 0-1,0 1 1,0-1 0,0 0-1,1 0 1,-1 0 0,0 0-1,1 0 1,-1 1 0,1-1-1,-1 0 1,1 0-1,-1 0 1,1 0 0,0 0-1,0-1 1,-1 1 0,1 0-1,0 0 1,0 0 0,0 0-1,0 0 1,0 0 0,0 0-1,1 0 1,-1 0 0,0 0-1,0 0 41,1-3-558,0 0 0,0 1 0,0 0 0,1-1 0,-1 1 0,1 0-1,0 0 1,0 0 0,0 0 0,0 0 0,0 0 558,25-22-7844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2:03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14819,'0'0'1829,"10"25"-80,22 62 1124,-3 1-1,12 75-2872,-24-45 1105,-5 0-1,-6 0 0,-5 18-1104,-3-111-144,0 0 0,-2-1 0,-1 1 0,-1-1 0,-1 0 0,-1-1 0,-6 11 144,9-20-567,5-14 469,0-1 1,0 1-1,0 0 0,0 0 1,0 0-1,0 0 0,0 0 0,0 0 1,0 0-1,1 0 0,-1 0 1,0 0-1,0 0 0,0 0 0,0 0 1,0 0-1,0 0 0,0 0 0,0 0 1,0 0-1,0 0 0,1 0 1,-1 0-1,0 0 0,0 0 0,0 0 1,0 0-1,0 0 0,0 0 0,0 0 1,0 0-1,0 0 0,0 0 1,0 0-1,1 0 0,-1 0 0,0 0 1,0 0-1,0 1 0,0-1 1,0 0-1,0 0 0,0 0 0,0 0 1,0 0-1,0 0 0,0 0 0,0 0 1,0 0-1,0 0 0,0 0 1,0 1-1,0-1 0,0 0 0,0 0 1,0 0-1,0 0 0,0 0 1,0 0-1,0 0 0,0 0 0,0 0 1,0 0-1,0 1 0,0-1 0,0 0 1,0 0 97,2-1-1636,15-3-8059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2:04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15739,'0'0'2345,"0"0"-1257,0 0 672,0 0-1055,0 0-681,206-23-24,-120 10-1753,-15 0-2152,-20 1-3784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2:04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7114,'0'0'5745,"0"0"-4225,0 0 833,0 0-865,0 0-1000,171 3-320,-111-3-168,3 0-400,11 0-432,-17-5-1049,-11-1-4680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0:50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 8810,'0'0'4865,"0"0"-2675,0 0 125,0 0-355,0 0-1013,-28 14-520,6-4-326,13-7-53,-1 1-1,1 0 1,-1 1 0,1 0-1,1 0 1,-1 1-1,1 0 1,0 0 0,0 1-1,1 0 1,0 1-1,0 0 1,1 0-1,0 0 1,0 1 0,1-1-1,0 1 1,0 1-1,-2 6-47,-2 12 142,1 0 0,2 1-1,1 0 1,0 1 0,3-1-1,0 1 1,2-1 0,1 1-1,4 21-141,-4-46 8,0-1 0,0 0 0,1 1 0,0-1 0,-1 0 0,2 0 0,-1 0 0,0 0-1,1 0 1,-1-1 0,1 1 0,0-1 0,1 0 0,-1 1 0,0-2 0,1 1-1,0 0 1,-1-1 0,1 1 0,0-1 0,0 0 0,1 0 0,-1-1 0,0 1 0,0-1-1,1 0 1,-1 0 0,1-1 0,-1 1 0,1-1 0,2 0-8,1 0 16,0 0 1,0-1-1,0 1 0,0-2 0,0 1 1,0-1-1,0-1 0,0 1 1,-1-1-1,1-1 0,-1 1 0,0-1 1,0 0-1,0-1 0,-1 0 1,1 0-1,0-1-16,5-8 66,0-1 1,-1 0-1,0-1 1,-1 0-1,-1 0 1,-1-1-1,0-1 1,-1 1-1,-1-1 1,-1 0-1,0-1 1,1-15-67,3-30 595,-4 0 0,-3 0 0,-2-6-595,0 63 63,0 8-60,0-1 0,0 0 0,0 0 1,0 0-1,0 0 0,0 0 0,0 1 1,0-1-1,0 0 0,0 0 0,0 0 1,0 0-1,0 0 0,0 1 0,0-1 1,0 0-1,0 0 0,0 0 0,0 0 1,0 0-1,0 1 0,1-1 0,-1 0 0,0 0 1,0 0-1,0 0 0,0 0 0,0 0 1,0 0-1,0 0 0,0 1 0,1-1 1,-1 0-1,0 0 0,0 0 0,0 0 1,0 0-1,0 0 0,1 0 0,-1 0 1,0 0-1,0 0 0,0 0 0,0 0 0,0 0 1,1 0-1,-1 0 0,0 0 0,0 0 1,0 0-1,0 0 0,0 0 0,1 0 1,-1 0-1,0 0 0,0 0 0,0-1 1,0 1-1,0 0 0,0 0 0,1 0 1,-1 0-1,0 0 0,0 0 0,0 0 0,0 0 1,0-1-1,0 1 0,0 0 0,0 0-3,9 27-1,-1-1-1,-2 2 1,0-1-1,-2 1 0,0 21 2,2 1 8,7 89 40,-7 1-1,-6 37-47,-1-157 47,-1-1 0,-1 0 0,0 0 0,-2 0 0,0-1 1,-1 1-1,-1-1 0,-3 6-47,5-13 64,-1-1 1,1 1-1,-2-1 1,1 0 0,-2 0-1,1-1 1,-1 0-1,-1 0 1,1-1 0,-1 0-1,-1-1 1,1 0-1,-10 5-64,14-9 32,0-1 0,0 0 0,0 0 0,0 0 0,0-1 0,0 1 0,-1-1 0,1-1 0,0 1 0,-1-1 0,1 0 0,-1 0 0,1 0-1,0-1 1,-1 0 0,1 0 0,0 0 0,0-1 0,0 1 0,0-1 0,0-1 0,0 1 0,0-1 0,0 1 0,1-1 0,0-1 0,-1 1 0,1-1 0,-1-1-32,1 0-123,-1 0 0,1 0 1,0-1-1,0 0 1,1 0-1,0 0 0,0 0 1,0 0-1,1 0 1,0-1-1,0 1 0,1-1 1,0 0-1,0 1 1,0-1-1,1 0 0,0 0 1,0 0-1,1 1 1,-1-1-1,2 0 0,0-5 123,21-35-3263,8 3-3270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0:50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0 227 13715,'0'0'2042,"0"0"-813,0 0 528,30-7-529,-15 4-1101,47-11 547,1-2 0,42-18-674,-94 29 129,41-19 171,-50 22-248,0 1-1,0 0 1,0-1 0,0 1 0,-1-1 0,1 1 0,0-1 0,-1 0-1,0 0 1,1 0 0,-1 0 0,0 0 0,0 0 0,0 0 0,0 0-1,0 0 1,-1-1 0,1 1 0,-1 0 0,1 0 0,-1-1 0,0 1-52,1-2 85,-1 0 0,0-1 0,-1 1 0,1 0 0,-1 0 0,0 0 1,0 0-1,0 0 0,0 0 0,-1 0 0,1 0 0,-1 0 1,0 1-1,0-1 0,-1 0-85,1 3 29,0-1 1,0 0 0,0 1-1,-1 0 1,1-1-1,0 1 1,-1 0-1,1 0 1,-1 0-1,1 0 1,-1 1 0,0-1-1,1 1 1,-1 0-1,0-1 1,1 1-1,-1 0 1,0 1 0,1-1-1,-1 0 1,0 1-1,1-1 1,-1 1-1,1 0 1,-2 1-30,0-1 11,0 1-1,-1 1 1,1-1-1,1 1 1,-1-1-1,0 1 1,0 1 0,1-1-1,0 0 1,0 1-1,0-1 1,0 1-1,0 0 1,1 0 0,0 0-1,0 0 1,0 1-1,-1 1-10,-4 13 33,0-1-1,1 1 1,-2 15-33,4-19 34,1 0 0,1 0 0,0 0 0,1 1 1,1-1-1,0 1 0,1-1 0,0 0 0,4 10-34,-4-19 1,1-1 0,0 0 0,0 0 0,0 1 0,1-1 0,0-1 0,0 1 0,0 0 0,0-1 0,1 1 0,0-1 0,0 0 0,0 0 0,0-1 0,1 1 0,-1-1 0,1 0 1,0 0-1,0-1 0,0 1 0,0-1 0,0 0 0,1-1 0,-1 1 0,1-1 0,-1 0 0,3 0-1,9 2-343,1-1 0,0-1 0,0 0 0,0-2 0,6 0 343,49-14-4354,-15-7-2029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0:51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14131,'0'0'2148,"0"0"-40,-10 22-20,8-18-2006,-9 17 371,1 1 0,2 0 0,0 1 0,1 0 1,1 0-1,1 0 0,-1 24-453,5-40 101,1 1-4,-1 0 1,1 0 0,0 0-1,1 0 1,0 0-1,0 0 1,3 8-98,-3-14 11,1 0-1,-1 0 1,0 1 0,1-1 0,-1 0-1,1 0 1,0 0 0,0-1-1,0 1 1,0 0 0,0-1-1,0 1 1,0-1 0,0 0-1,1 1 1,-1-1 0,0 0-1,1 0 1,-1-1 0,1 1-1,-1-1 1,1 1 0,-1-1-1,1 0 1,0 0 0,1 0-11,2 1 16,1-1 0,0 0 0,-1 0 0,1 0 0,-1-1 0,1 0 0,-1 0 0,1-1 0,-1 0 0,1 0 0,-1-1 0,0 1 0,0-1 0,-1-1 0,1 1 0,0-1 0,-1 0 0,0 0 0,0 0 0,0-1 0,-1 0 0,1 0 0,-1 0 0,0 0 0,-1-1 0,1 0 0,-1 0 0,0 0 0,-1 0 0,1 0 0,-1 0 0,-1-1 0,2-5-16,-1-1 159,0 1 0,0-1 0,-2 0 0,0 0 0,0 0 0,-1 1 0,-1-1 0,0 0 0,-1-2-159,2 10-78,-1 1 1,1-1 0,-1 1-1,0-1 1,0 1 0,0 0-1,-1-1 1,1 1 0,-1 1-1,0-1 1,-1 0-1,1 1 1,-4-4 77,5 6-337,-1-1-1,1 0 0,-1 1 1,0-1-1,0 1 1,0 0-1,0 0 0,0 0 1,0 1-1,0-1 1,0 1-1,0-1 0,0 1 1,-1 0 337,23 0-5643,4 0-1754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0:51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0 135 9034,'0'0'3059,"0"0"-238,0 0-50,3 25-601,-1-2-1482,5 59 63,-5-23 3454,-2-79-4114,-1-9-24,2 1 1,1-1 0,0 0 0,3 1 0,4-20-68,-7 42-1,0 0 1,-1 0-1,2 0 1,-1 1 0,1-1-1,0 0 1,0 1-1,0 0 1,1 0-1,0 0 1,0 0 0,0 1-1,1-1 1,-1 1-1,1 0 1,0 0-1,0 1 1,1 0 0,-1 0-1,1 0 1,-1 0-1,1 1 1,0 0-1,0 0 1,0 0-1,0 1 1,0 0 0,1 0-1,-1 1 1,-1 0-1,0 1-1,0-1 1,0 1-1,0 0 1,-1 0-1,1 1 1,0-1-1,-1 1 1,1 0-1,-1 0 1,1 1-1,-1-1 1,0 1-1,0 0 1,0 0-1,-1 0 1,1 1-1,-1-1 1,0 1-1,0 0 1,0 0-1,0 0 0,0 0 1,-1 1-1,0-1 1,0 1 1,9 19-6,0 0 0,-2 0 0,-1 1 1,1 9 5,-7-27 0,4 11 11,-2 0 1,0 0 0,-1 0-1,-1 1 1,0-1-12,-2-16 43,0-11 364,-2-47-166,1 27-199,0-1 1,2 0-1,2 1 0,2-15-42,-5 43 14,1-1-1,-1 0 0,0 1 1,1-1-1,-1 1 1,1-1-1,-1 1 0,1-1 1,0 1-1,-1-1 0,1 1 1,0-1-1,0 1 1,0 0-1,0 0 0,0 0 1,0-1-1,1 1 0,-1 0 1,1 0-14,-1 1 4,0 0 0,0 0 1,-1 0-1,1 0 0,0 0 1,0 0-1,0 0 0,0 0 1,0 0-1,0 1 0,0-1 1,0 0-1,0 0 0,-1 1 1,1-1-1,0 1 0,0-1 1,0 1-1,-1-1 0,1 1 1,0 0-1,-1-1 0,1 1 1,0 0-5,4 5 4,0 0 1,0 0 0,-1 1 0,0-1 0,0 1-1,3 7-4,11 35 28,-16-39-105,2 0 0,-1 0 0,2 0-1,-1 0 1,1 0 0,0-1 0,1 0 0,0 0-1,1-1 1,0 0 0,3 4 77,26 14-2381,3-2-2097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0:51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1 208 10658,'0'0'3854,"0"0"-2211,0 0 282,31-11-483,178-62 137,-199 70-1339,-1-1 0,1 0 0,-1-1 0,1 0 0,-1 0 0,2-3-240,-8 7 90,-1-1-1,0 0 0,0 0 1,0-1-1,0 1 1,0 0-1,0-1 0,-1 1 1,1-1-1,-1 1 1,1-1-1,-1 0 0,0 0 1,0 0-1,-1 1 0,1-1 1,0 0-1,-1 0 1,0 0-1,0 0 0,0 0 1,0 0-1,0-2-89,-1 4 10,1-1 0,-1 1-1,0 0 1,0-1 0,1 1 0,-1 0-1,0 0 1,0 0 0,0-1 0,0 1-1,0 0 1,-1 0 0,1 0-1,0 1 1,0-1 0,-1 0 0,1 0-1,-1 1 1,1-1 0,0 1 0,-1-1-1,1 1 1,-1 0 0,1-1-1,-1 1 1,1 0 0,-2 0-10,-49-3 22,46 3-3,0 0-17,-1 1-1,1 0 0,-1 0 1,0 1-1,1-1 0,0 1 1,-1 1-1,1-1 0,0 1 1,0 0-1,0 0 0,1 1 1,-1 0-1,1 0 0,0 0 0,0 1 1,0 0-1,1-1 0,-1 2 1,1-1-1,0 0 0,1 1 1,0 0-1,-1 0 0,2 0 1,-1 0-2,-3 8 2,1-1 0,1 1 0,0-1 0,1 1 0,0 1 0,1-1 0,1 0 0,0 0 0,1 1 1,0-1-1,3 12-2,-3-23-1,0 1 0,1-1 0,0 0 0,0 0 0,0 0 0,0 0 0,1 0 0,-1 0 0,1 0 0,0 0 0,-1 0 0,1-1 0,1 1 0,-1-1 0,0 1 0,1-1 0,-1 0 0,1 0 0,2 1 1,-1 0 7,1-1 0,0 0 1,0 0-1,1 0 1,-1-1-1,0 1 0,0-2 1,1 1-1,-1 0 1,1-1-1,2 0-7,4-1-255,1 0 0,-1 0 0,0-1 0,0-1 0,0 0 0,0-1-1,-1 0 1,1 0 0,-1-2 0,0 1 255,40-30-5052,-12-5-2900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0:52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16091,'0'0'4065,"0"0"-1800,0 0-537,0 0-1072,0 0-480,0 0-32,0 0-48,22 123-80,-2-80-16,15 11-216,-7-10-2048,-2-13-4866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0:52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17268,'0'0'2336,"0"0"-1624,0 0 769,0 0-121,0 0-520,-20 189-32,20-109-96,0 2-271,0-2-225,0-8-120,0-11-32,0-12-64,0-11 0,3-9 0,3-11-384,5-6-1169,1-6-2712,-4-6-1488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0:52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4865,'0'0'6960,"0"0"-4397,0 0-398,0 0-441,31-11-978,13-4-501,43-9-245,-83 24 3,0-1 0,0 0 0,0 1 0,0-1-1,-1 1 1,1 0 0,0 1 0,0-1 0,0 1 0,0-1 0,0 1-1,0 1 1,0-1 0,-1 0 0,1 1 0,-1 0 0,1-1 0,-1 1-1,1 1 1,-1-1 0,0 0 0,0 1 0,0 0 0,-1 0 0,1 0-1,0 0 1,-1 0 0,1 1-3,4 5 0,3 2 7,0 1-1,-1 0 1,0 1-1,-1 0 1,0 0-1,-1 1 0,-1 0 1,0 0-1,-1 1 1,0-1-1,-1 1 1,-1 0-1,-1 0 1,1 9-7,-3-24 117,4-14 611,6-24-267,-2 5 72,2-1 1,1 2 0,1-1-1,2 1 1,8-12-534,-21 42 37,0 0 1,0 1-1,0-1 1,0 0-1,0 0 0,0 1 1,1-1-1,-1 1 0,1-1 1,-1 1-1,1 0 1,-1-1-1,1 1 0,0 0 1,-1 0-1,1 0 1,0 0-1,0 1 0,0-1 1,0 0-1,0 1 0,1-1-37,-1 1 19,0 1-1,0-1 0,0 1 0,-1-1 1,1 1-1,0 0 0,-1 0 0,1 0 0,-1 0 1,1 0-1,-1 0 0,1 0 0,-1 0 0,0 1 1,1-1-1,-1 1 0,0-1 0,0 1 0,1 1-18,4 8 19,1 1-1,-2 0 0,0 1 0,0 0 0,-1-1 1,0 2-19,3 27-141,4 21 608,-10-58-800,0-1-1,0 0 0,0 1 1,0-1-1,1 0 1,0 0-1,-1 0 0,1 0 1,0 0-1,1-1 1,-1 1-1,0 0 1,1-1-1,1 1 334,7 3-6320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0:53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30 1456,'0'0'12383,"0"0"-7906,0 0-2111,0 0-511,-27-6-918,-88-15-439,112 20-480,0 1 0,1-1 0,-1 1 0,0-1 0,1 1 0,-1 0 0,0 0 0,1 1 0,-1-1 0,1 0 1,-1 1-1,0 0 0,1-1 0,-1 1 0,1 0 0,-1 0 0,1 1 0,0-1 0,-1 0 0,1 1 0,0-1 0,0 1 0,0 0 0,0 0 1,0 0-1,1 0 0,-1 0 0,1 0 0,-1 0 0,1 1 0,-1-1 0,1 1-18,-5 7 54,-2 5 26,0 1 0,0 0 0,2 0 0,0 0 0,1 1 0,1 0 0,0 0 0,1 0 0,1 1 0,1-1 0,0 1 0,1-1 0,1 2-80,0-16 4,-1 0 0,0 0 0,1 0 0,0 0 1,0 0-1,0 0 0,0 0 0,0 0 0,0 0 0,1 0 0,0 0 0,-1-1 0,1 1 0,0 0 0,0-1 0,1 0 1,-1 1-1,0-1 0,1 0 0,-1 0 0,1-1 0,0 1 0,-1 0 0,1-1 0,0 0 0,0 1 0,0-1 0,0 0 1,0-1-1,0 1 0,1-1 0,-1 1 0,2-1-4,17 3-498,0-1 0,-1-2 0,1 0 0,16-2 498,-26 1-627,9-1-1869,1-1 0,-1-1 0,0 0 0,18-8 2496,11-6-10479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0:53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39 11626,'0'0'2852,"0"0"-452,0 0 370,-27-7-760,-86-21-986,109 27-972,0 0 0,0 0-1,0 1 1,0 0 0,-1 0 0,1 0-1,0 0 1,0 1 0,0 0 0,0 0-1,0 0 1,0 0 0,0 0 0,0 1-1,0 0 1,0 0 0,1 0-1,-1 0 1,1 0 0,-1 1 0,1 0-1,0-1 1,0 1 0,0 0 0,1 1-1,-3 1-51,-1 6 91,-1-1 0,2 1 0,-1 1-1,2-1 1,-1 0 0,-2 13-91,4-14 36,1 0-1,-1 0 1,2 0-1,-1 0 1,1 0 0,1 0-1,0 1 1,0-1-1,1 0 1,0 1-36,0-7 8,0-1-1,0 1 1,0 0-1,1-1 1,-1 1 0,1-1-1,0 0 1,0 1-1,0-1 1,1 0 0,-1 0-1,1-1 1,-1 1-1,1 0 1,0-1 0,0 1-1,0-1 1,0 0 0,1 0-1,-1 0 1,0-1-1,1 1 1,-1-1 0,1 0-1,0 0 1,-1 0-1,5 0-7,3 1-112,1 0 1,0-1-1,-1-1 0,1 1 0,0-2 0,0 0 0,0 0 0,-1-1 0,1-1 1,-1 0-1,0 0 0,0-1 0,0-1 0,8-4 112,-13 6 34,1-1-1,-1 0 1,0-1 0,-1 1 0,1-1-1,-1-1 1,0 1 0,0 0-1,0-1 1,-1 0 0,0 0-1,0-1 1,-1 1 0,0-1 0,0 0-1,0 1 1,-1-1 0,0-1-1,0 1 1,-1 0 0,1 0-1,-2-1 1,1 1 0,-1-3-34,0 9 631,1 7-511,0 0 1,0 0-1,-1 1 1,0-1-1,0 0 1,0 0-1,-1 1 1,0-1-1,-1 4-120,0 7 228,1-5-379,-3 67 813,4-74-989,0 0 0,0-1 0,1 1-1,0-1 1,0 1 0,0-1 0,0 1-1,1-1 1,-1 0 0,1 0 0,0 1-1,1-1 1,-1-1 0,3 4 327,12 8-8158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0:53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15019,'0'0'4361,"0"0"-3761,0 0-600,0 0-656,0 0-16996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7:45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72 136 3489,'0'0'5033,"0"0"-2286,0 0-772,0 0-668,0 0-377,0-5 3778,0-24-4661,0 20-41,0 1-1,0-1 1,1 0-1,0 0 0,1 1 1,2-7-6,-4 13-1,1 0 1,0 0 0,0 0 0,0 0-1,0 0 1,0 0 0,1 1-1,-1-1 1,1 0 0,-1 1 0,1-1-1,-1 1 1,1-1 0,0 1-1,0 0 1,-1 0 0,1 0 0,0 0-1,0 0 1,0 0 0,0 0-1,1 1 1,-1-1 0,0 1 0,0 0-1,0-1 1,0 1 0,0 0-1,3 0 1,-5 1-1,1 0-1,0 0 0,0 1 0,-1-1 0,1 0 1,-1 0-1,1 0 0,-1 1 0,1-1 0,-1 0 1,0 0-1,1 1 0,-1-1 0,0 0 1,0 1-1,0-1 0,0 0 0,0 1 0,0-1 1,-1 1 1,0 31 214,1-30-162,-1-1 0,0 1-1,0 0 1,0-1 0,0 1-1,0-1 1,0 1 0,-1-1 0,1 0-1,-1 1 1,0-1 0,0 0 0,0 0-1,0 0 1,0 0 0,0 0 0,0-1-1,-1 1 1,1-1 0,-2 1-52,0 1 53,-1-1 0,0 0 0,0 0 0,0 0 0,0 0 0,0-1 0,0 0-1,0 0 1,0 0 0,-4 0-53,8-2 6,0 0-1,0 0 1,0 1-1,0-1 1,0 0-1,0 0 1,1 0-1,-1 0 1,0 0-1,1 0 1,-1 0-1,0 0 1,1 0-1,-1 0 0,1 0 1,-1 0-1,1 0 1,0-1-1,0 1 1,-1 0-1,1 0 1,0 0-1,0-1 1,0 1-1,0 0 1,0 0-1,1 0-5,-2-3 2,1 1 1,0-1-1,0 0 0,0 1 0,1-1 1,-1 1-1,1-1 0,0 1 0,1-3-2,1 3-6,0 0-1,0 0 1,1 1-1,-1-1 0,1 1 1,0-1-1,0 1 1,0 0-1,0 1 1,0-1-1,0 1 0,1 0 1,-1 0-1,0 0 1,1 0-1,1 1 7,-6 2 1,0 0-1,0 0 1,0 0 0,0 0-1,-1 0 1,1 0-1,0 0 1,-1-1 0,0 1-1,1 0 1,-1 0 0,0 0-1,0-1 1,0 1-1,-1 1 0,-1 0 13,1-1 0,-1 1 1,0-1-1,0 0 0,0 0 0,-1 0 0,1 0 0,0 0 0,-1-1 0,1 1 0,-1-1 0,1 0 0,-1 0 0,0 0 0,0-1 0,1 1 0,-1-1 0,-1 0-13,5-1 1,-1 0 0,1 1 0,0-1 0,-1 0 0,1 0 0,0 0 0,-1 0 0,1 1 0,0-1 0,0 0 0,0 0 0,0 0 0,0 0 0,0 0 0,0 0 0,0 0 0,0 1 0,0-1 0,1 0 0,-1 0 0,0 0 0,1 0 0,-1 0 0,0 1 0,1-1 0,-1 0 0,1 0 0,-1 1 0,1-1-1,37-4-24,-37 5 20,1 0 0,-1 0 0,0 0 0,0 0 1,0 0-1,0 0 0,0 0 0,0 0 0,1 0 0,-1 0 0,0 1 0,0-1 0,0 0 1,0 1-1,0-1 0,0 1 0,0-1 0,0 1 0,0-1 0,0 1 0,0 0 0,-1 0 1,1-1-1,0 1 0,0 0 0,-1 0 0,1 0 0,0 0 4,-1 1 4,0 0 0,0-1-1,0 1 1,0 0 0,0 0 0,-1 0-1,1-1 1,-1 1 0,1 0 0,-1 0-1,1-1 1,-1 1 0,0-1 0,0 1-1,0 0 1,0-1 0,0 0 0,0 1-1,0-1 1,-1 0 0,1 1 0,0-1 0,-1 0-1,1 0 1,-1 0 0,0 0-4,-2 1 13,0-1 0,0 0 1,0 0-1,0 0 0,0-1 1,0 0-1,0 1 0,0-1 1,-1-1-1,1 1 0,-3-1-13,6 1 1,1 0 0,-1-1 0,0 1 0,1 0 0,-1 0 0,0 0 0,1-1 0,-1 1 0,0 0 0,1-1 0,-1 1 0,1-1 0,-1 1 0,1-1 1,-1 1-1,1-1 0,-1 1 0,1-1 0,-1 1 0,1-1 0,0 0 0,-1 1 0,1-1 0,0 1 0,-1-1 0,1 0 0,0 1 0,0-1 0,0 0 0,0 0 0,0 1 0,-1-1-1,-1-7-2350,-2 2-3777,2 5-4662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7:28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508 0 4441,'0'0'3646,"0"0"-2136,0 0-466,0 0-41,-21 23-238,-158 169 1456,67-81-980,81-84-1197,1 2-1,2 0 1,1 2 0,1 1-1,2 1 1,-2 5-44,26-38-60,0 1 0,0-1 1,-1 0-1,1 0 1,0 0-1,0 1 0,-1-1 1,1 0-1,0 0 0,0 1 1,-1-1-1,1 0 0,0 0 1,0 1-1,0-1 0,0 0 1,0 1-1,0-1 1,-1 0-1,1 1 0,0-1 1,0 0-1,0 1 0,0-1 1,0 0-1,0 1 0,0-1 1,0 0-1,0 1 0,1-1 1,-1 0-1,0 1 1,0-1-1,0 0 0,0 0 1,0 1-1,0-1 0,1 0 1,-1 1-1,0-1 0,0 0 1,1 0-1,-1 1 60,16-8-1598,20-18-2197,-5-3-3140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7:28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1 4641,'0'0'2344,"0"0"-1031,0 0 695,0 0-487,-154 156-385,108-112-448,-2 0-360,2-1-136,9-4-32,5-6-88,12-5-64,6-5 0,6-7-8,8-3-232,0-6-760,0-4-1505,5-3-1896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7:28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489 1 9010,'0'0'1146,"0"0"-464,0 0 377,0 0-56,-31 28-308,-98 92-143,-138 111 2175,257-222-2738,5-5-23,0 0 1,1-1-1,-1 2 1,1-1-1,0 0 0,0 1 1,1 0-1,0 0 1,-1 0-1,2 0 0,-1 0 1,0 1-1,1 0 34,8-6-780,0-1 385,1 0 0,0-1 0,0 1 0,0-2 0,-1 1 1,1 0-1,-1-1 0,1-1 395,27-15-4325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7:29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608 0 8906,'0'0'1439,"0"0"-678,0 0 214,-24 18 157,-150 109 817,-1-10 202,80-56-349,-32 31-1802,115-77-350,24-13-1237,26-13-665,-3-4-901,2 0-1667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7:29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596 1 9218,'0'0'1210,"0"0"371,0 0-58,-30 18-372,-167 108 532,116-77-620,10-6-610,1 2-1,3 3 1,-12 15-453,79-63-39,0 0 0,0 0 0,0 0 0,0 0 0,0 0 0,0 0 0,0 0 0,0 0 0,1 0 0,-1 0 0,0 0 0,0 1 0,0-1 0,0 0 0,0 0 0,0 0 0,0 0 0,0 0 0,0 0 0,0 0 0,0 0 0,0 0 0,0 0 0,0 1 0,0-1 0,0 0 0,0 0 0,0 0 0,0 0 0,0 0 0,0 0 0,0 0 0,0 0 0,0 0 0,0 1 0,0-1 1,0 0-1,0 0 0,0 0 0,0 0 0,0 0 0,0 0 0,0 0 0,0 0 0,0 0 0,0 0 0,0 0 0,0 0 0,0 1 0,-1-1 0,1 0 0,0 0 0,0 0 0,0 0 0,0 0 0,0 0 0,0 0 39,14-4-813,24-12-118,82-52-4561,-63 37 108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7:29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704 1 7418,'0'0'1765,"0"0"-63,0 0 64,0 0-347,-31 24-368,-101 78-110,90-72-175,-2-2 0,0-2 0,-47 19-766,16-8 501,22-10-250,-17 8 185,-51 36-436,121-71-18,0 0 0,0 0 0,0 0-1,1 0 1,-1 0 0,0 0 0,0 0 0,0 1-1,0-1 1,0 0 0,0 0 0,0 0 0,0 0 0,0 0-1,0 0 1,0 0 0,0 0 0,1 0 0,-1 0-1,0 0 1,0 1 0,0-1 0,0 0 0,0 0-1,0 0 1,0 0 0,0 0 0,0 0 0,0 0-1,0 0 1,0 1 0,0-1 0,0 0 0,0 0-1,0 0 1,0 0 0,0 0 0,0 0 0,0 0 0,0 0-1,0 1 1,-1-1 0,1 0 0,0 0 0,0 0-1,0 0 1,0 0 0,0 0 0,0 0 0,0 0-1,0 0 1,0 0 0,0 0 0,0 0 0,0 1-1,-1-1 1,1 0 0,0 0 0,0 0 0,0 0 0,0 0-1,0 0 19,16-1-682,27-9-407,102-60-5002,-74 34 566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7:30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842 0 8970,'0'0'1596,"0"0"10,0 0 30,-26 15-285,-174 109 638,-56 34 46,-25 16-1727,270-166-400,6-6 1,-1 2-1,1-1 1,0 1 0,-1-1-1,2 1 1,-1 1-1,0-1 1,1 1 0,0 0-1,0 0 1,0 0 0,1 0-1,0 1 1,-1 1 91,5-6-181,0-1 1,-1 1-1,1 0 0,0-1 1,0 1-1,0-1 1,0 1-1,0-1 1,0 1-1,0-1 0,0 0 1,0 1-1,0-1 1,0 0-1,0 0 0,1 0 1,-1 0-1,0 0 1,0 0-1,0 0 0,0 0 1,0 0-1,1-1 181,30-1-3178,7-6-2697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7:30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720 0 7986,'0'0'2202,"0"0"-722,0 0-67,0 0-159,-28 14-178,-179 93 851,-2 0-117,-58 32-1482,267-139-364,0 0 0,-1 0 1,1 0-1,0 0 0,-1 0 0,1 0 0,0 0 0,-1 0 0,1 0 0,0 0 0,-1 0 1,1 0-1,0 1 0,0-1 0,-1 0 0,1 0 0,0 0 0,0 0 0,-1 1 1,1-1-1,0 0 0,0 0 0,-1 1 0,1-1 0,0 0 0,0 0 0,0 1 1,0-1-1,0 0 0,-1 1 0,1-1 0,0 0 0,0 0 0,0 1 0,0-1 0,0 0 1,0 1-1,0-1 0,0 0 0,0 1 0,0-1 0,0 0 0,0 1 0,0-1 1,0 0 35,18 2-1497,27-9-1088,6-10-1993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7:30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845 1 9898,'0'0'1472,"0"0"-1015,0 0 1151,0 0 120,-194 149-311,103-95-49,-6 5-312,-3-5-496,11-3-240,15-7-184,14-6-72,15-7-56,7-5-8,10 2-392,11-8-1392,5-4-3353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8:46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5449,'0'0'3014,"0"0"-788,0 0-335,0 0-539,0 0-636,0 0-345,5 8 12,18 26 291,1-2-1,2-1 1,28 27-674,98 86 620,-142-135-660,-7-6 3,0 0 0,0 1 0,0-1 0,1 0 0,-1-1 0,1 1 1,0-1-1,0 1 0,0-1 0,0-1 0,0 1 0,0 0 0,1-1 0,0 0 37,-4-1-166,0-1-1,-1 0 0,1 0 0,0 0 1,-1 0-1,1 0 0,-1-1 0,1 1 1,-1 0-1,0 0 0,1 0 0,-1 0 1,0 0-1,0-1 0,0 1 0,0 0 0,0 0 1,0 0-1,0-1 0,0 1 0,-1-1 167,-1-31-4731,-8 9-1993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8:46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8890,'0'0'1792,"0"0"-271,0 0-777,0 0-56,0 0 24,0 0-40,0 0-184,177 170-96,-134-129-8,-3-5-183,-3-8-145,-6-2-8,-5-11-48,-3-2-112,-6-13-753,-9 0-1375,-2 0-3073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8:46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9778,'0'0'1360,"0"0"-575,0 0 567,0 0-392,0 0-280,177 164-112,-134-125-96,-3-1-120,-6-4-199,-5-4-105,-4-4-40,-5-8-8,-3-8-393,-2-10-839,-7 0-1696,-2-2-2298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8:47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11666,'0'0'1609,"0"0"-1065,0 0 624,0 0-272,0 0-383,0 0-265,128 138-120,-99-115-56,-1-5-72,-2 0 0,-3-2-232,0-3-545,-3-3-383,0-8-1168,-3 1-2129,-6-3 456</inkml:trace>
  <inkml:trace contextRef="#ctx0" brushRef="#br0" timeOffset="1">332 1 5265,'0'0'5177,"0"0"-4481,0 0 505,0 0-177,0 0-488,0 0-152,142 136-104,-113-113-176,-3-3-40,-3-7-64,-4-5-448,1-8-960,-5 0-1337,-7-5-2056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8:47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10546,'0'0'1409,"0"0"-993,0 0 448,0 0-256,117 146-304,-83-115-128,0-3-120,-2-8-48,-1-7-8,0-13-600,-11 0-1168,-5 0-3009</inkml:trace>
  <inkml:trace contextRef="#ctx0" brushRef="#br0" timeOffset="1">360 88 10002,'0'0'1312,"0"0"-799,0 0 207,0 0-344,0 0-192,154 118-112,-128-108-72,-6-7-80,-6-3-480,-2-16-1209,-7-12-1399,-5-5-3754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8:47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7986,'0'0'1240,"0"0"-456,0 0 496,0 0-455,120 134-377,-89-106-144,-5-2-176,-1-8-128,-5-8 0,0-10-1032,-8 0-1497,-7-3-2968</inkml:trace>
  <inkml:trace contextRef="#ctx0" brushRef="#br0" timeOffset="1">240 70 2561,'0'0'8473,"0"0"-7488,0 0-481,0 0 240,0 0-224,132 146-264,-104-126-176,-5-7-80,0-13-760,-9 0-1481,-8-18-3016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8:48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3993,'0'0'6329,"0"0"-5577,0 0 193,0 0 279,177 144-488,-134-111-424,-3-4-192,0-4-120,-6-2-224,0-2-896,-8-8-1865,-9-6-5273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9:09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0 2801,'0'0'638,"0"0"-161,0 0 265,0 0-156,0 0 66,-10 1 651,7-1-940,-34 1 1407,7 0 6092,30-1-7751,0 0-1,0 1 1,0-1-1,-1 0 0,1 0 1,0 1-1,0-1 1,0 0-1,0 0 0,-1 1 1,1-1-1,0 0 1,0 1-1,0-1 0,0 0 1,0 1-1,0-1 1,0 0-1,0 1 0,0-1 1,0 0-1,0 0 1,0 1-1,0-1 1,0 0-1,0 1 0,0-1 1,0 0-1,0 1 1,1-1-1,-1 0 0,0 0 1,0 1-1,0-1 1,1 0-1,-1 0 0,0 1 1,0-1-1,0 0 1,1 0-1,-1 0 0,0 1 1,1-1-111,10 14 1147,2-10-975,-1-1 0,1 0 0,0 0 0,0-2 1,0 0-1,0 0 0,0-1 0,0-1 0,6 0-172,18-1 58,-13 2-399,95 0-339,-79 0-2862,-2 0-3658,-25 0-3989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9:09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10922,'0'0'1793,"0"0"-865,0 0 1752,0 0-727,0 0-785,0 0-120,185-8-407,-139-4-377,-4 4-192,-2 0-72,17 3-929,-11 2-1527,-3 3-2393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9:10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27 12099,'0'0'2016,"0"0"76,0 0 130,0 0-697,0 0-480,0 0-146,-9-3-243,-3-1-481,8 2-98,-1 1 1,1-1-1,-1 1 0,0 0 1,0 0-1,0 1 0,0-1 1,-4 1-78,7 1 22,0 0 1,-1 0 0,1 0 0,0 0 0,0 0-1,0 0 1,0 0 0,1 1 0,-1-1 0,0 1-1,1-1 1,-1 1 0,1 0 0,-1 0 0,1-1-1,0 1 1,-1 0 0,1 0 0,0 0 0,0 1-1,0 0-22,-20 51 186,15-29-98,2 0 0,0 0 0,2 1 0,0-1 1,2 1-1,1 0-88,-1-8 42,0-13-34,0 1-1,0 0 1,1-1 0,0 1 0,0-1 0,0 1 0,1-1 0,0 0 0,0 0 0,0 1 0,1-1 0,-1-1 0,1 1 0,0 0 0,1-1 0,-1 1 0,1-1 0,1 1-8,1 0 25,1 0-1,-1 0 1,1-1 0,0 0 0,1 0 0,-1 0 0,1-1 0,-1 0 0,1-1 0,0 0-1,7 1-24,0 0 63,0-1 0,0-1 0,1-1 0,-1 0 0,0-1-1,0 0 1,0-1 0,0-1 0,0-1 0,-1 0 0,1 0-1,-1-2 1,8-4-63,-13 5 62,1-1-1,-2 0 1,1-1-1,-1 1 1,0-2-1,0 1 1,-1-1-1,0 0 1,-1-1-1,0 0 1,0 0-1,0 0 1,-1-1-1,-1 1 1,0-1-1,0 0 0,-1 0 1,0-1-1,-1 1 1,0-1-1,0 0 1,-1 1-1,-1-1 1,0 0-1,0 1 1,-1-1-1,-1 0 1,-1-6-62,1 11 22,1-1-1,-1 1 1,-1 0 0,1 0-1,-1 0 1,0 1 0,0-1 0,-1 1-1,1-1 1,-1 1 0,-1 0-1,1 1 1,-1-1 0,1 1 0,-1 0-1,0 0 1,-1 0 0,1 1-1,-1 0 1,0 0 0,0 0 0,1 1-1,-5-2-21,-9-2-114,1 1 0,-1 1 0,-1 0-1,1 1 1,0 1 0,-1 1 0,-3 1 114,25 14-3437,3-9 2816,1 0 1,1 0-1,-1 0 0,1-1 0,0 0 0,0 0 1,0-1-1,0 0 0,0 0 0,1 0 1,-1-1-1,6 1 621,7 3-2197,31 10-4036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9:11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 9722,'0'0'1592,"0"0"171,0 0 609,-2 26-227,-6 89-495,5-96-1220,0-1-1,-2 0 1,1 1-1,-2-2 1,-1 1 0,0-1-1,-8 13-429,-3 8 599,-31 61 543,31-65-1046,1 0 0,2 1 0,1 1 0,-3 16-96,17-52-44,0 0 0,0 0 0,0 0 0,0 0 0,0 0 0,0 0 0,0 0 0,0 1 0,0-1 0,0 0 0,0 0 0,0 0 0,0 0 0,0 0 0,0 0 0,0 1 1,0-1-1,0 0 0,0 0 0,0 0 0,0 0 0,0 0 0,0 0 0,0 0 0,0 1 0,0-1 0,0 0 0,0 0 0,0 0 0,0 0 0,0 0 0,1 0 0,-1 0 0,0 0 0,0 0 0,0 0 0,0 1 0,0-1 0,0 0 0,0 0 0,0 0 0,0 0 1,1 0-1,-1 0 0,0 0 0,0 0 0,0 0 0,0 0 0,0 0 0,0 0 0,1 0 0,-1 0 0,0 0 0,0 0 0,0 0 0,0 0 0,0 0 0,0 0 0,0 0 0,1 0 0,-1 0 0,0 0 0,0 0 0,0 0 0,0-1 0,0 1 0,0 0 44,13-8-1915,12-13-1615,4-14-3029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9:11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8306,'0'0'2734,"0"0"-871,0 0 55,0 0-472,0 0-788,27-14-329,86-43 25,-107 54-318,0 0 0,0 0-1,1 1 1,-1 0 0,1 0 0,0 1 0,0 0 0,-1 0 0,1 0 0,2 1-36,-7 0 22,0 1 0,0-1 0,0 0 0,0 1 0,0-1 0,0 1 0,0 0 0,-1-1 0,1 1 0,0 0 0,0 0-1,-1 0 1,1 0 0,-1 1 0,1-1 0,-1 0 0,1 1 0,-1-1 0,0 1 0,0-1 0,1 2-22,1 5 183,0 0-1,-1 0 0,0 0 0,-1 1 1,1-1-1,-2 0 0,1 1 0,-1-1 0,0 0 1,-2 9-183,1-8 277,0 3-112,-1-1-1,0 0 0,-1 0 0,-1 0 0,0 0 1,0-1-1,-1 0 0,0 0 0,-1 0 0,0 0 1,-1-1-1,1 0 0,-2 0 0,1-1 0,-2 0 0,1 0 1,-4 2-165,-3-6 1262,10-4-3693,0 1-6432,10-3 2697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9:12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 8618,'0'0'2620,"0"0"-466,0 0-245,0 0-568,0 0-463,0 0-27,7 0 30,136 0 801,-139 0-1676,0 0-1,0 0 1,0 1 0,0 0 0,0 0 0,-1 0-1,1 0 1,0 0 0,0 1 0,-1 0 0,1 0-1,-1 0 1,1 0 0,-1 0 0,0 1 0,0-1 0,0 1-1,0 0 1,-1 0 0,1 0 0,-1 0 0,0 1-1,0-1 1,0 1 0,0-1 0,0 1 0,-1 0-1,1-1 1,-1 1 0,0 0 0,0 1-6,3 15 76,0 1 1,-2 0-1,0 0 1,-1 0-1,-1 8-76,0-28 9,-1 8 61,-1 0 1,1 0-1,-1 0 1,-1-1-1,0 1 1,0-1-1,0 0 1,-1 0-1,0 0 1,-1 0-1,0-1 1,0 1-1,-1-1 1,0-1-1,0 1 1,0-1-1,-1 0 1,0 0-1,-7 4-70,3-2 94,0-1 0,0 0 1,-1 0-1,0-1 0,-1 0 0,0-1 0,1-1 0,-1 0 0,-1-1 0,1 0 1,0-1-1,-1 0 0,0-1-94,1-1 52,1-1 1,0 0-1,-1-1 1,1 0-1,0-1 1,0-1-1,0 0-52,8 3-1,0 0 1,1-1-1,-1 1 0,1-1 1,-1 0-1,1 0 1,0 0-1,0 0 0,0-1 1,0 1-1,0-1 0,1 0 1,-1 0-1,1 0 0,-1 0 1,1 0-1,0 0 0,1-1 1,-1 1-1,0-1 0,1 1 1,0-1-1,0 0 0,0 0 1,0 0 0,1 2-228,1-1 0,-1 1 1,1-1-1,-1 1 1,1-1-1,0 1 1,0 0-1,0-1 1,0 1-1,0 0 0,1-1 1,-1 1-1,1 0 1,-1 0-1,1 0 1,0 0-1,0 1 1,0-1-1,0 0 0,0 1 1,0-1-1,0 1 1,0 0-1,1 0 1,-1 0-1,0 0 1,2 0 227,33-17-6769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9:12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8906,'0'0'1988,"0"0"-257,0 0 247,0 0-428,0 0-657,0 0-379,23-12-129,70-37-75,-91 48-292,-1 0 1,1 0-1,-1 0 1,1 1-1,0-1 1,-1 1-1,1-1 1,0 1-1,0-1 1,-1 1-1,1 0 0,0 0 1,0 0-1,0 0 1,-1 0-1,1 0 1,0 0-1,0 1 1,-1-1-1,1 1 1,0-1-1,0 1 1,-1 0-1,1 0 1,-1-1-1,1 1 1,-1 0-1,1 0 1,-1 1-1,2 0-18,-1 1 67,0 1-1,0-1 0,0 1 1,0 0-1,0 0 0,-1 0 1,0 0-1,0 0 0,1 3-66,-1 0 164,3 7 48,-1 0 1,0 1 0,-1-1 0,-1 0 0,0 1 0,-2-1 0,1 1 0,-1-1 0,-1 1 0,-1-1 0,0 0 0,-1 0 0,0 0 0,-1 0 0,-1-1 0,0 0 0,-1 0 0,0 0 0,-1-1 0,0 0 0,-1-1 0,0 1 0,-6 3-213,8-7 121,4-3-47,-1 0 0,0-1 0,0 1 1,0-1-1,-1 0 0,1 0 0,-1 0 1,0-1-1,0 1 0,0-1 0,-1 0 1,1-1-1,-1 1 0,0-1 0,1 0 1,-1-1-1,-1 1-74,5-5 36,1 0 1,0 0 0,0 0-1,0 0 1,0 0-1,1 0 1,0-1 0,-1 1-1,1 0 1,0 0 0,0 0-1,0 0 1,1-1-1,-1 1-36,0-2 19,0 3-23,1 0 0,-1-1 1,0 1-1,0 0 0,1-1 0,-1 1 1,1 0-1,0 0 0,0 0 1,0 0-1,0-1 0,0 1 1,0 0-1,0 1 0,1-1 0,-1 0 1,1 0-1,0 0 0,0 0 4,-1 2-2,0-1 0,0 0 0,1 1 0,-1-1 0,0 1 0,1-1-1,-1 1 1,0 0 0,1 0 0,-1-1 0,1 1 0,-1 0 0,0 0 0,1 0-1,-1 0 1,1 1 0,-1-1 0,0 0 0,1 1 0,-1-1 0,0 0-1,1 1 1,-1 0 0,0-1 0,0 1 0,0 0 0,1 0 0,-1-1 0,0 1-1,0 0 1,0 0 0,0 0 0,0 0 0,0 1 2,3 2 3,0 1 1,0 0-1,0 0 1,-1 0-1,0 0 0,0 1 1,0-1-1,-1 1 0,1 0 1,-1 0-1,-1 0 1,2 3-4,0 10 83,-1 1 0,-1-1 0,0 8-83,-1-12 29,1 1 0,0-1 1,1 1-1,1-1 0,1 5-29,-3-19-48,0 0-1,0 0 1,-1 0 0,1 0-1,0 0 1,0 0 0,0 0-1,0-1 1,0 1 0,0 0 0,0-1-1,0 1 1,1-1 0,-1 1-1,0-1 1,0 0 0,0 1-1,1-1 1,-1 0 0,0 0-1,0 0 1,1 0 0,-1 0-1,1 0 49,39-1-1389,-31 0 911,3 0-525,0-1 0,0-1 0,-1 0 0,1 0 0,-1-2 0,0 1 1,1-2 1002,36-15-7658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9:13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12659,'0'0'1901,"0"0"-527,0 0 414,0 0-561,0 0-685,0 0-71,17-14 153,57-43 12,-69 55-582,-1-1 0,1 1 0,0 0 0,0 0 0,0 0 0,0 1 0,0 0 0,0 0 0,0 0 0,0 0 0,0 1 0,1 0 0,-1 0 0,0 0 0,0 1 0,1 0 0,-1 0 0,0 0 0,0 0 0,0 1 0,0 0 0,-1 0 0,1 0 0,0 1 0,-1 0 0,1 0-54,2 5 95,1 0 0,-1 1 0,0 0 1,-1 0-1,0 1 0,-1-1 0,0 1 0,-1 1 0,1-1 0,-2 1 0,0-1 0,0 1 1,-1 0-1,1 11-95,1 23 409,-1 1 0,-3 0 1,-2 5-410,0 19 393,0 13-106,0-35-194,2 0 0,5 29-93,-5-76-46,-1-1 0,1 0 0,0 1 0,0-1 0,0 0 0,0 1 0,0-1 0,0 0 0,0 1 0,0-1 0,0 0 0,0 1 0,0-1 0,0 0 0,0 1 0,0-1 0,0 1 0,0-1 0,0 0 0,0 1 0,1-1 0,-1 0 0,0 1 0,0-1 0,0 0 0,1 0 0,-1 1 0,0-1 0,0 0 0,1 0 0,-1 1 0,0-1 0,0 0 0,1 0 0,-1 0 0,0 1 0,1-1 0,-1 0 0,0 0 0,1 0 0,-1 0 0,0 0 0,1 0 0,-1 0 0,0 0 0,1 0 0,-1 0 0,1 0 0,-1 0 0,0 0 0,1 0 0,-1 0 0,0 0 0,1 0 0,-1 0 0,0 0 0,1 0 0,-1-1 0,0 1 0,1 0 0,-1 0 0,0 0 0,0-1 0,1 1 0,-1 0 0,0 0 0,0-1 0,1 1 46,12-21-4671,-7-3-1313,0-3-5157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9:13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7514,'0'0'6873,"0"0"-4832,0 0 607,0 0-736,0 0-727,0 0-209,0 0-184,180-49-344,-123 36-232,3-2-136,-3 2-80,-6 3-392,12 0-1424,-17 5-2809,-9-1-3137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09:14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13243,'0'0'2680,"0"0"-551,0 0 423,0 0-1527,0 0-697,0 0-328,0 0-2457,-6 25-8801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14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22 10298,'0'0'1599,"0"0"392,0 0 629,0 0-387,0 0-566,-4-7-705,4 7-947,0-1 1,0 0-1,-1 0 1,1 1-1,0-1 1,-1 0-1,1 1 1,0-1-1,-1 0 1,1 1-1,-1-1 1,1 0-1,-1 1 1,1-1-1,-1 1 1,1-1-1,-1 1 0,0-1 1,1 1-1,-1 0 1,0-1-1,1 1 1,-1 0-1,0 0 1,1-1-1,-1 1 1,0 0-1,0 0 1,1 0-1,-2 0-15,2 3 43,-1 1 0,0 0 0,1 0 0,0 0 0,0 0 0,0 0 0,0 0 0,1 0-1,0 0 1,-1 0-43,36 413 2599,-20-176-1880,11 0 0,15 24-719,-39-249 2,-3-11-28,1 0-1,-1 1 0,1-1 1,0 0-1,1 0 1,-1 0-1,1-1 0,0 1 1,1 0-1,1 2 27,-4-6-447,0-25-1349,0 9 533,-1 1 0,-1 0-1,0-1 1,-1 1 0,-4-13 1263,-12-25-5050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14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1 327 11899,'0'0'1573,"11"-24"37,-3 9-1317,-1-3 4,2 0 0,1 1-1,0 0 1,1 1 0,0 0-1,2 0 1,-1 1 0,2 1-1,6-4-296,-1 3 232,0 1 0,1 1 0,1 1 0,0 1 1,1 0-1,0 2 0,0 1 0,1 0 0,0 2 0,0 0 0,1 2 0,2 1-232,-14 1 101,0 2 1,0 0-1,0 0 1,0 2-1,-1-1 1,1 1-1,0 1 1,-1 0-1,1 0 1,-1 1-1,5 3-101,-8-2 83,1 0 0,-1 0-1,0 1 1,-1 0-1,0 0 1,0 1-1,0 0 1,-1 0 0,0 0-1,0 1 1,0 0-1,-1 0 1,-1 0-1,1 1 1,0 4-83,0-3 98,-1 0 0,-1 1 0,0 0 0,0 0 0,-1 0 0,-1 0 0,1 0-1,-2 0 1,0 1 0,0-1 0,-1 0 0,0 0 0,-1 0 0,0 0 0,-2 3-98,-1 0 91,0 0 0,-1 0-1,-1 0 1,0-1 0,-1 0-1,-1-1 1,0 0 0,0 0 0,-1 0-1,-1-2 1,0 1-91,-4 4 11,-1-1 0,-1 0 0,-1-2 1,1 0-1,-2 0 0,0-2 0,0-1 0,-1 0 0,0-1 0,0-1 0,-1-1 1,-3 0-12,62-45-7898,-7 12 1676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15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29 472,'0'0'7543,"0"0"-4246,0 0-1146,0 0-329,-26-4-661,-79-5-310,102 9-802,0 0 0,0 0 1,1 1-1,-1-1 0,0 1 0,0-1 1,0 1-1,0 0 0,1 0 0,-1 1 1,0-1-1,1 0 0,-1 1 0,1 0 0,-1-1 1,1 1-1,0 0 0,0 0 0,0 1 1,0-1-1,0 0 0,0 1 0,1-1 0,-1 1 1,1-1-1,0 1 0,0 0 0,-1 1-49,-4 7 192,-3 8 75,1 0 1,0 1 0,2 0-1,0 1 1,1-1-1,1 1 1,1 0 0,1 0-1,0 0 1,2 0-1,1 1 1,1 4-268,-2-20 42,1 0 0,0 0 0,1 0 0,-1-1 0,1 1 0,0 0 0,1-1 0,-1 1 0,1-1 0,0 0-1,0 0 1,1 0 0,0 0 0,0 0 0,0-1 0,0 0 0,1 0 0,-1 0 0,1 0 0,0-1 0,0 0 0,1 0 0,-1 0 0,0-1 0,1 1 0,1-1-42,5 2 29,-1 0 0,1-1 0,0-1 0,0 0 0,0 0 0,0-1 0,0-1 0,0 0 0,1-1 0,-1 0 0,0-1 0,11-2-29,-17 2 6,-1 0 0,0-1 1,1 1-1,-1-1 0,0 0 0,0 0 0,-1 0 1,1-1-1,-1 0 0,1 0 0,-1 0 0,0 0 1,-1-1-1,1 1 0,-1-1 0,0 0 0,0 0 1,0-1-1,-1 1 0,0 0 0,0-1 0,0 1 1,-1-1-1,0 0 0,0 1 0,0-2-6,3-20 22,-2-1 0,-1 1 0,-2 0 0,-2-27-22,3 54 0,-5-33 9,-1 0 0,-1 1 0,-5-14-9,-3-8 29,37 125 206,21 44-235,20 62 470,-42-97-112,-3 1 1,-4 0 0,-3 1 0,-4 0-1,-3 46-358,-4-115 65,-1 0 0,0 1 0,-1-1 0,0 0 0,-1-1 0,0 1 0,-1 0 0,-1-1 0,0 0 0,0 0 0,-1 0-1,-1-1 1,-3 5-65,5-10 51,0 1 0,-1-1 0,0 0 0,0 0 0,0-1 0,-1 0 0,0 0 0,0 0 0,0-1 0,-1 0 0,1 0 0,-1-1 0,0 0-1,0-1 1,0 1 0,0-2 0,0 1 0,-1-1 0,1 0 0,0-1 0,-2 0-51,-2 0 28,0 0 1,0-1-1,0-1 0,1 0 0,-1 0 1,0-1-1,1-1 0,0 0 0,0-1 1,-2 0-29,9 2-61,0 1 0,-1-1 1,1 0-1,1 0 0,-1 0 1,0 0-1,1 0 0,0-1 1,-1 0-1,1 0 0,1 0 1,-1 0-1,1 0 0,-1 0 1,1-1-1,0 1 0,1-1 1,-1 0-1,1 1 0,0-1 0,0 0 1,1 0-1,-1 0 0,1 1 1,0-1-1,0-1 61,1 0-160,0 0 1,0 0-1,0 0 1,1 0-1,0 1 0,0-1 1,1 0-1,-1 1 1,1 0-1,1-1 0,-1 1 1,0 1-1,1-1 1,0 0-1,2 0 160,8-13-752,36-48-3543,1 2-1848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15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0 183 7098,'0'0'6565,"0"0"-4145,0 0-1114,0 0-355,0 0-250,0 0-94,32 0-95,103 0-160,-117 0-212,0 0-1,-1-2 0,1 0 0,0 0 0,15-6-139,-28 7 30,-1-1 0,0 1 0,0-1 0,0 0 0,0 0 0,0 0 0,-1-1 0,1 1 0,-1-1 0,1 0 0,-1 0 0,0 0 0,0 0 0,0 0 1,-1-1-1,1 0 0,-1 1 0,0-1 0,0 0 0,1-3-30,-2 4 30,0 0 1,0 1 0,0-1-1,0 0 1,0 0 0,-1 0-1,1 0 1,-1 0 0,0 0-1,0 0 1,0 0 0,0 0-1,-1 0 1,1 0 0,-1 0-1,0 0 1,0 0 0,0 0-1,0 1 1,0-1 0,-2-1-31,1 1 28,-1 0 1,0 0-1,1 0 1,-2 0-1,1 1 1,0 0-1,0-1 1,-1 1-1,1 0 1,-1 1-1,1-1 1,-1 1-1,0-1 1,-2 1-29,-9-2 116,1 0 1,0 1-1,-1 1 1,1 0-1,-1 1 1,0 1-1,1 0 1,-8 2-117,15-1 26,1 0 0,0 1 0,-1-1 0,1 1 0,0 1 0,1-1 0,-1 1 0,0 0 0,1 0 0,0 1 0,0-1 1,0 1-1,1 0 0,0 1 0,0-1 0,0 1 0,0 0 0,1 0 0,0 0 0,0 0 0,1 0 0,-1 1 0,1 0-26,-5 15 93,1 0 0,1 0 0,1 1-1,1 0 1,1 0 0,0 6-93,1-13 56,1-1 0,1 1 0,0 0 0,1-1 0,1 1 0,0-1 0,4 10-56,-4-19 4,-1 0 0,1 0 0,0-1 0,0 1 0,0-1 1,1 0-1,0 0 0,0-1 0,0 1 0,1-1 0,-1 1 1,1-1-1,0-1 0,0 1 0,1-1 0,-1 0 0,1 0 0,-1 0 1,1-1-1,5 1-4,5 2-63,1-2 1,0 0 0,0-1-1,0 0 1,0-2 0,0 0-1,0-1 1,10-2 62,55-12-2510,-7-7-3863,-30 4-2618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16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16 13051,'0'0'2152,"0"0"-386,0 0 96,0 0-589,-13 26-398,-40 84-203,50-102-593,0 1 0,0-1 0,1 1-1,0 0 1,1 0 0,0-1 0,0 1 0,1 0-1,0 0 1,1 0 0,0 2-79,0 7 163,0-12-124,-1 0 0,1 0 0,0 0 0,1 0 0,-1 0 0,1-1 0,0 1 0,1 0 0,-1-1 0,1 0 0,0 0 0,0 0 0,1 0 0,0 0 0,-1 0 0,2-1 0,-1 0 0,0 0 0,1 0 0,0 0 0,0-1 0,0 0 0,0 0 0,1 0-39,1 0 23,-1 0-1,1-1 0,0 0 1,0 0-1,1-1 1,-1 0-1,0 0 0,0-1 1,1 0-1,-1 0 1,0 0-1,0-1 0,0 0 1,1-1-1,-1 1 1,0-1-1,0-1 0,-1 1 1,1-1-1,0-1-22,0 0 48,0 0-1,0-1 1,0 0 0,0 0-1,-1-1 1,0 0-1,0 0 1,-1 0 0,0-1-1,0 1 1,0-1-1,-1-1 1,0 1 0,0-1-1,0 1 1,-1-2-48,1-4 141,0 0 0,-1 0 0,0 0 1,-1-1-1,-1 1 0,0-1 0,-1 1 0,0-1 1,-2-11-142,0 18 40,0 0 1,0 1 0,0-1 0,-1 1-1,0-1 1,0 1 0,-1 0 0,0 0-1,0 0 1,0 0 0,-1 1-1,0 0 1,0 0 0,0 0 0,0 0-1,-1 1 1,-4-3-41,3 3-34,1-1-1,-1 1 1,0 1 0,0-1-1,0 1 1,0 1 0,-1-1-1,1 1 1,-1 0-1,0 1 1,0 0 0,1 0-1,-1 1 1,0-1 0,0 2-1,-1-1 35,9 1-109,-1-1 0,1 0-1,-1 0 1,1 1 0,-1-1-1,1 0 1,0 1 0,-1-1-1,1 0 1,0 1 0,-1-1-1,1 0 1,0 1 0,0-1-1,-1 1 1,1-1 0,0 1-1,0-1 1,0 0 0,-1 1-1,1-1 1,0 1 0,0-1-1,0 1 1,0-1 0,0 1-1,0-1 1,0 1 0,0-1-1,0 1 110,3 8-5310,9-5-2274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16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0 134 11707,'0'0'1897,"0"0"164,0 0 1019,6 25-1069,31 126 134,-26-102-494,-11-48-1484,0-1 51,0-11 445,-4-55-512,1 36-83,1 0-1,2 0 1,1-5-68,-1 29 5,1 0 0,-1 0 0,1 0-1,1 1 1,-1-1 0,1 0 0,0 0 0,0 1 0,1-1 0,-1 1 0,1-1 0,1 1 0,-1 0 0,1 1 0,-1-1 0,1 0 0,2-1-5,-3 4-2,1-1 1,-1 1-1,0-1 1,0 1-1,1 0 1,-1 0-1,1 1 1,0-1 0,0 1-1,-1 0 1,1 0-1,0 0 1,0 0-1,0 1 1,0-1-1,0 1 1,0 0 0,0 0-1,4 1 2,-3 1-5,0-1 1,0 1-1,-1 0 0,1 0 1,-1 1-1,1 0 0,-1-1 1,0 1-1,0 1 1,0-1-1,0 1 0,0-1 1,2 5 4,5 6-11,-1 1 0,0 0 0,-1 1 0,-1 0 0,-1 1 0,0-1 0,-1 1 0,0 3 11,1 14-4,-1 0 0,-2 0 0,-1 0 1,-1 0-1,-3 11 4,-2-38-11,-2-17 65,4-14-44,1 0 1,1 0 0,1 1 0,1-1-1,2 1 1,0 0 0,1 0 0,1 0-1,1 1 1,1 0 0,1 0 0,1 1-1,1 1 1,1 0 0,1 0 0,0 2-1,6-6-10,-17 21-1,-1 0-1,1 0 1,0 0-1,0 1 1,0-1-1,1 1 1,-1 0-1,0 0 1,1 0-1,0 0 1,-1 1-1,1-1 1,0 1-1,0 0 1,0 0-1,0 1 1,0-1-1,-1 1 1,1 0-1,0 0 1,0 0-1,0 0 1,0 1-1,0-1 1,0 1-1,0 0 1,0 0-1,0 1 1,-1-1-1,1 1 1,0 0-1,-1 0 1,0 0-1,1 0 1,-1 1-1,0-1 1,0 1-1,0 0 1,0 0-1,1 2 2,6 11-1,-1 0 0,-1 0 0,0 1 0,-1 0 0,-1 0 0,0 1 0,-2-1 0,0 1 0,-1 1 0,0 4 1,3 46-62,-4 0-1,-2 9 63,-1-25-130,-2-30-1479,2-23 1285,0 1-1,1 0 0,-1-1 1,0 1-1,1 0 1,-1-1-1,0 1 1,0-1-1,0 1 1,1-1-1,-1 1 0,0-1 1,0 0-1,0 1 1,0-1-1,0 0 1,0 0-1,0 0 0,0 0 1,0 0-1,-1 0 325,-15 1-8332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18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13659,'0'0'2248,"0"0"-591,0 0 775,-66 180-919,58-86-305,5 14-112,3 3-232,0-6-376,14-10-224,15-13-144,2-15-104,3-16 32,3-15-40,3-16-8,6-14-168,25-19-1064,-14-26-2761,-5-7-2928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19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292 169 9618,'0'0'4978,"0"0"-2938,2 26 269,6 58 27,3 0 0,16 57-2336,-17-98 288,-7-27-193,1 0 1,0-1-1,1 1 1,1-1 0,2 3-96,-8-17 129,2-14 47,0 1 0,-1-1 1,-1 0-1,0 1 0,-1-1 0,-1-4-176,0-23 46,-5-40-13,-3 1 1,-3 0 0,-4 1 0,-24-67-34,40 139-3,-13-28 28,13 33-27,1 0 1,-1 1-1,0-1 0,1 0 1,-1 1-1,0-1 1,1 1-1,-1-1 0,0 1 1,0-1-1,0 1 1,1-1-1,-1 1 1,0 0-1,0-1 0,0 1 1,0 0-1,0 0 1,0 0-1,0 0 1,1 0-1,-1 0 0,0 0 1,0 0-1,0 0 1,0 0-1,0 0 1,0 1-1,0-1 0,0 0 1,1 1-1,-1-1 1,0 0-1,0 1 1,0-1-1,1 1 0,-2 0 2,-10 9 0,-1 0-1,2 1 1,-1 0-1,1 1 1,1 1-1,-3 4 1,-15 17 6,9-12-4,1 0 0,0 2-1,2 0 1,-7 16-2,16-28 1,1 2-1,1-1 0,0 1 1,1 0-1,0 0 0,1 0 1,1 0-1,0 0 0,0 1 1,2 1-1,0-15 1,1 0 0,-1 0 0,0 0 0,1 0 1,-1 0-1,1 0 0,-1-1 0,1 1 0,0 0 0,-1 0 0,1 0 1,0-1-1,0 1 0,0 0 0,-1-1 0,1 1 0,0-1 0,0 1 0,0-1 1,0 1-1,0-1 0,0 0 0,0 1 0,0-1 0,0 0 0,0 0 1,0 0-1,0 0 0,0 0 0,0 0 0,0 0 0,1 0-1,45 0 96,-32-1-75,27-2-76,0-1-1,-1-2 0,22-7 56,41-6-3543,-53 12-2797,-7 0-4945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19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11642,'0'0'2761,"0"0"-985,0 0 2041,0 0-2464,0 0-745,-11 138-248,11-115-136,0-5-104,0-2-72,0-4-48,0-6-120,20-6-824,20-6-1401,-3-19-1848,0-9-4681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19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4905,'0'0'7930,"0"0"-4958,0 0-1333,0 0-52,-9 32-286,-28 103-193,34-119-814,-1 1 0,2-1 0,0 1 1,1 0-1,2 16-294,-1-9 269,0-16-194,0 0 1,1 0-1,0 0 0,0 0 0,1 0 0,0 0 0,0 0 0,1-1 0,2 4-75,-4-8 15,1 1 0,0-1 0,0 0 1,0 0-1,1 0 0,-1 0 0,1-1 0,-1 1 0,1-1 0,0 1 0,0-1 0,0 0 0,1 0 0,-1 0 0,0-1 0,1 1 0,-1-1 0,1 0 0,-1 0 0,1 0 1,1 0-17,3 1 26,0-1-1,0-1 0,0 1 0,0-1 0,0-1 0,0 1 0,0-1 0,0-1 0,0 1 0,0-2 0,0 1 0,-1-1 0,1 0 0,-1 0 0,0-1 0,0 0 0,0 0 0,0-1 0,-1 0 0,1 0 0,-1-1 0,-1 1 0,5-7-24,-3 4 46,-1-1 0,0 0 0,-1-1 0,0 1 0,0-1 0,-1 0 0,-1 0 0,0-1-1,0 1 1,-1 0 0,0-1 0,0 0 0,-2 0 0,1 1 0,-1-1 0,-1 0 0,-1-9-46,0 12 25,0 1 0,0-1 0,-1 1 0,1 0 0,-2 0-1,1 1 1,-1-1 0,0 0 0,0 1 0,-1 0 0,0 0 0,0 1 0,-1-1 0,1 1 0,-1 0-1,0 1 1,0-1-25,-3-1-27,1 1 0,0 0 0,-1 0-1,0 1 1,0 0 0,0 0-1,-1 1 1,1 1 0,-1-1 0,0 2-1,0-1 1,-9 1 27,18 1-48,0 0 0,0 0 0,0 0 0,0 0 0,1 0 0,-1 0 0,0 0 0,0 0 1,0 1-1,0-1 0,0 0 0,1 1 0,-1-1 0,0 1 0,0-1 0,1 1 0,-1-1 0,0 1 0,1-1 0,-1 1 0,0 0 0,1 0 0,-1-1 0,1 1 0,-1 0 0,1 0 0,-1-1 0,1 2 48,-4 26-3181,3-24 2437,1 20-4741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20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1 157 15771,'0'0'2082,"0"0"-560,0 0 533,0 0-712,0 0-706,0 0-201,4-12-63,14-36-104,-17 44-75,1 0 1,0 0 0,0 0-1,1 1 1,-1-1-1,1 1 1,0-1-1,0 1 1,0 0-1,0 0 1,0 0-1,2 0-194,4-3-453,0 1-1,0 1 0,0 0 1,0 0-1,1 1 0,9-2 454,6-3-1750,10-5-3956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20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14147,'0'0'1740,"0"0"-289,0 0 592,0 0-784,26-17-665,86-53-267,-109 68-314,0 0 0,0 0 0,1 1 0,-1-1 1,1 1-1,-1 0 0,1 0 0,-1 1 1,1-1-1,-1 0 0,1 1 0,0 0 0,-1 0 1,1 0-14,-2 1 6,0-1 0,0 1 0,-1-1 1,1 1-1,0 0 0,-1-1 0,1 1 0,0 0 1,-1 0-1,1 0 0,-1 1 0,1-1 1,-1 0-1,0 0 0,0 1 0,1-1 0,-1 1 1,1 1-7,1 3 32,0 1 0,-1 0 0,0 0 0,0 0 0,0 0 0,-1 0 1,0 0-1,0 0 0,0 1-32,-1-4 30,1 8 91,-1 1 1,0-1-1,0 1 1,-1-1-1,-1 1 0,0-1 1,-1 0-1,0 1 1,-1-1-1,-4 8-121,-1-1 108,-1 0-1,-1-1 1,-1-1-1,0 0 0,-1-1 1,-2 1-108,-17 15 209,24-25-148,0 0 0,1 1 0,0 0 0,0 0 0,1 1 0,-1 0 0,1 1-61,10-8 78,1-1 0,-1 0 0,0 0-1,1 0 1,-1-1 0,1 1 0,-1-1 0,1 0 0,-1 0 0,3-1-78,-4 1 98,53-3 257,0-2 0,4-2-355,-5-1-1212,1 3-1,4 2 1213,-28 3-3706,-5 0-1907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20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14419,'0'0'2129,"0"0"-225,0 0 897,-58 182-1489,33-118-704,-1 0-424,6-5-184,3-2-16,3-1-984,0-12-2073,5-16-2944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21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5817,'0'0'7490,"0"0"-3704,0 0-1472,0 0-998,0 0-285,22 29 105,72 101-68,-81-108-859,-1 1-1,0 0 0,-2 1 0,-1 0 1,-2 0-1,0 1 0,-1 0 0,-1 0 1,-2 1-1,1 25-208,0-18 73,1 60 50,4 24-209,-9-116 13,0-1 0,0 1 0,0 0 0,0-1 0,0 1 0,0-1 0,0 1 0,0 0 0,0-1 0,1 1 0,-1-1 0,0 1 0,0 0 0,1-1 0,-1 1 0,0-1 0,0 1 0,1-1 0,-1 1 0,1-1 0,-1 1 0,0-1 0,1 1 0,-1-1 0,1 0 0,-1 1 0,1-1 0,-1 0 0,1 1 0,-1-1 0,1 0 0,0 0 0,-1 1 0,1-1 0,-1 0 0,1 0 0,0 0 0,-1 0 0,1 0 0,-1 0 0,1 0 0,0 0 0,-1 0 0,1 0 0,0 0 0,-1 0 0,1-1 0,0 1 73,1-1-577,0 0 0,0-1-1,1 1 1,-1-1 0,0 0 0,-1 1 0,1-1 0,0 0-1,0 0 1,-1 0 0,1-1 577,15-26-8256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21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1 211 10578,'0'0'1821,"0"0"172,4 23 336,17 74-675,-20-92-1544,1-1 1,-1 0-1,1 0 1,0 0 0,0 0-1,0 0 1,0-1 0,1 1-1,-1-1 1,1 1 0,0-1-1,0 0 1,0 0-1,1 0 1,-1-1 0,1 1-1,0-1 1,-1 0 0,1 0-1,0 0 1,0 0-1,0-1 1,0 1 0,1-1-1,1 0-110,6 1 203,-1-1 0,1 0 0,0-1 0,-1-1 0,1 0 0,0 0 0,6-2-203,-11 1 67,0 0 0,0 0-1,0-1 1,-1 0 0,1 0 0,-1 0 0,1-1 0,-1 0 0,-1 0 0,1-1-1,0 0 1,-1 0 0,0 0 0,0 0 0,-1-1 0,1 0 0,-1 0-1,0 0 1,-1-1 0,0 1 0,0-1 0,2-4-67,-3 4 61,1 0 1,-1 0-1,0 0 0,-1-1 1,0 1-1,0 0 0,0-1 1,-1 1-1,0-1 0,-1 1 1,0 0-1,0-1 0,0 1 1,-1 0-1,0 0 0,0 0 1,-1 0-1,0 0 0,0 0 1,-1 1-1,1 0 0,-2-2-61,-11-9-35,-1 0-1,0 1 1,0 1-1,-2 1 0,0 0 1,0 2-1,-22-11 36,39 22-1495,2 1-2522,0 0-3176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22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1 363 10282,'0'0'1927,"0"0"12,0 0 733,0 0-625,0 0-875,0 0-409,26 14-243,82 40-257,-106-53-257,0 0 0,0 0 0,-1 0 0,1 0 0,0-1 0,0 1 0,0-1 0,0 1 0,0-1 0,0 0 0,0 0 0,0 0 0,0 0 0,0 0 0,0 0 0,0 0 0,-1-1 0,1 1 0,0-1 0,0 0 0,0 1 0,0-1 0,-1 0 0,1 0 0,0 0 0,0 0 0,-1 0 0,2-2-6,-1 0 8,0 0 0,0 0 0,0 0-1,0 0 1,-1-1 0,0 1 0,1-1-1,-1 1 1,-1-1 0,1-1-8,1-2 14,2-9 9,-1-1 1,-1 1 0,0-1-1,-1-13-23,0 30 9,-1 1 0,0-1 0,0 0 0,0 0 0,0 0 0,0 0 0,0 1 0,1-1 0,-1 0 0,0 0 0,0 0 0,0 0 0,0 0 0,1 0 0,-1 1 0,0-1 0,0 0 0,0 0 0,1 0 0,-1 0 0,0 0 0,0 0 0,0 0 0,1 0 0,-1 0 0,0 0 0,0 0 0,0 0 0,1 0 0,-1 0 0,0 0 0,0 0 0,0 0 0,1 0 0,-1 0 0,0 0 0,0-1 0,0 1 0,1 0 0,-1 0 0,0 0 0,0 0 0,0 0 0,0 0 0,1-1 0,-1 1 0,0 0 0,0 0 0,0 0 0,0-1 0,0 1 0,0 0 0,0 0 0,1 0 0,-1 0 0,0-1 0,0 1 0,0 0 0,0 0 0,0-1-9,11 18-10,-3-4 21,-1-1 1,2 0-1,-1 0 1,2-1-1,9 10-11,-14-17 15,0 0 1,0-1-1,0 1 1,0-1-1,0 0 0,1 0 1,-1 0-1,1-1 1,0 0-1,0 0 0,0-1 1,0 1-1,0-1 0,0-1 1,4 1-16,-2-1 67,1 0 1,-1 0 0,1-1-1,-1 0 1,1-1 0,-1 0-1,0 0 1,0-1-1,0 0 1,0 0 0,0-1-1,2-1-67,-5 2 19,0 0 0,-1-1 0,1 0 1,-1 0-1,0 0 0,0 0 0,0-1 0,0 0 0,-1 0 0,0 0 0,0 0 0,0 0 0,0 0 0,-1-1 0,0 1 1,0-1-1,-1 0 0,1-2-19,2-14 96,-2 0-1,0 0 1,-1-19-96,-1 31 9,-1 0 0,0 0-1,0 0 1,-1 0 0,0 0-1,-1 0 1,0 1 0,0-1-1,-3-2-8,3 48-161,3-30 160,1-1 1,-1 0 0,1 0-1,0 0 1,0 0 0,1 0-1,-1 0 1,1-1 0,0 1-1,0 0 1,1-1 0,-1 0-1,1 1 1,0-1-1,0 0 1,1 0 0,-1-1-1,1 1 1,0-1 0,0 1-1,0-1 1,0-1 0,1 1-1,-1 0 1,3 0 0,2 1 2,-1-1 0,1 0 0,0 0 0,0-1 0,0 0-1,0 0 1,1-1 0,-1-1 0,0 1 0,0-2 0,1 1 0,-1-1 0,8-2-2,-12 2 6,-1-1 0,1 1 1,-1-1-1,1 0 0,-1-1 0,0 1 0,0-1 1,0 0-1,-1 0 0,1 0 0,-1 0 1,1 0-1,-1-1 0,0 0 0,0 0 1,-1 1-1,1-2 0,-1 1 0,0 0 1,0 0-1,0-1 0,0 1 0,-1-1 1,0 1-1,0-1 0,0 0 0,-1 0 0,1 1 1,-1-1-1,0 0 0,-1 0 0,1 1 1,-1-1-1,0 0 0,0 1 0,0-1 1,-1 0-7,0 2 40,0 1 0,0 0 0,0 0 1,0 0-1,0 0 0,-1 0 1,1 0-1,-1 0 0,1 1 1,-1-1-1,1 1 0,-1 0 1,0 0-41,2 0 25,-1 0 0,1 1 0,0-1 0,0 1 0,-1-1 0,1 1 0,0 0 0,0-1 0,-1 1 0,1 0 0,0 0 0,-1 0 0,1 0 0,0 0 0,-1 0 0,1 1 0,0-1 0,-1 0 0,1 1 0,0-1 0,0 1 0,-1-1 0,1 1 0,0-1 0,0 1 0,0 0 0,0 0 0,0 0 0,0 0 0,0-1 0,0 1 0,-1 1-25,-1 7 5,0-1 1,0 1-1,0-1 0,1 1 1,1 0-1,-1 0 1,1 0-1,1 0 0,0 0 1,0 0-1,1 0 1,0 0-1,0 0 0,1 0 1,0 0-1,1-1 1,0 1-1,0-1 0,1 1 1,0-1-1,1 0 0,4 6-4,-3-8 2,0 0 1,0-1 0,0 0 0,1 0-1,-1 0 1,1-1 0,0 0 0,1 0-1,-1-1 1,0 0 0,1 0 0,1-1-4,6 2 13,0-2-1,0 0 1,0 0 0,0-2 0,0 0 0,1 0-13,-10-1 11,0 0 0,0 0 0,0-1-1,0 1 1,-1-1 0,1 0 0,0-1-1,-1 0 1,0 1 0,0-2 0,0 1 0,0 0-1,0-1 1,-1 0 0,1 0 0,-1-1 0,0 1-1,0-1 1,-1 0 0,1 0 0,-1 0-1,0 0 1,-1-1 0,1 1 0,1-6-11,4-12 115,0 0 1,-2-1-1,0 0 1,-2 0-1,1-18-115,-3 18 25,-1 12-55,0 1 1,1-1-1,0 1 0,0-1 0,3-5 30,-4 16-155,-1 1 0,1-1-1,-1 1 1,1-1 0,-1 0 0,1 1 0,0-1 0,-1 1-1,1 0 1,0-1 0,-1 1 0,1-1 0,0 1-1,0 0 1,-1 0 0,1 0 0,0-1 0,0 1 0,-1 0-1,1 0 1,0 0 0,0 0 0,0 0 0,-1 0-1,1 0 1,0 0 0,0 1 0,0-1 155,3 0-2210,5 0-4187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22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0 526 7962,'0'0'8329,"0"0"-4088,0 0-1984,0 0-1113,0 0-1144,0 0-288,0 0-2505,63-105-6697</inkml:trace>
  <inkml:trace contextRef="#ctx0" brushRef="#br0" timeOffset="1">448 0 16644,'0'0'4384,"0"0"-3671,0 0 719,0 0-152,14 188-400,-2-117-343,-4-4-161,-2-5-248,0-13-80,-3-11-40,-3-7-8,2-11-312,-2-12-1073,0-8-2944,0 0-4200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23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0 229 4721,'0'0'9975,"0"0"-6668,0 0-1299,0 0-478,0 0-901,32-23-436,106-71-135,-126 86-111,0 1 0,1 0 0,0 1 0,0 1 0,1 0 0,0 0 1,0 1-1,0 1 0,0 1 0,9-1 53,10-2-693,160-23-7226,89 5 5456,-260 22 2624,-27 1 492,-1 1-1,1 0 1,0 0-1,0 0 1,0 0-1,0 1 1,0-1-1,0 1 1,1 1-1,-1-1 1,1 1-1,-1-1 0,1 1 1,-2 2-653,-3 3 542,1-1 0,0 1 0,1 1 1,0 0-1,0 0 0,-5 10-542,1 0 255,1 0 1,0 2-1,2-1 0,1 1 1,0 0-1,2 0 0,0 1-255,1 0 176,2-1-1,0 1 1,2-1-1,0 1 1,2 2-176,-2-23 7,0 1 0,0-1 0,1 1 0,-1-1 0,0 1 1,1-1-1,-1 1 0,1-1 0,0 0 0,0 1 0,-1-1 0,1 0 0,0 0 0,0 1 0,0-1 1,0 0-1,0 0 0,0 0 0,1 0 0,-1 0 0,0-1 0,0 1 0,1 0 0,-1 0-7,3 0 10,-1 0-1,1 0 1,-1 0-1,1 0 1,0-1-1,-1 1 1,1-1-1,0 0 1,-1 0-1,3-1-9,2 0 12,0 0-1,0 0 1,1-1 0,-1-1-1,0 1 1,-1-1-1,1 0 1,-1-1-1,1 0-11,5-5 3,-2 0-1,1 0 1,-1-1-1,-1-1 1,0 1-1,0-2 1,-1 1-1,-1-2 1,0 1 0,0-1-1,-1 0 1,-1 0-1,0-1 1,-1 0-1,-1 0 1,0 0-1,0-1 1,-2 0-3,3 77 381,7 35-381,-8-68 44,-4-26-91,2 12 92,0 0 1,1-1-1,1 0 0,2 6-45,-5-17-18,0-1-1,1 1 1,-1-1 0,0 1-1,1-1 1,-1 0-1,1 1 1,0-1 0,0 0-1,-1 0 1,2 0-1,0 0 19,-2-1-43,0 0 0,0-1 0,0 1-1,1-1 1,-1 1 0,0-1 0,0 0-1,1 0 1,-1 0 0,0 1-1,0-1 1,1 0 0,-1 0 0,0-1-1,1 1 1,-1 0 0,0 0 0,0-1-1,1 1 1,-1 0 0,0-1-1,0 0 1,0 1 0,0-1 0,0 1-1,0-1 1,0 0 43,5-4-908,0-1 0,-1 0 0,0 0 0,0 0 1,0 0-1,-1-1 0,0 1 0,0-1 0,-1 0 0,0-2 908,20-41-10336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23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13003,'0'0'7513,"0"0"-5232,0 0-1449,0 0 520,0 154-327,0-77-361,0 5-168,0-5-248,-3-8-136,-5-7-112,-1-11 0,1-2-560,2-16-1297,3-12-5296</inkml:trace>
  <inkml:trace contextRef="#ctx0" brushRef="#br0" timeOffset="1">152 650 17236,'0'0'4321,"0"0"-1977,0 0-552,0 0-1055,0 0-561,0 0-176,0 0-504,23 5-1089,-3-5-2544,9 0-3584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24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3265,'0'0'9472,"0"0"-5613,0 0-1322,0 0-1063,0 0-903,0 0-99,-3 20 161,-5 55 514,2 52-1147,6-63-963,12-66-4306,2-10 386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24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7906,'0'0'6689,"0"0"-5833,0 0 217,0 0-129,0 0-944,0 0-840,0 0-1289,57-2-5889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26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12579,'0'0'2640,"0"0"-1712,0 0 2889,0 182-2304,3-107-433,0-6-384,0-5-376,3-12-160,-4-9-112,4-7 0,0-8-48,0-7-208,13-6-1048,4-7-2593,0-6-1320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26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8554,'0'0'9146,"0"0"-8026,0 0 184,0 0-432,0 0-607,155-44-265,-104 39-369,3-2-1455,-17 4-929,-11 0-3216</inkml:trace>
  <inkml:trace contextRef="#ctx0" brushRef="#br0" timeOffset="1">100 206 10042,'0'0'2601,"0"0"159,0 0 1673,0 0-2848,0 0-665,0 0-216,0 0-360,132-8-224,-75-7-120,28-14-864,-13 6-1833,-10 0-3904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26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18580,'0'0'2897,"0"0"-1825,0 0 776,-26 159-624,23-87-503,3 0-145,0-6-192,6-7-160,8-13-112,0-10-64,-2-13-40,-4-7-8,-2-11-152,-3-5-608,5-15-569,-2-16-1671,0-13-5146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27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8386,'0'0'11634,"0"0"-10121,0 0 279,0 0-784,0 0-664,146-97-240,-92 87-104,-3 4-32,-5 6-736,-18 0-1384,-8 0-3281,-17 3-6578</inkml:trace>
  <inkml:trace contextRef="#ctx0" brushRef="#br0" timeOffset="1">43 414 14011,'0'0'2945,"0"0"-1745,0 0-432,0 0-768,191-54-3769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27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13315,'0'0'7065,"0"0"-5624,0 0-57,0 0-1384,0 0-1824,0 0-11859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29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3513,'0'0'8640,"0"0"-4779,0 0-1538,0 0-973,0 0-750,26 13-313,-15-8-258,3 0 21,-1 1 1,0 1 0,0 0 0,0 1-1,-1 0 1,0 1 0,-1 0-1,0 1 1,0 0 0,-1 1-1,0 0 1,-1 0 0,-1 1 0,7 11-51,3 14 324,-2 1 0,-2 0-1,-1 1 1,-2 0 0,-1 1 0,-3 0 0,0 7-324,-4-20 220,-1 1-1,-1 0 0,-1 0 1,-2 0-1,-1 0 0,-1 0 1,-1 0-1,-1-1 0,-2 0 1,-9 23-220,-3-8 173,-1-1 1,-3-1 0,-1-1 0,-1-1-1,-3-2 1,0 0 0,-3-2-174,31-33-181,0 0 0,-1 0 0,1 1 0,-1-1 0,1 0 0,-1 0 0,1 0 0,-1-1 0,0 1 0,1 0 1,-1-1-1,0 1 0,0-1 0,1 1 0,-3-1 181,-4 1-5288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3:29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13755,'0'0'3113,"0"0"-2217,0 0-288,0 0-608,0 0-2377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5:30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49 122 15243,'0'0'1954,"0"36"172,1 255 1744,7-201-3575,3 0 0,5-1 0,3 0 0,5 4-295,21 96 20,-46-172-902,-10-21 391,-14-21-91,10 4 439,1 0-1,1 0 1,0-1 0,2-1-1,1 0 1,0 0 0,2-1-1,1 0 1,1-1 0,1 1-1,0-5 144,-5-52-294,4 0 1,4-66 293,2 120 37,1 0 1,1 1-1,1-1 1,2 0-1,1 1 1,1 0-1,1 1 1,1-1-1,1 2 1,1-1-1,2 1 1,0 1-1,1 0 1,2 1-1,0 1 1,4-3-38,-13 18 96,0-1 0,0 1 0,0 0 0,1 1 0,0-1 0,1 2 0,-1-1 0,1 1 0,0 1 0,0-1 0,3 0-96,-8 3 52,-1 0 0,0 1 0,1-1 0,-1 0 0,1 1 0,-1 0 0,1 0 0,-1 0 0,1 0 0,-1 1-1,1-1 1,-1 1 0,0 0 0,1 0 0,-1 0 0,0 1 0,0-1 0,1 1 0,-1-1 0,0 1 0,-1 0 0,1 0-1,0 1 1,-1-1 0,1 0 0,-1 1 0,1 0 0,-1-1 0,0 1 0,0 0 0,1 2-52,2 7 113,-1 0-1,0 0 1,0 0 0,-1 0 0,0 0 0,-1 1 0,-1-1 0,0 1 0,-1-1-1,0 1 1,-1-1 0,0 1 0,-1-1 0,0 1 0,-1-1 0,-1 0 0,0 0-1,-2 3-112,2-2 37,-2-1 0,1 0 0,-2 0 0,1 0 0,-2-1-1,1 0 1,-2 0 0,1-1 0,-1 0 0,-1-1 0,0 0-1,0 0 1,-1-1 0,0-1 0,0 0 0,-1 0 0,-2 0-37,10-5-8,1-1 0,-1 0 0,0 0 0,0-1 0,1 1 0,-1-1 0,0 0 0,0 0 0,-1 0 8,1 0-224,12-29-2485,18-6-1268,7 2-2196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5:33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16 4721,'0'0'4146,"0"0"-1764,0 0-380,0 0-191,0 0-543,0 0-328,-13-3-126,-45-9-139,55 12-638,1-1 0,0 1 0,0 0 0,0 0 0,0 0 0,0 0 0,-1 1 0,1-1 1,0 1-1,0-1 0,0 1 0,0 0 0,0-1 0,0 1 0,0 0 0,1 0 0,-1 1 0,0-1 1,0 0-1,1 1 0,-1-1 0,1 1 0,-1-1 0,1 1 0,0 0 0,-1 0-37,-3 6 75,1-1 0,0 1 0,1 0-1,-1 0 1,0 5-75,0-1 117,-2 3-30,1-1 1,0 1 0,1 0 0,1 0 0,1 0-1,0 0 1,1 0 0,0 1 0,1-1 0,1 1-1,1-1 1,0 1-88,-1-13 17,1 0-1,-1 0 0,1 0 1,0 0-1,0-1 0,0 1 1,1-1-1,-1 1 1,0-1-1,1 0 0,0 0 1,-1 0-1,1 0 0,0 0 1,0-1-1,0 1 1,0-1-1,0 0 0,0 0 1,1 0-1,-1 0 0,0 0 1,1-1-1,-1 0 1,0 1-1,1-1 0,-1 0 1,0-1-1,4 0-16,-1 1 27,0 0 0,1-1-1,-1 1 1,0-1 0,0-1 0,1 1-1,-1-1 1,0-1 0,-1 1 0,1-1-1,0 0 1,-1 0 0,1 0 0,-1-1-1,2-2-26,-1-3 33,0 0 0,-1 0 0,-1 0 0,0-1 0,0 1 0,-1-1 0,0 0 0,0 0 0,-1-1 0,-1 1 0,0 0 0,0-3-33,1-9 246,-2-1 0,0 1 0,-2-9-246,16 104-31,9 19 31,-7-28 65,-3 1 1,-1 5-66,-6 18 417,-4 0 0,-4 10-417,1-83 84,0 0 0,-2 0 0,1 0 0,-2 0 0,0 0 0,-1-1 0,0 1 0,-1-1 0,-1 0 0,0-1 0,-1 0 0,0 0 0,-1-1 0,-3 3-84,11-13 18,-1 0 0,0 0 0,0 0 0,0 0 0,0 0 0,0-1 0,0 1 0,0-1 0,0 1 0,-1-1 0,1 0 0,0 0 0,-1 0 0,1 0 0,-1 0 0,1-1 1,-1 1-1,0-1 0,1 1 0,-1-1 0,0 0 0,1 0 0,-1-1 0,1 1 0,-1 0 0,0-1 0,1 1 0,-1-1 0,1 0 0,-1 0 0,1 0 0,-1 0 0,1-1 0,0 1 0,0 0 0,0-1 0,0 0 1,0 1-1,0-1 0,0 0 0,-1-1-18,-5-6-1,1 0 1,-1 0 0,2-1 0,-1 0 0,1 0 0,1-1 0,0 1 0,-2-8 0,0-2-364,2 0 1,0 0 0,1-1 0,1 1 0,1-1 0,1-7 363,1-1-3146,1 1 1,4-18 3145,9-18-7782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5:33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0 198 11226,'0'0'1791,"0"0"126,0 0-435,27-2-636,-21 2-809,36-3 176,0-1 0,-1-2 1,1-2-1,9-5-213,-36 9 34,0 0 0,-1-2 0,1 1 0,-1-2 1,-1 0-1,1 0 0,-1-1 0,-1-1 0,1 0 0,-1-1-34,-10 9 35,-1 0 0,0 0 0,0 0-1,0 0 1,0-1 0,0 1-1,0 0 1,0 0 0,0-1 0,-1 1-1,1 0 1,0-1 0,-1 1 0,1-1-1,-1 1 1,1-1 0,-1 1 0,0-1-1,0 1 1,0-1 0,0 1 0,0-1-1,0 1 1,0-1 0,0 1 0,0-1-1,-1 0 1,1 1 0,-1 0-1,1-1 1,-1 1 0,0-1 0,1 1-1,-1 0 1,0-1 0,0 1 0,0 0-1,0 0 1,0 0 0,0 0 0,0 0-1,0 0 1,-1 0 0,1 0 0,0 0-1,-1 0 1,1 1-35,-6-4 126,0 0-1,-1 1 0,1 0 1,-1 1-1,1-1 1,-1 1-1,0 1 1,-3-1-126,7 2 33,0 0 1,-1 0-1,1 0 1,0 0 0,0 0-1,-1 1 1,1 0-1,0 0 1,0 0-1,0 0 1,0 1-1,0 0 1,0 0-1,0 0 1,1 0-1,-1 0 1,1 1-1,-1 0-33,-2 2 39,0 1-1,0 0 0,1 1 0,0 0 1,0-1-1,1 2 0,0-1 1,0 0-1,-1 4-38,-3 8 72,1 1 0,1 0 0,1 0 0,1 0 0,0 1 0,2 0 0,0 8-72,1-20 8,1 3 15,-1 1 0,1-1-1,1 0 1,0 0 0,1 1-1,2 5-22,-3-14 3,0-1-1,1 0 0,-1 1 1,1-1-1,0 0 0,0 0 0,0 0 1,0 0-1,1 0 0,-1-1 0,1 1 1,0-1-1,0 1 0,-1-1 0,2 0 1,-1 0-1,0 0 0,0-1 1,0 1-1,1-1 0,-1 0 0,1 0 1,-1 0-1,1 0-2,12 2-537,0 0 1,0-2-1,0 0 0,1-1 1,-1 0-1,0-1 1,0-1-1,0-1 0,0 0 1,0-1-1,0-1 537,36-12-5075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5:34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24 100 11202,'0'0'2084,"0"0"-135,-4 24-283,-2 7-1153,1-9-48,2 0-1,0 1 1,2-1-1,0 18-464,1-35 84,0-1 0,0 0 0,0 0 1,1 1-1,-1-1 0,1 0 0,0 0 0,1 0 0,-1 0 0,0 0 0,1 0 0,0 0 1,0-1-1,0 1 0,1-1 0,-1 1 0,1-1 0,0 0 0,0 0 0,2 2-84,1-1 94,-1-1-1,1 0 1,-1 0-1,1-1 0,0 0 1,0 0-1,0 0 1,1-1-1,-1 0 0,0 0 1,0-1-1,1 1 1,5-2-94,-2 1 37,-1 0 1,1-1 0,-1 0-1,1-1 1,-1 0 0,0 0-1,1-1 1,-1 0 0,-1-1-1,1 0 1,0-1-1,-1 1 1,0-1 0,3-3-38,-6 3 15,1 0 1,-1 0-1,0-1 1,0 1-1,-1-1 1,0 0-1,0 0 1,0-1-1,0 1 1,-1-1-1,-1 0 1,1 0-1,-1 0 1,0 0-1,0 0 1,-1-1-1,0 1 1,0 0-1,-1-2-15,1 0 46,-1 0 0,0 0 0,-1 0-1,0 0 1,0 1 0,-1-1 0,0 0 0,-1 0 0,1 1-1,-2 0 1,1-1 0,-1 1 0,0 1 0,-1-1-1,0 0 1,0 1 0,-1 0 0,0 1 0,0-1-1,0 1 1,-1 0 0,0 0 0,-4-2-46,9 6-616,-14-11 1224,10 6-3152,7 3-5250,4 3-791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5:34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6449,'0'0'1910,"0"0"473,0 0 265,13 27-467,5 9-1417,20 40 193,-4 2 2837,-35-87-3433,0 0-1,1 0 1,1 0 0,0 0-1,0 1 1,0-1 0,1 0 0,2-5-361,3-14-40,1 1 0,10-23 40,-16 44 3,1 1 1,-1 0 0,1-1-1,1 1 1,-1 1 0,1-1-1,0 0 1,0 1 0,0 0-1,1-1 1,-1 2-1,1-1 1,0 1 0,0-1-1,1 1 1,1 0-4,-3 1 2,0 1-1,0 0 1,1 0 0,-1 0 0,0 0 0,1 1-1,-1 0 1,0 0 0,0 0 0,1 0-1,-1 1 1,0 0 0,0 0 0,1 0-1,-1 0 1,0 0 0,0 1 0,0 0-1,0 0 1,-1 0 0,1 0 0,0 1-1,1 1-1,5 4 14,0 1 0,-1 0-1,0 1 1,0-1 0,-1 2-1,-1-1 1,0 1-1,0 0 1,-1 1 0,0-1-1,-1 1 1,0 0-1,-1 1 1,-1-1 0,0 1-1,0-1 1,-2 1 0,1 0-1,-2 2-13,0-15 66,0-20 112,0 5-172,1 0 0,0 0 1,1 0-1,0 0 0,2 0 0,-1 1 0,2-1 0,0 1 0,0 0 0,2 1 1,0-1-1,0 1 0,1 1 0,0-1 0,1 1 0,1 1 0,0 0-6,-7 8-1,-1 0-1,1 1 0,0-1 1,-1 1-1,1 0 1,0 0-1,1 0 0,-1 0 1,0 0-1,0 1 1,1-1-1,-1 1 0,1 0 1,0 0-1,-1 1 0,1-1 1,-1 1-1,1-1 1,0 1-1,0 0 0,-1 0 1,1 1-1,0-1 1,-1 1-1,3 1 2,-1 0-2,0 0-1,0 1 1,0-1-1,-1 1 1,1 1 0,-1-1-1,0 1 1,1-1-1,-2 1 1,1 1 0,0-1-1,-1 0 1,0 1-1,0-1 1,0 1 0,0 1 2,24 57-142,-20-42 300,2-1-1,0 0 1,7 10-158,-13-26-286,-1 0 0,1 0 0,0 0 0,0 0 1,1 0-1,-1-1 0,1 0 0,0 1 0,0-1 1,0 0-1,0-1 0,0 1 0,1-1 0,-1 0 1,1 0-1,0 0 0,0-1 286,21 3-7452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5:34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13179,'0'0'2960,"0"0"-1775,0 0 935,0 0-167,-74 197-553,68-117-232,6 2-328,0-3-280,0-9-272,14-9-167,9-12-57,3-5-56,2-19-8,7-4-113,25-16-679,-12-5-1600,1 0-4546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5:35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96 15171,'0'0'2247,"0"0"-920,0 0 458,1 27-226,13 235 640,-9-106-1199,-7-184-926,-1-1-1,-1 1 1,-5-14-74,-7-50 40,-13-207 16,30 298-55,-1 0 0,0 0 0,0 0 0,0 0-1,0 0 1,-1 0 0,1 1 0,0-1 0,0 0-1,0 0 1,-1 0 0,1 0 0,0 0 0,-1 0-1,1 1 1,-1-1 0,1 0 0,-1 0 0,0 1-1,1-1 1,-1 0 0,1 1 0,-1-1 0,0 1-1,0-1 1,1 0 0,-1 1 0,-1-1-1,1 1 3,0 1 0,-1-1 0,1 0 0,0 1 0,0-1 0,-1 1 0,1-1 0,0 1 0,0 0 0,0-1 0,0 1 0,0 0 0,0 0 0,0 0 1,0 0-1,0 0 0,-1 1-3,-40 58 106,37-52-96,-38 57 38,22-37-49,2 0-1,1 2 1,1 0 0,1 1-1,2 1 1,-2 10 1,16-41 2,0-1-1,0 1 1,-1 0-1,1 0 1,0 0-1,0 0 0,0 0 1,0-1-1,1 1 1,-1 0-1,0 0 1,0 0-1,0-1 1,1 1-1,-1 0 1,0 0-1,1 0 1,-1-1-1,1 1 1,-1 0-1,1-1 1,-1 1-1,1 0 0,-1-1 1,1 1-1,0-1 1,-1 1-1,1-1 1,0 1-1,0-1 1,-1 1-1,1-1 1,0 0-1,0 1 1,-1-1-1,1 0 1,0 0-1,0 0 1,0 0-1,0 0 0,0 0 1,-1 0-1,2 0-1,49 1 35,-34-2-45,112-3-1108,-45-5-4595,-39 1-2482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5:35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14131,'0'0'1896,"0"0"633,0 0 168,0 0-1161,-3 149-816,-2-110-312,-1-4-136,0-1-104,3-6-96,0-5-64,3-10-8,0-3-320,0-10-856,20 0-1521,0-20-3080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5:36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9 13931,'0'0'1830,"0"0"-191,0 0 444,-6 26-548,-19 85-594,23-105-852,1-1 0,0 1 0,0 0 0,0 0 0,1 0 0,-1 0 0,1 0 0,1 0 0,-1 0 0,1 0 0,0 0 0,1-1 0,-1 1 0,1 0 0,0-1 0,1 1 0,-1-1 0,1 1 0,0-1 0,1 0-89,-1-2 25,0-1 0,0 0 1,1 1-1,-1-1 1,1-1-1,-1 1 1,1-1-1,0 1 1,0-1-1,0 0 0,0 0 1,-1-1-1,1 1 1,0-1-1,0 0 1,0 0-1,0 0 1,0 0-1,0-1 0,0 0 1,0 0-1,0 0 1,0 0-1,-1 0 1,2-1-26,1-1 11,1 0 0,-1 0 1,0 0-1,0-1 1,-1 0-1,1 0 0,-1-1 1,0 1-1,0-1 0,0 0 1,-1-1-1,1 1 1,-1-1-1,-1 0 0,1 0 1,-1 0-1,0 0 1,0-1-12,1-1 39,-1 0 0,-1 0 0,1 0 1,-1 0-1,0 0 0,-1-1 0,0 1 1,-1-1-1,1 1 0,-1 0 1,-1-1-1,0 1 0,0-1 0,-2-6-39,1 12 11,1 0 0,-1-1 1,1 1-1,-1 0 0,0 0 0,0 0 0,0 1 0,-1-1 0,1 0 0,-1 1 0,1 0 0,-1-1 0,0 1 0,0 0 0,0 0 0,0 1 0,0-1 0,0 1 0,-1-1 0,-1 0-11,-11-2-3132,0 2-3379,16 2-1290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5:36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3041,'0'0'6637,"0"0"-3699,0 0-1315,0 0-241,0 0-293,0 0-122,6 2 105,19 9 82,-25-11-1093,0 0-1,-1 0 1,1 0 0,0 0-1,0 0 1,-1 0-1,1 0 1,0 0 0,0 1-1,-1-1 1,1 0 0,0 0-1,0 0 1,-1 0 0,1 0-1,0 0 1,0 1 0,0-1-1,-1 0 1,1 0 0,0 0-1,0 0 1,0 1 0,0-1-1,0 0 1,-1 0-1,1 1 1,0-1 0,0 0-1,0 0 1,0 0 0,0 1-1,0-1 1,0 0 0,0 1-1,0-1 1,0 0 0,0 0-1,0 1 1,0-1 0,0 0-1,0 0 1,0 1 0,0-1-1,0 0 1,0 0-1,0 0 1,0 1 0,1-1-1,-1 0 1,0 0 0,0 1-1,0-1 1,0 0 0,0 0-1,1 0 1,-1 1 0,0-1-1,0 0 1,0 0 0,1 0-1,-1 0 1,0 0 0,0 0-1,1 1 1,-1-1 0,0 0-1,0 0 1,1 0-61,-7-1 601,13-9-789,50-23-5463,-53 31 4837,30-16-8332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5:37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19 11506,'0'0'1856,"0"0"269,0 0-200,0 0-988,0 0-542,0 0-124,15-4-126,48-11-53,-62 15-89,0 0 0,0 1 0,0-1 0,1 0 0,-1 0 0,0 1 0,0-1 0,0 1 0,0-1 0,0 1 0,0-1 0,0 1 0,0 0 0,0-1 0,0 1 0,-1 0 0,1 0 0,0 0 0,0 0 0,-1-1 0,1 1 0,0 0 0,-1 0 0,1 0 0,-1 1 0,1-1 0,-1 0 0,0 0 0,1 0 0,-1 0 0,0 0 0,0 0 0,0 1 0,0 0-3,0 46 178,0-36-79,-1-4-64,1 0 0,-1-1 1,0 1-1,-1-1 0,0 1 1,0-1-1,-1 0 0,1 0 1,-2 0-1,1 0 0,-3 3-35,-7 10 125,-1-1-1,0-1 1,-3 2-125,4-7 434,1 1 1,1 1-1,1 0 0,0 0 1,-5 13-435,14-28 31,0 1 1,1 0-1,-1 0 1,1 0-1,-1-1 1,1 1-1,-1 0 0,1 0 1,0 0-1,-1 0 1,1 0-1,0 0 1,0 0-1,0 0 1,0 0-1,0 0 1,0 0-1,0 0 1,0 0-1,0 0 0,0 0 1,0 0-1,1 0 1,-1 0-1,0 0 1,1 0-1,-1-1 1,1 1-1,-1 0 1,1 0-1,-1 0 0,1 0 1,-1-1-1,1 1 1,0 0-1,0-1 1,-1 1-1,1 0 1,0-1-1,0 1 1,0-1-1,0 1 1,0-1-33,5 1 193,0 0-1,-1 0 1,1 0-1,0-1 1,0 0-1,0 0 1,1-1-192,11 0 87,30 0 18,1-1 0,-2-3-1,2-3-104,-19 3-1784,0-3-1,0 0 1,3-4 1784,-2 0-5999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5:37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9858,'0'0'4265,"0"0"-1614,0 0-1042,0 0-110,16 23 41,1-2-1152,0 1 10,-1 0 0,-1 1 0,-1 1 0,-1 0 0,7 19-398,-9-12 433,-1 1 1,-2 0 0,-1 0-1,-1 1 1,0 23-434,-2 15 379,-2 0 0,-5 10-379,1-59-141,-1-1 0,-1 1-1,-1-1 1,-1 0 0,0 0 0,-2-1 0,-1 0 0,0 0 0,-1-1 0,-4 5 141,7-15-1872,3-5-3963,3-3-3019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5:42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1 161 11346,'0'0'1675,"0"0"-197,0 0 892,0 0-175,0 0-692,0 0-457,17-8-57,-17 8-979,35-18 621,-2 0 0,-1-2 0,15-13-631,22-27 1491,-68 60-1478,-1-1 0,1 1 0,-1 0 0,1-1 0,0 1 0,-1 0 1,1-1-1,-1 1 0,1 0 0,0 0 0,-1 0 0,1 0 0,0 0 0,-1 0 0,1 0 0,-1 0 0,1 0 0,0 0 0,-1 0 0,1 0 0,0 0 0,-1 0 0,1 1 0,-1-1 0,1 0 0,0 0 0,-1 1 0,1-1 1,-1 0-1,1 1 0,-1-1 0,1 1 0,-1-1 0,1 1 0,-1-1 0,1 1 0,-1-1-13,13 23-41,-13-22 50,10 25 91,-2 0 1,0 1 0,-2 0-1,-1 0 1,-1 1-1,-1 12-100,1 57 974,-5 19-974,0-29 165,0-62-164,2 47 108,0-68-129,-1 0 0,1-1 1,0 1-1,-1-1 0,2 1 0,-1-1 1,0 1-1,1-1 0,-1 0 1,1 1-1,0-1 0,0 0 0,0 0 1,1-1-1,-1 1 0,3 2 20,-2-3-258,0-1-1,1 0 0,-1 0 0,0 0 1,1 0-1,-1 0 0,1-1 1,-1 0-1,0 1 0,1-1 0,-1 0 1,1-1-1,-1 1 0,1-1 1,-1 1-1,3-2 259,16-5-4136,7-8-5210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5:43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29 8346,'0'0'1164,"0"0"-154,0 0 958,26-4-416,79-14-455,-72 14-65,-31 4 81,-5 0 397,-66 4 1008,0 3 0,-60 15-2518,109-18 412,158-5 460,7-24-771,-77 12 314,-220 36 837,122-19-1150,1 0-1,-1-3 0,-18 0-101,48-1-316,0 0-413,3 0-959,42-3-8109,-22 1-2000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8:59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 13475,'0'0'2003,"0"0"-25,0 0 181,0 0-660,0 0-712,35-3-401,118-15-156,-140 16-202,0-1 0,1 0 0,-1-1 0,0 0 0,-1-1 0,1-1-1,-1 0 1,0 0 0,0-1 0,-1-1 0,5-4-28,20-13 124,-34 24-102,-1 0 1,1 0 0,-1 0-1,1 0 1,0 0 0,-1 1 0,1-1-1,0 0 1,-1 1 0,1 0 0,0-1-1,0 1 1,0 0 0,-1 0-1,1 0 1,0 0 0,0 0 0,0 0-1,0 0 1,-1 1 0,1-1 0,0 0-1,0 1 1,-1 0 0,1-1-1,0 1 1,-1 0 0,1 0 0,-1 0-1,1 0 1,-1 0 0,1 0-1,-1 1 1,0-1 0,0 0 0,1 1-1,-1-1 1,0 1 0,0-1 0,-1 1-1,2 1-22,4 9 77,-1-1-1,-1 2 0,0-1 0,0 0 1,1 11-77,-2-8 160,10 51 295,-4 1 0,-3-1 0,-2 1 0,-5 45-455,0-35 137,4 1 1,3-1 0,6 17-138,-12-93-68,0 0-1,0 0 1,1 0 0,-1 0 0,1-1 0,-1 1 0,1 0 0,-1 0 0,1 0 0,0-1-1,-1 1 1,1 0 0,0-1 0,-1 1 0,1 0 0,0-1 0,0 1 0,0-1-1,0 0 1,-1 1 0,1-1 0,0 0 0,0 1 0,0-1 0,0 0 0,0 0 0,0 0-1,0 0 1,0 0 0,0 0 0,0 0 0,0 0 0,0 0 0,0 0 0,0 0-1,-1-1 1,1 1 0,1 0 68,8-1-2083,9 1-3968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9:00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14683,'0'0'1881,"0"0"-1353,0 0 520,212-8-656,-116-1-392,53-12-552,-27 3-1897,-19 3-5592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9:00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1 271 14603,'0'0'2009,"0"0"-274,4 36 1191,0 1-2270,-2-10-356,1 0-1,1 0 1,1 0 0,2-1-1,1 1 1,1-1-1,5 8-299,16 27 523,2-3 0,14 16-523,-16-27 90,-2 1 0,-2 2-1,12 34-89,-37-83-46,-17-30-164,6 12 158,-27-44-236,-13-35 288,39 72-12,1-1 1,1 1-1,2-2 1,0 1-1,2-1 1,0-2 11,1-4-9,1 0 1,2-1 0,1 0-1,1 1 1,2-1-1,2 1 1,2-6 8,-2 18-1,0 0 0,2 0 0,1 1-1,0 0 1,1 1 0,1 0 0,1 0 0,0 1 0,1 0 0,1 1 0,14-13 1,-16 18 1,0 0 0,1 1 1,0 1-1,0 0 0,1 1 0,0 0 0,0 1 0,1 0 0,0 1 0,0 1 0,1 0 1,-1 1-1,1 1 0,0 0 0,0 1 0,0 1 0,1 0 0,12 1-1,-24 0 10,0 0-1,0 1 1,0-1-1,0 1 1,0 0-1,0 0 1,0 1-1,0-1 1,0 1-1,0 0 1,0 0-1,-1 0 1,1 0-1,-1 1 1,0-1-1,0 1 0,0 0 1,2 2-10,-1 0 35,0 1 1,0 0-1,-1 0 1,1 0-1,-1 0 1,-1 1-1,1-1 0,-1 1 1,0 0-1,1 6-35,-1 0 95,0 1 0,-1 0-1,-1 0 1,0 0-1,-1 0 1,0 0 0,-1-1-1,-1 1 1,0-1-1,0 1 1,-4 5-95,-3 1-19,-1 0 0,-1-1 1,-1 0-1,-1-1 0,0 0 0,-1-1 1,-1-1-1,0-1 0,-2 0 1,0-1-1,0-1 0,-1 0 0,0-2 1,-1 0-1,-1-1 0,0-1 0,0-1 1,0-1-1,-17 3 19,36-10-836,-6 1 999,8-8-8581,8-13-292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9:01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10298,'0'0'2286,"0"0"-762,0 0-625,0 0 256,5 30 76,1 5-856,0 3 204,2-1 1,1 0 0,13 33-580,70 214 2243,-91-282-2195,-1-2 295,0-4 610,-2-17-667,0 0-1,-1 1 0,-1-1 1,-4-11-286,1 8 28,2 0 0,1-1 0,0-10-28,3 20 17,-1-8 1,2 0-1,0-1 1,1 1-1,1 0 1,4-11-18,-6 29 1,1 1 0,1-1-1,-1 0 1,0 1 0,1-1 0,0 1 0,0 0 0,1-1 0,-1 1 0,1 0 0,0 0 0,0 1 0,0-1 0,1 1 0,-1-1 0,1 1 0,-1 0 0,1 0 0,0 0 0,1 1 0,-1 0 0,0 0 0,1 0 0,-1 0 0,1 0 0,-1 1 0,1 0 0,0 0 0,1 0-1,-1 0 2,1 0 1,-1 1-1,1 0 0,-1 0 1,1 0-1,-1 0 0,1 1 0,-1 0 1,1 0-1,-1 1 0,0-1 0,0 1 1,1 0-1,-1 1 0,0-1 0,-1 1 1,1 0-1,0 0 0,-1 0 0,0 1 1,0 0-1,0 0 0,0 0 0,0 0 1,-1 0-1,0 1 0,0 0 0,0-1 1,1 5-3,15 26 26,-2 2 0,-1 0 0,-2 1 0,2 12-26,-4-12-204,1 0 0,2-1 0,2-1-1,7 11 205,12-3-3223,-7-19-3836,-11-13-2592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9:02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11987,'0'0'1556,"0"0"-367,0 0-163,9 30 109,38 108-37,54 175 1373,-84-253-2121,-4 0 0,-2 1 0,-3 1 0,1 54-350,-9-114 273,1-12 10,0 1-1,0-1 1,-1 1-1,0-1 1,0 1-1,-2-4-282,1-19 79,0 19-77,1 1 0,1 0-1,0 0 1,1 0 0,0 1 0,1-1 0,0 0-1,1 1 1,1-1 0,-1 1 0,2 0-1,-1 1 1,2-1 0,-1 1 0,1 1 0,1-1-1,0 1 1,0 0 0,1 1 0,0 0-1,0 0 1,1 1 0,0 0 0,0 1 0,0 0-1,1 1 1,4-2-2,-8 5-4,0-1 0,1 1 1,-1 0-1,1 1 0,0 0 0,-1 0 0,1 1 0,0 0 0,0 0 0,0 1 1,-1 0-1,1 0 0,0 1 0,-1-1 0,4 3 4,-6-2-2,0 1-1,0-1 1,0 1-1,-1 0 1,0 1-1,1-1 1,-1 1-1,-1-1 1,1 1 0,0 0-1,-1 1 1,0-1-1,0 0 1,0 1-1,0 0 1,-1 0-1,0 0 1,0 0-1,0 0 1,-1 0 0,0 0-1,1 2 3,0 2 52,-1 0-1,1 0 1,-1 1-1,-1-1 1,0 0 0,0 0-1,-1 0 1,0 0-1,-1 0 1,0 3-52,-1-6 59,1 1 0,-1-1 0,0 0 0,0 0-1,-1 0 1,0 0 0,0 0 0,0-1 0,-1 0 0,0 0 0,0 0 0,0 0 0,-4 1-59,-11 10 199,0-2-1,-1 0 1,-12 4-199,24-13 39,0-1-1,-1 0 1,0 0-1,0-1 1,0-1-1,0 1 1,0-2-1,-1 1 1,-6-1-39,16-1-11,0-1 1,0 1 0,0 0 0,0-1 0,1 1 0,-1 0 0,0-1 0,0 1 0,0-1 0,1 1-1,-1-1 1,0 0 0,1 1 0,-1-1 0,1 0 0,-1 1 0,1-1 0,-1 0 0,1 0 0,-1 1-1,1-1 1,-1 0 0,1 0 0,0 0 0,0 0 0,-1 1 0,1-1 0,0 0 0,0 0-1,0 0 1,0 0 0,0 0 10,0-34-1049,0 30 724,6-31-2558,11 0-2571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9:02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14843,'0'0'2265,"0"0"615,0 0-247,0 0-1457,26 182-664,-16-140-224,4-7-232,-5-2-40,5-6 8,-1-3-24,3-7-416,21-2-1152,-1-6-3369,-3-9 320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9:05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0 680,'0'0'7815,"0"0"-4093,0 0-2055,0 0-768,0 0-116,0 0 359,5 27 129,39 223 1540,-37-209-2432,0 2 67,-2 0 1,0 26-447,-5-68 77,0-1 177,0-23 846,-1-27-870,0 18-172,1-1 0,1 1 0,3-8-58,-3 31 0,0 1 0,1 0 0,0 0 0,1 0 1,0 0-1,0 1 0,0-1 0,1 1 1,0 0-1,0 0 0,1 0 0,0 0 1,0 1-1,6-5 0,-10 9-4,1 1 0,-1 0 0,1-1 0,-1 1-1,1 0 1,-1 0 0,1 0 0,0 0 0,0 0 0,-1 1 0,1-1 0,0 0 0,0 1 0,0 0 0,0-1 0,0 1 0,0 0 0,0 0 0,0 0 0,-1 0-1,1 0 1,0 0 0,0 1 0,0-1 4,1 1-2,0 1-1,0-1 0,-1 1 1,1-1-1,-1 1 0,1 0 1,-1 0-1,1 1 0,-1-1 1,0 0-1,0 1 0,0-1 1,1 3 2,6 11 0,-1 0 0,-1 0 0,0 0 0,4 17 0,-9-26-2,16 63 11,-14-50-9,1 0 1,1-1-1,1 0 1,0-1-1,3 6 0,-8-22-199,0 0 0,0 0-1,0 0 1,0 0 0,0 0 0,0 0 0,1-1-1,-1 1 1,0-1 0,1 1 0,-1-1-1,1 0 1,0 0 0,-1 0 0,1 0-1,0-1 1,0 1 0,0-1 0,-1 1 0,1-1-1,0 0 1,0 0 0,0-1 0,0 1-1,-1 0 1,2-1 199,9 1-2231,13 0-3365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9:05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10682,'0'0'2322,"0"0"-819,0 0 231,-8 31-250,-23 107-453,29-128-919,0 1-1,1 0 1,0 0-1,0 0 1,1 0-1,1 0 1,0 0-1,1-1 1,0 1 0,0 0-1,1-1 1,0 1-1,1-1 1,0 0-1,1 0-111,-2-4 50,1-1 0,0 0-1,0 1 1,1-1 0,-1-1-1,1 1 1,0-1 0,0 1-1,0-2 1,1 1 0,0 0-1,-1-1 1,1 0 0,0-1 0,1 1-1,-1-1 1,0 0 0,1-1-1,-1 1 1,1-1 0,2 0-50,2 0 75,0 0 0,0-1 1,0 0-1,0-1 0,0 0 0,0-1 1,0 0-1,-1 0 0,1-1 1,-1-1-1,0 0 0,3-1-75,-8 2 18,1 0 0,-1-1 0,0 1 0,-1-1-1,1 0 1,-1-1 0,1 1 0,-1-1-1,0 1 1,-1-1 0,1 0 0,-1-1 0,0 1-1,0 0 1,-1-1 0,0 0 0,0 0-1,0 1 1,-1-1 0,1 0 0,-1 0 0,-1-5-18,1 6 68,0-1 0,-1 0 0,0 0 0,0 1 0,-1-1 1,1 0-1,-1 0 0,-1 1 0,1-1 0,-1 1 0,0-1 1,0 1-1,0 0 0,-1 0 0,0 0 0,0 0 0,-1-1-68,-3-2 69,-1 0 0,-1 0 0,1 1 1,-1 0-1,0 0 0,-1 1 0,0 0 0,-4-1-69,-64-31-55,65 29-803,12-3-4487,1 11 4701,0-8-6339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9:06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0 154 10546,'0'0'1490,"0"0"202,0 0 331,6 28-322,4 9-1158,-4-15-60,0 0 0,-2 0-1,0 1 1,-1 15-483,-3-41 592,-3-38 1101,2-1 1,3-21-1694,-2 51-20,1 0 1,0 0 0,1 0-1,0 0 1,1 1 0,0-1-1,1 0 1,1 1 0,-1 0-1,2 0 1,-1 1-1,2-1 1,6-9 19,-10 18-5,-1-1 0,0 1 1,1 0-1,-1 0 0,1 0 0,0 0 0,0 0 1,0 1-1,0-1 0,0 1 0,0 0 0,0-1 0,0 2 1,1-1-1,-1 0 0,0 1 0,1-1 0,-1 1 1,0 0-1,4 0 5,-3 1-3,1 0 1,-1 1-1,0-1 0,1 1 1,-1 0-1,0 0 0,0 0 1,-1 1-1,1-1 0,0 1 1,-1 0-1,1 0 1,2 3 2,4 6 0,0 0 0,-1 0 0,-1 1 1,0 1-1,-1-1 0,0 1 1,-1 0-1,2 6 0,-1 7 50,0 0 0,-1 0 1,-1 10-51,8-77 378,-8 16-370,2 0-1,0 1 1,8-18-8,-11 32 0,0 0 0,1 0 0,0 1 0,0-1 0,1 1 0,0 1 0,1-1 0,-1 1 0,1 0 0,6-4 0,-10 9-3,0 0 0,0 0 0,0 0 0,0 0 0,0 0 0,1 1 0,-1 0 0,1 0 0,-1 0 0,1 0 0,0 0 1,-1 1-1,1-1 0,-1 1 0,1 0 0,0 0 0,0 1 0,-1-1 0,1 1 0,-1-1 0,1 1 0,-1 0 0,1 1 0,-1-1 0,1 1 0,-1-1 0,0 1 0,0 0 0,0 0 0,0 0 0,0 1 0,0-1 0,-1 1 0,1 0 0,-1-1 0,2 4 3,10 11 21,0 2-1,-2 0 1,0 0-1,-1 1 1,3 11-21,-8-19 19,8 15-210,-5-6 335,1-1 1,1 0-1,14 17-144,-21-31-185,0-1 0,0 0 0,1-1 0,0 1 0,0-1 0,0 0 0,0 0 0,1 0 0,0-1-1,-1 0 1,1 0 0,0-1 0,1 1 0,-1-1 0,5 1 185,25-1-5491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9:06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0 10962,'0'0'5714,"0"0"-4794,0 0 1528,-89 226-527,76-136-753,9-1-528,4-3-272,4-11-160,25-16-80,4-8-48,10-16-72,0-14 0,10-9-8,27-12-544,-11 0-1912,-13-21-4074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9:06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312 281 8938,'0'0'5246,"0"0"-3456,0 0-471,5 26 412,-4-23-1667,16 94 2782,0 40-2846,-14-39 1260,-3-96-1137,0-12 640,-13-249-109,0-3-599,13 158 27,0 104-81,0-1 0,0 1 0,0 0 0,0 0 0,0-1 0,0 1 0,0 0 0,0 0 0,0-1 1,0 1-1,0 0 0,0 0 0,0-1 0,0 1 0,0 0 0,0 0 0,0-1 0,0 1 0,0 0 0,-1 0 0,1-1 1,0 1-1,0 0 0,0 0 0,0 0 0,-1 0 0,1-1 0,0 1 0,0 0 0,0 0 0,-1 0 0,1 0 0,0 0 1,0-1-1,0 1 0,-1 0 0,1 0 0,0 0 0,0 0 0,-1 0 0,1 0 0,0 0 0,0 0 0,-1 0 1,1 0-1,0 0 0,0 0 0,-1 0 0,1 0 0,0 0 0,-1 0-1,-13 11-33,-15 26 17,-19 32 16,2-1-8,32-49 7,-16 20-7,2 1 1,1 1-1,3 1 1,1 1 0,-9 26 7,31-68-1,1 0 0,-1 0 0,1 0 0,-1 0 0,1 0 0,-1 1 0,1-1 1,0 0-1,-1 0 0,1 0 0,0 0 0,0 0 0,0 0 0,0 1 0,0-1 1,0 0-1,0 0 0,0 0 0,1 0 0,-1 0 0,0 0 0,1 1 0,-1-1 0,1 0 1,-1 0-1,1 0 0,-1 0 0,1 0 0,0 0 0,-1-1 0,1 1 0,0 0 1,0 0-1,0 0 1,3 0 1,-1 0 0,1 0 0,0-1 1,0 1-1,-1-1 0,1 0 0,0 0 1,0 0-1,2-1-1,12 1 44,35-3-808,0-3-1,-1-1 1,11-5 764,11-2-6053,-33 8-2183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9:07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13379,'0'0'1752,"0"0"-303,0 0 1543,-59 161-1664,39-107-847,7-1-329,3-8-96,3-3-56,4-1-1329,3-11-2824,0-9-5569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9:07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0 680,'0'0'1240,"0"0"-703,0 0-537,0 0-121,0 0-1231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9:08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38 4913,'0'-7'10,"-1"-19"4472,1 22-592,1 14 722,9 96-2952,0 2-168,-4 27-1492,-6 1 227,0-136-139,-26-1 280,21 0-356,0 0-1,1-1 1,-1 0-1,1 0 1,0 0-1,-1 0 1,-2-3-12,3 3-10,1 0 1,0 0 0,-1 0 0,1 0-1,-1 1 1,0-1 0,1 1-1,-1 0 1,0 0 0,0 1 0,0-1-1,-2 1 10,6 0-50,0 0 27,0 0-22,10 0-10,215 0 367,-127 0-8330,-77 0-533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9:08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10746,'0'0'1689,"0"0"647,0 0-455,0 0-1185,0 0-432,-23 194-160,6-149-104,4 8-400,3-11-2105,3-10-7385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9:09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9938,'0'0'2431,"0"0"-374,0 0-548,0 0-704,0 0-283,0 0-42,-6 29 70,-21 95 149,26-118-609,0 0 0,0 0 0,0-1-1,1 1 1,0 0 0,0 0 0,1-1 0,0 1 0,0 0 0,0 0 0,0-1 0,1 1 0,0-1 0,0 1 0,1-1-90,-1-1 70,1 0 0,0 0 0,0-1 0,0 1 0,0-1 0,0 0 0,1 0 0,0 0 0,-1 0 0,1-1 0,0 1 0,0-1 0,1 0 0,2 1-70,9 2 137,0-2 0,0 1 0,0-2-1,0 0 1,0-1 0,0 0-1,1-2 1,0 0-137,-12 1 46,-1-1 0,1 0 0,0 0 0,0 0 0,-1 0 0,1-1 0,-1 0 0,1 0 0,-1 0 0,0 0 1,0-1-1,0 0 0,0 0 0,0 0 0,0 0 0,-1 0 0,0-1 0,1 1 0,-1-1 0,-1 0 0,1 0 0,-1 0 0,1-1 0,-1 1 0,0-1 0,-1 1 0,1-1 0,-1 1 0,0-1 0,0 0 0,0 0 0,-1 0 0,1 1 0,-1-1 0,-1 0 0,1 0 0,0 0 0,-1 0 1,0 1-1,0-1 0,-1 0 0,0 1 0,1-1 0,-1 1 0,-1 0 0,1-1 0,-1 1 0,1 0 0,-1 0 0,-3-2-46,-5-8 157,-1 2-1,-1 0 1,0 0 0,-1 1-1,-10-6-156,16 12-37,1 0 0,-1 0 0,0 1-1,0 0 1,-1 1 0,1 0-1,-1 0 1,0 1 0,1 0 0,-1 1-1,-8-1 38,17 2-125,-1 0 0,1 0 0,0 0 0,-1 0-1,1 0 1,-1 0 0,1 0 0,0 0-1,-1 0 1,1 0 0,-1 0 0,1 0 0,0 0-1,-1 0 1,1 0 0,-1 0 0,1 0 0,0 0-1,-1 1 1,1-1 0,0 0 0,-1 0 0,1 1-1,0-1 1,0 0 0,-1 0 0,1 1-1,0-1 1,-1 0 0,1 1 0,0-1 0,0 0-1,0 1 1,-1-1 0,1 0 0,0 1 0,0-1-1,0 0 1,0 1 0,0-1 0,0 1 0,0-1-1,0 0 1,0 1 0,0-1 0,0 1-1,0-1 1,0 0 0,0 1 0,0-1 0,0 1-1,0-1 126,0 1-185,0 13-7710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9:09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0 11498,'0'0'1673,"0"0"7,0 0 249,-46 152-945,30-107-592,6-1-224,6-8-168,4-9-424,0-9-2401,14-15-7905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9:10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 10506,'0'0'1923,"0"0"-60,0 0 75,0 0-551,0 0-613,0 0-386,21 3-176,-21-3-212,18 3 87,0 1 1,1 0-1,9 5-87,-26-8 22,0 0-1,0 1 1,-1-1-1,1 0 0,0 1 1,-1-1-1,1 1 0,-1 0 1,0-1-1,0 1 1,0 0-1,1 0 0,-2 0 1,1-1-1,0 1 0,0 0 1,0 0-1,-1 0 1,0 1-1,1-1 0,-1 0 1,0 0-1,0 0 0,0 0 1,0 0-1,0 0 0,0 0 1,-1 1-1,1-1 1,-1 1-22,-1 6 144,0-1 0,-1 1 0,0 0 0,0-1 0,-4 7-144,-7 9 224,-1-1-1,-2-1 1,0 0 0,-9 8-224,8-10 247,0 1 0,2 1 0,0 0 0,-7 16-247,22-35 44,-1 0 0,1 0 1,0-1-1,0 1 0,0 0 0,0 0 0,0 1 0,1-1 0,-1 0 1,1 0-1,0 0 0,0 0 0,0 0 0,0 3-44,1-4 44,0-1-1,-1 0 1,1 1-1,0-1 1,0 0-1,-1 0 1,1 0-1,0 0 0,0 0 1,0 0-1,1 0 1,-1 0-1,0 0 1,0 0-1,0 0 1,1-1-1,-1 1 1,0 0-1,1-1 1,-1 0-1,0 1 1,1-1-1,-1 0 1,1 1-1,-1-1 0,1 0 1,-1 0-1,1 0 1,-1 0-1,0-1 1,1 1-44,59 0 417,40-7-417,-77 4-643,-1-1 1,0-1-1,0-1 0,-1-1 0,19-8 643,12-10-4502,-9-1-2869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9:10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12339,'0'0'1557,"0"0"94,0 0 646,0 0-902,0 0-780,12 28 33,-3-10-495,3 8 164,0 1 1,-2 1 0,-1 0 0,-1 0 0,-1 1 0,1 19-318,-1 50 1531,-4 0 0,-9 69-1531,2-137 182,-1 1 1,-1-1-1,-7 19-182,3-16-1841,2 1 0,0 12 1841,8-38-5725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0T01:29:10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11058,'0'0'10595,"0"0"-9315,0 0-912,0 0-368,0 0-1480,0 0-8394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05:13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3041,'0'0'1040,"0"0"-864,0 0-8,0 0-16,0 0 8,14 68-152,-11-44 72,0-6-16,1-9-48,-1-9 40,0 0 16,14-15-72,-4-15-1088,0-2-2017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06:31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0 328,'0'0'808,"56"206"-232,-6-73-56,16 4-231,37 27-289,-14-30-281,-10-33-975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1:18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1224,'0'0'1201,"0"0"-833,0 0-64,0 0-96,0 0-208,0 0-568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1:19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1224,'0'0'0,"0"0"-448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1:25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2457,'0'0'7691,"0"0"-5168,0 0-1830,0 0-82,0 0-62,7 26-263,10 40 9,-3 0-1,4 46-294,-12 26 1822,-7 58-1822,-1-56 537,-11-153-387,1-5-151,0 1 0,2-1 0,0-1 0,1 0 0,1 0 0,1-1 0,-4-18 1,8 30-3,3 6-14,0 8-104,-1 7 112,1-10 9,-1-1 0,1 1 0,0 0-1,0-1 1,0 1 0,0 0 0,0 0 0,0-1 0,1 1 0,-1-1 0,1 1-1,0 0 1,0-1 0,0 1 0,0-1 0,0 1 0,1-1 0,-1 0 0,1 0 0,-1 0-1,1 0 1,0 0 0,0 0 0,0 0 0,0 0 0,1 0 0,2 1 0,5 3 14,-1 0 0,1 1 0,-1 1 0,5 4-14,-12-10 3,1 1 1,-1 0 0,0 0-1,0 0 1,0 0 0,0 0-1,-1 0 1,1 0 0,-1 0 0,0 1-1,0-1 1,0 1 0,0-1-1,0 1 1,-1-1 0,0 1-1,0 0-3,-2 0-47,0 0-1,-1-1 0,1 1 0,-1-1 0,0 0 0,0 0 0,0 0 0,0 0 0,-1 0 0,1-1 0,-1 0 0,0 1 0,-3 0 48,-12 11-3252,12-8-1497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1:41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0 390 9338,'0'0'1974,"0"0"-597,0 0 304,0 0-409,0 0-559,0 0-191,1-8-17,4-20 1618,-2 26-814,-2 23-724,-1 133-501,0-154-74,6-9 150,56-85 231,152-219-2267,-171 252-2754,-11 12-3690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1:42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0 164 12347,'0'0'1957,"0"0"-275,0 0 198,0 0-701,0 0-646,0 0-211,1 22 909,0-2-928,1 26 126,3 0 1,3 8-430,-8-52-1,1-1 0,-1 0 0,0 0 0,1 1 0,-1-1 0,0 0 0,1 0 0,0 0 0,-1 0 0,1 1 0,0-1 0,-1 0 0,1 0 0,0 0 0,0 0 0,0-1 0,0 1 0,0 0 0,0 0 0,0-1 0,0 1-1,0 0 1,1-1 0,-1 1 0,0-1 0,0 1 0,0-1 0,1 0 0,-1 0 0,0 1 0,1-1 0,-1 0 0,0 0 0,0 0 0,1 0 0,-1-1 0,0 1 0,0 0 0,1 0 0,-1-1 0,0 1 0,0-1 0,1 1 0,-1-1 0,0 1 0,0-1 0,0 0 0,1 0 1,6-4 6,-1 1 0,1-1 0,-1 0 1,0-1-1,0 0 0,4-4-6,109-111-3540,32-20 3540,-72 72-4338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2:35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42 6729,'0'0'2394,"0"0"-369,0 0-214,0 0-548,0 0 97,-2-3 50,2 2-1322,0 1 0,0 0 0,0 0 1,0 0-1,0-1 0,0 1 0,0 0 1,0 0-1,0 0 0,0-1 1,0 1-1,0 0 0,0 0 0,0 0 1,-1-1-1,1 1 0,0 0 0,0 0 1,0 0-1,0 0 0,0-1 1,0 1-1,-1 0 0,1 0 0,0 0 1,0 0-1,0 0 0,0 0 0,-1 0 1,1-1-1,0 1 0,0 0 0,0 0 1,-1 0-1,1 0 0,0 0 1,0 0-1,0 0 0,-1 0 0,1 0 1,0 0-1,0 0 0,0 0 0,-1 0 1,1 0-1,0 0 0,0 0 0,0 0 1,-1 1-1,1-1 0,0 0 1,0 0-1,0 0 0,-1 0 0,1 0 1,0 0-1,0 0 0,0 1 0,0-1-88,-7 21 1837,-4 53-2690,6-33 1292,-16 93-414,-21 113-54,43-255-972,-1 0-1,-1-1 1,1 1-1,-1 0 1,-1 0-1,0-1 1,0 1-1,-1-3 1002,-1-2-335,1 0 0,0-1 0,1 1 0,1-7 335,1 0 122,-1-7 462,2 1 0,1 0-1,3-15-583,-3 31 193,0 0 0,1 0-1,1 1 1,0-1 0,0 1-1,0 0 1,1 0 0,1 1-1,0-1 1,0 1 0,1 0-193,7-7 64,0 1 1,1 1-1,1 0 1,0 1-1,0 1 1,2 0 0,-1 1-1,1 1 1,1 1-1,-1 0 1,1 2-1,1 0 1,-1 1-1,1 1 1,0 1 0,0 0-1,16 1-64,-35 3 0,0-1-1,0 0 1,0 1-1,0-1 1,-1 0-1,1 1 1,0-1-1,0 1 1,-1-1 0,1 1-1,0 0 1,-1-1-1,1 1 1,-1 0-1,1-1 1,-1 1-1,1 0 1,-1 0-1,1-1 1,-1 1-1,0 0 1,1 0 0,-1 0-1,0-1 1,0 1-1,0 0 1,1 0-1,-1 0 1,0 0-1,0 0 1,0 0-1,-1 0 1,1 39-18,0-28 18,0-6 22,-1 1 0,0-1 0,0 1 1,-1-1-1,1 0 0,-1 1 0,-1-1 0,1 0 1,-1 0-1,0 0 0,0-1 0,-1 1 1,0-1-1,0 0 0,0 0 0,0 0 0,-1 0 1,0-1-1,0 0 0,0 0 0,0 0 0,-1-1 1,0 1-1,1-1 0,-1-1 0,-3 2-22,-9 3 126,-1-1 0,1 0-1,-1-1 1,0-1 0,0-1-1,0-1 1,0 0 0,-9-2-126,4-4-1072,22 3 360,0 0 0,-1 1 0,1-1 1,-1 1-1,1-1 0,-1 1 0,1 0 0,-1 0 1,1 0-1,-1 0 0,0 1 712,-14 3-10908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2:00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82 9674,'0'0'2995,"0"0"254,0 0 168,0 0-1247,0 0-589,5-16-232,17-50-412,-16 144 10,-9 6-803,-4-1 1,-4 0-1,-3-1 0,-24 77-144,-118 320 508,147-452-506,-18 49-254,-3 0 0,-3-2 1,-4-1-1,-40 60 252,64-118-905,5-17-591,4-33-592,4-103-6777,0 69-1211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2:00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0 221 10354,'0'0'1385,"0"0"191,31-23-175,103-76-416,-117 87-681,0 1 1,1 0-1,1 1 1,-1 0-1,1 2 1,1 0-1,0 2 1,0 0-1,0 1 1,0 1-1,1 1 1,0 0-1,0 2 1,-1 1-1,4 0-304,-17 0 48,0 0 0,0 1 0,0 0 0,0 0 0,0 0 0,0 1 0,0 0 0,-1 1 0,1-1 0,-1 1 0,1 0 0,-1 1 0,0-1 0,0 1 0,-1 1 0,3 1-48,0 2 42,-1 0 0,0 0 0,-1 1 0,0 0 0,0 0 0,-1 0 0,0 1-1,-1 0 1,0-1 0,2 9-42,1 6 25,0 1 0,-2 0 0,-1 0 0,-1 1 0,-1-1 0,-1 0 0,-2 1 0,0-1 0,-1 1 0,-2-1 0,-1 0 0,-6 19-25,7-29 44,-1 0 1,-1-1-1,0 0 1,0 0-1,-2 0 1,0-1-1,0 0 1,-1-1-1,-1 1 1,0-2-1,-1 0 1,0 0-1,0 0 1,-1-2-1,-1 0 0,1 0 1,-2-1-1,1 0 1,-1-1-1,0-1 1,-9 3-45,13-6 82,0 0 0,-1-1 1,1 0-1,-1-1 0,1 0 1,-1 0-1,0-1 0,1-1 0,-1 0 1,-5-1-83,12 1-139,0 0 1,0 0 0,0 0-1,1-1 1,-1 0-1,1 1 1,-1-1 0,1 0-1,-1-1 1,1 1-1,0-1 1,-2-2 138,2 2-458,1 1 1,0-1-1,0 0 1,1 0-1,-1 0 0,1-1 1,-1 1-1,1 0 1,0 0-1,0-1 1,1 1-1,-1-1 0,0 1 1,1-1-1,0 1 1,0-2 457,0-13-6688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2:01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 8794,'0'0'3887,"0"0"-1301,0 0-120,0 0-895,0 0-868,-11 29-310,-82 203 757,-54 140 168,128-310-1267,3 0 1,3 1-1,2 0 1,4 1 0,2 0-1,3 0 1,3 12-52,-2-69-119,1 0 1,1 0 0,-1 0-1,1 0 1,0-1-1,1 1 1,0 0-1,0 0 1,0-1-1,1 1 1,0-1-1,0 0 1,1 0-1,1 2 119,-2-5-295,1 1 0,0-1 0,0 0 0,1 0 0,-1 0 0,1 0 0,-1-1 1,1 0-1,0 0 0,0 0 0,0 0 0,0-1 0,0 0 0,0 0 0,0-1 0,0 1 0,1-1 0,3 0 295,31 0-9091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2:01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11690,'0'0'2793,"0"0"-288,0 0-953,0 0-752,195 140-240,-155-63-192,-7 6-128,-6 1-112,-7-1-120,-7-12 80,-3-8-88,0-10-8,0-14-48,-1-9-528,11-18-1184,0-9-1281,-7-3-4840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2:02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622 1 11867,'0'0'2040,"0"0"-872,0 0 649,-43 173 135,-13-84-432,-14 3-319,-12 0-353,-4-11-224,3-13-280,10-11-200,14-13-144,16-11 0,16-9-56,27-12-912,0-6-1809,17-6-2272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2:02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0 12227,'0'0'1960,"0"0"32,0 0-191,0 0-697,0 0-536,0 0-376,185 36-192,-158-27-952,-14-3-3209,-10-3-6841</inkml:trace>
  <inkml:trace contextRef="#ctx0" brushRef="#br0" timeOffset="1">1 307 9826,'0'0'2521,"0"0"-89,0 0-231,0 0-417,0 0-904,169 0-880,-63-9-176,-17-3-2696,-13 0-6690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2:02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52 8130,'0'0'5944,"0"0"-3002,0 0-773,0 0-799,0 0-643,29-11-392,7-2-267,1 1 1,11-1-69,-46 12 3,0 1-1,1-1 1,-1 1-1,0 0 1,0 0 0,0 0-1,1 0 1,-1 0-1,0 0 1,0 1 0,0-1-1,1 1 1,-1-1-1,0 1 1,0 0 0,0 0-1,0 0 1,0 0-1,0 0 1,-1 1 0,1-1-1,0 0 1,-1 1-1,1 0 1,-1-1 0,1 1-1,-1 0 1,0 0-1,1-1 1,-1 1 0,0 0-1,0 0 1,-1 0 0,1 0-1,0 1 1,-1-1-1,1 0 1,-1 0 0,1 0-1,-1 0 1,0 1-1,0-1 1,0 0-3,1 4 11,2 13 24,-1 1 1,0 0-1,-2 0 1,0 0-1,-1 0 1,-1 0-1,-1 0 1,-1 0-1,-1-1 1,0 0-1,-2 0 1,0 0-1,-1-1 1,0 0-1,-2 0 1,0-1-1,-1 0 1,-1-1 0,-1 0-1,0-1 1,0-1-1,-2 0 1,0-1-1,0 0 1,-1-1-1,-1-1 1,0 0-1,0-2 1,-1 0-1,-14 5-35,26-12 19,-1 0 0,1-1 0,0 0 0,0 0 0,0 0 0,-1-1-1,1 0 1,-1 0-19,4 0 28,2-1-18,1 1 1,-1-1-1,1 1 1,0-1-1,-1 0 0,1 1 1,-1-1-1,1 0 1,0 1-1,0-1 1,-1 0-1,1 1 0,0-1 1,0 0-1,0 0 1,0 1-1,0-1 1,0 0-1,0 0 0,0 0 1,0 1-1,0-1 1,0 0-1,0 1 1,0-1-1,1 0 0,-1 0 1,0 1-1,1-1 1,-1 0-1,0 1 1,1-1-1,-1 0 0,1 1 1,-1-1-1,1 1 1,-1-1-1,1 1 1,0-1-1,-1 1 0,1-1 1,0 1-1,-1 0 1,1-1-11,18-2 83,-1 0 1,1 2 0,0 0-1,-1 1 1,1 1 0,0 0-1,-1 2 1,18 4-84,34 16 326,-55-16-296,-1-2 1,1 0-1,0-1 1,0 0-1,0-2 1,0 1-1,10-1-30,-13-2-210,-1-1 1,1 0-1,-1 0 0,0-1 1,1-1-1,-1 0 0,0 0 1,5-3 209,-4 0-1228,0 0 1,0-1 0,-1 0-1,6-4 1228,27-25-7303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2:03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47 12203,'0'0'2572,"0"0"-895,0 0-80,0 0-183,-12 29-483,-36 98-398,44-116-444,1-1 0,1 1-1,0 1 1,0-1 0,1 0-1,0 0 1,1 0 0,1 1-1,0-1 1,0 0 0,1 3-89,0-7 66,1 1 1,-1 0-1,1-1 1,0 1-1,1-1 1,0 0-1,0 0 1,1-1-1,-1 1 1,1-1-1,1 0 1,4 5-67,-1-5 59,-1 1-1,1-1 1,1 0 0,-1-1 0,1 0 0,0-1 0,0 0 0,0 0 0,1-1 0,-1 0 0,1-1-1,0 0 1,-1-1 0,1 0 0,0-1 0,0 0 0,0-1 0,0 0 0,8-2-59,-15 2 37,1 0 0,-1-1 0,0 0 0,1 0 0,-1 0 1,0 0-1,-1 0 0,1-1 0,0 0 0,-1 0 0,1 0 0,-1 0 0,0 0 1,0-1-1,0 1 0,0-1 0,-1 0 0,0 0 0,1 0 0,-1 0 0,-1 0 1,1 0-1,-1-1 0,1 1 0,-1-1 0,0-2-37,3-15 280,-1-1-1,0 0 0,-2 0 1,-1-16-280,0 31 73,0-6 13,-1 1 1,0-1-1,-1 1 0,0-1 1,-1 1-1,-1 0 0,0 0 0,-1 0 1,0 1-1,-7-11-86,8 15 6,-2 0 1,1 0-1,-1 1 1,0 0-1,0 0 0,-1 1 1,0-1-1,0 2 1,0-1-1,-1 1 1,0 0-1,0 0 0,0 1 1,-1 0-1,1 1 1,-5-2-7,-37-2 42,32 7-1267,30 6-3620,21 2-930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2:03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12163,'0'0'2540,"0"0"-174,0 0-408,0 0-627,24 27-319,-4-5-780,-7-11-108,-2 1 0,1 1 0,-1 0 0,-1 0 0,-1 1 1,0 0-1,0 1 0,-2 0 0,0 0 0,0 1 0,-2 0 0,0 0 1,2 14-125,1 40 877,-4 1 1,-3 56-878,-2-69 254,0-13-123,-2 0 0,-3 0 0,-1 0 0,-2-1 0,-10 27-131,-30 69-1836,-11-4-4956,39-90 1935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2:03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12683,'0'0'3112,"0"0"-327,0 0-1049,0 0-879,0 0-465,0 0-152,168-33-96,-121 30-96,-1 0-48,-6 0-192,-7 0-528,-13 3-1025,-7 0-1304,-10 0-3120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2:04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7394,'0'0'2936,"0"0"-495,0 0-313,0 0-656,0 0 49,0 0-729,0 0-456,215 60-336,-146-57-488,-16 0-3689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2:49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5761,'0'0'2785,"0"0"-249,0 0 20,0 0-276,2-8-235,0-7-1208,4-24 3267,21 36-14068,-11 0-1832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2:59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 11923,'0'0'1760,"0"169"-1144,0-56 1000,0 9-679,-3-6-569,0-15-240,-1-17 16,1-19 96,0-20-152,3-15-16,-4-15-8,1-15-128,-7 0-160,-10-15-1016,1-15-1289,-1-6-4312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2:59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12259,'0'0'2656,"0"0"-647,0 0-321,225-65-760,-135 50-280,-1 3-216,-13 3-288,-13 9-144,-10 0-384,-7 0-1904,-16 12-2561,-10 3-6666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2:59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0 143 3385,'0'0'8193,"0"0"-6008,0 0-289,0 0-647,0 0-617,179-60-408,-126 40-224,23-4-976,-17 3-1873,-6 3-6417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00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7 151 9418,'0'0'2449,"-1"25"143,-5 162 1129,6-180-3583,0 0 0,0-1 1,1 1-1,0 0 0,0-1 0,0 1 0,1-1 1,0 0-1,0 1 0,1-1 0,0 0 1,0 0-1,0-1 0,2 4-138,-1-6 66,-1 0-1,0 0 1,1 0 0,0 0 0,0 0-1,-1-1 1,2 0 0,-1 1 0,0-2-1,0 1 1,1 0 0,-1-1-1,1 0 1,-1 0 0,1 0 0,-1 0-1,1-1 1,0 0 0,-1 0 0,1 0-1,0-1-65,2 0 24,0 0 0,-1 0-1,1-1 1,0 0 0,-1-1 0,0 0-1,1 0 1,-1 0 0,0 0-1,-1-1 1,1 0 0,0 0 0,-1-1-1,0 1 1,0-1 0,-1 0-1,1-1 1,-1 1 0,0-1 0,-1 0-1,1 0 1,-1 0 0,0 0-1,0-2-23,5-11-19,0 0 0,-2 0 0,0 0 0,-1-1-1,-1 0 1,-1 0 0,1-18 19,-2 3-50,0 3 68,-1 1-1,-1 0 1,-1 0-1,-4-14-17,1 32 52,0 14-46,1 23-23,4-4 17,1 0 1,1 0-1,1-1 0,0 1 0,2-1 0,0 0 0,8 15 0,18 35 24,18 27-24,-28-56 1,-16-27 11,10 18 0,-15-30-11,-1 1 0,1-1 0,0 0 1,-1 0-1,1 0 0,0 0 0,0 0 0,0 0 1,0 0-1,0-1 0,0 1 0,0 0 0,0 0 1,0-1-1,0 1 0,1-1 0,-1 1 0,0-1 1,0 1-1,1-1-1,2-29 220,4-73-90,8-65-10,-16 164-104,0-1 0,1 1-1,0 0 1,0-1-1,0 1 1,0 0 0,0-1-1,1 1 1,0 0-1,-1 0 1,1 0 0,0 0-1,1 0 1,-1 1-1,0-1 1,1 1 0,-1-1-1,4-1-15,-4 3 12,0 0 0,0 1 0,0-1 0,0 0 0,1 1 0,-1 0 0,0-1 0,0 1 0,0 0 0,1 0 0,-1 0 0,0 0 0,0 1 1,1-1-1,-1 1 0,0-1 0,0 1 0,0 0 0,0 0 0,0 0 0,0 0 0,0 0 0,0 0 0,0 1 0,-1-1 0,1 0 0,0 1 0,-1-1 0,1 1 0,-1 0-12,10 10 34,-1 1 0,-1 0 1,0 0-1,-1 1 0,-1 0 0,0 0 1,-1 1-1,0-1 0,-1 2 0,0 0-34,0 3 6,2-1-1,1 0 0,0 0 0,1 0 0,1-1 0,3 5-5,-11-20-71,1 0-1,-1 1 0,0-1 1,1 0-1,-1 0 0,1 0 1,0 0-1,0-1 0,-1 1 1,1-1-1,0 0 0,0 0 1,0 0-1,1 0 0,-1 0 1,0-1-1,3 1 72,35 0-3691,-29-1 1647,27 0-6287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00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0 10266,'0'0'2909,"0"0"-671,0 0-231,0 0-627,0 0-721,0 0-411,-20 10-105,3-1-73,0 0 1,0 2 0,-10 8-71,24-16 13,0 0 0,1 0 0,-1 1 0,1-1 0,0 1 0,0-1-1,0 1 1,0 0 0,1 0 0,0 0 0,-1 0 0,1 0 0,1 0 0,-1 0 0,1 0 0,-1 1 0,1-1 0,0 0 0,1 0 0,-1 0 0,1 4-13,0 10 70,-1-7-42,0 1-1,1 0 0,0-1 0,1 1 1,0 0-1,1-1 0,0 0 0,4 8-27,-4-13-1,0 0 0,1 0 0,0-1 0,0 1 0,0-1 0,0 1 0,1-2 0,0 1-1,0 0 1,1-1 0,-1 0 0,1 0 0,0 0 0,0-1 0,3 1 1,2 1-96,0 0 1,1-1-1,0 0 1,0-1-1,0 0 1,0-1-1,0-1 1,0 0-1,0 0 1,1-1-1,-1-1 1,0 0-1,11-3 96,-15 3-127,0-1 0,0-1-1,0 1 1,0-1-1,0-1 1,-1 1-1,0-1 1,0-1-1,0 1 1,0-1 0,-1 0-1,0-1 1,0 0-1,0 0 1,0 0-1,-1 0 1,0-1-1,-1 0 1,0 0 0,3-6 127,1-8 251,-2 1 0,-1-1 0,0-1 0,-2 1 0,0-1 0,-2 1 0,0-1 1,-1 0-1,-2-7-251,2-13 3150,1 52-3027,1 0-1,0 1 1,1-1-1,0 0 1,0 0-1,1-1 1,4 8-123,9 23 313,-11-19-224,2 5 53,1 0 0,2 0 1,0-1-1,2 2-142,-10-22-48,0 1 0,1-1-1,-1 0 1,1 0 0,0 0 0,1 0-1,-1 0 1,1-1 0,0 0 0,0 0-1,0 0 1,0-1 0,1 0 0,-1 0-1,1 0 1,0-1 0,0 1 0,0-1-1,0-1 1,2 1 48,66 0-4850,-50-2 1293,20 0-7237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01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16 8482,'0'0'4343,"0"0"-1870,0 0-646,0 0-595,0 0-188,-11 33-5,-36 114-146,43-130-699,0 1 1,1-1 0,1 1 0,1 0 0,0 0 0,1 0-195,1-9 70,0 0 0,0 0 0,1 0-1,0 0 1,1-1 0,0 1 0,0 0-1,1-1 1,2 4-70,-2-6-2,1 0-1,-1 0 1,1 0-1,0-1 1,0 0-1,1 0 1,0-1 0,-1 1-1,1-1 1,1-1-1,-1 1 1,1-1-1,-1 0 1,1 0-1,0-1 1,0 0-1,0 0 1,0-1-1,1 1 1,-1-2-1,0 1 1,0-1-1,1 0 1,-1-1 0,0 1-1,0-2 1,1 1-1,-1-1 1,0 0-1,0 0 1,-1-1-1,1 0 1,0 0-1,5-4 3,-3 0-95,-1-1-1,0 0 0,0 0 1,-1-1-1,0 0 1,-1 0-1,0 0 0,0-1 1,3-9 95,0-2-175,-2 0 0,0 0 0,-1 0 0,3-18 175,-2-12 375,-2 0 1,-2-1-1,-3-12-375,0 55 296,2 44-220,2 1 0,1-1 0,2 0 0,4 11-76,16 88 580,-13-188-336,-13 46-244,5-39-44,12-39 44,-15 74-10,1 0 1,-1 1-1,2-1 0,0 1 1,0 1-1,1-1 0,0 1 1,1-1-1,7-7 10,-12 16-7,0 0 1,-1 0-1,1 0 0,0 1 0,0-1 0,0 0 1,0 1-1,0-1 0,1 1 0,-1 0 0,0 0 1,1 0-1,-1 0 0,0 0 0,1 1 0,-1-1 1,1 1-1,-1-1 0,1 1 0,0 0 0,-1 0 0,1 0 1,-1 0-1,1 0 0,-1 1 0,1-1 0,-1 1 1,1 0-1,-1 0 0,1 0 0,-1 0 0,0 0 1,0 0-1,1 1 0,-1-1 0,0 1 0,0-1 1,0 1-1,-1 0 0,1 0 0,0 0 0,-1 0 1,1 0 6,7 9-1,-1 0 0,-1 0-1,1 1 1,-2-1 0,0 2 0,0-1 0,1 6 1,3 15 2,-2 0 0,-1 0 0,-2 1 0,-1 0 1,-1 0-1,-2 0 0,-2 2-2,1-40-509,-1-1 1,1 1 0,-1 0 0,0-1 0,-1 1-1,1 0 1,-1 0 0,0 0 0,0 0 508,-6-15-2784,-8-31-6324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01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10842,'0'0'2929,"0"0"-280,0 0-121,0 0-1344,0 0-464,139 196-471,-86-139-169,13 14-80,-16-11-2057,-7-10-6129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01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97 219 6689,'0'0'3753,"0"0"-1567,0 0-412,0 0-585,-16 36-279,-50 118 43,63-146-850,0-1-1,1 1 0,0-1 0,0 1 0,1 0 1,0 0-1,1 0 0,0 0 0,0 0 1,0 0-1,1-1 0,0 1 0,1 0 0,0 0 1,1 2-103,1 0 105,1 0 1,1 0 0,0-1 0,0 1-1,1-2 1,0 1 0,0-1 0,1 1-106,-1-2 40,1 0 0,0 0 0,0-1-1,1 0 1,0-1 0,0 1 0,0-2 0,0 1 0,1-1 0,0-1 0,0 0 0,0 0 0,0-1 0,0 0 0,0-1 0,1 0 0,2 0-40,-4-1 13,-1 0-1,0-1 1,1 1-1,-1-1 1,0-1-1,0 0 1,0 0-1,0-1 1,0 0 0,-1 0-1,1 0 1,-1-1-1,0-1 1,0 1-1,0-1 1,0 0-1,-1 0 1,0-1-1,0 0 1,0 0-1,1-4-12,4-6 12,-2-1 0,-1 0 0,0 0 0,-1-1 0,0 0-1,-2-1 1,0 1 0,-1-1 0,-1 0 0,-1-3-12,4-46 124,-4-1-1,-3-13-123,0 18 205,3 20 116,-4-45 1395,-1 195-737,3-105-978,0 53 150,2 1 1,6 25-152,-6-63 12,2 1 1,0-1 0,1-1 0,0 1 0,2-1 0,0 0 0,0 0 0,2 0 0,8 12-13,-13-23-5,0-1 1,0 1-1,1-1 1,-1 1 0,1-1-1,0-1 1,0 1 0,0-1-1,1 0 1,-1 0 0,1 0-1,-1-1 1,1 0-1,0 0 1,0 0 0,0-1-1,2 0 5,-4 0-36,0-1 0,0 1 0,0-1 0,0 0 0,0-1 0,0 1 0,1-1 0,-1 0 0,0 0 0,-1 0 0,1 0 0,0-1 0,0 1 0,0-1 0,-1 0 0,1 0 0,-1 0 0,0-1 0,1 1 0,-1-1 0,0 0 0,-1 0 0,1 0 0,0 0 0,1-3 36,3-6-91,-1 1-1,-1-1 1,0 0 0,0 0 0,-1 0 0,-1-1-1,0 1 1,-1-1 0,0-2 91,2-27-99,-2 1-1,-3-8 100,1 21 16,-5 2-11,5 26-6,0 0 1,0-1-1,-1 1 1,1-1-1,0 1 1,0 0-1,-1-1 0,1 1 1,-1 0-1,1-1 1,0 1-1,-1 0 1,1-1-1,-1 1 0,1 0 1,0 0-1,-1 0 1,1 0-1,-1-1 1,1 1-1,-1 0 0,1 0 1,-1 0-1,1 0 1,-1 0-1,1 0 1,-1 0-1,1 0 0,-1 0 1,-1 1-4,0 0-1,0 0 0,0 1 1,1-1-1,-1 0 1,0 1-1,0-1 0,1 1 1,-1-1-1,1 1 0,-1 0 1,1 0-1,0 0 0,0 0 1,0 0-1,0 0 0,0 0 1,0 2 4,-6 18 6,1 1-1,0 0 1,2 0-1,1 0 1,1 0 0,1 0-1,1 1 1,2 4-6,-2-3 34,-1-17-28,2 1 0,-1 0 0,1 0 1,0-1-1,1 1 0,2 7-6,-2-13 0,-1 0 0,0 0 0,1 0 0,-1 0 0,1 0 0,0-1 0,0 1 0,0 0 0,0-1 0,1 0 0,-1 0 0,0 1 0,1-1 0,0 0 0,0-1 0,-1 1 0,1-1 0,0 1 0,0-1 0,3 1 0,11 2-427,0-2 0,1 0 1,-1 0-1,1-2 0,6-1 427,-16 1-568,46 0-5592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07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202 354 13395,'0'0'1903,"0"0"-264,0 0-121,0 0-704,-30 22-437,-7 3-218,1 3 0,-15 16-159,46-39 16,0 0-1,1 1 0,0-1 0,0 1 0,0 0 1,1 0-1,0 0 0,0 0 0,1 1 1,-1-1-1,2 1 0,-1-1 0,0 1 1,1 0-1,1 0 0,-1-1 0,1 1 0,0 0 1,0 0-1,2 5-15,-1 11 29,-2-13-22,2 0 0,-1 1 0,1-1 1,1 0-1,0 0 0,0 0 0,1-1 0,0 1 1,1 0-1,0-1 0,1 0 0,1 1-7,-2-3 8,1-1 0,0 0 0,1 0 0,-1 0-1,1-1 1,0 0 0,1 0 0,-1-1 0,1 1 0,0-1-1,0-1 1,0 0 0,0 1 0,1-2 0,6 2-8,-3 0 5,0-2 0,0 0-1,1 0 1,-1-1 0,0 0 0,1-1 0,-1 0 0,7-1-5,-13 0-11,-1 1-1,1-1 1,-1-1 0,1 1-1,-1 0 1,1-1 0,-1 0-1,0 0 1,0 0 0,0-1-1,0 0 1,0 1 0,-1-1-1,1 0 1,-1-1 0,0 1-1,0-1 1,0 1 0,0-1-1,0 0 1,1-4 11,2-5-14,-1 0-1,-1 0 1,0-1-1,-1 1 1,0-1-1,-1 0 1,-1 0 0,0-1 14,-2-117 106,0 100-66,-6-40 652,-3 0 1,-3 1 0,-12-34-693,-15-76 2389,44 209-1322,1 11-1012,1 1 1,3 0-56,11 41 30,-2-9 98,18 45-128,-29-96-50,1-1 1,1-1 0,1 1-1,1-1 1,1-1-1,0 0 1,14 13 49,-20-24-187,0-1 1,1 0 0,0-1-1,1 0 1,-1 0-1,1 0 1,0-1 0,0 0-1,0-1 1,0 0-1,1 0 1,-1-1 0,4 1 186,-9-2-118,1-1 1,-1 1 0,0-1 0,0 0 0,1 0 0,-1 0 0,0 0-1,1 0 1,-1-1 0,0 0 0,0 1 0,0-1 0,0 0 0,1-1 0,-1 1-1,-1 0 1,1-1 0,0 0 0,0 0 0,0 0 0,-1 0 0,1 0-1,-1 0 1,0 0 0,0-1 0,0 0 0,0 1 0,0-1 0,0 0 0,-1 0-1,1 0 1,-1 0 0,0 0 0,0 0 0,0 0 0,0-1 117,3-17-156,0-1-1,-2 0 1,-1 0 0,0 0 0,-2-4 156,1 5 6,0 17 52,0 0 0,0 1-1,-1-1 1,1 1 0,-1-1 0,0 1 0,0-1 0,0 1 0,0 0-1,-1-1 1,1 1 0,-1 0 0,0 0 0,0 0 0,-1-1-58,2 3 49,-1-1 0,1 1 0,0 0 1,-1 0-1,1 1 0,-1-1 1,1 0-1,-1 0 0,0 1 0,1-1 1,-1 1-1,0-1 0,1 1 0,-1 0 1,0 0-1,0 0 0,1 0 1,-1 0-1,0 0 0,1 0 0,-1 0 1,0 1-1,0-1 0,1 1 1,-1-1-1,1 1 0,-1 0 0,1 0 1,-1-1-1,1 1 0,-1 0 1,1 0-1,-2 2-49,-3 2 29,1 0-1,0 0 1,-1 1 0,2 0 0,-1 0-1,1 1 1,0-1 0,0 1 0,0 0-1,1 0 1,0 0 0,1 0 0,0 0-1,0 1 1,0-1 0,1 3-29,-2 7 102,0 0-1,2 0 1,0 1 0,1-1 0,0 0 0,4 18-102,-3-31 32,0 1 0,0 0 0,0-1 1,1 1-1,0 0 0,0-1 0,1 0 1,-1 0-1,1 1 0,0-1 0,0-1 1,0 1-1,0 0 0,1-1 0,-1 0 1,1 0-1,0 0 0,0 0 0,0 0 1,1-1-1,-1 0 0,0 0 0,1 0 1,0 0-1,1 0-32,11 2 33,1 0 0,0-1 0,0-1 0,0 0 0,0-2 0,4 0-33,-15 0-3,-1 0 1,1-1-1,-1 0 0,1 0 0,-1-1 1,1 1-1,-1-1 0,0-1 1,0 1-1,0-1 0,0 0 1,-1-1-1,1 1 0,-1-1 0,0 0 1,3-3 2,0-1-52,0-1 1,-1 0 0,0 0-1,0-1 1,-1 0-1,0 0 1,-1 0 0,4-11 51,-1-2-2,0-1 0,-2 0 1,-1 0-1,0-1 0,-2 0 1,0-24 1,-5 110 21,2 63 140,1-109-125,1 0 0,0 0 0,1 0 0,0 0 0,1-1-1,1 0 1,0 0-36,4-3 80,-4-21 44,-2-20-62,-4-24-116,-1 21 37,2-1 1,2 1-1,1 0 1,5-23 16,-8 54 2,1 0 1,-1-1 0,1 1 0,0 0 0,-1 0-1,1 0 1,0 0 0,0 0 0,1 0 0,-1 0-1,0 0 1,0 0 0,1 1 0,0-1 0,-1 0-1,1 0-2,-1 2 4,0 0 0,0-1 0,0 1 0,0 0 0,0-1-1,0 1 1,0 0 0,-1 0 0,1 0 0,0 0 0,0 0-1,0 0 1,0 0 0,0 0 0,0 0 0,0 1 0,0-1-1,0 0 1,0 1 0,-1-1 0,1 0 0,0 1 0,0-1-1,0 1 1,0 0-4,3 2 11,0 1 1,0 0-1,0 0 0,0 1 0,-1-1 1,1 1-1,-1 0 0,-1-1 0,1 1 0,-1 1 1,1-1-12,8 31 39,-1-1 0,-1 1 0,-2 1 0,-2 0 0,-1 7-39,0-13 18,-4-26-6,1 1 0,0-1 0,0 1 1,1-1-1,-1 1 0,1-1 0,1 0 0,-1 0 0,3 5-12,-3-8-119,0 1-1,0-1 0,1 1 1,-1-1-1,1 0 0,-1 0 1,1 0-1,0 0 0,-1-1 1,1 1-1,0-1 0,0 1 1,0-1-1,1 0 1,-1 0-1,0 0 0,0-1 1,0 1 119,33 1-6018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08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0 13851,'0'0'1712,"0"0"-509,0 0-115,-8 26-493,-23 88-349,30-107-220,0 1 0,0 0 0,1-1 0,0 1 0,1-1 0,0 1 1,0-1-1,0 1 0,1-1 0,0 0 0,1 0 0,0 0 0,0 0 1,0 0-1,1 0 0,3 4-26,12 28 375,-14-22 57,-1 0-1,0 0 1,-1 1 0,-1 0-1,-1-1 1,-1 1-1,-1 8-431,1-21 167,0-3-117,0 0 1,0 0 0,-1 0 0,1 0 0,0 0 0,-1-1 0,0 1 0,1 0 0,-1 0 0,0-1 0,0 1 0,0 0 0,0-1 0,0 1 0,0-1-1,-1 1 1,1-1 0,0 0 0,-1 1 0,1-1 0,-1 0 0,0 0-51,-2 2 54,0-1 1,-1 0-1,0 0 1,1 0-1,-1 0 1,0-1-1,0 0 0,0 0 1,-2 0-55,2 0 7,-1 0 0,1-1 1,-1 1-1,0-1 0,1-1 0,-1 1 1,0-1-1,1 0 0,-1 0 0,1 0 1,0-1-1,-1 0 0,1 0 0,0-1 1,0 1-1,0-1 0,0 0-7,2-1-84,0 1 1,0-1-1,0 0 0,1 0 0,0 0 0,0 0 1,0 0-1,0 0 0,0-1 0,1 1 1,0 0-1,0-1 0,0 1 0,1-1 0,-1 0 1,1 1-1,0-5 84,1 2-573,-1 0 1,1 0 0,1 0-1,-1 0 1,1 0 0,0 0-1,0 1 1,1-1 0,0 1-1,0 0 1,3-4 572,25-29-6263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08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12515,'0'0'4433,"0"0"-1593,0 0-1031,0 0-905,33 155-248,-23-129-544,3-5-112,20-9-504,-3-9-1857,0-3-5360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09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107 188 13947,'0'0'3050,"0"0"-738,0 0-777,0 0-578,0 0-461,-18 26-115,-7 12-51,-18 38-330,39-67 22,0 1 0,1-1 1,1 1-1,-1-1 0,1 1 1,1 0-1,0 0 1,0 0-1,1 0 0,0 0 1,1 0-1,0 0 0,1 0 1,0 0-1,0 0 1,1 0-1,0-1 0,5 9-22,-5-12-16,0 0 0,0 0 0,1 0 0,-1 0-1,1-1 1,1 0 0,-1 0 0,1 0 0,0-1-1,0 1 1,0-1 0,0 0 0,1 0 0,0-1-1,0 0 1,0 0 0,0 0 0,0-1 0,2 1 16,-4-2-92,0 0 0,0-1 0,-1 1 1,1-1-1,0 0 0,0 0 0,0 0 1,0 0-1,0-1 0,0 1 0,-1-1 1,1 0-1,0-1 0,-1 1 0,1 0 1,0-1-1,-1 0 0,0 0 1,1 0-1,-1 0 0,0 0 0,0-1 1,0 0-1,-1 1 0,1-1 0,0 0 1,-1 0-1,0-1 0,0 1 0,0 0 1,0-1-1,1-2 92,6-15-224,-1-1 0,-1 1-1,-1-2 1,0 1 0,-2-1 0,-1 1 0,0-14 224,1-46 898,-5-38-898,-1 33 1459,2 22 1078,0 53-584,0 43-1410,1 69 277,7 25-820,-5-89 4,3-1 1,0 1-1,3-1 0,0-1 1,7 13-5,-15-44-44,1 1 0,0-1 1,0 1-1,0-1 0,0 0 1,0 1-1,0-1 0,1 0 0,0-1 1,-1 1-1,1 0 0,0-1 1,0 1-1,1-1 0,-1 0 1,0 0-1,1-1 0,3 2 44,3 0-606,0 0-1,0-1 0,1 0 1,-1-1-1,1-1 0,5 1 607,33-1-6624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09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0 13707,'0'0'2163,"0"0"-604,0 0 392,-9 32-509,-26 100-587,33-125-819,0 0 1,0 0 0,1 0 0,0 0 0,1 0-1,-1 0 1,1 0 0,1 0 0,-1 0-1,1 0 1,0 0 0,1-1 0,0 1 0,0 0-1,0 0 1,1-1 0,2 6-37,-2-9 7,0-1 1,-1 1-1,1 0 0,0-1 1,0 0-1,1 0 0,-1 0 1,0 0-1,1 0 0,-1 0 1,1-1-1,0 0 0,-1 0 1,1 0-1,0 0 0,0-1 1,-1 1-1,1-1 0,0 0 1,0 0-1,0 0 0,0-1 1,-1 1-1,1-1 0,0 0 1,1 0-8,-2-1 2,1 1 1,-1-1-1,1 1 1,-1-1-1,0 0 1,0 0-1,0 0 1,0-1-1,0 1 1,0-1 0,-1 0-1,1 1 1,-1-1-1,0 0 1,0-1-1,0 1 1,0 0-1,0-1 1,0-2-3,25-71 10,-25 70-3,2-8 53,0 5 183,-2 0 1,1 0-1,-1 0 0,-1-1 0,0-2-243,-1 10 751,0 9-440,-2 43-128,1 59 60,2-100-248,0-1 0,0 1 0,0 0-1,1-1 1,0 1 0,0-1 0,1 1 0,0-1 0,0 0 0,1 0-1,4 5 6,-6-9-41,0-1-1,1 1 1,0-1-1,-1 0 1,1 0-1,0 0 1,0 0-1,0 0 1,0-1-1,0 0 1,0 1-1,1-1 0,-1 0 1,0 0-1,1-1 1,-1 1-1,1-1 1,-1 0 41,65-3-2508,-59 2 1828,44-9-5719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09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132 210 16716,'0'0'3612,"0"0"-1569,0 0-812,0 0-548,0 0-185,-22 27-161,-64 89-64,83-112-264,0 1-1,1 0 0,-1 0 0,1 0 0,0 0 1,0 0-1,0 0 0,1 1 0,0-1 0,0 1 1,0-1-1,1 1 0,-1-1 0,1 1 0,1-1 1,-1 1-1,1 0-8,1 11 6,-2-13-11,1-1 0,-1 1 0,1-1 0,0 1-1,0-1 1,1 1 0,-1-1 0,1 1 0,0-1 0,0 0 0,0 0 0,0 0 0,0 0 0,1 0 0,-1-1 0,1 1 0,0-1 0,0 1 0,0-1 0,0 0-1,0 0 1,0-1 0,1 1 0,-1-1 0,0 1 0,1-1 0,-1 0 0,1 0 0,2 0 5,-1 0-19,-1 0 0,1 0 0,0-1 0,0 1 0,0-1-1,0 0 1,-1-1 0,1 1 0,0-1 0,0 0 0,-1 0 0,1 0 0,0-1 0,-1 1 0,1-1 0,-1 0-1,0-1 1,1 1 0,-1-1 0,0 0 0,-1 0 0,4-3 19,0-3-45,-1 0 0,0 0 0,-1-1 0,0 1 0,-1-1 0,0 0 0,0-1 0,-1 1 0,-1-1 0,1 1 0,-2-1 0,1-10 45,1-26-8,-2-1 1,-3-20 7,0-2 51,2 49 14,0 7 178,1-1-1,-2 1 0,0 0 0,-1-1 0,0 1 0,-1 0 0,-2-4-242,4 34 290,1-2-291,-1 29-85,2 1-1,1-1 0,3 0 0,1 0 0,3 0 0,1-1 87,34 77-4113,-24-80-2383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10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16179,'0'0'3089,"0"0"-2081,0 0-432,-10 160 449,10-47-97,0 21-232,0 6-328,6-24-16,1 0-200,-4-18-128,4-17-16,-4-22 88,-3-17-192,0-18-208,0-15-880,0-21-1185,-3-27-1679,-14-15-2034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11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3 391 8042,'0'0'1704,"0"0"214,-1-31 482,-1-7-1438,2 0-1,4-21-961,-2 52 95,-1 0 0,1 0 0,0 0 0,1 0-1,0 1 1,0-1 0,0 1 0,1-1 0,0 1-1,0 0 1,0 1 0,1-1 0,0 1 0,0 0-1,0 0 1,1 0 0,0 1 0,0 0 0,0 0-1,1 0-94,4-4 110,8-4 114,0 0 1,1 1-1,1 0 0,-1 2 0,2 1 0,-1 0 0,1 2 0,0 0 1,1 2-1,-1 0 0,1 2 0,13 0-224,-31 1 23,0 0-1,0 1 1,0 0-1,0 0 1,0 1-1,0 0 1,0-1-1,0 1 1,0 1 0,0-1-1,0 1 1,-1 0-1,1 0 1,-1 0-1,1 1 1,-1 0-1,0 0 1,0 0-1,0 0 1,0 0-1,0 1 1,-1 0 0,0 0-1,0 0 1,0 0-1,0 0 1,0 0-1,-1 1 1,0-1-1,0 1 1,0 1-23,2 5 73,0-1-1,-1 0 1,0 1 0,-1-1-1,-1 1 1,1 0 0,-2 0-1,1 0 1,-1 0 0,-1 0-1,0-1 1,-1 1-1,0 0 1,0-1 0,-1 1-1,-1-1 1,0 0 0,0 0-1,-1 0 1,0 0 0,-1-1-1,0 0 1,0 0 0,-1-1-1,0 1 1,0-1 0,-1-1-1,0 0 1,-4 3-73,-1 0 33,-1-1 1,0 0-1,0-1 0,-1 0 1,1-1-1,-2-1 0,1 0 1,-1-1-1,0-1 0,0-1 1,0 0-1,0-1 0,0 0 1,-5-2-34,19 0-97,1 0 0,-1 0 0,1 0 0,0-1 0,-1 1 0,1-1 0,0 1 0,0-1 0,-1 1 0,1-1 1,0 0-1,0 0 0,0 1 0,0-1 0,0 0 0,0 0 0,0 0 0,0 0 0,0 0 0,0-1 0,0 1 0,1 0 0,-1 0 0,0 0 1,1-1-1,-1 1 0,1 0 0,0-1 0,-1 1 0,1 0 0,0-1 0,0 1 0,0-1 0,0 1 97,-1-3-615,1 1-1,0-1 0,0 0 1,0 1-1,1-1 0,-1 1 1,1 0-1,0-1 0,0 1 1,0-1-1,0 1 1,1 0-1,-1 0 0,2-2 616,20-17-8256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11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12139,'0'0'4551,"0"0"-1790,0 0-441,0 0-674,0 0-798,0 0-250,0 0-293,4 1-262,-1 0 0,1 0 0,-1 0 1,0 1-1,1-1 0,-1 1 0,0 0 0,0-1 0,3 3-43,-4 0 14,0 0-1,0 0 0,0 0 1,0 0-1,0 0 1,-1 0-1,0 0 1,0 0-1,0 1 0,0-1 1,-1 0-1,0 1 1,0-1-1,0 0 1,0 1-14,-1-3 270,-1-9-159,-2-11-116,4 16-32,0 0 0,0 0 0,0 0 1,0 0-1,0-1 0,0 1 1,0 0-1,1 0 0,-1 0 0,1 0 1,0 0-1,-1 0 0,1 0 0,0 1 1,0-1-1,0 0 0,1 0 1,-1 1-1,0-1 0,1 0 0,-1 1 1,1-1-1,-1 1 0,1 0 1,-1 0-1,1-1 0,1 1 37,3-1-678,0 1-1,0-1 1,0 1-1,0 0 1,1 1-1,-1 0 1,0 0-1,3 0 679,4 0-2208,14 0-5680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13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0 297 11466,'0'0'2018,"0"0"-293,0 0-68,4-31-307,25-204 2344,-23 204-1825,-5 53-433,-1 8-1672,7 300 569,-7-324-420,1 1 1,-1-1-1,1 1 1,1-1-1,-1 0 0,1 1 1,0-1-1,2 3 87,14 12-2587,10-9-4179,-8-11-2771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13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13851,'0'0'3097,"0"0"-1113,0 0-344,0 0-1192,0 0-159,172-6-289,-129 6 0,3 0-1169,-9-3-2559,-14-6-2682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14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 11266,'0'0'3416,"0"0"-1537,0 0-51,4 31-173,31 195 538,-15-66-698,9 54-1197,-28-211-875,-5-105-5542,-6-16 6119,3 43 1396,2 0 0,6-63-1396,0 129 52,1 0 0,0 0 1,0 0-1,0 0 0,1 0 1,1 1-1,0-1 0,0 1 0,0 0 1,1 0-1,0 0 0,1 1 1,0-1-1,0 1 0,0 1 1,1-1-1,0 1 0,0 1 1,1-1-1,0 1 0,0 0 0,0 1 1,1 0-53,10-5 38,0 1 1,0 0-1,1 2 0,0 0 1,1 2-1,-1 0 0,1 1 1,-1 1-1,17 1-38,-31 1 13,0 0 1,0 0-1,0 0 0,0 1 1,0 0-1,-1 0 0,1 1 1,0 0-1,0 0 0,-1 0 1,1 0-1,-1 1 1,0 0-1,0 0 0,3 3-13,-4-3 8,-1 1-1,0 0 1,0 0 0,0 1-1,0-1 1,-1 0 0,1 1-1,-1 0 1,0-1-1,-1 1 1,1 0 0,-1 0-1,0 0 1,0 0 0,-1 0-1,1 0 1,-1 0-1,0 1-7,0 1 45,0 1 0,-1-1 0,1 0-1,-2 1 1,1-1 0,-1 0-1,0 0 1,0 0 0,-1 0 0,0 0-1,0-1 1,0 1 0,-1-1-1,0 0 1,0 0 0,-1 0 0,0 0-1,-3 2-44,0-1 44,-1 1 1,0-2-1,-1 1 0,1-2 0,-1 1 0,0-1 1,0 0-1,-1-1 0,1-1 0,-1 1 0,-11 1-44,7-2 9,0-1-1,0 0 0,0-1 1,0 0-1,-2-2-8,12 1-265,1 0 0,0-1 0,-1 0 0,1 0 0,0 0 0,0-1 0,0 1 0,-4-3 265,6 3-392,0 0-1,1 0 1,-1 0-1,0-1 1,1 1-1,-1-1 1,1 1-1,0-1 1,-1 0-1,1 1 1,0-1-1,0 0 1,0 0-1,0 0 1,0 0-1,0 0 1,1 0-1,-1 0 393,0-16-9278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14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11498,'0'0'2513,"0"0"40,63 247-297,-50-125-416,-9-3-767,-4-9-113,-7-17-280,-13-19-392,0-21-48,4-17-232,6-18-16,0-12-104,3-6-1296,7-12-1641,0-21-2256,0-2-4321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22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5705,'0'0'1681,"0"0"-633,0 0-144,0 0-904,169 0-656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28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11947,'0'0'4088,"0"0"-3215,0 0 423,0 0-264,-116 164-216,86-66-24,10 6-519,10 6 15,10-6-168,0-6-8,27-8-112,6-13 0,6-11-360,24 2-1041,-10-20-2592,3-16-6449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29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27 8426,'0'0'2762,"0"0"-464,0 0-158,0 0-402,0 0-429,0 0-178,8-4-499,-3 0-582,1 1-1,1 0 0,-1 1 1,0-1-1,1 1 0,-1 0 1,1 1-1,0 0 1,0 0-1,-1 0 0,1 1 1,3 0-50,-7 0 11,0 0-1,0 1 1,0-1 0,0 1 0,-1 0 0,1 0 0,0 0 0,0 0 0,-1 0 0,1 0 0,-1 1 0,1-1 0,-1 1 0,1 0 0,-1 0 0,0-1 0,0 2 0,0-1-1,0 0 1,0 0 0,-1 1 0,1-1 0,-1 1 0,1-1 0,-1 1 0,0-1 0,0 1 0,0 0 0,0 0 0,-1 0 0,1 0 0,-1-1 0,1 1 0,-1 2-11,0 0 12,0 1 0,0 0 0,-1-1 0,0 1 1,0 0-1,0-1 0,-1 1 0,1-1 1,-1 0-1,-1 1 0,1-1 0,-1 0 0,0 0 1,0-1-1,0 1 0,-1-1 0,1 1 1,-1-1-1,0 0 0,-1 0 0,1-1 0,-1 1 1,1-1-1,-1 0 0,0 0 0,-3 1-12,-18 9 39,-1-1 0,0-1 0,0-1 0,-19 3-39,44-12 0,1-1-4,-16 5-103,0 0 0,0-1 0,-1-1 0,1-1 0,-7 0 107,24-2-97,-1 0 0,1-1 0,0 1 0,-1-1-1,1 1 1,0-1 0,0 1 0,0 0 0,0-1-1,-1 1 1,1-1 0,0 1 0,0-1 0,0 1 0,0-1-1,0 1 1,0-1 0,0 1 0,0-1 0,0 1 0,0-1-1,1 1 1,-1-1 0,0 1 0,0-1 0,0 1 0,1-1-1,-1 1 1,0 0 0,0-1 0,1 1 0,-1-1-1,0 1 1,1 0 0,-1-1 0,1 1 0,-1 0 97,8-7-1127,-1 0 0,1 1 1,1 0-1,-1 1 0,1-1 1,9-3 1126,19-9-6251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29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9274,'0'0'3977,"0"0"-1841,0 0-287,0 0-769,0 0-368,0 0-72,0 0-8,-116 166-104,103-103-55,6-7-385,7-8 120,0-9-208,17-13 0,16-8-80,23-18-16,-6 0-1865,-7 0-4008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29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0 131 4441,'0'0'4449,"0"0"-3361,0 0-608,0 0-480,0 0-2056</inkml:trace>
  <inkml:trace contextRef="#ctx0" brushRef="#br0" timeOffset="1">420 0 10786,'0'0'3017,"0"0"-761,0 0-239,0 0-361,0 0-680,0 0-535,0 0-425,17 24 208,-17 26-224,-4 4 216,-6-6-208,4-4-8,-4 1-1169,7-9-2559,-4-10-3106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30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50 7818,'0'0'2852,"0"0"-305,0 0-422,0 0-543,0 0-493,0 0-490,26 0-142,103 0 245,-128 0-523,-1 0-129,-27 0 681,-14 0-614,-42 1-107,60-3 33,20 1 15,10-1 33,44-9 36,0-2-1,1-3-126,-49 15 103,-15-1 62,-1 1 0,1 0 1,0 1-1,-1 0 0,1 1 1,-6 1-166,-10 0 127,-83 12-448,39 3-4351,50-10-529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33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 10802,'0'0'3201,"0"0"-897,0 0 649,0 0-1377,0 0-831,0 0-49,-168 184-64,131-88 136,14-1-168,16-6-320,7-9-216,4-17-128,22-10 56,7-14-264,27-18-664,-11-12-1120,-2-9-4506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33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34 8306,'0'0'5585,"0"0"-3338,0 0-366,-6 28-727,-18 98-405,23-118-696,0 0 0,0 0 0,1 0 0,0 1 1,0-1-1,1 0 0,0 0 0,1 0 0,0 0 0,0 0 1,0 0-1,1 0 0,1-1 0,-1 1 0,1-1 1,0 0-1,1 0 0,-1-1 0,2 1 0,-1-1 1,0 0-1,1 0 0,0-1 0,1 0 0,-1 0 1,1 0-1,0-1 0,3 2-53,2 0 41,-1-1 0,1 0 1,0 0-1,0-1 0,1-1 1,-1 0-1,1-1 0,0 0 0,0-1 1,0 0-1,-1-1 0,1-1 1,0 0-1,0 0 0,0-1 0,9-4-41,-16 4 51,0 0-1,1-1 0,-1 1 0,0-2 0,-1 1 0,1-1 0,-1 1 1,1-2-1,-1 1 0,0 0 0,-1-1 0,1 0 0,-1 0 1,0-1-1,0 1 0,-1-1 0,1 0 0,-1 0 0,-1 0 0,2-3-50,0-4 272,0 0 0,-1 0 0,-1 0 0,0-1 0,-1 1 0,0-1 0,-1 1 0,0-1-1,-3-10-271,2 16 101,-1 1-1,0-1 0,-1 0 1,1 1-1,-2-1 0,1 1 0,-1 0 1,0 0-1,0 0 0,-1 1 0,0 0 1,0 0-1,-1 0 0,1 0 0,-1 1 1,-1 0-1,1 0 0,-7-4-100,2 2-7,0 1-1,0 0 0,0 1 1,0 0-1,-1 1 0,0 0 1,0 1-1,0 0 0,0 1 0,0 0 1,-12 1 7,23 1-94,0-1 0,0 1 1,0 0-1,0 0 0,0 0 0,0 0 1,0 0-1,0 0 0,0 1 1,0-1-1,0 0 0,0 0 0,0 1 1,0-1-1,0 1 0,0-1 1,0 1-1,1-1 0,-1 1 0,0-1 1,0 1-1,0 0 0,1-1 1,-1 1-1,0 0 0,1 0 0,-1 0 1,1-1-1,-1 2 94,-1 10-4752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33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12683,'0'0'2712,"0"0"-31,0 0-169,-43 152-1343,43-119-681,0-9-368,0-10-120,0-14-544,3 0-1641,4-8-3056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34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13691,'0'0'3101,"0"0"-421,0 0-821,0 0-899,0 0-587,0 0-123,27 18 16,-27-18-266,31 20 140,-1 2 1,17 16-141,-45-36 17,1 1 0,-1-1 0,0 0 0,0 0 0,-1 1 0,1-1 0,0 1 0,-1 0 1,0 0-1,1-1 0,-1 1 0,0 0 0,-1 0 0,1 0 0,0 0 0,-1 0 0,0 0 0,1 0 0,-1 0 0,0 0 0,-1 0 0,1 0 0,0 0 0,-1 0 0,0 0 0,0 0 1,0 2-18,-3 3 71,-1 1 1,0-1-1,0 0 1,0 0 0,-1-1-1,0 0 1,-2 2-72,-1 1 120,-58 60 305,-9 12 96,74-79-517,0-1 0,1 0 0,-1 1 0,1-1 0,0 1 0,0-1 0,0 1 0,0-1 0,0 1 0,0 0-1,1 0 1,-1-1 0,1 1 0,0 3-4,1-6 1,0 1-1,0 0 1,0-1-1,1 1 1,-1-1-1,0 0 1,0 1 0,1-1-1,-1 0 1,0 0-1,0 1 1,1-1-1,-1 0 1,0 0-1,1 0 1,-1-1-1,0 1 1,1 0-1,3-1 17,61 1-196,0-4 0,0-2 0,3-4 179,-36 3-4169,0-1 0,11-5 4169,-7-1-11975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34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10642,'0'0'5169,"0"0"-3312,0 0 583,0 0-591,96 235-849,-89-140-464,-7 1-104,0-13-192,-13-12-152,-7-14-88,-7-9-696,8-19-2361,2-11-4344</inkml:trace>
  <inkml:trace contextRef="#ctx0" brushRef="#br0" timeOffset="1">470 89 13795,'0'0'2625,"0"0"375,-53 173-1047,37-87-737,12 4-544,4-4-384,0-12-240,30-11-96,16-10-696,-6-17-1745,-3-15-3600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36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1 11987,'0'0'3140,"0"0"-272,0 0-991,0 0-1022,0 0-437,0 0-257,-20 34 34,-63 113-50,79-139-120,0-1-1,0 1 1,1-1 0,0 1 0,1 0 0,0 0-1,0 0 1,1 1 0,0-1 0,0 0-1,0 1 1,2-1 0,-1 0 0,2 8-25,-1-8 30,-1-5-4,1 0 0,-1 1 0,1-1 0,0 0 0,0 0 0,1 0 0,-1 0 0,1 0-1,-1 0 1,1 0 0,0 0 0,0-1 0,0 1 0,1-1 0,-1 0 0,1 1 0,-1-1 0,1 0-1,0 0 1,-1 0 0,1-1 0,0 1 0,0-1 0,0 0 0,1 0 0,-1 0 0,0 0 0,0 0-1,2 0-25,13 2 130,1-1-1,0 0 0,0-2 1,18-1-130,-8 1 48,-4-1-17,1 0-1,-1-2 1,0-1 0,22-6-31,-34 7 14,0-1 0,0-1-1,-1 0 1,1 0-1,-1-1 1,-1-1 0,1 0-1,-1-1 1,-1 0 0,3-3-14,-9 8 46,0-1 0,0-1 0,-1 1 1,0 0-1,0-1 0,0 0 0,0 0 0,-1 0 1,1 0-1,-1 0 0,0 0 0,-1 0 1,0-1-1,1 1 0,-2-1 0,1 1 0,-1-1 1,1 1-1,-2-1 0,1 1 0,-1-1 1,0-2-47,0 1 87,-1 0 0,-1-1 0,1 1-1,-1 1 1,0-1 0,0 0 0,-1 1 0,0-1 0,0 1 0,-1 0 0,0 1 0,0-1 0,0 1 0,0 0 0,-1 0 0,-1 0-87,-5-3 26,0 0-1,-1 1 0,0 0 0,0 2 1,0-1-1,-1 2 0,0-1 1,-13-1-26,-4 1-200,0 2 0,1 0 0,-19 3 200,42 0-199,1 0 1,0 0 0,0 1-1,0 0 1,0 0-1,0 0 1,1 1-1,-1 0 1,0 0 0,1 1-1,-1 0 1,-3 2 198,5-2-923,0 0 0,0 1-1,0-1 1,0 1 0,0 0 0,1 0 0,0 1 0,0-1 0,-1 3 923,-6 20-13722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36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0 5401,'0'0'9906,"0"0"-7449,0 0 327,-43 197-943,20-138-793,0-5-600,10-10-304,-1-8-96,11-12-48,3-12-208,0-12-936,23 0-2729,7-15-552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37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10 219 2785,'0'0'8253,"0"0"-4760,0 0-1331,-3 29-520,3-29-1642,-4 40 1164,2 42-1164,2-77 60,1 0 1,-1 0-1,1 0 0,1 0 1,-1 0-1,0-1 0,1 1 1,0 0-1,0-1 0,1 1 1,-1-1-1,1 0 1,0 0-1,0 0 0,1 0 1,-1 0-1,1 0 0,2 1-60,3 1 113,0 0 0,0 0 0,1-1 0,-1 0 0,1-1 0,7 2-113,-4-2 68,1 1-1,-1-2 0,1 0 1,0-1-1,0 0 0,1-1 1,-1 0-1,0-1 0,0-1 1,0-1-1,0 0 0,0 0 1,9-4-68,-14 4 84,-1-1 1,1-1 0,-1 0 0,1 0 0,-1 0-1,0-1 1,-1 0 0,1-1 0,-1 0 0,0 0 0,-1 0-1,1-1 1,-1 0 0,-1 0 0,1-1 0,-1 0 0,0 0-1,-1 0 1,0 0 0,0-1 0,0-1-85,0-4 196,1-1 0,-1 0 0,-1 0 0,-1 0 0,0 0 0,-1 0 0,-1-1 0,0 1 0,-1 0 0,-1-1 0,0 1 0,-3-10-196,2 16 35,1 1 1,-1 0-1,-1 0 0,0 0 1,0 0-1,0 1 0,-1-1 1,0 1-1,-1 0 1,1 0-1,-1 1 0,-1 0 1,1 0-1,-1 1 0,0-1 1,0 1-1,0 1 0,-1-1 1,0 1-1,0 1 0,0 0 1,-5-2-36,-4 0-124,0 1 1,1 1-1,-1 1 1,-1 0-1,-2 1 124,12 0-144,1 1 0,-1 0-1,1 1 1,-1 0 0,1 0 0,-1 1 0,1-1-1,-1 2 1,1-1 0,0 1 0,0 0-1,0 0 1,-1 2 144,0 1-544,1 1 1,0 0-1,0 1 0,1-1 0,0 1 0,0 0 1,1 1-1,0-1 0,-3 8 544,-4 26-5436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37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8666,'0'0'4339,"0"0"-2533,0 0 69,0 0-172,-16 28-388,-49 92-221,60-109-950,0-1 0,1 1 0,1 0 0,0 0 0,0 0 0,1 0 0,0 0 0,1 1 0,0-1-1,1 1 1,0-1 0,1 1 0,1 4-144,1 10 329,-3-21-299,1 0 0,-1 0 0,2 0 0,-1 0 0,0 0 0,1 0 0,0 0 0,0-1 0,0 1-1,1-1 1,-1 1 0,1-1 0,0 0 0,1 0 0,-1 0 0,1-1 0,-1 1 0,1-1 0,0 0 0,0 0 0,1 0-1,-1-1 1,0 1 0,1-1 0,0 0 0,-1 0 0,4 0-30,4 2 28,1-1 0,0-1-1,0 0 1,0 0 0,0-1 0,0-1-1,1 0 1,-1-1 0,0-1 0,4-1-28,-10 2 13,0-1 0,-1-1 1,1 1-1,-1-1 0,0-1 1,1 1-1,-2-1 0,1 0 0,0 0 1,-1 0-1,0-1 0,0 0 1,0 0-1,0-1 0,-1 1 0,0-1 1,0 0-1,-1 0 0,1 0 1,-1 0-1,1-6-13,0 3 68,0-1 1,-1 0 0,0 0-1,-1 0 1,0-1-1,-1 1 1,0 0-1,0-1 1,-1 1 0,-1-1-1,0 1 1,0 0-1,-1-1 1,-1-4-69,0 9 43,0 1 0,1-1 0,-2 1 0,1 0 0,-1 0 1,0 0-1,0 0 0,0 0 0,0 1 0,-1 0 0,0 0 0,0 0 1,0 1-1,0-1 0,0 1 0,-6-2-43,1 0-85,0 1 0,0 0 0,-1 1 1,1 0-1,-1 0 0,1 1 0,-1 0 0,0 1 0,-2 0 85,18 1-5078,19 0-283,-21 0 4173,36 0-10962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37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 9602,'0'0'5977,"0"0"-3608,0 0 271,0 214-551,0-134-689,-13 1-624,-10-4-568,-4-8-208,-29 14-168,6-18-1176,-3-14-4473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3:41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146 0 4441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4:03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12107,'0'0'2951,"0"0"-664,0 0-227,0 0-863,0 0-185,0 0-61,6 27-244,18 88-259,-19-86-347,-2 0 0,-1 0 1,-1 1-1,-4 23-101,1 11-440,2-59 89,-1 0 0,1 0 0,-1 1 1,0-1-1,-1 0 0,0 0 0,1 0 0,-1-1 0,-1 1 0,1 0 1,-2 1 350,-3 7-4751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4:04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11883,'0'0'2047,"0"0"-679,0 0-189,0 0-571,0 0-388,0 0-76,-17 18 9,-51 61 90,66-77-221,0 0 0,0 0 0,0 1-1,0-1 1,1 1 0,-1-1 0,1 1 0,0 0-1,0 0 1,0-1 0,0 1 0,0 0 0,0 0 0,1 0-1,-1 0 1,1 0 0,0 0 0,0 0 0,0 0-1,1 0 1,-1 0 0,1 0 0,-1 0 0,1 0-1,0 0 1,0-1 0,1 3-22,0-2 32,0-1 0,0 0 0,1 0-1,-1 1 1,0-2 0,1 1 0,0 0 0,-1 0 0,1-1-1,0 1 1,0-1 0,0 0 0,0 0 0,0 0-1,0 0 1,0-1 0,0 1 0,0-1 0,3 0-32,1 1 19,-1-1 1,1 0-1,0 0 1,-1-1-1,1 0 1,0 0-1,-1 0 1,1-1-1,-1 0 1,1 0-1,-1-1 1,0 0-1,0 0 1,0 0-1,-1-1 1,1 0-1,-1 0 1,0 0 0,0-1-1,0 0 1,-1 0-1,1 0 1,-1 0-1,0-1 1,-1 0-1,1 1 1,-1-1-1,-1 0 1,1-1-1,1-3-19,1-12 194,0 1 791,-3 19-59,-1 11 363,7 334 124,-1-317-1606,-2-20-1386,-1-17-2055,-4-9-2572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4:08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1 928,'0'0'8626,"0"0"-6249,0 0-1025,0 0-832,172 35-344,-142-26-176,-3 0-1144,-11-3-3145,-9-3-1512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4:08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5705,'0'0'8162,"0"0"-5433,0 0 271,0 0-975,0 0-833,0 0-616,172 3-336,-109-3-168,0-6-16,3-6-56,30-8-1504,-16 2-3665,-11 0-6298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4:09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0 10906,'0'0'4407,"0"0"-1898,0 0-817,0 0-580,0 0-353,-22 26-107,-68 89-143,84-108-464,2 1 0,-1 0 0,1 0 0,0 0 0,0 1 0,1-1 0,1 1 0,-1 0 0,1 0 0,1 0 0,0 0 0,0 0 0,1 0 0,0 0 0,0 0 0,1 1 0,1 3-45,-1 7 70,0-15-60,-1 0 0,1 0 1,0 0-1,0 0 0,1 0 0,0 0 0,-1 0 1,2 0-1,-1-1 0,0 1 0,1-1 1,0 1-1,0-1 0,0 0 0,1 0 0,-1-1 1,2 2-11,3 1 12,0 0 0,-1-1 0,1 0 0,1-1 0,-1 0 0,1 0 0,0-1 0,0 0 0,3 1-12,21 3 41,1-2 0,-1-1 0,1-1 1,31-3-42,-47 1 0,0-2 1,-1 0-1,1 0 1,-1-2-1,1 0 1,-1-1-1,2-2 0,-14 5 61,-1-1 1,1 0-1,-1 0 0,0-1 0,0 1 1,0-1-1,-1 0 0,1 0 1,0 0-1,-1 0 0,0-1 0,0 0 1,0 1-1,0-1 0,-1 0 1,1 0-1,-1 0 0,0-1 0,0 1 1,-1 0-1,1-1 0,-1 1 0,0-1 1,0 0-1,-1 1 0,1-1 1,-1 0-1,0 0 0,0 0-61,-1-4 138,0 1-1,0 0 0,-1-1 1,0 1-1,0 0 1,-1 0-1,0 0 0,-1 0 1,0 1-1,0-1 1,0 1-1,-1 0 1,0 0-1,-2-1-137,-14-17 93,-2 1-1,-1 1 1,-2 1-93,13 10 17,8 7-55,1 1 0,-1 0 0,0 0 0,0 0 0,0 0 0,-1 1 0,1 0 0,-1 0-1,0 1 1,0 0 0,0 0 0,0 0 0,0 0 0,0 1 0,0 0 0,-2 0 38,7 2-111,0-1 0,0 0 0,1 0 0,-1 1 0,0-1 0,0 0 0,0 1 0,1-1 0,-1 1 0,0-1 0,1 1 0,-1-1 0,0 1-1,1-1 1,-1 1 0,1 0 0,-1-1 0,0 1 0,1 0 0,0 0 0,-1-1 0,1 1 0,0 0 0,-1 0 0,1 0 0,0 0 0,0-1 0,-1 1 0,1 0 0,0 0 0,0 0 0,0 0 0,0 0 0,0-1 0,1 1 0,-1 0 0,0 0 0,0 0 0,0 0 0,1-1 0,-1 1 0,1 0 111,-1 10-1869,0 15-3926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4:09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721 0 13339,'0'0'5169,"0"0"-3369,0 0 801,0 0-833,-172 215-575,83-123-545,-10 0-352,0-6-296,-14 7-296,30-22-1745,17-23-7417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4:10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1320,'0'0'1016,"0"0"-807,0 0-209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4:10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84 640,'19'-55'2515,"-15"44"-1549,-4 11-611,0 0 969,0 0 932,0 0 9,0 0-461,0 0-745,0 0-589,0 0-185,0 0 70,0 0 305,0 0 341,0 0 178,0 0-69,0 0-249,0 0-252,0 0-184,0 0-62,0 0-82,0 0 10,-2 1-171,0 0 1,0-1-1,0 1 0,1 0 1,-1 0-1,0 0 0,0 0 1,1 1-1,-1-1 0,1 0 1,-1 1-1,0 1-120,-4 4 59,1 0-1,0 1 1,0 0 0,0 0-1,1 0 1,1 0 0,-1 1-1,1 0 1,1-1 0,0 1-1,0 0 1,0 1-59,-2 20 57,1-1 0,2 1 0,1 1-57,-1-19 10,1 1 0,1-1 0,0 0 0,1 0 1,0 0-1,1 0 0,1 2-10,-2-8 5,1-1 0,-1 0 0,1 0 0,1 0 0,-1 0 0,1 0 0,0-1 0,0 0 0,0 0 0,0 0 0,1 0 0,-1 0 0,1-1 0,0 0 0,0 0 0,2 0-5,10 4 13,-1-2 0,1 0 0,0-1 0,1-1 0,-1 0 0,0-2 0,1 0 0,0-1 1,-1 0-1,1-1 0,8-3-13,-18 3 56,-1 0 0,1-1 0,-1 0 0,1 0 0,-1-1 1,0 0-1,0 0 0,0-1 0,0 1 0,-1-2 0,0 1 0,0-1 1,0 0-1,0 0 0,-1 0 0,1-1 0,-1 0 0,-1 0 0,1 0 1,-1-1-1,0 1 0,-1-1 0,0 0 0,0 0 0,0 0 0,0-2-56,3-11 142,-1-1-1,0 0 0,-2 0 0,0-1 0,-2 1 0,0-1 0,-1 1 0,-3-17-141,2 33 7,0 0-1,0 0 1,-1 0 0,0 0-1,0 0 1,0 0-1,0 0 1,-1 0-1,0 1 1,0 0-1,0-1 1,-1 1 0,1 0-1,-1 1 1,0-1-1,0 1 1,-1-1-1,1 1 1,0 0-1,-1 1 1,-1-1-7,-3-2-132,-1 0 0,0 1-1,0 0 1,0 1 0,0 0 0,-1 1 0,1 0-1,-1 0 1,1 1 0,-4 0 132,13 2-172,0-1 0,1 0 0,-1 0 0,0 1 0,0-1-1,1 1 1,-1-1 0,1 0 0,-1 1 0,0-1 0,1 1 0,-1 0 0,1-1 0,-1 1-1,1-1 1,-1 1 0,1 0 0,0-1 0,-1 1 0,1 0 0,0-1 0,0 1 0,-1 0-1,1 0 1,0-1 0,0 1 0,0 0 0,0 0 0,0-1 0,0 1 0,0 0 0,0 0 0,0 0-1,0-1 1,0 1 0,1 0 0,-1 0 0,0-1 0,1 2 172,-1 6-2078,0 15-4630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4:12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464 68 2617,'0'0'5670,"0"0"-2469,0 0-893,0 0-307,0 0-230,0 0-272,-17-11-212,-56-32-192,70 41-1011,-1 0 1,1 0 0,-1 1 0,1-1 0,-1 1 0,0 0-1,1 0 1,-1 1 0,0-1 0,0 1 0,0-1-1,0 1 1,1 0 0,-1 1 0,-2-1-85,-10 2 301,3-1-178,1 0 0,-1 2 0,1-1 0,-1 2 0,1-1 0,0 2 0,0 0 0,1 0 0,-1 1 0,1 0 0,1 1 0,-1 0 0,1 1 0,0 0 0,1 1-1,-3 3-122,2-3 48,0 2-1,1-1 0,1 1 0,-1 0 1,2 1-1,-1 0 0,2 0 0,0 1 1,0 0-1,1 0 0,1 0 0,0 1 1,0-1-1,0 13-47,3-22 1,1 1 0,0 0 0,0-1 0,0 1-1,0 0 1,1-1 0,0 1 0,0-1 0,0 1 0,0-1 0,1 0 0,-1 1 0,1-1 0,0 0 0,1 0 0,-1 0 0,1 0 0,0-1 0,0 1 0,2 2-1,0-2 4,1-1 1,-1 1-1,1-1 1,0 0-1,0 0 1,0 0 0,1-1-1,-1 0 1,1-1-1,-1 1 1,1-1-1,-1 0 1,1-1 0,2 0-5,7 2 19,0-2 1,0 0-1,0-1 1,0 0 0,0-1-1,2-2-19,-11 2 8,0 0 1,0-1-1,0 1 0,0-2 1,-1 1-1,0-1 0,1 0 0,-1 0 1,-1-1-1,1 1 0,-1-1 0,0-1 1,0 1-1,2-4-8,1-2 28,-2 1 0,0-2 1,0 1-1,-1-1 0,0 1 0,-1-1 1,-1-1-1,0 1 0,0 0 0,-1-1 1,-1 0-1,0 1 0,0-1 0,-2 0 1,0 1-1,-1-12-28,1 20 13,-1 0-1,1 0 1,0 0 0,-1 0 0,0 0-1,0 1 1,0-1 0,0 0-1,-1 1 1,1 0 0,-1-1-1,0 1 1,-2-2-13,3 3-115,0 1 0,1-1-1,-1 0 1,0 1 0,0 0 0,0-1-1,0 1 1,-1 0 0,1 0 0,0 0 0,0 0-1,-1 0 1,1 1 0,-1-1 0,1 1-1,0-1 1,-1 1 0,1 0 0,-1 0-1,1 0 1,-1 0 0,1 1 0,-1-1-1,0 1 116,2 0-468,-1 0 0,1 0-1,0 0 1,0 0-1,0 0 1,0 0 0,0 1-1,0-1 1,0 0-1,0 1 1,1-1-1,-1 1 1,0-1 0,1 1-1,-1-1 1,1 1-1,0-1 1,-1 1-1,1-1 1,0 1 0,0 1 468,-1 21-10469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4:13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2841,'0'0'2571,"0"0"-521,0 0-742,0 0-328,0 0 172,0 0 265,0 0 128,2 0 1589,16 0-1677,199-15 831,-190 14-1991,-19 0-212,0 1 0,1 0-1,-1 0 1,0 1 0,0 0-1,0 0 1,0 1-85,-6-1 5,0 0 0,0-1 0,0 1 0,0 0 0,0 0 0,0 1 0,-1-1 0,1 0 0,0 1 0,-1-1 0,0 1 0,1-1 0,-1 1 0,0 0 0,1 0 0,-1-1 0,0 1 0,0 0 0,-1 0 0,1 0 0,0 0 0,-1 0 0,1 0 0,-1 0 0,1 0 0,-1 0 0,0 1 0,0 0-5,0 7 7,-1 0 1,0 0-1,0 0 1,-1 0-1,0-1 1,-1 1 0,0-1-1,-1 0 1,0 1-1,0-2 1,-1 1-1,0 0 1,0-1-1,-1 0 1,0 0 0,-1-1-1,0 1 1,0-2-1,-2 3-7,-25 20 21,0-2 1,-2-1-1,-29 16-21,49-32 1,7-4 26,4-2 7,0-1 0,0 0 1,0 0-1,0 0 1,-1 0-1,1-1 0,-1 0 1,0 0-1,1-1 0,-2 1-34,6-2 402,1 0-17,0 0-67,0 0-81,1 1-213,-1 0 0,1-1 0,-1 1 0,1 0 0,0 0 0,-1-1 0,1 1 0,0 0 0,0-1 0,0 1 0,0-1 0,-1 1 0,1-1 0,0 1 0,0-1 0,0 0 0,0 1 0,0-1 0,0 0 0,0 0 0,0 0-1,1 1-23,30 4 89,-27-4 9,321 46 2065,-314-45-2715,0 0 1,0-1 0,0-1-1,7 0 552,-14 0-875,-1-1 0,0 0 0,1 0-1,-1 0 1,0 0 0,0-1 0,0 1-1,2-2 876,20-11-9080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4:14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73 4657,'0'0'5793,"0"0"-2711,0 0-816,0 0-310,0 0-427,0 0-424,-15-9-190,-49-30-91,53 34-656,-1 1-1,1 0 1,-1 1 0,0 0-1,0 1 1,0 0-1,0 1 1,0 0-1,-1 1 1,1 1-1,0 0 1,-9 2-168,13-2 34,4-1-31,-1 2 1,1-1-1,-1 0 1,1 1-1,-1 0 1,1 0-1,0 0 1,0 1-1,0-1 1,0 1-1,0 0 1,1 0-1,-1 0 1,1 1-1,0-1 1,0 1-1,0 0 1,0 0-1,1 0 1,-1 0-1,1 0 1,0 0-1,0 1 1,1-1-1,0 1 1,-1 0-1,1-1 1,1 1-1,-1 0 1,1-1-1,0 1 1,0 0-1,0 0 1,0-1-1,1 1 1,0 0-1,0 0-3,1-2 1,0 0-1,0 0 0,-1-1 1,2 1-1,-1 0 0,0-1 1,1 1-1,-1-1 1,1 0-1,0 0 0,-1 0 1,1 0-1,0-1 1,0 1-1,0-1 0,0 1 1,1-1-1,-1 0 0,0 0 1,1-1-1,-1 1 1,1-1-1,16 4 1,0-2 1,0 0-1,5-2-1,-18 1-1,5-1 11,0 1-70,1-1-1,-1 0 1,0-1 0,0 0 0,1-1-1,6-2 61,-15 3-9,0 0 0,0-1-1,-1 0 1,1 0 0,-1 0 0,1-1-1,-1 1 1,0-1 0,0 1 0,0-1-1,0 0 1,-1 0 0,1-1-1,-1 1 1,0 0 0,0-1 0,0 1-1,0-1 1,0 0 0,-1 0-1,1-2 10,9-45 222,-6 30 723,-4 49-663,-5 109 1357,-14 78-1639,18-175 634,1-26-1736,-2-6-3810,7-21-3039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5:39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14147,'0'0'4657,"0"0"-1899,0 0-1048,2 27-381,28 188 540,-9-19-934,-4-28-1152,-17-166-440,2 9 746,-3-8-8522,-4-3 2785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5:40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 12323,'0'0'1965,"0"0"-242,0 0-56,-28 14-800,-92 50-332,111-57-439,0-1 1,0 1-1,1 1 0,0-1 0,0 2 0,1-1 1,0 1-1,1 0 0,0 0 0,0 1 0,1-1 1,0 1-1,0 1 0,2-1 0,-1 1 0,1-1 1,0 1-1,1 0 0,1 0 0,0 0 1,0 9-97,1-16 15,0-1 1,0 0-1,0 0 1,0 0-1,1 0 1,-1 0-1,1 0 1,0 0-1,0 0 1,0 0-1,0-1 1,1 1-1,-1 0 1,1-1 0,-1 1-1,1-1 1,0 1-1,0-1 1,0 0-1,1 1 1,-1-1-1,0-1 1,1 1-1,-1 0 1,1 0-1,0-1 1,-1 0-1,1 1 1,0-1-1,0 0 1,0 0 0,0-1-1,0 1 1,2 0-16,11 1 56,0 0 0,0-1 0,0-1 0,0-1 0,0 0 0,3-1-56,-11 1 68,0-1 0,0 0 0,0 0-1,0 0 1,0-1 0,-1-1 0,1 1 0,-1-1 0,0 0 0,0-1 0,-1 1 0,1-1 0,-1-1 0,0 1 0,0-1 0,-1 0 0,1-1 0,-2 1 0,1-1 0,-1 0 0,1 0-1,-2 0 1,1-1 0,0-2-68,4-12 217,-1 1 1,-1-1-1,-1-1 0,-1 1 0,-1-1 0,-1 1 0,0-1 0,-2-2-217,0 550 1731,0-411-4781,0 0-3574,0-114-1419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5:40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0 4913,'0'0'13947,"0"0"-12187,0 0 361,0 0-1129,-169 158-688,80-69-304,16-14-2176,4-13-9003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5:43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 10938,'0'0'2474,"0"0"-811,0 0 270,0 0-674,-11 25-601,-36 88-216,44-105-400,1 0 0,0 0 0,0 1 1,0-1-1,1 1 0,0-1 0,1 1 0,0 0 1,0-1-1,2 9-42,-1-13 46,0 0 0,0 0 0,1 0 0,-1 0 0,1 0 1,0-1-1,0 1 0,0 0 0,0-1 0,1 0 0,0 0 0,-1 1 0,1-1 0,0-1 1,1 1-1,0 0-46,6 3 166,0-1-1,0-1 1,1 1 0,0-2 0,0 1 0,0-2 0,0 1-1,0-2 1,0 1 0,1-2 0,-1 1 0,9-2-166,-16 1 66,0 0 1,0 0-1,0-1 0,0 0 1,0 1-1,0-1 1,0-1-1,-1 1 1,1 0-1,0-1 0,-1 0 1,1 0-1,-1 0 1,0 0-1,1-1 0,-1 1 1,0-1-1,0 0 1,-1 0-1,1 0 1,-1 0-1,1 0 0,-1-1 1,0 1-1,0-1 1,0 1-1,-1-1 1,1 0-1,0-2-66,1-5 171,-1-1 1,0 1-1,0-1 1,-1 1-1,0-1 1,-1 1-1,-1-1 1,1 1-1,-2-1 1,0 0-172,1 8 26,0 1 0,0-1 1,0 1-1,-1-1 1,1 1-1,-1 0 0,0 0 1,0 0-1,0 0 1,0 0-1,0 0 0,-1 0 1,0 0-1,1 1 1,-1 0-1,0-1 0,0 1 1,0 0-1,0 0 1,-1 1-1,1-1 0,-1 0-26,-2 0-69,0 0-1,0 0 1,0 1-1,0-1 1,0 1-1,0 1 1,0-1-1,0 1 1,-1 0-1,1 0 1,0 1-1,-3 0 70,9 0-148,-1-1 0,0 0-1,0 1 1,0 0 0,1-1 0,-1 1-1,0-1 1,1 1 0,-1 0 0,0-1-1,1 1 1,-1 0 0,1 0 0,-1 0-1,1-1 1,0 1 0,-1 0 0,1 0-1,0 0 1,-1 0 0,1 0 0,0 0-1,0 0 1,0 0 0,0-1 0,0 1-1,0 0 1,0 0 0,0 0 0,0 1 148,0 1-1117,0 19-5812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5:44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42 10666,'0'0'2685,"0"0"-418,0 0-264,0 0-919,0 0-549,0 0-220,-1 0-186,1 0 1,0-1-1,0 1 1,0 0-1,-1 0 1,1-1-1,0 1 1,0 0-1,-1 0 1,1 0-1,0-1 1,-1 1-1,1 0 1,0 0-1,0 0 1,-1 0-1,1 0 1,0 0-1,-1 0 1,1 0-1,0 0 1,-1 0-1,1 0 1,0 0-1,-1 0 0,1 0 1,0 0-1,-1 0 1,1 0-1,0 0 1,-1 0-1,1 0-129,-11 5 158,10-14-1060,12-16-2951,0 19-489,-1 3-1983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5:44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12523,'0'0'3764,"0"0"-1131,0 0-570,0 0-873,0 0-675,0 0-183,27-1-44,88 0 1,-110 0-272,-1 1 0,0 1-1,0-1 1,1 1 0,-1-1 0,0 1 0,0 1-1,0-1 1,0 0 0,0 1 0,0 0 0,0 0-1,-1 0 1,1 0 0,-1 1 0,1-1 0,-1 1-1,0 0 1,0 0 0,0 0 0,0 1 0,-1-1-1,1 0 1,-1 1 0,0 0 0,0 0 0,0-1-1,-1 1 1,1 0 0,-1 1 0,0-1 0,0 0-1,0 1-16,0 1 18,-1 0-1,0 0 0,0 0 0,0-1 0,-1 1 0,0 0 0,0 0 0,0 0 0,-1 0 0,0-1 0,0 1 0,0-1 0,-1 1 1,0-1-1,0 0 0,0 0 0,-1 0 0,0 0 0,-3 3-17,-62 42 47,53-40-32,1 1 0,-1 1 0,2 0-1,0 0 1,-1 3-15,13-13 15,1-1-1,-1 0 1,1 1-1,0-1 1,0 1-1,0-1 1,0 1-1,0-1 0,0 1 1,0 0-1,1 0 1,-1-1-1,1 1 1,-1 0-1,1 0 1,-1 0-1,1-1 1,0 1-1,0 0 1,0 0-1,0 0 1,0 1-15,1-2 28,0 0 0,0 1 1,0-1-1,0 0 0,0 1 1,0-1-1,0 0 0,0 0 1,0 0-1,1 0 0,-1 0 1,0 0-1,1 0 0,-1 0 1,1-1-1,-1 1 0,1-1 1,-1 1-1,1-1 0,0 1-28,10 2 112,1-1-1,0 0 0,0-1 1,1 0-1,4-2-111,37 3-109,37-1-1465,-34-10-6557,-32 1-748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5:44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 4889,'0'0'7754,"0"0"-4882,0 0-295,0 0-817,192 131-407,-166-39-193,-19 18-232,-7 3-184,-7 3-112,-26-12-344,-7-9-192,-3-14-48,-3-10-48,-40 18-240,10-17-1184,3-13-4569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5:36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4417,'0'0'12283,"0"0"-9739,0 0 121,0 0-873,0 0-808,0 0-216,156 23-95,-97-20-313,1 0-176,-1-3-128,1 0-56,-4 0-584,-3 0-929,-17 0-2544,-16 0-4825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5:36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15035,'0'0'4033,"0"0"-2329,0 0-655,0 0-777,0 0-272,212 21-344,-106-12-1457,-20-3-2896,-10-3-6081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5:37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7 8450,'0'0'4834,"0"0"-1702,0 0-464,0 0-953,0 0-616,0 0-390,-34 2-135,-9 0-311,1 3-1,-17 4-262,54-8 39,-1 1 0,0 0 0,1 0-1,-1 0 1,1 1 0,0-1 0,0 1-1,0 1 1,0-1 0,1 1-1,-1 0 1,1 0 0,0 0 0,0 0-1,0 1 1,1 0 0,0 0 0,0 0-1,0 0 1,0 0 0,-1 5-39,-3 4 97,0-3-45,1 1 1,1 1-1,0-1 0,1 0 0,1 1 0,0 0 0,0 0 0,1 0 0,1 1-52,0-10 2,1 1 0,0 0-1,0-1 1,0 1 0,1 0-1,-1-1 1,1 1-1,0 0 1,1-1 0,-1 1-1,1-1 1,0 0-1,0 1 1,0-1 0,1 0-1,-1 0 1,1 0-1,0-1 1,0 1 0,0-1-1,1 0 1,-1 1-1,1-1 1,0-1 0,3 3-2,7 1-77,1 0 0,0 0 0,0-2 1,1 0-1,-1-1 0,1 0 1,0-1-1,0-1 0,0-1 0,-1 0 1,1-1-1,0 0 0,11-4 77,-22 4-36,1 0-1,-1-1 0,0 0 1,0 0-1,0 0 1,0-1-1,0 0 0,-1 0 1,1 0-1,-1 0 1,0-1-1,1 1 1,-2-1-1,1 0 0,0-2 37,2-2-20,0 0 0,-1-1-1,0 0 1,0 0 0,-1-1 0,-1 1-1,1-1 1,-1-1 20,4-24 212,-1 1 0,-1-2 0,-2 1 1,-2-12-213,0 36 121,2-45 547,2 61-411,3 16-323,15 89 78,-4 1 1,-6 2-1,-4-1 1,-5 1-1,-8 59-12,3-154 6,-2-1 0,0 1 0,-1 0-1,-1-1 1,-1 0 0,0 0 0,-1-1-1,-1 1 1,0-1 0,-6 7-6,9-15 42,-1 0 1,0 0-1,0 0 0,0-1 1,-1 0-1,0 0 1,0 0-1,-1-1 0,0 0 1,0-1-1,-1 0 0,1 0 1,-1-1-1,0 0 1,0 0-1,0-1 0,-1 0 1,1-1-1,-9 1-42,15-3 30,0 1-1,0-1 1,-1 0 0,1-1-1,0 1 1,0-1-1,0 1 1,0-1-1,0 0 1,0 0 0,0 0-1,0-1 1,0 1-1,0-1 1,1 1-1,-1-1 1,1 0 0,-1 0-1,-1-2-29,0-1 19,0 0-1,0 0 0,1 0 1,0 0-1,0 0 0,0-1 1,1 0-1,-1 1 0,2-1 1,-2-2-19,-1-13-157,0 1 0,1-1 0,2 0-1,0 0 1,2-21 157,-1 31-371,1-1 1,1 1-1,0 0 0,1 0 0,0 0 0,0 0 0,1 0 0,1 1 0,0 0 1,0 0-1,1-1 371,33-46-6362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5:38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13499,'0'0'2919,"0"0"-486,32 1-508,11 0-1426,-2 0-40,-1 2-1,1 2 0,16 4-458,-21-3 115,1-1-1,1-3 0,-1-1 1,0-1-1,2-2-114,-36 2 2,-1-1 0,1 1 0,-1 0 0,1-1 0,-1 1 0,0-1 0,1 0 0,-1 0 0,0 0-1,0 0 1,1 0 0,-1 0 0,0 0 0,0-1 0,0 1 0,0-1 0,-1 0 0,1 0 0,0 1 0,-1-1 0,2-2-2,-1 0 29,-1 0 1,1-1 0,-1 1-1,0-1 1,0 1 0,0-1 0,0 1-1,-1-1 1,0 0 0,0-3-30,0 6 21,0 1 0,-1 0 0,1-1 0,0 1 0,0 0 0,-1-1 0,1 1-1,-1 0 1,1 0 0,-1-1 0,0 1 0,1 0 0,-1 0 0,0 0 0,0 0 0,0 0 0,0 0 0,0 0 0,0 0 0,0 0 0,0 0 0,0 1 0,0-1 0,-1 0-21,-2-1 27,-1 0-1,0 0 1,1 1 0,-1-1-1,0 1 1,1 0 0,-1 1 0,0-1-27,-7 0 9,-1 1 1,1 0 0,0 0-1,-1 2 1,1-1 0,0 2-10,2 0 12,0 1 1,0 1-1,0 0 1,1 0 0,0 1-1,0 1 1,0-1-1,1 1 1,0 0 0,0 1-1,1 0 1,0 0 0,-5 9-13,1-2 48,1 0 1,0 0-1,2 1 1,0 0-1,0 1 1,2 0-1,0 0 1,1 1-49,3-10 13,0 1 0,1 0 0,0-1 0,0 1 1,1 0-1,0 0 0,1 0 0,0-1 0,0 1 0,1 0 1,0-1-1,0 1 0,1-1 0,0 0 0,1 1 0,2 2-13,-2-4-53,0-1 0,1 0-1,-1-1 1,2 1-1,-1-1 1,0 0-1,1 0 1,0-1-1,0 0 1,0 0-1,1 0 1,0-1-1,-1 0 1,1 0-1,0 0 1,0-1-1,0 0 1,1-1-1,-1 1 1,2-1 53,70 3-2175,-21-8-3060,2-8-6998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5:38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0 14667,'0'0'2323,"0"0"261,0 0-676,-15 26-696,-44 90-441,55-109-745,1 0 0,1 1 0,-1-1 0,1 1 0,0 0 1,1-1-1,0 1 0,0 0 0,1 0 0,0 0 0,0 0 0,1 0 0,0 0 0,0-1 0,1 1 0,0 0 1,0-1-1,1 1 0,0-1 0,0 0 0,1 0 0,0 0 0,0 0 0,1-1 0,-1 0 0,2 0 0,-1 0 1,0 0-1,1-1 0,0 0 0,1 1-26,3 0-12,0 1 0,-1-1 0,2-1 0,-1 0 0,1-1 0,0 0 1,-1 0-1,2-1 0,-1-1 0,0 0 0,1 0 0,-1-1 0,1 0 0,-1-1 0,1-1 0,-1 0 1,0 0-1,1-1 0,5-2 12,-11 2-2,0-1 0,-1 1-1,1-1 1,-1 0 0,0 0 0,0-1 0,0 1 0,0-1 0,-1 0 0,1-1 0,-1 1-1,0-1 1,0 0 0,-1 0 0,0 0 0,0 0 0,0-1 0,0 1 0,-1-1 0,0 1 0,0-1-1,0-1 3,2-8 168,-1-1 0,0 0-1,-1 0 1,0 0-1,-2-1 1,0 1 0,-2-13-168,2 25 68,-1 0 0,0-1 0,0 1 0,0 0 0,0 1 0,-1-1 0,1 0 0,-1 0 0,0 0 0,0 1 0,-1-1 0,1 1 0,-1 0 1,1 0-1,-1 0 0,0 0 0,-2-1-68,-5-4 87,0 1 0,-1 0 0,-1 1 0,-9-4-87,-15-9-228,35 19 100,1-1-1,-1 1 1,1-1-1,-1 1 1,0 0-1,1-1 1,-1 1-1,1-1 1,0 1-1,-1-1 1,1 1-1,-1-1 1,1 1-1,0-1 1,-1 0-1,1 1 1,0-1-1,-1 1 1,1-1-1,0 0 1,0 1-1,0-1 1,0 0-1,0 1 1,0-2 128,0-1-5324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5:38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13587,'0'0'2290,"0"0"342,0 0-725,10 25-896,1 7-822,1 1 6,2 0 0,7 12-195,-21-45-1,0-1 0,0 1 0,0 0 0,0-1 0,0 1 0,1 0 0,-1-1 0,0 1 0,0 0 0,0-1 0,0 1 0,1 0 0,-1-1 0,0 1 0,0 0 0,1 0 0,-1-1 0,0 1 0,1 0 0,-1 0 0,0 0 0,0-1 0,1 1 0,-1 0 0,0 0 0,1 0 0,-1 0 0,1 0 0,-1 0 0,0 0 0,1 0 0,-1 0 0,0 0 0,1 0 0,-1 0 0,0 0 0,1 0 0,-1 0 0,0 0-1,1 0 1,-1 0 0,0 0 0,1 0 0,-1 0 0,0 1 0,1-1 0,-1 0 0,0 0 0,1 0 0,-1 1 0,0-1 0,0 0 0,1 1 0,-1-1 0,0 0 0,0 0 0,1 1 0,-1-1 0,0 0 0,0 1 0,0-1 0,0 0 0,0 1 0,0-1 0,0 0 0,1 1 0,-1-1 0,0 0 0,0 1 0,0-1 1,9-33-137,-7 26 144,8-28 164,1 1 0,13-24-171,-19 45 109,2 1 0,0 0 0,0 0 0,1 1 0,0 0 0,1 0 1,0 1-1,9-7-109,-16 14 10,0 1 0,1 0 0,0 0 0,0 0 0,-1 0 0,1 0 0,0 0 0,1 1 0,-1 0 0,0-1 0,0 1 0,0 0 0,1 1 0,-1-1 0,1 1 0,-1-1 0,0 1 0,1 0 0,-1 0 0,1 0 0,-1 1 0,1-1 0,-1 1 0,0 0 0,1 0 0,1 1-10,-1 0 5,1 1 0,-1 0 1,0 0-1,0 1 1,0-1-1,-1 1 1,1 0-1,-1 0 0,0 0 1,0 0-1,0 0 1,0 1-1,-1-1 0,0 1 1,0 0-1,1 4-5,5 17 88,-2-1 0,-1 1 0,-1 0 0,-1 0-1,-1 1 1,-2 9-88,24-100-111,-12 27 103,2 0 0,18-35 8,-25 58 11,1 1 0,0-1 0,1 2 0,0-1 0,1 1 0,0 1 0,1 0 0,0 0 0,2 0-11,-11 9 3,1 0 1,-1 0-1,1 0 0,0 0 0,-1 0 0,1 1 1,0-1-1,0 1 0,0 0 0,0 0 1,0 0-1,0 0 0,0 1 0,0-1 0,0 1 1,1 0-1,-1 0 0,0 0 0,0 0 0,0 0 1,1 1-1,-1-1 0,0 1 0,0 0 1,0 0-1,0 0 0,0 1 0,0-1 0,-1 1 1,1-1-1,0 1 0,-1 0 0,1 0 1,-1 0-1,1 0 0,-1 1 0,0-1 0,0 0 1,0 1-1,0 0 0,-1-1 0,1 1 1,-1 0-1,0 0 0,1 0 0,-1 1-3,6 18 0,0 1-1,-2 1 1,0-1-1,-2 1 1,0-1-1,-2 7 1,7 51-248,0-51-1102,3-13-3380,5-6-5462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5:39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1040,'0'0'16348,"0"0"-13916,0 0-471,0 0-1209,0 0 96,-119 217 64,86-98-304,13 9-280,10 0-224,10-12-104,0-12-160,20-17-552,30-28-936,-11-20-2257,1-27-3184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5:58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402 600 1536,'0'0'3397,"0"0"2243,0 0-2489,0 0-897,0 0-464,0 0-597,0-10-428,0-29-196,-1 37-533,1 0 0,0 0-1,-1 0 1,0 1 0,1-1 0,-1 0 0,0 1-1,0-1 1,0 0 0,0 1 0,0-1 0,0 1-1,0 0 1,0-1 0,-1 1 0,1 0 0,0 0-1,-1-1 1,1 1 0,-1 0 0,0 1 0,1-1-1,-1 0 1,0 0 0,1 1 0,-1-1 0,0 1 0,0-1-1,-1 1-35,-57-6 253,51 6-190,-15-2 29,0 2 1,1 1-1,-1 0 0,1 2 1,-15 3-93,31-4 34,0 0 0,0 1 1,1 0-1,-1 0 0,1 0 0,-1 0 1,1 1-1,0 0 0,1 1 0,-1-1 0,1 1 1,0 0-1,0 1 0,0-1 0,1 1 1,0 0-1,0 0 0,0 0 0,1 0 1,-3 6-35,2 0 12,-1 0 0,2 1 0,-1-1 1,2 1-1,0 0 0,0 0 1,1 0-1,1-1 0,0 1 1,1 0-1,0 0 0,3 10-12,-3-14 5,2 0-1,-1 0 1,1 0 0,0 0-1,1-1 1,0 1-1,1-1 1,0 0-1,0 0 1,0 0 0,1-1-1,0 0 1,1 0-1,-1-1 1,1 1-1,1-1 1,4 2-5,0-1-41,1 0 1,0-1-1,0-1 0,1 0 1,0-1-1,-1-1 0,1 0 1,1 0-1,-1-2 0,0 0 1,10 0 39,-16-1-21,1 0-1,-1-1 0,0 1 0,0-2 0,0 1 0,0-1 0,-1 0 0,1-1 0,0 0 0,-1 0 0,0 0 0,0-1 0,0 0 0,0-1 0,0 0 0,-1 0 0,0 0 0,0-1 0,0 1 0,3-7 23,2-5-8,-2 0-1,0-1 0,-1 0 1,-1 0-1,-1-1 1,-1 0-1,0 0 1,-1 0-1,-1-1 0,-1-5 9,3-45-52,-4-1 0,-4-16 52,1 22-6,-1 23 202,-2 0-1,-2 0 1,-2 1-1,-7-20-195,2 9 1330,2 0 0,0-21-1330,16 164 193,-5 0 0,-6 32-193,1-19-273,2 108-3638,4-133-2088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6:10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53 7178,'0'0'1860,"0"0"1975,0 0-1273,0 0-480,0 0-247,0-4-484,0 1-1256,0 1-1,-1 0 1,1 0-1,-1 0 1,0 0 0,0 0-1,1 0 1,-1 0-1,0 0 1,-1 0-1,1 0 1,0 0 0,0 1-1,-1-1 1,1 0-1,-1 1 1,0-1-1,1 1 1,-1 0 0,0-1-1,0 1 1,0 0-1,0 0 1,0 0-1,0 1 1,0-1 0,0 0-1,0 1 1,0-1-1,0 1 1,-1 0-1,1 0 1,0 0 0,0 0-1,0 0 1,-1 0-95,0 0 10,-10-2 28,-1 2-1,0-1 1,1 2 0,-1 0-1,0 1 1,-5 1-38,14-2 4,1 1-1,0-1 0,0 1 1,0 0-1,0 1 1,0-1-1,1 1 0,-1-1 1,1 1-1,-1 0 1,1 0-1,0 0 1,0 1-1,1-1 0,-1 1 1,1 0-1,-1 0 1,1 0-1,0 0 0,1 0 1,-2 3-4,0 1 0,0 0 0,1 0-1,0 1 1,0-1 0,1 1 0,0-1 0,0 1 0,1-1 0,0 1-1,1 0 1,0-1 0,0 1 0,1-1 0,0 0 0,0 1 0,1-1-1,0 0 1,0 0 0,1-1 0,0 1 0,1-1 0,-1 1 0,2-2-1,-1 1 1,1 0 0,0-1 0,0 0 0,1 0 0,4 2-126,-1 0 1,1-1-1,1-1 0,-1 0 1,1 0-1,0-1 0,1-1 1,-1 0-1,1-1 0,-1 0 1,3-1 125,-4 0-526,-1-2-1,0 1 1,1-1 0,-1-1-1,0 0 1,7-2 526,-10 2-884,1-1 1,0-1-1,-1 1 0,1-1 1,-1-1-1,0 1 0,0-1 1,5-4 883,18-15-7330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6:10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1 11666,'0'0'2881,"0"0"-256,0 0-1169,0 0-648,0 0 120,119 241-71,-113-119-193,-6 12 32,-3 3-264,-24-6-232,-9-12-128,-4-18-32,-6-15-40,-27 6-288,10-20-2241,7-19-4632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11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17988,'0'0'1955,"0"0"-841,0 0-482,4 43-375,60 525-38,0 98 593,-64-655-2676,-1-17-1963,-3-7 633,-10-18-4777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12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0 134 10322,'0'0'1699,"0"0"23,0 0 260,0 0-565,34-23-479,107-70-326,-139 91-592,1 0-1,0 0 1,0 0-1,0 1 1,0-1 0,1 1-1,-1 0 1,0 0-1,1 0 1,-1 0-1,1 0 1,-1 1 0,0 0-1,1-1 1,-1 1-1,1 1 1,-1-1 0,3 1-20,-3 0 11,-1 0 0,-1 0 1,1 1-1,0-1 0,0 1 0,0-1 1,-1 1-1,1 0 0,-1-1 1,1 1-1,-1 0 0,0 0 1,0 0-1,0 0 0,1 3-11,4 5 47,4 7 51,-1 0 0,-1 1-1,0 0 1,-2 0-1,0 1 1,-1 0 0,-1 0-1,2 14-97,-2 1 376,-2 1-1,-1-1 1,-2 0 0,-3 20-376,1-38 147,0 1 0,-1-1 0,-1 0 0,0 0 0,-1 0 0,-1-1 0,-1 0 0,0 0 0,-7 10-147,1-5 63,-1-1 0,0 0 0,-1-1 0,-1-1 0,-1 0 0,-7 4-63,18-15 12,-1-1 1,0-1-1,0 1 0,0-1 0,-6 2-12,13-5-36,0 0 0,-1-1 0,1 1 0,-1-1 0,1 1 0,0-1 0,-1 1 0,1-1 0,-1 0 0,1 1 0,-1-1 0,1 0 0,-1 0 0,1 0 0,-1-1 0,1 1 0,-1 0 0,1 0 0,-1-1 0,1 1 0,-1-1-1,1 1 1,0-1 0,-1 0 0,1 1 0,0-1 0,-1 0 0,1 0 0,0 0 0,0 0 0,0 0 0,0 0 0,0 0 0,0-1 0,0 1 0,0 0 0,0-1 36,-2-13-1348,0-1 0,1 1 0,0-1 0,1-12 1348,1-15-4611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12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 11987,'0'0'2872,"0"0"-1664,0 0 937,-83 172-1009,60-71-472,3 6 184,7 7-287,6-10-169,7-9-240,0-15-64,30-11-40,6-10-40,4-11 0,3-9-8,3-10-400,24-8-865,-11-9-1551,-2-9-2145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28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1640,'0'0'9148,"0"0"-5572,0 0-1536,0 0-591,0 0-579,0 0-334,28 0-219,89 3-183,-113-3-131,0 0 0,-1 0 0,1 1 0,0 0 0,-1-1 1,1 1-1,0 0 0,-1 1 0,1-1 0,-1 1 1,0 0-1,0-1 0,1 1 0,-1 1 0,0-1 0,-1 0 1,1 1-1,0 0 0,-1-1 0,1 1 0,-1 0 0,0 0 1,0 0-1,0 1 0,0-1 0,-1 0 0,2 4-3,0 4 2,-1 0-1,0 0 1,-1 0-1,0 0 0,-1 0 1,0 0-1,-1 6-1,0 5 17,0-5 3,-1-1 0,-1 1 1,0-1-1,-1 1 0,-1-1 0,-1 0 1,0-1-1,-1 1 0,0-1 1,-1 0-1,-1-1 0,-6 8-20,-8 8 176,-1 0-1,-1-2 1,-1-1 0,-1-1-1,-6 2-175,8-10 207,24-18-195,1 0 0,-1 0-1,1-1 1,-1 1 0,1 0 0,-1 0-1,1-1 1,-1 1 0,1 0 0,-1-1-1,1 1 1,-1 0 0,1-1 0,0 1-1,-1-1 1,1 1 0,0 0-1,-1-1 1,1 1 0,0-1 0,0 1-1,-1-1 1,1 1 0,0-1 0,0 1-1,0-1 1,0 1 0,0-1 0,0 0-1,0 1 1,0-1 0,0 1 0,0-1-1,0 1 1,0-1 0,0 1 0,0-1-1,0 1 1,0-1 0,1 1 0,-1-1-1,0 0-11,0-1 61,1 0 0,-1 0-1,1 0 1,0 0 0,0 0-1,-1 0 1,1 0 0,0 0-1,0 0 1,1 0 0,-1 1-1,0-1 1,1 0 0,-1 1-1,1-1 1,-1 1 0,1 0-1,0-1 1,0 1 0,-1 0-1,1 0 1,0 0 0,0 0-1,0 0 1,0 1 0,0-1-1,0 1 1,1-1 0,-1 1-1,0 0 1,0 0 0,0 0-1,2 0-60,6-1 65,0 0 0,0 1 0,0 1 0,0 0 0,-1 0 0,1 0 0,4 3-65,-7-2 7,-1 2 0,1-1 0,-1 1 0,1 0 0,-1 0 0,0 0 0,0 1 0,-1 0 0,0 0 0,0 1 0,0-1 1,0 1-1,-1 0 0,0 1 0,1 2-7,1-1 3,0 1 0,0-1 0,1 0 0,-1-1 1,2 1-1,-1-1 0,7 4-3,-10-9-90,-1-1 0,0 1 0,1-1 0,0 1 0,-1-1 0,1 0 0,0 0 0,0-1 0,-1 1 0,1-1 0,0 0 1,0 0-1,0 0 0,0-1 0,-1 1 0,1-1 0,0 0 0,0 0 90,3-1-989,1-1-1,-1 1 1,1-2 0,-1 1 0,0-1 0,0 0-1,0-1 1,-1 1 989,27-23-10278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28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11947,'0'0'1941,"0"0"-576,0 0 252,-8 30-371,-2 4-928,1-5-28,2 1 1,1 0 0,0 0 0,3 1 0,0 9-291,2-20 213,-1 10-7,1 0 1,1 0 0,2 1-1,1-1 1,6 26-207,-7-50 6,-1 0 0,1 0 1,0 0-1,0 0 0,1 0 1,0 0-1,0-1 0,0 1 1,1-1-1,0 0 0,0 0 1,0 0-1,0-1 0,1 1 1,0-1-1,0 0 0,0 0 0,0-1 1,1 0-1,-1 0 0,1 0 1,0 0-1,0-1 0,0 0 1,0 0-1,0-1 0,1 0 1,-1 0-1,0 0 0,4-1-6,-2 1 3,0-1 0,1 0 0,-1 0 0,0-1 0,0 0-1,1-1 1,-1 1 0,0-2 0,0 1 0,-1-1 0,1 0 0,0-1 0,-1 0-1,0 0 1,0 0 0,0-1 0,-1 0 0,1-1 0,-1 1 0,0-1 0,-1 0-1,0-1 1,1 0 0,-2 1 0,1-1 0,-1-1 0,0 1 0,-1-1 0,0 1-1,0-1 1,-1 0 0,1-3-3,3-14 260,-2-1 0,-1 1-1,-1-1 1,0 1 0,-3-1-1,0 1 1,-4-22-260,4 39 67,-1-1-1,-1 0 1,1 1 0,-1 0 0,-1 0-1,0 0 1,0 0 0,0 0-1,-1 1 1,0-1 0,-2-1-67,3 5-5,1 0 1,-1 0 0,1 0-1,-1 1 1,0-1-1,-1 1 1,1 0-1,-1 0 1,1 1-1,-1-1 1,0 1 0,0 0-1,0 1 1,0-1-1,0 1 1,0 0-1,0 0 1,0 0-1,-1 1 5,4 0-682,26-4-4708,-16 1 3326,30-5-7473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28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13179,'0'0'2042,"5"29"-278,3 12-1226,46 290 2838,-44-140-626,-11 125-2750,0-295 3,1-5-14,-1 0 0,0-1 1,-1 1-1,-1-1 0,0 1 1,-2-1-1,1 0 0,-2 0 1,0 0-1,-1-1 0,0 0 1,-1-1-1,-1 1 0,-1 1 11,-3-3-102,5-8-1434,3-5-4845,4-7-1212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29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7194,'0'0'7817,"0"0"-6689,0 0 425,0 0-529,0 0-688,0 0-336,209 3-16,-166 0-800,-17-3-832,-13 0-2745,-9 0-3409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29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10218,'0'0'3905,"0"0"-1865,0 0 713,0 0-1393,0 0-800,0 0-560,195 62-2328,-115-77-7818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29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0 258 4401,'0'0'6763,"0"0"-4193,0 0-811,0 0-11,20-27-560,118-167 1270,-132 185-2215,12-16 1066,-11 23-445,-4 16 14,-14 396-744,7-302-121,3 127-70,0-234-5,1 0 1,0 0 0,0 0 0,0 0-1,0 0 1,0 0 0,0 0 0,1 0-1,-1 0 1,0 0 0,0 0 0,1 0-1,-1-1 1,1 1 0,-1 0 0,1 0-1,-1 0 1,1 0 0,-1 0 0,1-1-1,0 2 62,19 0-5414,-10-2 2286,16 0-9114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30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8794,'0'0'6665,"0"0"-4176,0 0-673,0 0-1080,179-3-464,-93 3-184,0 0-88,23 0-528,-26 0-1720,-17 0-2889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30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11779,'0'0'2509,"0"0"-586,0 0 170,7 38-610,-2-18-1303,12 65 710,-3 0 0,-2 35-890,-3 422 2464,-11-358-2375,6-156 18,-1-16-567,0-14-1637,3-91-7761,-5 30 683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31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0 313 4609,'0'0'5158,"15"-30"-2614,-4 7-2045,-4 7-208,0 0 0,1 0-1,1 0 1,0 1 0,2 0 0,-1 1 0,2 0 0,-1 1 0,2 1 0,0-1 0,1 2 0,0 0-291,1 1 289,1 0 0,0 1 0,1 1 0,0 0 0,0 2 0,1 0 0,-1 0 0,1 2 0,0 0 0,1 1 0,-1 1 0,1 1 0,-1 1 0,1 0-1,-1 1 1,5 2-289,-18-2 20,0 1-1,0-1 1,0 1-1,0 0 1,-1 0-1,1 1 1,-1-1-1,0 1 1,0 0-1,0 0 1,0 1-1,0-1 1,0 1-1,-1 0 1,3 3-20,-1 1 6,0 0 1,-1-1-1,0 1 1,-1 1 0,1-1-1,-2 1 1,1-1-1,-1 1 1,0 1-7,0 6 86,0 0 0,-1 1 0,0-1 0,-1 1 0,-1-1 0,-1 1 0,-1-1-1,0 0 1,-1 0 0,0 1-86,-3-1 158,0-1 1,-1 0-1,0 0 0,-1-1 0,-1 0 0,0-1 0,-1 0 0,0 0 0,-1-1 0,-1-1 0,0 0 0,0-1 0,-13 7-158,10-6 55,0-1-1,-2-1 0,1-1 0,-1 0 0,0-2 1,0 0-1,-1-1 0,0 0 0,0-2 0,0 0 1,-19 0-55,35-3-43,0-1 1,0 1 0,0-1-1,1 0 1,-1 0-1,0 0 1,0 0 0,1 0-1,-1 0 1,1-1 0,-1 1-1,1-1 1,-1 0 0,1 0-1,0 0 1,0 0-1,0 0 1,0 0 0,0 0-1,1-1 1,-1 1 0,1-1-1,-1 1 1,1-1 0,0 0-1,0 0 1,0 1-1,0-1 1,1 0 0,-1 0-1,1 0 1,-1 0 0,1 0-1,0 0 1,0 0 0,1 1-1,-1-1 1,1 0-1,-1 0 1,1 0 0,0 0-1,0 1 1,0-1 0,0 0-1,1 1 1,-1-1 0,1 0 42,2-3-382,1 0 1,-1 0-1,1 1 1,0 0 0,1 0-1,-1 0 1,1 0-1,0 1 1,1-1 381,40-21-5241,21-3-6657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31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 7242,'0'0'8201,"0"0"-6312,0 0-289,0 0-552,-106 161-216,60-60-175,2 15 159,15-3 152,15-9-488,14-12-288,0-11-120,40-19-24,13-14-48,3-16-176,24-29-1632,-17-3-3505,-10 0-6090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31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1584,'0'0'9432,"0"0"-5323,0 0-1285,28-7-899,8-1-1433,1 0 1,15 1-493,-45 7 47,-1 0 1,1 0-1,-1 1 0,1 0 1,-1 0-1,0 0 0,1 1 1,-1 0-1,0 0 0,0 1 1,0 0-1,0 0 0,-1 0 1,1 0-1,-1 1 0,0 0 0,0 0 1,0 1-1,-1-1 0,1 1 1,-1 0-1,0 0 0,2 5-47,-2-6 46,12 17 85,-1 1 0,-1 0-1,-1 0 1,-1 1 0,-1 1 0,-1 0 0,-1 1 0,-1 0 0,-1 4-131,12 57 217,-4 0 0,-3 10-217,13 81 87,-24-171-89,0-1 0,1 1 0,-1-1 0,1 1 0,0-1 0,1 1 1,-1-1-1,1 0 0,0 0 0,2 1 2,-4-4-95,0-1 0,0 0 0,0 0-1,0 0 1,1 0 0,-1 0 0,0 0 0,1-1 0,-1 1 0,1 0 0,-1-1-1,1 1 1,-1-1 0,1 1 0,-1-1 0,2 1 95,-1-1-351,0 0 0,1-1-1,-1 1 1,1 0 0,-1-1 0,0 1 0,1-1-1,-1 0 1,0 0 0,0 0 0,0 0 0,1 0 0,-1 0-1,0-1 352,24-23-7744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32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1 6785,'0'0'6851,"0"0"-3762,0 0-982,0 0-353,-22 33-382,-6 10-993,-7 10 369,-2-1 0,-36 39-748,-15 1 919,52-57-739,3 0 0,1 3 0,-19 27-180,50-63-52,0-1 0,0 1 1,0-1-1,0 1 0,0-1 0,0 1 0,0 0 1,1-1-1,-1 1 0,1 0 0,-1 0 0,1-1 1,-1 1-1,1 0 0,0 0 0,0 0 0,0 0 1,0-1-1,0 1 0,0 0 0,1 0 0,-1 0 0,1 0 52,0-1-287,0 0-1,0 1 1,0-1-1,1 0 0,-1 0 1,0 0-1,1-1 1,-1 1-1,1 0 0,-1 0 1,1-1-1,-1 1 1,1-1-1,0 1 0,-1-1 1,1 0-1,0 0 1,-1 0-1,1 0 0,0 0 1,-1 0-1,2 0 288,26 0-5898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32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0 2865,'0'0'10126,"0"0"-6229,0 0-1502,0 0-759,-33 17-781,-109 57-339,110-57-340,2 2 0,0 1-1,1 1 1,1 1 0,1 2 0,-6 7-176,32-30 3,-32 41 188,32-41-164,0 1 1,0-1 0,0 1-1,0-1 1,1 1-1,-1-1 1,0 1-1,1 0 1,0-1-1,-1 1 1,1 0-1,0-1 1,-1 1-1,1 0 1,0-1-1,0 1 1,1 0-1,-1 0 1,0-1-1,0 1 1,1 0 0,-1-1-1,1 1 1,0-1-1,-1 1 1,1 0-1,0-1 1,0 0-1,0 1-27,5 3 99,1 0 0,-1-1 0,1 0-1,0 0 1,0 0 0,1-1 0,-1 0 0,7 1-99,69 18 268,-74-20-241,39 7 30,0-2 0,1-1 0,22-3-57,21-1-2413,-80-2-1164,-5 3-3272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32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0 1800,'0'0'6922,"0"0"-3864,0 0-1022,0 0-417,0 0-400,0 0-331,-22 5-295,-155 41 699,151-39-1001,32-4 280,48-4 361,-31 1-1126,400 0-1221,-405 4 1416,6 2-187,-13-9-3432,-1-7-5438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33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14 440,'0'0'10490,"0"0"-6981,0 0-1775,0 0-638,0 0-672,0 0-240,31-3 68,97-7 255,-125 10-477,0 0 0,0-1 0,0 1 0,0 0 0,0 0 0,0 1 0,-1-1-1,1 1 1,0-1 0,0 1 0,0 0 0,-1 0 0,1 0 0,0 0 0,-1 1 0,1-1 0,-1 1 0,1 0 0,-1-1 0,0 1 0,0 0 0,0 0-1,0 0 1,0 1 0,0-1 0,0 0 0,-1 1 0,1-1 0,-1 1 0,0 0 0,0-1 0,0 1 0,0 1-30,0 3 11,0 1 0,0-1 1,-1 1-1,0-1 0,-1 1 1,0-1-1,0 1 0,-1-1 1,-1 4-12,-1 2 2,-1 0 1,0-1 0,-1 1 0,0-1 0,-1-1 0,-1 1-1,0-1 1,0-1 0,-4 4-3,-26 27 15,-29 23-15,31-30 6,-8 5 11,29-28-9,1 1 0,0 0-1,1 1 1,1 1 0,0 0 0,1 0-1,0 1 1,-1 5-8,10-18 49,1 0 0,0 1-1,0-1 1,0 0 0,1 0 0,-1 0 0,0 1 0,1-1-1,0 0 1,-1 1 0,1-1 0,0 1 0,0-1-1,0 0 1,1 1 0,-1-1 0,1 0 0,-1 1 0,1-1-1,0 0 1,-1 0 0,1 0 0,0 1 0,1-1 0,-1 0-1,0 0 1,1 0 0,-1-1 0,1 1 0,-1 0 0,1 0-1,0-1 1,0 1 0,0-1 0,0 0 0,0 0 0,0 1-1,0-1 1,2 0-49,9 5 236,1-2 0,1 0 0,-1 0-1,0-1 1,1-1 0,1-1-236,3 2 59,34 6-336,-8-1 894,0-2 0,15-1-617,12-10-1662,-65 4 874,1-1 0,-1 0 1,0 0-1,0-1 0,0 0 0,-1 0 0,7-5 788,21-17-10752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33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17 5417,'0'0'6055,"0"0"-3205,-17 35-554,-54 118-602,64-136-1548,0 0 0,1 0 0,1 1 0,1 0 1,0 0-1,2 0 0,0 0 0,1 0 0,0 0 0,2 5-146,-1 3 86,0-21-73,0 0 1,1 0-1,-1 0 1,1 0-1,0 0 0,0 0 1,0 0-1,1-1 1,0 1-1,0 0 0,0-1 1,0 0-1,1 1 1,0-1-1,0 0 0,0 0 1,0 0-1,1-1 1,2 3-14,0-1 10,0-1 0,1 0 0,0 0 0,0-1 1,0 0-1,0 0 0,0-1 0,1 0 1,-1 0-1,1 0 0,-1-1 0,7 0-10,1 1-25,0-1-1,1-1 1,-1 0 0,0-1-1,1-1 1,-1 0-1,0-1 1,0 0-1,0-2 1,9-3 25,-14 3 62,-1 0 1,1 0-1,-1-1 0,-1 0 1,1-1-1,-1 0 0,0 0 0,-1-1 1,1 0-1,-2 0 0,1-1 1,-1 0-1,0 0 0,-1 0 0,4-9-62,-2-1 419,0-1 0,-2 1 0,0-1 0,-1 0 0,-1 0 0,-1-1 0,0 1-1,-2-1 1,0 1 0,-2-1 0,-2-13-419,2 25 49,-1-1-1,0 1 1,-1 0 0,0 0-1,0 1 1,-1-1 0,0 1-1,0 0 1,-1 0 0,0 0-1,0 1 1,-1 0 0,0 1-1,-4-4-48,7 7-98,-1-1-1,1 1 1,-1 0-1,0 0 1,0 0-1,-1 1 0,1 0 1,0 0-1,-1 0 1,1 0-1,-4 1 99,5 0-209,1 1 0,-1 0 1,1 0-1,-1 0 0,1 1 0,-1-1 0,1 1 0,-1 0 0,1 0 0,0 0 1,0 0-1,-1 0 0,1 1 0,0 0 0,0-1 0,0 1 0,1 0 0,-1 1 1,-1 0 208,-14 17-5086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34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0 7762,'0'0'6321,"0"0"-5505,66 217 192,-49-95 1489,-14 15-609,-3 0-655,0-30-305,-23 0-472,-4-23-264,1-22-80,0-17-64,-4-13-48,-10-14-520,4-9-1545,6-9-3608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43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5633,'0'0'1208,"0"0"2729,0 0-1538,0 0-531,0 0-263,-6 0-391,-17 1 117,36 2 1123,50 2-165,-57-5-2715,104 12 784,-8 0-1934,-34-9-4258,-43-3 1193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44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10218,'0'0'1609,"0"0"1095,0 0-583,0 0-465,0 0-528,0 0-440,198 33-464,-151-33-80,-8 0-144,-2 0-248,-1 0-1000,-13 0-1224,-6 9-1913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56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5 3977,'0'0'5460,"0"0"-2505,0 0-640,0 0-324,0-4 1476,0 7-1040,-4 53-1971,-2 0 1,-3-1 0,-3 0 0,-15 46-457,5-18 280,-13 62-68,-68 247 799,80-308-816,15-50-141,-2 0 0,-1-1 0,-1-1-1,-12 23-53,19-132-9844,5 47 2374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57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9130,'0'0'2471,"0"0"-436,0 0-416,0 0-620,0 0-291,0 0 90,0 0 183,5 0-50,0 2-833,-1-1-1,1 1 0,-1 0 1,1 0-1,-1 0 1,0 1-1,0 0 1,0 0-1,0 0 0,-1 0 1,1 0-1,-1 1 1,0 0-1,0-1 1,0 1-1,0 0 0,-1 1 1,1-1-1,-1 0 1,1 5-98,10 19 127,-1 2 1,7 24-128,-18-51 7,18 66 125,1 19-132,-7-29 34,2-1 0,7 12-34,-22-70 5,0 0 0,0 0 0,0 1 0,0-1 0,0 0 0,0 0 0,0 0 0,0 0 0,0 1 0,0-1 0,1 0-1,-1 0 1,0 0 0,0 0 0,0 1 0,0-1 0,0 0 0,0 0 0,0 0 0,1 0 0,-1 0 0,0 0 0,0 1 0,0-1-1,0 0 1,1 0 0,-1 0 0,0 0 0,0 0 0,0 0 0,0 0 0,1 0 0,-1 0 0,0 0 0,0 0 0,0 0-1,0 0 1,1 0 0,-1 0 0,0 0 0,0 0 0,0 0 0,1 0 0,-1 0 0,0 0 0,0 0 0,0 0 0,1 0-5,7-11 87,7-26-96,-11 27 30,7-16-12,5-12-1,1 1 0,1 0 0,2 2 0,2 0-1,2 0-7,16-15 793,-40 49-640,0-1 191,0 1-7707,0 1-4502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58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11570,'0'0'2652,"0"0"-173,0 0-241,0 0-1043,0 0-739,0 0-260,0 6-84,10 537 2787,-10-423-2880,0-120-82,0 0 1,-1 1-1,1-1 1,0 0-1,0 1 1,-1-1-1,1 0 1,0 1 0,-1-1-1,1 0 1,0 0-1,-1 1 1,1-1-1,-1 0 1,1 0-1,0 0 1,-1 0-1,1 1 1,-1-1-1,1 0 1,-1 0-1,1 0 1,0 0 0,-1 0-1,1 0 1,-1 0-1,1 0 1,-1 0-1,1 0 1,-1 0-1,1-1 1,0 1-1,-1 0 1,1 0-1,-1 0 1,1-1-1,0 1 1,-1 0 0,1 0-1,0-1 1,-1 1-1,1 0 1,0 0-1,-1-1 63,-18-10-2691,-1-8-2033,3-2-3503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58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4001,'0'0'7193,"0"0"-4344,0 0-1301,0 0-615,0 0-509,20 32-50,59 107 170,-74-130-466,-1 0 0,1 1-1,-1 0 1,-1 0 0,0 0-1,0 1 1,-1-1 0,0 1-1,-1-1 1,0 1 0,-1-1-1,0 5-77,0 16 219,-1-11-43,2 17 169,-1-36-309,0 0-1,0-1 0,0 1 1,0 0-1,1 0 0,-1 0 1,0 0-1,0-1 0,1 1 1,-1 0-1,1 0 0,-1-1 1,1 1-1,-1 0 1,1-1-1,-1 1 0,1-1 1,-1 1-1,1 0 0,0-1 1,-1 0-1,1 1 0,0-1 1,0 1-1,-1-1 1,1 0-1,0 1 0,0-1 1,0 0-1,-1 0 0,1 0 1,0 1-1,0-1 0,0 0-35,12-1 173,0-1-1,0 0 0,0 0 0,0-1 0,-1-1 1,1 0-1,-1-1 0,0 0 0,0-1 1,-1-1-1,0 1 0,0-2 0,5-4-172,-7 5-155,0-1 0,0 0 0,-1 0 0,-1-1 0,0 0 0,0 0 0,2-5 155,-5 7-603,0 1 1,-1-1-1,0 0 1,0 0-1,-1-1 1,0 1-1,0 0 1,-1-1-1,0 1 0,0-1 1,-1-2 602,0 9-8385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21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10578,'0'0'2876,"0"0"-363,0 0-45,0 0-1001,0 0-715,0 0-279,10-8-194,-7 6-287,4-3 101,1 0 1,-1 0-1,1 1 0,0 0 0,7-2-93,-11 4 35,-1 1 0,1 0 0,0 0 1,-1 1-1,1-1 0,0 1 0,0 0 0,0 0 0,0 0 0,-1 0 0,1 1 1,0 0-1,0-1 0,-1 1 0,1 0 0,0 1 0,-1-1 0,0 1 0,3 1-35,8 7 28,0 0-1,-1 1 0,-1 0 0,1 2 0,-2-1 0,0 1 0,0 1 0,-1 0 0,-1 0 0,-1 1 0,0 0 0,1 3-27,6 17 125,-1 1 0,-2 0 1,-1 0-1,5 38-125,-5-6 373,-6-25-10,12 40-363,-14-72 12,0 0 1,1 0-1,1 0 0,-1-1 1,2 1-1,-1-1 0,1 0 1,1-1-1,4 5-12,15 5-124,-26-19 41,1 0 0,-1 0 1,1 0-1,-1 0 1,1 1-1,-1-1 1,1 0-1,-1 0 1,1 0-1,0 0 0,-1 0 1,1 0-1,-1 0 1,1 0-1,-1-1 1,1 1-1,-1 0 1,1 0-1,-1 0 1,1-1-1,-1 1 0,1 0 1,-1 0-1,0-1 1,1 1-1,-1 0 1,1-1-1,-1 1 1,0 0-1,1-1 0,-1 1 1,0-1-1,1 1 1,-1-1-1,0 1 1,0-1-1,1 1 1,-1-1-1,0 1 1,0-1-1,0 1 0,0-1 1,0 1-1,0-1 1,0 1-1,0-1 1,0 1-1,0-1 1,0 1-1,0-1 0,0 1 1,0-1 82,0-17-4888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7:22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467 1 5449,'0'0'5772,"0"0"-3690,0 0-304,0 0-33,0 0-434,-20 34-173,-64 112-71,67-118-729,-1-1 0,-1-1 0,-1 0 1,-2-2-1,0 0 0,-1-2 1,-7 4-339,11-9 108,1-1 35,0 0-1,-1-2 1,-5 2-143,18-12-52,-1 0 0,0 0 0,0-1 0,0 0 0,-1-1 0,1 1 0,0-2 0,-1 1 0,0-1 0,1 0 0,-7 0 52,13-1-668,1 0-371,12-12-4082,23-3 2651,-26 12 706,21-9-3591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08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6569,'0'0'4933,"0"0"-2516,0 0-269,0 0-402,0 0-579,0 0-248,-17 0 1652,30 3-2394,0 0 0,-1 0 0,1 1 0,-1 1 0,0 0 0,0 1 0,-1 0 0,1 0 0,4 5-177,18 9 109,12 4-80,-6-4-2,-1 1 1,-1 2-1,-1 2 1,26 22-28,-62-46 0,0 0 0,0 0 0,1 0 0,-1 0 0,0 0 0,0 0 0,0 1 0,-1-1 0,1 0 1,0 0-1,0 1 0,-1-1 0,1 1 0,-1-1 0,1 0 0,-1 1 0,1-1 0,-1 1 0,0-1 1,0 1-1,0-1 0,0 1 0,0-1 0,0 1 0,0-1 0,0 1 0,-1-1 0,1 1 1,-1-1-1,1 1 0,-1-1 0,1 0 0,-1 1 0,0-1 0,0 0 0,0 2 0,-5 3 10,1 0-1,-1 0 1,-1 0-1,1-1 1,-1 0 0,-3 2-10,-11 9 7,-4 7 20,-50 45 0,-3-3 0,-13 3-27,88-66-221,-1 0-1,1 0 1,-1-1 0,0 1-1,0-1 1,0 0 0,0 0 0,0 0-1,0-1 1,0 1 0,0-1 0,0 0-1,0 0 1,-2 0 221,-2-1-1476,-11 1-3199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20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50 5705,'0'0'2878,"0"0"620,0 0-965,0 0-302,-6 1-11,-16 2 394,38-1 241,53-2-379,-60 0-3079,4 0 621,55 0 102,34-6-120,-79 4 10,0-2 0,-1-1 0,1 0 0,-1-2 0,0 0-1,6-5-9,-24 10 16,12-3 226,-14 19-51,-3 6-253,-3 57 225,-4 1 0,-3-2 0,-14 48-163,4-20 415,-2 54-415,23-157-9,0 0-1,0 0 0,0 0 1,0 0-1,0 0 0,0 0 1,-1 0-1,1-1 0,0 1 1,0 0-1,-1 0 0,1 0 1,-1 0-1,1-1 0,-1 1 1,1 0-1,-1 0 0,1-1 1,-1 1-1,1 0 1,-1-1-1,0 1 0,0-1 1,1 1-1,-1-1 0,0 1 1,0-1-1,0 0 0,1 1 1,-1-1-1,0 0 0,0 1 1,0-1-1,0 0 0,0 0 1,0 0-1,0 0 0,1 0 1,-1 0-1,0 0 0,0 0 1,0 0-1,0-1 0,0 1 1,0 0-1,0 0 0,0-1 10,-13 0-663,7 1 12,-16 0-890,8 0-4433,11 0-3180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20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14915,'0'0'2718,"0"0"-103,0 0-666,0 0-865,0 0-308,30 4-25,7 0-534,23 4 182,0-3 1,2-3-400,-1 0 198,33 1-474,80-10 276,-143 2-2200,-12-2-3167,-5 1-3714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21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5433,'0'0'7370,"0"0"-4938,0 0 1505,0 0-2273,0 0-279,0 0-369,0 0-264,10 0-248,29 3-192,14-3-184,10 0-112,10 3-16,-4-3-136,27 6-496,-19 0-1424,-15-3-4098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26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 12547,'0'0'3038,"0"0"-171,0 0-1184,0 0-984,0 0-70,-1 30 443,-18 212 664,-26 440-98,45-674-1637,0 21-1069,0-11-1232,-5-40 102,-11-67-4075,6 45 580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27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10002,'0'0'2410,"0"0"0,0 0-428,0 0-753,0 0-189,30-18 41,95-57-116,-116 70-803,0 1-1,0-1 0,0 2 1,1-1-1,-1 1 1,1 1-1,0 0 0,-1 0 1,1 1-1,0 0 0,0 0 1,0 1-1,0 1 1,4 0-162,20 1 297,-28-2-268,0 0 1,1 1 0,-1-1-1,0 1 1,0 1 0,0-1-1,0 1 1,0 0-1,0 1 1,0-1 0,-1 1-1,1 0 1,-1 0 0,0 1-1,0 0 1,0 0-30,2 2 22,-1 1 0,-1-1-1,1 1 1,-1 0 0,0 1 0,-1-1 0,0 1-1,0 0 1,0 0 0,1 7-22,1 8 28,0 1 0,-2 1 1,0-1-1,-2 1 0,-1-1 0,0 1 0,-4 18-28,2-34 23,0 0 0,-1 0-1,-1 0 1,1 0 0,-1 0-1,-1-1 1,0 1 0,0-1 0,-1 0-1,0 0 1,0-1 0,0 1-1,-1-1 1,-1-1 0,1 1-1,-1-1 1,0 0 0,0 0 0,-1-1-1,-7 4-22,1 0 43,0-2-1,-1 0 1,0 0-1,0-1 1,-1-1-1,0-1 1,0 0-1,0-1 1,0-1-1,0-1 1,-6 0-43,16-1-2,1 0-1,0-1 1,0 0 0,0 0-1,0 0 1,0-1 0,0 0-1,0 0 1,0 0 0,1 0 0,-1-1-1,1 0 1,-1 1 0,1-2-1,0 1 1,0 0 0,1-1-1,-1 0 1,1 0 0,0 0 0,0 0-1,0-1 1,-1-1 2,2 2-409,0 0 1,0-1-1,1 1 1,-1-1-1,1 0 1,0 1-1,0-1 1,0 0-1,1 0 1,0-1 408,0-4-5218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33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49 1824,'0'0'3065,"0"0"-867,0 0 357,0 0-456,0 0-572,0 0-239,0 0-141,0 0-224,-27-10 2146,21 5-2919,1 2-18,0-1 0,0 1 0,0-1 1,0 1-1,-1 1 0,1-1 0,-1 1 1,1 0-1,-1 0 0,0 0 0,0 1 1,0 0-1,0 0 0,0 1 0,0 0 1,-1 0-133,3-1 2,-1 1 1,1 0-1,-1 0 1,1 1-1,-1-1 1,1 1 0,0 0-1,-1 0 1,1 0-1,0 1 1,0-1-1,0 1 1,0 0-1,0 0 1,0 0-1,1 1 1,-1 0 0,1-1-1,-1 1 1,1 0-1,0 1 1,0-1-1,0 1 1,1-1-1,-1 1 1,1 0-1,0 0 1,0 0 0,0 0-1,1 0 1,-1 0-1,1 0 1,0 1-3,-2 3 2,1 0 0,0 0 1,1 0-1,0 0 1,0 1-1,0-1 0,1 0 1,0 0-1,1 0 1,0 1-1,0-1 0,1 0 1,0 0-1,0 0 1,1 0-1,2 3-2,-3-7 0,0 1 0,1 0 1,0-1-1,0 0 0,0 0 0,0 0 0,1 0 1,0 0-1,0-1 0,0 1 0,0-1 1,0 0-1,1 0 0,-1-1 0,1 1 0,-1-1 1,1 0-1,0-1 0,0 1 0,0-1 1,0 0-1,1 0 0,-1 0 0,0-1 1,0 1-1,1-1 0,-3 0 19,0 0 1,1 0 0,-1 0-1,1 0 1,-1-1 0,1 1-1,-1-1 1,0 0 0,1 0 0,-1 0-1,0-1 1,0 1 0,0-1-1,0 1 1,0-1 0,0 0-1,1-1-19,-1-1 44,0-1-1,0 1 0,0-1 1,-1 0-1,1 1 0,-1-1 0,0 0 1,-1 0-1,1-1 0,-1 1 1,0-2-44,4-37 571,-5 36-339,1 0-1,-1 1 1,2-1-1,-1 0 1,1 1-1,0-1 1,2-4-232,5 52-183,-5 78 179,-5 0 0,-6 0 0,-5-1-1,-5 0 1,-12 34 4,21-118-31,-2 1 0,-5 11 31,12-36-5,-1-1-1,1 1 1,-2 0-1,1-1 1,-1 0-1,-1 0 1,0-1-1,0 1 0,0-1 1,-1-1-1,-1 2 6,1-4 1,0-1-1,-1 0 0,1-1 0,-1 1 1,0-1-1,0-1 0,0 1 1,0-2-1,0 1 0,0-1 0,0 0 1,0 0-1,0-1 0,1 0 1,-1-1-1,0 0 0,0 0 0,1-1 1,-1 1-1,1-2 0,-1 1 1,1-1-1,-1-1 0,6 3-84,-1-1 1,1 1-1,0-1 0,0 0 1,0 1-1,1-1 0,-1 0 1,0 0-1,1 0 0,0 0 1,0-1-1,0 1 0,0 0 0,1 0 1,-1-1-1,1 1 0,0 0 1,0-1-1,0 1 0,0 0 1,0-1-1,1 1 0,0-2 84,0 1-528,0 1-1,0-1 1,0 0-1,1 1 1,0-1-1,-1 1 1,1 0-1,0 0 0,1 0 1,-1 0-1,1 0 1,2-2 528,24-20-8911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33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10 183 7818,'0'0'2394,"0"0"126,0 0-410,0 0-821,0 0-342,0 0-86,27 0-132,11 1-495,85-3 511,-117 1-649,0 0 1,0 0 0,0-1-1,0 0 1,-1 0-1,1 0 1,0-1-1,-1 1 1,0-1-1,0-1 1,0 1-1,0-1 1,0 0 0,-1 0-1,0 0 1,0-1-1,0 1 1,0-1-1,-1 0 1,1 0-1,-1-1 1,-1 1-1,1-1 1,-1 1 0,0-1-1,0 0 1,-1 1-1,1-1 1,-1 0-1,0 0 1,-1 0-1,0 0 1,0-1-97,0 5 23,-1 0 1,1 0-1,-1 1 1,0-1-1,0 0 0,0 0 1,0 1-1,0-1 1,0 1-1,0-1 0,-1 1 1,1-1-1,0 1 1,-1 0-1,1 0 0,-1 0 1,0 0-1,1 0 1,-1 0-1,0 0 1,1 0-1,-1 0 0,0 1 1,0-1-1,0 1 1,0 0-1,0-1 0,1 1 1,-1 0-1,-1 0-23,-62-5 111,49 5-9,1 0-1,0 0 0,0 2 0,-1 0 0,1 1 0,0 0 0,-6 3-101,16-4 23,1 0 0,-1 1 1,0 0-1,1-1 0,0 2 0,-1-1 0,1 0 0,1 1 0,-1 0 0,0 0 0,1 0 0,0 0 0,0 0 1,0 1-1,0-1 0,1 1 0,0 0 0,0 0 0,0 0 0,0 0 0,1 0 0,0 0 0,0 3-23,-2 2 17,1 0 1,1 0-1,0-1 0,0 1 0,1 0 0,0 0 0,0 0 0,1 0 0,1 0 0,0 0 1,0 0-1,1-1 0,0 1 0,1-1 0,0 0 0,0 0 0,1 0 0,0-1 0,1 1 1,-1-1-1,2 0 0,-1-1 0,1 0 0,6 5-17,-2-2-25,0 0 0,0-1-1,1-1 1,1 0 0,0 0 0,0-2-1,0 1 1,0-2 0,1 0 0,6 2 25,-3-4-1625,0 0 1,0-1 0,1 0 0,-1-2-1,10 0 1625,17-2-10761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34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7 11618,'0'0'2348,"0"0"-337,0 0-258,0 0-792,-12 25-253,-2 2-455,4-9-36,0 0 0,2 1-1,1 0 1,0 1-1,1-1 1,1 1 0,-1 12-217,2-9 420,1 1 1,2 0-1,0 0 1,1 0 0,3 18-421,-2-39 22,0 0 0,-1 0 1,1 0-1,1 0 0,-1 0 1,0 0-1,1 0 0,-1-1 1,1 1-1,0-1 1,0 1-1,0-1 0,0 0 1,0 0-1,0 1 0,1-1 1,-1-1-1,1 1 0,0 0-22,2 1 27,2 0-1,-1 0 0,0-1 1,0 1-1,1-2 0,-1 1 1,1-1-1,0 0 0,1 0-26,3 0 16,1 0 0,-1-1 0,1-1 0,0 0-1,-1 0 1,0-1 0,1-1 0,-1 0 0,0 0 0,6-4-16,-10 4 24,0-1 0,0 0 0,-1-1 0,0 0 1,0 0-1,0 0 0,0-1 0,-1 1 0,0-1 0,0-1 0,-1 1 1,0-1-1,0 0 0,0 0 0,-1 0 0,1-2-24,-1-2 133,0 1 0,0-1 0,-1 0 0,0 0 0,-1 0 0,0 0 0,-1 0-1,-1 0 1,1 0 0,-2 0 0,0-3-133,0 6 75,0 1 0,-1-1 0,0 1 0,0 0 0,-1 0 0,0 0 0,0 1 0,0-1 0,-1 1 0,0 0 0,-1 0 0,1 1 0,-1-1 0,-5-3-75,-2-1 81,0 1 1,-1 0-1,0 1 0,-1 0 1,1 1-1,-12-3-81,26 10-29,0 0 0,0 0 1,0-1-1,-1 1 0,1 0 0,0 0 0,0 0 1,0 0-1,0 0 0,0 0 0,0 0 1,-1 0-1,1 0 0,0 0 0,0 0 0,0-1 1,0 1-1,0 0 0,0 0 0,0 0 0,0 0 1,0 0-1,-1 0 0,1-1 0,0 1 1,0 0-1,0 0 0,0 0 0,0 0 0,0 0 1,0-1-1,0 1 0,0 0 0,0 0 1,0 0-1,0 0 0,0 0 0,0-1 0,0 1 1,0 0-1,0 0 0,0 0 0,1 0 1,-1 0-1,0 0 0,0-1 0,0 1 0,0 0 1,0 0-1,0 0 0,0 0 0,0 0 1,0 0-1,1 0 0,-1-1 0,0 1 0,0 0 1,0 0-1,0 0 0,0 0 29,15-9-1486,21-6-4444,-4 6-4243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34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10818,'0'0'2809,"0"0"-381,8 31-46,50 218 910,-47-180-2131,-9-65-822,2-12 33,2-41 558,-1-35-930,-3 38 505,2 0-1,6-22-504,-8 60 27,0 1-1,1 0 1,0 0-1,1 0 1,-1 0 0,1 1-1,0-1 1,1 1-1,0 0 1,0 0-1,0 0 1,1 1 0,-1 0-1,1 0 1,1 0-1,-1 1 1,1 0-1,-1 0 1,1 1 0,0 0-1,3-1-26,-5 2-3,0 0 0,0 0 0,0 1 0,0-1 0,1 1 0,-1 1 0,0-1 0,1 1 0,-1-1 1,1 2-1,-1-1 0,0 1 0,1-1 0,-1 1 0,0 1 0,0-1 0,1 1 0,-1 0 0,0 0 0,-1 1 0,1-1 0,0 1 0,-1 0 0,1 0 0,-1 1 0,0-1 0,0 1 0,-1 0 0,4 4 3,3 8-4,-1 1 0,-1-1 0,-1 2-1,0-1 1,-1 1 0,-1 0 0,-1 0 0,-1 0 0,0 1-1,-1 2 5,3 39 44,-2 1 0,-3 1-44,-1-41 69,1-81 45,3 0 1,6-26-115,-7 67 28,2 0 0,0 0 0,1 1 0,1 0-1,1 0 1,0 0 0,2 1 0,0 0 0,10-14-28,-17 27 5,0 1 1,1-1-1,0 1 0,0 0 1,0 0-1,0 0 0,0 0 0,0 1 1,1-1-1,-1 1 0,1 0 1,0 0-1,0 0 0,-1 1 1,1-1-1,0 1 0,1 0 1,-1 0-1,0 0 0,0 1 0,0 0 1,0-1-1,1 1 0,-1 1 1,0-1-1,0 1 0,0-1 1,0 1-1,1 0 0,-1 1 0,0-1 1,-1 1-1,1-1 0,0 1 1,0 1-1,-1-1 0,1 0 1,-1 1-1,0 0 0,0-1 1,0 1-1,0 1 0,0-1 0,-1 0 1,2 3-6,7 13-34,0 2 1,-1 0-1,-1 0 1,4 18 33,23 51-1253,-30-82 604,-1-1-1,1 1 1,0-1 0,0-1-1,1 1 1,0-1 0,0 0 0,1-1-1,0 0 1,0 0 0,0-1 0,0 0-1,0 0 1,1-1 0,8 3 649,-5-1-1333,47 16-4508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35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0 11803,'0'0'2608,"0"0"1,0 0-273,0 0-1072,0 0-559,0 0-473,0 0-48,-112 125 80,79-24 104,0 18 112,6 0-112,14-3-240,13-12-80,0-17-48,33-1-744,10-23-2265,-3-22-8153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37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12163,'0'0'3319,"0"0"58,0 0-1296,0 0-806,0 0-413,0 0-249,2 19-253,7 68-180,-4-1 0,-4 1-1,-7 52-179,2-69-527,4-52-1952,-7-18-4173,-3 0-53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37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9842,'0'0'2849,"0"0"-921,0 0 673,0 0-841,0 0-440,0 0-247,0 0-153,106 53-88,-66-50-336,-4 0-320,4-3-176,-4 0-32,4 0-1240,-10 3-3193,-7-3-5905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38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70 7898,'0'0'2258,"0"0"-366,0 0-847,0 0-512,0 0-44,0 0 122,-1-6 217,1 4-716,0 0-1,-1 0 1,1 0 0,-1 0-1,1 1 1,-1-1 0,0 0-1,1 0 1,-1 0 0,0 1 0,0-1-1,0 0 1,-1 1 0,1-1-1,0 1 1,-1-1 0,1 1-1,-1 0 1,1 0 0,-1-1-112,-4-1 331,1 0 1,-1 0 0,0 1 0,0 0-1,0 0 1,-1 0 0,0 0-332,-16-2 417,1 1 0,-1 1 1,0 1-1,-22 2-417,6 0 290,35-1-257,0 0 0,-1 1 0,1 0 1,0 0-1,0 0 0,0 0 0,0 0 1,1 1-1,-1 0 0,0 0 0,1 0 1,-1 0-1,1 1 0,-1-1 0,1 1 1,0 0-1,0 0 0,1 0 0,-1 0 0,0 0 1,1 1-1,0-1 0,0 1 0,0 0 1,0-1-1,0 4-33,0-2 22,0-1 1,1 1-1,0 0 1,-1-1-1,2 1 0,-1 0 1,1 0-1,-1 0 1,1 0-1,1 0 1,-1 0-1,1-1 0,0 1 1,0 0-1,0 0 1,1-1-1,-1 1 1,1-1-1,0 1 0,1-1 1,-1 0-1,3 4-22,1-1 6,-1-1 0,1 0 0,0-1 0,1 0 0,-1 0-1,1 0 1,0 0 0,0-1 0,1 0 0,-1-1 0,1 0 0,0 0-1,1 0-5,8 1-234,0-1 0,1 0-1,-1-1 1,1-1-1,12 0 235,-25-2-33,0 0 0,0 0 0,0 0 0,0 0 0,0-1 0,0 0 0,-1 0 0,1 0 0,-1 0 0,1-1 0,-1 0 0,0 0 0,0 0 0,0 0 0,0-1 0,0 1 0,-1-1 0,3-4 33,10-13 104,-1 0 1,-1-2-1,4-7-104,8-13 456,-23 174 1940,-6 14-1431,0 10-3562,3-155 2277,0 1 0,0 0 0,0-1-1,0 1 1,1 0 0,-1-1 0,0 1 0,0 0 0,1-1 0,-1 1 0,0 0-1,1-1 1,-1 1 0,1-1 0,-1 1 0,1-1 0,-1 1 0,1-1 0,-1 1-1,1-1 1,-1 0 0,1 1 0,0-1 0,0 1 320,9 3-8232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38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490 0 8466,'0'0'3881,"0"0"-2025,0 0 168,0 0-583,0 0-593,0 0-352,0 0-248,-198 176-112,92-119-136,14-13-1216,-1 1-5209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40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0 11490,'0'0'2506,"0"0"30,0 0-771,0 0-755,0 0-183,0 0-159,-27 21-180,-8 6-293,1 1 1,-4 8-196,34-32 21,0 0 0,1 0 0,0 1 0,0-1 0,0 1 0,0 0 0,0 0 0,1 0 0,0 0 0,0 0 0,1 1 1,0-1-1,-1 1 0,2-1 0,-1 1 0,1-1 0,0 1 0,0-1 0,0 1 0,1 4-21,0 11 77,-1-14-51,0 1 0,0 0 0,1 0 0,0-1-1,0 1 1,1-1 0,0 1 0,0-1 0,1 0-1,0 1 1,0-1 0,0-1 0,1 1 0,0 0-1,1-1 1,-1 0 0,1 0 0,1 0 0,-1-1-1,1 0 1,0 0 0,0 0 0,0 0 0,0-1-1,1 0 1,0-1 0,0 0 0,0 0 0,1 0-26,4 2 28,0-1 0,1 0 1,-1-1-1,1 0 0,0-1 1,0-1-1,0 0 0,0-1 1,11-1-29,-19 1 14,0 0-1,-1-1 1,1 0 0,0 0 0,-1 0 0,1-1 0,-1 1 0,0-1-1,1 0 1,-1 0 0,0 0 0,0-1 0,0 0 0,-1 0 0,1 0 0,0 0-1,-1 0 1,0-1 0,0 1 0,0-1 0,0 0 0,-1 0 0,0 0-1,1 0 1,-1 0 0,-1-1 0,2-2-14,0-6 146,0 1-1,-1 0 1,0-1 0,-1 1 0,0-1-1,-1 0 1,0 1 0,-1-1-1,-1 1 1,0-1 0,-3-9-146,2 14 74,1 0 0,-2 0 0,1 0 0,-1 0 0,0 1 1,0 0-1,-1-1 0,0 1 0,-1 1 0,1-1 0,-1 1 1,-1 0-1,1 1 0,-1-1 0,0 1 0,0 0 0,-4-1-74,6 4 6,-1-1-1,0 1 1,0 1-1,0-1 1,0 1-1,0 0 0,-6 1-5,10-1-70,1 1-1,0 0 0,-1-1 1,1 1-1,0 0 0,-1 0 1,1 0-1,0 0 0,-1 0 0,1 1 1,-1-1-1,1 0 0,0 0 1,-1 1-1,1-1 0,0 1 0,0 0 1,-1-1-1,1 1 0,0 0 1,0 0-1,0-1 0,0 1 1,0 0-1,0 0 0,0 0 0,0 0 1,0 1-1,0-1 0,1 0 1,-1 0-1,0 0 0,1 1 71,-1 20-3307,1-1-2636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40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10842,'0'0'2361,"0"0"119,0 0 25,0 0-1305,0 0-808,0 0-224,0 0-168,-46 131-144,42-131-2568,4-12-7314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40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1 1 8690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41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38 105 8690,'-19'-85'2842,"18"68"3057,6 14-3915,6 16-1088,-10-8-723,0 0-1,-1 0 1,0 0 0,0 0-1,0 0 1,-1 0 0,0 4-173,0-8 18,1 1 0,-1-1 0,1 0 0,-1 0 0,1 0 0,-1 0 0,0 0 0,1 0 0,-1 0 0,0 0 0,0 0 0,0 0 1,0 0-1,0-1 0,0 1 0,0 0 0,0-1 0,0 1 0,0 0 0,0-1 0,0 1 0,0-1 0,0 0 0,-1 1 0,1-1 0,0 0 0,0 0 0,-1 0 0,1 0 0,0 0 0,-1 0-18,1 0 111,1-1-78,0 0 1,0 0-1,0 0 0,1 0 0,-1 0 1,0 0-1,1 0 0,-1 0 1,1 0-1,-1 0 0,1 0 0,-1 0 1,1 1-1,0-1 0,-1 0 0,1 0 1,0 1-1,0-1 0,-1 0 1,1 1-1,0-1 0,0 1 0,0-1 1,0 1-1,0-1 0,0 1 1,0 0-1,0-1 0,0 1 0,0 0 1,0 0-1,0 0 0,0 0 0,0 0 1,0 0-1,0 0 0,0 0 1,0 0-1,0 0 0,0 1 0,1-1-33,-2 1 41,0 1-1,1-1 1,-1 0-1,0 0 1,-1 0-1,1 1 1,0-1-1,0 0 1,0 0-1,-1 0 1,1 1-1,0-1 1,-1 0-1,1 0 0,-1 0 1,0 0-1,1 0 1,-1 0-1,0 0 1,0 0-1,1 0 1,-1 0-1,0-1-40,0 1-8,0-1 0,0 1-1,1-1 1,-1 1 0,0-1-1,0 0 1,0 1 0,0-1-1,1 0 1,-1 0 0,0 0-1,0 0 1,0 0 0,0 0-1,0 0 1,0 0 0,0 0 0,0 0-1,1 0 1,-1 0 0,0-1-1,0 1 1,0-1 8,0 1-104,1-1 1,0 1-1,-1-1 1,1 1-1,0-1 1,-1 0-1,1 1 1,0-1-1,0 0 1,0 1-1,-1-1 1,1 0-1,0 1 1,0-1-1,0 0 1,0 1-1,0-1 1,0 0-1,0 1 1,1-1-1,-1 0 1,0 0 103,1-2-479,0 0 1,0 0 0,0 0-1,0 1 1,0-1 0,1 0-1,-1 1 1,1-1-1,0 1 1,-1-1 0,1 1-1,0 0 1,1-1 478,20-11-5628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41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 6481,'0'0'6366,"0"0"-2844,0 0-1044,0 0-885,0 0-780,0 0-209,31-2-63,95-4-263,-124 5-273,0 1 0,0-1 1,1 1-1,-1 0 1,0 0-1,0 0 1,0 0-1,0 1 0,1-1 1,-1 1-1,0-1 1,0 1-1,0-1 1,0 1-1,0 0 0,0 0 1,-1 0-1,1 0 1,0 1-1,0-1 1,-1 0-1,1 1 0,0-1 1,-1 1-1,0 0 1,1-1-1,-1 1 1,0 0-1,0 0 1,0 0-1,0 0 0,0 0-5,0 2 0,-1 0-1,0 1 0,0-1 0,0 0 0,0 0 0,-1 0 0,1 1 1,-1-1-1,0 0 0,-2 3 1,3-4 5,-4 5 9,-1-2 1,1 1-1,-1 0 0,0-1 1,0 0-1,-1 0 0,0 0 0,0-1 1,-1 1-1,1-2 0,-1 1 0,0-1 1,-2 1-15,-16 13 45,8-6-28,1 1 0,0 1 0,1 1 0,0 1-17,11-12 34,0 1 0,0 0 0,1 0 0,0 1 0,0-1 0,0 1 0,0-1 0,1 1 0,0 0 0,1 0 0,-1 0-1,1 0 1,0 0 0,0 1 0,1 2-34,0-7 52,0 0 0,0 0 0,0 1 0,1-1 0,-1 0 0,1 0 0,-1 0 0,1 0-1,0 0 1,0 0 0,0 0 0,0 0 0,0 0 0,1 0 0,-1 0 0,0-1 0,1 1-1,-1 0 1,1-1 0,0 1-52,2 1 74,1-1 1,-1 1-1,0-1 0,1 0 0,-1 0 0,1 0 0,0 0 0,0-1 1,2 0-75,15 3 132,0-2 1,0 0-1,1-2 1,1 0-133,-7 0 20,70-5-846,-31-9-5334,-36 6 223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41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 12187,'0'0'2864,"0"0"-55,0 0-961,0 0-383,116 232-145,-116-128-48,0 3-248,-10 0-400,-20-6-368,-6-12-175,0-8-81,-1-10-73,-12 13-791,9-16-1832,4-14-6874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45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13259,'0'0'4889,"0"0"-3801,0 0 793,0 0-1185,0 0-424,0 0-200,175 12-72,-132 0-216,3 0-1369,-9-3-3848,-11-3-6761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45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14299,'0'0'2857,"0"0"71,0 0-751,0 0-1305,0 0-520,0 0-272,188-6-80,-108-3-832,-11 7-3697,-13-4-5769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55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84 5633,'0'0'6238,"0"0"-4125,0 0-920,0 0-359,-11 30-299,-2 2-387,5-13-39,1-1 0,1 1 0,0 0 1,1 0-1,2 1 0,0-1 0,0 1 0,2 0 0,1 4-109,0-4 246,-1-4 12,1 0-1,0 0 1,2 0-1,0 0 1,1 0 0,4 14-258,-6-25 65,1-1 1,0 0 0,0 0 0,1 0-1,-1 0 1,1 0 0,0 0 0,0-1 0,0 1-1,1-1 1,-1 0 0,1 0 0,-1 0-1,1-1 1,0 1 0,0-1 0,0 0 0,1 0-1,-1 0 1,0-1 0,1 1 0,-1-1 0,1 0-1,0 0 1,-1-1 0,4 1-66,2 0 92,0 0 1,1-1-1,-1 0 1,0 0-1,1-1 1,-1-1-1,0 1 1,0-2-1,0 1 1,0-2-1,0 1 1,-1-1-1,1-1 1,-1 1-1,0-2 1,0 1-1,-1-1 1,0-1-1,0 1 1,0-1-1,-1-1 1,0 1-1,0-1 1,-1-1-1,0 1 1,-1-1-1,0 0 1,0 0-1,0 0 0,-2-1 1,1 0-1,-1 0 1,0 0-1,-1 0 1,0 0-1,-1 0 1,0-4-93,-1-2 59,-1 0-1,-1 1 1,0-1-1,-2 1 1,1 0 0,-2 0-1,0 0 1,0 0 0,-2 1-1,0 0 1,0 0-1,-1 1 1,-1 0 0,0 0-1,-1 1 1,-1 0-1,1 1 1,-2 0 0,1 1-1,-2 0 1,1 1 0,-1 0-1,-12-5-58,19 11-41,0 0 1,-1 0-1,1 1 0,-1 0 1,1 0-1,-1 0 0,0 1 0,0 0 1,0 1-1,0 0 0,1 0 1,-2 0 40,5 0-187,-1 1 1,1 0-1,0-1 1,0 1-1,0 0 1,0 0-1,0 1 1,0-1-1,0 1 1,0 0-1,1-1 1,-1 1-1,0 0 1,1 0-1,0 1 1,-1-1 0,1 0-1,0 1 1,0 0-1,0-1 1,1 1-1,-1 0 1,1 0-1,-1 0 1,1 2 186,-10 33-5123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8:55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 16251,'0'0'2281,"0"0"400,-96 169-825,49-97-1120,8-7-424,6-11-216,6-10-56,4-14-40,16-21-880,4-9-3801,3 0-6001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9:00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81 4633,'0'0'1992,"0"0"700,0 0-212,0 0-571,0 0-124,0 0-8,0-9-140,0-18-541,0 7 1781,-14 39-2095,-2 8-706,2 0 0,0 0 1,2 2-1,2-1 0,0 1 0,2 1 1,1 0-1,2 0 0,0 0 1,1 16-77,4-43 4,0 1 0,0 0 0,0-1 0,1 1 0,-1-1 1,1 1-1,0 0 0,0-1 0,0 1 0,0-1 1,1 0-1,-1 1 0,1-1 0,0 0-4,0 0 0,1-1 0,-1 0 0,0-1 0,1 1-1,-1 0 1,1-1 0,-1 1 0,1-1 0,0 0 0,-1 0-1,1 0 1,0 0 0,0 0 0,0-1 0,0 1 0,0-1 0,1 0 0,9 2 16,1-1 0,0-1 0,0 0 1,0-1-1,-1 0 0,1-1 0,0-1 1,-1 0-1,0-1 0,1 0 1,-2-1-1,3-2-16,-8 4 13,0-1 0,0 0 0,0-1 0,-1 0 0,1 0 0,-1 0 0,-1-1 0,1 1 0,-1-1 0,0-1 0,0 1 0,-1-1 1,1 0-1,-2 0 0,1 0 0,-1-1 0,0 1 0,0-1 0,-1 1 0,0-1 0,0-6-13,1-4 77,-1 0 1,0-1-1,-2 1 0,0 0 0,-1 0 1,-1-1-1,-1 1 0,0 0 0,-2-2-77,4 14 9,-1 1-1,0 0 0,0 0 1,-1-1-1,1 1 0,-1 1 1,0-1-1,-1 0 0,1 1 1,-1-1-1,0 1 0,0 0 1,0 0-1,0 1 0,-1-1 1,1 1-1,-1 0 0,0 0 1,0 1-1,0-1 1,-1 1-1,1 0 0,0 1 1,-1-1-1,1 1 0,-1 0 1,1 0-1,-1 1 0,0 0 1,-3 0-9,7 0-70,0 0 0,0 1 0,0-1 0,0 1 0,0-1 0,-1 1 1,1 0-1,1 0 0,-1 0 0,0 0 0,0 0 0,0 0 1,0 0-1,1 1 0,-1-1 0,1 1 0,-1-1 0,1 1 1,-1 0-1,1-1 0,0 1 0,0 0 0,0 0 0,0 0 0,0 0 1,0 0-1,1 0 0,-1 0 0,0 0 0,1 0 0,0 1 1,0-1-1,-1 1 70,0 7-1325,0 0 0,1-1 1,0 1-1,0 0 0,1 0 1,2 8 1324,8 13-8167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9:00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19 284 8770,'0'0'4646,"0"0"-2451,0 0-409,0 0-507,14-26-433,46-83 94,-54 99-555,0-1 1,-1 0 0,0-1-1,0 1 1,-2-1 0,1 0-1,-1 0 1,-1 0 0,0-1-1,-1 1 1,-1-8-386,20 463-113,-21-442 60,1 0-1,0 0 1,-1 0 0,1 0 0,-1 0 0,1 0 0,-1-1 0,0 1 0,1 0 0,-1 0 0,0 0 0,1-1 0,-1 1 0,0 0 0,0-1 0,0 1 0,0-1 0,0 1 0,0-1 0,0 1 0,0-1 0,0 0 0,0 1 0,0-1-1,0 0 1,0 0 0,0 0 0,0 0 0,0 0 0,0 0 0,0 0 0,-1 0 53,-46 0-384,32-1 334,-31 1 34,32 0 27,31 0 22,70 2-63,52-1-273,-51-11-6045,-49-1-3025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9:01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1 294 12123,'0'0'1951,"0"0"-503,0 0-428,0 0-556,0 0-262,25-31 32,78-98 345,-96 121-317,-1-1-1,0 0 0,-1 0 1,1 0-1,-2-1 1,3-6-262,-6 11 266,0 0-1,0 0 1,0 0 0,-1 0 0,0 0 0,0 0 0,0 0 0,0 0-266,-1-14 1241,3 160-848,1-14 74,-9 61-467,6-186-21,-1-1 0,1 1 0,-1 0 0,0 0 0,1 0 0,-1-1 0,0 1 0,0 0 0,0-1 0,-1 1 0,1-1 0,0 1 0,0-1 0,-1 0 0,1 0 0,-1 1 0,1-1 0,-1 0 0,0 0 0,1 0 0,-1-1 0,0 1 0,0 0 0,1-1-1,-1 1 1,0-1 0,0 1 0,0-1 0,0 0 0,0 0 0,0 0 21,-14 1-326,1 0 0,-1-1-1,-13-2 327,5 1-156,61 3 111,81 1 437,-105-4-891,0 0 0,-1-1 1,1 0-1,-1-1 0,2-1 499,5-3-4329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9:02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1736,'0'0'0,"0"0"-208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19:02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20 4625,'-6'-3'969,"-15"-6"1306,14 7 1760,-1 1 3361,7 1-5593,1 0-540,0 0-467,22 0-174,35-2-463,-32 0-976,0 2 0,0 0 0,0 2 0,10 2 817,-33-4-705,0 1 1,0 0-1,1 0 0,-1 0 0,0 0 0,0 0 1,0 0-1,0 0 0,0 1 0,-1-1 1,1 1-1,0 0 0,1 1 705,-1 4-10657</inkml:trace>
  <inkml:trace contextRef="#ctx0" brushRef="#br0" timeOffset="1">33 178 13083,'0'0'3080,"0"0"-367,0 0-488,0 0-1273,0 0-592,0 0-256,172-27-104,-132 27-56,10 0-696,-11 0-1841,-5 12-2840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16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11618,'0'0'2192,"0"0"-1076,0 0 96,0 0-222,0 0-416,18 25-268,53 80-102,-64-93-166,-1-1 1,0 1-1,-1 0 0,0 1 1,-1-1-1,0 1 1,-1 0-1,-1 0 0,2 10-38,4 23 208,19 61 264,-12-55-378,-2 1 1,-3 1-1,-2 0 0,-2 0 0,-3 3-94,-3-57 351,0 0 340,0-3 126,0-55-20,-1-3-7,7-58-790,-3 98 7,1-1-1,0 1 0,1 0 0,2 0 0,0 1 0,1-1 0,6-7-6,-1 3 55,1 1-1,2 1 1,0 0-1,1 1 1,2 1-1,0 0 1,1 2-1,1 0 1,1 2 0,0 0-1,1 1 1,5-1-55,-114 93 193,10-26-167,-2-3 1,-65 28-27,21-12 11,135-61 39,0 0 1,0 0-1,0-2 1,9 0-51,244 0-27,-265 0 134,-1 0 37,0 0 30,-3-1 32,-97-61 684,44 29-835,-26-22-55,78 52-111,-81-63-100,33 20-6402,40 33-4318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25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24 368,'0'0'1174,"0"0"-155,0 0-263,0 0-216,0 0-12,-24-21 4018,24 18 3906,0 4-3673,-1 8-2721,-1 15-3286,4-4 1234,0-1 1,1 1 0,1 0-1,1-1 1,1 1-7,11 53 19,0 43 33,1 113-52,-13 135 48,-5-364 0,0 0-15,0 0-14,-9-31-2408,5-18-4979,4 25 234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25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0 183 6025,'0'0'2306,"0"0"-25,0 0-126,0 0-639,0 0-684,0 0-74,37-27 25,117-83-54,-144 104-621,0-1 0,1 2 0,-1-1 0,1 1 0,0 1 0,0 0 0,8-1-108,-10 3 88,-1 2-1,0-1 1,0 1-1,1 0 1,-1 1 0,7 1-88,3 0 92,-10-1-73,1 2 1,0-1 0,0 1-1,-1 0 1,0 1 0,1 0-1,-1 0 1,-1 1 0,1 0-1,-1 0 1,0 1 0,0-1 0,0 2-1,-1-1 1,0 1 0,0 0-1,2 5-19,0-2 25,-1 1 0,0 0 0,-1 0 0,0 1 0,-1-1 0,0 1 0,-1 0 0,0 1-1,-1-1 1,0 1 0,-1-1 0,0 4-25,-2-10 106,1 1 1,-1 0-1,0 0 0,-1 0 0,1-1 1,-1 1-1,-1 0 0,1-1 1,-1 1-1,0-1 0,-1 1 0,0-1 1,0 0-1,0 0 0,0 0 0,-1-1 1,0 1-1,0-1 0,-1 0 0,1 0 1,-1 0-1,0-1 0,-1 1 0,1-1 1,-1-1-107,-11 11 77,-1-2 0,-1 0 0,0-2 1,0 0-1,-1-1 0,0-1 1,0 0-1,-1-2 0,0 0 0,0-2 1,-1 0-1,1-1 0,-1-2 0,-3 0-77,25-1-40,-1 0 0,0 0 0,1 0 0,-1 0 0,0 0 0,1 0 0,-1 0 0,0 0-1,1 0 1,-1 0 0,1 0 0,-1 0 0,0-1 0,1 1 0,-1 0 0,1 0 0,-1-1 0,1 1 0,-1-1-1,1 1 1,-1 0 0,1-1 0,-1 1 0,1-1 0,-1 1 0,1-1 0,0 1 0,-1-1 40,-1-12-3752,2 6-677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36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1 8586,'0'0'2322,"0"0"-501,0 0-120,0 0-614,0 0-523,0 0-215,-17 3 47,-55 16 182,68-17-503,1 0 1,-1 0-1,1 0 0,-1 1 1,1-1-1,0 1 1,0 0-1,0 0 1,0 0-1,0 0 0,1 1 1,-1-1-1,1 1 1,0-1-1,0 1 0,1 0 1,-1 0-1,0 2-75,-1 3 223,1 0 1,0 1-1,0-1 0,1 1 0,0-1 0,1 7-223,0-15 39,0 0-1,0 0 1,0 0-1,1 0 1,-1 0-1,0 0 0,1 0 1,-1 0-1,1 0 1,-1 0-1,1 0 1,-1 0-1,1 0 1,0 0-1,-1-1 0,1 1 1,0 0-1,0 0 1,0-1-1,-1 1 1,1 0-1,0-1 1,0 1-1,0-1 0,1 1-38,37 7 511,-31-7-479,-1-1-1,1 0 1,-1-1-1,1 1 1,0-2-1,-1 1 0,0-1 1,1 0-1,1-1-31,-6 1 10,0 0 0,0 0 0,0 0 0,0-1-1,-1 1 1,1-1 0,-1 1 0,1-1 0,-1 0 0,0 0-1,0 0 1,0 0 0,-1 0 0,1-1 0,-1 1-1,1-3-9,11-61 41,-5 18 196,-8 49-232,0 0 0,0 0 0,0 0 0,0-1-1,0 1 1,1 0 0,-1 0 0,0 0 0,0-1 0,0 1-1,0 0 1,0 0 0,0 0 0,1-1 0,-1 1 0,0 0 0,0 0-1,0 0 1,0 0 0,1 0 0,-1 0 0,0-1 0,0 1 0,0 0-1,1 0 1,-1 0 0,0 0 0,0 0 0,1 0 0,-1 0-1,0 0 1,0 0 0,0 0 0,1 0 0,-1 0 0,0 0 0,0 0-1,1 0 1,-1 0 0,0 0 0,0 0 0,0 0 0,1 0 0,-1 1-1,0-1 1,0 0 0,0 0 0,1 0 0,-1 0 0,0 0 0,0 1-1,0-1 1,0 0 0,0 0 0,1 0 0,-1 0 0,0 1-1,0-1-4,10 13 170,2 13-80,-1 0-1,-2 1 1,0 0 0,-2 0 0,-1 1 0,-1 0-1,-1 11-89,1 28 422,-3 1-1,-4 38-421,0-86 119,0 0 0,-2 0 0,0-1 1,-1 0-1,-1 1 0,-1-2 0,0 1 0,-3 2-119,4-9 57,0-1-1,0 1 1,-1-2-1,-1 1 1,0-1-1,0 0 1,-1-1 0,0 0-1,-1 0 1,0-1-1,0 0 1,-1-1-1,-2 1-56,0-3 94,0-1 1,1 0-1,-1-1 0,-1-1 0,1 0 0,0-1 0,0 0 1,-1-1-1,-9-1-94,3 1 86,13-1-55,-1 0 0,1-1 0,0 0 0,0 0 0,0-1 0,0 1 0,0-2-1,0 1 1,1-1 0,-1 0 0,1 0 0,0 0 0,0-1 0,1 0 0,-1-1 0,1 1 0,0-1 0,1 0 0,-1 0-31,1 1-180,1-1 1,-1 1-1,1-1 0,1 0 1,-1 0-1,1 0 0,0 0 1,0 0-1,0 0 0,0-5 180,2 7-454,0 1 0,0-1-1,0 0 1,0 0 0,0 0-1,1 1 1,0-1-1,0 0 1,0 0 0,0 1-1,0-1 1,1 1 0,-1-1-1,1 1 1,0 0 0,0 0-1,3-3 455,22-21-9667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36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0 160 12107,'0'0'1721,"0"0"113,0 0-211,29 0-696,96-1-338,-112 1-428,1 0 0,-1-1 0,1 0 0,-1-1-1,1-1 1,-1 0 0,0-1 0,0 0 0,-1-1-1,1-1 1,-1 0 0,0 0 0,-1-1-1,8-6-160,-17 12 61,0 0-1,0-1 0,-1 1 0,1 0 0,0-1 0,-1 1 0,1-1 0,-1 1 0,1-1 0,-1 0 0,0 0 0,0 1 0,0-1 0,0 0 0,0 0 0,0 0 0,0 0 0,-1-1 1,1 1-1,-1 0 0,1 0 0,-1 0 0,0 0 0,0 0 0,0-1 0,0 1 0,0 0 0,-1 0 0,1-2-60,-2 2 46,1-1-1,-1 1 0,1 0 1,-1 0-1,0-1 1,0 1-1,0 0 1,0 1-1,0-1 1,0 0-1,0 0 1,-1 1-1,1 0 1,-1-1-1,1 1 1,-1 0-1,1 0 1,-1 0-1,0 1 0,1-1 1,-1 1-1,-1-1-45,-5-1 28,-1 1 0,1 0 0,-1 0 0,0 1 0,1 0 0,-1 1 0,1 0-1,-1 0 1,0 1-28,5 0 6,-1 0 1,1 0-1,-1 0 0,1 1 0,0 0 0,0 0 0,0 0 0,1 1 0,-1-1 1,1 1-1,-1 0 0,1 1 0,1-1 0,-1 1 0,0 0-6,-2 5 12,-1 0 0,2 0 0,-1 1-1,2 0 1,-1 0 0,2 0 0,-1 0 0,1 0 0,-1 13-12,0 11 41,2 1 0,2 21-41,0-51 1,-1-1 4,1 1 1,1-1 0,-1 1 0,1 0 0,0-1-1,0 1 1,0-1 0,1 0 0,0 1 0,0-1-1,0 0 1,1 0 0,0 0 0,0-1 0,0 1-1,0-1 1,1 1 0,0-1 0,1 1-6,0-1-9,1 0 0,0-1 0,0 1 0,1-1 0,-1 0 0,1-1 0,0 1 0,0-1 0,-1-1 0,1 1 0,0-1 0,1 0 0,-1-1 0,0 0 1,3 0 8,3 0-474,-1 0 0,1-1 0,-1 0 0,0-1-1,1-1 1,-1 0 0,9-3 474,26-17-5125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37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8 113 10818,'0'0'2464,"0"0"-813,0 0 169,0 0-634,-2 33-165,-3 103-219,5-132-765,0 1 1,0 0 0,1-1 0,-1 1 0,1-1 0,0 1-1,1-1 1,-1 1 0,1-1 0,0 0 0,0 1 0,0-1-1,1 0 1,-1 0 0,1-1 0,0 1 0,0-1 0,0 1-1,1-1 1,-1 0 0,1 0 0,0 0 0,-1-1-1,1 1 1,1-1 0,-1 0 0,4 1-38,3 1 44,0-1 0,1-1 0,0 0 0,-1-1 0,1 0 0,0 0 0,0-1 0,7-2-44,-11 1 9,-1 0-1,0-1 1,0 0-1,1 0 1,-1-1 0,-1 0-1,1 0 1,0 0-1,-1-1 1,0 0 0,1 0-1,-2-1 1,1 0-1,0 0 1,-1 0-1,0-1 1,0 1 0,-1-1-1,0 0 1,0-1-1,0 1 1,-1-1 0,1 0-9,1-5 157,1 0 1,-2 0 0,0 0 0,0 0 0,-1 0 0,-1-1 0,0 0 0,-1 1-1,0-1 1,-1 0 0,0 0 0,-1 1 0,-1-6-158,0 13 101,1 0-1,-1-1 1,0 1 0,0 0 0,-1 0-1,0 0 1,0 0 0,0 1-1,0-1 1,-1 1 0,1 0-1,-1-1 1,0 2 0,-1-1 0,1 0-1,0 1 1,-1 0 0,0 0-1,0 0 1,0 1 0,0 0-1,-2-1-100,-7-2 108,0 0 0,0 2 0,-1-1 0,1 2 0,-1 0 0,0 0 0,-12 1-108,25 1-12,1 0 1,-1 0-1,1 1 0,-1-1 0,1 0 0,-1 0 0,1 1 0,-1-1 0,1 1 0,-1-1 0,1 1 1,-1 0-1,1 0 0,0-1 0,0 1 0,-1 0 0,1 0 0,0 0 0,0 0 0,0 1 1,0-1-1,0 0 0,0 0 0,0 1 0,0-1 0,1 0 0,-1 1 0,0-1 0,1 1 1,-1-1-1,1 1 0,0-1 0,-1 1 0,1-1 0,0 1 0,0 0 0,0-1 0,0 1 12,0 2-239,0 0 0,1-1 0,-1 1-1,1 0 1,0-1 0,-1 1 0,2-1 0,-1 1-1,0-1 1,1 0 0,-1 0 0,1 1-1,0-1 1,0 0 0,1 0 0,1 1 239,26 20-5810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37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1 283 11466,'0'0'2382,"0"0"-151,0 0 173,0 0-897,0 0-689,0 0-233,7 21-229,19 65-170,-19-65 61,-6-26-66,0 0 1,0 1-1,-1-1 0,1 0 0,-1 0 1,0 0-1,0 0 0,-1 0 0,0-3-181,0-20 180,3-7-84,3-1 0,0 1-1,7-18-95,-9 39 2,1 1-1,1-1 1,0 1-1,1 0 0,0 0 1,1 1-1,1 0 1,0 0-1,0 1 1,4-4-2,-10 13 2,1-1-1,0 0 1,0 1 0,0-1 0,0 1 0,0 0 0,0 0 0,1 0 0,-1 1 0,1-1 0,0 1 0,-1 0 0,1 0 0,0 0 0,0 0 0,-1 1 0,1-1 0,0 1 0,0 0 0,0 0 0,0 1 0,-1-1 0,1 1 0,0 0 0,0 0 0,-1 0 0,1 0 0,0 1 0,-1-1 0,0 1 0,1 0 0,-1 0 0,0 0 0,0 0 0,0 1 0,0-1 0,0 1 0,-1 0 0,1 0 0,-1 0 0,1 0-2,5 13 28,1-1 1,-2 1 0,0 0-1,-1 1 1,-1-1-1,0 1 1,-1 0-1,-1 1 1,-1 2-29,3 38 342,-2 0 0,-3 6-342,0-34 154,0-30-152,0 0-1,0 1 1,0-1 0,0 0 0,0 0 0,0 0-1,0 0 1,-1 0 0,1 0 0,0 0 0,0 0-1,0 1 1,0-1 0,0 0 0,0 0 0,0 0-1,0 0 1,0 0 0,0 0 0,0 0 0,0 0-1,0 0 1,0 0 0,0 0 0,-1 0 0,1 0-1,0 0 1,0 0 0,0 1 0,0-1-1,0 0 1,0 0 0,0 0 0,0 0 0,0 0-1,-1 0 1,1 0 0,0 0 0,0 0 0,0 0-1,0 0 1,0 0 0,0 0 0,0 0 0,0-1-1,-1 1 1,1 0 0,0 0 0,0 0 0,0 0-1,0 0 1,0 0 0,0 0 0,0 0 0,0 0-1,0 0 1,0 0 0,0 0 0,0 0 0,-1 0-1,1-1 1,0 1 0,0 0 0,0 0 0,0 0-1,0 0 1,0 0 0,0 0 0,0 0-2,-5-13 49,1-35 20,2 0 1,2 0-1,4-21-69,-3 62 1,0-1-1,0 0 0,1 1 1,0 0-1,1-1 0,-1 1 1,1 0-1,1 0 0,-1 1 1,1-1-1,0 1 0,1-1 1,0 1-1,0 0 0,-3 4-1,1-1-1,0 1 1,-1 0-1,1 0 1,0 0-1,0 0 1,0 0 0,0 0-1,1 1 1,-1 0-1,0 0 1,1 0-1,-1 0 1,0 0-1,1 0 1,-1 1-1,1 0 1,-1 0 0,1 0-1,0 0 1,-1 0-1,0 1 1,1 0-1,-1-1 1,1 1-1,-1 1 1,0-1 0,1 0-1,-1 1 1,0-1-1,2 3 2,1-1 5,0 1-1,0 1 1,-1-1 0,1 1-1,-1 0 1,0 0 0,-1 0-1,1 1 1,-1 0 0,0 0-1,0 0 1,-1 0 0,0 1-1,0-1-4,5 17 27,0 0 0,-2 0 0,2 14-27,16 51-4727,-14-71-4413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38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11402,'0'0'2041,"0"0"-129,0 0 1857,-3 181-2153,-10-82-79,-1 2-65,1-3-568,3-12-144,7-11-584,3-19-56,0-11-112,7-9-8,12-10-32,5-11-704,12-9-856,-6-6-3169,0 0-5097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38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128 100 11586,'0'0'2162,"0"0"-291,0 0-108,0 0-477,0 0-91,0 0 124,3-20-80,13-59-315,-12 200 36,1-65-861,1-1-1,8 23-98,-5-28 28,-2 1 0,-1 0-1,-4 3-27,-2-52-31,0 1-1,0-1 1,-1 0-1,1 1 0,-1-1 1,1 0-1,-1 1 1,0-1-1,0 0 1,0 0-1,-1 0 1,1 0-1,0 0 0,-1 0 1,1 0-1,-1 0 1,1-1-1,-1 1 1,0-1-1,0 1 1,0-1-1,0 1 0,0-1 1,0 0-1,0 0 1,-1 0-1,1 0 1,0-1-1,0 1 1,-1 0-1,1-1 0,0 0 1,-1 0-1,1 1 32,-16 1-183,0-1 0,-1-1 0,1 0 0,-11-2 183,-7 0 136,28 2 173,11-1-85,25-1 27,49-5-147,-18-2-496,34-12 392,7-10-5952,-42 10-3890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39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0 12723,'0'0'2638,"0"0"-40,0 0-626,0 0-788,0 0-489,-28 13-192,28-13-503,-28 12 121,1 1 0,1 1 0,-7 6-121,29-17 21,1 0 1,-1 0-1,1 1 1,0-1-1,1 1 1,-1 0-1,0-1 1,1 1-1,0 0 1,0 0-1,0 1 1,1-1-1,-1 0 1,1 1-1,0-1 1,0 1-1,1-1 1,-1 1-1,1-1 1,0 1-1,0-1 1,0 1-1,1-1 1,0 4-22,0 11 42,-1-10-27,0 7 20,0 0-1,1 0 1,0 0 0,2 0 0,3 15-35,-5-27 0,1 0 0,-1 0 0,1-1 0,0 1 0,0 0 0,0-1 0,0 1 0,1-1 0,-1 0 0,1 0 0,0 0 0,0 0 0,0 0 0,0 0 0,0-1 0,1 0 1,-1 0-1,1 0 0,0 0 0,0 0 0,-1-1 0,1 1 0,0-1 0,0 0 0,4 0 0,-5 0-47,1 0 1,-1 0 0,1-1-1,0 1 1,-1-1 0,1 0-1,0 0 1,0 0 0,-1-1-1,1 1 1,0-1 0,-1 0-1,1 0 1,-1 0 0,1-1 0,-1 1-1,1-1 1,-1 0 0,0 0-1,0 0 1,0 0 0,0 0-1,2-2 47,-2-1-16,0 0-1,0 0 0,-1 0 1,1-1-1,-1 1 0,0 0 1,-1-1-1,1 0 1,-1 1-1,0-1 0,0 0 1,-1 0-1,0 1 0,0-1 1,0 0 16,0-94 1577,0 99-1027,0 34-111,-1 52 108,8 250 298,-6-327-1096,5 36 21,8-21-4696,-5-19-4156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39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0 14819,'0'0'1937,"0"0"487,0 0-1560,-158 218-816,52-105-48,13-18-2912,4 0-10723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40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78 9482,'0'0'2662,"0"0"-848,0 0 55,-6 31-735,-16 99-497,21-125-579,1 0-1,0-1 1,-1 1-1,2 0 1,-1-1-1,0 1 1,1-1-1,0 1 0,0-1 1,0 1-1,1-1 1,-1 1-1,1-1 1,0 0-1,0 0 1,1 0-1,-1 0 1,1 0-1,0-1 0,0 1 1,0-1-1,1 1 1,-1-1-1,1 0 1,-1-1-1,1 1 1,1 0-58,5 2 194,1-1 1,-1 1 0,1-2-1,0 0 1,-1 0 0,2-1-1,-1 0 1,8 0-195,-1 0 267,0-1 1,1-1-1,-1 0 0,0-1 0,0-1 1,0-1-1,0-1 0,13-4-267,-25 6 67,1 0 0,-2-1 0,1 0 0,0 0 0,0 0 0,-1-1 0,0 0 0,0 0 0,0 0 0,0-1 0,-1 0 0,1 1 0,-1-2 0,0 1 0,-1 0 0,1-1 0,-1 0 0,0 1 0,-1-1 0,1 0 0,-1-1 0,-1 1 0,1 0 0,-1-1 0,1-5-67,-1 4 118,-1 0-1,0 0 1,0 0 0,0 0 0,-1 0 0,0 0-1,-1 1 1,0-1 0,0 0 0,0 1-1,-1-1 1,0 1 0,-1 0 0,0 0 0,0 0-1,0 0 1,-1 1 0,-5-6-118,1 3 57,0 0 0,-1 0 0,0 1 0,0 1-1,-1-1 1,0 2 0,-1-1 0,1 2 0,-1-1 0,0 2 0,-4-2-57,15 6-32,0-1 1,0 0 0,0 1-1,-1 0 1,1-1-1,0 1 1,0-1-1,0 1 1,0 0-1,0 0 1,-1 0 0,1 0-1,0-1 1,0 2-1,0-1 1,0 0-1,-1 0 1,1 0-1,0 0 1,0 1 0,0-1-1,0 1 1,0-1-1,0 1 1,0-1-1,0 1 1,0-1-1,0 1 1,0 0 0,0 0-1,0 0 1,0-1-1,0 1 1,1 0-1,-1 0 1,0 0-1,1 0 1,-1 0 0,1 0-1,-1 0 1,1 1-1,-1-1 32,1 3-523,-1 1 0,1-1 0,0 1 0,0-1 0,1 0 0,-1 1-1,1-1 1,0 0 0,0 1 0,1-1 0,0 3 523,18 29-7580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40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1 135 9778,'0'0'1959,"0"0"15,0 0-780,0 0-765,0 0-290,0 0-62,5-11-41,17-32 29,-20 40-35,12-22 1122,-13 24-768,0 0 1,0 1-1,-1-1 0,1 0 0,0 1 1,0-1-1,0 1 0,0-1 1,0 1-1,0 0 0,0-1 0,0 1 1,0 0-1,0 0 0,0-1 0,0 1 1,0 0-1,0 0 0,0 0 1,0 0-385,4-21-851,13 10-2392,-4 5-2195,5 0-7485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41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13139,'0'0'2670,"0"0"-192,0 0-905,0 0-937,34-9-405,109-27-126,-81 28 33,-60 7-136,1 1 1,-1 0-1,1 1 1,-1-1-1,0 0 1,1 1-1,-1-1 0,0 1 1,0 0-1,1 0 1,-1 0-1,0 0 1,1 1-3,-1 0 20,0 1 1,0-1 0,-1 1-1,1 0 1,-1-1-1,1 1 1,-1 0-1,0 0 1,0 0 0,-1 0-1,1 0 1,0 0-1,-1 1 1,0-1-1,0 0 1,0 0-1,0 0 1,0 0 0,-1 2-21,0 1 99,1 0 0,-1-1 0,0 1 0,0-1 0,-1 0 0,0 1 0,0-1 0,0 0 0,0 0 0,-1 0 0,0 0 0,0-1 0,-3 4-99,-56 58 476,14-17-324,41-41-103,0-1 0,1 2 1,-1-1-1,2 1 0,-1 0 1,1 0-1,0 1 0,1 0 1,0-1-1,1 1 0,0 1 1,1-1-1,0 0 0,0 1 1,1-1-1,0 3-49,2-12 24,-1 0 0,0 1 0,0-1-1,1 1 1,-1-1 0,1 0 0,0 1 0,-1-1 0,1 0-1,0 0 1,0 1 0,0-1 0,-1 0 0,1 0-1,0 0 1,1 0 0,-1 0 0,0 0 0,0-1 0,0 1-1,0 0 1,1 0 0,-1-1 0,0 1 0,1-1-1,-1 1 1,1-1 0,-1 0 0,0 1 0,1-1-1,0 0-22,54 4 675,-50-4-613,22 1-40,0-2 0,-1-1 0,1-1 0,-1-1 0,1-1 0,19-7-23,-9 3-1219,-13 8-2771,-11 1-2647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41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0 6913,'0'0'7138,"0"0"-5090,0 0 881,-79 197-1801,49-132-824,3 3-304,-6 7-696,10-16-2016,0-11-4762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41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14619,'0'0'4545,"0"0"-3153,0 0 961,89 170-721,-46-60-407,3 12-537,-3 0-200,-6-12-296,-8-21-136,-9-17-32,-7-22 48,-6-17-128,-7-15 56,0-12-264,0-6-488,0-30-281,0-12-1279,-7-8-4009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42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7 156 7378,'0'0'6785,"0"0"-3855,0 0-509,-2 30-718,-2 98-474,4-121-1159,0-1 0,1 1 0,0-1 0,1 1 0,0-1 0,0 0 0,0 1 0,0-1 0,1 0 0,0 0 0,1-1-1,-1 1 1,1-1 0,0 1 0,0-1 0,1 0 0,0-1 0,-1 1 0,1-1 0,1 0 0,-1 0 0,1-1 0,0 1 0,-1-1 0,1 0 0,3 0-70,3 1 42,1 0 1,0 0 0,0-1 0,0-1 0,0 0 0,0-1 0,1-1-1,-1 0 1,0-1 0,0 0 0,5-1-43,-9 0 4,-1-1 1,0 1-1,0-1 0,0-1 1,0 1-1,0-1 0,-1-1 1,0 1-1,0-1 1,0-1-1,0 1 0,-1-1 1,0 0-1,0 0 0,-1-1 1,0 0-1,0 0 0,0 0 1,-1-1-1,1-2-4,2-4 34,-1-1 1,0 0-1,-1 0 0,-1 0 0,0-1 0,-1 1 1,-1-1-1,0 0 0,-1 0 0,-1-9-34,-1 18 71,0-1 0,0 1 0,-1 0-1,0 0 1,-1 0 0,1 0 0,-1 0-1,-1 1 1,1-1 0,-1 1-1,0 0 1,0 0 0,-5-5-71,0 1 82,-1 0 0,0 1 1,0 0-1,-1 0 0,0 1 0,0 1 0,-1-1-82,9 7-14,0-1 1,0 1-1,1-1 0,-1 1 0,0 0 0,0 0 0,0 0 0,0 1 0,0-1 0,0 1 1,-3-1 13,5 1-22,0 1 1,0-1 0,0 0 0,0 0 0,0 0 0,0 1-1,0-1 1,1 0 0,-1 1 0,0-1 0,0 1-1,0-1 1,0 1 0,1 0 0,-1-1 0,0 1 0,1 0-1,-1-1 1,0 1 0,1 0 0,-1 0 0,1 0 0,-1 0 21,-1 5-690,0 0 0,1 0 0,0 1 1,0-1-1,0 0 0,1 1 0,0-1 1,1 7 689,-1-2-1994,0 25-8393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42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1 182 6265,'0'0'10068,"0"0"-6658,0 0-1058,0 0-717,0 0-634,0 0-465,34 28-199,109 82-166,-135-105-158,0 1 0,0-1-1,1 0 1,-1-1 0,7 2-13,14-4 40,-13-3-24,-11 1-18,1 0-1,-1 0 1,0-1 0,1 0-1,-1 0 1,0 0 0,0-1 0,1 1-1,-1-1 1,0-1 0,-1 1-1,1-1 1,0 1 0,-1-1 0,2-2 2,0 0-64,-1-1 1,1 0-1,-1 0 0,-1 0 1,1-1-1,-1 0 1,0 0-1,-1 0 1,1 0-1,0-3 64,-4 9-16,0 0-1,0-1 0,0 1 0,1 0 1,-1-1-1,0 1 0,1 0 0,0 0 1,-1 0-1,1-1 0,0 1 0,-1 0 1,1 0-1,0 0 0,0 0 1,0 0-1,0 0 0,0 1 0,0-1 1,0 0 16,0 26-22,-1 7 180,1-19-105,0 0 1,1-1 0,1 1-1,0-1 1,0 1 0,2-1 0,-1 0-1,2-1 1,-1 1 0,1-1-1,1 0 1,2 2-54,-6-8 13,1-1 0,-1 1-1,1-1 1,0 0 0,0 0 0,1 0 0,-1 0-1,1-1 1,0 0 0,0 0 0,0 0 0,0-1 0,0 1-1,1-1 1,-1-1 0,1 1 0,-1-1 0,1 0-1,0 0 1,-1 0 0,1-1 0,0 0 0,0 0-1,-1 0 1,1-1 0,0 0 0,-1 0 0,5-2-13,-4 0 3,1 0 0,-1-1 0,0 0 1,0 0-1,-1 0 0,1-1 0,-1 0 1,0 0-1,0 0 0,-1-1 1,1 0-1,-1 1 0,0-2 0,-1 1 1,0 0-1,0-1 0,0 1 1,0-3-4,6-15-2,0-1 1,-2 0-1,-1-1 1,1-11 1,-2 4 152,-1 0-1,-1-30-151,-2 55 19,-1 1-1,0 0 0,-1-1 0,0 1 0,0 0 1,-1 0-1,0 0 0,0 0 0,0 0 0,-1 0 1,0 0-1,-1 1 0,1-1 0,-1 1 0,-1 0 1,0 0-19,4 4-115,0 1 0,-1 0 1,1 0-1,-1 0 0,1 0 1,-1 0-1,1 0 0,-1 0 1,0 0-1,1 1 0,-1-1 1,0 1-1,0-1 0,0 1 1,1 0-1,-2-1 115,2 2-266,-1-1-1,1 0 1,0 0-1,0 0 1,0 0 0,0 1-1,0-1 1,0 0 0,0 1-1,0-1 1,0 1-1,0-1 1,0 1 0,0 0-1,0-1 1,0 1 0,0 0-1,1 0 1,-1-1-1,0 1 1,1 0 0,-1 0-1,0 0 1,1 0 0,-1 0-1,1 1 267,-8 17-13396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43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0 274 13827,'0'0'2404,"0"0"-212,30-15-249,16-7-1392,-1 2 36,-1-2 0,7-7-587,-46 26 53,1 0 0,-2-1 0,1 1-1,0-1 1,-1 0 0,1-1 0,-1 1-1,0-1 1,-1 0 0,1 1 0,-1-2-1,0 1 1,0 0 0,-1-1 0,1 1 0,-1-1-1,0 0 1,-1 0 0,1 1 0,-1-1-1,-1 0 1,1 0 0,-1 0 0,0-1-1,0 0-52,0 5 36,0 1-1,0 0 1,0 0 0,-1-1-1,1 1 1,0 0-1,0 0 1,-1 0-1,1-1 1,-1 1-1,1 0 1,-1 0-1,1 0 1,-1 0-1,0 0 1,0 0 0,1 0-1,-1 0 1,0 0-1,0 1 1,0-1-1,0 0 1,0 0-1,0 1 1,-1-1-36,-1-1 51,0 1 0,0 0 0,0 1 0,0-1 0,0 0-1,0 1 1,0 0 0,0 0 0,0 0 0,0 0 0,0 0-51,-4 0 43,1 1 0,0 0-1,0 0 1,0 1 0,0 0 0,1 0-1,-1 0 1,0 0 0,1 1 0,-1 0-1,-2 3-42,0 2 11,0 0-1,1 1 1,0 0 0,1 0-1,0 1 1,0 0-1,1 0 1,0 0-1,1 0 1,0 1-1,1 0 1,0 0 0,-1 7-11,0 2 0,1 0 0,1 0 1,1 0-1,1 0 1,1 1-1,0-1 0,3 6 0,-3-19-13,1-1 0,-1 0 0,2 0 0,-1 1-1,1-1 1,0-1 0,0 1 0,0 0-1,1-1 1,0 1 0,0-1 0,0 0 0,1-1-1,-1 1 1,1-1 0,0 0 0,1 0-1,-1 0 1,1-1 0,0 1 0,0-2-1,0 1 1,0 0 0,0-1 0,0-1 0,1 1 13,10 2-26,-1-1 1,1 0 0,0-1-1,0-1 1,0-1-1,0-1 1,0 0 0,-1-1-1,13-3 26,-21 3 17,0 1-1,-1-2 1,1 1-1,-1-1 1,0 0 0,0-1-1,0 0 1,0 0-1,0 0 1,-1-1-1,0 0 1,0 0-1,0-1 1,-1 1-1,0-1 1,0-1 0,0 1-1,3-6-16,3-10 263,-1 1-1,-1-2 1,-1 1-1,-1-1 1,1-10-263,22-63 332,-28 90-705,1 0 0,-1 1 0,2-1 0,-1 1 0,0 0 0,1 0 0,0 0 0,2-1 373,8-3-6948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43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23 218 11803,'0'0'7361,"0"0"-4872,0 0-889,0 0-976,0 0-336,0 0-232,-23-155 216,23 143 368,0 6-31,0 6-33,0-6-384,0 6 32,10-3-216,3 3-8,4-6-400,13-2-897,-4-1-3904,-3-3-12034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43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0 15947,'0'0'2825,"0"0"-520,0 0 375,0 0-1368,0 0-1000,0 0 161,76 232 111,-53-98 24,-3 0-208,-7-9-280,-6-18-32,0-17-88,-7-22-336,0-17-752,0-19-817,-14-20-4744</inkml:trace>
  <inkml:trace contextRef="#ctx0" brushRef="#br0" timeOffset="1">0 703 1040,'0'0'14883,"0"0"-10114,0 0-2912,0 0-1033,0 0-496,222-42-248,-143 30-80,-6-3-128,20-12-1272,-17 4-3225,-4 2-4761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44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 11562,'0'0'5882,"0"0"-2611,0 0-1427,0 0-667,-30 30-346,-26 30-162,-7 12-669,58-66 50,0 0-1,0 1 0,1-1 1,0 1-1,0 0 1,1 0-1,0 0 1,0 0-1,1 1 0,-1-1 1,2 1-1,-1-1 1,1 1-1,0 0 1,1 0-1,0 0 1,0 2-50,0 9 93,-1-13-72,1 1 1,0-1-1,0 0 0,1 0 1,0 0-1,0 1 1,0-1-1,1 0 1,-1 0-1,2 0 1,-1-1-1,1 1 1,0 0-22,-1-3-2,1 0 0,0 0 1,-1-1-1,1 1 0,0-1 1,1 0-1,-1 0 0,0 0 1,1 0-1,-1 0 0,1-1 1,-1 0-1,1 1 0,0-1 1,-1-1-1,1 1 0,0-1 1,0 1-1,0-1 0,0 0 1,1 0 1,0 0-35,0 0 0,1 0 0,-1-1 0,1 1 0,-1-1 0,0-1 0,0 1 0,1-1 0,-1 1 0,0-1 0,0-1 0,-1 1 0,1-1 0,0 0 0,-1 0 0,0 0-1,1-1 1,1-1 35,0-2-62,-1 0-1,1-1 0,-1 1 0,0-1 0,-1 0 0,0 0 0,0-1 0,-1 1 0,0-1 0,0-2 63,4-18 183,-2 0 0,-1 0 0,-1 0 0,-1 0 0,-2-12-183,-1 34 273,0 82-232,-2-33 7,3 0-1,2 0 1,6 41-48,-7-77-191,0 0 0,1-1 1,0 0-1,0 1 0,0-1 1,1 0-1,-1 0 0,1 0 1,0 0-1,1-1 1,-1 1-1,1-1 0,0 0 1,0 0-1,0 0 0,1-1 1,0 1 190,-3-2-235,1-1 1,-1 0 0,1 0-1,0 0 1,-1 0 0,1 0-1,0-1 1,0 1-1,-1-1 1,1 0 0,0 0-1,0 0 1,-1 0 0,1 0-1,0 0 1,0-1 0,-1 1-1,1-1 1,0 0 0,-1 0-1,1 0 1,0 0-1,-1-1 1,0 1 0,1 0-1,-1-1 1,0 0 0,0 0-1,1 1 1,-2-1 0,1 0-1,0-1 1,0 1 0,1-2 234,18-28-11708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46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5841,'0'0'4080,"0"0"-615,0 0 133,0 0-1174,0 0-677,0 0-44,16 28-293,52 94-341,-61-107-893,0 0 0,-1 1 0,-1-1 0,-1 1-1,0 0 1,-1 0 0,-1 0 0,0 4-176,6 35 194,-6-43-385,5 22 666,-4-28-1203,-2-18-1619,-1-21-1350,0-5-2238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46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10162,'0'0'1320,"0"0"-1320,0 0-5721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46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14347,'0'0'3830,"0"0"-1995,0 0-430,0 38-197,1 19-786,-3 179 1230,-16-44-257,7-97-1243,2 65-152,9-158-749,1-19-3141,4-8-2307,2-5-4940</inkml:trace>
  <inkml:trace contextRef="#ctx0" brushRef="#br0" timeOffset="0.99">375 396 14267,'0'0'2393,"0"0"-329,0 0-456,0 0-1136,185 0-472,-132 0-1440,-14 0-2473,-19 0-3408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47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1 435 11707,'0'0'3176,"0"0"-231,0 0-1,0 0-1103,0 0-1177,189 0-464,-103-15-200,39-5-776,-19-1-1785,-20 6-3208</inkml:trace>
  <inkml:trace contextRef="#ctx0" brushRef="#br0" timeOffset="1">868 1 9114,'0'0'9074,"0"0"-6994,0 0 665,0 0-689,26 193-1143,-13-121-353,-3-10-240,-3-5-136,0-7-112,-7-17-72,3-6-8,-3-15-256,3-3-376,0-9-465,1-9-167,-1-21-2753,0-12-2600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47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12643,'0'0'4449,"0"0"-2305,0 0 105,0 0-1353,212-45-720,-139 45-176,-14 0-416,-22 24-1825,-18 2-2120,-19 1-3920</inkml:trace>
  <inkml:trace contextRef="#ctx0" brushRef="#br0" timeOffset="1">90 322 13867,'0'0'2617,"0"0"319,0 0-543,0 0-977,0 0-960,0 0-312,201 3-144,-135-3-368,14 0-1184,-17-6-3081,-14 0-6306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47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0 12219,'0'0'3136,"0"0"-1079,0 0-233,0 0-568,172 185-415,-132-81 263,-20 15 96,-20 0-224,0-3-168,-33-6-439,-14-12-161,-9-5-160,-7-13-96,-3-6-233,-36 19-927,12-19-2713,11-11-4272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54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361 495 5049,'0'0'4486,"0"0"-2399,0 0 35,0 0 65,0 0-329,0 0-322,0-19-123,0-96 779,0 113-2163,0 0-1,0 0 0,-1 0 1,1-1-1,0 1 0,-1 0 1,0 0-1,1 0 0,-1 0 1,0 0-1,0 0 0,0 0 1,0 1-1,0-1 0,-1 0 1,1 0-1,-1 1 0,1-1 1,-1 1-1,1-1 1,-2 1-29,-1-2 73,0 1 0,0 0 0,0 0 0,0 0 1,-1 0-1,1 1 0,0 0 0,-1 0 1,0 0-1,-1 0-73,-5 0 98,1 1 0,-1 0 0,0 0 1,1 1-1,-1 0 0,1 1 0,0 0 0,-1 1 0,-3 2-98,3 0 0,0 1 1,1 0-1,0 1 0,0 0 0,1 0 0,0 1 0,0 0 0,1 1 1,0 0-1,1 0 0,0 1 0,0 0 0,1 0 0,0 1 0,-4 9 0,2-3 1,1 1 0,1 1-1,0-1 1,1 1 0,1 0-1,1 1 1,1-1 0,1 0-1,0 10 0,1-23 3,0-1-1,1 0 0,0 1 0,0-1 0,0 0 0,0 0 1,1 1-1,0-1 0,0 0 0,0-1 0,1 1 0,-1 0 1,1-1-1,1 1 0,-1-1 0,0 0 0,1 0 0,0 0 1,0-1-1,0 1 0,0-1 0,1 0 0,-1 0 0,1-1 1,0 1-1,0-1 0,0 0 0,0 0-2,13 4 8,1-2 0,0 1 0,0-2 0,1-1 1,-1 0-1,1-1 0,5-2-8,-13 1-6,0-1 1,-1 0-1,1-1 1,-1-1 0,1 0-1,-1 0 1,0-1-1,0 0 1,-1-1-1,1 0 1,-1-1 0,0 0-1,0-1 1,-1 0-1,0 0 1,0-1-1,-1 0 1,0 0 0,0-1-1,-1-1 1,0 1-1,-1-1 1,0 0-1,0 0 1,-1-1 0,0 1-1,-1-1 1,-1-1-1,2-6 6,4-29 25,-2-1 0,-3 0-1,-1 0 1,-3 0 0,-3-19-25,1 11 36,-1-2 249,-4 0 0,-7-29-285,10 65 155,8 157 275,23 74-537,1-72-2762,-15-88-2247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0:54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 10562,'0'0'2609,"0"0"-929,0 0 433,0 0-601,123 241-496,-94-122-56,-12 15 81,-17 0-465,0-3-32,-23-9-360,-17-12-184,-39 27-656,13-33-3353,-7-15-4377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1:58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73 3025,'0'0'8756,"0"0"-4436,0 0-709,0 0-1189,0 0-775,0-17-580,-1 4-893,0-27 222,1 38-313,-1 6 0,1 30 90,-7 973 1443,7-985-1625,1 0 0,0 0 1,2 0-1,1 0 1,0 0-1,2-1 1,1 5 8,-3-19-482,-2-10-151,0-19-490,-2-36-1586,0-10-3422,0 0-3311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1:58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1 242 5281,'0'0'6556,"0"0"-4211,22-31-360,14-19-137,28-28-1848,-57 70 118,1 1 1,0 0 0,0 0 0,0 1-1,0 0 1,1 1 0,0 0 0,1 0-1,-1 1 1,1 0 0,7-2-119,0 2 227,1 1 0,0 1 0,0 0 0,17 1-227,-29 1 61,1 0-12,-1-1 0,0 1 0,1 1 0,-1-1-1,0 1 1,1 0 0,-1 1 0,0-1 0,0 1 0,0 0 0,0 1 0,0-1 0,-1 1 0,1 0 0,-1 1 0,0-1 0,0 1 0,0 0 0,0 1 0,-1-1 0,1 1 0,-1 0 0,0 0 0,-1 0 0,1 0 0,-1 1 0,0-1 0,-1 1 0,1 0 0,-1 0 0,0 0 0,0 0-1,-1 0 1,0 0 0,0 1-49,1 6 136,0-1 0,0 1 0,-2-1-1,1 1 1,-2-1 0,1 1 0,-2 0-1,0-1 1,0 0 0,-1 1 0,-1-1 0,0 0-1,0 0 1,-1-1 0,-1 0 0,0 0-1,-1 0 1,0 0 0,0-1 0,-1 0-1,0-1 1,-1 0 0,0 0 0,-1-1-1,-3 3-135,-1 0 74,-1-1-1,-1 0 0,1-1 0,-1-1 0,-1 0 0,0-1 0,0-1 0,0 0 0,-1-2 0,0 0 0,0-1 0,0-1 0,0 0 1,0-1-1,-3-1-73,19 0-33,0 0 0,0-1 1,0 1-1,0 0 0,0-1 1,0 1-1,0-1 1,0 1-1,0-1 0,0 0 1,0 0-1,0 0 0,1 0 1,-1 0-1,0 0 0,1-1 1,-1 1-1,1-1 0,-1 1 1,1-1-1,0 1 1,-1-1-1,1 0 0,0 0 1,0 1-1,0-1 0,1 0 1,-1 0-1,0 0 0,1 0 1,-1 0-1,1 0 0,-1-2 33,1 0-303,-1-1 0,1 1 0,0-1 0,0 1-1,1-1 1,-1 0 0,1 1 0,0 0 0,0-1-1,0 1 1,1 0 0,0-1 0,-1 1 0,2 0-1,0-2 304,27-27-5313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1:59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0 2537,'0'0'10346,"0"0"-6393,0 0-2352,0 0-15,-15 38-120,-99 259 869,86-219-1337,3 1 0,-2 24-998,19-61 150,1 0 0,3 1 0,1-1 0,2 1 0,3 17-150,-2-55-16,0 0 0,1 0 0,0 0 1,0 0-1,1 0 0,0 0 0,-1 0 0,2-1 1,-1 1-1,0-1 0,1 1 0,0-1 0,0 0 1,0 0-1,0 0 0,1 0 0,0-1 1,0 0-1,0 1 0,0-1 0,0-1 0,0 1 1,5 2 15,9 2-651,0 0-1,0-1 1,0 0 0,1-2 0,12 2 651,-24-5-414,53 9-4695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11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10242,'0'0'2901,"0"0"-514,0 0 112,29-17-714,95-51-747,-119 65-980,1 0 0,-1 1-1,1-1 1,0 1-1,0 0 1,-1 1 0,2-1-1,-1 1 1,0 0-1,0 1 1,0-1-1,0 1 1,0 1 0,0-1-1,1 1 1,-1 0-1,0 0 1,0 1-1,0 0 1,-1 0 0,1 0-1,0 1 1,-1-1-1,1 1 1,-1 1 0,0-1-1,0 1 1,0 0-1,-1 0 1,0 0-1,1 1-57,8 12 84,-1 0 0,-1 0 0,0 1 0,-1 1-1,-1 0 1,-1 0 0,2 9-84,-8-24 22,20 64 240,-3 1 0,-3 2 0,-3-1 0,0 23-262,24 124 375,-37-217-375,9 29-334,-8-28 302,0-1 0,-1 1 0,1 0 0,0 0 0,0-1 0,0 1-1,0 0 1,0-1 0,0 1 0,0-1 0,0 1 0,0-1 0,0 0 0,0 1 0,0-1 0,0 0-1,0 0 1,0 0 0,0 0 0,0 0 0,0 0 0,1 0 32,-1 0-87,-1 0 0,1-1 0,-1 1-1,1 0 1,-1 0 0,0-1 0,1 1 0,-1 0 0,1-1 0,-1 1 0,0-1-1,1 1 1,-1 0 0,0-1 0,1 1 0,-1-1 0,0 1 0,0-1-1,0 1 1,1-1 0,-1 1 0,0-1 0,0 1 0,0-1 0,0 1 0,0-1-1,0 1 1,0-1 0,0 1 0,0-1 0,0 0 87,0-23-3485,-1 17 1488,1-22-5583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11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480 0 13003,'0'0'2482,"0"0"-539,0 0-482,0 0-480,-14 28-44,1-4-690,-10 23 341,-3-1 0,-1-1 0,-11 9-588,-24 23 1298,-37 33-1298,30-36 793,-18 30-793,66-71-617,20-32-498,22-14-4484,1-7 528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12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11682,'0'0'4153,"0"0"-2504,0 0 751,0 0-847,0 0-529,0 0-344,0 0-248,209 0-304,-166 0-80,-7 0-48,-6 3-168,-10 0-680,-10 6-1009,-7 0-2567,-3 0-2794</inkml:trace>
  <inkml:trace contextRef="#ctx0" brushRef="#br0" timeOffset="1">4 307 6849,'0'0'7138,"0"0"-5322,0 0 1121,0 0-1025,0 0-1039,0 0-521,0 0-312,234 0-40,-177-15-1353,-11 1-4584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12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9762,'0'0'6385,"0"0"-3680,0 0-851,0 0-261,0 0-467,1 26-331,2 89-123,-3-107-616,0 1 0,-1-1 0,0 1 0,-1-1 0,1 0 0,-2 1 0,1-1 0,-1 0 0,0 0 0,-1-1 0,0 1 0,0-1 0,0 0 0,-5 5-56,5-6 16,0 0 0,-1 1 0,2 0 0,-1 0 0,1 0 0,0 0 0,1 0 0,0 1 0,0 0-16,2-7 1,0 0 0,0 0 0,1 0 0,-1 0 0,0 0 0,1 0 0,-1 0-1,1 0 1,-1 0 0,1-1 0,0 1 0,-1 0 0,1 0 0,0 0 0,-1-1 0,1 1 0,0 0 0,0-1 0,0 1-1,0 0 1,0-1 0,0 0 0,0 1 0,-1-1 0,1 1 0,0-1 0,1 0 0,-1 0 0,0 0 0,0 1 0,0-1-1,0 0 1,0 0 0,0 0 0,0-1-1,50 5 56,-42-4-30,-3 0-25,69 3-681,53-6 680,-124 2-64,0 0 1,0 1 0,1-1-1,-1-1 1,0 1 0,0-1-1,0 1 1,-1-1 0,1 0-1,0-1 1,-1 1 0,1-1-1,-1 1 1,0-1 0,0 0-1,0 0 1,0 0-1,0-1 1,-1 1 0,1-1-1,-1 0 1,0 1 0,0-1-1,-1 0 1,1 0 0,-1 0-1,0 0 1,0 0 0,0-2 63,4-17-90,-2 1 0,-1-1 1,-1 1-1,-1-1 1,-1-4 89,1-1 80,0-65 1905,13 181-752,-8 108-241,-6-125-864,4 0 0,2-1 1,7 20-129,-11-85-47,0 0 1,0-1 0,0 1-1,1 0 1,0-1 0,0 1 0,0-1-1,1 0 1,-1 0 0,2 1 46,-3-3-147,0-1 0,0 0 0,0 0 0,0 0 0,0-1 0,0 1 0,1 0 0,-1 0-1,0 0 1,1-1 0,-1 1 0,0-1 0,1 1 0,-1-1 0,1 0 0,-1 1 0,1-1 0,-1 0 0,1 0 0,-1 0 0,1 0 0,-1 0 0,1-1 0,-1 1 0,0 0 0,1-1 0,-1 1 0,1-1 0,-1 1 0,0-1 0,1 1 0,-1-1-1,0 0 1,0 0 0,1 0 147,18-19-7000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13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13067,'0'0'3823,"0"0"-1167,0 0-413,0 0-856,17 27-510,-8-13-751,13 20 128,-2 0 1,-2 2 0,-1 0-1,-2 1 1,1 8-255,0 21 260,-3 1 0,-3 1 0,-3-1 0,-3 1 0,-3 0 0,-5 37-260,3-87-118,-2 0-1,0 0 1,-1-1-1,-1 1 1,0-1-1,-1 0 1,-1 0-1,-1 0 1,0-1-1,-1 0 1,-1-1-1,-1 0 1,0-1-1,-11 11 119,21-23-1648,3-2-1366,13-5-3539,7-10-6153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13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7682,'0'0'9042,"0"0"-7162,0 0 424,0 0-1119,0 0-697,0 0-368,205 24-56,-155-4-64,-7-2-152,-14 0-424,-5-6-721,-11-3-1575,-7-3-3314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13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13339,'0'0'3905,"0"0"-929,0 0-1167,0 0-1041,179 6-552,-83-6-216,-14 0-1160,-19-3-4097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15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 11843,'0'0'3872,"0"0"-2639,0 0 439,0 0-224,-66 155-183,39-75-249,11 3-416,6-5-320,10-10-136,0-11-96,7-10-32,16-14-16,10-9-440,23-18-912,-6-6-3081,-4 0-3281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15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43 14299,'0'0'2122,"0"0"-697,0 0-16,-6 33-374,-21 110-389,25-132-574,1 1-1,0-1 0,1 0 0,0 0 0,1 0 0,0 0 0,1 1 0,0-1 0,1 0-71,-1-5 48,0 0 1,1 1-1,0-1 1,0 0-1,0 0 1,1 0-1,-1-1 0,1 1 1,1-1-1,-1 0 1,6 5-49,-4-5 43,1-1-1,0 1 1,0-1 0,0-1 0,0 1 0,1-1 0,-1 0 0,1-1 0,0 0-1,0 0 1,0-1 0,0 0 0,0 0 0,0-1 0,0 0 0,0 0 0,0-1-1,0 0 1,0 0 0,6-2-43,-10 2 16,0 0-1,0-1 1,-1 1 0,1-1-1,0 0 1,-1 1 0,1-2-1,-1 1 1,0 0-1,0-1 1,0 1 0,0-1-1,0 0 1,-1 0-1,1 0 1,1-3-16,1-1 59,-2-1 1,1 1-1,-1-1 0,0 1 1,0-1-1,-1 0 0,0 0 1,0-3-60,1-15 299,-1-1 0,-1 1 0,-2-1 0,-2-19-299,2 37 35,-1 1 0,0 0 0,0-1 1,-1 1-1,0 0 0,0 0 1,-1 0-1,0 1 0,0 0 0,0-1 1,-1 1-1,-1 1 0,1-1 1,-1 1-1,0 0 0,0 0 0,-1 1 1,0-1-1,0 1 0,0 1 1,0 0-1,-1 0 0,0 0 0,0 1 1,0 0-1,0 0 0,0 1 0,-1 0 1,1 1-1,0 0 0,-1 0 1,0 1-1,-5 0-35,10 0-1686,4 2-3515,3 5-6177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15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13411,'0'0'3217,"0"0"-625,0 0 153,-73 184-1369,56-136-752,1-9-352,6-7-256,0-5 48,3-6-64,4-6-200,3-9-640,7-9-1264,22-24-1873,8-12-4625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16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8186,'0'0'6049,"0"0"-3462,0 0-320,0 0-574,32-6-796,99-15-441,-129 20-439,1 1-1,-1 0 0,0-1 1,0 1-1,1 0 0,-1 0 1,0 0-1,0 0 0,1 1 1,-1-1-1,0 1 0,0-1 1,0 1-1,0 0 0,1 0 1,-1 0-1,0 0 0,-1 0 1,1 0-1,0 1 0,0-1 1,0 0-1,-1 1 0,1 0 1,-1-1-1,1 1 1,-1 0-1,1 0-16,-1 2 30,0-1 0,0 1-1,0 0 1,0-1 0,-1 1 0,0 0 0,1 0 0,-1 0 0,-1 0-1,1 0 1,0 0-30,-1 5 84,2 1-34,-1 0 0,0 0-1,-1-1 1,0 1 0,0 0 0,-1-1 0,0 1 0,-1-1 0,0 0-1,-1 0 1,0 0 0,0 0 0,-1 0 0,0-1 0,0 0-1,-2 2-49,-11 13 39,4-6-13,0 1 1,2 0-1,0 1 1,0 1-1,2 0 1,1 0 0,0 1-1,1 1-26,8-21 14,-1 0 0,1 0 0,0 0 1,-1 0-1,1 0 0,0 0 0,0 0 0,0 0 0,0 0 0,-1 0 0,2 0 0,-1 0 1,0 1-1,0-1 0,0 0 0,0 0 0,1 0 0,-1 0 0,0 0 0,1 0 0,-1 0 0,1 0 1,-1 0-1,1-1 0,0 1 0,-1 0 0,1 0 0,0 0 0,0-1 0,-1 1 0,1 0 1,0-1-1,0 1 0,0 0 0,0-1 0,0 1 0,1-1-14,3 1 80,0 0 1,0-1-1,0 1 0,0-1 0,0-1 1,0 1-1,4-1-80,5-1-46,7 0-39,1-1-1,-1-1 1,0-1 0,0-1 0,18-7 85,-20 5-1476,0-1 1,0-1-1,13-10 1476,5-6-5963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16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6425,'0'0'7306,"0"0"-5058,0 0 201,0 0-617,0 0-559,179 223-225,-159-137-160,-14 0-216,-6-2-200,0-10-216,-10-6-152,-13-5-40,-3-10-64,-1-5-176,1-3-1080,9-13-2985,4-11-2048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16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 12347,'0'0'5993,"0"0"-4377,0 0 25,0 0-265,0 0-400,-166 220-296,150-143-344,16-5-216,0-10-120,13-5 0,20-13-312,7-8-352,36-24-1408,-13-12-3906,-4 0-6160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17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48 11106,'0'0'3912,"0"0"-2130,0 0 379,-23 33-311,-72 111-576,91-137-1189,0 0-1,0 0 1,0 1 0,1 0 0,0-1 0,1 1 0,-1 0 0,1 1-1,1-1 1,0 0 0,0 0 0,1 1 0,0-1 0,0 0 0,1 5-85,0 1 99,-1-11-79,1 0 0,-1 0 1,1 1-1,0-1 0,-1 0 0,1 0 0,1 0 1,-1 0-1,0 0 0,1 0 0,0 0 1,-1 0-1,1-1 0,0 1 0,1-1 0,-1 1 1,0-1-1,1 0 0,2 2-20,0-1 16,1 1-1,0-1 0,0 0 1,0-1-1,0 0 1,0 0-1,0 0 1,1-1-1,-1 1 1,2-1-16,8 0 23,0 0 1,0-1-1,0-1 1,0 0-1,0-1 1,0 0-1,0-2 1,5-1-24,-13 2 14,0 0 0,0-1 1,0 0-1,0 0 0,-1 0 1,0-1-1,0 0 0,0-1 1,0 0-1,-1 0 0,0 0 1,0 0-1,0-1 0,-1 0 1,0 0-1,-1-1 0,4-7-14,-3 4 100,-1 0 0,0-1-1,-1 1 1,0-1 0,-1 1 0,0-1 0,-1 0-1,0 0 1,-1 0 0,-1 0 0,0 1-1,0-1 1,-1-1-100,-1 3 62,-1 0 1,0 0-1,0 1 0,-1 0 0,0 0 0,0 0 0,-1 1 1,-1-1-1,1 1 0,-1 1 0,0-1 0,-1 1 1,0 1-1,0-1 0,-1 1 0,1 1 0,-1-1 0,-1 2 1,1-1-1,-1 1 0,1 1 0,-1-1 0,0 2 0,-10-2-62,20 4-58,-1-1-1,1 1 0,0 0 0,-1 0 0,1 0 0,0 0 1,-1 0-1,1 0 0,0 0 0,-1 0 0,1 0 0,-1 0 1,1 0-1,0 0 0,-1 1 0,1-1 0,0 0 0,-1 0 1,1 0-1,0 0 0,-1 1 0,1-1 0,0 0 0,0 0 0,-1 0 1,1 1-1,0-1 0,0 0 0,-1 1 0,1-1 0,0 0 1,0 0-1,0 1 0,-1-1 0,1 0 0,0 1 0,0-1 1,0 1-1,0-1 0,0 0 0,0 1 0,0-1 0,0 0 1,0 1-1,0-1 0,0 0 59,6 18-4626,14 6-3664</inkml:trace>
  <inkml:trace contextRef="#ctx0" brushRef="#br0" timeOffset="1">439 461 13435,'0'0'3905,"0"0"-1449,0 0 41,-33 203-841,19-153-728,11-5-616,0-9-192,3-7-120,0-11-8,0-6-632,43-12-1104,6 0-3505,4-18-4377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17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93 266 3393,'0'0'9786,"0"0"-6533,0 0-1270,0 0-451,0 0-848,0 0-459,-15 12-111,5-5-95,5-3-7,0 0 0,0 0 0,0 1 0,0 0 0,0 0 0,1 0 0,-3 5-12,5-7 7,1 0-1,-1 0 1,1 0 0,0 0-1,0 0 1,0 0-1,1 1 1,-1-1 0,1 0-1,0 0 1,0 1 0,0-1-1,0 0 1,0 1 0,1-1-1,-1 0 1,1 0 0,0 1-1,0-1 1,0 0 0,1 1-7,17 42 270,-2 1 1,-2 1 0,-2 1 0,-2-1 0,-3 2 0,-1-1 0,-1 47-271,-7-95 7,1 0-1,0 0 1,0 0-1,-1 0 1,1 0 0,0 0-1,-1-1 1,1 1-1,-1 0 1,0 0 0,1-1-1,-1 1 1,1 0-1,-1-1 1,0 1 0,1-1-1,-1 1 1,0-1-1,0 1 1,0-1 0,1 1-1,-1-1 1,0 0-1,0 1 1,0-1 0,0 0-1,0 0 1,0 0-1,0 1 1,1-1 0,-1 0-1,0 0 1,0-1 0,0 1-1,0 0 1,0 0-1,0 0 1,0-1 0,0 1-7,-2 0 24,-1-1 1,1 1-1,-1-1 1,1 0-1,-1 0 1,1 0 0,0-1-1,-1 1 1,1-1-1,0 0 1,-1-1-25,0-1 64,0 0 0,0-1 0,0 1 0,1-1 1,-1 0-1,1-1 0,0 1 0,1 0 0,-1-1 0,1 0 0,0 1 0,1-1 0,-1 0 0,1-2-64,-2-13 133,0 0 0,2 0 0,1-12-133,0 27 2,0 0-1,1 0 0,0 0 0,0 0 0,1 0 1,0 0-1,0 1 0,0-1 0,0 1 1,1-1-1,0 1 0,0 0 0,1 0 1,-1 0-1,1 1 0,0-1 0,0 1 0,1 0 1,-1 0-1,4-2-1,12-8 2,1 1-1,1 0 1,0 2 0,14-5-2,32-18 0,-56 27-22,-1 0 0,1-1 1,-2-1-1,1 1 0,-1-2 0,0 0 0,-1 0 0,-1 0 0,1-1 0,-1-1 0,-1 1 0,0-1 0,-1 0 0,0-1 0,-1 1 0,-1-1 1,0 0-1,0-1 22,12-32-571,-9 29-1106,0 1-1,2 0 1,-1 1-1,2 0 1,0 0-1,4-3 1678,26-24-1898,-35 38 2205,37-27 6034,-40 30-6167,0 0 1,0 0-1,0 0 1,0 1-1,0-1 0,0 1 1,0-1-1,0 1 1,0 0-1,1 0 1,-1 0-1,0 0 1,0 0-1,0 0 1,0 1-1,0-1 0,0 1 1,0-1-1,0 1 1,0 0-1,0 0 1,0 0-1,0 0 1,0 0-175,4 5 106,0 0 1,0 0-1,0 0 1,0 1-1,-1 0 1,0 0 0,-1 0-1,0 0 1,0 1-1,0 0 1,-1 0-1,1 3-106,6 19 235,-1 0-1,4 27-234,-3 6-152,-2 1 0,-3 0-1,-3 0 1,-3 1 0,-5 24 152,5-77-760,-1 0-1,-1 0 0,0 0 0,0 0 0,-1 0 0,-1 0 761,-8 14-5138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18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49 856,'0'0'8469,"0"0"-3896,0 0-1859,0 0-506,0 0-592,0 0-443,-7-2-229,-21-9-93,27 11-837,1 0 0,0 0 1,0 0-1,-1 0 0,1-1 1,0 1-1,0 0 0,0 0 1,0 0-1,-1 0 0,1 0 0,0 0 1,0-1-1,0 1 0,0 0 1,-1 0-1,1 0 0,0 0 1,0-1-1,0 1 0,0 0 1,0 0-1,0 0 0,0-1 1,0 1-1,0 0 0,0 0 1,0-1-1,0 1 0,0 0 0,0 0 1,0 0-1,0-1 0,0 1 1,0 0-1,0 0 0,0 0 1,0-1-1,0 1 0,0 0 1,0 0-1,0-1 0,0 1 1,0 0-1,1 0 0,-1 0 1,0 0-1,0-1 0,0 1 0,0 0 1,0 0-1,1 0 0,-1 0 1,0 0-1,0 0 0,0-1 1,1 1-1,-1 0 0,0 0 1,0 0-1,0 0 0,1 0 1,-1 0-1,0 0 0,0 0 1,0 0-1,1 0-14,15-6 151,-15 6-117,20-6 34,1 1 1,-1 2-1,1 0 0,0 1 1,0 2-1,0 0 1,10 2-69,-30-2-2,0 1 0,0-1 0,0 1-1,0 0 1,-1 0 0,1 0 0,0 0 0,0 0 0,-1 0 0,1 0 0,-1 0 0,1 1 0,-1-1 0,1 1 0,-1-1 0,0 1 0,1 0 0,-1-1 0,0 1 0,0 0 0,-1 0 0,1 0 0,0 0-1,-1 0 1,1-1 0,-1 1 0,1 0 0,-1 1 0,0-1 0,0 0 0,0 0 0,0 0 0,0 0 2,0 3 2,0 0-1,0 0 1,-1-1-1,1 1 1,-1 0-1,0 0 1,0-1-1,-1 1 1,0-1-1,1 1 1,-2-1-1,1 0 1,0 0-1,-1 1-1,-7 5 8,-1-1 1,0 0-1,-1-1 1,1 0-1,-2 0 1,1-1-1,-13 4-8,-7 5-143,94-12-891,-58-4 1035,0 0-1,0 1 0,0-1 0,0 1 0,0 0 0,0 0 0,0 0 0,0 1 0,0-1 0,0 1 0,0 0 0,-1 0 0,1 0 0,-1 1 1,1-1-1,-1 1 0,0 0 0,0 0 0,0 0 0,-1 0 0,1 0 0,-1 1 0,2 2 0,-1-1 1,0 1 0,-1 0 0,0 0 0,0 0-1,0 0 1,-1 0 0,0 0 0,0 1 0,0-1 0,-1 0 0,0 1 0,0-1-1,0 0 1,-1 1 0,-1 3-1,0-6 7,0 1-1,0-1 1,0 0-1,0 0 1,-1-1 0,0 1-1,0 0 1,0-1-1,0 0 1,0 1 0,-1-1-1,1-1 1,-1 1-1,0 0 1,0-1 0,0 0-1,0 0 1,0 0-1,0 0 1,-1-1 0,1 0-1,-1 0 1,0 0-7,-16 5-118,-1-1 1,0-2-1,0 0 0,-7-1 118,-65-1-5613,57-4-577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20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7890,'0'0'4454,"0"0"-1701,0 0-58,0 0-492,0 0-520,0 0-1637,-1 0 0,1 0 1,0 0-1,0 0 0,0 0 0,0 0 0,0 0 0,-1 0 1,1 0-1,0 0 0,0 0 0,0 0 0,0 0 1,0 0-1,-1 0 0,1 0 0,0 0 0,0 0 0,0 0 1,0 0-1,-1 0 0,1 0 0,0 0 0,0 0 1,0 0-1,0 0 0,0 0 0,0 1 0,-1-1 0,1 0 1,0 0-1,0 0 0,0 0 0,0 0 0,0 0 1,0 0-1,0 1 0,0-1 0,-1 0 0,1 0 0,0 0 1,0 0-1,0 0 0,0 1 0,0-1 0,0 0 1,0 0-1,0 0 0,0 0 0,0 1 0,0-1 0,0 0 1,0 0-1,0 0 0,0 0 0,0 0 0,0 1 1,0-1-1,1 0 0,-1 0 0,0 0 0,0 0-46,22 3 432,1-1 0,0-1-1,0-1 1,17-2-432,22-1 144,140 0-1771,-202 3 1450,0 1 0,0-1 0,1 0 0,-1 0 0,0 0 0,0 0 0,0 0 0,1 0 0,-1 1 0,0-1 0,0 0-1,1 0 1,-1 0 0,0 0 0,0 1 0,0-1 0,0 0 0,0 0 0,1 1 0,-1-1 0,0 0 0,0 0 0,0 1 0,0-1 0,0 0 0,0 0-1,0 1 1,0-1 0,0 0 0,0 0 0,0 1 0,0-1 0,0 0 0,0 0 0,0 1 0,0-1 0,0 0 0,0 0 0,0 1 0,0-1 0,-1 0 177,1 1-1141,0 10-7506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20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9762,'0'0'2849,"0"0"-529,0 0 217,0 0-1097,0 0-880,175 0-384,-115 0-176,-11 0-1200,-9 8-3929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35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8554,'0'0'4938,"0"0"-2741,-8 30-90,1-3-1642,-2 2-23,2 1 1,1 0-1,2 1 0,1-1 0,0 25-442,3-42 48,1 0 0,0-1 0,0 1 0,1-1 0,1 1 0,0-1 0,1 0 0,0 0 0,1 0 0,0-1 0,1 1 0,0-1 0,1-1 0,0 1 0,1-1 0,0 0 0,0-1 0,1 0 0,0 0 0,1-1 0,0 0 0,0-1 0,1 0 0,0 0 0,0-1 0,0-1 0,1 0 0,0-1 0,0 0 0,0 0-1,1-1 1,-1-1 0,1 0 0,7-1-48,-11 0 16,0-1 0,-1 0-1,1 0 1,0-1 0,0-1 0,-1 1-1,1-1 1,-1-1 0,1 1-1,-1-2 1,6-2-16,-9 3 36,1-1 1,-2 1 0,1-1-1,0 0 1,-1-1-1,0 1 1,0-1-1,0 1 1,0-1-1,-1-1 1,0 1-1,0 0 1,0-1-1,-1 1 1,0-1-1,0 0 1,0-1-37,2-4 187,-2 0 1,1 0 0,-1 0-1,-1 0 1,0 0-1,-1-1 1,0 1 0,0 0-1,-1 0 1,-1 0-1,-2-10-187,1 13 105,0-1 0,0 1-1,0 1 1,-1-1-1,-1 0 1,1 1 0,-1 0-1,0 0 1,-1 0 0,0 1-1,0 0 1,0 0-1,-1 0 1,1 1 0,-7-3-105,-5-3 54,-1 1 0,0 1 1,0 0-1,-1 2 0,-1 0 1,1 2-1,-1 0 0,0 1 1,0 1-1,0 1 0,0 1 1,-16 1-55,36 0-41,0 0-1,0 0 1,0-1 0,0 1 0,0 1-1,0-1 1,0 0 0,0 0 0,0 0-1,1 0 1,-1 1 0,0-1 0,0 0-1,0 1 1,0-1 0,0 1 0,0-1-1,1 1 1,-1-1 0,0 1 0,0 0-1,1-1 1,-1 1 0,1 0 0,-1 0-1,0-1 1,0 2 41,1 0-354,-1 1 0,1-1-1,0 0 1,0 1 0,0-1 0,0 0-1,0 1 1,0-1 0,1 0 0,-1 1-1,1 1 355,8 17-6496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35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1384,'0'0'12747,"0"0"-10050,0 0 1223,-59 218-2263,32-150-705,4-2-472,7-13-216,6-5-176,3-16-88,7-14-352,7-18-1424,22-9-2801,1-23-4561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35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13531,'0'0'2495,"0"0"-245,0 0-126,4 27-533,0-3-1287,4 21 268,-3 0 0,-1 1 1,-3 7-573,1 43 690,0-38-507,-2-1 1,-3 0-1,-7 41-183,7-68-31,3-30-8,0 0 0,0 1-1,0-1 1,0 0 0,0 0-1,0 1 1,0-1 0,0 0-1,0 0 1,0 1 0,0-1-1,0 0 1,0 0 0,0 1-1,0-1 1,0 0 0,0 0-1,0 1 1,1-1 0,-1 0-1,0 0 1,0 0 0,0 1-1,0-1 1,1 0 0,-1 0-1,0 0 1,0 0 0,0 0-1,1 1 1,-1-1 0,0 0-1,0 0 1,1 0 0,-1 0-1,0 0 1,0 0 0,0 0-1,1 0 1,-1 0 0,0 0-1,0 0 1,1 0 39,3-2-871,-1-1 0,1 0 0,0 0 0,-1 0 0,0 0-1,1 0 1,-1-1 0,0 0 871,5-5-1851,25-29-12027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36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36 5145,'0'0'8626,"0"0"-5433,0 0-655,-5 33-562,0 6-1520,-3 9 64,3 1 1,2-1 0,2 7-521,1-46 25,0-1 1,0 1-1,1-1 1,0 0-1,0 1 1,1-1-1,0 0 1,1 0-1,-1 0 1,1 0 0,1 0-1,0-1 1,0 1-1,0-1 1,1 0-1,0-1 1,1 1-1,-1-1 1,1 0-1,0 0 1,1-1-1,-1 1 1,1-2-1,0 1 1,0-1-1,1 0 1,-1 0-1,1-1 1,0 0 0,0 0-1,0-1 1,0 0-1,1 0 1,-1-1-1,2 0-25,0 0 10,0-1-1,0 1 0,0-2 1,0 1-1,0-1 0,0-1 0,0 0 1,0-1-1,0 1 0,0-2 1,-1 1-1,0-1 0,2-2-9,-4 2 7,0 0 0,-1-1 0,0 0-1,0 0 1,0-1 0,-1 0 0,1 0-1,-2 0 1,1 0 0,0-1 0,-1 1 0,-1-1-1,1-1 1,-1 1 0,0 0 0,0-1-1,0-2-6,0 0 61,0 0-1,-1 0 1,0 0-1,-1 0 1,0 0-1,0-1 1,-1 1-1,0 0 1,-1-1-1,0 1 1,-1 0-1,0 0 1,-1 0-1,0 0 1,0 0-1,-1 1 1,0 0-1,-1-1 1,0 1-1,0 1 1,-1-1-1,0 1 1,-1 0-1,1 0 1,-9-6-61,-1-1 43,-1 1 1,0 1-1,-1 1 1,-1 0 0,0 2-1,0 0 1,-1 1-1,-1 1 1,1 0 0,-22-4-44,70 32-7107,8-7-2134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36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32 10698,'0'0'4640,"0"0"-2385,0 0-481,0 0-829,31-7-599,97-15-220,-125 21-123,0 0-1,0 1 0,-1 0 0,1 0 0,0 0 0,0 0 0,0 0 0,-1 0 0,1 1 0,0-1 0,0 1 0,-1 0 0,1 0 0,-1 0 1,1 0-1,0 0 0,-1 1 0,0-1 0,1 1 0,-1-1 0,0 1 0,0 0 0,0 0 0,0 0 0,0 0 0,0 0 0,-1 1 0,1-1 1,-1 0-1,1 3-2,1 2 11,-1 0 0,-1 0 0,1 1 1,-1-1-1,-1 1 0,1-1 0,-1 1 0,-1 5-11,1-2 36,-1-3 27,0 1-1,0-1 1,-1 0-1,0 0 1,0 0-1,-1 0 0,0 0 1,0-1-1,-1 1 1,0-1-1,0 0 0,-1 0 1,1 0-1,-2 0 1,-2 2-63,-16 16 170,-1-1 0,-1-2 0,-9 6-170,-35 31 92,68-57-50,0 0 0,0-1 0,0 1-1,1 0 1,-1 0 0,1 0 0,-1 0-1,1 0 1,0 0 0,0 1 0,0-1-1,0 0 1,0 1 0,0-1 0,0 1-1,1-1 1,0 1 0,-1-1-42,2 0 68,-1-1 1,1 1 0,-1-1-1,1 0 1,-1 0-1,1 1 1,0-1 0,0 0-1,0 0 1,0 0-1,0 0 1,0 0 0,0 0-1,0 0 1,0 0-1,0 0 1,1 0-1,-1-1 1,0 1 0,0 0-1,1-1 1,-1 1-1,1-1 1,-1 0 0,0 1-1,1-1 1,-1 0-1,1 0 1,-1 0-69,39 6 327,0-2 0,0-1 0,34-4-327,-38 1 45,-27 0-281,0-1 0,0 0 1,0-1-1,0 0 1,-1 0-1,1-1 0,0 0 1,-1-1-1,0 1 1,0-2-1,0 1 0,0-1 1,-1 0-1,0-1 1,6-5 235,11-12-5636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36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13 13555,'0'0'4095,"0"0"-1477,0 0-1025,0 0-852,0 0-214,0 0 82,-3 33-166,-26 218-29,28-245-409,1 0 1,-1 0 0,1-1 0,0 1 0,1 0-1,-1 0 1,1 0 0,1 2-6,-1-6 4,0 0-1,0 0 1,0-1-1,0 1 1,0 0 0,0-1-1,1 1 1,-1-1-1,1 1 1,-1-1-1,1 0 1,-1 0 0,1 0-1,0 0 1,-1 0-1,1 0 1,0 0 0,0 0-1,0-1 1,0 1-1,0 0 1,0-1-1,0 0 1,-1 0 0,3 1-4,16 2-101,0-1 1,1-1-1,-1-1 1,1 0-1,-1-2 1,0 0-1,1-1 1,-1-1-1,17-7 101,-15 4-1382,-2-2 0,1 0 0,-1-1 0,0-1 0,10-9 1382,9-8-5121</inkml:trace>
  <inkml:trace contextRef="#ctx0" brushRef="#br0" timeOffset="1">434 1 13779,'0'0'5769,"0"0"-2768,0 0-1553,0 0-824,0 0 336,0 0-143,0 214-305,10-137-240,0-2-184,0 2-88,3-6-288,-3 19-824,-7-19-1393,1-11-5505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38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12123,'0'0'2752,"0"0"-1776,0 0 1577,0 0-785,0 0-1016,0 0-199,0 0-129,135 5-232,-95-5-72,0 0-16,-7 0-64,-3 0-40,-11 0-128,-15 0-1281,-4 0-2871,0 6-3450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38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5841,'0'0'6842,"0"0"-5450,0 0 376,0 0-183,0 0-889,0 0-456,0 0-152,158 15-88,-115-6-144,-9 0-1857,-8-3-6728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47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320 551 2601,'0'0'1405,"0"0"-61,0 0-214,0 0-103,0 0-35,0-1 7391,0-3-4221,-1-20-3723,-3 20-431,1 0-1,0 1 0,-1 0 1,1 0-1,-1 0 0,0 0 0,0 0 1,0 1-1,0 0 0,-1 0 1,1 0-1,-1 0 0,1 1 1,-1 0-1,0 0 0,-1-1-7,-13 0 22,1 0-1,-1 1 0,-12 2-21,11-1 19,15 1-9,0 0 0,0 0 0,0 0-1,1 1 1,-1 0 0,0 0 0,1 0-1,-1 1 1,1-1 0,0 1 0,0 0 0,0 0-1,0 1 1,0-1 0,1 1 0,0 0-1,-1-1 1,1 2 0,1-1 0,-2 1-10,-3 6 21,0 1 1,1 0 0,0 0-1,0 0 1,1 0-1,1 1 1,0 2-22,1-4 7,1 1 0,0-1-1,0 1 1,1-1 0,1 1 0,0-1-1,1 1 1,0-1 0,1 1 0,2 10-7,-2-17 3,0 0 0,0 0 0,1 0 0,-1 0 0,1 0 0,0 0 0,1-1 1,-1 1-1,1-1 0,0 0 0,0 0 0,0 0 0,0-1 0,1 0 0,0 1 0,-1-1 1,1-1-1,0 1 0,0-1 0,1 0 0,-1 0 0,4 0-3,2 2 8,0-1 0,0-1 0,0 1 0,0-2 0,1 0 0,-1 0 0,1-1 0,-1-1 0,1 1 0,-1-2 0,0 0 0,1 0-8,-7 0 4,1 0-1,-1 0 1,0-1-1,1 0 0,-1 0 1,0 0-1,-1 0 1,1-1-1,0 0 0,-1 0 1,0 0-1,0 0 1,0-1-1,-1 1 1,1-1-1,-1 0 0,0 0 1,-1 0-1,1-1 1,-1 1-1,0-1 0,0 1 1,0-6-4,3-14 9,-2 0 0,-1 0 1,0-1-1,-2 1 1,-2-13-10,0-18 18,-1-19 189,-9-45-207,4 46 869,2-45-869,6-33 1611,0 151-1421,0 5-137,-10 663-194,10-663-20,0 0 1,0 1 0,0-1-1,1 0 1,-1 1 0,1-1-1,1 0 1,-1 0 0,0 0-1,1 0 1,0 0-1,0 0 1,0-1 0,1 3 160,0-3-763,0 0 0,0 0 0,0-1 0,0 1 0,0-1 0,0 1 0,1-1 0,-1 0 0,4 1 763,20 8-10474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47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40 11899,'0'0'1693,"0"0"200,0 0-121,0 34-538,-1 10-910,-2 10 139,4-1 0,1 1 0,3 0-463,8 21 319,-13-74-224,0-10 540,-11-88 246,7 72-574,1 0 0,1-1 0,2-20-307,0 38 22,1 1 0,0-1 0,0 1 0,1-1 0,0 1 0,0-1 0,1 1 0,0 0 0,0 0 0,1 1 0,0-1 1,0 1-1,0-1 0,5-3-22,-2 3 5,0-1 0,1 1 1,0 1-1,0 0 0,1 0 1,0 0-1,0 1 0,0 1 1,8-3-6,-15 5-1,1 1 1,0 0 0,0 0 0,1 0 0,-1 0 0,0 1-1,0-1 1,0 1 0,0 0 0,1 0 0,-1 0 0,0 0-1,0 1 1,0-1 0,1 1 0,-1 0 0,0-1 0,0 2-1,0-1 1,0 0 0,-1 1 0,1-1 0,0 1 0,0 0-1,-1 0 1,1 0 0,-1 0 0,0 0 0,1 0-1,-1 1 1,1 2 0,6 10 20,0 1 0,-2 0 0,0 0 0,-1 1 0,0 0 0,-2 0 0,0 0 0,2 17-20,-1 20-814,-2-1 0,-2 17 814,-1-69-111,0-1-1,0 1 1,0-1 0,1 1-1,-1-1 1,0 1-1,0-1 1,0 1 0,1-1-1,-1 1 1,0-1 0,1 0-1,-1 1 1,0-1-1,1 1 1,-1-1 0,0 0-1,1 1 1,-1-1 0,1 0-1,-1 1 1,1-1-1,-1 0 1,0 0 0,1 0-1,-1 1 1,1-1 0,-1 0-1,1 0 1,0 0-1,-1 0 1,1 0 0,-1 0-1,1 0 1,-1 0 0,1 0 111,22-3-5600,-4-7-4048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48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12739,'0'0'2500,"0"0"-170,0 0-598,0 0-997,7 38-391,2 6-233,4 15 105,-3 2-1,-3 0 1,-2 0-216,-2 221 1095,-4-160-703,1-121-257,0-27 707,-1-16-620,0 17-156,1 0 0,1 0 0,1 0 0,1 0 0,4-12-66,-5 30 1,0-1-1,1 1 1,0 0-1,0 1 1,0-1-1,1 0 1,0 1-1,1 0 1,-1 0 0,1 0-1,0 0 1,0 1-1,1 0 1,0 0-1,0 1 1,0-1-1,0 1 1,1 0 0,-1 1-1,6-2 0,-2 0-4,0 2 0,1-1 0,-1 1 0,1 1 1,0-1-1,0 2 0,0 0 0,0 0 0,0 1 0,0 0 0,0 1 0,-1 0 0,11 3 4,-16-3-1,0 1-1,0 0 0,0 0 1,0 0-1,0 1 0,-1-1 1,1 1-1,-1 0 1,1 0-1,-1 1 0,0-1 1,0 1-1,-1 0 1,1 0-1,-1 0 0,0 1 1,0-1-1,0 1 1,0 0-1,-1-1 0,0 1 1,0 0-1,0 1 1,-1-1-1,0 0 0,0 0 1,0 1-1,0 0 2,-1-5 0,2 15 2,-1 0 0,0 0 0,-1 0 0,0 0 0,-2 1-2,2-13 19,-1-1 0,0 1 0,0 0 0,0 0 0,0-1 0,0 1 0,-1-1 0,0 1 0,0-1 0,0 1-1,0-1 1,0 0 0,-1 0 0,1 0 0,-1-1 0,0 1 0,0 0 0,0-1 0,0 0 0,0 0 0,0 0 0,-1 0 0,1 0-19,-16 4 104,1 0 1,-1-1 0,0-1 0,0-1 0,0-1 0,0-1-1,0 0 1,0-1 0,-1-2 0,-7-1-105,25 3 1,0 0 0,0-1-1,0 1 1,-1-1 0,1 0 0,0 1 0,0-1 0,0 0 0,0 0-1,0-1 1,0 1 0,1 0 0,-1-1 0,0 1 0,1-1 0,-1 1-1,1-1 1,-1 0 0,1 1 0,0-1 0,-1-2-1,1 3-92,1 0 1,-1-1-1,1 1 0,-1 0 1,1-1-1,0 1 1,0-1-1,0 1 0,0 0 1,0-1-1,0 1 1,0-1-1,0 1 0,1 0 1,-1-1-1,0 1 1,1 0-1,-1-1 0,1 1 1,-1 0-1,1 0 0,0-1 1,0 1-1,-1 0 1,1 0-1,0 0 0,0 0 1,0 0-1,0 0 1,0 0-1,1 1 0,-1-1 1,0 0-1,1 0 92,26-12-5033,5-2-3302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48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14003,'0'0'1920,"0"0"2097,0 0-2208,0 0-561,3 181-680,-3-139-208,3-10-248,1-5-40,-1-6-64,0-9-8,1-6-40,9-6-776,0 0-1032,0-21-4074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51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5281,'0'0'5165,"0"0"-2335,0 0-416,0 0-192,0 0-830,0 0-705,-1 10-180,-7 85 1622,5 0 1,5 29-2130,-2-75 522,0-84-386,-1 11-100,1-1 1,1 1-1,1-1 1,1 1 0,5-17-37,-6 35 0,0 0 0,0 0 0,0 0 1,1 0-1,0 0 0,0 1 0,0 0 1,1-1-1,0 1 0,0 0 1,0 1-1,1-1 0,-1 1 0,1 0 1,0 0-1,0 0 0,1 1 0,-1 0 1,1 0-1,0 0 0,-1 1 1,1-1-1,0 1 0,3 0 0,-4 1 0,-1-1 0,1 1 0,-1 1 0,1-1 0,0 1 0,-1-1 0,1 1 0,0 1 0,-1-1 0,1 1 0,0-1 0,-1 1 0,1 1 0,-1-1 0,1 0 0,-1 1 0,0 0 0,0 0 0,0 1 0,0-1 0,0 1 0,0 0 0,-1 0 0,1 0 0,-1 0 0,2 2 0,1 3 5,-1 1 0,0-1-1,0 1 1,-1 0 0,0 1-1,0-1 1,-1 1 0,0-1 0,-1 1-1,0 0 1,0 9-5,2 30 12,-2 1 0,-3 10-12,0-5-931,1-55 845,0 1 0,0-1 0,0 0-1,0 0 1,0 1 0,0-1 0,0 0-1,0 1 1,0-1 0,0 0 0,0 0-1,0 1 1,0-1 0,0 0 0,0 1-1,0-1 1,0 0 0,0 0 0,0 1-1,1-1 1,-1 0 0,0 0 0,0 1-1,0-1 1,0 0 0,1 0 0,-1 0-1,0 1 1,0-1 0,0 0-1,1 0 1,-1 0 0,0 0 0,0 0-1,1 1 1,-1-1 0,0 0 0,1 0-1,-1 0 1,0 0 0,0 0 0,1 0-1,-1 0 1,0 0 0,0 0 0,1 0-1,-1 0 1,0 0 0,1 0 0,-1 0-1,0 0 1,1 0 86,14-11-5158,7-13-2858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51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3993,'0'0'6481,"0"0"-3980,0 0-670,-3 31-366,-1 3-1096,-3 29 587,3 0-1,2 7-955,2-53 206,0 0 1,2 0 0,-1 1 0,2-1-1,0-1 1,1 1 0,1 0 0,1-1-207,-4-11 31,0 0 0,1 0 0,0 0 0,-1-1 0,2 1 0,-1-1 0,0 1 0,1-1 0,0-1 0,0 1 0,0 0 1,0-1-1,1 0 0,-1 0 0,1 0 0,0-1 0,0 1 0,0-1 0,0 0 0,0-1 0,1 1 0,-1-1 0,0 0 0,1 0 0,-1-1 0,6 1-31,-6-1 18,0 0 0,0 0 0,0 0 0,0-1-1,0 0 1,0 0 0,0 0 0,0 0 0,0-1-1,0 0 1,0 0 0,-1 0 0,1-1 0,-1 1-1,0-1 1,1 0 0,-1 0 0,-1-1 0,4-2-18,-2-1 28,0 1 1,-1-1 0,0 1-1,0-1 1,-1-1-1,0 1 1,0 0 0,-1-1-1,0 1 1,0-1-1,0 0 1,-1-6-29,2-2 193,-2-1-1,0 1 1,-1-1 0,0 1 0,-2-1-1,0 1 1,-1-6-193,1 14 128,-1 0-1,0-1 1,0 1-1,0 0 1,-1 1-1,0-1 0,-1 1 1,0 0-1,0 0 1,0 0-1,-1 1 1,0-1-1,-1 1 1,-3-3-128,-5-1 84,1 1 0,-1 0 0,-1 1 0,-15-6-84,30 13-5,1 1-51,0 0 1,0 0-1,0 0 1,0-1 0,0 1-1,-1 0 1,1 0-1,0 0 1,0 0-1,0-1 1,0 1-1,0 0 1,0 0 0,0 0-1,0 0 1,0-1-1,0 1 1,0 0-1,0 0 1,0 0-1,0 0 1,1-1 0,-1 1-1,0 0 1,0 0-1,0 0 1,0 0-1,0 0 1,0-1 0,0 1-1,0 0 1,0 0-1,1 0 1,-1 0-1,0 0 1,0 0-1,0 0 1,0-1 0,0 1-1,1 0 1,-1 0-1,0 0 1,0 0-1,0 0 1,0 0-1,1 0 1,-1 0 0,0 0-1,0 0 1,0 0-1,0 0 1,1 0-1,-1 0 1,0 0 0,0 0-1,0 0 1,0 0-1,1 0 56,11-4-3103,13-1-4255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52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11226,'0'0'2364,"0"0"99,0 0 269,8 27-865,24 86-834,-13-66-94,-19-47-925,0 1 1,0-1 0,0 0-1,1 1 1,-1-1-1,0 0 1,0 1 0,0-1-1,1 0 1,-1 1 0,0-1-1,1 0 1,-1 0-1,0 1 1,1-1 0,-1 0-1,0 0 1,1 0 0,-1 0-1,0 1 1,1-1-1,-1 0 1,0 0 0,1 0-1,-1 0 1,1 0 0,-1 0-1,0 0 1,1 0-1,-1 0 1,1 0 0,-1 0-1,0 0 1,1 0 0,-1 0-1,1 0 1,-1-1-1,0 1 1,1 0 0,-1 0-1,0 0 1,1 0 0,-1-1-1,0 1-14,3-4 46,0-1 0,-1 1 0,0-1 0,0 0 0,0 0 0,-1 0-1,0 0 1,1-4-46,0 3-44,2-12 47,0-3 4,2 0 0,0 0 0,1 1 1,1 0-1,1 0 0,4-6-7,-11 22 1,1 0 0,-1 1 0,1-1 0,0 1 0,0-1 0,0 1 0,0 0 0,0 0 0,1 1 0,0-1 0,-1 1 0,1-1 0,0 1 0,0 0 0,0 1 0,0-1 0,1 1 0,-1-1 0,0 1 0,1 1-1,-1-1 1,0 0 0,1 1 0,-1 0 0,1 0 0,-1 1 0,1-1 0,-1 1 0,0 0 0,1 0 0,-1 0 0,0 1 0,0-1 0,0 1-1,5 3 1,-2-1 1,1 1-1,0 0 0,-1 1 0,0 0 1,0 0-1,-1 1 0,0 0 0,0 0 1,0 0-1,-1 1 0,0-1 0,3 8-1,3 4 38,-2 0-1,0 1 0,-1 0 1,-1 1-1,1 7-37,-5-14 37,-1-1 1,0 0 0,-1 1-1,0 4-37,0-70 35,3 0-1,2 0 0,10-35-34,-14 80-1,0 0 0,0 0-1,0 0 1,1 0 0,1 0 0,-1 1-1,1-1 1,0 1 0,0 0 0,1 0 1,-4 5-3,0-1 0,1 1-1,-1 0 1,1-1 0,-1 1 0,1 0 0,-1 0 0,1 0 0,0 0 0,0 0 0,0 1 0,-1-1 0,1 0-1,0 1 1,0-1 0,0 1 0,0 0 0,0 0 0,0 0 0,0 0 0,0 0 0,0 0 0,0 0 0,0 0-1,0 1 1,0-1 0,0 1 0,-1 0 0,1-1 0,0 1 0,0 0 0,0 0 0,-1 0 0,1 0 0,-1 0-1,1 1 1,-1-1 0,1 1 0,-1-1 0,1 1 3,11 13 2,0 0-1,0 0 1,-2 2-1,0-1 1,-1 2-1,3 6-1,-3-5-21,1 0-1,0-1 0,1 0 0,1-1 1,1-1-1,8 8 22,25 10-1484,-12-15-2897,0 0-4940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52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10162,'0'0'2873,"0"0"15,0 0-1295,0 0-1033,0 0 456,-39 161 176,22-81-71,7 7-137,4-1-464,6-6-272,0-5-152,19-7-24,18-8-72,29-4-248,-10-14-1744,0-15-4202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5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10138,'0'0'2971,"0"0"-426,0 0-971,0 0-972,0 0-413,29-3-124,90-11-24,-63 15-8,-53-1-32,-1 0-1,0 1 1,0 0-1,0-1 1,0 1-1,1 0 1,-1 0-1,0 0 1,0 0-1,-1 1 1,1-1-1,0 0 1,1 2-1,-1 1-2,0-1 0,0 0 0,0 1 0,-1 0 0,0-1 0,0 1 0,0 0 0,0 0 0,0 0 0,-1 0 0,1 0 0,-1-1 0,0 1 0,0 0 0,-1 2 2,0 0 14,0 0 0,0-1 0,0 0 0,-1 1 1,0-1-1,0 0 0,-1 0 0,1 0 0,-1 0 1,0 0-1,0 0 0,-1-1 0,1 1 1,-1-1-1,0 0 0,0-1 0,0 1 0,-1 0 1,0-1-1,1 0 0,-1 0 0,-2 0-14,-8 6 87,0-2-1,0 0 0,-1 0 0,0-2 0,0 0 1,-1 0-1,0-2-86,35-5 113,0 0 0,0 2 1,0 0-1,0 1 1,0 0-1,0 2 0,0 0 1,14 5-114,-28-6-2,1 1 0,-1 0 0,0 0 0,0 0 0,0 1 0,0-1 0,-1 1 0,1 0 0,-1 0 0,0 0 0,0 1 0,-1-1 0,1 1 1,-1-1-1,0 1 0,0 0 0,-1 0 0,1 0 0,-1 0 0,0 0 0,0 0 0,-1 1 0,0-1 2,1 0 54,-1 0-1,1-1 1,-1 1 0,-1 0-1,1 0 1,-1 0 0,0 0-1,0-1 1,0 1 0,-1 0-1,1-1 1,-1 1-1,0-1 1,-1 0 0,1 1-1,-1-1 1,1 0 0,-1 0-1,-1-1 1,1 1 0,0-1-1,-1 0 1,0 1 0,0-1-54,-6 2 108,1 0 1,-1-1 0,0 0 0,-1-1 0,1 0 0,-1 0 0,1-1 0,-1-1-1,0 0 1,0 0 0,1-1 0,-1 0 0,0-1 0,-1 0-109,11 0-119,0 1 1,-1-1-1,1 0 0,0 1 1,0-1-1,0 0 1,0 0-1,0 0 0,0 0 1,0 0-1,0 0 0,0 0 1,1 0-1,-1 0 1,0 0-1,1 0 0,-1 0 1,0 0-1,1-1 1,0 1-1,-1 0 0,1-1 1,0 1-1,-1 0 1,1-1-1,0 1 0,0 0 1,0-1-1,0 1 0,0 0 1,1-1-1,-1 1 1,0 0-1,1 0 0,-1-1 1,1 1 118,-1-11-3198,0-9-5178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53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0 12379,'0'0'2096,"0"0"-352,0 0 785,0 0-977,-132 182-816,102-138-519,4-8-129,9-6-88,17-15-697,0-9-3768,0-6-9890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54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109 206 11282,'0'0'2486,"0"0"130,0 0-239,1-28-886,1-87-554,-1 112-889,2-41 692,-3 43-696,0 1 0,0-1 0,0 0 0,0 0 0,0 1 0,1-1 0,-1 0 0,0 0 0,1 1-1,-1-1 1,0 0 0,1 1 0,-1-1 0,1 1 0,-1-1 0,1 0 0,-1 1 0,1-1 0,0 1 0,-1-1 0,1 1 0,-1 0 0,2-1-44,-2 1 10,1 0 0,-1 0 1,0 0-1,1 0 1,-1 0-1,1 0 1,-1 0-1,0 0 1,1 1-1,-1-1 1,1 0-1,-1 0 0,0 0 1,1 1-1,-1-1 1,0 0-1,1 0 1,-1 1-1,0-1 1,0 0-1,1 1 1,-1-1-1,0 0 0,0 1 1,1-1-1,-1 0 1,0 1-1,0-1 1,0 1-1,0-1 1,0 0-1,1 1 1,-1-1-1,0 1 0,0-1 1,0 0-1,0 1-10,13 59 44,-2 0-1,-2 0 0,-4 1 1,-1 40-44,-3-5 0,-2-96-3,0 1 0,0 0 0,1 0 1,-1-1-1,0 1 0,0-1 0,0 1 0,0-1 1,0 1-1,0-1 0,0 1 0,0-1 0,0 0 1,0 0-1,0 1 0,0-1 0,0 0 1,0 0-1,0 0 0,0 0 0,0 0 0,0-1 1,-1 1 2,-37 0-15,28 0 8,-93-3 103,103 3-10,1 0-61,4 0 6,111 2 714,-37 1-2104,73-7 1359,-111-3-4429,-11-2-4922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54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0 13827,'0'0'4361,"0"0"-1416,0 0-809,-93 176-1080,67-129-696,-1-2-208,4-9-104,10-10-48,6-8-960,7-12-3305,0-6-4753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54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4 11266,'0'0'3708,"0"0"-1864,0 0-694,0 0-286,-6 29-311,-3 9-402,3-16-53,1 1 1,1 0 0,1 0 0,1 0 0,1 1-1,1 2-98,0-18 33,0-1-1,1 0 0,0 0 0,0 0 0,0 0 1,1 0-1,0 0 0,0 0 0,1-1 0,0 1 1,0-1-1,1 1-32,-1-3 12,-1-1-1,2 1 1,-1 0 0,0-1-1,1 1 1,-1-1 0,1 0 0,0-1-1,0 1 1,0 0 0,0-1-1,1 0 1,-1 0 0,1 0 0,-1-1-1,1 0 1,0 0 0,2 1-12,1-1 12,-1 0 1,0 0 0,1 0 0,-1-1-1,1 0 1,-1-1 0,1 1-1,-1-1 1,0-1 0,1 0-1,-1 0 1,0 0 0,0-1-1,0 0 1,-1 0 0,2-1-13,-3 0 13,0 1 0,-1-2 0,1 1 0,-1-1 0,1 1 0,-1-1 1,-1 0-1,1-1 0,-1 1 0,0-1 0,0 1 0,0-1 0,-1 0 0,0 0 0,0 0 1,-1 0-1,1 0 0,-1-1 0,0 0-13,1-7 213,-1 0-1,0 0 1,0 0 0,-1 0 0,-1 0 0,-1 0-1,0 0 1,-1-2-213,1 10 124,0 0 1,0-1-1,-1 1 1,0 0-1,0 0 0,0 0 1,-1 1-1,0-1 1,0 1-1,-1 0 0,1 0 1,-1 0-1,0 0 1,0 1-1,-1 0 0,1 0 1,-5-1-125,4 1 6,0 1 0,-1 0 1,1 0-1,-1 1 0,0 0 1,0 0-1,0 1 1,0-1-1,0 2 0,0-1 1,0 1-1,0 0 0,-6 1-6,13-1-57,-1 1 0,0-1-1,1 1 1,-1-1 0,0 1 0,1-1-1,-1 1 1,1-1 0,-1 1-1,1 0 1,-1-1 0,1 1-1,-1 0 1,1 0 0,0-1-1,-1 1 1,1 0 0,0 0 0,0 0-1,-1-1 1,1 1 0,0 0-1,0 0 1,0 0 0,0-1-1,0 1 1,0 0 0,0 0 0,1 0-1,-1 0 1,0-1 0,0 1-1,1 0 1,-1 0 0,0-1-1,1 1 58,11 31-5294,12-7-3856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55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15195,'0'0'3841,"0"0"-2697,0 0-440,0 0-704,0 0-280,0 0-2104,0 0-4426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55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13035,'0'0'2179,"0"0"147,0 0-569,0 0-788,0 0-359,28-3-71,87-6-125,-114 8-406,1 1 1,0 0 0,0 0-1,-1 0 1,1 0 0,0 0-1,0 0 1,-1 0 0,1 1 0,0-1-1,0 1 1,-1-1 0,1 1-1,-1 0 1,1-1 0,0 1-1,-1 0 1,1 0 0,-1 0-1,0 0 1,1 1 0,-1-1 0,0 0-1,0 0 1,0 1 0,0-1-1,0 1 1,0-1 0,0 1-1,0-1 1,0 1 0,-1 0-1,1-1 1,-1 1 0,1 0-1,-1-1 1,0 1 0,1 0 0,-1 0-1,0 0 1,0-1 0,-1 1-1,1 0 1,0 0 0,0-1-1,-1 1 1,1 0 0,-1 0-9,0 7 60,1 1-31,0-1 0,-1 1 1,-1-1-1,1 0 0,-1 1 0,-1-1 0,0 0 1,0 0-1,-1 0 0,0-1 0,-1 1 0,1-1 1,-2 0-1,1 0 0,-1-1 0,0 1 0,-1-1 1,-3 3-30,-6 6 7,2-1 165,1 0-1,0 1 1,-5 10-172,16-23 48,0 0 1,0 1-1,0-1 0,0 1 0,0-1 0,1 1 0,0 0 0,0-1 0,0 1 0,0 0 0,1 0 0,-1 0 0,1-1 0,0 1 1,0 0-1,0 0 0,1 0 0,-1 0 0,1 0 0,1 2-48,-1-4 41,1 0-1,0 0 1,-1 0 0,1-1-1,0 1 1,0-1 0,0 1 0,0-1-1,0 0 1,1 0 0,-1 0-1,0 0 1,1 0 0,-1 0-1,0-1 1,1 1 0,-1-1 0,1 0-1,0 1-40,53 3 171,-50-3-151,23 0-70,0-1 0,1-1-1,19-4 51,-37 3-592,0-1 0,1 0 0,-1-1 0,-1-1 0,1 1 0,2-3 592,27-16-6414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55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0 11666,'0'0'2473,"0"0"-425,0 0-639,43 182-377,-39-75-168,-4 6 280,0-6 225,-10-9-185,-10-14-536,-3-13-384,-4-11-168,-3-7-88,-3-8-8,-20 11-912,10-14-2793,0-6-2984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56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3897,'0'0'7930,"0"0"-5362,0 0 529,0 0-761,0 0-567,0 0-369,0 0-464,109 81-296,-63-81-408,1 0-232,-8 0-48,-5 0-864,-11 0-1272,-10 0-2889,-6 0-4954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57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12019,'0'0'2640,"0"0"1257,0 0-2193,0 0-559,0 0-657,0 0-272,208 69-216,-155-57-1321,-7-1-3880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58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395 443 11242,'0'0'3001,"0"0"-344,0 0-593,0 0-881,0 0-558,0 0-175,-17-24 59,-56-76 193,70 97-641,0-1 1,0 0-1,0 1 0,-1-1 1,0 1-1,1 0 0,-1 0 1,0 0-1,0 1 0,0 0 1,-1-1-1,1 2 0,-1-1 1,1 0-1,-1 1 0,1 0 1,-1 0-1,0 0 1,0 0-1,1 1 0,-1 0 1,0 0-1,0 0 0,0 1 1,1-1-1,-1 1 0,-3 1-61,-5 0 63,6 0-45,1 0 1,0 0 0,0 0-1,-1 1 1,2 0-1,-1 0 1,0 0-1,1 1 1,-1 0 0,1 0-1,0 0 1,0 1-1,1 0 1,-1 0-1,1 0 1,0 0 0,1 1-1,-2 2-18,-6 9 47,2 1 0,0 0 0,1 0 0,0 0 0,-2 13-47,6-13 35,0 0 0,1 0-1,1 0 1,1 1 0,0-1-1,1 0 1,2 9-35,-1-23 7,-1 0-1,1 0 1,1 0-1,-1 0 1,0-1-1,1 1 1,0 0-1,0-1 1,0 1-1,0-1 1,0 0-1,1 1 1,-1-1 0,1 0-1,0 0 1,0-1-1,0 1 1,1-1-1,-1 0 1,0 1-1,1-1 1,0-1-1,-1 1 1,1 0-1,0-1 1,0 0 0,0 0-1,0 0 1,0-1-1,2 1-6,12 2 25,-1-1-1,1-1 1,0-1 0,0 0-1,0-1 1,9-3-25,-23 4 6,1-1-1,-1-1 1,0 1 0,1 0-1,-1-1 1,0 0 0,0 0-1,0 0 1,0-1 0,0 1-1,0-1 1,-1 0 0,0 0-1,1 0 1,-1 0 0,0-1-1,0 1 1,-1-1 0,1 0-1,-1 0 1,0 0 0,0 0-1,0 0 1,0 0 0,-1-1-1,1 1-5,3-17 17,0 1 0,-2-1-1,0 0 1,-2 0-1,0-5-16,1-4 18,6-75 762,4 0 0,23-92-780,-33 188 120,10-28 276,-12 36-390,0 0 1,1 0 0,-1 0 0,1 0-1,0 0 1,-1 0 0,1 0 0,0 0-1,-1 0 1,1 0 0,0 0 0,0 0-1,0 1 1,0-1 0,0 0 0,0 1-1,0-1 1,0 0 0,0 1 0,0 0 0,1-1-1,-1 1 1,0 0 0,0-1 0,1 1-7,0 1-2,-1 0 1,0-1 0,1 1 0,-1 0-1,0 0 1,1 1 0,-1-1 0,0 0 0,0 0-1,0 0 1,0 1 0,0-1 0,0 1-1,-1-1 1,1 1 0,0-1 0,-1 1-1,1-1 1,-1 1 0,1-1 0,-1 1-1,0 0 1,0-1 0,0 1 0,0 1 1,2 6-3,8 40-37,-3 2 1,-2-1-1,-2 0 0,-3 1 0,-1 0 40,1 62-1118,0-102 687,1 0 0,0-1 0,1 1 0,0 0-1,1 0 432,14 27-5150,9-3-7361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58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13483,'0'0'2203,"0"0"280,0 0-722,0 0-741,0 0-421,0 0-133,-23 29-4,-67 95-26,87-121-410,0 1 0,1 0 0,0 0 0,0 0 0,0 0 0,0 0 0,1 0 0,0 1 0,-1-1 0,2 1 0,-1-1 0,0 0 0,1 1-1,0 3-25,0-6 13,1 0 0,-1 0 0,1 0 0,0 0-1,-1 0 1,1-1 0,0 1 0,0 0 0,0 0-1,1-1 1,-1 1 0,0-1 0,0 1 0,1-1-1,-1 0 1,1 1 0,-1-1 0,1 0 0,0 0-1,0 0 1,1 0-13,6 3 40,0-1-1,0-1 0,0 0 1,0 0-1,1-1 0,-1 0 0,0-1 1,8 0-40,-12 0 4,0 0 0,-1-1 0,1 0 1,-1 1-1,1-2 0,-1 1 0,0 0 1,1-1-1,-1 0 0,0 0 0,0 0 1,0 0-1,0-1 0,0 1 0,-1-1 1,1 0-1,-1 0 0,0-1 0,0 1 1,0-1-1,0 1 0,0-1 0,-1 0 1,0 0-1,0 0 0,0 0 0,0-1 1,-1 1-1,1 0 0,-1-1 0,0 1 1,-1-1-5,4-17 64,-1 1 1,0 0-1,-2-1 1,-1 1-1,-2-16-64,1 16 285,16 316-315,0 9 64,-13-244-27,0 45-9,-3-96 4,0 0 0,0 0 0,-1 0 0,0 0 0,0 0 0,-1-1-1,0 1 1,0-1 0,-3 3-2,4-7 58,-1 0-1,0 0 0,0 0 1,0-1-1,-1 1 1,1-1-1,-1 0 0,0 0 1,0 0-1,0-1 1,0 0-1,0 1 0,0-1 1,-1-1-1,1 1 1,-1-1-1,0 1 0,1-1 1,-1-1-1,0 1 1,1-1-1,-1 1 0,0-1 1,0-1-1,0 1 1,1-1-1,-1 0 0,0 0 1,1 0-1,-3-1-57,2 0-5,0 0 0,0 1 0,0-2 1,1 1-1,-1 0 0,1-1 0,0 0 0,0 0 0,0 0 0,0 0 0,0-1 0,1 0 0,-1 0 0,1 0 0,0 0 0,1 0 0,-1 0 0,0-1 1,1 1-1,0-1 0,0 0 0,1 0 0,-1 0 0,1 0 0,0 0 0,0 0 0,1 0 0,0 0 0,0-3 5,0-2-443,2 1-1,-1-1 0,1 1 0,1 0 1,-1-1-1,2 1 0,-1 0 1,1 0-1,1 1 0,2-4 444,25-39-6840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59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1 161 12739,'0'0'2536,"0"0"-401,0 0-540,28-6-674,174-30 258,-200 36-1152,0-1 0,0 1 1,0-1-1,0 0 0,0 0 1,0 0-1,0 0 1,0 0-1,0 0 0,0-1 1,-1 1-1,1-1 0,-1 1 1,1-1-1,-1 0 1,1 1-1,-1-1 0,0 0 1,0 0-1,0 0 0,0 0 1,0 0-1,-1 0 1,1 0-1,0-1-27,0-1 46,0 1 0,-1-1 0,1 0-1,-1 1 1,1-1 0,-1 0 0,-1 1 0,1-1 0,0 0 0,-1 1-1,0-1 1,0 0 0,0 1 0,0-1 0,-1 0-46,1 2 46,-1 0 1,1 1 0,-1-1 0,0 0-1,1 1 1,-1 0 0,0-1-1,0 1 1,0 0 0,0 0-1,0 0 1,-1 0 0,1 0-1,0 1 1,0-1 0,-1 1-1,1-1 1,0 1 0,0 0 0,-1 0-1,1 0 1,0 0 0,-1 0-1,0 1-46,-1-1 27,0 0 0,0 0 0,0 1-1,0 0 1,0 0 0,0 0 0,0 1-1,0-1 1,0 1 0,1 0 0,-1 0-1,1 0 1,-1 0 0,0 1-27,-3 5 21,1 1 0,0 0 0,1 0 0,0 0 0,0 0-1,1 1 1,0 0 0,0 0 0,1 0 0,1 0 0,0 0 0,-1 11-21,0 4 102,1 0-1,1 1 1,1-1-1,4 24-101,-3-46 2,-1 1-1,1-1 0,0 1 0,0-1 1,0 1-1,0-1 0,1 0 1,-1 0-1,1 0 0,0 0 0,0 0 1,0 0-1,0 0 0,1 0 1,-1-1-1,1 1 0,-1-1 0,1 0 1,0 0-1,0 0 0,0 0 1,0 0-1,0-1 0,1 1 0,-1-1 1,0 0-1,3 0-1,8 3-146,1-2-1,0 0 1,0 0-1,0-1 1,12-2 146,-19 1-144,69-3-2870,-7-15-4637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59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13435,'0'0'3034,"0"0"-806,0 0-418,0 0-778,-18 28-416,-53 88-119,69-111-457,-1-1 1,0 1 0,1 0 0,0 0 0,1 0 0,-1 1 0,1-1 0,0 0 0,0 1 0,0-1-1,1 0 1,0 1 0,0-1 0,0 1 0,1 4-41,1 1 104,-2-9-79,0 0 0,1 0 1,-1 0-1,1 0 0,0 0 0,0 0 0,-1 0 1,1-1-1,0 1 0,1 0 0,-1 0 0,0-1 1,0 1-1,1-1 0,-1 1 0,1-1 0,-1 1 1,1-1-1,0 0 0,0 0-25,2 2 56,1-1 0,0 0 0,0 0 0,0 0 0,0 0 1,0-1-1,0 0 0,3 0-56,5 1 75,0-1 1,0-1-1,0 0 1,1 0-1,-1-2 1,8-1-76,-14 1-17,1-1 1,-1 0-1,-1 0 0,1-1 1,0 0-1,-1 0 1,0 0-1,0-1 1,0 0-1,0 0 1,-1 0-1,0-1 0,0 0 1,0 0-1,-1 0 1,0 0-1,0-1 1,-1 0-1,1 0 1,-1-2 16,9-21-162,-1 0 1,-1-1 0,-2 0-1,-1-2 162,-8 92 47,3-27-46,-2 276 362,0-333-325,-1-13 71,2 0 0,2 1 0,3-8-109,-5 34 68,2 0 0,0-1-1,0 1 1,1 1 0,0-1 0,1 0-1,0 1 1,1 0 0,0 0-1,0 1 1,1-1 0,7-6-68,-13 15 11,1-1 1,-1 0-1,0 1 1,1 0 0,0-1-1,-1 1 1,1 0-1,0-1 1,0 1-1,0 0 1,0 0-1,-1 1 1,1-1 0,1 0-1,-1 1 1,0-1-1,0 1 1,0-1-1,0 1 1,0 0-1,0 0 1,0 0 0,2 0-13,-2 1 6,0 0-1,1 1 0,-1-1 1,0 0-1,0 1 0,0-1 0,0 1 1,0-1-1,0 1 0,0 0 0,0 0 1,-1 0-1,1 0 0,-1 0 0,1 1 1,0 1-5,6 12-6,-1 0 1,-1 1-1,0 0 0,-1 0 1,0 4 5,-3-11 16,6 26-276,9 30 613,-16-62-843,1 1-1,0-1 1,0 0 0,0 0 0,0 0-1,1 0 1,0-1 0,0 1 0,0-1-1,0 1 1,0-1 0,4 3 490,9 1-7820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2:59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15251,'0'0'3105,"0"0"-1929,0 0 320,0 0 25,0 188-601,0-108-216,0 1-176,0-4-312,13-12-208,4-11 72,6-12-80,17-19-472,-1-8-1784,-2-15-5482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3:00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8490,'0'0'2707,"0"0"-222,0 0-532,0 0-459,0 0-227,0 0-116,22 24-175,-1-2-623,-1 1 0,0 1 0,3 7-353,-22-29 40,0 0 1,0 1-1,0-1 0,0 0 1,0 0-1,0 0 0,-1 1 0,1-1 1,-1 0-1,1 1 0,-1-1 1,0 0-1,0 1 0,0-1 1,0 0-1,-1 1 0,1-1 1,-1 0-1,1 1 0,-1-1 1,0 0-1,0 0 0,0 1-40,-1 1 97,-1 1-1,-1-1 1,1 0-1,0 0 1,-1 0-1,0 0 1,-3 2-97,-2 2 141,-77 61 110,85-68-712,12-1-181,6 0 601,0 0-1,1 1 1,-1 1-1,0 0 1,0 1 0,7 3 41,-20-4 0,0-1 0,0 1 1,0-1-1,0 1 0,-1 0 1,1 0-1,-1 1 0,1-1 1,-1 1-1,0 0 0,0 0 1,0 0-1,0 0 0,-1 0 1,1 1-1,-1-1 0,0 1 0,0-1 1,0 1-1,0 0 0,-1 0 1,1 0-1,-1 0 0,0 0 1,-1 0-1,1 0 0,-1 0 1,1 1-1,-1-1 0,0 1 0,0-1 77,0 0 0,0 0 0,0 0 0,-1 0 0,0 1 0,1-1 0,-1 0-1,-1 0 1,1 0 0,0 0 0,-1-1 0,0 1 0,0 0 0,-2 3-77,0-3 124,-1 0 0,1-1 0,0 1 0,-1-1 0,0 0 0,0 0 0,0 0 0,0-1 0,0 0 0,-5 2-124,-10 3 192,0-1 0,0-1 1,-1-1-1,1-1 0,-1 0 0,0-2 1,-9 0-193,30-1-76,0-1 0,0 1 0,-1-1 1,1 1-1,0 0 0,0-1 0,0 1 1,0-1-1,0 1 0,0-1 0,0 1 1,0-1-1,0 1 0,0 0 0,0-1 1,0 1-1,0-1 0,1 1 0,-1-1 1,0 1-1,0 0 0,0-1 1,0 1-1,1-1 0,-1 1 0,0 0 1,1-1-1,-1 1 0,0 0 76,21-15-4436,11 0-2834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3:00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0 13539,'0'0'4953,"0"0"-2937,0 0 129,0 0-633,0 0-808,-79 161-344,42-120-208,-6-5-32,-3 0-120,-4 0-136,11-10-1456,12-5-5425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3:00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4 14979,'0'0'3010,"0"0"-524,0 0-900,0 0-671,-17 26-446,-49 85-212,63-107-241,1 1-1,-1 0 1,1 1-1,1-1 1,-1 0-1,1 1 1,0-1-1,0 0 1,0 1-1,1 0 1,0-1 0,0 1-1,0-1 1,0 1-1,1 0-15,0-3 19,1 1 0,-1-1 0,0 1 0,1-1 0,0 0 0,0 1 0,0-1-1,0 0 1,0 0 0,1 0 0,-1-1 0,1 1 0,0-1 0,0 1 0,0-1 0,3 2-19,1 0 37,0 0 0,1-1 0,0 0 0,0-1 0,0 1 1,0-1-1,0-1 0,0 0 0,0 0 0,0 0 0,1-1 0,-1-1 0,0 1 1,1-1-1,5-2-37,-9 1 13,-1 0 0,0 0 0,0 0 0,0-1 1,0 1-1,0-1 0,-1 0 0,1 0 0,-1-1 1,0 1-1,0-1 0,0 1 0,0-1 0,-1 0 1,1 0-1,-1 0 0,0-1 0,0 1 0,0 0 1,-1-1-1,1-2-13,3-9 127,-1 0 0,0-1 1,-2 1-1,0-1 0,0-7-127,-1 15 99,-1 1 8,1-1 0,-1 1 0,-1 0 0,1-1 0,-2 1 1,1-1-1,-1 0-107,1 6 0,0 1 1,0 0-1,0 0 1,0 0-1,-1 0 1,1 0-1,-1 0 1,1 0-1,-1 1 1,1-1 0,-1 0-1,0 1 1,0-1-1,0 1 1,0 0-1,0 0 1,0 0-1,0 0 1,0 0-1,-1 0 1,1 0-1,0 1 1,-1-1-1,1 1 1,0-1-1,-1 1 1,0 0-1,0 0-191,-1-1 1,1 1-1,-1 0 0,1 0 0,0 0 1,-1 0-1,1 1 0,0-1 1,-1 1-1,1 0 0,0 0 1,0 0-1,0 0 0,-2 2 191,-10 15-5049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3:01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17628,'0'0'4985,"0"0"-3017,0 0-1152,0 0-816,0 0-528,0 0-2032,0 0-7258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3:01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13 6833,'0'0'7177,"0"0"-3853,0 0-987,0 0-582,0 0-591,0 0-273,23-2-137,5-2-557,65-2 376,-102 25-453,-52 42-13,44-46-97,1 0-1,1 2 0,0-1 0,0 4-9,10-13 20,0 0-1,1 1 1,1-1-1,-1 1 0,1-1 1,0 1-1,1 0 1,0 0-1,0 0 0,1 1 1,0-1-1,0 0 0,1 3-19,1-10 15,-1 0 0,1 0-1,-1 0 1,1 0 0,-1-1-1,1 1 1,-1 0 0,1-1-1,0 1 1,0 0 0,-1-1 0,1 1-1,0-1 1,0 1 0,0-1-1,0 1 1,-1-1 0,1 0-1,0 1 1,0-1 0,0 0-1,0 0 1,0 0 0,0 0-1,0 0 1,0 0 0,0 0-15,34 3 97,-31-3-77,23 1-113,11 1-301,1-2-1,10-2 395,-37 0-947,0 1 0,-1-1 1,0-1-1,0 0 0,11-5 947,13-9-6880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3:01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0 9778,'0'0'4009,"0"0"-1529,0 0 345,14 208-816,-14-109-521,-20 8-120,-10-6-712,-3-6-408,0-15-248,-20-2-312,10-25-1848,0-14-7210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3:04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45 5433,'0'0'1983,"0"0"-432,0 0-595,0 0-505,0 0-288,0 0-27,0 0 29,0 0 169,-4 23 2345,0-19-2639,0-1 0,-1 0 0,1 0-1,-1-1 1,1 1 0,-1-1 0,0 0 0,0 0 0,0-1 0,-4 1-40,9-2 205,-23 1 143,14 3-176,18-3 1203,-1-2-1360,1-1-1,-1 0 0,0 0 1,-1-1-1,1 0 0,0 0 1,-1-1-1,1 0 1,-1 0-1,0-1 0,2-2-14,39-21 0,-28 18-5,-14 7-7,0-1 1,1 1-1,-1 1 1,1-1-1,0 1 0,-1 0 1,1 0-1,7 0 12,-14 30-30,8 35 62,2 0 0,13 42-32,-5-61-2540,-8-32-4170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01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1 408,'0'0'0,"0"0"-104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22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17004,'0'0'2309,"0"0"-1076,0 36 383,-1 4-1129,5 206 1413,42 368 101,-46-611-2067,0-7-110,-1-21-381,-5-43-490,-7-13 801,4-1-1,4 0 1,3-29 246,3 95 15,-1 0-1,2 0 1,0 0-1,1 0 1,1 0-1,0 1 1,1-1 0,1 1-1,0 0 1,1 1-1,1 0 1,0 0-1,1 0 1,0 1-1,1 0 1,0 1 0,1 0-1,1 1 1,0 0-1,0 1 1,1 0-1,0 1 1,12-6-15,-14 11 38,-1 0-1,1 0 1,0 0-1,0 2 1,1-1 0,-1 2-1,1-1 1,-1 1 0,0 1-1,1 0 1,-1 1 0,1 0-1,1 1-37,-9-1 10,-1 0 1,0 1-1,1-1 0,-1 1 0,0-1 0,1 1 0,-1 0 1,0 0-1,0 1 0,-1-1 0,1 0 0,0 1 0,-1 0 1,0 0-1,1-1 0,-1 2 0,0-1 0,-1 0 0,1 0 1,0 0-1,-1 1 0,0-1 0,0 1 0,0-1 0,0 1 1,0 0-1,-1-1 0,0 1 0,0 0 0,0 2-10,1 3 84,-1 0-1,0 0 1,-1 0-1,0 1 1,-1-1-1,1 0 1,-2 0-1,1-1 1,-1 1-1,-1 0 1,0-1-1,0 0-83,-3 4 67,-1-1 0,0 0-1,-1 0 1,-1-1 0,1 0 0,-1-1-1,-1 0 1,0 0 0,0-1 0,-1-1-1,0 0 1,0-1 0,0 0 0,-1 0-1,0-2 1,0 1 0,-1-2 0,1 0-1,-1 0 1,1-2 0,-2 1-67,14-2-56,0-1 0,0 1 0,0 0 0,0-1 0,0 1 0,0 0 0,0-1 0,1 1 0,-1-1 0,0 1 0,0-1 0,0 0 0,1 1 0,-1-1 0,0 0 0,1 0 0,-1 1 0,0-1 0,1 0 0,-1 0 0,1 0 0,0 0 0,-1 0 0,1 1 0,0-1 0,-1 0 0,1 0 0,0 0 0,0 0 0,0 0 0,0 0-1,0 0 1,0 0 0,0 0 0,0 0 56,3-39-6069,5 13-3741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22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13539,'0'0'3929,"0"0"-2297,0 0 425,0 0-601,0 0-1040,0 0-224,199-57-192,-163 46-128,-6-1-1272,-10 3-3409,-14 9-8122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23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12219,'0'0'2632,"0"0"-551,0 0 767,0 0-1199,0 0-1033,0 0-400,186-27-88,-123 6-128,19 0-904,-16 3-3233,-6 7-4489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23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84 13099,'0'0'2642,"0"0"-386,0 0 21,0 0-898,30-14-718,99-44-317,-124 56-311,0 0-1,-1 0 0,1 1 1,0 0-1,1 0 1,-1 0-1,0 0 1,0 1-1,4 0-32,-8 0 8,0 0 0,0 0 0,0 0 0,0 0 0,1 1 0,-1-1 0,0 0 0,0 1 0,0-1 0,0 1 0,0 0 0,0-1 0,0 1 0,0 0 0,-1-1-1,1 1 1,0 0 0,0 0 0,0 0 0,-1-1 0,1 1 0,-1 0 0,1 0 0,0 1-8,0 2 24,-1 0 0,1-1-1,-1 1 1,0 0 0,0 0-1,0 0 1,0 0 0,-1 0 0,1 0-1,-1-1 1,0 1 0,0 0-1,-1-1 1,0 3-24,-3 5 133,-1-1 0,0 0 0,0-1 0,-1 0-1,-1 0 1,1 0 0,-8 6-133,-34 42 516,46-52-483,0-1-1,1 1 1,0-1 0,-1 1-1,1 0 1,1 0 0,-1 0-1,1 0 1,0 0-1,0 0 1,0 1 0,1 2-33,0-3 63,-1 0 0,2-1 0,-1 1 0,0 0 0,1 0 0,0-1 0,0 1 0,0 0 0,1-1 0,0 2-63,0-4 17,-1 0-1,0-1 1,1 1-1,-1-1 1,1 1 0,0-1-1,0 0 1,-1 1-1,1-1 1,0 0 0,0 0-1,0 0 1,0-1-1,0 1 1,0 0-1,0-1 1,0 1 0,1-1-1,-1 0 1,0 0-1,0 0 1,0 0-1,0 0 1,2 0-17,85 0-31,-52 0-4887,-35 0-1029</inkml:trace>
  <inkml:trace contextRef="#ctx0" brushRef="#br0" timeOffset="1">0 572 4505,'0'0'8986,"0"0"-6834,0 0 497,0 0-33,0 0-1191,0 0-905,212-24-104,-149 3-192,-7 4-152,-6 2-72,-4 6-1112,-13 6-3649,-10 3-5425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23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12755,'0'0'2750,"0"0"-575,0 0 164,0 0-865,0 0-820,32-3-348,97-11-47,-84 15-180,-44-1-76,0 0 0,1 0 0,-1 1 0,0-1 0,0 1 0,1-1 0,-1 1 1,0-1-1,0 1 0,0 0 0,0-1 0,0 1 0,0 0 0,0 0 0,0 0 0,1 1-3,-1 0 2,-1 0 0,1 1 0,-1-1-1,1 0 1,-1 1 0,0-1 0,0 0 0,0 1 0,0-1 0,0 0 0,0 1 0,0-1-1,-1 0 1,0 1 0,1-1 0,-1 0 0,0 0-2,-1 9 0,-2-1 5,0 0 0,-1 0 1,0 0-1,0 0 1,-1-1-1,0 0 1,-1 0-1,0 0 0,0-1 1,-7 6-6,-24 30 34,37-35 44,14-7-40,26-9-24,-26 5-10,-10 1-3,0 1 0,1-1 1,-1 1-1,0 0 0,0 0 0,1 1 0,-1-1 0,0 1 0,0-1 0,0 1 0,0 0 0,0 0 0,0 0 1,0 1-1,0-1 0,0 1 0,0 0 0,0 0 0,-1 0 0,1 0 0,-1 0 0,2 2-1,-1 1 2,0 0 0,0 0 0,0 0-1,-1 0 1,0 0 0,0 1 0,0-1-1,-1 1 1,1-1 0,-1 1 0,-1 0 0,1 5-2,0-4 64,0 1 0,-1-1 0,0 1 0,0-1 0,-1 1 0,0-1 0,0 1 0,0-1 0,-1 0 1,0 1-1,-1-1 0,0 0 0,0 0 0,0-1 0,-1 1 0,0-1 0,0 0 0,0 1 0,-1-2 0,0 1 1,0-1-1,-1 0 0,0 0 0,0 0 0,0-1 0,0 1 0,0-2 0,-1 1 0,0-1 0,0 0 1,0 0-1,0-1 0,-7 2-64,7-2 63,0 0 1,0-1-1,0 1 0,0-2 1,0 1-1,0-1 1,0 0-1,0 0 1,0-1-1,0 0 0,-4-1-63,8 1 7,1 0-1,-1 0 1,0 0 0,0-1-1,1 1 1,-1-1-1,1 0 1,0 0-1,-1 0 1,1 0-1,0 0 1,0-1 0,0 1-1,0 0 1,1-1-1,-1 0 1,1 1-1,-1-1 1,1 0 0,0 0-1,0 0 1,0 1-1,1-1 1,-1 0-1,1 0 1,-1-1-7,-3-62-1906,4 66 1782,0-1 0,0 1 0,0 0 0,1 0 0,-1 0 0,0 0-1,0-1 1,0 1 0,0 0 0,0 0 0,0 0 0,0 0 0,0-1 0,0 1 0,1 0-1,-1 0 1,0 0 0,0 0 0,0 0 0,0-1 0,0 1 0,1 0 0,-1 0 0,0 0-1,0 0 1,0 0 0,0 0 0,1 0 0,-1 0 0,0 0 0,0 0 0,0 0 0,1 0-1,-1 0 1,0 0 0,0 0 0,0 0 0,1 0 0,-1 0 0,0 0 0,0 0 0,0 0-1,0 0 1,1 0 0,-1 0 124,1 0-942,8 0-5426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40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44 12395,'0'0'4567,"0"0"-1570,0 0-243,0 0-498,-1-11-843,1-21-764,0 32-636,1 0-1,-1 0 1,1 0-1,-1 0 1,0 0-1,1 0 1,-1 1-1,1-1 1,-1 0-1,0 0 1,1 0-1,-1 1 1,0-1-1,1 0 0,-1 0 1,0 1-1,1-1 1,-1 0-1,0 1 1,0-1-1,1 0 1,-1 1-1,0-1 1,0 0-1,0 1 1,1-1-1,-1 1 1,0-1-1,0 0 1,0 1-1,0-1 0,0 1 1,0-1-1,0 0 1,0 1-1,0-1-12,32 85 547,-29-75-500,30 97 85,-5 1 1,-5 1-1,-4 1 1,-6 1-1,-4 0 1,-5 52-133,-3-149-637,0-16-802,-2-24 21,-7-4 76,-1 2 1,-1-1-1,-2 1 1,-1 1-1,-1 0 1,-2-1 1341,-31-63-1907,36 67 2133,1-1 0,2 0 1,0 0-1,1-1 0,2 0 0,1 0 0,0-5-226,3 18 245,1 1 0,1 0 0,-1 0 1,2 0-1,0 0 0,0 0 0,1 0 0,1 0 0,0 0 1,0 1-1,1 0 0,1 0 0,0 0 0,0 1 0,1 0 0,3-4-245,4-2 242,0-1 0,1 2 0,1 0 0,0 1 0,1 1 0,4-2-242,-11 9 144,0 0-1,0 0 1,0 1-1,1 1 1,0 0-1,0 0 1,0 1-1,0 0 1,1 1-1,-1 0 1,1 1 0,4 1-145,-13 0 17,0 0 0,0 0 0,0 0-1,0 1 1,0-1 0,0 1-1,0 0 1,0 0 0,-1 0 0,1 1-1,0-1 1,-1 1 0,1-1-1,0 1 1,-1 0 0,0 0-1,1 0 1,-1 0 0,0 1-16,2 2 23,-1 0 0,1 0 1,-1 0-1,-1 0 0,1 1 0,-1-1 0,0 1 1,0-1-1,0 1 0,-1 0-23,2 10 82,-1 0 0,-1 0 0,0 0 0,-1 0 0,0-1 0,-2 1 0,-1 9-82,1-17 15,0 0 1,-1 0 0,1-1 0,-2 1-1,1-1 1,-1 0 0,0 0-1,-1 0 1,1-1 0,-1 1-1,-1-1 1,1 0 0,-1 0 0,0-1-1,0 0 1,-1 0 0,1 0-1,-1-1 1,0 0 0,-1-1 0,1 1-1,-1-1 1,1-1 0,-1 1-1,0-1 1,0-1 0,-6 2-16,13-20-1470,2 13 1159,-1 0-1,1 0 0,0 1 1,0-1-1,0 0 1,0 1-1,1-1 0,-1 1 1,1 0-1,0-1 1,0 1-1,0 0 1,1 0-1,-1 0 0,1 0 1,-1 1-1,2-1 312,57-45-5817,-31 28 1712,14-14-2665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40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8730,'0'0'6601,"0"0"-4448,0 0 95,0 0-111,0 0-657,-122 206-536,108-138-32,8 3-432,6-11-71,0-1-337,0-11-24,20-9-48,13-7 0,3-11-88,7-3-401,23-15-807,-13-3-2401,-3 0-2288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41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6809,'0'0'7603,"0"0"-3182,0 0-2292,0 0-427,0 0-392,32 28-529,100 95-400,-122-113-332,-1-1 0,0 1 0,-1 1 0,0 0 0,-1 0 0,0 0-1,-1 1 1,0 0 0,-1 0 0,-1 0 0,3 10-49,7 17 46,0-3-11,-1-1-326,2 0-1,6 9 292,-21-44-154,0 0 1,0-1-1,0 1 0,0 0 1,0-1-1,0 1 0,0 0 0,1 0 1,-1-1-1,0 1 0,0 0 1,0-1-1,0 1 0,0 0 1,1 0-1,-1-1 0,0 1 0,0 0 1,0 0-1,1 0 0,-1-1 1,0 1-1,0 0 0,1 0 0,-1 0 1,0 0-1,0 0 0,1-1 1,-1 1-1,0 0 0,1 0 1,-1 0-1,0 0 0,0 0 0,1 0 1,-1 0-1,0 0 0,1 0 1,-1 0-1,0 0 0,0 0 1,1 0-1,-1 0 0,0 0 0,1 1 1,-1-1-1,0 0 0,0 0 1,1 0-1,-1 0 0,0 0 1,0 1-1,1-1 0,-1 0 0,0 0 1,0 1-1,0-1 0,1 0 1,-1 0-1,0 1 154,3-29-6479,-3 27 6258,1-36-8973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41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 15507,'0'0'4313,"0"0"-3273,0 0 529,0 0-145,-53 172-248,17-100-552,-7-4-39,3-3-329,4-17-96,6-3-144,10-7 40,7-8-56,6-6-104,7-9-424,0-9-593,10-6-1255,16 0-3553,4-15-6602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43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4945,'0'0'10370,"0"0"-7225,0 0-825,0 0-279,0 0-729,0 0-752,0 0-152,145-65-176,-105 62-128,-4-3-104,1 6-96,-7 0-464,-7 0-760,-7 0-1241,-6 18-2664,-10-3-4433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43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3505,'0'0'10642,"0"0"-7673,0 0-745,0 0-151,0 0-1041,0 0-720,0 0-264,208-6-48,-155 0-824,10-9-1745,-17 3-3064,-6 3-5425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43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35 3225,'0'0'7424,"0"0"-4762,0 0-1794,28-5-393,10-4-383,-9 2-47,1 1 1,0 2-1,8 0-45,-87 6 601,-46 5 753,86-5-1196,0 0 0,1 0 0,-1 0 0,1 1 0,0 1 0,0 0-1,0 0 1,0 0 0,1 1 0,-2 0-158,9-4 16,-1-1 0,0 0 0,1 1 0,-1-1 0,0 1 0,1-1 0,-1 1 0,1-1 1,-1 1-1,1-1 0,-1 1 0,1 0 0,-1-1 0,1 1 0,0 0 0,-1-1 0,1 1 0,0 0 0,0-1 0,-1 1 0,1 0 0,0 0 1,0-1-1,0 1 0,0 0 0,0 0 0,0-1 0,0 1 0,0 0 0,0 0 0,0-1 0,1 1 0,-1 0 0,0-1 0,0 1 0,1 0 1,-1 0-1,0-1 0,1 1 0,-1-1 0,1 1 0,-1 0 0,1-1 0,-1 1 0,1-1 0,-1 1 0,1-1 0,0 1 0,-1-1 0,1 0 0,-1 1 1,1-1-1,1 1-16,44 19 293,-35-17-236,9 5 46,-1 0 1,-1 1 0,0 1 0,0 1 0,11 9-104,-24-16 54,0 0 0,0 0 0,-1 1 0,0-1 0,1 1 0,-2 0 0,1 0 0,-1 1 0,1-1 0,-2 1 0,1 0 0,0 0 0,-1 0 1,0 0-1,-1 0 0,0 0 0,1 0 0,-2 1 0,1-1 0,-1 2-54,0-5 53,-1-1 0,1 0 0,-1 0 0,1 0 0,-1 0 0,0 0 1,0 0-1,0 0 0,0 0 0,0-1 0,-1 1 0,1 0 0,-1-1 0,1 1 0,-1-1 0,1 1 1,-1-1-1,0 0 0,1 1 0,-1-1 0,0 0 0,0 0 0,0-1 0,0 1 0,0 0 0,-1 0-53,-65 18 754,42-13-482,24-5-303,1-1 1,-1 1-1,1 0 1,-1-1-1,0 1 1,0-1-1,1 1 1,-1-1-1,0 0 1,0 0-1,1 0 1,-1 0-1,0 0 1,0 0-1,1-1 1,-2 1 30,16-15-3687,43-21-5817,-20 17 535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44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5553,'0'0'8834,"0"0"-6321,0 0-537,46 202 217,-33-118-473,-6 2-536,-7-6-744,0-8-224,0-4-168,-20-3-48,-36 28-504,10-25-1768,-4-2-4514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45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1272,'0'0'8549,"0"0"-4394,0 0-1593,0 0 8,0 0-323,0 0-616,4 0-425,13-2-757,1 0-1,-1-1 1,0-1 0,0 0-1,2-2-448,3-1 55,0 2 0,0 0 0,11 0-55,-10 2-178,-16 2-279,1 0 1,-1 0 0,0 1 0,0 0 0,0 0 0,0 1 0,3 0 456,-9-1-276,-1 1-1,1-1 1,-1 0 0,1 1 0,-1-1-1,1 1 1,-1-1 0,1 1 0,-1-1-1,0 1 1,1-1 0,-1 1 0,0-1-1,0 1 1,1-1 0,-1 1 0,0 0-1,0-1 1,0 1 0,0-1 0,0 1-1,0 0 1,0-1 0,0 1 0,0-1-1,0 1 1,0 0 0,0-1 0,0 1-1,0-1 1,0 1 276,-1 2-1920,1 15-8056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46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1720,'0'0'12731,"0"0"-10482,0 0-801,0 0 312,0 0-1112,0 0-648,238-15-992,-182 15-1888,-10 0-5498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48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236 497 3569,'0'0'477,"0"0"1869,0 0 1479,0 0-1693,0 0-702,0 0-143,7-15 3802,-8 12-5009,1 0 1,-1 0-1,0 0 0,1 0 0,-1 0 1,-1 1-1,1-1 0,0 0 1,-1 1-1,1-1 0,-1 1 1,0-1-1,0 1 0,0 0 0,0 0 1,0 0-1,0 0 0,-1 0 1,1 0-1,-1 1 0,1-1 1,-1 1-1,0-1 0,0 1 0,1 0 1,-1 0-1,0 1 0,0-1 1,0 0-1,0 1 0,-1 0-80,-10-3 16,1 2 0,-1-1 1,1 2-1,-1 0 0,1 0 0,-9 2-16,18-1 3,1 0 0,0 1 0,0-1 0,0 1 0,0-1 0,0 1 0,0 0 0,0 0 0,1 0 1,-1 1-1,1-1 0,-1 0 0,1 1 0,0 0 0,0 0 0,0-1 0,0 1 0,1 0 0,-1 0 0,1 1 0,-2 2-3,0 3 37,-1 1-1,1-1 0,1 1 1,0 0-1,0 0 1,0 10-37,1-11 23,1 0 1,0 1-1,1-1 1,-1 0-1,2 1 1,0-1 0,0 0-1,0 0 1,1 0-1,1 0 1,2 6-24,-2-9 8,0-1 0,0 1 0,1-1 0,0 0 0,-1 0 0,2 0 0,-1-1 0,0 0 0,1 0 0,0 0 0,0 0-1,0-1 1,1 0 0,-1-1 0,0 1 0,3-1-8,6 2 7,1 0-1,0-2 1,0 0-1,-1-1 0,1 0 1,15-2-7,-4 1-4,-23-1-7,-1 1 1,1 0-1,0-1 0,0 0 1,-1 0-1,1 0 0,0 0 1,-1-1-1,1 0 1,-1 1-1,1-1 0,-1 0 1,0-1-1,0 1 0,0 0 1,0-1-1,0 0 0,-1 0 1,1 0-1,-1 0 0,0 0 1,0 0-1,0 0 0,0-1 1,-1 1-1,1-1 0,-1 0 1,0 1-1,0-1 0,0 0 1,0-3 10,4-15-17,-2-1 1,-1 0-1,0 0 1,-3-22 16,1 27 4,-1-11-4,-1 0 0,-1 0 0,-2 1 0,-1-1 0,-1-2 0,-18-47 119,-7-11-119,25 70 41,-1-1 352,1-1-1,1 1 1,0-1 0,2 0 0,1 0-1,-1-8-392,6 141 194,3 0-1,6-1 1,14 55-194,-21-148-106,1 1 1,0-1 0,8 16 105,-11-28-83,1-1 1,0 1-1,0-1 0,0 0 0,0 0 0,1-1 0,0 1 1,0-1-1,1 1 0,-1-1 0,1 0 0,0-1 0,0 1 1,1 0 82,42 14-3380,-13-9-2289,5-2-5244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48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2865,'0'0'8751,"0"0"-5417,0 0-1707,0 0 229,0 0-441,-22 28-531,-13 16-174,-18 33-710,49-71 65,1 0-1,-1 0 1,2 1 0,-1-1 0,1 1-1,0-1 1,0 1 0,1 0 0,0 0-1,0 0 1,0 0 0,1 0 0,0 0-1,1 0 1,-1 0 0,2 2-65,0 10 199,-2-14-163,0 0 0,1 0 1,-1 0-1,1 0 0,1 0 0,-1 0 1,1-1-1,-1 1 0,1 0 0,1-1 0,-1 0 1,1 1-1,-1-1 0,1 0 0,1 0 1,-1 0-1,0-1 0,1 1 0,0-1 1,0 0-1,0 0 0,0 0 0,0-1 1,1 1-1,-1-1 0,3 1-36,8 2 46,0-1-1,0 0 1,1-1 0,-1-1-1,1-1 1,-1 0-1,14-1-45,-26 0 5,1 0-1,-1 0 0,0-1 1,0 1-1,0-1 0,0 0 0,0 0 1,0 0-1,0 0 0,0 0 0,0 0 1,0-1-1,0 0 0,-1 1 0,1-1 1,-1 0-1,1 0 0,-1-1 1,2-1-5,-1 0 1,0-1 0,0 0 0,0 1 0,-1-1 0,1-1 1,-1 1-1,-1 0 0,1 0 0,-1-1 0,1 1 1,-2-1-2,2-10 5,-1 1 1,0 0 0,-1 0 0,-1 0 0,-1 0 0,0 0 0,-1 0 0,-2-5-6,-3-4 105,-1 1 1,-1 0-1,-1 0 0,-11-17-105,22 40 27,0 0-1,0 1 1,0-1-1,0 0 1,0 0 0,0 0-1,0 0 1,0 0-1,0 0 1,0 0-1,-1 0 1,1 0 0,0 0-1,0 0 1,0 0-1,0 0 1,0 0-1,0 0 1,0 0 0,0 0-1,0 0 1,0 0-1,0 0 1,0 0-1,0 0 1,-1 0 0,1 0-1,0 0 1,0 0-1,0 0 1,0 0-1,0 0 1,0 0-1,0 0 1,0 0 0,0 0-1,0 0 1,0 0-27,3 15 198,10 22-238,26 45 102,-4 2-1,11 44-61,-32-84 5,-3 0-1,-2 1 1,-2 1-1,-2-1 1,0 44-5,-5-62 23,-1-1 0,-1 1 0,-1-1 1,-5 19-24,6-37 33,0 0 0,-1 0 1,0 0-1,0 0 0,-1-1 0,0 1 1,0-1-1,-1 0 0,0 0 1,0-1-1,0 0 0,-1 1 0,0-2 1,0 1-1,-1-1 0,-6 5-33,9-8 44,0 0 0,0 1 0,0-1 0,-1-1 0,1 1 0,-1-1 0,1 0 0,-1 0 0,1 0 0,-1 0 0,0-1 0,0 0-1,1 0 1,-1 0 0,0-1 0,1 1 0,-3-2-44,0 0 42,0 0-1,0-1 1,1 0-1,-1 0 1,1 0-1,-1-1 1,1 0-1,0 0 1,1-1-1,-1 0 0,1 0-41,-3-2-27,0-1-1,1 0 0,0-1 0,1 0 0,0 0 0,0 0 0,1-1 0,0 0 0,1 0 0,0 0 0,1 0 0,0-1 0,0 1 0,1-1 0,0-4 28,2-6-905,0-1-1,1 0 0,2 1 0,0-1 0,6-20 906,25-53-9187,-5 34-2129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49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1 192 12515,'0'0'1899,"0"0"-419,0 0 368,0 0-273,0 0-574,0 0-331,25 10-101,81 29-199,-100-36-332,0-1 0,0 0 0,0 0 0,1-1 0,-1 0 0,1 0 0,-1 0 0,1-1-1,-1 0 1,1 0 0,2-1-38,11-1 51,-17 2-42,1 0-1,-1 0 1,1-1 0,-1 1-1,0-1 1,0 0-1,1 0 1,-1 0-1,0 0 1,0-1-1,0 1 1,0-1-1,0 0 1,-1 0-1,1 0 1,0 0-1,-1 0 1,1 0-1,-1-1 1,0 0-9,2-1 9,-1-1 1,0-1-1,0 1 1,0 0-1,-1-1 0,0 1 1,0-1-1,0 0 1,-1 0-1,0 0 1,0-1-10,1-2 71,-2 0 1,1 0 0,-1 0 0,0 0 0,-1 0 0,0 0 0,0 1 0,-1-1 0,0 0-1,-1 1 1,0-1 0,0 1 0,-1 0 0,0 0 0,-4-5-72,7 12 12,0 0 1,1 0 0,-1 0 0,0 0-1,-1 0 1,1 1 0,0-1 0,0 0-1,0 1 1,0-1 0,0 1-1,-1-1 1,1 1 0,0-1 0,0 1-1,-1 0 1,1 0 0,0 0 0,-1 0-1,1 0 1,0 0 0,-1 0 0,1 0-1,0 0 1,0 0 0,-1 1-1,1-1 1,0 1 0,0-1 0,-1 1-1,1-1 1,0 1-13,-3 1 2,0 0 0,1 1-1,-1-1 1,1 1 0,0-1 0,0 1-1,0 0 1,-3 3-2,-1 6 54,-1-1-1,1 1 1,1 0-1,0 1 0,1-1 1,0 1-1,1 0 1,0 0-1,1 1 1,0 4-54,-2 24 215,3 0 0,1 30-215,1-71 2,0 5 21,0 1 0,1-1 1,0 0-1,0 0 0,0 1 0,1-1 1,0 0-1,0 0 0,0-1 0,1 1 0,0 0 1,0-1-1,0 1 0,1-1 0,0 0 0,0 0 1,0-1-1,1 1 0,-1-1 0,1 0 0,0 0 1,1-1-1,-1 1 0,0-1 0,1 0 1,3 1-25,-2-1-316,1-1 0,-1 1-1,1-1 1,0-1-1,-1 1 1,1-1 0,0-1-1,0 1 1,6-2 317,-6 1-1099,0-1 1,0-1 0,-1 1 0,1-1-1,-1-1 1,1 1 0,-1-1-1,0-1 1,0 1 0,2-2 1098,28-21-10468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49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43 624,'0'0'9295,"0"0"-5412,0 0-1748,0 0-9,-4 26-550,0-2-1245,-1 5 120,0 1-1,2 0 0,1 0 1,2 0-1,2 20-450,-2-45 58,1-1-1,1 1 1,-1 0 0,1-1-1,-1 1 1,1-1 0,1 0-1,-1 0 1,0 0 0,1 0-1,0 0 1,0 0 0,0-1-1,1 1 1,-1-1 0,1 0-1,-1 0 1,1 0 0,0-1-1,0 1 1,1-1 0,-1 0-1,0 0 1,1-1-1,-1 1 1,1-1 0,-1 0-1,1 0 1,0 0 0,2-1-58,-1 1 27,0 0 0,0-1 0,0 0 0,0 0 0,1-1 1,-1 0-1,0 0 0,0 0 0,0-1 0,-1 0 0,1 0 0,0 0 1,-1-1-1,1 0 0,-1 0 0,0 0 0,0-1 0,0 0 0,0 0 1,-1 0-1,1 0 0,-1-1 0,2-3-27,-1 0 6,-1 0 1,0-1 0,0 1-1,0-1 1,-1 0-1,-1 0 1,0-1 0,0 1-1,0-8-6,1-86 119,-4 67 44,2 32-95,-1 1-1,0-1 1,-1 0-1,1 1 1,0-1-1,-1 1 1,0-1 0,0 1-1,0-1 1,0 1-1,-1 0 1,1-1-1,-1 1 1,0 0-1,0 0 1,0 0-1,0 0 1,0 1-1,-1-1 1,1 0-1,-1 1 1,0 0-1,0-1-67,-3 0 56,-1 0 0,1 1 0,0-1 0,-1 1 0,1 1 0,-1-1 0,0 1 0,1 0 0,-1 1 0,0 0 0,-5 0-56,-1 0-987,20 0-7632,11 0-2004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50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1 279 4905,'0'0'7874,"0"0"-4121,1 25-1288,4 83-365,5-37-315,-9-66-1706,1-1 0,0 1-1,0-1 1,0 1 0,0-1-1,0 0 1,1 0 0,0 0-1,1 1-78,-4-5 5,0 0 0,0 0 0,0 1 0,1-1 0,-1 0 0,0 0 0,0 1 0,0-1 0,1 0 0,-1 0 0,0 0 0,0 1 0,1-1 0,-1 0 0,0 0 0,1 0 0,-1 0 0,0 0 0,0 0 0,1 0 0,-1 0 0,0 1 0,1-1 0,-1 0 0,0 0 0,1 0 0,-1-1 0,0 1 0,1 0 0,-1 0 0,0 0 0,0 0 0,1 0 0,-1 0 0,0 0 0,1 0 0,-1-1 0,0 1 0,0 0 0,1 0 0,-1 0 0,0-1 0,0 1 0,1 0 0,-1 0 0,0 0 0,0-1 0,0 1 0,0 0 0,1-1 0,-1 1 0,0 0 0,0 0 0,0-1 0,0 1 0,0 0 0,0-1 0,0 1 0,0 0 0,0-1 0,0 1 0,0 0 0,0-1 0,0 1 0,0 0-5,3-22 50,-2-29-8,-2 23-15,2 0 0,4-27-27,-4 49 1,0 0 1,0 0-1,1 0 1,0 0-1,0 0 1,0 0-1,1 0 1,-1 1-1,1-1 1,1 1 0,-1 0-1,1 0 1,0 0-1,0 1 1,2-3-2,-4 6-3,1-1-1,-1 0 1,0 1 0,0-1-1,1 1 1,-1 0 0,0 0 0,1 0-1,-1 0 1,1 0 0,0 1-1,-1-1 1,1 1 0,0-1 0,-1 1-1,1 0 1,0 0 0,-1 0 0,1 1-1,0-1 1,-1 1 0,1-1-1,0 1 1,-1 0 0,1 0 0,-1 0-1,0 0 1,1 0 0,1 2 3,1 1-9,0-1 1,0 2-1,0-1 1,0 1 0,-1-1-1,0 1 1,0 1-1,0-1 1,0 1-1,-1-1 1,1 2 8,10 25 284,5 11 475,-11-32-440,-4-14-173,2-43-89,3 0 0,1 1-1,3-2-56,-7 28 10,1 1 1,0-1-1,2 2 0,0-1 0,0 1 0,2 1 0,0 0 0,9-10-10,-17 23 9,0-1 1,0 2 0,0-1-1,1 0 1,-1 1 0,1-1-1,-1 1 1,1 0 0,0 0-1,0 0 1,0 1 0,0 0-1,0-1 1,0 1-1,0 1 1,0-1 0,1 1-1,0-1-9,-1 1 4,-1 1-1,0-1 0,0 1 0,0-1 1,0 1-1,0 0 0,0 0 0,0 0 1,0 1-1,0-1 0,0 1 0,-1-1 0,1 1 1,-1 0-1,1 0 0,-1 0 0,1 1 1,-1-1-1,0 0 0,0 1 0,0-1 1,-1 1-1,2 1-3,7 16-11,-1 0 0,-1 1 0,-1-1 1,0 2-1,-2-1 0,0 1 0,-1 0 1,-2 0-1,0 0 0,-1 0 0,-1 4 11,0-24-424,2 7-1407,1-8-1731,3-1-3434,2 0-4559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50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0 11266,'0'0'4625,"0"0"-1952,0 0-841,0 0-151,-56 152-217,43-60-480,6 1-136,0 8-103,7-9-345,0 0-352,0-11-48,24-10-64,5-2-560,1-16-681,16-2-2616,-9-16-3232,-7-11-5066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54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53 15619,'0'0'3552,"0"0"-1963,0 0-287,0 0-123,9 33-463,54 231-202,-49-213-451,-9-34-153,-1-1 0,0 0 1,-1 1-1,-1 0 0,0 0 90,-2-16-623,-1-4 282,0-1 0,0 1 0,0 0 0,0 0 0,-1 0 0,1 0 0,-1 0 0,0 0 0,0 0 0,0 0-1,0 1 1,0-1 0,-1 1 0,-1-2 341,-9-12-1233,-11-21 680,2 0 0,2-1 0,2-1 0,-6-19 553,14 30 786,2-1 0,1 1 0,1-1 0,2 0 0,1-1 0,1 1 0,1-1-786,0 39 426,-1 0-1,0-1 1,0 1-1,-1-1 0,0 1 1,-1-1-1,0 0 0,0-1 1,-1 1-1,-1 1-425,-63 89 53,51-73 328,-10 11-242,19-26-105,0 0 0,1 1 0,0 0 0,1 0 0,0 1 0,1-1 0,1 2 0,0-1 1,-1 3-35,6-15 3,0 1 0,0 0 0,0 0 0,0 0-1,0-1 1,0 1 0,0 0 0,0 0 0,0-1 0,0 1 0,0 0 0,1 0 0,-1-1 0,0 1 0,1 0 0,-1 0 0,0-1 0,1 1 0,-1 0 0,1-1 0,-1 1 0,1-1 0,-1 1 0,1-1 0,-1 1 0,1-1 0,0 1 0,-1-1 0,1 1 0,0-1 0,0 0 0,-1 1 0,1-1 0,0 0 0,-1 0 0,1 1 0,0-1 0,0 0 0,0 0 0,-1 0 0,1 0-3,41 1 114,-28-2-74,36-1 497,50-9-537,-23 1-906,2 6-3925,-60 4-456,-2 0-3274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54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 5577,'0'0'5785,"0"0"-4120,0 0-465,0 0-240,-86 158-504,30-72-456,6-6-1064,4-5-6826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58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10338,'0'0'4504,"0"0"-1965,0 0-620,0 0-569,0 0-753,0 0-397,17-9-90,55-32-41,-69 39-66,0 1 0,-1-1 1,1 1-1,0 0 0,0-1 0,1 2 0,-1-1 0,0 0 1,0 0-1,0 1 0,1 0 0,-1 0 0,0 0 1,2 0-4,-4 0 1,0 1 0,0-1 0,0 1 0,0-1 0,0 1 0,0-1 0,0 1 0,0 0 0,0-1 0,0 1 0,0 0 0,0 0 0,0 0 0,0 0 0,-1-1 0,1 1 0,0 0 0,-1 0 1,1 1-1,-1-1 0,1 0 0,-1 0 0,0 0 0,1 1-1,0 5 5,0 0 0,-1 0 0,0 0 0,0 0 0,0 0 0,-1 0 0,0 0 0,-1-1 0,-1 6-5,0-2 6,-2 0 1,1-1-1,-1 1 1,0-1 0,-1 0-1,-4 5-6,-25 43-2,33-53 8,0-1 0,1 1 1,-1 0-1,1 0 0,0 0 0,1 0 0,-1 0 1,0 0-1,1 0 0,0 0 0,0 0 0,1 0 0,-1 0 1,1 0-7,-1-3 19,1 0-1,0 0 1,-1 0 0,1 0 0,0 0 0,0-1 0,-1 1 0,1 0-1,0-1 1,0 1 0,0 0 0,0-1 0,0 1 0,0-1 0,0 0-1,0 1 1,0-1 0,1 0 0,-1 1 0,0-1 0,0 0 0,0 0 0,0 0-1,0 0 1,1 0-19,36 0 372,-29 0-254,-8 0-131,77-5 353,-42-7-2191,-3-11-4366,-19 9-1642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58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 3425,'0'0'8037,"0"0"-4765,0 0-1876,-6 28 164,-14 58 594,-4-1 0,-25 58-2154,-33 28 2280,44-96-1680,3 1-1,2 6-599,32-79-534,-6 21 1560,9-16-3580,8-10-6894,8-13 1442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59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0 704,'0'0'8598,"0"0"-5943,0 0-1957,0 0-81,0 0-235,-10 26-193,-37 84-98,45-104-84,-1 0 0,0 0 1,-1-1-1,1 1 1,-1-1-1,0 0 1,-1 0-1,1 0 0,-1-1 1,0 0-1,-2 2-7,-7 6 25,55-9 101,-18-3-190,-12-1 446,0 1 0,0 0 0,0 0 0,0 2 0,8 1-382,-17-3 111,1 1 1,-1 0 0,0-1 0,0 1-1,1 0 1,-1 0 0,0 1 0,0-1-1,0 0 1,0 1 0,0-1-1,-1 1 1,1-1 0,0 1 0,-1 0-1,1 0 1,-1 0 0,0 0 0,1 0-1,-1 0 1,0 0 0,0 0-1,-1 1 1,1-1 0,0 0 0,-1 1-1,1-1 1,-1 1-112,1 1 114,0-1 1,-1 1-1,0 0 0,0-1 0,0 1 1,0 0-1,0 0 0,-1-1 0,0 1 0,0 0 1,0-1-1,0 1 0,0-1 0,-1 1 1,1-1-1,-1 0 0,-1 2-114,-1 0 148,-1-1-1,1 0 1,-1 0 0,1 0-1,-1-1 1,0 1-1,-1-1 1,1-1 0,-1 1-1,-2 1-147,-18 7 300,-1-1-1,0-1 0,0-1 1,-1-1-1,0-2 1,0-1-1,0-1 0,-13 0-299,41-3-306,15 6-7055,17-6 1696,-17 0 1267,12 0-2713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1:59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1480,'0'0'6708,"0"0"-2525,0 0-1908,0 0-570,0 0-392,0 0-533,34 0 1282,-13 0-1801,-11 1-204,1-1-1,-1 0 1,0-1 0,0 0 0,0 0 0,0-1 0,0-1 0,6-1-57,22-10 195,-30 13-3665,0 0-3757,-2 1-860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2:00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2497,'0'0'8543,"0"0"-4633,0 0-1427,0 0-170,0 0-770,0 0-478,31 26-47,-2-4-753,-12-10-132,0 1-1,-1 1 0,0 0 0,-2 1 0,1 1 0,-2 0 0,0 1 0,-1 0 0,-1 1 1,0 0-1,4 14-132,1 8 157,-3 0 0,-2 1 0,-1 1 0,-2 0 0,-2 0-1,-2 1 1,-1 0 0,-3-1 0,-1 1 0,-4 14-157,1-31 39,-1 0 0,-1-1 0,-1 1-1,-1-1 1,-2 0 0,0-1 0,-2 0-1,-12 19-38,-26 35-2928,-53 64 2928,24-37-7214,29-37-5117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2:22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0 241 3913,'0'0'872,"0"0"-624,0 0-56,0 0 136,53-113-16,-39 93-312,-1 2 320,-3 3 328,3 0 209,-3 0-593,3-3-264,-3 3-1017,-3 3-3912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2:24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4993,'0'0'2791,"0"0"-985,0 0-228,0 0-211,0 0-560,0 0-415,-1 0-339,1 0 1,-1 1 0,1-1 0,0 0 0,-1 1 0,1-1-1,-1 0 1,1 1 0,0-1 0,-1 0 0,1 1-1,0-1 1,0 1 0,-1-1 0,1 0 0,0 1 0,0-1-1,-1 1 1,1-1 0,0 1 0,0-1 0,0 1-1,0-1 1,0 1 0,0-1 0,0 1 0,0-1 0,0 1-54,0 6 67,0 0 0,0-1 0,1 1 0,0 0 0,0 0 0,1-1 0,-1 1 0,1 0 0,1-1 0,0 0 0,-1 0 0,2 0 0,-1 0 0,1 0 0,0 0 0,0-1 0,0 0 0,1 0 0,0 0 0,0 0 0,0-1 0,1 0 0,-1 0 0,1 0 0,0-1 0,0 0 0,5 2-67,0-1 25,0 1-1,1-1 0,0-1 1,0 0-1,0-1 1,0-1-1,11 1-24,92-3 92,-47-1-97,-14 1-73,1-1 0,-1-3 0,38-8 78,-79 10-6,21-4-17,1 1-1,19 1 24,-42 4-3,-1 1 0,1 1 0,-1 0 0,0 0 0,1 1 0,-1 1 0,0 0 0,0 0 0,9 5 3,71 29-9,-54-23 12,-2 1-1,1 1 0,-2 2 0,7 7-2,-34-20 17,-5-4-2,0 1-1,0 0 1,0-1 0,1 0 0,-1 1 0,0-1 0,1 0-1,-1 0 1,0 0 0,1 0 0,-1-1 0,1 1 0,-1-1-1,2 1-14,29-40 218,-17 28-213,0 1 0,1 1 0,-1 0 0,2 1 0,-1 1 0,1 0 0,0 1 0,1 1 0,-1 1 0,18-1-5,29-2 44,1 3 0,30 4-44,-72 0 7,174 5-6,-79-1 2,0-4 0,4-6-3,-35 0-5,1 4 0,58 8 5,176 27-13,-317-32 13,102 9 0,-1-5 0,1-4 0,29-7 0,-116 4 3,0-1 1,1-1-1,-2-1 0,1 0 0,0-2 1,-1-1-1,-1 0 0,1-1 0,-1-1 1,-1-1-1,0-1 0,0 0 0,-2-2 1,1 0-1,-2 0 0,2-3-3,11-3 387,-19 15-942,-18 16-3064,-13 5-2728,-4-1-440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2:24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3425,'0'0'8065,"0"0"-5092,0 0-1437,-1 29-221,-4 206 327,6-202-1566,1 17 296,-2-50-369,0 0 1,0 0-1,0 0 0,0 0 0,0 0 0,0 0 1,0 0-1,0-1 0,-1 1 0,1 0 1,0 0-1,0 0 0,0 0 0,0 0 0,0 0 1,0 0-1,0 0 0,0 0 0,-1 0 0,1 0 1,0 0-1,0 0 0,0 1 0,0-1 0,0 0 1,0 0-1,0 0 0,0 0 0,-1 0 1,1 0-1,0 0 0,0 0 0,0 0 0,0 0 1,0 0-1,0 0 0,0 0 0,0 0 0,0 1 1,0-1-1,0 0 0,0 0 0,0 0 0,0 0 1,-1 0-1,1 0 0,0 0 0,0 0 1,0 1-1,0-1 0,0 0 0,0 0 0,0 0 1,0 0-1,0 0 0,0 0 0,0 0 0,0 0-3,-9-26 116,3 3-114,1 1 0,1-2 0,1 1 0,2 0 0,0-18-2,1 36-3,0 0-1,1 1 0,0-1 0,0 0 1,0 1-1,0-1 0,1 1 1,0-1-1,0 1 0,0 0 0,0-1 1,1 1-1,0 0 0,-1 1 1,2-1-1,-1 0 4,4-3-2,1 0-1,0 0 1,0 1-1,0 0 1,1 0 0,0 1-1,8-3 3,0 0 8,1 1-1,0 1 0,0 1 1,0 0-1,1 1 0,0 1 1,0 1-1,7 1-7,-25 1-1,0 0 0,0-1 0,1 1 0,-1 1 0,0-1 0,1 0 0,-1 0 0,0 0 0,0 1 0,1-1 0,-1 1 1,0-1-1,0 1 0,0-1 0,1 1 0,-1 0 0,0-1 0,1 2 1,-2-1 5,0-1 1,1 1 0,-1 0-1,0-1 1,1 1-1,-1 0 1,0-1-1,0 1 1,0 0-1,0-1 1,0 1 0,0 0-1,0-1 1,0 1-1,0 0 1,0 0-1,0-1 1,0 1-1,-1 0 1,1-1 0,0 1-1,-1 0 1,1-1-1,0 1-5,-3 3 61,1 0 0,-1-1 0,1 1-1,-1-1 1,0 0 0,0 0 0,-1 0-1,1 0 1,-1 0 0,0 0-61,-82 43 1053,18-10-2997,26-9-4493,25-15-3529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3:11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1720,'0'0'1202,"0"0"-531,0 5 2834,-1 21 13846,2-19-15915,-1-3-4623,9 14 3246,-1 1 1,-2 0-1,0 0 0,0 1 0,-2-1 0,1 8-59,0 1 76,1 0 0,9 20-76,-11-34 16,-1 1 0,-1-1-1,0 1 1,0 0 0,-2 0 0,0 6-16,1-21-62,-1 1-1,1 0 1,0-1 0,-1 1 0,1-1 0,0 1 0,0 0 0,-1-1 0,1 0 0,0 1 0,0-1-1,0 1 1,0-1 0,0 0 0,-1 0 0,1 1 0,0-1 0,0 0 0,0 0 0,0 0-1,0 0 1,0 0 0,0 0 0,0 0 0,0-1 0,0 1 0,0 0 0,0-1 62,3 1-2242,3 0-4314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3:49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11 12043,'0'0'3676,"4"-10"-243,2 25-2223,14 113 649,-4 0 0,-7 0 0,-5 86-1859,-4-221 330,1-20-135,-2-1 1,0 1-1,-2 0 0,-1 1 0,-2-1 1,-4-12-196,2 15 18,-3-4-6,1-1-1,1 0 1,2 0 0,0-1 0,3 0 0,-2-25-12,7 50-6,-1 1-1,1 0 1,0-1 0,0 1 0,0 0-1,1 0 1,-1 0 0,1 0 0,0 0-1,1 0 1,-1 1 0,0-1 0,1 1-1,0-1 1,0 1 0,0 0 0,0 0-1,0 0 1,1 1 0,-1-1 0,1 1-1,0 0 1,0 0 0,0 0 0,0 0-1,0 1 1,0 0 0,3-1 6,7-3-16,1 2 1,0 0-1,-1 0 1,1 1-1,0 1 0,0 1 1,14 1 15,-26-1-2,0 0 0,1 1-1,-1 0 1,0 0 0,0 0 0,0 0 0,1 1 0,-1-1 0,-1 1-1,1 0 1,0 0 0,0 0 0,-1 0 0,1 0 0,-1 0-1,1 1 1,-1-1 0,0 1 0,0 0 0,0-1 0,-1 1 0,1 0-1,-1 0 1,1 0 0,-1 1 0,0-1 0,0 0 0,0 0 0,-1 1-1,1-1 1,-1 0 0,0 1 2,1 4-1,0 1 0,-1 0 0,0-1 0,-1 1 0,0 0 0,0-1 1,0 1-1,-1-1 0,-1 0 0,0 0 0,0 0 0,-3 6 1,-6 4 8,-1-2 0,0 0-1,-2-1 1,0 0 0,0-1 0,-1 0 0,-1-2 0,0 0 0,-1-1 0,0 0-1,-5 1-7,20-11-32,3-1 16,5-1-21,67-21-227,-56 16 241,0 1-1,1 0 0,-1 1 0,1 1 0,0 0 0,11 1 24,-23 2-6,-1 0 0,1 0-1,0 0 1,0 0-1,-1 1 1,1 0 0,0 0-1,-1 0 1,1 1-1,-1 0 1,1 0-1,0 0 7,-3 0-4,0 0-1,0 0 0,-1 0 1,1 0-1,0 0 0,-1 0 0,1 1 1,-1-1-1,0 0 0,1 1 1,-1-1-1,0 1 0,-1 0 0,1-1 1,0 1-1,-1 0 0,0-1 1,1 1-1,-1 0 0,0-1 0,0 1 5,0 2 1,1 0 0,-1 0 0,0 0 0,0-1 0,-1 1 0,1 0 0,-1 0 0,0-1 0,-1 1 0,1-1 0,-1 1 0,1-1 0,-1 1 0,-1-1 0,1 0 0,-1 0 0,1 0 0,-1 0 0,0 0 0,-1-1 0,1 1 0,-1-1 0,1 0 0,-1 0-1,0 0 1,0-1 0,0 0 0,0 1 0,-3 0-1,-7 6 21,-1 0-1,0 0 1,0-2 0,-1 0-1,0 0 1,0-2-1,-1 0 1,0-1-1,1 0 1,-2-2 0,1 0-1,-11 0-20,27-3-43,0 1 1,0 0-1,0-1 0,1 0 0,-1 1 0,0-1 1,0 0-1,1 1 0,-1-1 0,1 0 0,-1 0 1,0 1-1,1-1 0,-1 0 0,1 0 1,0 0-1,-1 0 0,1 0 0,0 0 0,-1 0 1,1 0-1,0 0 0,0 0 0,0 1 0,0-1 1,0 0-1,0 0 0,0 0 0,0 0 0,0 0 1,1 0-1,-1 0 0,0 0 0,1-1 43,9-39-3523,13 9-2557,4 4-4480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3:50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16 304 10842,'0'0'2406,"0"0"-935,0 0 503,3 29 68,8 81 1522,-5 29-3564,-6-125 252,-1 1-1,-1 0 0,0 0 1,-1-1-1,0 1 0,-1-1 0,-4 8-251,3-16 424,0-16-173,2-18 11,3-247 250,0 270-509,1 0 1,-1 0 0,1 0-1,0 0 1,1 0 0,-1 0-1,1 0 1,0 1-1,0-1 1,2-2-4,-4 6 0,1 0 0,0 0 0,0-1-1,0 1 1,0 0 0,0 0 0,0 0 0,0 1-1,0-1 1,1 0 0,-1 0 0,0 1 0,0-1 0,1 0-1,-1 1 1,0-1 0,1 1 0,-1 0 0,1-1 0,-1 1-1,0 0 1,1 0 0,-1 0 0,1 0 0,-1 0 0,1 0-1,-1 1 1,0-1 0,1 0 0,-1 1 0,1-1-1,-1 1 1,0-1 0,1 1 0,-1 0 0,0-1 0,0 1-1,0 0 1,0 0 0,1 1 0,11 9 0,0 0 0,-1 2 1,0 0-1,-1 0 0,-1 1 0,0 0 0,1 4 0,3 3-8,1-1 0,0 0 0,6 3 8,-12-15 10,0 1 0,0-2 0,1 1-1,0-1 1,0-1 0,1 0 0,0-1-1,0 0 1,0 0 0,1-1 0,-1 0-1,1-1 1,0-1 0,0 0-1,0 0 1,0-1 0,0-1 0,1 0-1,-1-1 1,5-1-10,-11 1 5,0-1 1,1 0-1,-1 0 0,-1 0 0,1-1 1,0 0-1,-1 0 0,1-1 0,-1 1 0,0-1 1,0 0-1,0 0 0,-1-1 0,1 0 1,-1 0-1,0 0 0,-1 0 0,1 0 0,-1-1 1,0 1-1,0-1 0,1-5-5,5-12 25,0 0 1,-2 0-1,-1-1 0,0 0 1,-1-9-26,0-14 135,-2 0 1,-2 0-1,-3-10-135,1 48-28,-1 0 0,1 0 0,-1 1 0,-1-1 0,0 1 0,0-1-1,-1 1 1,1 0 0,-2 1 0,1-1 0,-1 0 0,-1 1 0,1 0 0,-1 1-1,0-1 1,-1 1 0,1 0 0,-1 0 0,-1 1 0,1 0 0,-1 1-1,0-1 30,6 4-2214,5 2-3771,14 4-4003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3:50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 12259,'0'0'2800,"0"0"-631,-60 172 151,43-91-1168,8-7-759,5-3-249,4-5-144,0-7-241,37 1-1759,-8-21-1145,1-10-5448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05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5825,'0'0'4224,"0"0"-1974,0 0-575,0 0-198,0 0-482,13-2-433,82-20 601,107-22 1933,-199 43-3071,-15 1-476,8 0 246,1 0 1,-1 1-1,1-1 0,0 1 1,-1 0-1,1 0 1,0 0-1,0 1 0,0-1 1,0 1 204,-34 18-1918,22-10 2227,51-8-526,-35-2 146,0 1 60,-1-1 0,1 0 0,-1 0 0,1 0 0,0 0 0,-1 0 0,1 1 0,-1-1 0,1 0 0,-1 0 0,1 0-1,0-1 1,-1 1 0,1 0 0,-1 0 0,1 0 0,-1 0 0,1 0 0,-1-1 0,1 1 0,-1 0 0,1-1 0,-1 1 0,1 0 0,-1-1 0,1 1 0,-1 0 0,0-1 0,1 1 0,-1-1 0,0 1 0,1-1 0,-1 1-1,0-1 1,1 1 0,-1-1 0,0 1 0,0-1 0,0 1 0,0-1 0,1 1 0,-1-1 0,0 1 0,0-1 0,0 0 0,0 1 0,0-1 0,0 1 0,-1-1 11,1 1 39,-4-3-36,-15-6 36,-96-6-9,28 15 1080,87 0-1101,-1 1 0,0 0 0,0 0-1,1 0 1,-1 0 0,0 0-1,1 0 1,-1 0 0,1 0 0,-1 0-1,1 0 1,-1 0 0,1 0 0,0 0-1,-1 0 1,1 0 0,0 0-1,0 0 1,0 0 0,0 1 0,0-1-1,0 0 1,0 0-9,0 36 588,0-32-434,-1 9 48,1-10-172,0 1 0,-1-1 1,1 0-1,1 1 0,-1-1 0,1 0 0,0 1 0,0-1 0,0 0 0,0 0 0,1 0 0,-1 0 0,1 0 0,0 0 0,0 0 0,1 0-30,-1-3 88,0 1-1,0-1 1,-1 1 0,1-1-1,1 0 1,-1 0-1,0 0 1,0 0 0,0-1-1,0 1 1,1-1 0,-1 1-1,0-1 1,0 0-1,1 0 1,-1 1 0,0-2-1,1 1 1,-1 0 0,0 0-1,0-1 1,1 1-1,0-2-87,64-18-173,-47 14 337,-3 1-165,1 2 0,0 0-1,0 1 1,0 1 0,1 1 0,2 1 1,-6-1-25,-12 0 22,0 0-1,0 1 1,0 0 0,0-1 0,-1 1-1,1 0 1,0 1 0,0-1 0,-1 0-1,1 1 1,-1-1 0,1 1 0,-1 0-1,0 0 1,0 0 0,0 0 0,0 0-1,0 1 1,0-1 0,0 0 0,-1 1 0,1 0-1,-1-1 1,0 1 0,1 2 3,0-1 6,0 1 1,-1-1-1,1 1 1,-1 0-1,0-1 1,0 1-1,-1 0 1,0 0-1,1 0 1,-2-1-1,1 1 0,0 0 1,-1 0-1,0 0 1,-1 2-7,0-4 35,1 0 0,-1-1 0,0 1 0,0-1 0,-1 1 0,1-1 1,0 0-1,-1 0 0,0 0 0,1 0 0,-1-1 0,0 1 0,0-1 0,0 1 0,0-1 0,0 0 0,0 0-35,-56 15 579,20-11-86,1-2-1,-1-1 1,-23-2-493,19-1 30,42 1-2,1 0-63,0 0-193,0 0-506,15 0-4142,7 0-913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05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1 2905,'0'0'6048,"0"0"-3499,0 0-611,0 0 133,0 0-330,0 0-345,-11 20-152,-38 68-242,42-76-880,-1-1 0,-1-1 0,0 1 1,-1-1-1,0-1 0,0 0 0,-1 0 0,0-1 0,-4 1-122,-27 23 102,2 2-308,-65 58-387,40-27-7068,44-45-2445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06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35 7666,'0'0'4199,"0"0"-2077,0 0-676,0 0-402,0 0-555,0 0-297,22-5-74,70-17-42,-85 20-54,0 0 0,1 1 0,-1 0 0,1 0 0,0 1 1,-1 0-1,5 0-22,4 1 82,-15 0-79,0-1 0,0 1 0,0-1 1,-1 1-1,1-1 0,0 1 0,0 0 0,-1-1 0,1 1 0,0 0 1,-1 0-1,1 0 0,-1-1 0,1 1 0,-1 0 0,0 0 0,1 0 0,-1 0 1,0 0-1,1 0 0,-1 0 0,0 0 0,0 0 0,0 0 0,0 0 1,0 0-1,0 0 0,0 0 0,0 0 0,0 0-3,0 2 13,0 0 1,0-1-1,0 1 1,-1 0-1,1 0 1,-1 0-1,1 0 0,-1-1 1,0 1-1,-1 2-13,-7 2 83,1 0 1,-1 0-1,-1-1 0,1 0 0,-1-1 1,0 0-1,0 0 0,-1-1 0,-8 2-83,-22 11 134,18-4-33,23-13-97,0 0-1,0 0 0,0 0 0,0 0 0,-1 0 0,1 0 1,0 0-1,0 0 0,0 1 0,0-1 0,0 0 1,0 0-1,-1 0 0,1 0 0,0 0 0,0 0 0,0 0 1,0 1-1,0-1 0,0 0 0,0 0 0,0 0 1,0 0-1,0 0 0,0 1 0,-1-1 0,1 0 1,0 0-1,0 0 0,0 0 0,0 0 0,0 1 0,0-1 1,0 0-1,0 0 0,0 0 0,0 0 0,1 0 1,-1 1-1,0-1 0,0 0 0,0 0 0,0 0 0,0 0 1,0 0-1,0 1 0,0-1 0,0 0 0,0 0 1,0 0-1,1 0 0,-1 0 0,0 0-3,35 2 348,-18-2-277,18-1 102,-13-1-79,0 2 0,-1 1-1,9 1-93,-26-2 6,1 1-1,-1-1 1,0 1-1,0 0 1,0 0-1,0 1 1,0-1-1,-1 1 0,1 0 1,0 0-1,-1 0 1,1 1-1,-1-1 1,0 1-1,1-1 1,-1 1-1,-1 0 0,1 1 1,1 0-6,-3-2 4,0 0 0,0 1 1,0-1-1,0 0 0,0 1 0,0-1 1,0 0-1,-1 1 0,0-1 0,1 1 1,-1-1-1,0 1 0,0-1 0,0 1 1,0-1-1,-1 1 0,1-1 0,-1 1 1,1-1-1,-1 0 0,0 1 0,0-1 1,0 0-1,0 0 0,-1 1 0,1-1 1,0 0-1,-1 0 0,0 0 0,1-1 1,-1 1-1,0 0 0,0-1 0,-1 2-4,-8 5 95,-1 0-1,0 0 0,0-1 1,-1 0-1,-7 2-94,12-5 49,-22 8 100,0 0 0,0-2-1,-1-1 1,-1-2 0,1-1 0,-1-1-1,0-2 1,-4-1-149,36-2-48,22-7-2201,8-4-2058,0-1-3561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07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8874,'0'0'4126,"0"0"-1655,0 0-161,0 0-337,0 0-837,-5 27-563,-16 87-214,17-99-247,0 0 0,-1-1 0,0 1 0,-1-1 0,-1 0 0,0-1 0,-2 3-112,4-10-329,1 0-1,1 1 0,-1 0 1,1 0-1,0 0 1,1 0-1,0 0 0,0 1 1,0-1-1,1 1 0,0-1 1,0 3 329,2-5-3476,2-4-3025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08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25 10458,'0'0'2988,"0"0"-761,0 0-216,0 0-643,0 0-716,0 0-389,21-4-59,66-14-117,-85 17-83,-1 1 0,0 0-1,0-1 1,1 1 0,-1 0 0,0 0 0,1 0 0,-1 0 0,1 0 0,-1 0 0,0 0 0,1 1 0,-1-1 0,0 0 0,0 1 0,1-1 0,-1 1 0,0-1 0,0 1-1,0 0 1,1-1-4,-2 1 4,1 0-1,-1 0 0,1 0 0,-1 0 1,1-1-1,-1 1 0,0 0 0,1 0 1,-1 0-1,0 0 0,0 0 0,0 0 0,0 0 1,0 0-1,0 0 0,0 0 0,0 0 1,0 0-1,0 0 0,0 0 0,-1 0-3,0 3 25,0 0-1,-1 1 1,1-1 0,-1 0-1,0 0 1,-1 1-1,-1 2-24,-29 26 526,-34 28-526,33-31 848,76-26 2093,-29-5-2824,-10 1-111,0 0 1,0-1-1,0 1 0,0 0 0,0 1 1,0-1-1,-1 0 0,1 1 0,0 0 1,0-1-1,0 1 0,0 0 1,-1 1-1,1-1 0,0 0 0,-1 1 1,1 0-7,-1-2-121,1 1 0,-1 0 0,1-1 0,0 0 0,-1 1 0,1-1 0,0 0 0,-1 0 0,1-1 0,0 1 0,0-1 121,10 1-968,38 0-3631,-28 0 93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08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0 11362,'0'0'3717,"0"0"-1322,0 0-406,0 0-918,0 0-380,-11 27 423,3-7-843,-4 11 125,-2-1 0,-1 0 0,-1-1-1,-2-1 1,-1 1-396,-95 116 1754,45-59-854,-27 47-900,93-128-57,1-2 5,-1 0-1,1 0 1,0 0 0,0 0 0,0 0 0,1 1-1,-1-1 1,1 1 0,0-1 0,0 1-1,0 0 1,0 0 0,0 2 52,11-6-2176,1-2 530,0 0 0,-1-1 0,1 0 1,0 0-1,6-4 1646,25-9-8820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09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11442,'0'0'3001,"0"0"-644,0 0-214,0 0-736,0 0-757,29 1-377,89 6-96,-116-7-171,0 0-1,0 0 1,0 1 0,0-1 0,0 0-1,0 1 1,0 0 0,0-1-1,0 1 1,0 0 0,-1 0 0,1 0-1,0 0 1,0 0 0,-1 0-1,1 1 1,-1-1 0,1 0-6,-2 0 6,1 0-1,-1 0 1,0 0-1,1 0 1,-1 0 0,0 0-1,0 0 1,0 0 0,0 0-1,0 0 1,0 0 0,0 1-1,0-1 1,0 0 0,0 0-1,0 0 1,-1 0-6,0 6 41,1-3-18,0-1 0,0 1 0,0 0 1,-1 0-1,1 0 0,-1 0 0,0-1 0,0 1 0,0 0 0,-1-1 1,1 1-1,-1-1 0,0 1 0,0-1 0,0 0 0,0 0 0,-1 0 1,1 0-1,-1 0 0,0-1 0,0 1 0,0-1 0,0 1 1,0-1-1,0 0 0,-1-1 0,1 1 0,-3 1-23,-33 16 111,28-14-96,1 0 1,0 0-1,1 1 0,-1 0 0,-2 3-15,11-8 30,17 2-62,-3-2 44,0 1-1,-1 0 1,1 1-1,-1 0 1,0 1-1,0 0 1,0 1-1,9 5-11,-16-8 5,-1 1-1,1 0 1,-1 0 0,1 0-1,-1 1 1,0-1 0,0 1-1,-1 0 1,1 0-1,-1 0 1,0 1 0,0-1-1,0 1 1,-1-1-1,0 1 1,1 0 0,-2 0-1,1 0 1,-1 0 0,1 1-1,-1-1 1,0 3-5,-1-3 27,1-1 0,-1 0 0,0 0 0,0 0 0,-1 0 1,1 1-1,-1-1 0,0 0 0,0 0 0,0 0 0,-1 0 0,1 0 1,-1-1-1,0 1 0,0 0 0,0-1 0,-1 1 0,1-1 0,-3 2-27,-1 0 77,-1 0-1,0 0 0,0-1 1,0 0-1,0-1 1,-1 1-1,0-1 0,1-1 1,-6 2-77,-5 1 35,-1 0 1,1-1-1,-1-1 1,0-1 0,0 0-1,-11-2-35,33-8-3290,14 1-1403,5 1-3271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09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6617,'0'0'3733,"0"0"-1360,0 0-312,0 0-451,32 21-611,20 14-181,28 25-818,-73-53 138,1 0 0,-1 0 1,0 1-1,-1 0 0,0 0 1,0 0-1,-1 1 0,0 0 1,0 0-1,-1 0 0,0 1 1,-1-1-1,0 1 0,-1 0 1,2 9-139,0-1 253,6 33 440,-3 1 0,-2-1 0,-3 1 0,-1 0 0,-6 39-693,0-59 173,-1 1-1,-1-1 1,-2 0 0,-1-1-1,-1 0 1,-2-1 0,-9 14-173,-5 18 103,23-53-26,-4 15-478,8-24 332,0 1 0,0-1 0,0 1 0,0-1 0,1 1 0,-1-1 0,0 1 0,0-1 0,0 1 0,1-1 0,-1 1 0,0-1 0,1 0 0,-1 1 0,0-1 0,1 1 0,-1-1 0,1 0 0,-1 1 0,1-1 0,-1 0 0,1 0 0,-1 1 0,1-1 0,-1 0 0,1 0 0,-1 0 0,1 0 0,-1 1 0,1-1 0,-1 0 0,1 0 1,-1 0-1,1 0 0,-1 0 0,1 0 0,-1-1 0,1 1 0,0 0 0,-1 0 69,26-2-4923,6-8-3289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10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11803,'0'0'2880,"0"0"-991,0 0-121,0 0-1008,0 0-584,0 0-72,0 0-96,189-14 0,-159 14-8,-4 0-328,-6 0-632,-7 0-1097,-6 5-2664,-7-2-5609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10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7922,'0'0'3216,"0"0"-1119,0 0-393,0 0 41,0 0-713,0 0-488,0 0-344,215 14-64,-172-14-136,-6 0-536,-14 0-2209,-13 6-6465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40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334 504 7298,'0'0'4434,"0"0"-2190,0 0-710,0 0-448,0 0-312,-11-4 5,-5-1-154,-1 1 0,1 0 0,-1 1-1,0 1 1,0 1 0,-1 0-625,8 1 168,1 0 0,0 1 0,-1-1 0,1 2 0,0-1 0,-1 2 0,1-1 0,-4 2-168,7 0 15,0-1 0,0 1 0,1-1 0,-1 2 1,1-1-1,0 1 0,0-1 0,0 1 1,1 1-1,0-1 0,-3 6-15,-1 1 16,1 0 1,1 1-1,0 0 1,1 1-1,0-1 0,1 1 1,1 0-1,0 0 1,1 0-1,1 0 0,-1 4-16,2-5 8,-1-1-1,1 1 1,1-1-1,1 1 1,-1-1 0,2 1-1,0-1 1,0 0-1,1 0 1,1 0-1,0-1 1,5 10-8,-4-12-4,1 1 1,0-1-1,0-1 1,1 1 0,0-1-1,0 0 1,1-1-1,0 0 1,0-1 0,1 1-1,0-2 1,0 1-1,0-2 1,1 1 0,0-1-1,-1-1 1,2 0-1,-1 0 1,0-1-1,0-1 1,1 0 0,-1 0-1,0-1 1,1-1-1,9-1 4,-16 1-17,0 0 0,0 0 0,0 0-1,0-1 1,0 0 0,0 0 0,-1 0-1,1-1 1,-1 0 0,1 1 0,-1-1-1,0-1 1,0 1 0,-1-1 0,1 1-1,-1-1 1,1 0 0,-1 0 0,-1-1-1,1 1 1,0-1 0,-1 1 0,0-1-1,0 0 1,0 0 0,-1 0 0,1-3 17,3-16-4,-1 0 1,-1 0-1,-2 0 1,0-1 0,-2-8 3,1 13-10,-3-30 32,-2 1-1,-3 1 1,-1-1-1,-11-27-21,-10-58 204,14 52 593,4 0 0,4-1 0,3-2-797,8 121 29,1 0 0,1-1 0,4 5-29,4 34 18,-9-50-3,1 21-13,2-1 0,2-1 0,3 1-1,1-2 1,16 38-2,-23-69-531,1-1 0,0 0 0,0 0 0,1-1 1,0 0-1,0 0 0,1-1 0,0 0 0,9 6 531,7 3-6035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40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11402,'0'0'2276,"0"0"-481,10 36 240,2 7-1433,11 37 1747,10 74-2349,41 314 2877,-76-486-2826,1 0 0,1 0 0,1 1 0,0-1 0,1 0 0,1 1 0,1-1 1,0 1-1,2 0 0,0 0 0,0 0 0,2 1 0,0 0 0,1 1 0,0 0 1,2 0-52,-4 3-5,2 1 1,0 0 0,0 0 0,1 1 0,0 0 0,1 1 0,0 0 0,0 1 0,1 0 0,0 1 0,1 0 0,-1 1-1,1 0 1,0 1 0,1 0 0,-1 2 0,1-1 0,0 2 0,0-1 0,0 2 0,3 0 4,-13 1-2,0 0 0,1 1 0,-1-1 1,0 1-1,0 0 0,0 0 0,0 0 0,0 1 1,0-1-1,-1 1 0,1 0 0,0 0 1,-1 0-1,0 1 0,1-1 0,-1 1 0,0 0 1,0 0-1,0 0 0,-1 0 0,1 0 0,-1 1 1,0-1-1,0 1 0,0-1 0,0 1 0,0 0 1,-1 0-1,0 0 0,1 2 2,3 13 66,-2 0-1,0 1 0,0-1 1,-2 1-1,-1 19-65,0-34 60,-1-1-1,0 1 0,0 0 1,0 0-1,0-1 1,-1 1-1,0-1 1,0 1-1,0-1 0,0 0 1,-1 0-1,0 0 1,0 0-1,0 0 1,0-1-1,0 1 0,-1-1 1,1 0-1,-1 0 1,0 0-1,0-1 1,0 1-1,-1-1 0,1 0 1,0 0-1,-1 0 1,0-1-1,-2 1-59,-16 5 197,0-1-1,-1-1 1,1-1 0,-1-1-1,-5-1-196,13-1 97,-18 2 52,1-1 0,-1-2 1,1-1-1,-13-3-149,41 3 13,1 0 1,-1-1-1,1 1 1,0-1-1,-1 0 0,1-1 1,0 1-1,0-1 1,-2-1-14,5 3-45,0 1 0,0-1-1,0 0 1,1 1 0,-1-1 0,0 0 0,0 0 0,0 0 0,1 1 0,-1-1 0,0 0 0,1 0-1,-1 0 1,1 0 0,-1 0 0,1 0 0,0-1 0,-1 1 0,1 0 0,0 0 0,0 0 0,0 0-1,0 0 1,0 0 0,0 0 0,0-1 0,0 1 0,0 0 0,0 0 0,1 0 0,-1 0-1,0 0 1,1 0 0,-1 0 0,1 0 0,-1 0 0,1 0 0,0 0 0,-1 0 0,1 0 0,0 0 45,22-13-2786,6 0-3066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40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10666,'0'0'4297,"0"0"-1176,0 0-24,0 0-1041,40 199-1064,-37-148-560,3-10-288,1-2-40,-4-9-88,4-12-32,-4-6-272,7-12-1440,0 0-2457,-3-24-2833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44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12995,'0'0'2219,"0"0"-692,0 0 428,3 36-368,11 119-399,-9-118-514,1-1 0,2 0 0,7 14-674,7 41 1158,-20-82-872,-2-4 446,-1-7 22,-7-16-587,2 6-135,0-2 0,1 1 1,1-1-1,0 1 0,0-1 0,2 0 1,0 0-1,0-1 0,2 1 0,-1 0 1,2-1-1,0 1 0,2-12-32,-2 18-3,1 1 0,-1-1-1,1 0 1,1 1 0,-1-1 0,1 1-1,0 0 1,1-1 0,0 2-1,0-1 1,0 0 0,1 1 0,0 0-1,1 0 1,-1 0 0,1 1-1,0 0 1,0 0 0,0 0 0,1 1-1,0 0 1,0 0 0,0 1-1,0-1 1,3 1 3,-6 2-3,0 0 1,0 0-1,0 1 0,1-1 1,-1 1-1,0 0 1,0 0-1,1 1 0,-1-1 1,0 1-1,0 0 0,0 0 1,0 0-1,0 1 0,0-1 1,0 1-1,0 0 0,-1 0 1,1 0-1,-1 1 0,1-1 1,-1 1-1,0 0 1,0 0-1,0 0 0,-1 0 1,1 1-1,-1-1 0,1 1 1,-1-1-1,0 1 0,0 0 1,0 2 2,5 11 0,0-1 0,-2 1-1,0 0 1,0 0 0,-2 1 0,0-1 0,-1 11 0,3 94 21,-5-121-82,0 0-1,1 0 0,-1 0 0,0 0 0,0-1 0,0 1 0,0 0 1,1 0-1,-1 0 0,1 0 0,-1-1 0,0 1 0,1 0 0,-1 0 0,1-1 1,-1 1-1,1-1 0,0 1 0,-1 0 0,1-1 0,0 1 0,-1-1 1,1 1-1,0-1 0,0 1 0,0-1 0,-1 0 0,1 1 0,0-1 1,1 0 61,0 0-282,1 0 0,-1 0 0,1 0 1,-1 0-1,1 0 0,-1-1 1,1 0-1,-1 1 0,1-1 0,-1 0 1,2-1 281,3-1-1103,0-1 1,0 0 0,0 0 0,0-1-1,-1 0 1,1 0 0,-1-1 1102,21-28-7837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44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10562,'0'0'2788,"0"0"-648,0 0 55,0 36-325,0 207 644,0-232-2329,0 0 0,1 0 0,0 0 0,1 0 1,0 0-1,1 0 0,0 0 0,1-1 0,1 2-185,-4-8 51,1 0 0,1-1 0,-1 1 0,0-1-1,1 1 1,0-1 0,0 0 0,0 0 0,0 0 0,0-1 0,1 1-1,-1-1 1,1 1 0,0-1 0,-1 0 0,1-1 0,0 1 0,0-1 0,0 0-1,0 0 1,1 0 0,-1 0 0,0-1 0,0 1 0,3-1-51,4 0 73,0 1 0,0-2 1,0 1-1,0-2 0,0 0 1,0 0-1,-1 0 0,1-2 0,5-2-73,-9 3 8,-1 0 0,0-1 0,0 0-1,0-1 1,0 1 0,-1-1 0,0 0 0,0 0-1,0-1 1,-1 0 0,1 1 0,-1-1-1,-1-1 1,1 1 0,0-4-8,1-1 12,-1 0-1,0 0 1,-1 0-1,0-1 1,-1 1 0,-1-1-1,1 0 1,-2-6-12,1 12 17,-1 0-1,0 0 1,-1 0 0,0 0-1,0 0 1,0 0 0,0 0-1,-1 0 1,0 1-1,0-1 1,-1 1 0,1-1-1,-1 1 1,0 0 0,-1 0-1,1 0 1,-3-1-17,-4-3 69,0 0 1,0 1-1,-1 1 1,-1 0-1,1 0 1,-1 1-1,0 1 1,-1 0-1,1 0 1,-1 1-1,0 1 1,-3-1-70,-59-2-6363,89 6 496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44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8770,'0'0'4155,"0"0"-1373,15 31-154,95 200 1801,-106-220-4015,-4-9-328,1 0 0,-1 0 1,1 1-1,0-1 1,0 0-1,0 0 0,0 0 1,0 0-1,0 0 1,1 0-1,-1 0 0,1-1 1,-1 1-1,1 0 1,-1-1-1,3 2-86,-2-13 364,-2 6-303,0-33 89,-1 3-89,1-1 0,2 1 0,4-14-61,-5 40 1,0 1 0,0-1 0,1 0-1,1 1 1,-1-1 0,1 1 0,0 0 0,1 0-1,0 0 1,0 0 0,0 1 0,1 0 0,0 0 0,0 0-1,1 0 1,0 1 0,2-2-1,-6 5 0,1 0 0,0 0-1,0 0 1,0 1 0,0-1-1,1 1 1,-1 0 0,0 0 0,0 0-1,1 0 1,-1 1 0,1-1-1,-1 1 1,0 0 0,1 0 0,-1 0-1,1 0 1,-1 1 0,1-1-1,-1 1 1,1 0 0,2 1 6,-1 1 1,-1-1-1,1 1 0,0 0 0,-1 1 1,1-1-1,-1 1 0,0-1 1,0 1-1,-1 1 0,1-1 0,1 3-6,6 9 29,-1 1 0,-1 1-1,-1-1 1,0 1 0,-1 1-1,4 17-28,-10-33 9,3 11 12,0 1 1,-1 0-1,-1 0 0,0 0 0,-1 1-21,-1-15 52,0-17 95,0 1-128,-1-15-8,2 0-1,0 0 1,2 0 0,2 0 0,7-25-11,-11 49 3,1 0 0,0 0 0,0 0 0,1 0 0,0 0 0,0 0 0,0 1 0,1 0 0,-1-1 0,1 1 0,1 1 0,-1-1 0,1 1 0,-1-1 0,1 1 0,1 1 0,-1-1 0,0 1 0,1 0 1,0 0-1,0 0 0,0 1 0,0 0 0,0 0 0,0 1 0,0-1 0,1 1 0,-1 1 0,0-1 0,6 1-3,-7 0 7,1 1 0,-1-1 0,0 1 0,0 0 0,0 1 0,0-1 0,0 1 0,0 0 0,-1 0 0,1 0 0,0 1 0,-1 0 0,0-1 0,2 3-7,2 2 9,0 0 0,-1 1 1,0 0-1,0 0 0,0 0 1,-1 1-1,0 2-9,9 16-8,-1 2 0,-1 0 0,-2 1 0,4 15 8,-12-35-228,1 1 1,0-1 0,1 1 0,0-1 0,2 1 227,22 26-6038,-7-18-3872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45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12843,'0'0'2752,"0"0"-1791,0 0 759,-10 259-216,7-66-312,0-2-47,3-40-209,0-49-488,20-37-336,16 6-112,10-2-656,24 14-1641,-11-23-2424,-9-25-9810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51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6001,'0'0'2425,"0"0"-266,0 0-241,0 0-650,0 0-471,3-24 6374,2 16-7232,16-5 236,1 2 1,0 1-1,1 1 0,0 0 1,1 2-1,-1 1 0,1 1 0,1 0 1,-1 2-1,0 1 0,5 1-175,-28 2 1,-1-1 0,1 1 0,0-1 0,0 1-1,-1-1 1,1 1 0,-1 0 0,1-1-1,0 1 1,-1 0 0,1 0 0,-1 0 0,0-1-1,1 1 1,-1 0 0,0 0 0,1 0-1,-1 0 1,0-1 0,0 1 0,0 0 0,0 0-1,0 0 1,0 0 0,0 0 0,0 0-1,0 0 1,0 0-1,0 37 27,-1-27 3,1-7-28,0 21 48,0-1 0,-5 25-50,3-40 7,0 0-1,-1 0 1,0 0-1,0 0 0,-1 0 1,0-1-1,0 1 1,-1-1-1,-3 4-6,-8 8 39,-1-1-1,-1-1 1,-1-1 0,0 0-1,-5 2-38,2-2 96,1 1-1,1 1 0,-18 22-95,44-45 393,1-1-397,0 0 0,0 0 1,0 0-1,1 1 0,0 0 0,-1 1 0,1 0 0,1 0 0,-1 1 0,0 0 1,1 0 3,2 2-5,-1 0 0,1 1 1,-1 1-1,1 0 0,-1 0 1,0 1-1,0 0 0,0 1 1,0 0-1,2 2 5,8 2 2,0 0-1,0-2 1,19 4-2,-30-8 18,1 0 0,0-1 1,0 0-1,0 0 0,0-1 0,0-1 1,0 0-1,0 0 0,3-1-18,-11 1 28,0-1 0,0 1 0,0 0 0,0-1 0,0 1 0,0-1 0,0 0 0,-1 0 0,1 0 0,-1 0 1,1 0-1,-1 0 0,0 0 0,0 0 0,1 0 0,-2 0 0,1-1 0,0 1 0,0 0 0,-1-1 0,1 1 0,-1-1 0,0 1 0,0-1 0,0 1 0,0-1 0,0-1-28,0-1 34,0 0 1,0-1-1,-1 1 1,0 0-1,0 0 0,0 0 1,0 0-1,-1 0 1,1 0-1,-1 0 0,-1 0 1,-1-2-35,-36-32 373,14 28-1786,25 11 1162,0 0 0,0 0 0,0 0 0,0 0 1,0 1-1,0-1 0,0 0 0,0 0 1,0 1-1,0-1 0,0 1 0,0-1 1,0 0-1,0 1 0,1 0 0,-1-1 0,0 1 1,0-1-1,1 1 0,-1 0 0,0 0 1,1-1-1,-1 1 0,1 0 0,-1 0 251,-3 11-7263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52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437 1 9026,'0'0'3081,"0"0"-513,0 0-191,0 0-360,0 0-498,0 0-222,5 0-150,-4-1-1044,0 1 1,0 0 0,0 0 0,0 0 0,-1 0-1,1 0 1,0 1 0,0-1 0,0 0-1,0 0 1,0 0 0,-1 1 0,1-1 0,0 1-1,0-1 1,0 0 0,-1 1 0,1-1 0,0 1-1,-1 0 1,1-1 0,0 1 0,-1-1-1,1 1 1,-1 0 0,1 0 0,-1-1 0,1 1-1,-1 0 1,1 0-104,-1 1 45,0 0-1,0 0 0,0 0 0,-1 0 1,1 0-1,0 0 0,-1 0 1,0-1-1,1 1 0,-1 0 1,0 0-1,0-1 0,0 1 1,0 0-1,0-1 0,0 1 0,0-1 1,-1 1-1,1-1-44,-20 24 6,-1-2 1,-1 0-1,-15 10-6,9-8-104,-183 159-3873,106-95-3937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54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6145,'0'0'4999,"0"0"-2188,0 0-739,0 0-427,0 0-513,21-12-164,23-10-124,0 1 0,2 3-1,7-1-843,-40 15 282,0 1 1,1 0-1,-1 1 0,1 0 0,0 1 0,4 1-282,-17 0 4,0 1 1,0-1-1,-1 1 0,1-1 1,0 1-1,0 0 0,0-1 1,-1 1-1,1 0 1,0-1-1,-1 1 0,1 0 1,-1 0-1,1 0 0,-1-1 1,1 1-1,-1 0 1,1 0-1,-1 0 0,0 0 1,1 0-1,-1 0 1,0 0-1,0 0 0,0 0 1,0 0-1,0 0 0,0 0 1,0 0-1,0 0-4,0 43 47,0-33-5,-1-6-21,1 0 0,-1-1 1,0 1-1,0-1 0,0 1 1,-1-1-1,1 1 0,-1-1 1,0 0-1,-1 0 0,1 0 1,-1 0-1,1 0 0,-1 0 0,0-1 1,-2 2-22,-6 5 61,0 0-1,-1 0 1,0-2 0,-7 5-61,83-23-5,-59 9 4,0 1 0,-1 0 0,1 1 0,0-1 0,0 1 0,-1 0 0,1 0 1,0 1-1,-1-1 0,1 1 0,-1 0 0,1 0 1,-2 0 0,-1 1 0,1-1-1,-1 1 1,1-1 0,-1 1 0,0 0 0,0-1 0,0 1 0,-1 0-1,1 1 1,-1-1 0,1 0 0,-1 0 0,0 1 0,0-1-1,-1 0 1,1 2 0,1 1 32,-1 0-1,0 0 1,-1 0-1,1 0 1,-1 0-1,0 0 0,-1 0 1,1 0-1,-1 0 1,-1 0-1,1 0 1,-1 0-1,0-1 1,0 1-1,0 0 1,-1-1-1,0 0 0,0 0 1,-1 0-1,1 0 1,-2 1-32,-1 0 46,0 0 1,0-1-1,-1 0 1,0 0 0,0 0-1,0-1 1,-1 0-1,1 0 1,-1-1-1,0 0 1,0-1 0,0 1-1,0-2 1,-1 1-1,-3-1-46,8 0 5,-1 0 0,1-1-1,-1 0 1,1 0 0,0 0 0,-1-1-1,1 0 1,-1 0 0,1 0 0,0 0-1,0 0 1,0-1 0,0 0 0,0 0-1,0 0 1,0 0 0,0-1 0,1 1-1,-1-1 1,0-1-5,1 1-488,0-1 0,0 1 1,0-1-1,1 0 0,0 0 0,0 0 0,0 0 1,0 0-1,0-1 0,1 1 0,0 0 0,0-1 1,0-1 487,0-4-5019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54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 10386,'0'0'2201,"0"0"-625,0 0 624,0 0-551,-30 155-585,3-102-424,1-2-344,-4 2-160,-6 1-136,9-9-1416,7-13-2729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55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0 108 440,'0'0'8147,"0"0"-4599,0 0-1352,0 0-505,0 0-497,0 0-197,10-12-9,34-40-97,-38 47-764,-1 1 0,1 0 1,0-1-1,1 2 0,-1-1 0,1 1 0,-1 0 0,1 0 0,0 1 0,0 0 0,0 0 0,1 1 0,-1 0 0,0 0 1,0 1-1,1-1 0,6 2-127,-13-1 2,0 1 0,0-1 1,1 0-1,-1 1 0,0-1 0,0 1 1,0-1-1,0 1 0,1 0 1,-1-1-1,0 1 0,0 0 0,0 0 1,0 0-1,-1 0 0,1 0 1,0 0-1,0 0 0,0 0 0,-1 0 1,1 0-1,-1 0 0,1 0 1,-1 1-1,1-1 0,-1 0 1,0 0-1,1 1 0,-1-1 0,0 0 1,0 1-1,0 0-2,2 49-4,-2-41 7,-1-3 3,0 0 0,0 0 0,-1 0 0,1 0 0,-2 0 0,1 0 0,-1 0 0,0-1 0,0 1 0,-1-1 0,0 0 1,0 0-1,0 0 0,-5 4-6,-12 13 32,-1-1 0,-24 18-32,15-13 3,31-27 0,-1 0 0,1 0-1,-1 0 1,1 0 0,0 1 0,-1-1 0,1 0 0,-1 0 0,1 1 0,0-1-1,-1 0 1,1 1 0,0-1 0,-1 1 0,1-1 0,0 0 0,0 1 0,-1-1-1,1 1 1,0-1 0,0 0 0,0 1 0,0-1 0,-1 1 0,1-1 0,0 1 0,0-1-1,0 1 1,0-1 0,0 1 0,0-1 0,0 1 0,0-1 0,1 1 0,-1-1-1,0 1 1,0-1 0,0 0 0,0 1 0,1-1 0,-1 1 0,0-1 0,0 1-1,1-1 1,-1 0 0,0 1 0,1-1 0,-1 0 0,0 1 0,1-1 0,-1 0-1,0 1 1,1-1 0,-1 0 0,1 0 0,-1 0 0,1 1 0,-1-1 0,1 0 0,-1 0-1,0 0 1,1 0 0,-1 0 0,1 0-3,35 5 343,-32-5-282,179-1 1642,-128 0-3499,0 0-3639,-54 1 141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55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8434,'0'0'5481,"0"0"-2976,0 0 183,0 0-1040,0 0-1087,0 0-297,215-24-144,-169 15-120,-6 6-24,-7-3-1025,-7 6-1223,-9 0-1881,-7 0-4153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56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8730,'0'0'3922,"0"0"-1527,0 0-485,0 0-531,0 0-414,30-6-314,92-16-252,-120 22-391,0-1 0,0 0 1,0 1-1,0-1 0,0 1 0,0 0 0,0 0 1,0 0-1,0 0 0,1 0 0,-1 0 1,0 0-1,0 1 0,0-1 0,0 1 0,0 0 1,0-1-1,0 1 0,0 0 0,0 0 0,0 0 1,-1 1-1,2 0-8,-2-1 2,0 1 1,-1-1-1,1 1 1,-1 0 0,0-1-1,1 1 1,-1 0-1,0 0 1,0-1-1,0 1 1,0 0 0,0-1-1,0 1 1,-1 0-1,1-1 1,-1 2-3,0 7 23,1-4-15,-1-1 0,1 0-1,-1 1 1,0-1 0,-1 0-1,1 0 1,-1 1 0,0-1-1,0-1 1,0 1 0,-1 0-1,0 0 1,0-1 0,0 0-1,0 1 1,-1-1 0,-2 2-8,-5 3 12,0 0 0,0 0 0,-1-1 1,0-1-1,0 0 0,-1-1 0,-3 1-12,21-8 23,1 0-1,-1 1 0,0 0 1,1 0-1,-1 0 0,0 0 1,4 2-23,12-1 160,1-1 200,-13-1-226,-1 1 1,1 0-1,0 0 1,0 1-1,0 1 1,-1-1-1,5 2-134,-11-2 16,0 0-1,0 0 1,0 0 0,-1 0-1,1 1 1,0-1 0,0 0-1,-1 1 1,1-1-1,-1 1 1,0 0 0,1-1-1,-1 1 1,0 0 0,0 0-1,0 0 1,0 0-1,0 0 1,0 0 0,-1 0-1,1 0 1,-1 0 0,0 0-1,1 0 1,-1 0-1,0 0 1,0 1 0,0-1-1,0 0 1,-1 0 0,1 0-1,-1 1-15,0-1 46,0 1-1,0 0 0,0 0 1,-1-1-1,0 1 0,1-1 1,-1 1-1,0-1 0,0 0 1,0 1-1,0-1 0,-1 0 1,1 0-1,-1-1 0,1 1 1,-1 0-1,1-1 0,-1 0 1,0 0-1,0 0 1,0 0-1,-2 1-45,-8 2 57,0 0 1,0-1-1,0 0 0,-8 0-57,6-1 0,8-1 0,1 0-1,0 0 1,-1-1-1,1 0 1,0 0-1,-1 0 1,1-1-1,-4-1 1,9 1-101,-1 0-1,1 0 0,0 0 1,0 0-1,0 0 0,0 0 1,1 0-1,-1-1 1,0 1-1,0 0 0,1-1 1,-1 1-1,1 0 1,-1-1-1,1 1 0,0-1 1,-1 1-1,1 0 0,0-1 1,0 1-1,0-1 1,0 1-1,0-1 0,0 1 1,1-1-1,-1 1 0,0 0 1,1-1-1,-1 1 102,1-4-869,0 0 0,0 0 1,1 1-1,-1-1 0,1 1 0,0-1 0,0 1 0,2-2 869,14-15-7686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4:56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 11570,'0'0'2545,"0"0"-313,63 214 537,-53-101-1081,-10 3-807,0-3-249,-20-9-368,-9-11-136,-8-13-128,1-9-168,-20 10-1280,6-16-2657,7-17-4025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5:37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7 12307,'0'0'5994,"0"0"-3425,0 0-1310,-1 27 6,-1 492 2029,2-292-2665,-13-250-468,5 11-136,-14-30-18,1-2-1,3-1 1,1 0 0,-1-13-7,10 27-4,2 0 0,1 0 0,1 0 0,2-1 0,1 1 0,2-1 0,1-2 4,0 21-2,0 0 0,1 0-1,1 0 1,0 1 0,1-1 0,0 1 0,1 0 0,0 0-1,1 1 1,0 0 0,1 0 0,0 1 0,1-1 0,0 2 0,5-5 2,-6 7-4,-1 0 0,1 1 0,0 0 0,0 1 0,1-1 0,0 2 0,0-1 0,0 1 0,0 1 0,1-1 0,-1 2 1,1-1-1,0 1 0,0 1 0,0 0 0,0 0 0,0 1 0,0 0 0,0 1 0,9 1 4,-15-1 0,0 0 0,-1 1 0,1-1-1,0 1 1,-1 0 0,1 0 0,-1 0 0,0 0 0,0 1-1,0-1 1,0 1 0,0 0 0,-1 0 0,1 0-1,-1 0 1,0 0 0,1 1 0,-2-1 0,1 1 0,0-1-1,-1 1 1,1 0 0,-1-1 0,1 5 0,1 7 0,0 0 1,-1 0-1,-1 0 0,0 1 1,-2 12-1,1-18 16,-1 0 0,-1 0 0,0-1 0,0 1 0,-1 0 1,0-1-1,-1 0 0,0 0 0,0 0 0,-1 0 1,0 0-1,-1-1 0,1 0 0,-2 0 0,1-1 1,-1 0-1,0 0 0,-1 0 0,1-1 0,-1 0 1,-1-1-1,-1 2-16,-7 2 19,1 0 0,-1-1 1,-1-1-1,0-1 1,1 0-1,-2-1 0,1-1 1,-1-1-1,1-1 1,-1 0-1,-8-1-19,25-1-351,12-6-1336,87-33-5030,-42 21 1045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5:43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5961,'0'0'7114,"0"0"-3449,0 0-785,0 0-433,0 0-940,0 0-752,-7 6-376,3-2-328,-1 0-1,1 1 1,0 0 0,1 0 0,-1 0-1,1 0 1,0 1 0,0-1 0,1 1-1,-1-1 1,1 1 0,1 0-1,-1 0 1,1 0 0,0 2-51,-4 24 401,1 1-1,2 17-400,0-17 185,-3 109 498,7 7-683,-2-137 21,2 0 1,-1 0-1,2 0 1,0 0-1,0-1 0,1 1 1,1-1-1,-1 0 1,2 0-1,4 8-21,-6-13-131,1 0 0,-1 0 0,1 0 1,1 0-1,-1-1 0,1 0 0,-1 0 0,3 1 131,-3-3-374,-1-1 0,0 1 0,1-1 0,-1 0 0,1 0 0,0-1 0,0 1 0,-1-1 0,1 0 0,0-1 0,0 1 0,4-1 374,17 0-4671,-5 0-2345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5:43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11082,'0'0'4395,"0"0"-2050,0 0-340,0 0-233,0 0-479,24 33-321,79 110-127,-80-109-678,-2 1 0,-2 0 0,-1 1 0,-2 1 0,10 33-167,15 35-327,-36-100-4200,-3-13 1491,-2-20-1533,0 23 2701,0-23-8405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5:43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0 12099,'0'0'3375,"0"0"-1511,0 0 377,0 0-249,-6 32-690,0 2-989,3-9-111,-2 0 0,0-1 1,-2 1-1,-1-1 1,0-1-1,-2 1 1,-3 2-203,-29 47 689,-3-2 0,-3-3 1,-39 42-690,77-97 13,31-20-4207,12-11-390,-6-3-2528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5:44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11723,'0'0'3800,"0"0"-1735,0 0 31,0 0-856,0 0-575,0 0 39,0 0 16,195-33-352,-156 24-224,1 4-144,-7-7-920,-6 9-3241,-14 0-3073</inkml:trace>
  <inkml:trace contextRef="#ctx0" brushRef="#br0" timeOffset="1">196 197 9874,'0'0'5513,"0"0"-2840,0 0 175,0 0-935,0 0-865,0 0-392,0 0-368,102 12-288,-49-21-72,23-18-1312,-13 3-3257,-10 1-4553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5:44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87 3105,'0'0'7924,"0"0"-4971,0 0-1261,0 0-350,30-13-584,93-37-59,-115 46-515,1 0-1,-1 1 1,1 0 0,0 0-1,0 1 1,1 0-1,-1 1 1,0 0-1,0 0 1,2 1-184,-3 0 171,-7 0 81,-8 0 754,-7 1-945,0 0 0,0 1 1,1 1-1,-1 0 0,1 1 1,0 0-1,0 1 0,0 1 0,0 0 1,1 0-1,0 2 0,-8 5-61,13-8 10,1-1 1,-1 2-1,1-1 1,1 0-1,-1 1 1,1 0-1,-1 1 0,2-1 1,-1 1-1,1 0 1,0 0-1,0 0 0,1 1 1,0-1-1,1 1 1,-1 0-1,1 0 1,1-1-1,0 1 0,0 1 1,0-1-1,1 7-10,1-13 21,-1 1-1,1-1 0,0 1 1,0-1-1,0 0 1,0 1-1,0-1 1,1 0-1,-1 0 0,1 0 1,0 0-1,-1 0 1,1 0-1,0 0 1,0-1-1,0 1 1,0-1-1,2 2-20,47 24 308,-29-16-260,4 3 2,45 26 17,-65-36-64,0 0 0,0 1 1,0-1-1,-1 1 0,0 0 1,0 1-1,0-1 1,-1 1-1,2 3-3,-5-7 52,0 0 1,0 0-1,-1 0 0,1 1 0,-1-1 1,1 0-1,-1 0 0,0 0 0,0 1 1,0-1-1,0 0 0,0 0 0,0 1 1,-1-1-1,1 0 0,-1 0 0,1 0 1,-1 1-1,0-1 0,0 0 0,0 0 1,0 0-1,0 0 0,-1-1 0,1 1 1,-1 0-1,1 0 0,-1-1 1,1 1-1,-1-1 0,0 0-52,-10 10 238,-1-1 0,0-1 1,0 0-1,-6 2-238,-12 9 88,15-10-187,13-8-94,-1 0 0,0 0 1,0 1-1,1-1 0,-1 1 0,1 0 0,0 0 0,0 0 1,0 0-1,0 0 0,0 1 0,-1 2 193,4-5-2967,0-1-2284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5:45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2601,'0'0'13346,"0"0"-10649,0 0 192,59 152-441,-39-65-1152,-10 5-639,-10-6 15,0-6-400,0-8-136,-20-19-136,0-5-304,-6-3-664,-24-7-1113,7-8-2992,0-6-6345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5:45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10418,'0'0'5065,"0"0"-2560,0 0-289,0 0-567,0 0-217,0 0-752,195 0-248,-132-3-216,-7-3-88,-3-6-80,-6-3-48,-11 9-56,-3 0-608,-13 6-1136,-7 0-3089,-13 0-4073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5:46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11747,'0'0'4600,"0"0"-2735,0 0-449,0 0-568,0 0-552,208 0-296,-148 0-1352,-20 0-4681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43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71 5553,'0'0'9692,"-1"26"-6728,-1 0-2622,-1 151 2274,4-154-2171,1-1 0,2 1-1,0 0 1,1-1 0,8 19-445,11 24 1045,11 17-1045,15 35 840,-50-115-469,0-2 110,2-9-264,-1 0 1,-1 0-1,1 0 0,-1 0 0,-1 0 0,0-4-217,-1-21 64,-1-86 28,0 49-75,3 0 0,6-36-17,-3 90-7,0 1 1,1-1 0,1 0-1,0 1 1,1 0-1,1 0 1,0 1 0,2 0-1,9-14 7,-15 23-5,1 1 0,0-1 0,0 1 0,1 0-1,0 0 1,0 1 0,0-1 0,0 1 0,0 0 0,1 1-1,0-1 1,0 1 0,0 0 0,0 0 0,0 1-1,1 0 1,-1 0 0,1 1 0,-1-1 0,1 1-1,0 1 1,0-1 0,-1 1 0,1 1 0,0-1 0,2 1 5,-4 1-4,-1-1 1,1 1 0,-1 0-1,0-1 1,0 2 0,0-1-1,0 0 1,0 1 0,-1 0-1,1 0 1,-1 0 0,0 0-1,0 1 1,0-1 0,0 1 0,0 0-1,-1 0 1,0 0 0,0 0-1,0 0 1,0 0 0,-1 0-1,1 1 1,-1-1 0,0 4 3,4 13 3,-2 0 0,0 0 0,-2 1 0,-1 19-3,0-25 6,-1 1-1,-1-1 1,0 1 0,-1-1-1,-1 0 1,-1 0 0,0 0 0,-1 0-1,-1-1 1,0 0 0,-1-1 0,0 1-1,-1-1 1,-1-1 0,-1 0-1,1 0 1,-4 1-6,-11 14 22,0-2 0,-2 0-1,-1-2 1,-15 9-22,67-59 68,-8 16-107,0 1 1,0 1-1,1 1 1,0 0-1,0 1 1,0 0-1,1 2 1,0 0-1,0 1 1,0 1-1,9 0 39,-16 1-1,-1 1-1,1 1 1,-1-1-1,0 2 1,0-1-1,1 1 1,-1 1-1,0 0 1,-1 0-1,1 1 1,-1 0-1,1 1 1,-1 0-1,0 0 1,-1 1-1,0 0 1,1 1-1,-2 0 1,1 0-1,4 6 2,-10-10 8,1-1 0,-1 1 0,0 0 0,0 0 0,0 0 0,-1 0 0,1 0 0,-1 0 0,0 0 0,1 0 0,-1 0 0,-1 1 0,1-1 0,0 0 0,-1 1 0,0-1 0,0 1 0,0-1 0,0 1 0,0-1 0,-1 0 0,1 1 0,-1-1 0,0 0 0,0 1 0,0-1 0,-1 0 0,1 0 0,-1 0 0,0 0-1,0 0 1,0-1 0,0 1 0,0 0 0,0-1 0,-1 1 0,1-1 0,-1 0 0,-2 2-8,-12 8 133,-1-1 0,0-1 0,-1 0-1,0-1 1,0-1 0,-2-1-133,10-3 51,-26 12-110,0-2-1,-2-2 0,0-1 0,0-3 0,0 0 0,-1-3 1,-8-1 59,47-4-114,1 0 1,0-1 0,0 1-1,0 0 1,0-1 0,0 1-1,0 0 1,0-1 0,-1 1-1,1 0 1,0 0 0,0-1-1,0 1 1,0 0 0,0-1 0,0 1-1,1 0 1,-1-1 0,0 1-1,0 0 1,0-1 0,0 1-1,0 0 1,0-1 0,1 1-1,-1 0 1,0 0 0,0-1-1,0 1 1,1 0 0,-1 0-1,0-1 1,0 1 0,1 0 113,18-17-6336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46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16371,'0'0'1937,"0"0"-993,0 152 1217,0-83-745,0-10-736,0-5-248,0-13-200,10-8-128,0-12-40,-4-6-64,4-9 0,7-6-240,6 0-760,0-24-3145,-3-3-3361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46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10962,'0'0'4219,"0"0"-2599,2 29 272,6 95 109,-5-103-1605,1 0-1,0 1 1,1-2 0,2 1 0,0-1 0,1 1 0,4 6-396,13 32 549,-24-57-495,-1-2 11,0-32 118,-2-29-183,0 23-11,2 0 0,2 0 0,3-25 11,-4 55-2,1-1-1,0 1 1,0 0 0,0 0 0,1 0-1,0 0 1,1 0 0,-1 0 0,2 1-1,-1 0 1,1 0 0,0 0 0,0 0-1,1 1 1,0 0 0,0 0 0,1 0-1,2 0 4,-6 3-5,0 1 1,0 0 0,0 0 0,1 1 0,-1-1 0,1 1 0,-1-1 0,1 1 0,-1 0 0,1 1 0,0-1 0,-1 1 0,1-1 0,0 1 0,0 0 0,-1 0 0,1 1 0,0-1 0,0 1 0,-1 0 0,1 0 0,0 0-1,-1 0 1,1 1 0,-1-1 0,0 1 0,0 0 0,1 0 0,-1 0 0,0 1 0,2 1 3,7 9 5,0 1-1,0 0 1,-1 0-1,-1 1 1,-1 1-1,3 4-4,18 29 5,-27-45-49,0 1 0,0-1 0,0 1 0,1-1 1,-1 0-1,1 0 0,1-1 0,-1 1 0,0-1 0,1 0 1,-1 0-1,1 0 0,0-1 0,0 1 0,0-1 0,0-1 1,1 1-1,-1-1 0,0 0 0,1 0 0,-1 0 0,1-1 0,-1 1 1,6-2 43,39 1-3229,0 0-3339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46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0 13179,'0'0'2134,"0"0"-591,0 0-222,0 0 189,-9 35-110,-4 7-1029,4-15-127,1 1-1,2 1 0,1-1 1,1 1-1,1-1 0,1 17-243,2-42 27,-1 32 320,1 0 0,2 0 0,4 23-347,-4-46 26,1-1 0,0 1-1,1-1 1,0 0 0,1 0 0,0-1 0,1 1 0,0-1-1,0 0 1,1-1 0,1 0 0,5 7-26,1-3-21,1-1 0,0 0 1,0-1-1,1-1 0,0 0 0,1-1 0,0 0 1,1-2-1,0 0 0,11 2 21,26 5-3146,1-1 0,48 2 3146,-30-7-5337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47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2713,'0'0'7060,"0"0"-4474,0 0-625,8 29 165,0 8-1484,14 54 2876,13 31-3518,-29-106 313,-2-2-136,0 0-1,1 0 1,1-1-1,0 0 1,1 0-1,0 0 1,1-1-1,1 0 0,5 6-176,-14-18 7,0 0 0,0 0 1,1 0-1,-1 0 0,0 0 0,0 0 0,1 0 0,-1 0 0,0 0 0,0 0 0,1-1 0,-1 1 0,0 0 0,0 0 0,0 0 0,0 0 0,1 0 0,-1-1 0,0 1 0,0 0 0,0 0 0,0 0 0,1 0 0,-1-1 0,0 1 0,0 0 0,0 0 0,0-1 0,0 1 0,0 0 0,0 0 0,0 0 0,0-1 0,0 1 0,0 0 0,0 0 0,0-1 0,0 1 0,0 0 0,0 0 0,0-1 0,0 1 0,0 0 0,0 0 0,0 0 0,0-1 0,0 1 0,0 0 0,0 0 0,-1 0 0,1-1 0,0 1 0,0 0 0,0 0 0,0 0-7,-2-64 164,0 41-142,1-1 0,1 0-1,1 1 1,1-1 0,1 1-1,1-1 1,4-13-22,-6 32 2,0 1 0,1-1 0,-1 1-1,1-1 1,0 1 0,0 0 0,0 0 0,0 0 0,1 0-1,0 0 1,-1 1 0,1 0 0,1 0 0,-1 0 0,0 0 0,1 1-1,-1-1 1,5 0-2,-6 2 6,1 0 0,-1 0 0,1 0 0,-1 0 0,1 1 0,0 0 0,-1 0 0,1 0 0,0 0 0,-1 0 0,1 1 0,-1 0 0,1-1 0,-1 1 0,1 1-1,-1-1 1,1 0 0,-1 1 0,0 0 0,0 0 0,0 0 0,0 0 0,0 0 0,0 0 0,-1 1 0,2 1-6,6 8 77,-1 1 0,0 0-1,-1 0 1,-1 1 0,0 0 0,-1 0 0,-1 1-1,0 0 1,-1-1 0,0 2 0,1 13-77,0-5 36,1-1 0,1 0 0,0 0 1,6 9-37,-12-30-67,1 1 0,-1-1 0,0 0 0,1 0 0,0 1 0,-1-1 0,1 0 0,0 0 0,0-1 0,0 1 0,0 0 0,1-1 0,-1 1 0,0-1 1,1 0-1,-1 1 0,1-1 0,-1 0 0,3 0 67,1 0-769,-1 0 0,1-1 0,0 1 0,0-1 0,0 0 0,0-1 1,0 0-1,4-1 769,23-8-6226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48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7058,'0'0'6513,"0"0"-4609,0 0-895,0 0 375,0 0-696,0 0-328,0 0-352,202 0 96,-156 0-104,-3 0-408,0 3-1688,-10 0-2257,-13 0-4409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48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4961,'0'0'6001,"0"0"-4840,0 0 935,0 0-48,0 0-1031,0 0-537,0 0-288,133 48-88,-80-48-104,23 0-248,-17-9-2169,-6 0-4640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48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7346,'0'0'4299,"0"0"-1316,0 0-302,0 0-787,0 0-907,0 0 72,7 22 159,11 47-86,-3 1 0,-2 6-1132,-11-58 100,1-1 1,1 1 0,0-1 0,4 8-101,-7-21-18,0-1-1,1 1 1,-1-1-1,1 1 1,0-1-1,0 0 1,0 0-1,0 0 1,0 0-1,1 0 1,-1 0-1,1 0 1,0-1-1,0 0 1,0 1-1,0-1 1,0 0-1,0 0 1,1-1 0,-1 1-1,1-1 1,-1 0-1,1 0 1,3 1 18,65-2-4491,-38-8-1474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49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65 7578,'0'0'2088,"0"0"-210,0 0 93,0 0-607,0 0-542,0 0 26,24-10 60,72-32 24,-96 42-919,0 0 0,0 0 0,1 0 1,-1 0-1,0 0 0,0 0 0,0 0 0,1 0 0,-1 0 0,0 0 0,0 0 0,1 0 0,-1 0 0,0 0 0,0-1 0,0 1 0,1 0 0,-1 0 0,0 0 0,0 0 1,0 0-1,0 0 0,1 0 0,-1-1 0,0 1 0,0 0 0,0 0 0,0 0 0,0 0 0,1-1 0,-1 1 0,0 0 0,0 0 0,0 0 0,0-1 0,0 1 0,0 0 1,0 0-1,0 0 0,0-1 0,0 1 0,0 0 0,0 0 0,0 0 0,0-1 0,0 1 0,0 0 0,0 0 0,0-1 0,0 1 0,0 0 0,0 0 0,0 0 1,0-1-1,0 1 0,-1 0 0,1 0 0,0 0 0,0 0-13,-18-4 306,-27 4 39,36 0-259,1 2-1,-1-1 1,1 1-1,0 0 1,-1 1 0,1 0-1,0 0 1,0 1-1,1 0 1,-1 0 0,1 1-1,0 0 1,0 0-1,-3 5-85,5-6 43,0 1-1,1 0 0,0 0 0,0 1 0,0-1 1,1 1-1,-1 0 0,2 0 0,-1 0 0,0 0 1,1 0-1,0 1 0,1-1 0,0 1 1,0-1-1,0 1 0,0 0 0,1-1 0,0 3-42,1-5 15,0 0-1,0-1 1,0 1 0,1-1-1,-1 1 1,1-1-1,0 1 1,0-1 0,0 0-1,0 0 1,1 0-1,-1 0 1,1-1-1,0 1 1,0 0 0,-1-1-1,2 0 1,2 2-15,71 39 133,-46-27-125,-28-15 1,21 13 17,-1 0 1,0 1-1,16 15-26,-34-26 13,0 0-1,0 0 0,-1 1 0,0 0 1,0 0-1,0 0 0,0 0 0,-1 1 0,0-1 1,0 1-1,0 0 0,-1 0 0,0 0 1,0 0-1,-1 0 0,1 0 0,-1 1 0,0 4-12,-1-10 43,0 0 0,-1 1-1,1-1 1,0 0-1,-1 0 1,1 1 0,0-1-1,-1 0 1,1 0-1,-1 0 1,0 0 0,1 0-1,-1 0 1,0 0-1,0 0 1,0 0 0,0 0-1,0 0 1,0 0-1,0 0 1,0-1 0,0 1-1,0 0-42,-36 12 526,-38-7-196,44-10-943,28-5-1281,15-7-1414,9 1-2609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49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11506,'0'0'2369,"0"0"-273,0 0 945,0 0-1425,-13 173-903,0-131-369,3-4-184,-3 1-128,6-9 32,0-6-128,4-10-8,3-11-1057,7-3-1863,9 0-2313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49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10474,'0'0'4089,"0"0"-1928,0 0-129,0 0-1416,0 0-120,0 0 648,20 217-199,-10-122-409,3 3-8,1-5-376,-4-10-48,3-12-104,-3-11 0,6-13-632,-6-20-3145,0-15-4897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50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0 197 11146,'0'0'1287,"0"0"-116,0 0 100,32-29-676,107-89-395,-133 112-165,1 1 0,0 0 0,1 0 0,-1 1 0,1 0 0,0 0 0,0 1 0,0 0 0,0 0 0,1 1 0,-1 0 0,1 1 0,-1 0 0,1 0 0,0 0 0,0 1 0,-1 1 0,5 0-35,18 0 346,-27-1-266,0 1 0,-1-1-1,1 1 1,0-1 0,-1 1-1,1 0 1,-1 1 0,1-1-1,-1 0 1,1 1 0,-1 0-1,0 0 1,0 0 0,0 0-1,0 0 1,0 1 0,-1-1-1,1 1 1,0 0 0,-1 0-1,0 0 1,0 0 0,0 0-1,0 0 1,-1 1 0,1-1-1,-1 0 1,1 1 0,-1 0-1,-1-1 1,1 1 0,0-1-1,-1 1 1,0 1-80,1 4 210,0 0 0,-1 0 0,0 0 0,0 0 0,-1 0 0,0 0 0,-1-1-1,0 1 1,0 0 0,-1-1 0,0 0 0,-1 1 0,0-1 0,-2 4-210,-5 3 165,-1 0 0,-1-1-1,0 0 1,0-1 0,-2 0 0,-3 2-165,8-8 57,1 0 0,-2 0 0,1-1 0,-1 0 0,0-1 0,0 0 0,0 0 0,0-2 0,-1 1 0,-4-1-57,13-2-21,-17 0-1280,20-2 1213,-1 1 0,1 0 0,-1 0 0,1 0 0,-1-1 0,1 1-1,-1 0 1,1-1 0,0 1 0,-1 0 0,1-1 0,0 1 0,-1-1 0,1 1 0,0 0 0,-1-1 0,1 1-1,0-1 1,0 1 0,-1-1 0,1 1 0,0-1 0,0 1 0,0-1 0,0 1 0,0-1 0,0 1 0,0-1-1,0 1 1,0-1 0,0 1 0,0-1 88,0-18-4333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50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10242,'0'0'1833,"0"0"-889,0 0 928,0 0-1264,0 0-376,169 0-128,-116-3-104,-13-6-968,-10 3-3809</inkml:trace>
  <inkml:trace contextRef="#ctx0" brushRef="#br0" timeOffset="1">27 247 11330,'0'0'1985,"0"0"223,0 0 369,0 0-857,0 0-768,0 0-623,198 6-329,-92-24-57,-16 0-1503,-18 1-3681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51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12843,'0'0'2255,"0"0"-644,0 0 903,0 0-830,12 29-882,-12-29-802,15 35 201,1-2 0,13 19-201,-26-47 31,0-1-1,0-1 0,1 1 1,-1 0-1,1-1 0,0 0 1,0 0-1,0 0 0,0 0 1,0-1-1,1 1 0,-1-1 1,1 0-1,0 0 0,0-1 1,-1 0-1,1 0 0,0 0 0,0 0 1,0-1-1,0 1 0,0-1 1,2-1-31,7 2 85,6 1 24,-1-1 0,1 0 0,-1-2 0,0 0 0,1-1 0,11-3-109,-26 4 41,-1-1 0,0 1 0,0-1 0,0 1 0,0-1-1,-1 0 1,1-1 0,0 1 0,-1-1 0,1 1 0,-1-1 0,0 0-1,0 0 1,0 0 0,-1-1 0,1 1 0,-1-1 0,1 0 0,-1 1 0,0-1-1,-1 0 1,1 0 0,-1 0 0,0-1 0,0 1 0,0 0 0,0 0 0,-1-1-1,1 1 1,-1 0 0,0 0 0,-1-2-41,1 0 57,-1-1 0,0 0 0,-1 0 1,0 1-1,0-1 0,0 1 0,-1-1 0,0 1 1,0 0-1,0 0 0,-1 1 0,0-1 0,0 0 0,0 1 1,-1 0-1,0 0 0,0 1 0,0-1 0,-1 1 0,-1-1-57,-4-3-43,-2 0-1,1 1 0,-1 0 0,0 1 1,0 0-1,-1 1 0,0 0 0,0 2 0,-4-2 44,17 5-66,1 0-1,0 0 0,0 0 0,0 1 0,0-1 0,0 0 0,0 0 0,0 0 0,-1 0 0,1 0 0,0 0 0,0 0 0,0 0 0,0 0 0,0 0 0,0 0 0,0 0 0,-1 0 0,1 0 0,0 0 0,0 1 0,0-1 0,0 0 0,0 0 0,0 0 0,0 0 0,0 0 0,0 0 0,0 0 1,0 1-1,0-1 0,0 0 0,0 0 0,0 0 0,0 0 0,0 0 0,0 0 0,0 0 0,0 1 0,0-1 0,0 0 0,0 0 0,0 0 0,0 0 0,0 0 0,0 0 0,0 1 0,0-1 0,0 0 0,0 0 0,0 0 0,0 0 0,0 0 0,1 0 0,-1 0 0,0 0 0,0 0 1,0 0-1,0 1 0,0-1 0,0 0 0,0 0 0,0 0 0,1 0 0,-1 0 0,0 0 0,0 0 67,7 9-2788,11 6-3933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54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63 11562,'0'0'2694,"0"0"-1107,0 0-80,0 0-493,0 0-330,0 0-62,-10-42 2385,11 41-3001,-1 0 0,0 0 1,1 0-1,-1 0 0,0 1 1,1-1-1,-1 0 0,1 0 0,-1 0 1,1 0-1,0 0 0,0 1 1,-1-1-1,1 0 0,0 0 1,0 1-1,-1-1 0,1 1 0,0-1 1,0 1-1,0-1 0,0 1 1,0-1-1,0 1 0,0 0 0,0 0 1,0-1-1,0 1 0,0 0 1,0 0-1,0 0 0,0 0-6,41-2 180,-34 3-25,-7-1-87,-1 0 56,-24 5 547,-11 0-190,0-2 1,-29-2-482,64-1 1,0 0 0,-1 0 0,1 0 0,0-1 0,-1 1 0,1 0 0,0 0 0,0-1 0,-1 1 1,1 0-1,0-1 0,0 1 0,0 0 0,0-1 0,-1 1 0,1 0 0,0-1 0,0 1 0,0 0 0,0-1 0,0 1 1,0 0-1,0-1 0,0 1 0,0 0 0,0-1 0,0 1 0,0-1 0,0 1 0,0 0 0,0-1 0,0 1 0,0 0 1,1-1-1,-1 1 0,0 0 0,0-1 0,0 1 0,1 0 0,-1-1 0,0 1 0,0 0 0,1 0 0,-1-1 0,0 1 1,1 0-1,-1 0 0,0 0-1,123 0-3014,-81 0-87,11 0-2448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54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0 11987,'0'0'2200,"0"0"-70,0 0 46,0 0-1037,0 0-443,0 0-4,-19 35 59,-57 113-137,71-139-542,1 0 0,0 0 1,1 1-1,0-1 0,0 1 1,1 0-1,1 0 0,-1-1 1,1 1-1,1 0 0,0 0 1,0 0-1,2 7-72,0 11 115,-2-25-107,0-1-1,1 1 1,-1-1 0,0 1 0,1-1 0,-1 0 0,1 1 0,0-1 0,0 0 0,0 1-1,0-1 1,0 0 0,0 0 0,1 0 0,-1 0 0,1 0 0,0 0 0,-1 0-1,1-1 1,0 1 0,0 0 0,0-1 0,0 0 0,0 1 0,0-1 0,1 0 0,-1 0-1,0 0 1,1 0-8,8 1 29,-1 0-1,0 0 1,1-1 0,0-1-1,-1 1 1,5-2-29,1 1 45,-12 0-41,0 0-1,0-1 1,0 1-1,0-1 1,0 1-1,-1-1 1,1-1-1,0 1 1,0 0-1,-1-1 1,1 0-1,-1 0 1,0 0-1,1 0-3,-3 1 4,1-1-1,0 1 1,-1-1 0,0 0-1,1 1 1,-1-1 0,0 0-1,0 0 1,0 0 0,0 0-1,0 0 1,0 0 0,-1 0-1,1 0 1,-1 0 0,1-1-1,-1 1 1,0 0 0,0 0-1,0 0 1,0-1 0,0 1-1,0 0 1,-1 0-1,1 0 1,-1-1-4,0 2 1,1 0 0,-1-1 0,0 1 0,0 0 0,0-1 0,0 1 0,-1 0-1,1 0 1,0 0 0,0 0 0,-1 0 0,1 0 0,0 0 0,-1 1 0,1-1 0,-1 0 0,1 1 0,-1-1 0,1 1-1,-1 0 1,1-1 0,-1 1 0,0 0 0,1 0 0,-1 0-1,-49-2 10,42 2-23,-9 0-51,-34-1 165,50 1-138,1 0-1,-1 1 0,0-1 0,1 0 1,-1 0-1,1 1 0,-1-1 1,0 1-1,1-1 0,-1 1 0,1 0 1,-1-1-1,1 1 0,0 0 0,-1 0 1,1 0-1,0 0 0,0 0 1,-1 1-1,1-1 0,0 0 0,0 1 1,0-1-1,0 1 38,1-1-167,0 0 0,0 0 0,0 0 0,0 1 0,0-1 1,0 0-1,0 0 0,0 0 0,1 0 0,-1 0 0,0 0 0,1 0 0,-1 0 0,0-1 0,1 1 0,0 0 1,-1 0-1,1 0 0,-1 0 0,1 0 0,0-1 0,0 1 0,-1 0 0,1-1 0,0 1 0,0-1 0,0 1 1,0 0-1,0-1 0,0 0 0,0 1 0,0-1 0,0 0 0,0 1 0,0-1 0,0 0 0,0 0 0,0 0 1,0 0 166,33 7-7246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54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6785,'0'0'6250,"0"0"-4770,0 0 833,0 0-113,92 235-992,-88-146-159,-4 0-497,0-5-304,0-10-192,-23-5-56,-20 5-1497,3-17-3152,-3-16-7169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55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14371,'0'0'1847,"0"31"-157,0 382 3730,3-297-4792,5 0 0,6-1 0,4 0 0,12 24-628,-28-127-23,14 45 140,-15-55-156,-1 0 0,1 1 0,0-1 0,0 0 0,0 0 0,0 0 0,1 0 0,-1 0 0,0 0 0,1-1 0,0 1 0,-1 0 0,1-1 0,0 1 0,0-1 0,0 1 0,-1-1-1,2 0 1,-1 0 0,0 0 39,-1-1-83,0 1 0,0-1-1,0 0 1,0 0 0,0-1-1,0 1 1,0 0 0,0 0-1,0 0 1,0-1 0,0 1 0,0 0-1,0-1 1,0 1 0,0-1-1,0 1 1,0-1 0,-1 1-1,1-1 1,0 0 0,0 1-1,-1-1 1,1 0 0,0 0-1,-1 0 1,1 0 0,-1 1-1,1-1 1,-1 0 0,1 0-1,-1 0 1,0 0 0,1-1 83,7-35-2721,-6 19 1689,-1 1-1,-1-1 1,0 1 0,-1-1 0,-1 0 0,-1 1-1,0 0 1,-1 0 0,-1 0 0,-1 0-1,-6-11 1033,-23-45-4015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46 554 3673,'0'0'2418,"-8"-28"-187,0 2-1666,1 5-91,1 0 0,1-1 0,1 1 0,0-1-1,2 0 1,1 0 0,1-14-474,0 26 181,2-1 0,-1 1 0,2 0 1,-1 0-1,1 0 0,1 0 0,0 0 0,0 1 0,1-1 1,0 1-1,0 0 0,2 0-181,3-4 181,1 0 1,0 0 0,0 2-1,2-1 1,-1 1-1,2 1 1,7-5-182,-1 3 312,0 0 0,0 2-1,1 0 1,1 1 0,0 2 0,0 0 0,0 1 0,1 1 0,0 1 0,0 1 0,4 1-312,-22 2 81,-1-1 1,1 2-1,0-1 0,-1 0 0,1 1 0,-1 0 1,1 0-1,-1 0 0,0 1 0,1-1 1,-1 1-1,0 0 0,0 0 0,0 1 0,0-1 1,0 1-1,-1 0 0,4 3-81,-3-1 86,0 0-1,-1 0 1,1 1-1,-1 0 1,0 0-1,-1 0 1,1 0-1,-1 0 1,0 0-1,-1 0 1,0 1-1,0-1 1,0 2-86,1 10 181,0-1-1,-2 0 1,0 1 0,-1-1 0,0 0 0,-2 1-1,0-1 1,-1 0 0,0-1 0,-2 1-1,0-1 1,-1 1-181,-3 3 149,-1 1 0,-2-2 0,0 1 0,-1-2 0,-1 0 0,0 0 0,-1-2 0,-15 12-149,-1-1 197,0-2 1,-33 19-198,49-34 7,0-1 0,0 0 1,-1-2-1,-1 0 0,1-1 0,-1 0 0,-10 0-7,27-5-35,0-1 0,0 1 0,0-1 0,0 0-1,0 0 1,1 1 0,-1-1 0,0 0 0,0 0 0,0 0 0,0 0 0,0 0 0,0 0-1,0 0 1,0 0 0,0 0 0,0-1 0,0 1 0,0 0 0,0-1 0,1 1-1,-1 0 1,0-1 0,0 1 0,0-1 0,1 0 0,-1 1 0,0-1 0,0 1-1,1-1 1,-1 0 0,1 0 0,-1 1 0,0-1 0,1 0 0,0 0 0,-1 0-1,1 0 1,-1 0 0,1 1 0,0-1 0,0-1 35,0-2-444,0 0-1,1 0 1,0 0 0,0 0-1,0 0 1,0 0 0,0 1-1,1-1 1,0 0-1,1-2 446,23-36-4988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56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0 6385,'0'0'7643,"0"0"-5150,0 0-579,-16 39 69,-5 9-1420,0-3-20,3 1 0,2 0 0,1 2 0,2 4-543,2-7 337,2 0 0,2 1 0,2 0 1,2 0-1,2 0 0,4 36-337,-3-78-9,1 1-1,1-1 1,-1 0 0,1 0-1,-1 1 1,1-1 0,0 0-1,1 0 1,-1-1-1,1 1 1,-1 0 0,1-1-1,0 1 1,1-1 0,-1 0-1,0 0 1,1-1 0,0 1-1,0-1 1,0 1-1,0-1 1,0 0 0,0-1-1,0 1 1,0-1 0,1 0-1,-1 0 1,3 0 9,16 4-791,0-2 0,1-1 0,-1 0-1,22-3 792,-24 1-1013,50-3-4158,-12-12-2864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56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13315,'0'0'1626,"0"0"-506,0 0 469,0 0-386,36 2-356,7 1-410,-1 2 0,28 6-437,-63-9 75,0 1-1,1 0 1,-1 0 0,-1 0 0,1 1 0,0 0 0,-1 0 0,0 1-1,0-1 1,0 2 0,0-1 0,-1 0 0,0 1 0,0 0-1,-1 0 1,0 1 0,0-1 0,0 1 0,-1 0-75,10 12 223,6 15 304,-1 0-1,9 26-526,-17-36 64,0-1-1,2 0 0,0 0 1,2-1-1,0-1 0,2 0 1,1 0-64,-16-20-144,1 1 0,-1-1 0,1 0 1,-1 1-1,1-1 0,0 0 0,0 0 1,0 0-1,-1 0 0,1-1 0,0 1 0,0 0 1,0-1-1,1 1 144,17 0-5755,-18-1 5152,6 0-6556</inkml:trace>
  <inkml:trace contextRef="#ctx0" brushRef="#br0" timeOffset="1">440 1 11626,'0'0'2601,"0"0"-1921,0 0 2089,0 0-969,-109 193-560,69-121-23,1-1-265,5-11-656,5-10-80,9-11-168,3-12 24,11-9-72,6-7-8,0-2-440,0-6-992,43-3-1329,0 0-1856,-4 0-4561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57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13651,'0'0'1592,"0"0"-427,0 0 720,0 0-686,0 0-788,0 0-242,27 21 122,167 130 587,-160-125-513,-10-10-37,-1 2 1,0 1 0,-1 1-1,-2 1 1,0 0-1,8 13-328,-26-32 27,-1-1 0,0 1 0,0 0-1,0-1 1,0 1 0,0 0 0,0 0 0,0 0 0,0 0 0,-1 0-1,1 0 1,-1 0 0,1 0 0,-1 0 0,0 0 0,0 0 0,0 0-1,0 0 1,0 0 0,0 0 0,-1 0 0,1 0 0,-1 0 0,1 0-1,-1 0 1,0 0 0,0 0 0,0-1 0,0 1 0,0 0 0,0 0-1,0-1 1,-1 1 0,1-1 0,0 1 0,-1-1 0,0 0 0,1 1-1,-1-1 1,0 0 0,1 0 0,-1 0 0,0 0 0,0 0-27,-13 5 129,0 0 1,0-1-1,0 0 1,-1-1-1,-10 0-129,-1 2-45,0 1-150,1 0 0,0 2 0,0 0 0,1 2 0,0 1 0,-12 9 195,34-19-199,0 0 0,-1 1 1,1-1-1,0 1 1,1 0-1,-1 0 1,0 0-1,1 0 1,0 0-1,-1 1 1,1-1-1,0 1 199,-6 31-5774,7-17-1610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57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11002,'0'0'2800,"0"0"-185,0 0-137,0 0-691,0 0-750,0 0-378,31-16-176,104-48-114,-128 61-341,1 0 0,0 1 0,0-1 0,0 1 0,0 1-1,0 0 1,1 0 0,-1 0 0,0 1 0,1 0 0,-1 1 0,0 0 0,1 0-1,-1 1 1,0 0 0,1 0-28,-3 1 18,1 1-1,-1-1 1,0 1 0,0 0-1,0 1 1,-1-1-1,1 1 1,-1 0 0,0 0-1,-1 1 1,1-1-1,-1 1 1,0 0 0,0 1-1,-1-1-17,8 19 45,-1 1-1,-1 0 0,-1 1 1,-2 0-1,-1 0 0,0 0 1,-1 24-45,2 60 47,-6 55-47,-1-68-1128,11-95-4091,0-3 391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58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1 185 3201,'0'0'10986,"0"0"-8489,0 0-49,0 0-560,0 0-1247,0 0-313,0 0-328,241-60 0,-161 37-64,19-13-809,-20 3-1703,-16 0-2937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58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13619,'0'0'1992,"0"0"185,0 0-177,188 232-711,-141-128-265,-11 6-152,-10-6-312,-6-8-440,-10-13-24,0-12-8,-7-8-176,4-13-280,-7 4-1280,0-15-3217,0-13-4153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01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13971,'0'0'2088,"0"0"-1375,0 0 583,0 0-640,205 6-544,-159 2-112,0 4-1112,-13 0-1289,-9-6-4816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02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0 403 13299,'0'0'2696,"0"0"-199,0 0-849,0 0-1152,0 0-496,242-44-472,-116 29-1016,-21 6-953,-15 6-3512</inkml:trace>
  <inkml:trace contextRef="#ctx0" brushRef="#br0" timeOffset="1">1016 296 2617,'0'0'8956,"0"0"-5771,3-26-1442,26-187 1147,-28 203-2745,5-29 1637,0 32-727,4 22-315,11 48-297,-3 1 1,0 14-444,-8-30 72,2 0 0,2-1 0,2-1 0,2 0 0,9 12-72,-25-54-62,1 1 1,0-1-1,0 0 0,0-1 1,0 1-1,1-1 0,-1 1 1,1-1-1,0 0 0,0 0 1,0-1-1,0 1 1,1-1-1,4 2 62,41 8-5506,-10-10-4363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02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15195,'0'0'2433,"0"0"-1825,175-36 184,-76 21-568,11 0-224,2 3-144,24-3-840,-31 6-1721,-22-3-10570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04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9946,'0'0'3110,"0"0"-537,0 0-105,0 0-753,0 0-935,-1 28-317,0 26-231,1 341 1707,2-364-1797,1 1 0,2-1 0,3 8-142,-5-27-315,0 0 0,1-1 0,0 0 0,1 0 0,0 0 0,1 0 0,0-1-1,0 0 1,7 8 315,-2-8-3001,-5-7-2019,-5-2-1470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04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24 228 11827,'0'0'1901,"0"0"-422,31-31 275,103-96-443,-126 120-1208,0 0-1,0 0 1,1 1 0,0 0 0,0 1-1,0 0 1,1 0 0,0 1 0,-1 1-1,1-1 1,1 1 0,-1 1 0,0 0-1,1 1 1,-1 0 0,1 0-1,0 1 1,7 1-103,-3-1 173,-10 0-131,-1-1 1,0 1 0,1 1-1,-1-1 1,1 1 0,-1 0-1,0 0 1,0 0-1,1 0 1,-1 1 0,0-1-1,0 1 1,-1 0 0,1 1-1,0-1 1,-1 1 0,3 1-43,-4-1 48,1 1 1,0 0-1,-1 0 1,0 0 0,0 0-1,0 0 1,-1 0 0,1 0-1,-1 1 1,0-1-1,0 0 1,-1 1 0,1-1-1,-1 1 1,0-1 0,-1 5-49,1-2 102,-1 1 0,-1-1 0,1 1 0,-1-1 1,-1 0-1,1 0 0,-1 0 0,0 0 0,-1 0 1,0-1-1,0 1 0,0-1 0,-1 0 0,0 0 0,0 0 1,0-1-1,-1 0 0,0 0 0,0-1 0,-6 5-102,-17 9 233,-1 0 0,0-2-1,-1-1 1,-1-1-233,30-14 16,-22 9 88,1-1 1,-2-2 0,1 0 0,0-1 0,-1-2 0,0-1 0,0 0-1,-24-3-104,46 1-772,-4-1 2565,6-1-4471,1 0-4461,0 4-5409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06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9178,'0'0'2402,"0"0"298,0 0-70,0 0-311,0 0-620,0 0-798,21 14-312,-10-7-505,1 1 1,-2 0-1,1 1 1,-1 0-1,0 0 0,-1 1 1,0 1-1,-1 0 0,0 0 1,0 0-1,-1 1 1,-1 0-1,0 0 0,-1 1 1,1 3-85,16 78 528,-3 2 0,-5 1 1,-4 6-529,-3-45 55,-2-33 12,-5-24-64,0-1 0,0 0 0,0 0 0,0 0 0,1 0-1,-1 0 1,0 0 0,0 0 0,0 0 0,0 0 0,0 0 0,0 0 0,1 1 0,-1-1 0,0 0 0,0 0 0,0 0 0,0 0-1,0 0 1,1 0 0,-1 0 0,0 0 0,0 0 0,0 0 0,0-1 0,0 1 0,1 0 0,-1 0 0,0 0 0,0 0 0,0 0-1,0 0 1,0 0 0,0 0 0,1 0 0,-1 0 0,0 0 0,0 0 0,0-1 0,0 1 0,0 0 0,0 0 0,0 0 0,0 0-1,0 0 1,0 0 0,0-1 0,0 1 0,1 0 0,-1 0 0,0 0 0,0 0 0,0 0 0,0-1 0,0 1 0,0 0 0,0 0-1,0 0 1,0 0 0,0 0 0,0-1 0,-1 1 0,1 0 0,0 0-3,6-44 159,-6 18-153,1 0 0,1 0 0,1 0 0,1 0 0,2 1 0,7-22-6,-11 39-4,2 0 0,-1-1 0,1 1 0,0 1 0,1-1 0,0 0 0,0 1-1,0 0 1,1 0 0,0 1 0,1 0 0,-1 0 0,1 0 0,0 1 0,1 0-1,-1 0 1,1 1 0,0 0 0,0 0 0,0 1 0,6-2 4,-5 3-7,0-1 0,0 2 1,0-1-1,0 1 0,1 1 1,-1-1-1,0 2 0,0-1 1,1 1-1,-1 1 0,0-1 0,5 3 7,-10-3-1,0 1-1,0 0 0,1 0 0,-1 0 0,-1 1 0,1-1 0,0 1 1,-1 0-1,1 0 0,-1 0 0,0 1 0,0-1 0,0 1 1,0 0-1,-1-1 0,1 1 0,-1 0 0,0 1 0,0-1 0,-1 0 1,1 0-1,-1 1 0,0-1 0,0 1 0,0 2 2,0-2 4,0 1 1,-1-1-1,1 1 0,-1-1 0,0 1 1,0-1-1,-1 1 0,0-1 0,0 0 1,0 1-1,-1-1 0,1 0 0,-1 0 1,0 0-1,-1 0 0,0 1-4,-2 0 18,0 0 0,0-1 0,0 0-1,-1 0 1,0 0 0,0 0 0,0-1 0,-1 0 0,1-1-1,-1 1 1,-3 0-18,-13 5 67,0-1 1,0-1-1,-1-1 0,1-1 1,-1-1-1,0-1 0,0-2 0,-1 0 1,-1-1-68,24 0-24,0 0 1,1 0 0,-1 0 0,0-1-1,1 1 1,-1 0 0,0 0 0,1-1-1,-1 1 1,0-1 0,1 0-1,-1 1 1,1-1 0,-1 0 0,1 0-1,0 0 1,-1 0 0,1 0 0,0 0-1,0-1 1,-1 1 0,1 0 0,0 0-1,0-1 1,0 1 0,1-1-1,-1 1 1,0-1 0,0 1 0,1-1-1,-1 0 1,1 1 0,0-1 0,-1 0-1,1-1 24,0 0-366,0-1 0,0 1 0,0 0 0,0-1 0,1 1 0,0 0 0,-1-1 0,1 1 0,0 0 0,1-1 0,-1 1 0,1 0 0,-1 0 0,1 0 0,0 1 0,0-1 0,2-2 366,24-21-7326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07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13915,'0'0'2328,"0"0"-687,0 0 1279,0 0-1143,0 0-649,0 0-592,0 0-216,73 134-224,-60-122-72,-3 0-24,3 0-240,7-12-1776,0 0-3297,-3 0-4537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07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14123,'189'-40'2180,"-184"39"-2003,0 0 0,0 1 0,0-1 0,0 1 0,0 0 0,0 0 0,0 1-1,1-1 1,-1 1 0,1 1-177,-4-1 97,0-1 0,-1 1 0,1 0 0,-1 0 0,1 0 0,-1 0 1,1 1-1,-1-1 0,0 0 0,0 1 0,1-1 0,-1 0 0,0 1 0,0 0-97,7 8 619,16 15 414,-2 0 0,-1 1 0,1 5-1033,27 33 921,-46-138-575,-3 64-348,-1-2 2,0 0 0,1-1 0,1 1 0,0 0 0,2-11 0,-2 18-3,1 1 0,-1 0 0,1 0 0,0 0 0,0 1 0,0-1 0,0 0 0,1 1 0,0-1 0,-1 1 0,1 0 0,1 0 0,-1 0 0,0 0 0,1 1 0,-1-1 0,1 1 0,2-2 3,0 1-1,0 0 1,0 0-1,0 0 1,0 1-1,0-1 1,0 2-1,1-1 1,-1 1-1,1 0 1,0 0-1,-1 0 1,1 1-1,0 0 1,-1 1-1,1-1 1,-1 1-1,1 0 1,-1 1-1,1 0 1,-1 0-1,0 0 1,0 1-1,0 0 1,0 0-1,0 0 1,0 1-1,-1 0 1,0 0-1,0 1 1,0-1-1,0 1 1,-1 0-1,0 0 1,0 0-1,0 1 1,-1 0-1,3 4 1,16 40 4,-16-35-97,0-1 0,1 0 0,7 12 93,-12-22-76,1-1-1,0 1 0,-1-1 0,1 0 0,0 0 0,1 0 0,-1 0 0,0-1 0,1 1 0,0-1 1,-1 0-1,1 0 0,0 0 0,0 0 0,4 0 77,23 4-4337,-1-5-4045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07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48 5329,'0'0'4993,"0"0"-2348,0 0-758,0 0-120,0 0-275,-13 30-352,-38 96-466,50-122-647,-1 0 1,1 0-1,0-1 1,0 1-1,1 0 1,-1 1-1,1-1 1,0 0-1,0 0 1,0 0-1,0 0 1,1 0-1,-1 0 1,1 0-1,0 0 1,1 1-28,-1-3 18,1 1 0,-1 0 0,1-1 0,0 0 0,0 1 0,0-1 0,0 0 0,0 0 1,0 0-1,1 0 0,-1 0 0,1-1 0,-1 1 0,1-1 0,0 1 0,1 0-18,9 1 65,-1 1 0,1-2-1,0 1 1,0-2 0,0 0 0,0 0 0,8-2-65,-14 1 45,-1 0-13,0 0 0,1-1 1,-1 1-1,1-2 0,-1 1 0,0-1 0,0 1 0,0-2 0,0 1 1,0-1-1,0 0 0,-1 0 0,1 0 0,-1-1 0,0 0 0,0 0 0,0 0 1,-1-1-1,1 1 0,-1-1 0,0-1-32,0 0 68,0-1-1,0 0 1,-1 0 0,0 0-1,0 0 1,-1 0-1,1-1 1,-2 1 0,1-1-1,-1 1 1,0-1-1,-1 0 1,0 0 0,0 1-1,-1-1 1,1 0 0,-3-6-68,1 8 60,0 0 1,-1 1 0,0-1-1,0 0 1,0 1 0,-1 0-1,0 0 1,0 0 0,0 0-1,0 1 1,-1-1 0,0 1-1,0 0 1,0 1 0,0-1-1,0 1 1,-1 0 0,-3-1-61,-54-21-1045,5 16-5848,57 9-2560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08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1 244 8026,'12'26'3007,"2"0"-1,0-2 1,14 18-3007,-27-42 62,-1 1-1,0-1 1,1 1-1,-1-1 1,0 1-1,1-1 1,-1 1 0,1-1-1,-1 1 1,1-1-1,-1 1 1,1-1-1,-1 0 1,1 1-1,-1-1 1,1 0-1,0 0 1,-1 1-1,1-1 1,-1 0-1,1 0 1,0 0-1,-1 0 1,1 0 0,0 0-1,-1 0 1,1 0-1,0 0 1,-1 0-1,1 0 1,-1 0-1,1 0 1,0-1-1,-1 1 1,1 0-1,-1 0 1,1-1-1,-1 1 1,1 0-1,0-1 1,-1 1 0,0-1-1,1 1 1,-1-1-1,1 1 1,-1-1-1,1 1 1,-1-1-1,0 1 1,1-1-1,-1 0-61,15-32 460,-13 29-462,15-46 47,22-55 79,-35 96-119,0 1-1,1 0 0,0 0 0,0 0 1,1 1-1,0-1 0,0 1 0,1 1 1,0-1-1,1 0-4,-6 5 9,1 0-1,-1 1 1,0-1 0,1 1 0,-1-1 0,1 1 0,0 0-1,-1 0 1,1 0 0,0 0 0,0 0 0,-1 1 0,1-1 0,0 1-1,0 0 1,0 0 0,0 0 0,0 0 0,0 1 0,-1-1-1,1 1 1,2 0-9,-1 1 3,0 0-1,-1 0 0,1 0 1,-1 1-1,0-1 0,1 1 1,-1 0-1,0 0 0,-1 0 1,1 1-1,-1-1 0,1 0 1,-1 1-1,1 1-2,3 7 142,-1 0 1,0 0-1,0 1 1,-2-1-1,1 1 1,-1 0-1,-1 0 1,-1 0-1,1 6-142,-2-17 391,0-2 109,0-25 155,0 13-642,1 0-1,1 0 1,0 0-1,1 1 1,0-1-1,1 1 1,0 0-1,1 0 1,0 0-1,1 0 1,0 1-1,1-1-12,-3 5 0,-1 0-1,2 1 1,-1-1 0,1 1-1,-1 0 1,1 1 0,1-1-1,-1 1 1,1 0 0,-1 0-1,1 0 1,0 1 0,1 0-1,-1 0 1,0 1 0,1 0-1,0 0 1,-1 0 0,1 1-1,0 0 1,2 0 0,-5 2 3,0 0-1,0-1 1,0 2 0,0-1 0,-1 0 0,1 1 0,0-1-1,-1 1 1,0 0 0,1 1 0,-1-1 0,0 0 0,0 1-1,0 0 1,0-1 0,-1 1 0,1 1 0,-1-1 0,1 0-1,-1 0 1,0 1 0,-1-1 0,1 1 0,-1 0 0,1-1-1,0 5-2,6 16 83,-1 0 0,-1 0-1,2 23-82,-5-34 24,-1-1-194,7 32 403,4-17-3036,-4-14-3419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08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11747,'0'0'0,"0"0"-5946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2:30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0 263 3089,'0'0'2894,"0"0"-1186,0 0-680,0 0-373,0 0-288,0 0-134,27 1 35,86 7 194,-92-6-162,0 1 1,-1 1-1,1 1 0,-1 1 1,0 1-1,0 1-300,57 16 361,14-7-127,1-5 0,43-1-234,186-3 45,-104-5 10,67 11-2126,263 49 2071,-516-59 8,1-1 0,20-1-8,-50-2 545,-7-181 2287,0 3-2889,5 173 59,0 1-1,0 0 1,1-1-1,-1 1 0,1 0 1,0 0-1,0-1 0,1 1 1,-1 0-1,1 0 0,0 0 1,0 1-1,1-1 0,-1 0 1,1 1-1,-1 0 0,1-1 1,0 1-1,0 0 0,1 0-1,1 0-2,0 0 0,0 0 0,0 0 0,0 0 0,1 1 0,-1 0 0,1 0-1,0 0 1,-1 1 0,1 0 0,0 0 0,0 0 0,0 1 0,3 0 2,-7 0-3,-1 1 0,1-1 0,-1 0 1,1 1-1,0 0 0,-1-1 0,1 1 1,-1 0-1,0 0 0,1 0 0,-1 0 0,0 0 1,1 0-1,-1 0 0,0 0 0,0 0 0,0 1 1,0-1-1,0 0 0,0 1 0,0-1 0,-1 1 1,1-1-1,-1 1 0,1-1 0,-1 1 1,1 0-1,-1 0 3,12 56-10,-10-40 4,2 0 6,-1 7 0,2 0 0,1-1-1,1 0 1,9 22 0,-12-38 1,0-1-1,0 0 1,0 0-1,1 0 1,0-1 0,0 0-1,0 0 1,1 0 0,0 0-1,0-1 1,1 0 0,0 0-1,-1-1 1,1 0 0,1 0-1,-1-1 1,4 2-1,9 2 5,1-1 1,-1-1 0,1-1-1,0-1 1,20 0-6,110-2 20,-77-2-10,17-2-4,0-3 0,0-4-1,-1-4 1,-1-4-1,-1-4 1,42-17-6,-123 36-476,30-9 1475,-27 3-2242,-10 8 1082,0 1 1,0 0-1,0-1 0,0 1 0,-1-1 1,1 1-1,0-1 0,0 1 0,0 0 1,0-1-1,-1 1 0,1-1 0,0 1 1,0 0-1,-1-1 0,1 1 1,0 0-1,-1-1 0,1 1 0,0 0 1,-1-1-1,1 1 0,-1 0 0,1 0 1,0 0-1,-1-1 0,1 1 0,-1 0 1,1 0 160,-15-6-5620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2:31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1 139 4081,'0'0'7037,"0"0"-4305,0 0-1533,0 0-51,0 0-169,15 26-182,51 90 39,-52-90-584,-1 2 0,-1-1-1,-1 1 1,-2 1-1,4 16-251,-5-12 92,-7-31-12,-1-2 57,0-24 434,-5-58-306,3 55-233,0-1 1,2 1 0,2-18-33,-1 36 3,0 1 0,1-1 0,0 1 0,1-1 0,0 1 0,0 0 0,0 0 0,1 0 0,1 0 0,-1 1 0,1 0 0,0 0 0,3-3-3,7-5-5,0 1 0,2 0 1,-1 1-1,1 1 1,1 0-1,0 2 1,1 0-1,0 1 0,0 1 1,1 0-1,0 2 1,0 0-1,1 2 1,-1 0-1,1 1 1,0 1-1,0 1 0,0 1 1,17 2 4,-35-2-3,0 1 0,0-1 0,0 1 0,-1 0 0,1 0 0,0 1 0,-1-1 0,1 0 1,-1 1-1,1-1 0,-1 1 0,1 0 0,-1 0 0,0 0 0,0 0 0,0 0 0,0 1 0,-1-1 0,1 0 0,-1 1 0,1 0 1,0 1 2,-1-2 0,0 0 1,0 1-1,-1-1 1,1 0-1,-1 0 1,1 0 0,-1 0-1,0 1 1,0-1-1,0 0 1,0 0-1,0 1 1,0-1 0,-1 0-1,1 0 1,-1 0-1,1 1 1,-1-1-1,0 0 1,0 0-1,0 0 1,0 0 0,0 0-1,-1-1 1,1 1-1,-1 0 1,1 0-1,-1-1 1,1 1 0,-1-1-1,-1 1 0,-7 5 84,0-1 1,0 0-1,-1-1 0,1 0 0,-1-1 0,-1 0 1,1-1-1,-3 1-84,-100 15 294,81-16-312,0 3-1,0 0 0,-2 3 19,33-8-76,1-1 0,-1 1 0,0-1 0,0 1 0,1 0 0,-1 0-1,1 0 1,-1 0 0,0 0 0,1 0 0,0 0 0,-1 0 0,1 1-1,0-1 1,0 1 0,-1-1 0,1 1 0,0-1 0,1 1 0,-1-1-1,0 1 1,0 0 76,-3 28-4211,4-7-1692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58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0 205 14283,'0'0'2625,"0"0"-1505,0 0 552,0 0-696,242-80-463,-163 47-177,-9 3-232,-11 4 16,-19 8-120,-17 6-1673,-16 6-3808</inkml:trace>
  <inkml:trace contextRef="#ctx0" brushRef="#br0" timeOffset="1">235 414 13275,'0'0'2336,"0"0"-183,0 0 503,0 0-1215,0 0-713,222-12-568,-133-9-160,44-3-352,-24 3-2745,-20 9-5681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59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0 497 13435,'0'0'2188,"3"-29"-22,0 4-1563,2-23 578,2 0-1,2 1 1,4-6-1181,-4 17 536,2 0 0,1 1 0,1 1-1,2 0 1,13-20-536,-27 53 25,-1-1 1,1 1-1,0 0 0,0 0 0,0-1 0,0 1 0,0 0 1,0 0-1,1 0 0,-1 0 0,0 0 0,0 1 0,1-1 1,-1 0-1,1 0 0,-1 1-25,0 0 7,0 0 1,0 0 0,-1 0-1,1 0 1,0 0-1,-1 0 1,1 0 0,0 0-1,-1 0 1,1 0 0,0 1-1,-1-1 1,1 0-1,0 1 1,-1-1 0,1 0-1,0 1 1,-1-1-1,1 1 1,-1-1 0,1 1-1,-1-1 1,1 1-8,2 3 10,0 1-1,0 0 1,-1-1 0,0 1-1,0 0 1,0 0 0,1 2-10,46 153 121,-24-72-36,5-1-1,24 49-84,-51-129-6,3 6 13,1 1-1,1-1 0,8 12-6,-13-22-17,-1 1 1,1-1 0,0 0-1,1 0 1,-1 0-1,1 0 1,-1-1-1,1 1 1,0-1-1,0 0 1,0 0-1,0 0 1,0 0-1,0-1 1,4 1 16,20 1-1208,-1-2 1,1 0 0,18-3 1207,15-3-6386</inkml:trace>
  <inkml:trace contextRef="#ctx0" brushRef="#br0" timeOffset="1">715 256 13947,'0'0'2937,"0"0"-1113,0 0 208,0 0-783,251-60-905,-158 36-152,-4 4-192,-10 2-48,7-3-1593,-26 3-3208,-14 0-5033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59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39 13291,'0'0'1804,"0"28"-301,0-6-1061,-1 21 783,2 0 1,2 0-1,9 41-1225,10 18 1152,5-1-1,4-2 0,38 81-1151,-66-172-140,24 44 489,-26-50-459,0 0 0,0 1 0,0-2 0,0 1 0,1 0 0,-1 0 0,1 0 0,-1-1 0,1 1 0,0 0 0,0-1-1,0 0 1,0 1 0,0-1 0,0 0 0,0 0 0,0 0 0,0 0 0,0-1 0,1 1 110,-2-31-3487,-3-12 2679,-3 0 0,-1 0 1,-3 1-1,-12-39 808,6 25 807,3 0 0,-2-25-807,11 56 331,1 0 1,1 0-1,1-1 0,1 1 0,2 0 0,0 0 0,3-10-331,-3 23 35,1 1-1,0-1 0,0 1 0,1 0 1,0 0-1,1 0 0,0 1 1,0 0-1,1 0 0,0 1 0,1 0 1,0 0-1,0 1 0,1-1 0,0 2 1,0 0-1,2-1-34,1 0 24,0 0 0,1 1 0,0 1 0,0 0 1,1 1-1,-1 0 0,1 1 0,0 0 0,0 1 0,0 1 0,0 0 1,0 1-1,7 1-24,-14 0 55,0 0 1,0 0-1,0 0 1,0 1-1,0 0 0,-1 0 1,1 1-1,-1 0 1,0 0-1,1 1 1,-1-1-1,-1 1 1,1 0-1,-1 1 1,1 0-1,-1 0 0,0 0 1,-1 0-1,0 1 1,1-1-1,-2 1 1,1 0-1,-1 0 1,0 1-1,0-1 1,0 1-1,-1 1-55,1 3 105,0 1 1,-1-1-1,0 0 1,-1 1-1,-1-1 0,0 1 1,0-1-1,-1 1 0,-1-1 1,0 0-1,0 1 1,-1-1-1,0 0 0,-1-1 1,-1 1-1,0 0 1,0-1-1,-1 0 0,0-1 1,0 1-1,-1-1 0,-1 0 1,-5 5-106,-6 5 227,-1-1 0,0-1 0,-2 0 0,1-2 0,-2-1 0,0 0 0,-1-2 1,0-1-1,-21 7-227,37-15-230,-1 0 0,1-1 0,-1 1 1,1-2-1,-1 1 0,1-1 1,-1-1-1,0 0 0,0 0 0,1 0 1,-1-1-1,-1-1 230,3-7-3598,6-7-3882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29:59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10114,'0'0'1625,"0"0"751,-10 170 1609,10-69-2353,0 9-151,0 6-553,0-12-8,20-15-648,10-20-88,6-22-176,10-17-8,24-30-272,-7 0-1937,-14-12-4608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00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10626,'0'0'3193,"0"0"-969,0 0 425,195 160-1081,-138-76-351,-8-1-361,-9-6-376,-7-11-192,-7-13-264,-2-14 32,-5-12-56,-2-12-112,-1-15-1360,-6 0-2993,-3-3-4369</inkml:trace>
  <inkml:trace contextRef="#ctx0" brushRef="#br0" timeOffset="1">381 33 10906,'0'0'2249,"0"0"-41,0 0 825,-92 206-777,35-117-575,1-3-521,-3-5-664,9-16-128,14-14-368,12-16 0,18-11-96,19-24-904,27 0-2977,6 0-4801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00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1 12707,'0'0'2218,"0"0"-974,0 0 213,0 0-651,-28 13-429,3-1-300,-3 0 63,1 2 0,0 0 0,1 3 1,1 0-1,-17 14-140,20-13 212,-49 44 910,66-58-980,1 2 0,-1-1 0,1 0-1,0 1 1,0 0 0,1 0 0,-1 0 0,2 0 0,-1 1 0,0-1 0,0 6-142,3-10 16,-1-1 0,1 1 1,0 0-1,0 0 0,0 0 0,0 0 0,0-1 1,0 1-1,1 0 0,-1 0 0,0-1 0,1 1 0,0 0 1,-1 0-1,1-1 0,0 1 0,0-1 0,0 1 1,0-1-1,0 1 0,0-1 0,0 1 0,1-1 0,-1 0 1,0 0-1,1 0 0,-1 0 0,1 0 0,-1 0 0,1 0 1,0 0-1,-1 0 0,2 0-16,7 2 30,0 0 1,0 0-1,0-1 0,1-1 0,5 1-30,-5-1 13,83 7-205,1-5 1,6-4 191,-25 1-2689,-37 0-3088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00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 12883,'0'0'2032,"0"0"-223,0 0 1239,0 0-1271,0 0-1193,0 0-24,181-6-280,-121-6-184,3 0-96,20-12-360,-14 3-2585,-13 0-8457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01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13451,'0'0'2432,"0"0"-399,69 193-417,-49-86-672,-3 9-680,-11 3 0,-6 27-264,-6-33-928,-21-18-3761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7:20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4889,'0'0'6998,"0"0"-3664,0 0-1285,0 0-236,0 0-448,0 0-394,20 0-107,316-3 1028,-333 4-1892,-1-1 0,0 1 1,1 0-1,-1-1 0,0 1 1,0 0-1,0 1 0,1-1 1,-1 0-1,0 0 0,-1 1 1,1 0-1,0-1 0,0 1 1,-1 0-1,1 0 0,-1-1 1,1 1-1,-1 1 0,0-1 1,0 0-1,0 0 0,0 0 1,0 0-1,0 1 0,0 1 0,17 73 9,-15-60-5,8 65 121,-4 0 1,-3 0-1,-7 72-125,1-24 161,-5-20-121,7-109-68,0-1-1,0 0 1,0 0-1,0 1 1,0-1-1,0 0 1,0 0-1,0 1 1,0-1-1,0 0 1,0 0-1,0 0 1,0 1-1,0-1 1,0 0-1,0 0 1,0 1-1,0-1 1,0 0-1,0 0 1,-1 0-1,1 1 1,0-1-1,0 0 1,0 0-1,0 0 1,-1 1-1,1-1 1,0 0-1,0 0 1,0 0-1,-1 0 1,1 0-1,0 0 1,0 1-1,0-1 1,-1 0-1,1 0 1,0 0-1,0 0 1,-1 0 28,-9-6-1419,-8-13-1147,-1-13-2783,1-3-3777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7:21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13019,'0'0'3897,"0"0"-2881,0 0-424,0 0-392,218-51-192,-128 33-8,22-5-488,-23 5-1441,-19 0-4704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25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1 3473,'0'0'2698,"0"0"-270,0 0 210,0 0-31,0 0-225,-17-1-103,-54 2-372,69-1-1837,0 0 1,-1 1-1,1-1 0,0 1 0,0 0 0,0-1 0,0 1 0,0 0 0,0 0 0,0 1 0,0-1 0,0 0 0,0 0 1,1 1-1,-1 0 0,0-1 0,1 1 0,-1 0 0,1-1 0,0 1 0,0 0 0,-1 0 0,1 0 0,1 0 1,-1 0-1,0 0 0,0 1 0,1-1 0,-1 0 0,1 0 0,0 1-70,-5 10 301,-53 132 2004,-22 93-2305,65-184 44,2 1 0,3 0 0,2 1 1,3 0-1,2 0 0,2 14-44,2-60-10,0 0-1,0 0 0,1 0 1,0 0-1,0-1 1,1 1-1,1-1 0,0 0 1,0 0-1,1 0 1,4 7 10,-5-10-92,1-1 0,-1 1-1,1-1 1,0 0 0,1-1 0,-1 1 0,1-1 0,0 0 0,0 0 0,0-1 0,0 1 0,1-1 0,-1-1 0,1 1 0,0-1-1,0-1 1,3 1 92,72 3-3412,-25-7-2948,1-6-6138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26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0 210 8674,'0'0'4466,"0"0"-1411,0 0-463,0 0-937,0 0-820,0 0-179,12-18-106,-1 1-430,29-41 1187,16-36-1307,-40 72 330,-15 22-324,-1-1 0,0 1 1,1 0-1,-1 0 0,0 0 1,1 0-1,-1 0 0,0 0 1,1 0-1,-1 0 0,0 0 1,1 0-1,-1 0 0,0 0 1,1 1-1,-1-1 0,0 0 1,1 0-1,-1 0 0,0 0 1,0 0-1,1 1 0,-1-1 1,0 0-1,0 0 0,1 0 1,-1 1-1,0-1 0,0 0 1,1 1-1,-1-1 0,0 0 1,0 0-1,0 1 0,0-1 1,0 0-1,1 1 0,-1-1 1,0 1-7,9 50 167,-9-46-177,6 73 192,-3-34-89,1 0 1,2 0-1,2 0 1,12 35-94,-20-76-62,1 0 1,0-1-1,0 1 1,1 0-1,-1-1 0,0 1 1,1-1-1,0 0 1,-1 1-1,1-1 1,0 0-1,0 0 0,1 0 1,-1 0-1,0-1 1,0 1-1,2 0 62,12 2-3667,3-7-4066,-9-2-1179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26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1 110 7562,'0'0'2468,"0"0"-487,0 0-240,0 0-689,31-13-617,144-60-203,-174 73-154,0 0-1,0 0 1,0 0-1,0 0 1,0-1-1,0 1 1,0 0-1,0-1 1,0 1-1,0-1 1,0 1-1,0-1 1,0 1-1,-1-1 0,1 0 1,0 1-1,0-1 1,-1 0-1,1 0 1,-1 1-1,1-1 1,0 0-1,-1 0 1,1 0-1,-1 0 1,0 0-78,-21-6 1686,-43 6-871,58 1-771,1 0 0,-1 0-1,0 1 1,1 0 0,-1 0 0,1 1 0,-1 0-1,1 0 1,0 0 0,0 0 0,0 1 0,0 0 0,0 0-1,0 0 1,1 1 0,-1-1 0,1 1 0,0 0-1,1 0 1,-1 1 0,0-1 0,1 1 0,0 0-1,0 0 1,1 0 0,-1 0 0,1 0 0,0 0 0,1 1-1,-1-1 1,1 1 0,0-1 0,0 1 0,1 5-44,-1-8 4,1-1 0,0 1 1,1 0-1,-1-1 1,0 1-1,1 0 0,-1-1 1,1 1-1,0 0 1,0-1-1,0 1 0,0-1 1,0 0-1,1 1 1,-1-1-1,1 0 0,-1 0 1,1 1-5,3 0 12,0 1 1,0-1 0,0 0-1,0 0 1,1 0 0,-1-1-1,3 1-12,-1 0-6,9 4 8,0 1 0,-1 0 0,0 1 0,0 1 0,-1 0 0,-1 1 0,0 1 0,8 8-2,-15-14 41,-1 1 0,1-1 0,-1 1 0,-1 0 0,1 1 0,-1-1 1,0 1-1,-1 0 0,0 0 0,0 0 0,-1 0 0,0 0 0,0 1 1,-1-1-1,0 1 0,0-1 0,-1 1 0,-1 2-41,1-8 76,-1-1 0,0 0 0,0 0-1,0 0 1,0 0 0,-1 0 0,1 0 0,0 0 0,-1 0 0,0-1-1,1 1 1,-1 0 0,0-1 0,0 1 0,0-1 0,0 0-1,0 0 1,0 0 0,0 0 0,0 0 0,0 0 0,0 0-1,-1-1 1,1 1 0,-1-1-76,-2 2 39,-1-1 0,1 0 0,-1 0 0,1 0-1,-1-1 1,1 0 0,-1 0 0,1 0 0,-1-1 0,-2 0-39,7 0-32,-1 0 1,1 0 0,0 0 0,0 0 0,-1 0-1,1 0 1,0 0 0,0-1 0,0 1-1,1 0 1,-1-1 0,0 1 0,0-1 0,1 1-1,-1 0 1,1-1 0,-1 0 0,1 1-1,0-1 1,-1 1 0,1-1 0,0 1 0,0-1-1,0 0 32,1-40-6897,2 27-1373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27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12483,'0'0'3112,"0"0"-15,0 0-352,-40 161-1441,13-113-960,-9 17-344,10-14-768,-1-10-4697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28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13515,'0'0'2864,"0"0"-775,0 0-713,0 0 273,0 0-505,-30 200-552,10-132-312,4-8-256,9-13-24,7-14-992,4-18-3073,15-12-4561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29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12379,'0'0'2455,"-5"27"-439,-6 35-198,3 2 1,3-1-1,2 19-1818,3-78 38,0 1 0,0 0 1,1-1-1,-1 1 0,1-1 1,0 1-1,1-1 0,-1 0 1,1 1-1,0-1 0,0 0 1,0 0-1,0 0 0,1 0 1,0-1-1,0 1 0,0-1 1,0 1-1,0-1 0,1 0 0,-1 0 1,1-1-1,0 1 0,1 0-38,2 0 26,-1-1-1,0 0 0,1 0 0,0 0 0,-1-1 0,1 0 0,0 0 0,0-1 1,0 0-1,-1 0 0,1 0 0,0-1 0,0 0 0,-1-1 0,1 1 0,3-2-25,-1-1 27,-1 1-1,0-1 1,0-1-1,-1 1 1,1-1-1,-1-1 1,0 1-1,0-1 0,-1-1 1,1 1-1,-2-1 1,1 0-1,-1 0 1,0-1-1,0 1 1,-1-1-1,0 0 1,1-5-27,3-4 209,-2 0 1,0-1 0,-1 0-1,-1-1 1,-1 1 0,0 0-1,-1-1 1,-1-9-210,-1 12 199,1 9-89,-1 0 0,0 0 0,-1 0 0,0 0 0,0 0 0,0 1 0,-1-2-111,2 7 19,-1-1-1,0 0 0,0 0 0,0 1 1,0-1-1,0 0 0,0 1 0,-1-1 1,1 1-1,0 0 0,-1-1 0,1 1 0,-1 0 1,0 0-1,1 0 0,-1 0 0,0 0 1,0 0-1,1 1 0,-1-1 0,0 0 1,0 1-1,0-1 0,0 1 0,0 0 0,-1 0-17,-4-1-26,1 0 0,0 0 0,-1 1 0,1 0-1,0 1 1,-1-1 0,1 1 0,0 0 0,-4 1 26,9-1-110,-1 0 1,0 0 0,0 0 0,1 0 0,-1 1 0,1-1 0,-1 0 0,1 1-1,-1-1 1,1 1 0,0 0 0,0-1 0,0 1 0,0 0 0,0 0 0,0-1-1,0 1 1,1 0 0,-1 0 0,1 0 0,-1 0 0,1 0 0,0 0 0,-1 0-1,1 0 1,0 0 0,1 0 0,-1 2 109,0 29-5750,0-3-5396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29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0 137 12499,'0'0'4534,"0"0"-1529,0 0-1076,0 0-872,0 0-615,0 0-316,5-12-106,15-34-18,-20 45-1,0 0 0,0 0 0,1 0 0,-1 0-1,0 1 1,1-1 0,-1 0 0,1 0 0,-1 0-1,1 1 1,0-1 0,-1 0 0,1 1-1,0-1 1,-1 0 0,1 1 0,0-1 0,0 1-1,-1-1 1,1 1 0,0 0 0,0-1 0,0 1-1,0 0 1,0-1 0,0 1 0,0 0 0,-1 0-1,1 0 1,0 0 0,0 0 0,0 0-1,0 0 1,1 0-1,-1 1 8,-1-1 0,1 1-1,0-1 1,0 1 0,0 0-1,-1-1 1,1 1 0,0 0-1,0 0 1,-1 0 0,1-1-1,-1 1 1,1 0 0,-1 0-1,1 0 1,-1 0 0,1 0-1,-1 0 1,0 0 0,0 0-1,1 1-7,-1 2 114,1-1-1,-1 1 0,0 0 0,0 0 1,-1 0-1,1 0 0,-1-1 0,0 1 1,0 0-1,0 0-113,0-2 44,1-1 0,-1 0 0,0 0 0,0 1-1,0-1 1,0 0 0,0 0 0,0 0 0,0 0 0,0 0 0,0 0 0,0 0 0,-1-1 0,1 1-1,0 0 1,-1-1 0,1 1 0,0-1 0,-1 1 0,1-1 0,-1 1 0,1-1 0,-1 0 0,1 0-1,-1 0 1,1 0 0,-2 0-44,2-3-46,0 0 0,0 0 0,1 0 0,-1 0 0,1-1 0,0 1 0,0 0 0,0 0 0,0 0 0,0 0 0,1 0 0,-1 0-1,1-1 47,17-38-2370,2 15-2156,6-3-5361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29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0 13899,'0'0'2707,"0"0"-624,0 0-753,0 0-240,-11 37-157,-34 121-275,39-131-436,1-1 1,1 1 0,1-1 0,2 1-1,1 0 1,1 6-223,0 17 223,-1-45-211,0 0 0,0 0 1,0 0-1,1 0 1,-1 0-1,1 0 0,1 0 1,-1-1-1,1 1 1,-1 0-1,1-1 0,1 1 1,-1-1-1,1 0 1,-1 0-1,2 1-12,0-2 10,-1 0 1,1 0 0,-1-1-1,1 1 1,0-1-1,0 0 1,0-1-1,0 1 1,0 0-1,0-1 1,1 0-1,-1 0 1,0-1-1,1 1 1,-1-1 0,1 0-1,-1 0 1,1 0-11,-3 0 12,0 0 1,0 0-1,-1 0 1,1 0-1,0 0 1,0-1-1,0 1 1,0 0-1,-1-1 1,1 0 0,0 1-1,-1-1 1,1 0-1,0 0 1,-1 0-1,1 0 1,-1 0-1,1 0 1,-1-1-1,0 1 1,0 0 0,1-1-1,-1 1 1,0-1-1,0 1 1,0-1-1,0 1 1,-1-1-1,1 0 1,0 1-1,-1-1 1,1 0 0,-1 0-1,0 0 1,1 1-1,-1-1 1,0 0-13,-1 1 45,0 0 0,0 0 0,0 1 0,0-1 1,0 0-1,0 1 0,0-1 0,0 0 0,-1 1 1,1 0-1,0-1 0,0 1 0,-1 0 0,1 0 0,0-1 1,0 1-1,-1 0 0,1 0 0,0 0 0,0 1 0,-1-1 1,1 0-1,0 0 0,-1 1-45,-4-1 55,0 1-39,1 0 0,0 0 0,0 0 1,0 0-1,0 1 0,0 0 0,0 0 0,1 0 1,-1 0-1,1 1 0,-4 2-16,7-4-52,-1 0 0,1 0 0,-1 0 1,1 0-1,-1 0 0,1 1 0,-1-1 0,1 0 0,0 1 0,0-1 0,0 1 0,0 0 1,0-1-1,0 1 0,0 0 0,1-1 0,-1 1 0,1 0 0,-1 0 0,1-1 0,-1 1 1,1 0-1,0 0 0,0 0 0,0 0 0,0 0 0,0-1 0,1 1 0,-1 0 1,0 0-1,1 0 0,-1 0 0,1-1 0,1 3 52,0-2-545,0 0 0,0 0 1,1 0-1,-1 0 0,1-1 0,-1 1 1,1-1-1,-1 1 0,1-1 1,0 0-1,0 0 0,0 0 0,0 0 1,0-1-1,0 1 0,0-1 0,2 0 545,31 4-11162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0:30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467 0 13483,'0'0'2412,"0"0"-678,0 0-371,0 0-491,9 31-96,-2-8-586,4 10 186,-1 1 0,-2 0 0,-2 1 0,-1 0 0,0 21-376,-2-4 384,-2 0 1,-3 0-1,-2 1 0,-3-2 0,-1 1 1,-3-1-1,-2-1 0,-15 34-384,12-44-70,-3-1 0,-1-1-1,-1-1 1,-3-1 0,0-2 0,-9 7 70,-4 3-2463,-28 23 2463,-52 37-6666,34-38-4399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7:25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6041,'0'0'6226,"0"0"-3151,0 0-1064,0 0-161,0 0-601,0 0-459,9 1-321,89 5 510,-50-4-719,-1 2 1,0 1 0,3 4-261,-45-8 2,-1 0 0,0 0 0,0 1 0,-1 0 0,1-1 0,0 1 0,0 1 0,-1-1 1,1 0-1,-1 1 0,0 0 0,0 0 0,0 0 0,0 0 0,0 0 0,-1 1 0,0-1 0,1 1 0,-1-1 1,0 1-1,-1 0 0,1 0 0,-1 0 0,1 0 0,-1 2-2,2 12-3,0 0 0,-1-1-1,-2 1 1,1 0 0,-3 10 3,2 7 18,-3 4 4,-1 0 0,-2-1 1,-2 1-1,-1-1 0,-7 16-22,-14 59 15,25-98-947,5-33-2644,1 2 1009,-1-11-3544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7:25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10082,'0'0'2081,"0"0"-681,0 0-512,262-36-632,-153 21-256,-16 4-2336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8:01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96 105 15835,'0'0'2885,"0"0"-879,0 0-286,0 0-754,20 49-296,-10-23-574,29 71 350,-5 1 1,17 86-447,-24-26 589,-8 0 0,-2 102-589,-9-119 309,-9-159-36,0-26-190,-3-1-1,-5-23-82,-57-194 262,-47-103-262,2 7 229,107 342-27,0 1 0,1-1 0,1 0 0,0 0 0,2-15-202,1 30 12,0 0 0,1 1 0,-1-1 0,1 0-1,0 1 1,-1-1 0,1 1 0,-1 0 0,1-1 0,0 1 0,-1 0 0,1 0 0,0 0 0,0 0 0,-1 0 0,1 1 0,-1-1 0,1 0 0,0 1-12,1-1 17,18 4-18,0 1 0,-1 1 0,0 1 0,0 1 1,0 1-1,-1 0 0,-1 1 0,1 1 0,0 2 1,23 12 1,17 10-16,-35-19-238,2-1 0,0-1 0,1-1 0,0-2 1,1 0-1,6 0 253,8-2-2425,1-2 1,41 1 2424,-8-7-7126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8:01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1 5777,'0'0'6836,"0"0"-3954,-29 22-701,-96 74 58,106-79-1753,1 0 0,1 1-1,1 0 1,0 2 0,2 0 0,0 0 0,1 1-1,-2 7-485,-12 19 782,12-24-403,2-3 59,1 1 0,0 1 0,-3 11-438,15-32 48,7-17 319,45-56-136,3 3 1,54-52-232,-94 105 6,0 1 0,1 1 1,1 0-1,0 1 0,6-2-6,-19 12-1,0 1 0,1 0-1,-1 0 1,1 0 0,-1 0-1,1 1 1,0 0 0,0 0 0,0 0-1,-1 0 1,6 1 1,-7 0-3,0 1 0,0-1 0,0 1 0,0 0 0,0 0 0,-1 0 0,1 0 1,0 0-1,-1 0 0,1 1 0,-1 0 0,1-1 0,-1 1 0,0 0 0,1 0 0,-1 0 0,0 0 0,0 1 0,-1-1 0,3 3 3,6 13 4,0 0-1,-1 1 0,-1 0 0,-1 0 0,-1 1 0,0 0 1,-2 0-1,0 1 0,-1 0-3,5 51 58,-1 67-58,-7-83 16,3 65 30,-1-107-49,-1 0 0,2 0 0,0 0 0,1-1 0,0 1 0,1-1 0,1 1 3,-6-12-78,1 0-1,0 0 0,0 0 0,1 0 0,-1 0 0,0 0 0,1-1 0,-1 1 0,1 0 0,-1-1 0,1 0 0,0 1 0,0-1 0,0 0 0,-1 0 0,1 0 0,0 0 0,0 0 0,1 0 0,-1 0 0,0-1 0,0 1 0,0-1 0,0 0 0,0 1 0,1-1 0,-1 0 0,0 0 0,0-1 0,1 1 0,-1 0 0,0-1 0,1 0 79,4-1-860,0 0-1,-1-1 0,1 0 1,-1-1-1,0 1 1,0-1-1,0 0 1,0-1-1,3-3 861,31-29-10328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8:01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6937,'0'0'5420,"-7"32"-2740,-2 2-1967,0 1 355,2 2 0,1-1 0,2 1 0,0 24-1068,3-43 567,1 0 0,1 0 0,0 0 0,1 0 0,4 12-567,-4-24 101,0 0 0,0 0 0,1 0 1,-1-1-1,2 1 0,-1-1 0,1 1 0,-1-1 0,1 0 0,1 0 0,-1-1 0,1 1 0,0-1 1,0 0-1,0 0 0,0-1 0,4 2-101,6 2 93,0-1 1,1 0-1,0-1 0,1-1 1,-1-1-1,1 0 0,-1-1 1,1-1-1,0 0 0,0-2 1,-1 0-1,4-1-93,-12 2 9,-1-1 1,0-1-1,1 1 0,-1-1 1,0-1-1,0 1 0,0-1 1,0 0-1,0-1 0,-1 0 1,1 0-1,-1 0 0,0-1 1,0 0-1,-1 0 0,1 0 1,-1-1-1,-1 1 0,1-1 1,-1-1-1,0 1 0,0 0 1,0-1-1,-1 0 0,0 0 1,-1 0-1,0 0 0,0-1 1,1-5-10,0 2 8,-2 0 0,1 0 0,-1 0 0,-1 0 0,0 0 1,0 0-1,-1 0 0,0 0 0,-1 0 0,-1 1 0,1-1 0,-2 0 1,1 1-1,-2 0 0,1 0 0,-1 0 0,-1 1 0,0-1 0,0 1 1,-3-2-9,-6-5 73,-2 0 0,1 2 0,-2 0 1,-7-3-74,16 10 13,-1 1 1,-1 0 0,1 1-1,-1 0 1,0 0 0,0 2-1,0-1 1,-1 1 0,0 1-14,55 18-7526,-1-6-596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8:02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153 406 4729,'0'0'7955,"0"0"-4776,0 0-973,0 0-401,0 0-578,-22 34-345,-24 37-111,-1 9-771,41-69 97,1 0 0,0 1 0,0 0-1,1 0 1,1 0 0,0 0 0,1 1 0,0-1 0,1 1-1,0-1 1,1 1 0,1 1-97,-1 13 188,-1-9-65,1 0 1,0 0-1,2 0 1,0 0-1,1-1 1,3 9-124,-4-19 17,1-1 0,0 1 1,0-1-1,0 0 0,1 1 0,0-2 1,0 1-1,1 0 0,-1-1 1,1 0-1,0 0 0,1 0 1,-1-1-1,1 1 0,0-2 0,0 1 1,4 1-18,1 1 6,0-1 1,0-1 0,0 0-1,1-1 1,-1 0 0,1-1-1,0 0 1,-1-1 0,1 0 0,0-1-1,0 0 1,0-1 0,0 0-1,6-2-6,-9 1 0,0 0 0,-1-1 0,1 1-1,-1-2 1,0 1 0,0-1 0,0-1-1,0 1 1,-1-1 0,1 0 0,-1-1 0,-1 0-1,1 0 1,-1-1 0,0 1 0,0-1-1,-1 0 1,0-1 0,2-3 0,0-4-2,-1-1 1,0 1-1,-1-1 1,0 0-1,-2-1 0,0 1 1,1-15 1,-1-25 30,-3-39-30,-1 38 33,-1-1 125,-2 1-1,-4-1 0,-1 1 1,-5-6-158,-67-223 2512,149 465-1779,-15-39-770,-33-85 46,13 37 23,11 15-32,-32-81 1,1-1 0,1 0 0,1-1 0,2 0 0,0-1 0,6 5-1,-18-23-6,0-1 1,0 1 0,1-1-1,0 0 1,-1 0-1,1 0 1,0-1-1,1 0 1,-1 0 0,1-1-1,-1 1 1,1-2-1,0 1 1,-1-1 0,8 1 5,-11-2-13,1 1 0,0-2 0,0 1 0,0 0 0,0-1 0,0 1 1,0-1-1,-1 0 0,1-1 0,0 1 0,-1 0 0,1-1 1,-1 0-1,1 0 0,-1 0 0,0 0 0,0-1 0,0 1 1,0-1-1,0 0 0,-1 0 0,1 0 0,-1 0 0,0 0 0,0 0 1,0-1-1,1-2 13,3-9-38,0 0 0,-1-1 0,-1 1 0,-1-1 0,0 1 0,0-16 38,-1-99-48,-2 84 49,0 41-2,-4-48 7,4 51-6,-1 1 0,1-1-1,0 1 1,-1-1-1,1 1 1,-1-1 0,1 1-1,-1-1 1,0 1 0,0-1-1,1 1 1,-1 0-1,0 0 1,0-1 0,-1 1-1,1 0 1,0 0 0,0 0-1,0 0 1,-1 0-1,1 0 1,0 0 0,-1 1-1,1-1 1,-1 1 0,1-1-1,-1 1 1,-1-1 0,2 1-5,-1 0 0,1 1 0,-1-1 0,1 0 0,-1 1 0,1-1 0,0 1 0,-1 0 1,1 0-1,0-1 0,-1 1 0,1 0 0,0 0 0,0 0 0,0 0 0,0 0 0,0 0 0,0 1 0,0-1 1,0 0-1,1 0 0,-1 1 0,0-1 0,1 0 0,-1 1 0,1-1 0,-1 1 0,1-1 0,0 1 5,-14 52-51,12-43 43,-6 48 8,2 1-1,2-1 0,4 1 1,3 25 0,-2-73 1,0-1 1,0 0-1,1 1 0,0-1 1,1 0-1,1 0 1,0-1-1,0 1 1,1-1-1,0 0 0,1 0 1,0 0-1,1-1 1,-1 0-1,6 4-1,-7-7-3,1-1 0,0 0 0,1 0 1,-1-1-1,1 1 0,0-1 0,0-1 0,0 1 0,1-1 0,-1-1 0,1 1 0,-1-1 0,1-1 0,0 1 0,0-1 1,0-1-1,0 1 0,0-1 0,0-1 0,0 0 0,0 0 0,3-1 3,-2 0-92,-1-1 0,0 0-1,0-1 1,0 0 0,0 0 0,0-1-1,-1 0 1,0 0 0,0 0 0,0-1 0,-1 0-1,0-1 1,0 1 0,-1-1 0,1 0-1,-1-1 1,-1 1 0,0-1 0,0 0-1,0 0 1,0-3 92,6-13-350,-2 0-1,-1-1 1,-1 0-1,-1 0 1,-1 0-1,1-23 351,-2 3-125,-1 0 0,-3 0-1,-1 1 1,-3-1 0,-1 1-1,-3-1 1,-1 2 0,-7-15 125,5 23 295,5 12 412,-1 1 0,-1 0 0,-7-11-707,19 59 670,69 191-24,-16-60-352,-38-97-238,-9-26-78,1 0-1,2 0 1,2-1-1,1-1 1,17 29 22,-30-59-129,0 1-1,1-1 1,-1 1 0,0-1 0,1 0-1,-1 0 1,1 0 0,-1 0 0,1 0-1,0-1 1,0 1 0,0-1 0,0 0-1,0 0 1,0 0 0,0 0 0,1 0-1,-1-1 1,0 1 0,0-1 0,1 0-1,0 0 130,1 0-852,0-1-1,0 0 1,0 1 0,0-2-1,0 1 1,0 0-1,0-1 1,-1 0-1,2-1 853,30-20-11589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8:03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36 2777,'0'0'7925,"0"0"-4752,0 28-1225,-1 3-1314,-1-6-93,2 0 0,1 0 0,1-1 0,1 1 0,1 0 0,4 13-541,-4-24 256,1 0 0,0 0-1,1-1 1,1 0 0,0 0 0,0 0 0,2-1-1,4 7-255,-8-13 72,1 0-1,-1-1 1,1 1-1,0-1 1,0 0-1,0-1 0,1 1 1,0-1-1,-1-1 1,1 1-1,1-1 0,-1-1 1,0 1-1,1-1 1,0 0-1,-1-1 1,1 0-72,-1 0 55,0 0 0,0-1 0,0 0 1,-1 0-1,1-1 0,0 0 0,0 0 1,-1 0-1,1-1 0,0 0 0,-1 0 1,0-1-1,1 0 0,-1 0 0,0 0 0,4-4-54,-3 0 14,0 1 0,-1-1 1,0 0-1,0 0 0,0-1 1,-1 1-1,0-1 0,-1 0 1,0-1-1,0 1 0,-1-1 1,1-3-16,2-4 93,-2 0 1,0 0 0,0 0-1,-2-1 1,0 1-1,-1-1 1,-1 0 0,0 1-1,-1-1 1,-3-15-94,3 25 64,-1 0 1,0 0 0,0 0-1,0 0 1,-1 1 0,0-1-1,0 1 1,-1-1 0,0 1-1,0 0 1,0 0 0,-1 1-1,0-1 1,0 1 0,0 0-1,0 1 1,-1-1 0,0 1-1,0 0 1,0 1 0,-1-1-1,1 1 1,-1 0 0,0 1-1,-4-2-64,1 1-25,-1 0-1,0 1 1,0 1-1,0-1 0,0 2 1,0-1-1,-1 2 1,1-1-1,0 1 0,-3 2 26,13-3-141,-1 1 0,1-1-1,0 1 1,0-1-1,0 1 1,0 0 0,1 0-1,-1-1 1,0 1 0,0 0-1,0 0 1,0 0 0,1 0-1,-1 0 1,1 0-1,-1 0 1,0 0 0,1 0-1,0 0 1,-1 0 0,1 0-1,0 0 1,-1 1 0,1-1-1,0 1 142,-1 11-6046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8:03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 9338,'0'0'4516,"0"0"-2303,29 31-189,95 109-255,-112-128-1568,-1 2-1,-1-1 1,-1 2 0,0-1-1,0 1 1,-2 0-1,0 1 1,0 0 0,-2 0-1,0 1 1,0-1-1,-2 1 1,0 0 0,-1 0-1,-1 0 1,0 0-1,-2 7-200,1-17 90,0 0-1,0-1 0,-1 1 0,0-1 1,0 1-1,0-1 0,-1 0 0,0 1 1,0-1-1,-1 0 0,-1 3-89,1-5 40,0 0 0,0-1 1,0 1-1,0-1 0,-1 0 0,1 0 0,-1 0 0,0 0 1,0 0-1,0-1 0,0 0 0,-1 0 0,1 0 0,0-1 0,-1 1 1,-2 0-41,-10 2 115,-1 0 1,1-1 0,-1 0-1,0-2 1,0 0 0,-17-2-116,29 1 5,-1 0 1,0-1-1,0 0 1,0-1-1,1 1 1,-1-1-1,1-1 1,-1 1-1,1-1 1,0 0-1,0-1 1,0 1-1,0-1 1,1 0-1,0 0 1,-1-1-1,1 0 1,1 0-1,-2-2-5,4 4-102,0-1-1,0 0 1,0 1-1,0-1 0,1 0 1,0 0-1,0 0 1,0 0-1,0 0 0,1 0 1,-1 0-1,1 0 0,0 0 1,0-2 102,1 1-505,-1 1 1,1 0-1,0 0 1,0 0-1,0 0 0,1 0 1,-1 0-1,3-3 505,22-24-8241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8:03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1 176,'0'0'13787,"0"0"-11731,0 0 425,-82 154 248,68-85-985,8-1-664,6-2-400,0-13-192,23-8-320,10-12-48,10-13-120,7-11-136,26-9-1080,-14-12-3881,-2-14-8810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8:04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0 11947,'0'0'5542,"0"0"-2443,0 0-1160,0 0-490,-27 32-464,-16 18-319,-23 39-666,61-82 44,1 0 1,0 0 0,1 0 0,-1 1-1,1-1 1,1 1 0,0 0-1,0 0 1,0 0 0,1 0-1,0 0 1,0 0 0,1 1-1,0-1 1,1 0 0,0 0-1,1 2-44,0 13 102,-1-12-109,0-1-1,2 1 0,-1 0 0,1-1 0,0 1 1,1-1-1,1 0 0,-1 0 0,2-1 0,-1 1 1,1-1-1,0-1 0,1 1 0,0-1 0,1 0 1,0 0-1,0-1 0,0 0 0,1-1 0,0 0 1,0 0-1,1 0 0,-1-2 0,1 1 0,1-1 1,-1-1-1,0 1 0,1-2 0,-1 0 0,1 0 1,0-1-1,0 0 0,9-1 8,-16 1-101,1-2 0,-1 1 0,1-1 0,-1 1 0,1-1 1,-1-1-1,1 1 0,-1 0 0,0-1 0,0 0 0,0 0 0,0 0 0,0-1 0,0 0 1,0 1-1,-1-1 0,1 0 0,-1-1 101,3-2-183,-1-1 1,0 0 0,-1 0-1,0 0 1,0 0-1,0-1 1,-1 1-1,0-1 1,1-7 182,3-16-277,-1-1 0,-2 0 1,-1 0-1,-1-26 277,-2-76 1999,1 134-1980,-1 0 1,0 1-1,0-1 0,0 0 0,0 0 1,0 0-1,0 1 0,1-1 0,-1 0 1,0 0-1,0 0 0,0 0 0,0 1 1,1-1-1,-1 0 0,0 0 0,0 0 1,0 0-1,1 0 0,-1 0 1,0 0-1,0 0 0,1 0 0,-1 1 1,0-1-1,0 0 0,1 0 0,-1 0 1,0 0-1,0 0 0,0-1 0,1 1 1,-1 0-1,0 0 0,0 0 0,1 0 1,-1 0-1,0 0 0,0 0 1,0 0-1,1 0 0,-1-1 0,0 1 1,0 0-1,0 0 0,0 0 0,1 0 1,-1-1-1,0 1 0,0 0 0,0 0 1,0 0-1,0-1 0,1 1 0,-1 0 1,0 0-1,0 0 0,0-1 0,0 1 1,0 0-1,0 0-19,10 18 68,-2 1-1,0 1 1,-1-1-1,0 1 1,-2 1-1,0-1 1,-1 4-68,8 28 182,30 114 775,-37-197-755,-3-27-58,-4-11-146,0 19-4,5-46 6,-2 83 0,1 0 0,0 0 0,0 1 0,2-1 0,-1 1 0,2 0 0,0 0 0,0 0 0,5-8 0,-7 16 2,0 0 1,0 0-1,1 1 1,-1-1-1,1 1 1,0-1-1,0 1 1,0 0-1,0 1 1,1-1-1,-1 1 0,1 0 1,-1 0-1,1 0 1,0 0-1,0 1 1,0 0-1,0 0 1,0 0-1,0 1 1,0-1-1,0 1 1,0 1-1,0-1 1,0 1-1,0 0 1,0 0-1,0 0 1,-1 0-1,1 1 1,0 0-1,-1 0 1,1 0-1,-1 1 1,1 0-1,-1-1 0,0 1 1,0 1-1,-1-1 1,1 1-1,0-1 1,-1 1-1,3 4-2,6 9 12,-1 0-1,0 1 1,-1 1-1,-1 0 1,-1 0-1,-1 0 0,0 1 1,-1 4-12,6 23-23,-3 2 1,2 43 22,-10-85-193,-1-1 0,2 1 0,-1-1 0,1 1 0,0-1 0,1 4 193,-2-8-547,1 1 1,-1-1-1,0 0 1,1 0-1,-1 1 0,1-1 1,0 0-1,0-1 0,0 1 1,0 0-1,1 0 547,21 9-10306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8:04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13971,'0'0'2801,"0"0"-209,0 0-1248,0 0-79,72 163-417,-38-62-88,-5 9 8,-6-2-48,-3-10-376,0-12-224,-3-17-64,-1-19-56,-6-17-392,0-18-840,-7-15-2593,-3-21-2152,0-12-6970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8:04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4353,'0'0'2019,"0"0"2670,0 0-1567,0 0-511,0 0-353,0 0-904,26-16-534,90-51-75,-98 59-555,-1 0 0,2 1 0,-1 0 1,1 2-1,0 0 0,0 1 0,0 1 0,0 1 0,1 1 0,-1 0 0,1 2 0,14 2-190,-28-3 25,0 1-1,0 0 1,0 0 0,0 0 0,0 1-1,-1 0 1,1 0 0,-1 1 0,1-1-1,-1 1 1,0 0 0,0 1 0,0-1 0,3 4-25,-1 0 25,0 0-1,0 1 1,-1 0 0,0 1 0,0-1 0,-1 1 0,0 0 0,1 4-25,6 16 127,-2 1 0,-1 0 0,-1 1-1,-2 0 1,0 6-127,0 3 111,-3 0-1,-1 23-110,-2-63-26,0 0 0,0 0 0,0 0 0,0 0 0,0 0-1,0 0 1,0 0 0,0 0 0,0 1 0,0-1 0,0 0-1,0 0 1,0 0 0,0 0 0,0 0 0,0 0 0,0 0-1,0 1 1,0-1 0,0 0 0,0 0 0,0 0 0,0 0-1,0 0 1,0 0 0,0 0 0,0 1 0,0-1 0,0 0-1,0 0 1,0 0 0,0 0 0,1 0 0,-1 0 0,0 0-1,0 0 1,0 0 0,0 0 0,0 0 0,0 0 0,0 1-1,0-1 1,1 0 0,-1 0 0,0 0 0,0 0 0,0 0-1,0 0 1,0 0 0,0 0 0,0 0 0,1 0 0,-1 0-1,0 0 1,0 0 0,0 0 0,0 0 0,0 0 0,0 0-1,0-1 1,1 1 0,-1 0 0,0 0 0,0 0 0,0 0-1,0 0 1,0 0 26,6-10-2466,8-67-6959,-11 50 6958,7-54-3770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8:05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1 232 2601,'0'0'6333,"0"0"-1596,0 0-1667,0 0 16,0 0-1668,13 9-677,-5-5-649,-1 1 0,0 1 0,0-1 0,0 1 0,-1 0 0,0 1 0,0-1 0,-1 1 0,1 1 0,-1-1 0,-1 1 0,0-1 0,0 1 0,0 1 0,-1 0-92,32 95 2361,9 60-2361,-43-162 15,0-4-10,-1-1 1,1 1 0,-1 0 0,1-1-1,-1 1 1,0-1 0,0 1 0,0 0 0,0-1-1,0 1 1,0-1 0,-1 1 0,0-1-6,0-13 3,1-19 13,3 0 0,0 0 0,2 1 0,8-27-16,-8 43 63,0 0-1,1 1 0,1-1 0,1 1 0,1 1 0,0-1 0,1 1 0,0 1 0,10-10-62,-18 22 12,0 0 1,1 0-1,-1 0 0,1 1 0,0-1 1,0 1-1,0 0 0,0 0 0,0 0 1,0 0-1,1 1 0,-1-1 0,0 1 1,1 0-1,0 0 0,-1 0 0,1 0 1,-1 1-1,1-1 0,0 1 0,0 0 1,-1 0-1,1 0 0,0 1 0,-1-1 1,1 1-1,1 0-12,0 2 8,-1-1 0,1 1 0,0-1 0,-1 1-1,0 1 1,1-1 0,-1 0 0,0 1 0,-1 0 0,1 0 0,-1 0 0,0 1 0,0-1 0,0 1 0,0-1-1,-1 1 1,2 4-8,8 26 110,0 0 0,1 14-110,-7-22 82,2 0 0,0 0 0,2-1-1,11 19-81,-21-43-20,1-1-1,0 1 0,0-1 1,0 0-1,0 1 0,0-1 1,0 0-1,1 1 1,-1-1-1,0 0 0,1 0 1,-1 0-1,0 0 0,2 0 21,16-2-3080,-7-6-2266</inkml:trace>
  <inkml:trace contextRef="#ctx0" brushRef="#br0" timeOffset="1">646 220 488,'0'0'10245,"0"0"-6595,0 0-1177,0 0 76,14 27-801,3 4-1205,2-1 0,11 16-543,-27-43 51,1 1 0,-1-1 0,1 1 0,-1-1-1,1 0 1,0-1 0,0 1 0,0-1-1,0 1 1,1-1 0,-1 0 0,1-1 0,-1 1-1,1-1 1,-1 0 0,1 0 0,0 0 0,0-1-1,-1 0 1,1 0 0,0 0 0,1 0-51,11 0 117,5 1 17,0 0 1,0-2-1,0 0 0,0-2 0,0 0 0,0-1 0,0-2 0,11-4-134,-26 8 62,0-1-1,0-1 0,-1 1 0,1-1 0,-1 0 0,0 0 1,0-1-1,-1 0 0,1 0 0,-1 0 0,0 0 0,-1-1 1,1 0-1,-1 0 0,0-1 0,0 1 0,-1-1 0,0 1 1,0-1-1,-1 0 0,0 0 0,0-1 0,0 1 0,-1 0 1,0 0-1,-1-1 0,1-2-61,0 2 14,-1-1-1,1 0 1,-1 0 0,-1 1 0,0-1-1,0 0 1,-1 1 0,0-1-1,0 1 1,-1-1 0,0 1 0,0 0-1,-1 0 1,0 0 0,0 1 0,-1-1-1,-4-4-13,3 5-252,-9-14-159,9 5-4120,6 6-5953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8:05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9946,'0'0'5508,"0"0"-2283,0 0-1137,-9 25-304,-3 2-1357,6-13-250,0 0-1,1 0 1,0 1 0,2 0 0,-1 0 0,2 0 0,0 0-1,1 0 1,0 12-177,1-17 106,0 1-1,1-1 0,0 1 1,0-1-1,1 0 1,1 1-1,0-1 0,0 0 1,1-1-1,2 6-105,-3-11 13,0 1 0,0-1 0,1 1 0,-1-1 0,1 0 0,0-1 0,0 1 0,0 0 0,0-1 0,1 0 0,-1 0 0,1-1 0,0 1 0,0-1 0,0 0 0,0 0 0,0-1 0,1 1 0,-1-1 0,0 0 0,2 0-13,-2 0 7,0-1-1,0 1 0,0-1 0,1 0 1,-1 0-1,0 0 0,0-1 1,0 1-1,0-1 0,0-1 1,0 1-1,-1-1 0,1 1 1,0-2-1,-1 1 0,1 0 0,-1-1 1,0 0-1,4-2-6,-4 0 0,0 0 0,0-1-1,0 1 1,0-1 0,-1 1 0,0-1-1,0 0 1,-1-1 0,1 1 0,-1 0-1,-1-1 1,1 1 0,-1-1-1,0 0 1,-1 0 0,5-119-14,-5 103 14,0 19 8,-1 1 1,1-1-1,0 1 1,-1-1-1,0 1 1,0 0-1,0-1 1,-1 1-1,1 0 1,-1 0-1,1 0 1,-1 0-1,0 0 1,0 0 0,-2-2-9,3 4 3,-1 0 1,1 0 0,0-1 0,-1 1 0,1 0 0,-1 1 0,1-1 0,-1 0-1,1 0 1,-1 1 0,0-1 0,1 1 0,-1-1 0,0 1 0,1 0 0,-1-1 0,0 1-1,0 0 1,1 0 0,-1 0 0,0 1 0,0-1 0,1 0 0,-1 1 0,0-1-1,1 1 1,-1-1 0,1 1 0,-1 0 0,0 0 0,1 0 0,0 0 0,-2 0-4,1 2 0,-1-1 1,0 0-1,1 1 1,0 0-1,-1 0 1,1 0-1,0 0 1,0 0 0,1 0-1,-1 0 1,1 1-1,0-1 1,-1 0-1,2 1 1,-2 1-1,-5 57-42,7-61 18,0 1-1,0-1 0,1 0 0,-1 1 1,0-1-1,0 1 0,1-1 0,-1 0 1,1 1-1,-1-1 0,1 0 1,0 0-1,-1 1 0,1-1 0,0 0 1,0 0-1,0 0 0,0 0 0,0 0 1,0 0-1,0 0 0,0 0 1,0 0-1,1-1 0,-1 1 0,0 0 1,0-1-1,1 1 0,-1-1 0,0 1 1,1-1 24,49 5-3492,-38-5 1701,36 1-8530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8:05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 2817,'0'0'3319,"0"0"114,0 0-1397,13 31-1169,9 14-688,2 6 203,-2 0 1,5 21-383,-19-42 857,-1-1 0,-1 1 0,-2 0 0,0 1 1,-2-1-1,-2 23-857,0-49 115,0-1 0,0 1 0,0-1 1,-1 1-1,1-1 0,-1 1 1,0-1-1,0 0 0,0 1 0,0-1 1,-1 0-1,1 0 0,-1 1 1,0-1-1,0-1 0,0 1 0,0 0 1,0 0-1,-1-1 0,1 1 1,-1-1-117,-2 1 132,1 0 0,-1-1-1,0 0 1,1 0 0,-1 0-1,0-1 1,-1 0 0,1 1-1,0-2 1,0 1 0,0-1 0,-1 1-1,-2-2-130,1 2 145,1-1 0,0-1 0,0 1-1,-1-1 1,1 0 0,0 0 0,0-1 0,0 0 0,0 0-1,0 0 1,1-1 0,-5-2-145,7 2 67,0 1 1,0-1-1,0 0 0,0 0 1,1-1-1,-1 1 0,1 0 1,0-1-1,0 0 0,0 1 1,1-1-1,-1 0 0,1 0 1,0 0-1,0 0 0,0 0 1,0 0-1,1 0 1,0 0-1,-1-1-67,1 3-97,-1 0 0,1 0 0,0 0 0,0 0 1,-1-1-1,1 1 0,0 0 0,1 0 0,-1 0 0,0 0 1,1 0-1,-1 0 0,1 0 0,0 0 0,-1 0 0,1 0 1,0 0-1,0 0 0,0 0 0,1 0 0,-1 1 0,0-1 1,1 0-1,-1 1 0,1-1 0,1 0 97,19-10-5569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38:06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16371,'0'0'5658,"0"0"-3202,0 0-711,0 0-1089,0 0-656,0 0-768,0 0-3417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2:46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344 275 10426,'0'0'3602,"0"0"-1431,0 0 42,0 0-382,0 0-651,0 0-320,-6-13-206,-21-43-81,25 53-493,0 0-1,0 0 0,-1 0 0,1 0 1,-1 0-1,0 0 0,0 1 0,0 0 1,0-1-1,0 1 0,-1 0 0,1 0 1,0 1-1,-1-1 0,0 1 1,1 0-1,-1-1-79,-7 0 183,-1 0 1,1 0-1,0 1 0,-8 0-183,7 1 93,6-1-83,0 0-1,0 1 0,0 0 1,-1 0-1,1 0 0,0 1 1,0 0-1,0 0 1,0 0-1,0 1 0,0 0 1,0 0-1,0 1 0,1-1 1,-1 1-1,1 1 1,0-1-1,0 1 0,0-1 1,0 2-1,1-1 0,0 0 1,0 1-1,0 0 1,0 0-1,0 0 0,1 0 1,0 1-1,0-1 1,1 1-1,-1 2-9,-1 3 1,0 0 1,0 0-1,2 1 0,-1-1 1,1 1-1,1 0 1,0-1-1,1 4-1,0-9 0,0 0 1,0 0 0,1 0-1,0 0 1,0 0-1,0 0 1,1 0-1,0-1 1,0 1 0,0 0-1,1-1 1,0 0-1,0 0 1,0 1-1,0-2 1,3 3-1,2 1 3,-1-2-1,1 1 1,1-1 0,-1 0-1,1-1 1,0 0 0,0 0-1,1-1 1,-1 0 0,1-1-1,7 2-2,0-2 8,1 0-1,0-1 1,0-1-1,0 0 1,0-2 0,6-1-8,-19 2 4,1-1 1,0 0 0,-1-1 0,1 1 0,-1-1 0,0 0 0,1-1-1,-1 1 1,0-1 0,-1 0 0,1 0 0,0-1 0,-1 1-1,0-1 1,1 0 0,-2 0 0,1-1 0,0 1 0,-1-1 0,0 1-1,0-1 1,0 0 0,-1-1 0,1 1 0,-1 0 0,-1-1-1,1 1 1,-1-1 0,0 0-5,5-22 17,-1-1 0,-2 0 0,-1 0 0,-1 0 0,-1-5-17,0 22 0,-2-30 261,-2-1 0,-2 1 0,-2 0 0,-4-10-261,11 48 60,126 511 1946,-123-499-2012,-1-1 1,1 1-1,0-1 1,1 1-1,0-1 1,0 0-1,4 5 6,-7-11-27,0-1-1,0 0 0,0 1 1,0-1-1,0 0 0,0 0 1,0 1-1,0-1 0,1 0 1,-1 1-1,0-1 0,0 0 1,0 0-1,0 1 0,1-1 1,-1 0-1,0 0 0,0 0 1,0 1-1,1-1 0,-1 0 1,0 0-1,0 0 1,1 0-1,-1 1 0,0-1 1,0 0-1,1 0 0,-1 0 1,0 0-1,1 0 0,-1 0 1,0 0-1,0 0 0,1 0 1,-1 0-1,0 0 0,1 0 1,-1 0-1,0 0 0,1 0 1,-1 0-1,0 0 0,0 0 1,1-1-1,-1 1 0,0 0 1,0 0-1,1 0 0,-1 0 1,0-1-1,0 1 0,1 0 1,-1 0-1,0 0 0,0-1 1,0 1-1,0 0 0,1 0 1,-1-1-1,0 1 1,0 0-1,0 0 0,0-1 1,0 1 27,5-21-1663,-1-40-4637,-2 50 3500,1-27-9045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2:47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4561,'0'0'5600,"0"0"-3049,0 0-280,0 0-365,0 0-498,30 4-208,9 2-652,0 2-1,9 4-547,-43-10 77,1 0-1,-1 0 0,0 0 0,0 1 1,0 0-1,0 0 0,0 1 0,0-1 1,-1 1-1,0 0 0,0 0 0,0 1 1,0-1-1,-1 1 0,1 0 0,-1 0 1,-1 0-1,1 0 0,-1 0 0,1 1 0,-1 0-76,5 9 225,11 28 114,-1 0 1,-2 1-1,-3 0 0,-1 1 1,-2 0-1,-2 1 0,-2 0 1,-3 0-1,-2 35-339,1-40 119,-2-1 0,-2 0 0,-2 1 0,-1-2 0,-2 1 0,-5 10-119,0-11 35,-1 3-150,2 1 0,-3 27 115,15-69-86,0 0 0,-1 0 0,1 0 0,0-1 0,0 1 0,0 0 0,0 0 0,-1-1 0,1 1 0,0 0 0,-1-1 0,1 1 0,0 0 1,-1-1-1,1 1 0,-1 0 0,1-1 0,-1 1 0,1-1 0,-1 1 0,0-1 0,1 1 0,-1-1 0,0 0 0,1 1 0,-1-1 0,0 0 0,0 1 86,-14 0-4413,10-1 2371,-8 0-6149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2:54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31 680,'0'0'1702,"0"0"-595,0 0-759,-40-6 2198,40-19 9700,-1 45-8678,-1 45-3686,2-64 122,0 0 0,0 0 0,0 0 0,0 0 0,0 0 0,0 0-1,0 0 1,0 0 0,1 0 0,-1 1 0,0-1 0,1 0 0,-1 0 0,1 0-1,-1-1 1,1 1 0,-1 0 0,1 0 0,0 0 0,-1 0 0,1 0 0,0-1-1,0 1 1,-1 0 0,1-1 0,0 1 0,1 0-4,32 3 182,-21-5-89,1 1 0,-1-1-1,1-1 1,-1-1 0,0 0 0,0 0 0,9-5-93,3 0 50,0 0 0,1 2 0,0 1 1,0 1-1,0 1 0,25 1-50,-31 3 29,-1 1 0,1 1-1,0 1 1,-1 1 0,0 0 0,0 2 0,0 0-1,-1 1 1,8 5-29,-23-11 2,46 17 119,-24-9-74,1 1 0,20 13-47,-40-21 11,0 1 1,0 0-1,0 1 1,-1-1-1,1 1 0,-1 0 1,0 0-1,-1 1 1,1 0-1,-1 0 0,0 0 1,-1 0-1,1 1-11,0 7 65,-4-13-43,0 0 0,0 0 0,0 0 0,0 0 0,0 0 0,0 0-1,1 0 1,-1 0 0,0 0 0,1 0 0,-1-1 0,0 1 0,1 0 0,-1 0-1,1 0 1,0 0 0,-1 0 0,1-1 0,0 1 0,-1 0 0,1-1 0,0 1-1,0 0 1,0-1 0,0 1-22,0-1 168,-1 0 43,0 0-96,3-9-69,0 0 0,1 1-1,0-1 1,0 1 0,1 0 0,0 0 0,4-4-46,8-11-3,-6 7 7,1 1-1,0 1 1,1 0 0,2-1-4,-10 12-8,-1-1 1,1 1 0,0-1-1,0 1 1,0 1 0,0-1-1,0 1 1,1 0 0,-1 0-1,1 0 1,-1 1 0,1 0-1,-1 0 1,1 0-1,4 1 8,7-1 1,-1 1 0,1 0 0,-1 1 0,1 1-1,-1 1 1,1 0 0,-1 1 0,-1 1 0,1 0-1,9 6 0,-10-3 2,1-1 0,0 0 0,0-1 0,0 0 0,1-1 0,0-1 0,0-1 0,12 1-2,109 2 55,107-9-55,-226 1 9,-1 0-1,1 0 1,-1-2-1,0 0 1,0-1-1,0-1 1,-1-1-1,0-1 1,0 0-1,13-9-8,-20 12-119,6-6 492,-16 11-426,0-1-1,0 0 0,0 1 0,0-1 0,0 0 0,0 1 1,0-1-1,0 1 0,-1-1 0,1 0 0,0 1 0,0-1 0,0 1 1,-1-1-1,1 0 0,0 1 0,-1-1 0,1 1 0,0-1 0,-1 1 1,1-1-1,-1 1 0,1-1 0,-1 1 0,1 0 0,-1-1 1,1 1-1,-1 0 0,1-1 0,-1 1 0,0 0 0,1 0 0,-1-1 54,-18-8-5199,-3 0-5350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08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1 10594,'0'0'1817,"0"0"687,0 0 417,-6 172-1465,-17-118-696,-7-1-208,0-2-360,-6-6-112,-4-1-80,-16 1-752,9-12-2160,4-10-6050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10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10082,'0'0'2709,"0"0"-427,0 0 105,0 0-691,0 0-688,0 0-313,14-11-207,47-30-213,-59 40-270,0 0-1,-1 0 1,1 0 0,0 0 0,-1 0-1,1 0 1,0 1 0,0-1-1,0 1 1,-1 0 0,1-1 0,0 1-1,0 0 1,0 0 0,0 0-1,0 0 1,0 0 0,0 1 0,0-1-1,-1 1 1,1-1 0,0 1-1,0 0 1,-1-1 0,1 1 0,0 0-1,-1 0 1,1 0 0,0 0-1,-1 1 1,0-1 0,1 0 0,-1 1-1,0-1 1,1 0 0,-1 1-1,0 0 1,0-1 0,0 2-5,4 5 13,-1 1 0,0 1 0,-1-1 0,0 1 0,0-1 1,0 5-14,-2-8 17,4 16 81,-1 0 1,-1 0-1,-1 0 1,-1 0-1,0 0 1,-2 0-1,-1 0 1,-1 0-1,-3 12-98,3-20 64,-1-1 0,0-1 0,0 1 1,-2 0-1,1-1 0,-2 0 0,1-1 0,-2 1 0,1-1 1,-2 0-1,1-1 0,-1 0 0,-1-1 0,0 0 0,0 0 0,-5 2-64,12-9 86,1 0 0,-1 0 0,0-1 0,0 1 0,0-1 0,-1 1 0,1-1 0,0 0 0,0-1 0,-1 1 0,-1 0-86,4-1 295,1 0 66,0 0-17,0 0 14,0 0-54,35 0 432,-20-1-749,1 0 0,-1-2 0,1 1 1,-1-2-1,0 0 0,0-1 0,-1 0 0,1-2 1,-1 1-1,0-2 0,12-8 13,10-9-1492,-1-2 0,-1-1 0,19-22 1492,-5 1-6057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11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7 153 9658,'0'0'2757,"0"0"-341,-1 33 66,-3 109-383,3-134-1938,1 0-1,0 0 0,0 0 1,1 0-1,0 0 1,0 0-1,1 0 0,0 0 1,1 0-1,-1 0 1,1-1-1,1 1 0,0-1 1,0 0-1,0 0 1,1-1-1,0 1 1,2 1-161,-2-4 91,0 0 0,1 0 0,0-1 0,-1 0 0,1 0 0,0 0 0,1-1 1,-1 0-1,0 0 0,1-1 0,-1 1 0,1-2 0,-1 1 0,1 0 0,0-1 1,-1-1-1,1 1 0,6-2-91,-5 0 28,0 0 1,0 0-1,0-1 1,0 0 0,0-1-1,-1 0 1,0 0-1,1-1 1,-2 0-1,1 0 1,0 0-1,-1-1 1,0 0 0,0 0-1,-1-1 1,0 1-1,0-1 1,0 0-1,-1-1 1,0 0-29,2-1 20,-1-1 0,-1 1 0,0-1 1,0 0-1,-1 0 0,0-1 0,0 1 0,-1-1 0,-1 1 0,0-1 1,0 0-1,-1 1 0,-1-1 0,0 0 0,0 1 0,-1-2-20,0 7 44,0 0-1,-1 0 1,1 0 0,-1 0-1,0 0 1,-1 0-1,1 1 1,-1-1 0,0 1-1,0 0 1,-1 0-1,1 1 1,-1-1-1,0 1 1,1 0 0,-1 0-1,-1 0 1,-3-1-44,-18-7 72,0 1 0,-1 1 1,-9-1-73,-4-1-20,34 9-80,2 0 111,-1 1 0,1-1 0,0 0 1,0 0-1,0-1 0,1 1 1,-1-1-1,-1-1-11,5 3-179,0-1-1,0 1 1,-1-1-1,1 1 1,0-1-1,0 0 1,1 1 0,-1-1-1,0 0 1,0 0-1,1 0 1,-1 1-1,1-1 1,0 0 0,-1 0-1,1 0 1,0 0-1,0 0 1,0 0-1,1 0 1,-1 0 0,0 0-1,1 1 1,-1-1-1,1-1 180,8-20-6292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11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1408,'0'0'8599,"0"0"-4523,0 0-1681,0 0-549,0 0-729,0 0-514,20-8-263,61-26-125,-80 33-192,0 1-1,0-1 1,1 1 0,-1-1-1,0 1 1,1 0 0,-1-1-1,0 1 1,1 0 0,-1 0-1,1 0 1,-1 0 0,0 0-1,1 0 1,-1 1 0,2-1-23,-3 0 11,1 1 0,-1-1 0,1 1 0,-1-1 1,1 0-1,-1 1 0,1-1 0,-1 1 0,1-1 0,-1 1 0,0-1 1,1 1-1,-1-1 0,0 1 0,0 0 0,1-1 0,-1 1 0,0 0 1,0-1-1,0 1 0,0-1 0,1 1 0,-1 0-11,-5 32 450,4-31-380,-24 56 690,21-51-683,0 1 1,0-1-1,1 1 0,0 0 0,0 0 0,1 0 1,0 0-1,1 0 0,-1 0 0,1 7-77,1-14 23,0-1 0,0 1-1,1 0 1,-1 0-1,0 0 1,0-1 0,1 1-1,-1 0 1,0 0 0,1 0-1,-1-1 1,1 1-1,-1 0 1,1-1 0,-1 1-1,1 0 1,-1-1 0,1 1-1,0-1 1,-1 1-1,1-1 1,0 1 0,-1-1-1,1 0 1,0 1 0,0-1-1,-1 0 1,1 0 0,0 1-1,0-1-22,37 2 312,-25-3-365,-1-1 1,0 0-1,1-1 0,-1 0 0,2-2 53,45-23-2755,-20 5-3793,-12 5-3393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11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8666,'0'0'2830,"0"0"-383,0 0-269,21 29-490,70 98-417,-79-109-953,-1 0 0,-1 1 0,-1 1 0,-1 0 0,-1 0 0,0 0 0,-2 1 0,0 0 0,1 13-318,0-3 339,1 23-2,-2 0 1,-2-1 0,-3 1 0,-2 8-338,0-40 49,0-1 0,-2 0 1,0 0-1,-1-1 1,-7 18-50,-15 32-906,-3-3-3384,21-45 1641,-5 4-4575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18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44 1568,'0'0'7079,"0"0"-3445,0 0-1192,0 0 8,0 0-614,0 0-591,-2-3-734,1-1 1,0 0 0,0 0-1,0 1 1,0-1 0,1 0-1,0 0 1,-1 0 0,1 0-512,13 2 17,0 0 1,0 1 0,0 0-1,-1 1 1,1 1 0,6 1-18,-12-2 0,-5 1 1,1-1-1,-1 1 0,0-1 0,0 1 1,1 0-1,-1 0 0,0 0 1,0 0-1,0 0 0,0 1 0,0-1 1,0 1-1,-1-1 0,1 1 1,0 0-1,-1-1 0,1 1 0,-1 0 1,0 0-1,1 0 0,-1 0 1,0 0-1,0 0 0,0 1 0,-1-1 1,1 0-1,0 0 0,-1 1 0,0-1 1,1 2-1,1 12 5,0 0 0,-2 0 0,1 0 0,-2 7-5,0-3 7,0 1-14,-2 0 0,0-1 0,-1 0 0,-1 0 1,-1 0-1,-1 0 0,-1-1 0,-1 0 0,0-1 0,-1 1 0,-1-2 0,-1 0 0,0 0 0,-1-1 0,-1-1 0,0 0 0,-1-1 0,-10 7 7,22-19 3,0 1-1,0-1 1,-1 0 0,1-1 0,0 1-1,-1-1 1,1 1 0,-1-1 0,1 0-1,-1 0 1,0-1 0,0 1 0,1-1-1,-1 1 1,0-1 0,0-1-3,4 1 21,-1-1-20,1 0-1,0 0 0,0-1 1,-1 1-1,1 0 0,0 0 1,0-1-1,0 1 1,0 0-1,1-1 0,-1 1 1,0 0-1,0 0 0,1-1 1,-1 1-1,1 0 0,-1 0 1,1 0-1,0 0 0,-1 0 1,1 0-1,0-1 0,0 2 1,0-2-1,1 0 1,1 0 0,-1 1 1,1-1-1,0 1 0,-1-1 1,1 1-1,0 0 0,0 0 1,-1 0-1,1 1 0,1-1-1,11-2 6,1 2 0,0 0 0,-1 0 0,4 2-6,-8-1 1,15 0-1,1 1 0,-1 2-1,0 0 1,21 6 0,-40-7-196,0 0 1,1-1-1,-1 0 0,0 0 1,1-1-1,0 0 196,-6 0-408,0 0 0,0 0 0,1-1-1,-1 1 1,0-1 0,0 0 0,0 1 0,0-1 0,0 0 0,0 0-1,0 0 1,-1-1 0,1 1 0,0-1 408,12-12-5585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19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14 7042,'0'0'2884,"0"0"-634,0 0-499,0 0-401,0 0-480,0 0-360,-20-3-13,-61-8 19,76 11-457,1 0 0,0 0 0,-1 0-1,1 1 1,0 0 0,0-1 0,-1 1-1,1 1 1,0-1 0,0 1 0,0-1-1,0 1 1,1 0 0,-1 0-1,0 1 1,1-1 0,-2 2-59,-3 3 139,1 1-1,0 0 1,0 0-1,0 1 1,-1 3-139,3-4 101,-3 3 9,1 0 0,1 1 0,0-1 0,1 2 0,0-1 0,0 3-110,2-8 27,2 0-1,-1 0 0,1 0 1,0 0-1,0 0 1,1 0-1,0 0 1,0 0-1,1 0 1,0 0-1,0 0 0,2 4-26,-2-8 7,0-1 0,0 0-1,0 0 1,1 0 0,-1 0-1,1 0 1,0 0 0,-1 0-1,1-1 1,0 1 0,0 0-1,0-1 1,0 0 0,1 1-1,-1-1 1,0 0-1,1 0 1,-1 0 0,0 0-1,1-1 1,-1 1 0,1-1-1,-1 0 1,3 1-7,70 1 286,-51-3-220,-20 1-64,0 0-1,0 0 0,0 0 0,-1-1 1,1 1-1,0-1 0,0 0 0,0 0 1,0-1-1,0 1 0,-1-1 0,1 0 1,-1 0-1,1 0 0,-1 0 0,0 0 1,0-1-1,0 0 0,0 1 0,0-1 0,-1 0 1,1 0-1,-1-1 0,0 1 0,1 0 1,-2-1-1,1 0 0,0 1 0,0-3-1,2-9 359,0-1 0,-1 1 0,-1-1 0,-1 0 0,0 0 0,-1-14-359,0 30 334,0 0-84,0 0-94,10 16-10,13 52 405,-4 1 1,-2 0-1,-1 18-551,8 29 688,-8-37-345,-6-26-142,2-1 0,6 13-201,-18-66-4,0 1-1,0 0 1,0 0-1,1 0 1,-1 0-1,0 0 1,0 0-1,0 0 1,0 0 0,0-1-1,1 1 1,-1 0-1,0 0 1,0 0-1,0 0 1,0 0-1,0 0 1,1 0-1,-1 0 1,0 0 0,0 0-1,0 0 1,0 0-1,0 0 1,1 0-1,-1 0 1,0 0-1,0 0 1,0 0-1,0 0 1,0 1 0,1-1-1,-1 0 1,0 0-1,0 0 1,0 0-1,0 0 1,0 0-1,0 0 1,1 0-1,-1 1 1,0-1 0,0 0-1,0 0 1,0 0-1,0 0 5,3-32-562,-2-58-6302,-1 77 3638,0-15-5998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19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6993,'0'0'5624,"0"0"-2960,0 0-1027,0 0-131,-9 30-243,-26 104-382,31-114-624,1-1-1,0 1 0,2-1 1,0 1-1,1 0 1,1 0-1,3 11-256,-2-20 70,0 0 1,1 0-1,0 0 0,1 0 1,1 0-1,0-1 0,0 0 1,1 0-1,0 0 1,0-1-1,5 4-70,-8-9 21,0 0-1,0-1 1,1 0-1,0 0 1,-1 0 0,1 0-1,0 0 1,0-1-1,1 0 1,-1 0 0,0 0-1,1 0 1,-1-1-1,1 1 1,0-1 0,-1-1-1,1 1 1,0 0-1,3-1-20,-5 0 13,1-1-1,-1 1 0,0-1 0,1 0 0,-1 0 0,0 0 0,1 0 0,-1 0 0,0-1 0,0 0 0,0 1 0,0-1 1,0 0-1,0-1 0,-1 1 0,1 0 0,-1-1 0,1 1 0,-1-1 0,0 0 0,0 0 0,0 0 0,-1 0 0,1 0 0,0-3-12,4-11 72,0-1-1,-2 0 0,0 0 0,-2 0 0,0 0 0,0-1 0,-2 1 0,0-1 1,-1 1-1,-1 0 0,-1 0 0,-2-5-71,4 18 23,-1-1-1,0 0 1,0 1-1,-1-1 1,1 1-1,-1-1 1,0 1 0,-1 0-1,1 0 1,-1 1-1,0-1 1,0 1 0,-1 0-1,1 0 1,-1 0-1,0 1 1,0-1 0,0 1-1,0 0 1,-1 1-1,1-1 1,-1 1 0,0 0-1,1 1 1,-2-1-23,0 1-205,-1 0-1,1 0 1,-1 1 0,0-1 0,1 2 0,-1-1-1,1 1 1,-1 1 0,0-1 205,0 2-849,-1-1 0,1 1 0,0 0-1,0 1 1,1 0 0,-1 0 0,1 0 0,-3 3 849,-30 23-9303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22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17 132 120,'0'0'2531,"0"0"-630,0 0-353,0 0 95,0 0-169,0 0-214,-1-7 20,-1-3-1152,-3-22 4599,0 1-1,2-20-4726,3 67 82,4 122 1403,-2-120-1327,0 0 0,2-1 0,0 1 0,0 0 0,2-1 0,0 0-1,1 0-157,8 8-1645,-12-22 1148,-1 0 0,1 1-1,-1-1 1,0 1-1,0 0 1,-1 0 0,1-1-1,-1 1 1,0 0 0,0 0-1,0 1 1,0 2 497,-2-9-450,1 0 0,-1 1-1,1-1 1,-1 1 0,0-1 0,0 0 0,0 1 0,0-1-1,0 1 1,0 0 0,0-1 0,0 1 0,-2-1 450,0-1-1571,-3-4-2322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23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3081,'0'0'4521,"0"0"-1963,0 0-695,0 0-320,0 0-541,0 0-516,-6 27-155,5-14-296,1-12-8,-1 0 0,1-1-1,0 1 1,-1 0-1,1 0 1,0 0-1,0 0 1,0-1-1,0 1 1,0 0-1,0 0 1,0 0-1,0 0 1,0 0-1,0-1 1,0 1-1,1 0 1,-1 0-1,0 0 1,1 0-1,-1-1 1,0 1-1,1 0 1,-1 0-1,1-1 1,-1 1-1,1 0 1,0-1-1,-1 1 1,1-1-1,0 1 1,-1-1-1,1 1 1,0-1-1,0 1 1,-1-1-1,1 0 1,0 1-1,0-1 1,0 0-1,-1 0 1,1 1-1,0-1 1,0 0 0,0 0-1,0 0 1,0 0-1,-1 0 1,2 0-27,4 0 111,0 0 0,0 0 0,0 0 0,1-1 0,-1 1 0,0-2 0,0 1 0,0-1 0,-1 1 0,1-2 0,0 1 0,-1-1 0,1 0 0,-1 0 0,0 0 1,0-1-1,0 1 0,3-5-111,-7 8 97,0 44 623,1-30-649,-1 0 0,-1 0-1,-1 1 1,0-1 0,-1 0-1,0 0 1,-1 0 0,-2 4-71,5-17 54,0-1 0,0 1 0,0-1 1,0 1-1,-1-1 0,1 1 0,0 0 0,-1-1 1,1 1-1,0-1 0,-1 1 0,1-1 1,-1 0-1,1 1 0,-1-1 0,1 1 0,-1-1 1,1 0-1,-1 1 0,1-1 0,-1 0 1,1 0-1,-1 1 0,1-1 0,-1 0 1,0 0-1,1 0 0,-1 0 0,1 0 0,-1 0 1,0 0-1,1 0 0,-1 0 0,1 0 1,-1 0-1,0 0-54,-23-15 696,-18-32-145,25 28-347,12 14-68,1-1-1,-1 1 0,1-1 1,0 0-1,0 0 1,0 0-1,-2-5-135,47 10 0,-21 0 7,0-2 0,0 0-1,6-2-6,-21 3 2,1 1 0,0-1-1,0 0 1,-1-1 0,1 1-1,-1-1 1,1 0 0,-1-1-1,0 1 1,-1-1 0,1 0-1,3-4-1,-8 8 0,0-1 0,0 1 0,1-1 0,-1 1 0,0 0 0,0-1 0,0 1-1,0 0 1,0-1 0,1 1 0,-1 0 0,0-1 0,0 1 0,0 0 0,1 0 0,-1-1 0,0 1-1,1 0 1,-1 0 0,0-1 0,0 1 0,1 0 0,-1 0 0,0 0 0,1 0 0,-1-1 0,1 1-1,-1 0 1,0 0 0,1 0 0,-1 0 0,0 0 0,1 0 0,-1 0 0,1 0 0,-1 0-1,0 0 1,1 0 0,-1 0 0,0 0 0,1 0 0,-1 1 0,0-1 0,1 0 0,-1 0 0,0 0-1,1 0 1,-1 1 0,0-1 0,1 24-11,-16 35-5,12-53 31,0 0 0,-1 0 0,1 0 0,-1-1 0,0 1 0,-4 3-15,7-8 2,0-1 0,0 1 0,1-1 0,-1 1-1,0-1 1,0 1 0,0-1 0,0 1 0,0-1 0,0 0 0,0 1 0,0-1 0,0 0 0,0 0 0,0 0 0,0 0 0,0 0 0,0 0 0,0 0 0,0 0 0,0 0 0,0-1 0,0 1 0,0 0 0,1 0 0,-1-1 0,0 1 0,0-1 0,0 1 0,0-1 0,0 1 0,1-1 0,-1 0 0,0 1 0,0-1 0,1 0 0,-1 0 0,0 1 0,1-1 0,-1 0 0,1 0 0,-1 0 0,1 0 0,0 0 0,-1 0-2,-4-6 2,4 4 0,-1-1 0,0 1 0,0 0 0,0 0 0,-1 0 0,1 0 0,-1 0 0,1 0 0,-1 1 0,0-1 0,0 1 0,0 0 0,0 0 0,-1 0 0,1 0 1,0 1-1,-1-1 0,-1 0-2,4 2 0,1 0-19,0 0 18,25 8-231,9-7-3251,-20-1-1578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02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1 200 5777,'0'0'4185,"0"0"-1424,0 0-426,0 0-213,0 0-750,-1-5-577,1 0-670,0 0 0,1 0-1,0 0 1,-1 0 0,2 1 0,-1-1 0,0 0 0,1 0 0,0 1 0,0-1-1,1 1 1,-1 0 0,1 0 0,0 0 0,0 0 0,0 0 0,0 0 0,1 1 0,-1 0-1,1-1 1,0 1 0,0 1 0,1-1 0,-1 1 0,3-2-125,30-19 107,-13 8-57,-1 1 0,18-7-50,-34 18 20,-1 0-1,0 1 1,1 0-1,0 0 1,-1 0-1,1 1 1,0 0-1,0 1 1,0-1-1,0 1 1,0 1-1,6 0-19,-10 0 5,0 0-1,1 0 0,-1 1 0,0-1 1,0 1-1,0 0 0,0 0 1,0 0-1,-1 0 0,1 0 0,-1 1 1,1-1-1,-1 1 0,0 0-4,31 44 1,-25-34 2,128 219 84,10 16-16,-130-223-70,-11-14 1,2-1 1,-1 0 0,1 0-1,1 0 1,0-1 0,0 0 0,0-1-1,1 0 1,6 4-3,-14-11-8,-1 0 0,1-1 1,0 1-1,-1-1 0,1 1 0,0-1 0,-1 1 1,1-1-1,0 0 0,-1 1 0,1-1 1,0 0-1,0 0 0,-1 1 0,1-1 0,0 0 1,0 0-1,0 0 0,-1 0 0,1 0 0,0 0 1,0 0-1,0 0 0,0 0 0,-1 0 0,1-1 1,0 1-1,0 0 0,-1-1 0,1 1 1,0 0-1,-1-1 0,1 1 0,0-1 0,-1 1 1,1-1-1,0 1 0,-1-1 0,1 1 0,-1-1 1,1 0-1,-1 1 0,1-1 0,-1 0 1,0 0-1,1 1 0,-1-1 0,0 0 0,1 0 1,-1 1-1,0-1 0,0 0 0,0 0 0,0 0 8,1-4-408,-1 0 0,0 0 0,0 0 0,0 0-1,0 0 1,-1 0 0,0 0 0,0-2 408,-13-23-5715,-3 0-5432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03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0 11306,'0'0'2112,"0"0"-12,-16 33 66,3-8-1772,-91 198 2050,14-19 2217,-60 93-4661,145-286 5,5-10-4,0 1 0,-1-1 0,1 1 1,-1 0-1,0-1 0,1 0 0,-1 1 0,0-1 0,0 1 0,0-1 0,0 0 1,0 0-1,0 1 0,0-1 0,0 0 0,-1 0 0,1 0 0,0 0 0,-1 0-1,1-1-32,1 0-108,10-16-1303,64-46-4753,-32 30 729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03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22 248 6225,'0'0'4396,"0"0"-2018,0 0-311,0 0-48,0 0-417,0 0-238,-20 1 2756,19-7-4033,1 1 0,0 0 0,0-1 0,0 1 1,1-1-1,-1 1 0,1-1 0,1 1 0,-1 0 1,1 0-1,-1-1 0,2 1 0,-1 0 1,0 1-1,1-1 0,0 0 0,0 1 0,1 0 1,-1-1-1,4-1-87,12-16 114,2 2 0,1 1 0,23-17-114,-37 30-1,1 1 0,0 0-1,0 0 1,1 1 0,-1 0 0,1 1 0,0 0 0,0 1-1,0 0 1,0 0 0,1 1 0,9 0 1,-15 2-1,0 0 0,0 0-1,0 0 1,0 1 0,-1 0 0,1 0 0,0 0-1,-1 0 1,1 1 0,-1 0 0,0 0 0,0 0-1,0 1 1,0-1 0,0 1 0,-1 0 0,0 0 1,16 18-3,-1 1 0,9 15 3,-11-15 1,26 39-16,-8-11 56,24 25-41,-47-63 0,0-1 0,0 0 1,2-1-1,-1-1 0,1 0 0,1 0 0,-1-1 1,3 0-1,-12-7 4,1 1 0,-1-1 0,1 0 0,-1-1 0,1 1 0,0-1 0,0 0 1,-1 0-1,1 0 0,0-1 0,0 1 0,0-1 0,0 0 0,0-1 0,0 1 0,0-1 1,0 0-1,2-1-4,-3 0 4,0-1 0,0 1 0,-1 0 0,1-1 0,-1 0 1,0 0-1,0 0 0,0 0 0,0 0 0,0-1 0,-1 1 1,1-1-1,-1 0 0,0 1 0,0-1 0,0 0 1,-1-1-1,0 1 0,1 0 0,-1-4-4,8-36 22,-3 0 0,-1-1 0,-3 0 0,-1 0 0,-3-7-22,2-8 85,0 60-152,0 0-197,0 0-480,0 0-973,1 1-2245,4 4-2511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04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1 223 2529,'0'0'7969,"0"0"-4769,0 0-1929,0 0 156,6 27-146,-3-14-1222,17 78 1547,-3 0 0,-5 1 0,-1 30-1606,-11-33 2117,0-684-1328,0 590-788,0 0 0,1 1-1,-1-1 1,1 0 0,0 1-1,0-1 1,1 1 0,-1-1-1,1 1 1,0 0 0,2-3-1,-3 6-4,0 0 1,0 0 0,0-1-1,0 1 1,0 0 0,0 0-1,0 0 1,0 0 0,1 0-1,-1 1 1,0-1-1,1 0 1,-1 1 0,0-1-1,1 0 1,-1 1 0,1 0-1,-1-1 1,1 1 0,-1 0-1,1 0 1,0 0-1,-1 0 1,1 0 0,-1 0-1,1 0 1,-1 1 0,1-1-1,-1 0 1,1 1 0,-1-1-1,1 1 1,-1 0-1,0-1 1,1 1 0,-1 0-1,0 0 1,1 0 3,7 6-3,0 0 0,0 0 1,-1 1-1,0 0 0,0 0 0,-1 1 0,0 0 0,0 1 3,52 84 11,-46-73-12,29 52 3,-23-36 1,1-1 1,2-2-1,2 0 1,1-1-1,2-1 0,8 6-3,-30-34 1,0 0-1,0-1 1,0 1-1,0-1 1,1-1-1,-1 1 1,1-1-1,0 0 1,0 0-1,0 0 1,4 0-1,-8-2 3,1 1 0,-1-1 1,1 0-1,-1 0 0,1 1 1,-1-2-1,1 1 1,-1 0-1,1-1 0,-1 1 1,1-1-1,-1 1 1,0-1-1,1 0 0,-1 0 1,0 0-1,0-1 1,1 1-1,-1-1 0,0 1 1,0-1-1,-1 1 0,1-1 1,0 0-1,0 0 1,-1 0-1,1 0 0,-1 0-3,5-9 15,-2 0 0,1-1-1,-1 1 1,-1-1-1,0 0 1,0 0 0,-1 0-1,-1-3-14,2-100 51,-4 71-32,-1 19 55,-2-1 0,0 1-1,-2-1 1,-1 2 0,0-1-1,-2 1 1,-9-17-74,-24-73 143,44 112-2256,5 8 399,0 1-210,7 5-3529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05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3809,'0'0'6784,"0"0"-3543,0 0-1214,0 0-347,0 0-793,0 0-455,-8 21-15,6-15-373,-6 15 136,1 0 1,1 0-1,1 0 1,1 1-1,1-1 1,1 1-1,1 5-180,1-15 122,0 75 1380,5 15-1502,-1-72 97,0 0 0,2 0 1,1 0-1,1-1 0,4 6-97,-2-11 23,0 0 0,1-1-1,2 0 1,0-1 0,1 0 0,1-2-1,1 1 1,1-2 0,1 0 0,7 5-23,-8-10-1969,-1-2 0,2 1 1,0-2-1,18 9 1969,-19-11-7701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46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85 1376,'0'0'7195,"0"0"-3707,0 0-1248,0 0-466,0 0-495,0 0-408,-9 12-61,-2 3-557,1 1 0,0-1 0,1 2 0,1-1 0,1 1 0,0 0 0,1 1-1,0 4-251,-2 8 389,-8 35 654,-3 31-1044,17-87 28,1-8 43,1-4 41,3-24-75,0 0-1,2 0 1,1 0-1,1 0 1,4-6-37,13-56 48,-15 43-49,-6 28 13,0 0 1,1 1 0,1-1-1,0 1 1,2 0 0,4-8-13,-11 24 13,0 0 0,0 1 0,1-1 0,-1 0-1,0 0 1,1 1 0,-1-1 0,0 0 0,1 1 0,-1-1 0,1 1 0,-1-1 0,1 0 0,0 1 0,-1-1 0,1 1 0,0 0 0,-1-1 0,1 1 0,0-1 0,-1 1 0,1 0 0,0 0 0,0-1 0,-1 1 0,1 0 0,0 0 0,0 0 0,0 0 0,-1 0 0,1 0 0,0 0 0,0 0 0,-1 0 0,1 0 0,0 0 0,0 0 0,-1 1 0,1-1 0,0 0 0,0 1 0,-1-1 0,1 0 0,0 1 0,-1-1 0,1 1 0,0-1 0,-1 1 0,1-1 0,-1 1 0,1 0 0,-1-1 0,1 1 0,-1 0 0,0-1-13,27 46 38,-24-39 6,-1-3-43,22 43 25,-1 1-1,-3 2 0,-2 0 0,-2 1 1,10 52-26,-26-87-1943,-1-16 1742,1 1 0,0-1 0,0 0 0,-1 1 0,1-1 1,0 0-1,0 0 0,-1 1 0,1-1 0,0 0 0,-1 0 0,1 1 0,0-1 1,-1 0-1,1 0 0,-1 0 0,1 0 0,0 0 0,-1 0 0,1 1 1,0-1-1,-1 0 0,1 0 0,-1 0 0,1 0 0,-1 0 0,1-1 1,0 1-1,-1 0 0,1 0 0,0 0 0,-1 0 0,1 0 0,-1 0 0,1-1 1,0 1-1,-1 0 0,1 0 0,0 0 201,-19-10-7081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46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4417,'0'0'8458,"0"0"-6122,0 0-239,0 0-577,0 0-1016,222-56-504,-156 35-496,-13 6-4073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52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55 2817,'0'0'2903,"0"0"54,0 0-632,0 0-272,0 0-61,0 0 59,-8 3 102,-33 9 1776,41-12-2682,0 0-426,27-26-34,-19 20-779,0 1 1,1 0-1,0 0 1,-1 1-1,2 0 1,-1 1-1,0 0 0,1 0 1,-1 1-1,1 1 1,2-1-9,-7 2 0,1 0 1,-1 0-1,1 0 1,-1 1-1,1-1 1,-1 1-1,1 1 1,-1-1-1,0 1 1,1 0-1,-1 0 1,0 1-1,0-1 1,-1 1-1,1 0 1,0 0-1,-1 1 1,0-1-1,0 1 1,1 2-1,17 20 1,-2 1 1,-1 1 0,-1 0 0,-2 2 0,0 0 0,-3 1 0,0 0 0,-2 1 0,1 7-2,7 34 16,-3 1 1,-3 1-1,0 42-16,-10-71-29,-3-31-43,1 1 0,0-1 0,1 0 1,1 0-1,0 0 0,2 1 72,-5-17-72,0 1 0,0 0 1,0 0-1,0 0 0,0-1 0,0 1 0,0 0 0,1 0 1,-1 0-1,0 0 0,0-1 0,0 1 0,0 0 0,0 0 1,1 0-1,-1 0 0,0 0 0,0-1 0,0 1 0,1 0 1,-1 0-1,0 0 0,0 0 0,1 0 0,-1 0 0,0 0 1,0 0-1,0 0 0,1 0 0,-1 0 0,0 0 0,0 0 1,1 0-1,-1 0 0,0 0 0,0 0 0,0 0 0,1 0 1,-1 0-1,0 1 0,0-1 0,0 0 0,1 0 0,-1 0 1,0 0-1,0 0 0,0 1 0,1-1 0,-1 0 0,0 0 1,0 0-1,0 0 0,0 1 0,0-1 0,0 0 0,0 0 1,1 0-1,-1 1 0,0-1 0,0 0 0,0 0 0,0 1 1,0-1-1,0 0 0,0 0 0,0 0 0,0 1 72,6-19-6013,1-10-5480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52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 10322,'0'0'5325,"0"0"-2673,0 0-1068,0 0-258,-10 32-194,-67 222 904,49-173-266,-26 48-1770,21-51 441,-15 54-441,46-125-225,0 0 0,0 0 0,1 1 0,1-1 0,-1 0-1,1 5 226,5-12-6117,10-5-576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52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0 617 5473,'0'0'5961,"0"0"-3105,0 0-624,0 0-42,0 0-962,0 0-641,5-36-282,27-205 561,-30 225-757,6-34 191,2-1 1,6-15-301,-12 53 22,0 0 0,1 0 0,1 1 0,-1 0-1,2 0 1,0 0 0,0 1 0,1 0 0,0 1 0,1-1 0,3-1-22,-11 11 15,1-1 1,-1 1-1,0 0 1,1 0-1,-1 0 1,1 0-1,-1 0 1,1 0 0,-1 0-1,1 0 1,0 1-1,-1-1 1,1 1-1,0-1 1,0 1-1,-1 0 1,2-1-16,-2 2 5,0-1 1,0 0-1,-1 0 1,1 1-1,0-1 1,0 1-1,-1-1 1,1 0-1,0 1 1,-1 0 0,1-1-1,-1 1 1,1-1-1,-1 1 1,1 0-1,-1-1 1,1 1-1,-1 0 1,1-1-1,-1 1 1,0 0-1,1 0 1,-1 0-1,0-1 1,0 2-6,2 7 15,-1 0 0,0 0 0,0 1-1,-1-1 1,-1 8-15,1-3 9,-7 97-29,7-109-113,4-2 32,28-1 81,-22 0 23,1 0 0,0 1 0,-1 1 0,1 0-1,0 0 1,-1 1 0,3 1-3,-10-2 2,0 0-1,-1 0 1,1 0-1,-1 1 1,1-1-1,-1 1 1,1 0-1,-1 0 1,0 0-1,0 0 1,0 0-1,0 0 1,0 0-1,-1 1 1,1-1-1,-1 1 1,1 0-1,-1-1 1,0 1-1,0 0 1,0-1-1,0 1 1,-1 0-1,1 0 1,-1 0-1,1 0 1,-1 0-1,0 2-1,0 1 57,0 0-1,0 0 1,0 0-1,-1 0 1,0 0-1,0 0 1,0 0-1,-1 0 1,1 0-1,-2-1 1,1 1-1,0-1 1,-1 0-1,0 1 1,-3 2-57,0-2 98,1 0 1,-1 0-1,0-1 0,0 0 1,-1 0-1,0-1 0,1 1 1,-2-2-1,1 1 1,0-1-1,-8 3-98,5-3 24,0 0 0,0-1 0,0 0 0,0-1 0,-1 0 0,1 0 0,-4-1-24,13-15-878,2 10 365,0 1-1,0 0 1,0 0-1,0 0 0,1 0 1,-1 0-1,1 0 0,0 0 1,0 0-1,1 1 1,-1-1-1,1 1 0,0 0 1,2-3 513,24-26-9022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53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1 206 1224,'0'0'10396,"0"0"-6526,0 0-1772,0 0-202,0 0-525,28-25-509,92-77-220,-115 99-589,-1 0-1,1 0 1,-1 0-1,1 1 0,0 0 1,0 0-1,0 0 1,1 0-1,-1 1 0,0 0 1,1 0-1,3 0-52,-5 1 26,-1 0 0,1 0 0,-1 1-1,1 0 1,-1-1 0,0 1 0,1 0 0,-1 1-1,0-1 1,0 1 0,1-1 0,-1 1 0,0 0-1,1 2-25,4 3 31,-1 1 1,1 0-1,-2 0 0,1 0 0,-1 1 0,-1 0 0,0 1 0,4 8-31,-8-17 2,15 36 151,-2 0 1,1 8-154,-5-15 56,1 0 1,1 0-1,1-1 0,3 0-56,-15-26 19,1 0 0,0 0 0,-1 0 0,1 0 0,1 0 0,-1-1 0,0 1 0,1-1 1,-1 0-1,1 0 0,0 0 0,0 0 0,0 0 0,0 0 0,0-1 0,0 1 0,0-1 0,0 0 0,1 0 0,-1 0 0,1-1 0,-1 1 1,0-1-1,1 1 0,-1-1 0,1 0 0,-1-1 0,1 1 0,-1-1 0,0 1 0,1-1 0,-1 0 0,0 0 0,1 0 0,-1-1 1,0 1-1,0-1 0,0 0 0,0 0 0,-1 0 0,1 0 0,0 0 0,-1-1 0,1 1 0,-1-1 0,1-1-19,10-11 188,-1-1-1,-1-1 0,0 0 0,-2 0 1,0-1-1,0-1 0,-2 1 0,0-1 1,-2 0-1,3-11-187,0-14-126,-2-1 1,-1 1 0,-3-1-1,-1-8 126,-11 53-6852,3 0-4098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53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1 161 6425,'0'0'6054,"0"0"-2892,0 31-471,0-7-2085,0 12 416,2 0 1,1 0-1,2 0 1,8 30-1023,10 39 1815,-9-39-960,3 1 1,9 17-856,-20-176 437,-6-331-401,0 421-36,-1 0 0,1-1-1,0 1 1,1-1 0,-1 1 0,0 0-1,1-1 1,-1 1 0,1 0-1,-1-1 1,1 1 0,0 0 0,0 0-1,0 0 1,1 0 0,-1 0 0,0 0-1,1 0 1,-1 0 0,1 0 0,0 1-1,-1-1 1,1 0 0,0 1 0,0 0-1,0-1 1,0 1 0,0 0 0,1 0-1,-1 0 1,0 0 0,0 1-1,1-1 1,-1 1 0,0-1 0,1 1-1,-1 0 1,1 0 0,-1 0 0,0 0-1,1 0 1,-1 0 0,1 1 0,-1-1-1,0 1 1,0 0 0,1 0 0,-1 0-1,0 0 1,0 0 0,0 0 0,0 0-1,0 1 1,0-1 0,0 1-1,0 0 1,16 12 3,-2 2-1,1 0 1,-2 1-1,0 0 1,-1 1-1,-1 1-2,41 48 1,-41-52 0,1 0-1,1-1 1,0-1-1,1-1 0,11 8 0,-21-17 3,0 1-1,1-1 1,-1 0-1,1 0 1,0-1-1,0 1 1,0-2-1,0 1 1,0-1-1,0 0 1,1 0-1,-1-1 1,0 0-1,0-1 1,1 1-1,-1-1 0,2-1-2,-4 0 6,0 0 0,0 0-1,0-1 1,-1 0-1,1 0 1,-1 0-1,1 0 1,-1 0-1,0-1 1,-1 0 0,1 0-1,-1 0 1,1 0-1,-1-1 1,-1 1-1,1-1 1,0 0-1,-1 1 1,1-4-6,3-8-1,0 1 1,-1-2-1,0 1 1,-2-1-1,2-9 1,-2 5 18,-1-1-1,-1 0 0,-1 1 1,-1-1-1,-1 0 0,-2-8-17,2 20 11,-1 0-1,1 0 1,-2 0-1,1 0 1,-2 0-1,1 1 1,-1-1-1,-1 1 1,1 1-1,-1-1 0,-1 1 1,0 0-1,0 0 1,-1 0-11,-1 4-408,5 4-4875,3 0-4193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54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3385,'0'0'14507,"0"0"-12051,-33 184-607,30-83 279,3 15-776,0-8-1039,33-10-305,6-18-8,4-12-777,10-17-959,-16-18-3825,-8-24-6890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56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1 167 11650,'0'0'2853,"0"0"-627,0 0-396,0 0-517,0 0-299,0 0-114,22-27-62,73-82-104,-92 106-700,-1 0 0,1 0 0,0 1 0,0 0 0,0-1 0,0 1 0,0 0 0,1 0 0,-1 1 0,0-1 0,1 1 0,0-1 0,-1 1 0,2 0-34,-3 1 9,-1 0 0,1 0-1,0 0 1,-1 0-1,1 0 1,-1 1 0,1-1-1,0 1 1,-1-1-1,1 1 1,-1-1 0,1 1-1,-1 0 1,0 0-1,1 0 1,-1 0-1,0 0 1,1 0 0,-1 0-1,0 0 1,0 1-9,3 3 8,0 1 1,0 0-1,-1 0 0,0 0 1,-1 0-1,1 1 0,-1-1 1,0 1-1,0 2-8,-2-9 3,5 28 28,-1 0-1,-1 0 1,-1 0 0,-1 1 0,-2-1-1,-1 0 1,-2 6-31,3-32 7,1-1 0,0 1 0,-1-1 1,1 1-1,0-1 0,0 1 0,0-1 0,0 1 1,0-1-1,0 1 0,0-1 0,1 1 0,-1-1 1,1 0-1,-1 1 0,1-1 0,0 1-7,17 1 262,4-2-258,-18 0 3,0 0 0,-1 0 0,1 0 0,0 1 1,-1 0-1,1 0 0,-1 0 0,0 0 0,0 0 0,0 1 0,0-1 0,0 1 0,0 0 1,-1 0-1,1 0 0,-1 0 0,0 0 0,0 1 0,0-1 0,0 0 0,0 1 0,-1 0 1,0-1-1,0 1 0,1 3-7,1 4 22,-1 0 1,1 0 0,-2 0-1,0 0 1,0 0-1,-1 1 1,0-1 0,-2 5-23,1-10 47,-2 0 0,1 0 0,-1 0 0,1-1 0,-2 1 0,1-1 0,0 0 0,-1 0 0,0 0 0,0 0 0,-1 0 0,0-1 0,1 0 0,-1 0 1,0-1-1,-1 1 0,1-1 0,-3 1-47,-4 3 89,0 0 1,-1-1-1,0-1 1,0 0-1,0-1 1,0 0-1,-13 1-89,24-4 0,1-1-1,-1 0 1,1 1 0,-1-1-1,1 0 1,0 0-1,-1 0 1,1 0 0,-1 0-1,1 0 1,-1-1-1,1 1 1,-1 0-1,1-1 1,0 1 0,-1-1-1,1 1 1,0-1-1,-1 0 1,1 1 0,0-1-1,0 0 1,0 0-1,0 0 1,0 0-1,0 0 1,-1-1 0,1-1-54,0-1 0,0 1 0,0-1 0,1 1 0,-1 0 0,1-1 0,0 1 0,0-1 0,0 1 0,1-2 54,-1-10-329,1 7-144,0-1-1,1 0 0,0 1 1,0 0-1,1-1 0,0 1 1,1 0-1,-1 0 1,2 1-1,-1-1 0,1 1 1,0 0-1,0 0 0,1 1 1,4-4 473,-1-2-1564,30-36-5502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56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77 11226,'0'0'4428,"0"0"-1959,0 0-628,-6 34-326,-19 108-212,24-136-1224,0 1 0,1-1-1,-1 0 1,1 1 0,1-1-1,-1 0 1,1 1 0,0-1-1,1 0 1,0 0 0,0 0-1,0 0 1,0 0 0,1 0-1,0-1 1,0 1 0,1-1-1,-1 0 1,1 0 0,0 0-1,1 0 1,-1-1 0,1 0-1,0 0 1,0 0 0,0 0-1,1-1 1,-1 0 0,5 2-79,5 1 84,0 0 1,0-2-1,1 0 1,-1 0-1,1-2 0,0 0 1,-1 0-1,1-2 1,0 0-1,1-1-84,-10 1 18,0-1 0,0-1 0,1 0 0,-1 0 0,0 0 0,-1-1 0,1 0 0,0 0 0,-1-1 0,0 1 0,0-2 0,0 1 0,0 0 0,0-1 0,-1 0-1,0-1 1,0 1 0,-1-1 0,1 0 0,-1 0 0,2-5-18,-2 4 24,0-1-1,0 1 1,-1-1-1,-1 0 1,1 0-1,-1 0 0,0 0 1,-1 0-1,0 0 1,0 0-1,-1 0 1,0-1-1,0 1 1,-1 0-1,0 0 1,0-1-1,-1 1 1,0 0-1,-3-5-23,1 6 25,0 1 0,0-1 0,0 1 0,-1 0 0,0 0 0,0 1 0,-1-1 0,0 1 1,0 0-1,0 1 0,0-1 0,-1 1 0,0 1 0,1-1 0,-2 1 0,-4-2-25,-16-5 73,-1 1 1,0 1 0,-16-2-74,37 9-49,-17-5-208,0 2 0,0 1-1,-16 0 258,64-12-4854,14-1-2750,5-1-5126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57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5337,'0'0'6159,"1"27"-3036,0-3-2554,-1 7 228,2-1 1,1 1-1,1-1 0,2 0 1,2 4-798,-4-18 364,1 0 1,1-1-1,1 0 0,0 0 1,0-1-1,2 0 0,0 0 1,0-1-1,1 0 0,4 2-364,-8-8 125,2 0-1,-1-1 1,1 0-1,0-1 0,0 0 1,0 0-1,1-1 1,-1 0-1,1 0 1,0-1-1,0 0 0,1-1 1,-1 0-1,1 0 1,-1-1-1,1 0 0,7-1-124,-11 0 38,-1 0-1,1 0 1,-1-1 0,0 0-1,1 0 1,-1 0-1,0-1 1,0 0-1,1 0 1,-1 0-1,-1-1 1,1 1 0,0-1-1,-1 0 1,1-1-1,0 0-37,1-2 44,-1 0 1,1 0-1,-2-1 0,1 1 0,-1-1 0,0 0 1,0 0-1,-1 0 0,0-1 0,1-3-44,3-15 195,-1 1 0,-1-1-1,-2-1 1,-1 1 0,0 0-1,-3-8-194,1 28 39,0-1 0,-1 1 0,0-1 0,-1 1 0,1-1-1,-1 1 1,-1 0 0,1 0 0,-1 0 0,0 0-1,0 0 1,-1 1 0,1-1 0,-1 1 0,-1 0 0,1 0-1,-1 1 1,0-1 0,0 1 0,0 0 0,0 0-1,-1 1 1,1-1 0,-1 1 0,-3-1-39,-6-3-116,-1 1 0,0 0 0,0 2 1,0-1-1,-1 2 0,0 0 0,0 1 0,0 1 0,-6 0 116,22 1-123,0 0 1,0 0-1,0 0 0,0 0 0,0 0 0,0 0 0,0 0 0,0 0 0,0 1 0,0-1 0,0 0 0,0 0 0,0 1 0,1-1 0,-1 1 0,0-1 0,0 1 0,0-1 0,0 1 0,1 0 0,-1-1 0,0 1 0,1 0 0,-1-1 0,0 1 0,1 0 0,-1 0 0,1 0 0,-1 0 0,1 0 0,-1-1 0,1 1 0,0 0 0,0 0 0,-1 0 0,1 0 0,0 1 123,-2 19-6599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57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 4809,'0'0'13571,"0"0"-10810,-23 179-329,3-114-800,3-8-1071,4-7-273,3-17-288,4-6 0,-4-7-761,-7-20-695,4 0-2585,0 0-4865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58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0 221 13203,'0'0'2980,"0"0"-715,0 0-426,0 0-688,0 0-500,31-21-23,97-67-9,-116 80-410,-1-1 1,0-1 0,0 0 0,5-6-210,7-24 1228,-18 26-608,-5 14-602,0 0 1,0 0-1,1-1 0,-1 1 1,0 0-1,0 0 0,0-1 1,0 1-1,0 0 0,0 0 1,0 0-1,0-1 0,1 1 1,-1 0-1,0 0 0,0 0 1,0 0-1,0-1 0,1 1 1,-1 0-1,0 0 1,0 0-1,0 0 0,1 0 1,-1 0-1,0 0 0,0 0 1,0-1-1,1 1 0,-1 0 1,0 0-1,0 0 0,1 0 1,-1 0-1,0 0 0,0 0 1,0 0-1,1 0 0,-1 0 1,0 1-1,0-1 0,1 0 1,-1 0-1,0 0 1,0 0-1,0 0 0,1 0 1,-1 0-19,9 14 227,3 15-190,1 31 815,5 52-852,8 41-7,-26-150-96,1 0 1,0-1 0,0 1-1,0 0 1,0 0-1,0 0 1,1-1 0,-1 1-1,1-1 1,-1 1 0,2 0 102,-2-2-110,-1-1 1,1 1-1,-1-1 1,1 1-1,-1-1 1,1 0-1,-1 0 0,1 1 1,0-1-1,-1 0 1,1 0-1,-1 1 1,1-1-1,0 0 1,-1 0-1,1 0 1,0 0-1,-1 0 1,1 0-1,0 0 1,-1 0-1,1 0 1,-1-1-1,1 1 1,0 0-1,-1 0 1,1 0-1,-1-1 1,1 1-1,0 0 110,3-4-813,-1 1 0,0 0 0,1-1 0,-1 0 1,0 1-1,0-1 0,-1-1 0,1 1 0,-1 0 0,0 0 0,0-1 0,-1 0 813,19-41-10237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59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93 6209,'0'0'7302,"0"0"-4212,0 0-1184,0 0-94,-1 33-320,1 109-509,-1-134-909,1 0-1,1 1 0,0-1 1,0 0-1,1 0 1,-1 0-1,2 0 1,-1 0-1,1 0 0,1-1 1,-1 1-1,1-1 1,0 0-1,1 0 0,0 0 1,0-1-1,2 3-73,-1-5 34,0 1-1,-1-1 1,1 0 0,1-1-1,-1 0 1,0 0-1,1 0 1,0-1 0,-1 1-1,1-2 1,0 1-1,0-1 1,0 0 0,0 0-1,0-1 1,4 0-34,-7 0 8,0-1 1,0 1-1,0-1 1,0 0-1,0 0 1,0-1-1,0 1 1,-1-1-1,1 0 1,-1 1-1,1-2 1,-1 1-1,0 0 1,0-1 0,0 1-1,0-1 1,0 0-1,0 0 1,-1 0-1,0 0 1,1-1-1,-1 1 1,0-1-1,-1 1 1,1-1-1,-1 0 1,1 1-1,-1-1 1,0-1-9,3-9 30,-1 0-1,0-1 1,-1 1 0,-1 0 0,0-1 0,-1 1 0,-1-12-30,0 21 40,1 0 0,-2 0 0,1 0 1,-1 0-1,1 0 0,-1 1 0,-1-1 0,1 1 0,0-1 1,-1 1-1,0 0 0,0 0 0,-1 0 0,1 0 0,-1 1 1,0-1-1,1 1 0,-2 0 0,1 0 0,0 0 0,-1 1 0,1-1 1,-2 1-41,-17-8 190,-1 0 0,0 2 1,0 1-1,-11-1-190,-32-10 54,66 18-79,1 0-1,0 0 1,0-1 0,-1 1-1,1 0 1,0 0 0,0 0-1,-1 0 1,1 0 0,0-1-1,0 1 1,-1 0 0,1 0-1,0 0 1,0-1 0,0 1-1,-1 0 1,1 0 0,0-1-1,0 1 1,0 0 0,0 0-1,0-1 1,0 1 0,0 0-1,-1 0 1,1-1 0,0 1-1,0 0 1,0-1 0,0 1-1,0 0 1,0 0 0,0-1-1,0 1 1,1 0 0,-1-1-1,0 1 1,0 0-1,0 0 1,0-1 0,0 1-1,0 0 1,0 0 0,1-1-1,-1 1 1,0 0 0,0 0-1,0 0 1,1-1 0,-1 1-1,0 0 1,0 0 0,1 0-1,-1-1 26,30-30-4136,-3 12-1455,19-10-8831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59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15 592,'0'0'12441,"0"0"-7078,0 0-3431,0 0-518,0 0-655,0 0-458,27-3-167,84-7-96,-109 9-35,0 1-1,0 0 1,0-1 0,0 1-1,0 0 1,0 1-1,0-1 1,0 0 0,0 1-1,0-1 1,0 1-1,0-1 1,0 1 0,0 0-1,0 0 1,0 0 0,-1 0-1,2 1-2,-2-1 1,-1 0 0,1-1 0,-1 1 0,1 0 0,-1 0 0,0 0 0,0 0 0,1 0 0,-1 0 0,0 0 0,0 0 0,0 0 0,0 0 0,0 0 0,0 0 0,0 0 0,0 0 0,-1 0 0,1 0-1,-1 6 10,2 3 25,-1 0 0,0 0-1,0 0 1,-1 0 0,-1 0-1,0-1 1,0 1 0,-1 0-1,0-1 1,0 0 0,-1 0-1,-5 8-34,5-11 152,0 1 1,1 1-1,0-1 0,0 0 0,1 1 0,-1-1 0,2 1 1,-1 0-1,1-1 0,0 1 0,1 0 0,0 1-152,3-7 9,0-1 0,1 0 1,-1 0-1,1 0 0,-1 0 0,1 0 0,-1-1 1,1 0-1,-1 0 0,1 0 0,0 0 0,-1 0 1,3-1-10,-1 1-3,7 0-474,-1 0 0,1-1 0,-1 0 0,0-1 1,1 0-1,7-4 477,35-21-8902,-24 6-3376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3:59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0 4281,'0'0'6281,"0"0"-2336,0 0-1456,36 161-185,-16-69-31,-7 21-393,-6 6-496,-7-3-215,0-6-1,-10-15-672,-16-11-184,2-25-312,-2-17-240,-20 3-720,9-19-969,-2-5-5272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4:59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80 267 1816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7:44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43 1168,'0'0'1981,"0"0"-113,0 0 130,0 0 133,0 0-129,5 5 6782,3 4-6666,-8-9-2109,0 1-1,0-1 1,0 0-1,-1 0 1,1 1-1,0-1 1,0 0 0,-1 0-1,1 0 1,0 0-1,0 1 1,-1-1-1,1 0 1,0 0 0,-1 0-1,1 0 1,0 0-1,-1 0 1,1 0-1,0 0 1,-1 0 0,1 0-1,0 0 1,-1 0-1,1 0 1,0 0-1,-1 0 1,1 0-1,0 0 1,0 0 0,-1-1-1,1 1 1,0 0-1,-1 0 1,1 0-1,0 0 1,0-1 0,-1 1-1,1 0 1,0 0-1,0-1 1,0 1-1,-1 0 1,1 0 0,0-1-1,0 1 1,0 0-1,0-1 1,0 1-1,-1 0 1,1 0-1,0-1 1,0 1 0,0 0-1,0-1 1,0 1-1,0 0 1,0-1-1,0 1-8,4-8-37,-7 7-132,-1 1 175,7-18 52,1 15-61,1 0-1,0 0 1,0 0 0,0 1-1,1 0 1,-1 0 0,1 0-1,-1 1 1,1 0 0,-1 0 0,1 0-1,0 1 1,-1 0 0,1 0-1,0 0 4,-6 0-1,0 0 1,1 0-1,-1 1 0,0-1 0,1 0 0,-1 0 0,0 0 0,0 1 0,1-1 0,-1 0 0,0 0 0,0 0 0,1 1 0,-1-1 0,0 0 0,0 1 0,0-1 0,1 0 0,-1 0 0,0 1 0,0-1 0,0 0 0,0 1 0,0-1 0,0 0 0,0 1 0,0-1 0,0 0 0,0 1 0,0-1 0,0 0 1,0 1-1,0-1 0,0 1 0,0-1 0,0 0 0,0 0 0,0 1 0,0-1 0,-1 0 0,1 1 0,0-1 0,0 0 0,0 1 0,-1-1 0,1 0 0,0 0 0,0 1 0,-1-1 0,1 0 1,-10 15-30,-51 13 108,63-43-38,0 13-41,-1 1 0,1 0 0,0-1 0,0 1-1,0 0 1,0 0 0,0 0 0,0 0 0,0 1 0,0-1-1,0 0 1,0 1 0,0-1 0,0 1 0,1 0-1,-1 0 1,1 0 1,-3 0 0,1 0-1,0-1 1,0 1-1,0 0 1,0 0-1,0 0 1,0 0-1,0 0 1,0 1-1,0-1 1,0 0-1,0 0 0,0 1 1,0-1-1,0 0 1,-1 1-1,1-1 1,0 1-1,0-1 1,0 1-1,0-1 1,-1 1-1,1 0 1,0-1-1,-1 1 1,1 0-1,-1 0 1,1-1-1,-1 1 1,1 0-1,-1 0 1,1 0-1,-1 0 1,0 0-1,1 0 1,-1 0 0,0 0 0,0 0 0,0 0 1,0 0-1,0 0 0,0 0 1,-1 0-1,1 1 0,0-1 1,-1 0-1,1 0 0,0 0 1,-1 0-1,1 0 1,-1 0-1,0 0 0,1-1 1,-1 1-1,0 0 0,1 0 1,-1 0-1,0-1 0,0 1 1,0 0-1,0-1 0,0 1 1,0-1-1,0 1 0,0-1 1,0 1-1,0-1 0,0 0 0,-37 4 22,29-4-17,10-15 60,3 11-124,-3 14 48,0-9 13,-1 0-1,0 0 1,0 1 0,0-1 0,0 0 0,0 1 0,0-1-1,0 0 1,0 1 0,-1-1 0,1 0 0,0 1-1,-1-1 1,1 0 0,-1 0 0,0 0 0,1 0-1,-1 1 1,0-1 0,0 0 0,1 0 0,-1 0 0,0 0-1,0-1 1,0 1 0,0 0 0,0 0 0,0 0-1,-1-1 1,1 1 0,0-1 0,0 1 0,0-1 0,-1 1-1,1-1 1,0 0 0,-1 1 0,1-1 0,0 0-1,-1 0 1,1 0 0,0 0 0,0 0 0,-1 0 0,1-1-1,0 1 1,-2-1-2,4-37 115,1 37-116,-1-1 0,0 1 0,1 0 1,-1 0-1,0-1 0,1 1 0,0 0 1,-1 0-1,1 1 0,-1-1 0,1 0 1,0 0-1,0 1 0,0-1 0,-1 1 0,1 0 1,1-1 0,-2 1-2,0 0 1,0-1-1,-1 1 0,1 0 1,0 0-1,-1 0 1,1-1-1,0 1 1,0 0-1,0 0 1,-1 0-1,1 0 1,0 0-1,0 1 0,-1-1 1,1 0-1,0 0 1,-1 0-1,1 1 1,0-1-1,0 0 1,-1 1-1,1-1 0,0 1 1,-1-1-1,1 0 1,-1 1-1,1 0 1,-1-1-1,1 1 1,-1-1-1,1 1 1,-1 0-1,1-1 0,-1 1 1,0 0-1,1-1 1,-1 1 1,0 7 0,1-7 1,-1 0 0,0 0 0,1 0 0,-1 0 1,0 0-1,0 0 0,0 0 0,0 0 1,0 0-1,0 0 0,0 0 0,0 0 1,0 0-1,0 0 0,-1 0 0,1 0 1,0 0-1,-1 0 0,1 0 0,0 0 1,-1 0-1,1 0 0,-1 0 0,0-1 1,1 1-1,-1 0 0,0 0 0,1-1 1,-1 1-1,0 0 0,0-1 0,0 1 1,1-1-1,-1 1 0,0-1 0,0 1 1,0-1-1,0 0 0,0 1 0,0-1 1,0 0-1,0 0 0,-1 0-1,1-5 8,0 0 0,0 0-1,0 0 1,1 0 0,0 0-1,0 0 1,0 0 0,1-2-8,-1 1 18,0 5-14,2-18 31,-2 18-33,1 1-1,-1 0 1,0-1 0,1 1-1,-1 0 1,0-1-1,1 1 1,-1 0-1,1-1 1,-1 1-1,0 0 1,1-1 0,-1 1-1,1 0 1,-1 0-1,1 0 1,-1 0-1,1-1 1,-1 1 0,1 0-1,-1 0 1,1 0-1,-1 0 1,1 0-1,-1 0 1,1 0-1,-1 0 1,0 0 0,1 0-1,-1 1 1,1-1-1,-1 0 1,1 0-1,-1 0 1,1 1 0,-1-1-1,1 0 1,-1 0-1,1 1-1,-1-1 2,1 1 0,0-1-1,0 1 1,-1-1-1,1 1 1,0 0 0,-1-1-1,1 1 1,-1 0 0,1-1-1,-1 1 1,1 0 0,-1-1-1,1 1 1,-1 0 0,0 0-1,0 0 1,1 0 0,-1-1-1,0 1 1,0 0 0,0 0-1,0 0 1,0 0 0,0 0-1,0-1 1,0 1 0,0 0-1,0 0 1,0 0 0,-1 0-1,1 0 1,0-1 0,0 1-1,-1 0 1,1 0-1,-1 0-1,1 0 6,-1 0 0,0 1 0,1-1 0,-1 0 0,0 0 0,0 0 0,0 0-1,0 1 1,0-1 0,0 0 0,0-1 0,0 1 0,0 0 0,0 0-1,-1 0 1,1-1 0,0 1 0,-1-1 0,1 1 0,0-1 0,-1 1-1,1-1 1,-2 1-6,2-1 9,0 0 1,-1 0-1,1 0 0,0 0 0,0 0 0,-1 0 1,1 0-1,0-1 0,-1 1 0,1 0 0,0-1 1,0 1-1,0-1 0,-1 1 0,1-1 1,0 0-1,0 1 0,0-1 0,0 0 0,0 0 1,0 0-1,0 1 0,0-1 0,0 0 0,0-1-9,-3-31 136,5 20-122,-1 12-12,1 1 1,-1-1-1,1 1 0,-1-1 0,1 0 0,0 1 0,-1 0 0,1-1 0,-1 1 1,1-1-1,0 1 0,0 0 0,-1-1 0,1 1 0,0 0 0,0 0 0,-1-1 1,1 1-1,0 0 0,0 0 0,0 0 0,-1 0 0,1 0 0,0 0 0,0 0 1,0 1-3,29-1-750,-23 0-651,3 0-3290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16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0 8874,'0'0'4954,"0"0"-2873,-21 29-556,10-13-1272,-23 31 636,2 2 1,2 1-1,-17 41-889,18-26 977,3 1 1,-9 41-978,27-80 102,2 0 0,1 1 0,1-1 0,2 1 0,0 0 0,2-1 0,1 1 0,2 7-102,-1-26 3,0 1 0,0-1-1,1 0 1,0-1 0,1 1 0,0 0-1,0-1 1,1 0 0,0 0-1,0 0 1,1-1 0,6 7-3,0-2 32,1 0 1,0-1-1,0-1 0,2 0 1,-1 0-1,1-2 0,0 0-32,16 7-543,1-2 1,-1-1-1,9 1 543,85 17-5531,-64-20 291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16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93 212 3225,'0'0'6713,"0"0"-3384,0 0-939,0 0-146,0 0-582,0 0-717,27 2-421,10 1-407,-1-2 0,4-2-117,-35 0 27,0 0 0,0 0 1,0-1-1,0 0 0,0 1 0,-1-2 1,1 1-1,-1 0 0,1-1 0,-1 0 1,0 0-1,0 0 0,0-1 0,-1 0 1,1 1-1,-1-1 0,0 0 0,0 0 0,0-1 1,-1 1-1,1-1 0,-1 1 0,0-1 1,0 0-1,-1 0 0,1-3-27,1 2 92,1-6 190,0-1-1,-1 0 1,-1 0-1,1 0 1,-2-1-1,0 1 1,-1 0 0,0-1-282,0 13 278,0 7-156,0 54-96,-5 188 85,2-207-84,-2 0-1,-2 0 1,-1 0 0,-14 36-27,19-67 7,0-1 0,-1 1 0,-1-1 0,1 0 0,-2-1 0,1 1 0,-1-1 0,0 0 1,-1 0-1,0-1 0,-7 7-7,7-9-30,1-1-1,-1 0 1,-1 0 0,1 0 0,0-1 0,-1 0 0,0 0 0,1-1-1,-1 0 1,0-1 0,0 1 0,-1-2 0,1 1 0,-7-1 30,2 0-71,-53-2-25,65 2 104,0 0 0,0 0 1,-1 0-1,1 0 1,0 0-1,0 0 0,0 0 1,-1-1-1,1 1 1,0-1-1,0 1 0,0-1 1,0 1-1,0-1 1,0 1-1,0-1 0,0 0 1,0 0-1,0 0 0,0 1 1,0-1-1,0 0 1,1 0-1,-1 0 0,0 0 1,1 0-1,-1-1 1,1 1-1,-1 0 0,1 0 1,-1 0-1,1 0 1,0-1-1,-1 1 0,1 0 1,0 0-1,0 0 0,0-1 1,0 1-1,0 0 1,1 0-1,-1-1-8,1 1 7,0 0 1,0 0-1,0 1 1,1-1-1,-1 0 1,0 0-1,0 1 0,1-1 1,-1 1-1,1-1 1,-1 1-1,0-1 1,1 1-1,-1 0 0,1 0 1,-1 0-1,1 0 1,-1 0-1,1 0 1,-1 0-1,1 1-7,5-2 25,121-12 508,34-12-533,27-16-3472,-130 25-2291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17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30 14131,'0'0'4293,"0"0"-1958,0 0-571,0 0-535,0 0-426,0 0-311,-23 0 129,-36 0-387,55-2-332,10-4-240,10-3-1335,12 3-1973,2 0-1682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17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67 9898,'0'0'2731,"0"0"-870,0 0-505,0 0-529,29-11-442,92-32-243,-86 30 7,-39 13 124,-5 2-135,-8-2 71,1 1 0,-1 0-1,0 2 1,1 0 0,-1 1 0,1 0 0,0 1 0,-6 4-209,13-5 96,0 0 1,0 1-1,1 0 1,-1 1-1,1 0 1,1 0 0,-1 0-1,1 1 1,0 1-1,0-1 1,1 1-1,0 0 1,1 0 0,-1 1-1,1 1-96,3-7 18,0 1 0,0 0 0,0 0 0,1 0 0,0 0 0,0 0 0,0 0 0,0 1 0,0-1 0,1 0 0,0 0 0,0 1-1,0-1 1,0 0 0,1 0 0,-1 1 0,1-1 0,0 0 0,1 0 0,-1 0 0,1 0 0,0 0 0,0 0 0,0-1 0,0 1 0,0 0 0,1-1 0,0 0 0,0 0 0,0 0 0,0 0-1,0 0 1,0 0 0,1-1 0,-1 1 0,1-1 0,3 1-18,-3 0 26,19 12 95,0 1 0,-1 1 0,12 12-121,-29-25 44,0 1 0,0 0 0,-1 1 0,1-1 0,-1 1 0,-1-1-1,1 1 1,-1 0 0,0 0 0,0 1 0,-1-1 0,0 1 0,0-1 0,0 1-1,-1 0 1,0 0 0,0 2-44,-2-7 50,1 0-1,-1 1 0,0-1 1,1 0-1,-1 0 0,0 0 1,0 0-1,0 0 0,0 0 1,-1 0-1,1 0 0,-1-1 1,1 1-1,-1 0 0,1-1 1,-1 1-1,0-1 1,0 0-1,0 1 0,0-1 1,0 0-1,0 0 0,0 0 1,0-1-1,0 1 0,0 0 1,0-1-1,-1 1 0,1-1 1,0 0-1,0 0 0,-2 0-49,-15 3 88,-1-2 0,1 0-1,-14-2-87,13 0-111,19 1-512,1 0-873,2 2-3078,3-1 1891,-4-1 1532,14 3-6546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17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11779,'0'0'2321,"0"0"-606,26 29-40,-6-6-1352,4 3-11,-1 1 1,-1 1-1,-2 0 0,-1 2 1,-1 0-1,13 31-312,-14-16 377,-2 1-1,-2 1 1,-2 0 0,-2 0 0,-3 1-1,-1 0 1,-3 1 0,-1-1 0,-3 0-1,-3 10-376,2-39 59,0 0 0,-2 0-1,0-1 1,-1 1 0,-1-2-1,-1 1 1,-1 1-59,-21 36 71,-19 26-71,-14 23-2129,46-71-1618,3-8-1022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39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 13155,'0'0'2512,"0"0"-1519,0 0 319,0 0 144,-39 181-144,26-106-375,3-4 191,6-2-320,4-13-304,0-5-288,10-7-88,17-8-112,2-3-16,1-9-8,0-6-344,10-12-1120,-11-4-1601,-2-2-1904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39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12187,'0'0'1829,"0"0"-186,0 0 15,-10 34-435,-30 108-195,37-129-854,1 0 0,0 0 0,1 0 0,0 0 0,1 0 0,1 7-174,-1-14 83,1-1 0,0 1 0,1 0 0,-1-1 0,1 1 0,0-1 0,0 0 0,1 0 0,-1 1 0,1-2 0,2 3-83,0-1 75,0-1 0,0-1 0,0 1-1,1-1 1,0 0 0,0 0-1,0 0 1,0-1 0,1 0 0,-1-1-1,1 1 1,0-1 0,0 0-1,0-1 1,0 0 0,0 0 0,0 0-1,0-1 1,1 0-75,3 1 71,1-1 0,-1 0 0,0 0 0,0-1 0,1-1 0,-1 0 0,0-1 0,-1 0 0,1 0 0,2-2-71,-7 2 39,-1 1 0,0-1 0,0-1 0,-1 1 0,1-1 0,-1 1 0,0-1 0,1-1 0,-2 1 0,1-1 0,0 1 0,-1-1 1,0 0-1,0 0 0,-1 0 0,1-1 0,-1 1 0,0-1 0,-1 1 0,2-6-39,-1 4 65,-1 0 1,0 0-1,0 0 1,0 0-1,-1 0 1,0 0-1,-1-1 1,1 1-1,-1 0 1,-1 0-1,1 1 1,-1-1-1,0 0 1,-1 0-1,0 1 1,0-1-1,0 1 1,-1 0-1,0 0 1,0 0-66,-3-2 38,-1 1 0,1-1-1,-2 1 1,1 1 0,-1 0 0,0 0 0,0 0 0,-1 1-1,1 1 1,-1-1 0,0 2 0,-1-1 0,1 1-38,-40-9 51,46 11-93,1 0 1,-1 1-1,0-1 1,1 1 0,-1 0-1,1 0 1,-1 0 0,1 1-1,-1-1 1,1 1 0,-1 0-1,-2 0 42,6 0-143,-1 0-1,0 0 1,1 0-1,-1 0 0,1 0 1,-1 1-1,1-1 1,-1 0-1,1 0 1,0 0-1,0 0 1,0 0-1,-1 1 1,1-1-1,0 0 1,0 0-1,1 0 0,-1 0 1,0 1-1,0-1 144,0 3-979,0 15-4720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39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12123,'0'0'2224,"0"0"145,0 0-265,-50 152-1192,44-107-480,6-9-304,0-7-128,0-8-744,23-12-3329,3-9-6545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40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98 258 9210,'0'0'2158,"0"0"-40,0 0-110,0 0-542,1-28-578,14-176 1767,-10 180-1049,0 23-881,2 17-795,1 16 88,-2 1 1,-1 0 0,-2 0 0,-1 0 0,-2 0 0,-3 28-19,1-14-819,2 0 0,2-1 0,3 7 819,-2-5-3290,-2-27-4025,-11-18 3210,-19-2 3506,24-2 289,-6 1 612,0 0 1,0-2-1,0 1 0,0-1 1,-6-3-303,-28-14 5967,57 18-926,9-1-4936,34 2 163,82-1-33,-48-7-3450,-51 2-1121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40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5337,'0'0'6289,"0"0"-4808,0 0-177,0 0-24,169 140-343,-133-63-241,-6 16-248,-17 2-232,-13 0-56,0 0-48,-10-6-48,-29-2-56,-34 41-8,10-24-1856,0-9-3450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53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62 230 10298,'0'0'2270,"0"0"-1,-4 31-214,0 4-1570,-4 29 1246,-15 55-1731,15-80 711,3-1 0,0 1 0,2 35-711,3-120 2672,-1-5-1653,2-1 0,3 1 0,2-9-1019,-3 44-14,0-1-1,1 1 1,1 0-1,1 0 1,0 1-1,1-1 1,0 1-1,1 1 1,1-1-1,0 2 1,1-1-1,5-4 15,-13 16-4,-1 0 0,1 0-1,0 0 1,0 0 0,0 0-1,0 0 1,0 1 0,0-1 0,0 1-1,1 0 1,-1 0 0,0-1-1,1 2 1,-1-1 0,1 0-1,-1 0 1,1 1 0,0-1-1,-1 1 1,1 0 0,-1 0-1,1 0 1,0 0 0,-1 0-1,1 1 1,0-1 4,0 2-4,1-1 1,-1 1-1,0 0 0,0 0 0,0 1 1,0-1-1,0 1 0,0 0 1,0-1-1,-1 1 0,1 0 0,-1 0 1,0 1-1,0-1 0,0 0 0,1 4 4,24 53 4,-16-35-7,0-1-1,1 0 1,2 0-1,0-2 1,1 0 0,3 2 3,-13-19 3,-1 0 1,1 0 0,1-1 0,-1 1-1,1-1 1,-1 0 0,1-1 0,0 1 0,1-1-1,-1 0 1,1-1 0,-1 0 0,1 0-1,-1 0 1,1-1 0,0 0 0,0 0-1,0-1 1,0 1 0,0-2 0,0 1-1,0-1 1,-1 0 0,1 0 0,6-3-4,-4 1 8,-1 0-1,0-1 1,0 0 0,0-1 0,0 0 0,0 0 0,-1-1 0,0 0-1,0 0 1,-1 0 0,0-1 0,0 0 0,0 0 0,-1-1 0,0 1-1,0-1 1,-1-1 0,2-4-8,2-5 15,0 0-1,-2-1 1,0 0-1,-1 0 1,-1 0-1,-1 0 1,0-1-1,-2-5-14,0 10-143,0-1 188,0 1 0,-2-1 1,0 0-1,0 1 0,-1 0 1,-3-10-46,3 20-201,1 1 0,-1 0 0,0 0 0,0 0 0,-1 0 0,1 0 1,-1 1-1,1-1 0,-1 1 0,0 0 0,-1-1 0,1 1 0,0 1 1,-1-1-1,0 0 0,0 1 0,0 0 0,0 0 0,0 0 0,0 0 0,0 1 1,0-1-1,-1 1 0,1 0 0,-1 1 201,-24-4-6159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16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12707,'0'0'3973,"0"0"-1721,0 0-642,4 25-810,70 315 124,-34-175 904,17 159-1828,-27-66 289,-25-246-124,0-23-40,2-25-29,-1-7-63,1 1 1,3 0-1,1 0 0,4-4-33,-10 33 2,0 0 1,1 0 0,0 0-1,0 1 1,2 0-1,0 0 1,0 1-1,1 0 1,0 1-1,1 0 1,0 0-1,0 1 1,1 0-1,7-4-2,-13 10-3,0 0 0,0 0 0,-1 1 0,2 0 0,-1 0 0,0 0 0,0 0 1,1 1-1,-1 0 0,0 0 0,1 0 0,-1 1 0,1 0 0,-1 0 0,1 0 0,-1 1 0,1 0 0,-1 0 0,1 0 0,-1 1 0,0-1 0,0 1 0,0 1 0,0-1 0,0 1 0,0 0 0,0 0 0,-1 0 0,0 0 0,1 1 0,-1 0 0,-1 0 0,1 0 0,-1 0 0,1 1 0,-1-1 0,0 1 0,-1 0 0,1 0 0,-1 0 0,0 0 0,0 0 0,0 1 3,3 10 6,0 0 0,-1 0 0,-1 1-1,0-1 1,-1 1 0,-1 0-1,-1-1 1,0 1 0,-1 0 0,-1 0-1,0-1 1,-1 1 0,-1-1 0,-1 0-1,0 0 1,-1 0 0,-1-1 0,0 0-1,-1 0 1,-1-1 0,0 0 0,-1 0-1,-5 5-5,3-5 20,0-1 0,-1 0 0,-1-1 0,0 0 0,-14 9-20,21-17 4,1 0 1,-1-1 0,0 1-1,0-2 1,0 1 0,0-1-1,-1 0 1,1 0 0,-1-1-1,1 0 1,-1 0 0,0-1-1,1 0 1,-1 0 0,-4-1-5,9 0-24,0 0 0,0-1 0,0 1 0,0 0 0,0-1 0,1 0 1,-1 0-1,0 0 0,1 0 0,0 0 0,-1 0 0,1-1 0,0 1 1,0-1-1,0 0 0,0 1 0,1-1 0,-1 0 0,1 0 0,0 0 0,0 0 1,0 0-1,0-1 0,0 1 0,1 0 24,-5-15-510,2 1 1,0-1-1,1 0 0,1-5 510,1 17-196,-2-73-2954,6 24-2381,13-6-6883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17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15139,'0'0'2725,"0"0"-1082,27 27-223,-9-9-1168,4 1-5,-2 1 1,0 2-1,-2 0 1,0 1-1,-2 0 0,0 2 1,-2-1-1,8 20-247,3 17 291,-2 2 0,-4 0-1,-2 1 1,-3 1 0,-2 0 0,-4 1-1,-2 0 1,-4 55-291,-3-110-103,0 1 1,-1-1-1,-1 1 0,0-1 0,-1 0 1,0 0-1,0-1 0,-1 1 1,0-1-1,-1 0 0,-1 0 0,1-1 103,-18 30-3597,42-48-1932,7-10-738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17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18724,'0'0'2873,"0"0"-1953,0 0 808,-17 220-512,17-98-495,0 12-273,13-3-104,7-3-248,3-24-24,-3-9-72,0-30 0,-7-11-128,-3-21-400,0-12-313,-7-21-511,-3-21-456,0-33-2457,0-5-1056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17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1 264 5721,'0'0'6254,"29"-30"-4079,-10 10-1945,-2-1-30,1 2 0,1 0 0,1 2 0,1 0 0,0 1 0,1 1 0,1 0 0,0 2 0,1 1 0,9-2-200,-7 5 219,0 2 0,0 1 0,1 1 0,0 1 1,0 1-1,0 1 0,0 2 0,23 2-219,-37 0 52,0 0 0,-1 1 0,1 0 0,-1 0 0,0 2 0,0-1-1,0 2 1,-1-1 0,2 2-52,-6-2 16,0 0-1,-1 0 1,1 1-1,-1-1 0,0 1 1,0 1-1,-1-1 1,1 1-1,-2 0 0,1 0 1,-1 1-1,0-1 1,0 1-1,-1 1-15,2 4 164,-1 1 0,-1-1 0,0 1 0,-1 0 0,0 0 0,-1 0 0,-1 0 0,0 0 0,-1 0 0,0 0 0,-2-1 0,1 1-1,-1 0 1,-1-1 0,-1 0 0,0 1 0,0-2 0,-1 1 0,-1-1 0,0 0 0,-1 0 0,0-1 0,-1 0 0,0 0-164,-3 2 110,0 0 1,-1 0-1,-1-1 0,0-1 1,0 0-1,-1-1 0,-1-1 1,1 0-1,-1-1 0,-1-1 1,0 0-1,0-1 1,0-1-1,0-1 0,-1 0 1,0-1-1,0-1 0,-9-1-110,8-1-177,8 1 254,0-1 1,0 0-1,0-1 0,0 0 1,0-1-1,-6-1-77,15 2-102,0 0-1,0 1 1,1-1-1,-1 0 1,0 0 0,1 0-1,-1 0 1,1 0-1,-1 0 1,1 0 0,0-1-1,-1 1 1,1 0 0,0-1-1,0 1 1,0-1-1,0 0 1,0 1 0,0-1-1,0 0 1,1 1-1,-1-1 1,1 0 0,-1 0-1,1 1 1,0-1-1,0 0 1,-1 0 0,1 0-1,0 0 1,1 0 0,-1 1-1,0-1 1,0 0-1,1 0 1,-1 0 0,1 1-1,0-1 1,0 0-1,0 0 103,10-19-5861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18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13539,'0'0'2328,"0"0"-527,0 0 703,-82 246-847,68-129-473,4 2-400,7-6-88,3-9-240,0-18-312,13-17-16,14-16-40,6-11-8,10-15-80,6-19 0,37-8-600,-13-20-1640,-7-19-5866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18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1584,'0'0'14387,"0"0"-11954,0 0-809,0 0 201,185 98-641,-122-23-600,-7 11-64,-13 0-304,-13-2-136,-7-13-72,-6-11 0,-4-10-8,4-23-352,2-21-912,-2-6-2601,-1-6-2504</inkml:trace>
  <inkml:trace contextRef="#ctx0" brushRef="#br0" timeOffset="1">491 1 10562,'0'0'6426,"0"0"-4426,0 0-824,0 0 345,-20 217-201,-17-122-352,-12 4-72,-4-10-192,0-9-327,7-11-281,9-13-16,7-8-80,10-10-120,11-8-585,9-12-911,16-9-3617,17-9-5257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18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10114,'0'0'4592,"0"0"-2013,3 36-302,-1-15-1924,6 60 1145,3 0-1,7 15-1497,9 36 2287,7 111-2287,-56-353 1425,18 96-1377,2 0-1,0-1 1,0 1 0,1 0 0,1-1 0,1 1 0,0 0 0,0-1 0,2 1 0,3-12-48,-4 18-4,1 1 0,0-1 0,1 1 0,0 0 0,0 0 0,1 0 1,-1 0-1,1 1 0,1 0 0,-1 0 0,1 0 0,0 1 0,1 0 0,-1 0 1,1 0-1,0 1 0,0 0 0,0 0 0,6-1 4,-5 1-6,1 1-1,0 0 1,0 1 0,0 0-1,0 0 1,1 1 0,-1 0 0,0 0-1,1 1 1,-1 0 0,1 1-1,-1 0 1,0 1 0,0 0-1,2 1 7,-6-2-7,0 1 0,0 1-1,0-1 1,0 1 0,-1 0-1,1 0 1,-1 0 0,1 0 0,-1 1-1,0 0 1,-1 0 0,1 0-1,-1 0 1,1 0 0,-1 1-1,-1 0 1,1 0 0,-1-1 0,1 1-1,-1 1 1,-1-1 0,1 0-1,-1 0 1,0 1 0,1 4 7,-1-1 0,0 0 1,0 0-1,-1 0 1,0 0 0,-1 0-1,0 0 1,0 0-1,-1 0 1,0-1 0,-1 1-1,1 0 1,-2-1-1,1 0 1,-1 0-1,-2 3 0,-1-2 9,0 0-1,0-1 1,0 0-1,-1 0 1,0-1-1,-1 0 1,0 0-1,0-1 1,0 0-1,-1-1 1,0 0-1,-4 1-8,2-2 3,0 0-1,0-1 1,-1 0-1,1-1 1,0-1-1,-1 0 0,1-1 1,-1 0-1,-2-1-2,-11 1-23,25 0-40,-1 0-1,0 0 1,0 0 0,1 0-1,-1 0 1,0 0 0,0-1-1,1 1 1,-1-1 0,0 1-1,1-1 1,-1 1-1,0-1 1,1 0 0,-1 0-1,1 0 1,-1 0 0,1 0-1,0 0 1,-1 0 0,1-1-1,0 1 1,0 0 0,0-1-1,0 1 1,0-1 0,0 1-1,0-1 1,0 0 63,1 1-221,0-1-1,0 1 1,0-1 0,0 0 0,0 1 0,0-1 0,0 1-1,1-1 1,-1 0 0,1 1 0,-1-1 0,1 1 0,-1-1-1,1 1 1,0-1 0,0 1 0,0 0 0,0-1 0,0 1-1,0 0 1,0 0 0,0 0 0,0 0 0,1 0-1,-1 0 1,0 0 0,1 0 0,-1 0 0,1 1 0,0-1 221,30-15-6128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19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12843,'0'0'4415,"0"0"-1741,0 0-749,0 0-778,0 0-518,0 0-166,34 0 112,8-1-337,-11 0-4,1 2-1,-1 1 1,0 1 0,0 1 0,13 5-234,-36-7 82,8 1 37,-1 0 1,0 2-1,0 0 1,0 0-1,0 1 1,-1 1-120,-10-5 8,0 1 1,-1-1 0,0 0-1,1 1 1,-1 0-1,0 0 1,0 0-1,-1 0 1,1 1-1,-1-1 1,1 1-1,-1-1 1,0 1-1,0 0 1,-1 0 0,1 0-1,-1 0 1,0 0-1,0 0 1,0 0-1,0 0 1,-1 0-1,0 1 1,0 2-9,1-1 23,-1 1 0,0-1 0,0 1 0,-1-1 0,0 0 0,0 1 0,0-1 0,-1 0 0,0 1 1,0-1-1,0 0 0,-1 0 0,0-1 0,0 1 0,-1-1 0,1 1 0,-1-1 0,0 0 0,-1-1 0,1 1 0,-1-1 0,0 1 1,-1-1-24,-38 32-38,-2-3 1,-49 27 37,30-22-3223,0-3-4470,40-23-583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20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9794,'0'0'3169,"0"0"-609,0 0 145,0 0-745,202 12-855,-136-12-497,-3 0-608,23 0-248,-20 0-4081,-6 0-7322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20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54 10114,'0'0'3674,"0"0"-1233,30-8-37,96-26-571,-117 31-1705,-1 1-1,0 0 1,1 0 0,-1 1 0,1 0 0,-1 0 0,1 1 0,-1 0 0,1 1 0,3 0-128,-11 0 6,1-1 1,-1 0 0,1 1 0,-1 0-1,0-1 1,1 1 0,-1 0 0,0 0-1,1-1 1,-1 1 0,0 0 0,0 0-1,0 1 1,0-1 0,0 0 0,0 0 0,0 0-1,0 1 1,-1-1 0,1 0 0,0 1-1,-1-1 1,1 0 0,-1 1 0,0-1-1,1 1 1,-1-1 0,0 2-7,2 46 58,-3-38-35,0-1-13,-1 1-1,-1-1 0,0 0 1,0-1-1,-1 1 0,0 0 1,0-1-1,-1 0 0,-1 0 1,1 0-1,-1-1 0,-1 0 0,0 0 1,0 0-1,0-1 0,-1 0 1,-6 4-10,-6 5 26,0-1 1,-1-1 0,-1-1 0,0-1-1,-1-1 1,-21 8-27,41-18 47,15-1 174,37-1-93,-25-1-121,1 2 0,-1 1 0,0 1-1,24 5-6,-40-6-1,-1 1-1,0 1 1,0-1 0,0 1-1,0 0 1,-1 1-1,1-1 1,-1 2-1,0-1 1,0 0 0,0 1-1,-1 0 1,1 1-1,-1-1 1,0 1-1,-1 0 1,0 0 0,3 5 1,-3-4-1,-1 1 1,1 0-1,-2 0 1,1 0-1,-1 0 1,0 1-1,-1-1 1,1 1-1,-2-1 1,1 1 0,-1-3 30,0-1-1,0 1 1,-1-1 0,0 0 0,1 1 0,-2-1-1,1 0 1,-1 0 0,1 1 0,-2-1 0,1-1-1,0 1 1,-1 0 0,0 0 0,0-1 0,-2 3-30,-10 5 98,0 1 0,-1-2-1,0 0 1,0-1 0,-1 0 0,-1-2 0,1 0 0,-1-1 0,-1-1 0,1 0 0,-1-1 0,0-2 0,-1 0 0,1 0 0,0-2 0,-1-1 0,1 0 0,-2-1-98,20 0-8,0 1-1,0-1 1,0 1 0,0-1 0,0 0 0,0 1 0,0-1-1,0 0 1,0 0 0,0 1 0,1-1 0,-1 0 0,0 0-1,0 0 1,1 0 0,-1 0 0,1 0 0,-1 0 0,1-1-1,-1 1 1,1 0 0,0 0 0,0 0 0,-1 0 0,1 0 0,0-1-1,0 1 1,0 0 0,0 0 0,0 0 0,1-2 8,-1-2-154,0 0 0,1-1 0,0 1 0,0 0 0,0-1 0,1 1 0,1-4 154,8-10-1383,1 1 0,0 0 1,2 1-1,-1 0 0,11-8 1383,25-23-6528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20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15155,'0'0'4580,"0"0"-1792,35-8-775,115-26-866,-139 32-1076,0 0 1,0 1-1,0 0 0,1 0 1,-1 2-1,2-1-71,-10 1 9,0-1 0,0 1 0,0-1 0,0 1 0,0 0 0,-1 0 0,1 0 0,0 1 0,0-1 0,-1 1 0,1-1 0,-1 1 0,1 0 0,1 2-9,0 1 0,-1 1 0,0-1-1,-1 1 1,0-1 0,1 1-1,-2 0 1,1 0 0,-1 0-1,0 0 1,0 0 0,0 0-1,-1 0 1,0 0 0,0 0-1,-1 4 1,0 3 20,0 0-1,0-1 0,-1 1 0,-1 0 1,0-1-1,-1 0 0,0 0 1,-1 0-1,-2 4-19,-11 17 57,-1 0-1,-12 13-56,10-15 83,1 1 0,-8 18-83,23-38 37,0 0 1,0 0-1,1 1 0,1-1 0,0 1 0,1 0 0,0 0 0,1 0 0,0 4-37,1-15 23,0 1 1,0-1-1,0 0 0,0 1 1,0-1-1,0 0 0,1 1 0,-1-1 1,1 0-1,-1 0 0,1 1 0,0-1 1,0 0-1,1 1-23,0-1 9,-1-1 0,1 0 0,0-1 0,0 1-1,0 0 1,0 0 0,0-1 0,-1 1 0,1-1 0,0 0 0,0 1 0,1-1 0,-1 0-1,0 0 1,0 0 0,2-1-9,17 1 17,-9 1-80,-1-1 1,1 0-1,0-1 1,0 0 0,0-1-1,-1 0 1,1-1-1,-1 0 1,0-1-1,4-2 63,77-48-1911,-29 11-2821,2-5-7174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21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9 12739,'0'0'4013,"0"0"-1522,-15 28-513,-47 94-171,56-108-1608,0 0 1,1 1-1,1 0 1,0-1-1,2 1 1,-1 0-1,2 1 1,-1-1-1,2 0 1,0 0-1,1 1 1,1-1-1,2 6-199,-3-15 31,0 1-1,1-1 0,0 0 0,1 0 0,-1 0 0,1-1 0,0 1 0,0-1 0,1 1 0,0-1 0,0 0 0,0 0 0,0-1 0,1 1 0,0-1 1,0 0-1,0 0 0,1-1 0,-1 1 0,1-1 0,-1 0 0,1-1 0,0 1 0,0-1 0,1-1 0,-1 1 0,2 0-30,16 2 71,0 0-1,0-1 1,0-1-1,0-2 1,0 0-1,18-3-70,-32 2 17,0-1 0,-1 0 0,1-1-1,0 0 1,-1 0 0,0-1-1,1 0 1,-2-1 0,1 0 0,0 0-1,-1-1 1,0 0 0,0-1-1,-1 0 1,0 0 0,0 0 0,-1-1-1,1 0 1,-2 0 0,1 0-1,-1-1 1,-1 0 0,1 0-1,-1 0 1,-1-1 0,0 1 0,0-1-1,-1 0 1,0 0 0,-1 0-1,0 0 1,-1-3-17,1 1 66,-1 0 0,0 0-1,-1 0 1,0 0 0,-1 0-1,-1 0 1,-1-3-66,1 8 32,0-1 0,0 1 1,-1 0-1,-1 0 0,1 0 1,-1 1-1,0-1 0,0 1 0,-1 1 1,0-1-1,-1 0-32,-4-4 71,-1 0-1,-1 1 1,0 0 0,0 1-1,0 1 1,-1 0 0,0 1-1,0 1 1,-1 0 0,-12-3-71,-60-4-1731,-6 9-6998,92 3-1098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21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14803,'0'0'2801,"0"0"-265,46 200-95,-13-81-801,-3 6-224,-7 2-399,-13-8-297,-3-11-472,-7-16-88,0-18-160,0-8-8,-17-10-160,-6-8-480,-17-1-560,4-14-1689,3-12-5729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22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 12099,'0'0'4577,"0"0"-2865,0 0-112,0 0-592,205-51-703,-129 33-177,-7 4-128,-6 5-160,-10 6-1113,-17 3-1767,-16 0-3026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22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12467,'0'0'2304,"0"0"-1144,0 0 129,0 0-641,225-12-424,-129 0-224,-24 9-1040,-12-3-4137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08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1816,'0'0'10472,"0"0"-4936,0 0-2661,0 0-566,0 0-850,0 0-762,0 15-486,8 69 108,3-1 0,7 12-319,2 18 243,55 427 816,-22 29-1059,-46-292-1700,-20-300-294,0 3 900,-20-52-9792,-4-24 10886,7 9-8240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09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3 562 10850,'0'0'3524,"0"0"-1656,0-29 270,-2-96-527,2 110-1393,1 0 1,1 0-1,0 0 0,1 0 0,0 0 1,1 1-1,1-1 0,0 1 1,1 0-1,1 1 0,3-6-218,7-6 483,0 0-1,2 1 1,1 0 0,11-8-483,-21 21 119,1 1 1,-1 0 0,2 1 0,-1 0 0,2 1-1,-1 0 1,1 1 0,0 1 0,10-4-120,-17 8 11,1 0 1,0 0 0,-1 0-1,1 1 1,0 1 0,0-1-1,0 1 1,0 0 0,-1 0-1,1 1 1,0 0 0,0 0-1,0 1 1,-1 0 0,1 0-1,-1 0 1,0 1-1,1 0 1,-1 0 0,0 1-1,4 3-11,8 7 3,-1 1-1,-1 0 0,0 2 0,-1-1 1,-1 2-1,0 0 0,-2 1 0,0 0 0,-1 1 1,-1 0-1,3 8-2,-1 2 4,-2 0 1,0 1 0,-2 1 0,-1-1-1,-2 1 1,-1 0 0,0 23-5,-4-36 4,-1 0 1,-1-1-1,0 1 0,-1-1 1,-1 0-1,-1 0 1,-1 0-1,0-1 0,-1 0 1,-1 0-1,-9 13-4,11-19 8,-2 0-1,0 0 0,0-1 1,-1 0-1,0 0 1,-1-1-1,0 0 0,0-1 1,-1 0-1,0-1 1,0 0-1,-1 0 0,0-2 1,0 1-1,-1-2 1,-11 4-8,5-4-14,0-2 1,0 0 0,0-1 0,-1 0 0,1-2 0,-3-1 13,21 2-88,0 0-1,0 0 1,0-1 0,0 1-1,0-1 1,0 1 0,0-1-1,0 1 1,0-1 0,0 1-1,1-1 1,-1 0 0,0 1-1,0-1 1,1 0 0,-1 0-1,0 0 1,1 0 0,-1 1-1,1-1 1,-1 0 0,1 0-1,-1 0 1,1 0 0,0 0-1,0 0 1,-1 0 0,1-1-1,0 1 1,0 0 0,0 0-1,0 0 1,0 0 0,0 0 0,0 0-1,1 0 1,-1 0 0,0 0-1,1 0 1,-1 0 0,0 0-1,1 0 1,-1 0 0,1 0-1,-1 0 1,1 0 0,0 1-1,-1-1 1,1 0 0,0 0-1,0 1 1,0-1 0,-1 0-1,1 1 1,0-1 0,0 1-1,1-1 89,27-17-6562,0 2 0,20-7 6562,-43 20-873,53-24-5046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09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0 2513,'0'0'10871,"0"0"-6774,0 0-2202,0 0-637,-17 43-495,2-10-602,0 0 47,1 1 1,2 0-1,1 1 0,2 0 0,1 1 0,2 0 1,-1 30-209,6-59 50,-5 135 1857,7 64-1907,2-161 121,1-1 0,3 0-1,1-1 1,2 0 0,2 0-1,15 33-120,-4-22 96,3-2 0,29 45-96,-38-71-228,1 0 0,1-2 1,1 0-1,2-2 0,0 0 1,7 4 227,-26-23-404,1 0 1,0-1-1,0 1 1,0-1-1,0 0 1,0 0-1,0 0 1,1-1-1,-1 0 1,1 0-1,0 1 404,50-1-12718,-27-4 5424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09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6673,'0'0'6877,"0"0"-2643,0 0-2015,0 0-631,29 8-458,-12-3-991,-1-1-30,0 0 0,0 1 0,0 1-1,0 1 1,-1 0 0,0 1 0,-1 0-1,0 1 1,0 1 0,0 0-1,-2 1 1,9 9-109,21 32 184,-2 2 0,-2 2 0,-3 1 0,-2 2 0,-3 2 0,-2 0 0,-4 2-1,-2 0 1,-3 2 0,4 29-184,-16-63 67,-4-22-2191,-4-21-6337,-6-17 866,-8-6 1608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10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0 4425,'0'0'8926,"0"0"-5528,-4 33-868,-11 73-2,-5-1 1,-25 72-2529,-28 25 2866,-37 61-2866,106-252-120,0-5-57,1 1-1,1 0 1,-1 0-1,1 0 1,0 0 0,0 0-1,1 0 1,0 0-1,1 4 178,5-13-1983,8-4-676,0 0 0,-1-1 0,0 0-1,3-4 2660,24-15-10921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10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3 520 10442,'0'0'5796,"0"0"-3085,0-30-1012,-3-190-380,6 173-989,1 0-1,2 0 1,11-41-330,-16 86 64,-1-1 0,1 1 0,-1-1 1,1 1-1,0 0 0,0-1 1,0 1-1,1 0 0,-1 0 1,0 0-1,1 0 0,0 0 1,-1 0-1,1 0 0,0 0 0,1-1-64,-2 3 25,0-1 0,0 1 0,1 0 0,-1-1 0,0 1 0,0 0 0,1-1 0,-1 1-1,0 0 1,0 0 0,1 0 0,-1 0 0,0 0 0,0 1 0,1-1 0,-1 0 0,0 0 0,0 1-1,0-1 1,1 1 0,-1-1 0,0 1 0,0 0-25,4 2 16,1 1-1,-1 0 1,0 1 0,-1-1-1,1 1 1,-1 0-1,0 0 1,0 0 0,0 1-1,2 4-15,14 32 48,-3 0-1,0 1 1,-3 0-1,0 10-47,-2-9-161,2 0 0,2-1 0,1-1 0,7 8 161,-20-48-7016,-2-14 1896,-5-15-2058,-10-6 2673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0 167 3225,'0'0'10010,"0"0"-5673,0 0-1913,0 0-615,0 0-841,0 0-568,0 0-240,146-41-80,-90 20-64,20-18-16,-16 7-1944,-11-1-6106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11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11987,'0'0'4419,"0"0"-1325,0 0-900,0 0-1128,0 0-544,28 14 58,188 88 371,-189-90-856,-1 0-1,0 2 1,-1 1-1,0 1 0,17 16-94,-35-27 4,-1 1 0,0 0-1,0 0 1,0 1 0,-1 0 0,0 0-1,0 0 1,-1 1 0,0-1-1,0 1 1,-1 0 0,0 0-1,0 1 1,-1-1 0,0 0-1,-1 1 1,0 0 0,0-1-1,0 1 1,-1 0 0,-1 5-4,0-7 6,-1-1 0,0 0 0,0 0 0,0 1 0,-1-2 0,0 1 0,0 0-1,-1 0 1,1-1 0,-1 0 0,0 0 0,-1 0 0,1 0 0,-6 4-6,-13 11 5,-2-1 0,-17 11-5,14-10 29,-6 4-32,-52 41-208,80-56-4560,6-6 1,-1 1-3316,1 1 1586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11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1 173 576,'0'0'12083,"0"0"-9763,0 0 41,0 0-353,0 0-744,0 0-527,0 0-281,221-6-192,-148-14-160,-4-4-104,-2 3-336,-11 0-1641,3-9-2272,-12 4-4889,-11 2 3265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12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6129,'0'0'6650,"0"0"-3330,0 0-1124,30-18-412,101-59-662,-123 72-1036,1 1 0,0 0 0,1 1 0,-1 0 0,1 0 0,-1 1 0,1 1 0,0-1 0,0 2 0,0-1 0,0 1 1,3 1-87,8-1 180,-13 0-130,-1 0 0,0 1 1,0-1-1,1 1 0,-1 1 0,0-1 0,0 1 0,2 1-50,-6-1 5,-1-1 0,1 0 0,-1 1 0,0 0 0,1-1 0,-1 1 0,0 0 0,0 0 0,0 0 0,0 0-1,-1 0 1,1 1 0,-1-1 0,1 1 0,-1-1 0,0 1 0,0-1 0,0 1 0,0 0 0,0-1 0,-1 1 0,1 1-5,0 6 12,0-1 1,0 1 0,-1 0 0,0-1 0,-1 1 0,0-1 0,-1 1 0,0-1 0,0 1 0,-1-1 0,0 0 0,-1 0 0,0-1 0,0 1 0,-1-1 0,0 1-1,0-2 1,-6 8-13,-4 2 27,-1 0-1,-1 0 0,0-2 0,-1 0 0,-1-1 0,0-1 1,-8 4-27,30-17 5,1-1 0,0 1 0,0-1 0,-1 1 1,1 0-1,0 1 0,-1-1 0,5 1-5,7 0 8,30-2-6,-28 0 0,1 1 1,-1 0 0,0 1-1,1 1 1,7 2-3,-19-3 0,-1 1 1,0 0-1,0 0 1,0 0-1,0 0 1,-1 1-1,1 0 1,-1 0-1,1 0 1,-1 0-1,0 1 1,0 0-1,-1 0 1,1 0-1,-1 0 1,0 1-1,0-1 1,0 1-1,2 3 0,0 5 69,0-1-1,-1 1 1,0 0-1,-1 0 1,-1 1-1,0-1 1,-1 1-1,0-1 1,-1 1 0,0-1-1,-1 1 1,-1-1-1,0 0 1,-1 1-1,0-1 1,-1 0-1,-1-1 1,0 1 0,0-1-1,-1 0 1,-1 0-1,0 0 1,-1-1-1,0 0 1,-1-1 0,0 0-1,-2 1-68,-2 3 140,-1-2 1,0 0-1,-1 0 0,0-1 1,-7 2-141,16-9 19,-1-1 1,1 0 0,-1 0 0,0-1 0,0 1-1,0-2 1,0 1 0,0-1 0,-1 0 0,1 0 0,0-1-1,-1 0 1,1 0 0,0-1 0,-2 0-20,6 0-38,1 0 1,-1 0-1,0-1 0,1 1 1,-1-1-1,1 1 0,-1-1 1,1 0-1,0 0 0,0 0 1,0 0-1,0 0 0,0 0 1,0 0-1,1-1 1,-1 1-1,1-1 0,0 1 1,-1-1-1,1 0 0,0 1 1,1-1-1,-1 0 0,0 0 1,1 0-1,-1-2 38,-1-8-966,1 1 0,0 0 0,1-1 0,0 1 0,2-7 966,9-25-7249,13 7-2739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12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 2865,'0'0'10710,"0"0"-5449,0 0-2871,0 0-1317,0 0-650,28 16-271,-28-16-152,24 14 36,0 1 0,-1 0 0,19 18-36,-39-29 9,0 0 0,0-1-1,0 1 1,0 0 0,-1 0-1,0 1 1,1-1 0,-2 0-1,1 1 1,0 0 0,-1-1-1,0 1 1,0 0 0,0-1-1,-1 4-8,1 4 40,-2 1-1,1-1 0,-2 1 1,-1 7-40,1-8 43,-3 15 83,-2-1 1,-1-1-1,-1 1 0,-1-1 1,-1-1-1,-1 0 0,-1-1 1,-9 11-127,-13 18 294,-2-3-1,-3-1 1,-7 5-294,-13-2 259,59-50-187,1-1-24,0 0 106,22 0 364,175 6 1405,-73 0-1952,35-7 29,-156 1-134,0-1-1,-1 1 0,1-1 1,0 0-1,0 0 1,-1 0-1,1 0 1,0-1-1,-1 1 1,1-1-1,-1 1 1,0-1-1,1 0 1,-1 0-1,0 0 1,0 0-1,0 0 1,0 0-1,0-2 135,29-53-5763,-25 43 2784,18-39-11384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12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75 120,'0'0'14867,"0"0"-8785,0 0-4137,0 0-843,-9 37-261,-26 125-222,33-152-559,1 1-1,-1 0 0,2 0 1,0 0-1,0-1 1,1 1-1,0 0 0,1 0 1,0-1-1,0 1 0,1-1 1,1 0-1,0 0 1,0 0-1,1 0 0,0 0 1,1-1-1,0 0 1,0-1-1,1 1 0,0-1 1,6 5-60,-4-5 21,1-1-1,-1 0 1,1-1 0,1 0 0,-1-1 0,1 0 0,0 0-1,0-1 1,0-1 0,0 0 0,1 0 0,-1-1 0,1-1 0,0 0-1,-1 0 1,1-1 0,0-1 0,6-1-21,-11 1 3,-1 0 0,1 0 0,-1-1 0,0 0 0,0 0 0,0-1-1,0 0 1,0 0 0,-1 0 0,1-1 0,-1 0 0,0 0 0,0 0 0,0 0 0,-1-1 0,0 0 0,1 0 0,-2 0 0,1-1 0,-1 1 0,1-1 0,-1 0 0,-1 1 0,2-6-3,2-7 8,-1 0 1,-1 0 0,0 0-1,-2-1 1,0 1 0,-1-1-1,-1 1 1,0-3-9,-1 11 22,-1 1 0,1 0 1,-1 1-1,-1-1 0,0 0 0,0 1 1,0-1-1,-1 1 0,-1 0 0,1 0 1,-1 0-1,-1 1 0,1 0 0,-1 0 0,-1 0 1,1 1-1,-1 0 0,-6-5-22,-8-4-128,0 0 0,-1 2 0,0 1 0,-1 0 0,0 1 0,-5 1 128,27 9-131,0 1 0,1-1 0,-1 0-1,0 1 1,1-1 0,-1 1 0,0-1 0,1 0 0,-1 1 0,1-1 0,-1 0 0,1 0 0,0 0 0,-1 1 0,1-1 0,0 0 0,-1 0 0,1 0-1,0 0 1,0 1 0,0-1 0,0 0 0,0 0 0,0 0 0,0 0 0,0 0 0,0 0 131,3-17-7008,-3 18 6921,5-22-12164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13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5873,'0'0'8377,"0"0"-4809,36 28-1119,-6-5-1881,-7-8-255,-2 1 0,0 1-1,-1 1 1,-1 1-1,-1 0 1,0 1-1,-1 1 1,-2 1 0,0 1-1,7 15-312,-3 4 381,-2 1-1,-2 0 1,-2 1-1,-2 0 0,-1 1 1,0 28-381,1 45 960,-5 111-960,-6-208 18,-1-1-1,-1 0 0,-2 11-17,3-25-175,0 0 0,-1 0-1,0-1 1,0 1 0,0-1 0,-1 1-1,1-1 1,-1 0 0,-1 0-1,1 0 1,-1 0 0,1-1-1,-5 4 176,7-7-524,-1 0-1,0 0 1,0 1-1,0-1 1,0 0-1,0 0 1,0-1-1,0 1 1,0 0-1,0-1 1,0 1-1,-2-1 525,3 0-537,0 0 1,0 0-1,0 0 0,0 0 1,1 0-1,-1 0 1,0 0-1,0 0 0,0 0 1,1-1-1,-1 1 0,0 0 1,0-1-1,1 1 0,-1 0 1,0-1-1,1 1 1,-1-1-1,0 1 0,1-1 1,-1 0 536,-4-14-5886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13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1344,'0'0'12027,"0"0"-9963,0 0 105,0 0-257,0 0-1168,206 6-528,-137-6-160,-3 0-56,-13 0-384,-10-12-744,-16 0-3345,-21 0-8346</inkml:trace>
  <inkml:trace contextRef="#ctx0" brushRef="#br0" timeOffset="1">172 301 3241,'0'0'10706,"0"0"-8201,0 0-497,0 0 152,0 0-719,0 0-961,199 9-480,-130-12-504,1-5-929,-1 2-1023,17-6-217,-19 0-5704,-11 3 2583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16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0 158 10266,'0'0'4132,"0"0"-1924,0 0-309,0 0-108,0 0-410,0 0-362,29 1-309,90-2-250,-109 0-431,0 0-1,1-1 0,-1 0 1,0-1-1,0 0 0,0-1 1,0 0-1,-1 0 0,0-1 1,1 0-1,-2 0 1,1-1-1,-1-1 0,0 1 1,0-1-1,2-3-28,13-26 154,-22 33-118,0-1-1,1 1 0,0-1 1,0 1-1,0 0 0,0 0 1,0 0-1,1 0 1,-1 0-1,1 0 0,0 1 1,0-1-1,0 1 0,3-2-35,-5 4 4,0 0-1,0 0 1,0 1-1,0-1 1,-1 0-1,1 1 1,0-1-1,0 1 1,0-1-1,0 1 1,0-1-1,0 1 1,-1-1-1,1 1 1,0 0-1,0-1 1,-1 1-1,1 0 1,-1 0-1,1 0 1,0-1-1,-1 1 1,0 0-1,1 0 1,-1 0-1,1 0 1,-1 0-1,0 0 1,0 1-4,11 36 11,-9-31 4,30 140 686,-6 2 0,-7 11-701,13 71 623,-29-210-672,9 45 232,-11-61-253,0-1 0,1 1 0,-1-1 0,1 0 0,0 1 0,0-1 0,1 0 1,-1 0-1,1 0 0,0-1 0,2 3 70,-4-6-238,-1 1-1,1-1 1,0 0 0,0 0 0,0 0-1,-1 0 1,1 0 0,0 0 0,0 0-1,0 0 1,-1-1 0,1 1-1,0 0 1,0 0 0,-1-1 0,1 1-1,0 0 1,0-1 0,-1 1 0,1-1-1,0 1 1,-1-1 0,1 1-1,-1-1 1,1 1 0,-1-1 0,1 0-1,-1 1 1,1-1 0,-1 0-1,1 1 1,-1-1 0,0 0 0,1 0-1,-1 1 1,0-1 0,0-1 238,2 0-1590,10-16-9346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16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12067,'0'0'4553,"0"0"-3129,0 0 48,0 0-576,0 0 17,0 0-305,232 33-168,-156-24-248,-3-6-104,0 3-88,22-6-48,-15 0-1993,-14 0-5432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16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1376,'0'0'10987,"0"0"-8147,13 194 265,10-78-433,0 15-727,4 0-761,-1-9-552,1-15-392,3-18-144,-1-21-88,-6-17-8,-3-18-664,-6-15-1344,-5-15-2617,-9-12-1336,0-27-2785,0-6 6289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17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90 499 3265,'0'0'1639,"-13"-27"3174,-2 0-3719,6 13-690,1-2 0,0 1 1,2-1-1,-1 0 0,2-1 1,0 1-1,1-1 0,1 0 1,-2-17-405,4 17 598,0 0 1,1 0-1,1 0 1,2-13-599,-2 24 142,1 0 1,-1 0 0,1 0 0,0 0 0,1 1-1,0-1 1,-1 1 0,2-1 0,-1 1 0,1 0-1,-1 0 1,2 1 0,-1-1 0,3-1-143,7-5 285,0 1 1,1 1-1,0 0 1,1 1 0,0 1-1,0 1 1,0 0-1,1 1 1,0 0-1,0 2 1,0 0 0,1 1-1,-1 1 1,1 0-1,12 2-285,-22-1 50,0 0 0,0 1 0,-1-1 0,1 2-1,0-1 1,-1 1 0,1 1 0,-1-1 0,0 1 0,0 0-1,0 1 1,0 0 0,0 0 0,-1 0 0,6 6-50,-4-3 27,-1 1 0,0 0 0,0 0 0,-1 1 0,0 0 0,-1 0-1,0 0 1,0 1 0,-1 0 0,3 8-27,1 12 119,-1 0-1,-2 0 1,-1 1 0,-1-1-1,-1 1 1,-2 0-1,-3 20-118,2-37 34,-1 0-1,-1-1 0,0 1 0,-1-1 0,0 0 1,-1 0-1,-1 0 0,0 0 0,0-1 0,-2 0 1,1-1-1,-1 1 0,-1-2 0,0 1 0,-1-1 1,0 0-1,0-1 0,-1 0 0,0-1 0,-3 1-33,8-6-76,-1 0 0,1-1-1,-1 0 1,0 0-1,0 0 1,0-1-1,-1 0 77,7-1-163,-1 1-1,0-1 0,0 0 1,0 0-1,0 0 0,0 0 1,1 0-1,-1 0 0,0 0 1,0 0-1,0-1 1,0 1-1,1-1 0,-1 0 1,0 1-1,0-1 0,1 0 1,-1 0-1,1 0 0,-1 0 1,1 0-1,-1-1 1,1 1-1,-1 0 0,1-1 1,0 1-1,0 0 0,-1-3 164,0-6-1623,0-1 0,0 1 0,2-1 0,-1 0 0,1 0 0,1 0 1623,-1-2-2242,0-30-3825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17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5329,'0'0'9074,"0"0"-7434,0 0 817,-86 187-713,63-89-575,6 9-257,7 0 56,10-8-328,0-13-368,14-18-176,22-14-32,7-15-56,3-13-8,7-17-552,23-9-2064,-13-9-4122,-10-14-6201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17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0 360,'0'0'7639,"0"0"-1920,0 0-3107,0 0-871,0 0-403,35 11-412,11 4-623,1 2 1,5 6-304,-43-18 74,0 0 1,-1 0-1,1 1 1,-1 1-1,0-1 1,-1 1-1,0 1 1,0-1-1,-1 1 1,1 0-1,-2 1 1,1 0-1,-1-1 1,-1 2-1,3 5-74,5 9 174,33 72 284,-4 3 0,-5 2 0,20 92-458,-25-87-49,-21-85-818,-10-21 775,0 1 1,1-1-1,-1 0 0,0 0 0,0 0 1,0 0-1,1 0 0,-1 0 0,0 0 1,0 1-1,1-1 0,-1 0 0,0 0 1,0 0-1,0 0 0,1 0 0,-1 0 1,0 0-1,0 0 0,1 0 0,-1 0 1,0 0-1,0 0 0,1 0 0,-1 0 1,0-1-1,0 1 0,1 0 0,-1 0 1,0 0-1,0 0 0,0 0 1,1 0-1,-1-1 0,0 1 0,0 0 1,0 0-1,0 0 0,1-1 0,-1 1 1,0 0 91,14-37-8602,-7 2 971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18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1 3929,'0'0'8522,"0"0"-5102,0 0-724,-11 37-429,0 4-1728,-4 13 199,-2 0 0,-3-1 1,-13 24-739,-12 14 427,-5-2 1,-3-2-1,-4-3 0,-7 3-427,55-79-1893,6-12-3301,4-8-588,2 4 4932,15-13-6016,4 3 3530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18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1 369 1616,'0'0'6728,"0"0"-2445,0 0-1739,0 0-442,0 0-467,0 0-607,12-28-304,-11 26-705,43-100 2048,5-26-2067,-43 107 413,11-30 271,-16 48-634,0 0 1,0 1-1,1-1 1,-1 1 0,1-1-1,0 1 1,-1-1-1,1 1 1,0 0-1,0 0 1,1 0 0,-1 0-1,0 0 1,1 1-1,-1-1-50,-1 2 4,0 0 0,0-1 0,0 1 0,0 0-1,0 0 1,0 0 0,0 0 0,0 0 0,0 1 0,0-1-1,-1 0 1,1 0 0,0 0 0,0 1 0,0-1 0,0 1 0,0-1-1,-1 0 1,1 1 0,0-1 0,0 1 0,-1 0 0,1-1-1,0 1 1,-1 0 0,1-1 0,-1 1 0,1 0 0,-1 0-1,1-1 1,-1 1 0,1 0 0,-1 0 0,0 0 0,1 0-4,13 37 81,-12-31-77,40 152-6,-26-88-432,12 26 434,-20-85-149,-6-9-2930,-2-2-5105,0-3-1740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18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1 167 336,'0'0'11939,"0"0"-9059,0 0-1047,0 0 143,0 0-1016,0 0-624,215-41-216,-152 20-120,16-18-1344,-13 7-3649,-16-1-8458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19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 3409,'0'0'5969,"0"0"-1020,0 0-2088,0 0-785,0 0-630,0 0-651,7 6-359,-4-4-349,0 1 1,0 0 0,0 0-1,-1 0 1,0 0 0,1 1-1,-1-1 1,0 1-1,0-1 1,-1 1 0,1 0-1,-1 0 1,0-1 0,0 1-1,0 0 1,0 0 0,-1 0-1,0 0 1,0 0-1,0 0 1,0 1-88,-1 7 1001,-1-14-387,2 1-607,0 0 1,0 0-1,0 0 0,0 0 1,1-1-1,-1 1 1,0 0-1,1 0 0,-1 0 1,1 0-1,-1 0 0,1 0 1,0 0-1,-1 0 1,1 0-1,0 0 0,-1 0 1,1 0-1,1 0-7,0-1-21,20-18-29,-19 14 39,-15 10 4,-16 14 2,2 1 0,0 1 0,1 1-1,1 1 1,-17 20 5,23-23-1,-48 53 6,60-65-5,1 0 1,0 0-1,1 0 0,-1 1 1,2 0-1,-1-1 0,1 1 1,0 1-1,-1 5 0,4-13 1,0 0 0,0 0 0,0 0 0,-1-1 0,1 1 0,0 0 0,1 0 0,-1 0 1,0 0-1,0 0 0,0 0 0,1 0 0,-1 0 0,0 0 0,1-1 0,-1 1 0,0 0 0,1 0 0,-1 0 0,1-1 0,0 1 0,-1 0 0,1 0 0,0-1 0,0 1-1,27 9 187,47-10 300,-51-1-375,237 1 1073,-235 7-1681,-13-1-1944,4-5-5136,-10-4-2984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19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5801,'0'0'7102,"0"0"-4142,0 0-1030,0 0-618,30-7-695,98-21-265,-117 26-254,0 0 1,0 0-1,1 1 1,-1 0-1,0 1 0,0 0 1,0 1-1,7 1-98,-16-1 14,0 0-1,0-1 0,0 1 0,0 0 1,0 1-1,0-1 0,0 0 1,0 1-1,-1-1 0,1 1 0,0-1 1,-1 1-1,1 0 0,-1-1 0,0 1 1,0 0-1,0 0 0,0 0 0,0 0 1,0 0-1,0 0 0,0 1 0,-1-1 1,1 0-1,-1 0 0,0 0 1,0 1-1,0-1 0,0 0 0,0 0 1,0 1-1,0 0-13,0 5 54,-1 1 1,1-1-1,-1 1 1,-1-1 0,1 0-1,-1 1 1,-1-1-1,0 0 1,0 0-1,0-1 1,-1 1-1,0 0 1,-1-1-1,0 0 1,0 0-1,0-1 1,-1 1 0,0-1-1,-1 1-54,-75 74 668,128-84-77,-36 0-589,0 0 0,0 1 0,0 1 0,1 0-1,-1 0 1,0 1 0,1 0 0,-1 1 0,1 0 0,0 1-2,-7 0 0,0-1 1,0 1-1,-1 0 1,1-1-1,0 2 1,-1-1-1,0 0 1,0 1-1,1 0 1,-2-1-1,1 1 1,0 0-1,0 1 1,-1-1-1,0 0 1,0 1-1,0-1 1,0 1-1,0 0 1,-1 0-1,1 0 1,-1 0 0,0 0-1,0 0 1,-1 0-1,1 4 0,1 3 44,-1 0 1,0 1-1,0-1 0,-1 1 1,-1-1-1,0 4-44,0-9 52,0-1 0,0 1 1,-1-1-1,1 0 0,-1 0 0,-1 0 0,1 0 0,-1 0 1,0-1-1,0 1 0,0-1 0,0 1 0,-1-1 0,0 0-52,-14 13 203,-1-1-1,0-1 1,-2-1-1,1-1 1,-1-1-1,-8 3-202,13-8 82,-1 1-1,1-2 1,-1-1-1,0 0 1,-1-1-1,1 0 1,-1-2-1,-17 1-81,34-3-15,0 0 1,0 0-1,1 0 0,-1 0 0,0 0 0,0 0 0,0 0 0,1-1 0,-1 1 1,0 0-1,0 0 0,1-1 0,-1 1 0,0-1 0,1 1 0,-1 0 0,0-1 1,1 1-1,-1-1 0,1 0 0,-1 1 0,1-1 0,-1 1 0,1-1 0,-1 0 0,1 1 1,-1-1-1,1 0 0,0 0 0,-1 1 0,1-1 0,0 0 0,0 0 0,0 1 1,0-2 14,0 0-122,0 0 1,0-1-1,0 1 1,0 0 0,1-1-1,-1 1 1,1 0-1,0 0 1,-1-1-1,1 1 1,0 0 0,0 0-1,1 0 1,-1-1 121,13-12-2258,0-1 1,1 2-1,0 0 1,4-2 2257,-11 9-1722,35-30-9021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20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13 1920,'0'0'7994,"0"0"-3608,0 0-1994,0 0-581,0 0-564,0 0-471,19-3-279,-19 3-497,18-4 130,-1 2 1,1 0-1,8 1-130,-25 1 16,1 0-1,-1 0 1,1 1 0,-1-1-1,0 1 1,1-1-1,-1 1 1,1 0 0,-1 0-1,0-1 1,0 1 0,1 0-1,-1 0 1,0 0 0,0 0-1,0 0 1,0 1 0,0-1-1,0 0 1,-1 0 0,1 1-1,0-1 1,-1 0 0,1 1-1,-1-1 1,1 1 0,-1-1-1,1 0 1,-1 1 0,0-1-1,0 1-15,1 52 377,-1-41-252,-1-4-47,1 0 1,-2 1 0,1-1-1,-1 0 1,-1 0 0,1 0-1,-1 0 1,-1 0 0,0-1-1,0 1 1,-1-1-79,-11 18 234,-2-2 1,-16 19-235,22-29 107,0 1 0,0 0 0,2 0 0,0 1 1,0 0-1,2 1 0,0 0 0,-2 7-107,9-19 78,0-1 0,0 1 0,0-1 0,1 1 0,-1-1 0,1 1 0,0-1 0,0 1 1,1 2-80,-1-6 52,1 1-1,-1-1 0,1 1 0,-1-1 1,1 0-1,-1 1 0,1-1 0,0 0 0,0 0 1,0 1-1,0-1 0,0 0 0,0 0 0,0 0 1,0 0-1,0 0 0,0 0 0,0-1 0,1 1 1,-1 0-1,0-1 0,1 1 0,-1 0 1,0-1-1,1 0 0,-1 1 0,1-1 0,0 0-50,16 3 220,0-1-1,-1-1 0,1-1 0,0-1 0,0 0 0,-1-1 0,1-1 0,8-3-219,-17 4-201,1-1-1,-1 0 0,0 0 0,0-1 0,0-1 0,0 1 0,-1-2 0,0 1 0,0-1 0,0 0 0,-1-1 0,0 1 0,0-1 1,0-1-1,-1 0 0,3-5 202,13-28-3652,0-8-4250,-13 29 3520,14-31-4705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20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16059,'0'0'3484,"0"0"-1605,-4 30-315,-2 8-1124,-1 0 44,3-1-1,0 1 1,3 28-484,1-55 92,0-1 0,1 1 0,0 0 0,1-1 0,0 1 0,1-1 0,0 0 0,1 0 0,0 0-1,0 0 1,1 0 0,1 1-92,-2-6 23,0 1 0,1-1 0,0 1 0,0-1 0,0-1 0,0 1 0,1-1 0,-1 0 0,1 0 0,0 0 1,0-1-1,1 0 0,-1-1 0,1 1 0,-1-1 0,1 0 0,0-1 0,0 1 0,2-1-23,3 1 23,1-1 1,0 0-1,0-1 1,-1 0-1,1-1 1,0 0-1,-1-1 1,1-1 0,-1 0-1,9-3-23,-15 3 9,-1 1 0,1-1-1,-1 0 1,0-1 0,0 1-1,0-1 1,0 0 0,-1 0 0,0 0-1,1-1 1,-2 0 0,1 1 0,0-1-1,-1-1 1,0 1 0,0 0-1,-1-1 1,1 0 0,-1 1 0,0-1-1,-1 0 1,0 0 0,1-2-9,0-3 53,0-1 1,-1 1-1,0-1 1,-1 0-1,0 0 1,-1 1-1,-1-1 1,1 0-1,-2 1 1,0-1-1,-4-10-53,4 16 32,0-1 0,0 1-1,-1 0 1,0 0 0,0 0-1,-1 0 1,1 1 0,-1-1-1,0 1 1,-1 1 0,1-1-1,-1 1 1,0 0-1,0 0 1,-1 1 0,1-1-1,-1 1 1,1 1 0,-1-1-1,-2 1-31,-11-3-90,-1 2 0,0 0 0,0 1 0,0 1-1,0 1 1,0 0 0,0 2 0,-7 2 90,23-3-42,1 0 1,-1 0 0,1 0-1,0 0 1,-1 1-1,1 0 1,0 0-1,0 0 1,0 0 0,-1 2 41,-10 14-2306,10 7-6779,5-21-3439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 11322,'0'0'3905,"0"0"-1616,0 0 415,136 235-863,-93-125-545,-10 6-192,-13 0-64,-11-6-487,-9-6-321,0-14-152,-16-13-80,-20-6-328,-11-5-1089,-35 17-2792,9-14-4649,3-13-864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21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14395,'0'0'3017,"0"0"-329,0 0-735,0 0-937,192-24-680,-129 6-184,-4 0-152,-6 3-96,-13 6-1176,-20 3-2521,-11 6-2848,-9 0-3226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22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0 143 13379,'0'0'2912,"0"0"-503,0 0-209,0 0-663,0 0-569,0 0-512,0 0-264,212-80-192,-146 56-96,14 6-1672,-21 7-4306,-9 2-8569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22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0 339 72,'0'0'12096,"0"0"-7411,0 0-2375,0 0-781,0 0-724,3-27-413,33-186 799,-31 180-734,-4 24-249,0 0 1,1 1-1,0-1 0,0 1 0,1-1 1,2-3-209,-5 11 12,0 1-1,1 0 1,-1 0 0,0 0 0,1 0 0,-1 0 0,0 0 0,0 0 0,1 0-1,-1 0 1,0 0 0,1 0 0,-1 0 0,0 0 0,1 0 0,-1 0 0,0 0 0,1 0-1,-1 0 1,0 0 0,1 1 0,-1-1 0,0 0 0,0 0 0,1 0 0,-1 0-1,0 1 1,0-1 0,1 0 0,-1 0 0,0 1 0,0-1 0,0 0 0,1 0 0,-1 1-1,0-1 1,0 0 0,0 1 0,0-1 0,0 0 0,0 1 0,0-1 0,1 0-1,-1 1-11,9 16-30,11 33 70,-3 0 1,-2 2-1,8 52-40,-4 14 559,-2 32-559,-15-46 178,-3-74-261,1 0 0,2 0 0,1-1 1,2 7 82,-5-35-204,0 0 0,1 0 0,-1 0 1,0-1-1,1 1 0,-1 0 1,1 0-1,-1 0 0,1-1 1,-1 1-1,1 0 0,0 0 1,-1-1-1,1 1 0,0-1 0,0 1 1,-1 0-1,1-1 0,0 0 1,0 1-1,0-1 0,-1 1 1,1-1-1,0 0 0,0 0 1,0 1-1,0-1 0,0 0 0,0 0 1,0 0-1,0 0 0,0 0 1,0 0-1,0 0 0,-1 0 1,1-1-1,0 1 0,0 0 1,0-1-1,0 1 0,0 0 0,0-1 1,-1 1-1,1-1 0,0 1 1,0-1-1,0 0 204,39-27-9703,-14 4 5767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22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4353,'0'0'8626,"0"0"-6330,0 0 1529,0 0-2329,0 0-647,229 24-585,-163-24-120,0 0-144,-7 0-288,4 0-3489,-20 0-7314,-6 0 4394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23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11522,'0'0'3719,"0"0"-1718,8 29 472,-2-7-2041,79 315 3449,-46-102-3173,-10 0 0,-10 2 0,-10 83-708,-9-314-91,-4 34-455,4-39 453,0 0 1,0 0-1,-1 0 1,1-1-1,0 1 1,-1 0-1,1 0 1,-1-1-1,1 1 1,-1 0-1,0-1 1,1 1-1,-1-1 1,1 1-1,-1 0 1,0-1-1,0 1 1,1-1-1,-1 0 1,0 1-1,0-1 1,1 0-1,-1 1 1,0-1-1,0 0 1,0 0-1,0 0 1,0 0-1,1 0 1,-1 0-1,0 0 1,0 0-1,0 0 1,0 0-1,0 0 1,1 0-1,-1-1 1,0 1-1,0 0 0,0-1 1,0 1 92,0-1-214,-1 0 0,1 1 0,0-1 0,0 0 1,-1 0-1,1 0 0,0 0 0,0 0 0,0 0 0,0 0 0,0 0 0,1 0 1,-1-1-1,0 1 0,0 0 0,0-1 214,-11-26-5025,1 0 1,-3-18 5024,13 43-353,-16-48-4776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24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1800,'0'0'9166,"0"0"-5210,30-17-1330,98-54-594,-118 66-1904,0 0 0,0 1 0,0 1 0,1 0 0,-1 0 0,1 1 0,-1 0 0,1 1 0,0 0 0,0 1 0,0 0 0,2 1-128,7 0 94,-8 0-68,0 0 1,0 1 0,-1 0-1,1 1 1,-1 0 0,0 1-1,1 0 1,-2 1-1,1 0 1,-1 1 0,1 0-1,-2 1 1,1 0 0,-1 0-1,0 1 1,0 0-1,7 10-26,-9-10 59,-1 0 0,1 1 0,-1 0-1,-1 0 1,0 1 0,0-1 0,-1 1-1,0 0 1,-1 0 0,0 1-1,-1-1 1,0 0 0,0 1 0,-1 0-1,0-1 1,-1 1 0,-1 0-1,1 0 1,-2-1 0,0 4-59,-1-4 91,-1 0 0,-1 0 0,1 0 0,-1-1 1,-1 1-1,0-1 0,0 0 0,-1-1 0,0 0 0,-1 0 1,1 0-1,-2-1 0,-7 6-91,-22 15 178,-2-1 1,-22 11-179,52-32 1,7-5-27,-7 6-183,-2 0-1,1 0 0,0-1 1,-1-1-1,0 0 1,-1-1-1,1 0 0,-1-1 1,1 0-1,-5 0 210,17-3-94,0 0-1,0 0 0,-1 0 1,1 0-1,0 0 1,0 0-1,0 0 1,-1 0-1,1 0 1,0 0-1,0 0 0,0 0 1,-1 0-1,1 0 1,0 0-1,0 0 1,0 0-1,0 0 1,-1-1-1,1 1 0,0 0 1,0 0-1,0 0 1,0 0-1,-1 0 1,1 0-1,0 0 1,0-1-1,0 1 0,0 0 1,0 0-1,0 0 1,0 0-1,-1-1 1,1 1-1,0 0 1,0 0-1,0 0 0,0-1 1,0 1-1,0 0 1,0 0-1,0 0 1,0 0-1,0-1 1,0 1-1,0 0 1,0 0 93,7-11-2529,15-10-1702,16-8-3476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24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1120,'0'0'10218,"0"0"-5277,0 0-3015,0 0-597,-7 32-175,2-13-960,-6 31 425,2-1-1,2 1 1,0 37-619,4-11 697,-1-10-90,2-1 0,4 1 0,8 47-607,-7-98 36,0 0 0,1 0 1,0 0-1,1-1 0,1 1 0,0-1 0,1-1 1,1 1-1,0-1 0,1 0 0,0-1 0,4 4-36,-5-8-204,0-1 1,0 0-1,1 0 0,0-1 0,0 0 0,0 0 0,1-1 0,0 0 0,0-1 0,0 0 0,0 0 0,1-1 0,0-1 0,-1 0 0,1 0 0,0-1 0,7 0 204,-7-1-1418,0 0 0,0 0 0,0-1-1,1-1 1,-1 0 0,-1 0-1,1-1 1,7-3 1418,26-16-8348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24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6313,'0'0'6762,"0"0"-3372,0 0-1208,33 9-550,-5-3-1342,-10-2-172,0 0 1,0 1-1,0 1 0,-1 0 0,0 2 1,0 0-1,-1 0 0,0 2 0,0 0 1,-1 1-1,5 5-118,10 13 381,-1 1 0,-2 1-1,-1 1 1,-1 2 0,13 25-381,-1 5 394,-4 3 1,19 52-395,-48-109-98,0 1-1,-1-1 1,-1 1 0,2 10 98,-3 4-3067,-1-23-2001,0-5-2984,0-12 1157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25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1 9394,'0'0'8354,"0"0"-6170,0 0-695,0 0-201,-115 176-296,75-84-224,-3 0 120,0-3-207,7-11-401,12-16-176,8-14-96,9-16-8,7-8-432,0-12-817,0-12-1135,4-15-3217,9-17-9147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25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2 486 14107,'0'0'4778,"0"0"-2270,0 0-713,0 0-622,0-29-575,-1-5-489,1-62 550,5-30-659,-2 87 154,-3 19 107,2-1 0,1 1 0,0 0 0,1 0 0,7-18-261,-11 37 15,1-1-1,0 1 1,0 0 0,0-1-1,-1 1 1,1 0 0,1-1-1,-1 1 1,0 0 0,0 0-1,0 0 1,1 0 0,-1 0 0,0 0-1,1 0 1,-1 1 0,1-1-1,-1 0 1,1 1 0,-1-1-1,1 1 1,-1 0 0,1-1-1,0 1 1,-1 0 0,1 0 0,0 0-1,-1 0 1,1 0 0,-1 0-1,1 1 1,0-1 0,-1 1-1,1-1 1,-1 1 0,1-1-1,-1 1-14,4 1-2,0 0-1,-1 0 1,1 0-1,-1 1 0,0-1 1,0 1-1,0 0 0,0 0 1,0 1-1,0-1 1,0 2 2,6 9 2,-1 1 0,0 1 0,0 0 0,-2 0 1,0 0-1,4 15-2,3 22-33,4 30 33,7 27-2724,-25-110 928,0 3 3531,0-2-7576,-1-1-7942,-8 0 11376</inkml:trace>
  <inkml:trace contextRef="#ctx0" brushRef="#br0" timeOffset="1">2 486 3137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25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83 167 3137,'-83'-92'2072,"83"92"6266,0 0-6234,20 0-1119,13 0-393,13-9-416,1 0-176,2 0-496,14-9-889,-16 3-2576,-8 1-5305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29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57 111 4001,'0'0'1027,"0"0"3247,0 0-1425,0 0-938,0 0-147,0 0-364,10-3-422,30-8 148,2 2 0,-1 3 0,1 0 0,27 2-1126,-68 4 86,-11-1 10,0 0-1,-1 0 1,1 1-1,0 0 1,0 1-1,0 0 1,-10 3-96,-29 1 131,-112-4 1155,161-1-1258,0 0-19,0 0-1,6 1-8,0 0-1,0 0 0,0-1 0,0 0 0,0 0 1,0 0-1,0-1 0,0 0 0,0 0 0,2-1 1,6-1 2,99-23 101,-85 18-31,1 1 0,0 1 1,1 1-1,28-1-72,-57 6 26,-28 0 277,-16 2-92,29-1-200,-1 0 1,0-1-1,1-1 1,-1 0-1,0-1 0,1 0 1,-1-1-1,1-1 1,-2-1-12,-4 1-2429,16 5 274,-3-1-3540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29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1150 784,'0'0'9522,"0"0"-5949,0 0-944,0 0-336,0 0-1015,17-25-597,4-4-479,0 0 77,-1-1-1,-2 0 1,-1-2 0,7-17-279,0-12 405,-2-1 0,-3-2 0,-2 0 0,-4 0 0,-2-2-405,12-131 1437,-8-1-1437,-10 126 333,18 297-71,-21-200-262,0 9 2,1 0 0,2-1 0,1 1 0,2-1 1,5 13-3,-11-39 0,1 0 0,-1-1 1,1 1-1,0-1 1,1 0-1,0 1 1,0-2-1,0 1 1,1 0-1,-1-1 1,1 0-1,1 0 1,-1 0-1,1-1 1,-1 0-1,1 0 0,1 0 1,-1-1-1,0 0 1,1 0-1,0 0 1,-1-1-1,1 0 1,0-1-1,0 1 1,0-1-1,0-1 1,1 1-1,-1-1-2,1 0 1,-1 0 0,0-1-1,0 0 1,0 0 0,0-1-1,-1 1 1,1-2 0,0 1-1,-1-1 1,1 0 0,-1 0-1,0-1 1,0 1-1,0-1 1,0-1 0,-1 1-1,0-1 1,0 0 0,0 0-1,3-5 2,-1-1-21,0-1-1,0 1 0,-1-2 1,0 1-1,-1-1 0,-1 1 1,0-1-1,-1-1 0,0 1 1,-1 0-1,0-3 22,4-65-42,-4 0-1,-5-20 43,3 75 0,-1 18 0,2-6 28,-1 0-1,-1 0 0,0 0 0,-1 0 0,0 1 0,-1-1 1,-1 0-1,0 1 0,-5-9-27,7 21 106,1 7-27,-4 133-62,8 44-17,-1-129-6,-2-36-549,0 8 859,2 0 1,0-1 0,2 1-1,1 2-304,-4-21-256,1-1 0,0 1 0,1-1 0,0 0 0,0 1 0,0-1 0,1-1 0,0 2 256,-2-5-552,0 1 0,1 0 0,-1-1 0,1 1-1,-1-1 1,1 0 0,0 0 0,0 0 0,0 0-1,0-1 1,0 1 0,0-1 0,1 0 0,-1 0 0,2 1 552,22 0-13995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30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13 499 1712,'0'0'8069,"0"0"-4707,0 0-1227,0 0-100,0 0-439,0 0-818,-1-19-518,0-80-49,-6-162 2719,7 254-2852,-2-14 152,1 1 0,1 0-1,0 0 1,2-5-230,-1 25 0,-1-1 0,0 1 1,1-1-1,-1 1 0,1-1 0,-1 1 0,1-1 0,-1 1 0,1 0 1,-1-1-1,1 1 0,-1 0 0,1 0 0,-1-1 0,1 1 0,-1 0 1,1 0-1,-1 0 0,1 0 0,0 0 0,-1-1 0,1 1 0,-1 0 0,1 0 1,-1 1-1,1-1 0,0 0 0,-1 0 0,1 0 0,-1 0 0,1 0 1,-1 1-1,1-1 0,0 0 0,-1 0 0,1 1 0,-1-1 0,1 0 0,22 12-36,-13-2 35,0 0 1,-1 0-1,0 1 0,-1 0 0,0 1 0,-1-1 0,0 2 0,-1 0 1,47 113 23,-6-13-347,-44-108-181,0 1-212,-2-1-7496,-1-5-489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30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2905,'0'0'8305,"0"0"-6768,0 0-617,0 0-568,192-27-352,-132 24-232,3 3-608,-20 0-1697,-14 0-6281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30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1 468 3089,'0'0'6469,"0"0"-3740,0 0-1148,0 0 144,0 0-305,41 0-372,-3 0-793,55 0 578,1-4 1,13-6-834,1575-222 5589,-1051 139-5261,-527 79-290,0-5-1,-1-4 0,56-22-37,-147 41 24,-8 3-16,1 0 0,-1-1 0,0 0 0,0 0 0,0 0 0,0 0 0,-1 0 0,1-1 0,0 0 0,-1 0-8,-2 3-33,-1 0-175,0 0-356,-7 1-454,-11 2-1090,0 2 0,0 0 0,-8 4 2108,-23 9-6022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31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9 215 2593,'0'0'6540,"0"0"-3630,0 0-1103,0 0 410,32-3-169,107-7-719,-126 10-1268,-1 1-1,1 0 1,-1 0-1,0 1 1,1 1 0,-1 0-1,0 1 1,-1 0-1,1 0 1,-1 2-1,1-1 1,-2 1-1,1 1 1,-1 0 0,0 1-1,0-1 1,-1 2-1,0 0 1,0 0-1,-1 0 1,-1 1-1,2 2-60,-3-3 11,0 0-1,-1 1 1,0-1-1,0 1 1,-1 0-1,-1 0 0,1 1 1,-2-1-1,1 1 1,-2-1-1,1 1 0,-1 0 1,-1-1-1,0 1 1,-1 0-1,-1 6-10,2-14 6,0 1 1,-1-1-1,0 0 0,0 0 0,0 0 0,0 1 1,0-1-1,0 0 0,-1 0 0,0 0 1,1-1-1,-1 1 0,0 0 0,-1-1 0,1 1 1,0-1-1,-1 0 0,1 0 0,-3 2-6,0-1 37,-1 0-1,0 0 0,0 0 1,0-1-1,0 0 1,0 0-1,-1 0 0,1-1 1,-1 0-1,-1 0-36,-5 0 148,-1-1-1,0 0 1,0 0 0,0-2-1,0 0 1,0 0 0,0-1 0,1-1-1,-8-3-147,-9-6 462,1-2 0,-28-18-462,46 27 155,1-1 1,1-1-1,-1 1 0,1-2 1,0 1-1,1-1 0,0 0 1,0-1-1,-3-6-155,8 11 62,1 0 1,0 0-1,0 0 1,1 0-1,-1 0 1,1 0-1,0 0 1,1 0-1,-1 0 0,1-1 1,0 1-1,0 0 1,1-1-1,-1 1 1,1 0-1,0 0 1,1 0-1,-1 0 0,1 0 1,0 0-1,0 0 1,1 1-1,-1-1 1,1 1-1,1-1-62,9-13 32,1 0 0,1 2-1,0-1 1,1 2 0,6-4-32,-13 11 42,13-12-139,13-12 312,2 1 1,16-9-216,-42 33-195,-1 0 1,1 0 0,0 2 0,1-1 0,-1 1 0,1 1 0,0 0-1,0 1 1,1 0 0,-1 1 0,8 0 194,29 1-3553,-16 2-2812,2 1-6761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31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1 506 7178,'0'0'4705,"0"0"-2044,0 0 57,0 0-709,0 0-1082,0-25-351,0-162 1302,0 186-1870,4-130 1549,-2 114-1438,0 0-1,2 0 1,0 0-1,0 1 1,2 0-1,4-11-118,-9 26 4,-1-1 0,1 0 0,0 0 1,0 0-1,0 0 0,0 0 0,0 1 0,0-1 0,0 0 0,1 1 1,-1-1-1,1 1 0,-1-1 0,1 1 0,-1 0 0,1 0 1,0 0-1,0 0 0,-1 0 0,1 0 0,0 0 0,0 0 0,0 1 1,0-1-1,0 1 0,0 0 0,0-1 0,0 1 0,0 0 0,0 0 1,0 0-1,0 0 0,0 1 0,1-1 0,-1 1 0,0-1 0,-1 1 1,1 0-1,0-1 0,0 1 0,0 0 0,0 1-4,4 1-2,0 1 0,0 1 0,0-1 0,-1 1 0,0 0-1,0 0 1,0 1 0,-1-1 0,0 1 0,0 0 0,1 2 2,7 20 4,-1 1 1,-1-1 0,-1 2 0,-2-1-1,-1 1 1,-2 1 0,0-1-1,-2 20-4,3 7-13,-6-43-2423,-6-23-3042,-2-3 3351,-10-12-6718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32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130 494 856</inkml:trace>
  <inkml:trace contextRef="#ctx0" brushRef="#br0" timeOffset="1">130 494 856,'-129'-205'13515,"129"205"-9642,6 0-1841,34-15-911,13-9-697,16-3-240,7 1-136,1-4-40,-1 0-8,16-21-168,-16 10-2473,-13-4-6321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32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0 1840,'0'0'9050,"0"0"-5142,0 0-1941,0 0-539,0 0-184,0 0-241,-22 31-281,-73 101-298,70-102-198,-2 0 0,-1-2 0,-2-1 0,-21 15-226,31-27 205,0 2 0,1 0 0,0 2 0,1 0 0,2 0 0,-12 19-205,26-37 7,1 1 0,0-1 1,0 1-1,0-1 0,0 1 1,0 0-1,0 0 0,0-1 1,1 1-1,-1 0 0,0 0 0,1 0 1,0 0-1,-1 0 0,1 0 1,0 0-1,0 0 0,0 0 1,0 0-1,1 0 0,-1 0 1,0 0-1,1 0 0,-1-1 0,1 1 1,0 0-1,0 0 0,0 0 1,0-1-1,0 1 0,0 0 1,0-1-1,0 1 0,1-1 1,-1 1-1,0-1 0,1 0 0,0 0 1,-1 1-1,1-1 0,0 0 1,-1 0-1,1-1 0,0 1 1,0 0-8,12 4 158,-1 0 0,0-2 0,1 1 0,0-2 0,14 2-158,-18-3 164,87 8 267,0-5 0,77-7-431,-140 2-440,-7 0-1828,1-1-1,-1-2 1,3-1 2268,14-6-7626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32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75 6305,'0'0'5872,"0"0"-2635,0 0-781,0 0-575,29-12-837,99-36-477,-118 45-493,0 0 0,-1 1 1,2 0-1,-1 0 0,0 1 0,0 0 1,0 1-1,1 0 0,-1 1 0,0 0 0,0 0 1,1 1-1,8 4-74,-15-5 15,-1 1 1,1 0-1,-1 0 1,0 0-1,0 0 0,0 1 1,0-1-1,-1 1 1,1 0-1,-1-1 0,1 1 1,-1 1-1,0-1 0,0 0 1,0 0-1,-1 1 1,1-1-1,-1 1 0,0-1 1,0 1-1,0 0 1,0 0-1,0-1 0,-1 1 1,0 0-1,0 0 1,0 0-1,0-1 0,-1 1 1,1 0-1,-1 0 1,-1 2-16,-1 5 19,0-1 0,-1 1 0,0-1 0,-1 0 1,0 0-1,-1 0 0,0-1 0,0 0 1,-1 0-1,0-1 0,-1 0 0,0 0 0,-4 3-19,-24 20 73,-1-2 0,-22 13-73,40-29-2,-27 19 2,82-33 20,-25 2-16,7-1 20,0 0 0,-1 1 0,1 1 0,-1 0 0,1 1 0,6 4-24,-19-6 16,0 1 0,-1 0 1,1 0-1,-1 0 0,0 1 0,0-1 1,0 1-1,0 0 0,0 0 1,-1 1-1,1-1 0,-1 1 0,0 0 1,0 0-1,0 0 0,-1 0 1,1 0-1,-1 0 0,0 1 0,0-1 1,-1 1-1,1 0 0,-1-1 0,0 1 1,0 4-17,0-4 65,0 0 0,-1-1 0,1 1 1,-1 0-1,0-1 0,-1 1 0,1 0 0,-1-1 1,0 1-1,0 0 0,0-1 0,-1 1 1,0-1-1,1 0 0,-2 0 0,1 1 0,0-1 1,-1-1-1,0 1 0,0 1-65,-5 2 108,0 0 0,-1 0 1,0-1-1,1 0 0,-2 0 0,1-1 0,-1-1 1,-4 3-109,-10 1 43,1 0 0,-1-2 0,-1 0 0,1-2 0,-1 0 0,0-2 0,1-1 0,-21-1-43,42 0-35,0 0 1,0-1 0,0 1 0,0 0-1,0-1 1,0 0 0,0 1 0,1-1-1,-1-1 1,0 1 0,0 0-1,1-1 1,-2 0 34,3 1-80,0 0 0,0 0 1,1 0-1,-1 0 0,0 0 0,0 0 0,1 0 0,-1 0 0,1 0 0,-1 0 0,1 0 0,0 0 0,-1 0 1,1-1-1,0 1 0,0 0 0,0 0 0,0 0 0,0-1 0,0 1 0,0 0 0,0 0 0,0 0 0,1-1 1,-1 1-1,0 0 0,1 0 0,-1 0 0,1 0 0,-1 0 0,1 0 0,0 0 0,-1 0 0,1 0 0,0 0 1,1-1 79,6-7-1371,1 0 0,0 0 0,1 1 1,0 1-1,0-1 0,0 2 0,7-4 1371,38-20-10807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33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3609,'0'0'6192,"0"0"-3333,0 0-204,35-15 803,113-47-1313,-141 59-1999,1 0 0,-1 1 0,1 0 1,-1 0-1,1 1 0,0 0 0,-1 0 0,1 1 1,7 0-147,-12 0 33,-1 0 1,0 1 0,1-1 0,-1 1 0,0 0 0,1 0 0,-1 0 0,0 0 0,0 0 0,0 0 0,0 1-1,0-1 1,0 1 0,0-1 0,0 1 0,0 0 0,-1 0 0,1-1 0,0 3-34,2 4 35,-1 0 1,-1 1-1,1-1 1,-1 1 0,-1-1-1,0 1 1,0 0-1,0-1 1,-1 1-1,-1 0 1,0 3-36,1 6 73,0-3-39,-1-1 0,-1 1 0,0-1 0,-1 1 0,-1-1 0,0 0 0,-1-1 0,-5 12-34,-8 10 66,-1 0 0,-13 15-66,-32 59 191,61-104-104,1 0-1,-1 0 1,1 0-1,0 0 1,1 1-1,-1-1 1,1 1-1,0-1 1,0 1-1,1-1 1,0 1-1,0 0 1,0-1-1,1 4-86,1-8 70,1 0 0,0 1 0,0-1 0,0 0 0,0-1 0,0 1 0,0 0 0,0-1 0,0 0 1,0 1-1,0-1 0,0-1 0,0 1 0,0 0 0,0-1 0,1 1-70,5-1 119,8 1-75,-1-1 0,0-1 0,0 0 0,0-1 0,0-1 0,0 0 0,-1-1 0,0-1 0,14-7-44,-7 0-771,1 0 1,-2-2-1,0 0 0,-1-2 0,16-16 771,8-14-6070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33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18 110 9674,'0'0'6028,"0"0"-3245,0 0-953,-4 32-330,-8 108-409,11-129-994,0-1 0,1 1 0,1-1 0,-1 0 0,2 1-1,0-1 1,0 0 0,1 1 0,0-1 0,0-1 0,1 1 0,1 0 0,-1-1-1,2 0 1,-1 0 0,1-1 0,1 1 0,-1-1 0,1-1 0,1 1 0,0-1-1,0 0 1,0-1 0,0 0 0,3 1-97,7 3 65,1-1 0,0-1 1,0-1-1,0 0 0,1-1 0,0-1 1,0-2-1,0 1 0,1-2 0,-1-1 1,8-1-66,-21 0 24,-1-1 1,1 0 0,-1 0 0,1 0 0,-1-1 0,1 0 0,-1 0 0,0-1 0,0 0 0,0 0-1,0 0 1,0-1 0,-1 0 0,0 0 0,1 0 0,-2-1 0,1 1 0,0-1 0,-1 0 0,0-1 0,0 1-1,-1-1 1,1 0 0,-1 0 0,0 0 0,-1 0 0,0 0 0,0-1 0,0 0-25,2-4 49,-1-1-1,-1 1 1,0 0 0,-1-1 0,0 0 0,0 1-1,-1-1 1,-1 0 0,0 1 0,-1-1 0,0 1-1,0 0 1,-2-1 0,1 1 0,-1 0 0,-5-8-49,-3 1 36,-1 0 1,-1 1 0,0 1-1,-2 0 1,1 1 0,-2 1 0,0 0-1,-1 1 1,-7-3-37,-65-53-49,80 56-536,9 1-3662,1 6-3476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33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13051,'0'0'5057,"0"0"-3745,0 0 56,198-51-719,-125 30-465,7 0-184,-21 6-1473,-16 4-4344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39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4489,'0'0'5532,"0"0"-2186,0 0-667,0 0-332,0 0-698,0 0-728,15-2-437,39-4-184,28-3 623,0 2 0,31 5-923,-111 2 0,-1 0 1,1 0-1,-1 1 1,1-1-1,-1 0 0,1 1 1,-1-1-1,1 1 1,-1 0-1,0-1 0,0 1 1,1 0-1,-1 0 0,0 0 1,0 0-1,0 0 1,0 0-1,0 0 0,0 1 1,0-1-1,0 0 1,0 1-1,1 2 2,0 0 1,0 0 0,-1 1 0,0-1 0,0 0 0,0 0-1,0 1 1,0 2-3,-1 4 8,1 1-1,-2-1 1,1 0-1,-2 1 1,1-1-1,-4 7-7,-2 1 10,-1-1 1,-1-1-1,-1 0 1,0 0-1,-2-1 1,1 0-1,-11 9-10,-36 54 40,50-67 14,0 1 0,1 0 0,1 1 0,0-1 0,1 1 0,0 0 0,1 1 0,1-1 0,0 1-1,1 0 1,0 0 0,1 5-54,2-19 52,-1 1-1,1-1 0,0 1 1,0-1-1,0 1 0,0-1 1,0 1-1,0-1 0,0 0 1,0 1-1,0-1 1,0 0-1,1 0 0,-1 0 1,1 0-1,-1 0 0,1 0 1,-1-1-1,1 1 0,-1 0 1,1-1-1,0 1 0,-1-1 1,1 1-1,0-1 1,-1 0-1,1 0-51,51 8 444,-43-7-479,-1 0 1,1 0-1,0-1 0,0-1 0,0 1 0,-1-2 0,1 1 0,0-1 1,-1-1-1,0 0 0,1 0 0,-1-1 0,0 0 0,-1 0 0,9-6 36,82-74-5463,-55 45-795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39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1 720,'0'0'10885,"0"0"-5696,0 0-2862,0 0-772,0 0-436,0 0-246,-26 28-188,-80 91-153,103-116-508,1 0-1,-1 0 1,1 0-1,0 0 1,0 1 0,0-1-1,0 1 1,1 0-1,-1-1 1,1 1 0,0 0-1,0 0 1,1 0-1,-1 0 1,1 0 0,-1 0-24,2-2 8,-1-1 1,1 1 0,-1 0-1,1-1 1,-1 1 0,1 0 0,0-1-1,0 1 1,0-1 0,0 1-1,0-1 1,0 0 0,0 1-1,0-1 1,1 0 0,-1 0-1,1 0 1,-1 0 0,0 0 0,1 0-1,0 0 1,-1 0 0,1-1-9,8 4 18,0-2 1,0 1 0,0-1 0,0-1-1,1 0 1,-1 0 0,10-2-19,-18 1 5,5 0-34,0-1 1,-1 0-1,1 0 1,-1 0-1,1-1 1,-1 0-1,0-1 1,0 1 0,0-1-1,0 0 1,0-1-1,-1 1 1,1-1-1,-1 0 1,0-1 0,0 1-1,-1-1 1,1 0-1,2-5 29,-1 2-71,-1 1 0,1-2 0,-2 1 0,1 0 0,-2-1 0,1 0 0,-1 0 0,0 0 0,-1 0-1,0 0 1,0-1 0,-1 1 0,0-8 71,-1 14 186,0 28 343,-2 56 86,1-19 684,5 62-1299,-3-106 92,2 0-1,0 0 1,1 0 0,1-1 0,0 0-1,2 0 1,0 0 0,0-1-1,3 2-91,-9-15-141,1 0 0,1 0 0,-1 0 0,0-1 0,1 1 0,-1-1 0,1 1 0,0-1 0,0 0 0,0 0 0,1 1 141,-3-3-373,1 1 0,-1 0-1,1-1 1,-1 1-1,1-1 1,0 1 0,-1-1-1,1 0 1,0 1-1,-1-1 1,1 0-1,0 0 1,-1 0 0,1-1-1,0 1 1,-1 0-1,1-1 1,-1 1 0,1-1-1,0 1 1,-1-1-1,1 0 1,-1 1-1,0-1 1,2-1 373,13-16-7836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39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26 6481,'0'0'7890,"0"0"-4856,0 0-1296,-7 33-53,-21 109-230,26-136-1373,1 0 1,0 0-1,1 1 0,-1-1 0,1 0 0,0 0 0,1 0 0,-1 1 0,1-1 0,1 0 0,-1 0 0,1 0 0,0 0 0,0-1 0,1 1 0,-1 0 1,1-1-1,1 0 0,-1 0 0,1 0 0,0 0 0,0 0 0,0-1 0,1 1 0,-1-1 0,1 0 0,0-1 0,0 1 0,1-1 0,-1 0 0,1-1 1,-1 1-1,3 0-82,13 3 161,0 0 0,0-1 0,1-2 0,0 0 0,-1-1 0,1-1 0,19-2-161,-31 1 18,-1 0 0,0-1 0,1 0 0,-1 0 0,0-1 0,0-1 0,1 1 0,-2-1 0,1-1 0,0 0 0,-1 0 0,0-1 0,0 0 0,0 0 0,0 0 0,-1-1 0,0-1 0,0 1 0,-1-1 0,1 0 0,-2-1 0,1 1-1,-1-1 1,0 0 0,-1-1 0,0 1 0,0-1 0,0 1 0,-2-1 0,1 0 0,0-5-18,-1 5-2,-1 1-1,0-1 0,-1 1 0,0-1 0,0 1 0,-1-1 1,0 1-1,0 0 0,-1-1 0,0 1 0,-1 0 0,0 0 1,0 0-1,0 0 0,-5-6 3,3 8-53,0 0 0,0 0-1,0 1 1,-1-1 0,0 1 0,0 0 0,0 1 0,-1 0 0,0 0 0,1 0 0,-1 1-1,-1 0 1,1 0 0,0 0 0,-1 1 0,1 1 0,-7-2 53,-22-2-643,0 2 0,-1 1 1,1 2-1,-3 2 643,7-1-739,-96 6-4368,5 12-3405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40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1 383 432,'0'0'2915,"0"0"1818,0 0-1287,0 0-962,0 0-476,0 0-528,7 3-318,7 1-874,0 0 0,0-1 1,0-1-1,1 0 0,-1-1 0,1-1 0,-1 0 1,4-1-289,16 1 321,548-27 2129,4-31-968,-231 21-695,-50 7-91,555-57 131,-6-37-821,-685 88-239,-164 35 140,-2 0-1990,-26 9-3691,-6 7 1313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40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1136,'0'0'10755,"0"0"-6525,0 0-1944,35-10-566,115-33-725,-133 38-925,1 1-1,-1 0 1,1 2 0,0 0 0,0 1 0,0 0-1,0 2 1,0 0 0,9 2-70,-24-2 1,-1-1 0,1 1 0,-1 0 0,1 0-1,-1 0 1,1 0 0,-1 1 0,0-1 0,1 1 0,-1-1 0,0 1 0,0 0 0,0 0-1,0 0 1,-1 0 0,1 0 0,0 0 0,-1 0 0,1 0 0,-1 1 0,0-1 0,0 1-1,0-1 1,0 1 0,0-1 0,-1 1 0,1 0 0,-1-1 0,1 1 0,-1 0 0,0-1-1,0 1 1,-1 1-1,2 5 8,-2-1 0,1 1 0,-1 0 0,0 0 0,-1 0 0,0-1 0,-1 1 0,0-1 0,-3 8-8,-6 3 29,0-1 1,-1-1-1,-1 1 0,0-2 0,-16 13-29,18-17 201,-1 0 0,1 1 1,1 0-1,0 1 0,1 0 0,1 0 0,0 1 1,1 1-1,-6 15-201,9 19 1313,5-41-947,1-8-344,-1-1 1,1 1 0,-1-1-1,1 1 1,-1-1 0,1 1-1,-1-1 1,1 1 0,-1-1-1,1 0 1,-1 1 0,1-1-1,0 0 1,-1 0 0,1 1-1,0-1 1,-1 0-1,1 0 1,0 0 0,-1 0-1,1 0 1,0 0 0,-1 0-1,1 0 1,0 0 0,-1 0-1,1 0-22,28 0 196,-20 0-78,9-1-84,-1-1-1,0 0 1,1-1-1,-1-1 1,0 0-1,0-2 1,-1 0-1,0-1 1,0 0-1,0-1 1,8-6-34,67-51-2032,-7-8-4669,-30 25-4970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41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94 152 7282,'0'0'7277,"0"0"-3959,0 0-924,-17 32-639,-49 104-616,64-132-1078,0 0 0,1 1 0,-1-1-1,1 1 1,0-1 0,0 1 0,1 0 0,-1-1 0,1 1 0,0 2-61,0-5 22,1 0 1,-1 0-1,1 0 1,-1 0 0,1 0-1,-1-1 1,1 1-1,0 0 1,0 0 0,0-1-1,0 1 1,0 0-1,0-1 1,1 1 0,-1-1-1,2 1-22,1 2 40,1-2-1,0 1 1,0 0-1,1-1 0,-1 0 1,0 0-1,1-1 1,-1 0-1,1 1 1,5-1-40,-1 1 73,16 2-9,0-1 0,0-1 1,0-1-1,0-1 1,0-1-1,0-2 0,9-2-64,-21 3 3,-1-1 0,1-1 0,-1 0-1,1-1 1,-1 0 0,0-1 0,-1 0-1,0-1 1,0-1 0,0 0 0,-1 0-1,0-1 1,-1-1 0,4-3-3,-11 9 7,0 0 1,0 0-1,0 0 0,0-1 0,-1 1 1,0-1-1,0 1 0,0-1 1,0 0-1,-1 0 0,0 0 0,0 0 1,0 0-1,-1 0 0,1 0 1,-1 0-1,0 0 0,-1 0 1,1 0-1,-1 0 0,0 0 0,0 0 1,-2-4-8,0 1 2,0 1 0,-1 0 1,0 0-1,0 0 1,0 0-1,-1 1 1,0 0-1,0 0 0,-1 0 1,0 0-1,0 1 1,0 0-1,-1 0 0,-3-1-2,-21-10-13,0 1 0,-1 1 1,-1 2-1,0 2 0,-1 0 0,1 3 0,-22-2 13,51 8-462,105-8-7699,-72 5 4957,43-7-8772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41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1216,'0'0'11289,"0"0"-7266,0 0-2363,28 20-49,-21-15-1513,25 17 203,-1 2 1,0 1-1,-2 1 0,-1 2 0,-1 1 1,-2 0-1,6 11-301,0 9 252,-2 2 0,-3 1 0,-1 1 0,-3 2 0,-2 0 0,-3 1 0,4 27-252,-1 16 524,-5 1 0,-4 1 1,-2 93-525,-10-111 193,-2-1 0,-5 1 0,-3-1-1,-3 0 1,-4-1 0,-4-1 0,-3-1 0,-4-1 0,-11 17-193,22-53-14,-61 123-145,66-141-269,-1-1 0,-1 0 1,-1-1-1,-2-1 1,-8 9 427,22-26-394,-1 0-1,1 0 1,-1-1 0,0 0 0,-1 0 0,1 0-1,0 0 1,-1-1 0,1 0 0,-1 0-1,0-1 1,0 1 0,1-1 0,-1 0 0,0-1-1,-4 1 395,1-1-1649,-1-1-1,1 0 1,0 0-1,0 0 1,0-1-1,-6-3 1650,-41-23-8083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44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9234,'0'0'8138,"0"0"-6314,0 0 41,0 0 23,0 0-888,0 0-664,0 0-184,99 27 64,-16-18 96,3-3-224,-10-3 0,-13-3-88,-10 0-576,-23 0-1560,-14 3-3537,-16 3-5986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44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0 141 4993,'0'0'8850,"0"0"-6866,0 0-191,0 0-385,0 0-648,0 0-760,239-48-168,-110 12-1608,-24 7-2089,-12 2-7874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44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1 442 12603,'0'0'4443,"0"0"-2017,0 0-579,1-30-683,2-9-917,2-133 501,-5-28 2316,19 238-2336,4 40-679,-2 2 0,-4 0 0,-4 1 0,-2 21-49,21 116 25,-29-199-111,-1-8-294,0-1-1,0 1 0,1 0 1,0-1-1,1 1 0,4 9 381,1-14-2581,-3-6-2052,-5 0 3884,6 0-7247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45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1 268 13115,'0'0'4353,"0"0"-2625,0 0 265,0 0-1049,0 0-576,0 0-248,215-6-120,-142 3-72,-4 3-488,27 0-881,-16-3-3360,-4-3-9978</inkml:trace>
  <inkml:trace contextRef="#ctx0" brushRef="#br0" timeOffset="1">1232 0 72,'0'0'16908,"0"0"-14276,0 0-1264,0 0 441,13 206-449,3-99-520,1 6 1,-1 0-281,1-6-352,-4-9-120,-6-14-88,-1-16-8,-6-17-552,0-19-785,0-17-1255,0-18-2601,-3-32-3153,-10-16 1040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45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1 373 2681,'0'0'7241,"9"-30"-4399,-2 6-2400,-2 5-145,0 0 1,1 1-1,1 0 0,1 0 0,0 1 0,1 0 1,1 0-1,1 1 0,0 0 0,4-2-297,-4 6 252,0 1 0,1 0-1,0 1 1,0 0 0,1 1 0,0 0-1,1 1 1,0 1 0,1 0 0,-1 1-1,1 1 1,0 0 0,0 1-1,1 0 1,-1 2 0,1-1 0,15 1-252,-27 2 49,0 0 0,0 0 0,0 0-1,0 0 1,1 0 0,-1 1 0,0 0 0,0 0 0,-1 0 0,1 0 0,0 1 0,0-1 0,-1 1 0,1 0 0,0 0 0,-1 0 0,0 1 0,0-1-1,0 1 1,0 0 0,0 0 0,0 0 0,-1 0 0,1 0 0,-1 1 0,0-1 0,0 1 0,0 0 0,0-1 0,-1 1 0,0 0 0,0 0 0,0 0 0,0 0-1,0 0 1,-1 4-49,3 7 194,-2 0-1,0 0 0,-1 0 0,0 0 0,-1 1 0,-1-1 0,-1 0 0,0 0 0,0-1 1,-2 1-1,0-1 0,0 0 0,-2 0 0,1 0 0,-10 12-193,6-11 63,0-1-1,-1 0 0,-1-1 1,0 0-1,-1-1 0,0 0 1,-1-1-1,0-1 0,-1 0 1,0-1-1,0 0 1,-1-1-1,-14 4-62,18-8-29,0-1 0,0 0 0,-1-1 0,1-1 0,0 0 0,-1 0 0,-9-2 29,14 1-81,7 0 44,0 0 1,0 0 0,0 0-1,-1 0 1,1 0-1,0-1 1,0 1-1,0 0 1,0-1 0,0 1-1,0-1 1,-1 1-1,1-1 1,0 0 0,0 1-1,1-1 1,-1 0-1,0 0 1,0 1-1,0-1 1,0 0 0,1 0-1,-1 0 1,0 0-1,1 0 1,-1 0-1,1 0 1,-1 0 0,1 0-1,0-1 1,-1 1-1,1 0 37,-3-44-2533,3 32 969,0-26-5077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45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 8026,'0'0'7977,"0"0"-5664,0 0 63,0 0-479,-126 214-553,93-104-320,3 6 57,14-3-185,13-12-400,3-11-208,13-19-160,20-11-8,3-13-112,4-8-8,-4-9-384,24-21-792,-10-9-1145,-4 0-4576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46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3393,'0'0'10018,"0"0"-5245,0 0-2294,0 0-955,0 0-642,31-14-346,101-44-15,-125 55-454,1 0-1,0 1 0,0-1 0,0 2 1,0-1-1,0 1 0,0 0 0,1 1 0,-1 0 1,7 1-67,7 0 164,-18-2-150,-1 1 0,1 0 0,-1 0 0,1 0 1,0 1-1,-1-1 0,1 1 0,-1 0 0,1 0 0,-1 0 0,1 0 0,-1 1 0,0-1 0,0 1 0,0 0 0,0 0 0,0 0 0,0 0 0,0 1 0,-1-1 0,1 1 0,-1-1 0,1 1 0,-1 0 0,0 0 0,0 0 0,-1 0 0,1 1 0,-1-1 0,1 0 0,-1 1 0,0-1 1,0 1-1,-1-1 0,1 1 0,-1-1 0,1 1 0,-1 0 0,0-1 0,-1 3-14,1 15 19,0 0 0,-2 0 1,0 0-1,-2 0 0,0-1 0,-2 3-19,-11 30 75,-17 36-75,21-55 193,1 1 0,1 0-1,2 1 1,2 0-1,1 1 1,2-1-1,1 1 1,2 5-193,1-40 3,1 1 0,-1-1 0,1 1 0,-1-1 0,1 1 0,0-1 0,0 0 0,0 1 0,0-1 0,1 0 0,-1 0 1,1 0-1,-1 0 0,1 0 0,-1 0 0,1 0 0,0-1 0,0 1 0,0-1 0,0 1 0,0-1 0,0 0 0,1 0 0,-1 0 0,0 0 0,1 0 0,-1 0 1,0 0-1,1-1 0,-1 0 0,1 1 0,0-1-3,14 3-2,1-1 1,-1-1-1,1-1 1,6 0 1,-8-1-11,5 2-157,-7-1-135,-1 1 1,0-2-1,0 0 0,0 0 1,0-1-1,0-1 1,5-2 302,-14 4-431,-1-1 0,0 1 1,1-1-1,-1 0 0,0 0 1,0-1-1,0 1 0,0-1 1,-1 1-1,1-1 0,-1 0 1,1 0 430,0-2-1059,0 1 1,-1-1-1,0 0 1,1 0-1,-2 0 0,1 0 1,0-1-1,-1 1 1,0 0-1,0-3 1059,0-27-7855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46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5113,'0'0'8258,"0"0"-4489,0 0-1609,0 0-375,0 0-753,0 0-488,0 0-288,182 6-256,-106-6-400,33-21-1353,-23 6-2992,-10-3-4321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5:47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459 0 6009,'0'0'6219,"0"0"-2941,0 0-1208,0 0-566,0 0-280,0 0-229,-8 31-336,-29 101 17,33-122-571,0-1 0,0 0 0,0 0 1,-1 0-1,-1 0 0,1-1 0,-1 0 0,-1 0 0,1 0 0,-1-1 0,-1 0 0,-4 4-105,-8 6 213,-38 38 392,-2-3 1,-3-2-1,-65 39-605,127-89 8,1 0 0,0 0-1,-1 0 1,1 0 0,0 0-1,0 1 1,-1-1 0,1 0 0,0 0-1,-1 0 1,1 0 0,0 1-1,0-1 1,0 0 0,-1 0 0,1 1-1,0-1 1,0 0 0,0 0-1,-1 1 1,1-1 0,0 0-1,0 1 1,0-1 0,0 0 0,0 1-1,0-1 1,0 0 0,0 0-1,0 1 1,0-1 0,0 0 0,0 1-1,0-1 1,0 0 0,0 1-1,0-1 1,0 0 0,0 1-1,0-1 1,0 0-8,15 9 183,35 3 149,-37-9-107,64 10-86,1-3-1,0-3 0,41-3-138,-7 1-2470,-2 3-3284,-59-2-1470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6:01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1 179 2761,'0'0'1596,"0"0"3570,0 0-629,0 0-1559,-1-6 1836,4-9-1893,8 4-2625,0 1 1,1 1-1,1 0 0,-1 1 0,4-1-296,29-21 129,-17 6-62,-22 17-50,1 1-1,0 0 1,-1 1-1,2-1 1,-1 2-1,1-1 1,7-3-17,-14 8 0,0 1 0,-1-1 0,1 0 0,0 1 0,-1-1 0,1 1 0,-1-1 0,1 1 0,0 0 0,-1-1 1,1 1-1,-1-1 0,0 1 0,1 0 0,-1-1 0,1 1 0,-1 0 0,0 0 0,0-1 0,1 1 0,-1 0 0,0 0 1,0 0-1,0-1 0,0 1 0,0 0 0,0 0 0,5 32 4,-4-28 4,43 310 857,-44-313-1409,2 11 599,-2-8-4549,1-1-5516,-1-4-506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6:01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7802,'0'0'9738,"0"0"-6041,0 0-2137,0 0-400,0 0-840,0 0-320,0 0-1192,60-6-3121,-34-6-7289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6:02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75 880,'0'0'9762,"0"0"-5573,0 0-2114,0 0-708,0 0-652,0 0-300,34-11 154,108-33 98,-47 25 520,-91 19-856,-10 0-117,-16 0-196,3 0-76,-2-1 185,-1 2 0,1 0 0,0 1 0,-1 2-127,17-4 48,0 1 0,0 1 1,1-1-1,-1 0 0,0 1 0,1 0 0,-1 0 0,1 1 1,0-1-1,0 1 0,0 0 0,0 0 0,0 0 0,1 1 1,-1-1-1,1 1 0,0 0 0,0 0 0,0 0 0,0 1-48,2-3 5,0 0-1,0 0 0,0 0 1,1 0-1,-1 0 0,1 0 0,-1 0 1,1 0-1,0 0 0,-1 0 1,1 0-1,0 0 0,0 1 0,1-1 1,-1 0-1,0 0 0,1 0 0,-1 0 1,1 0-1,0 0 0,0 0 1,0 0-1,0 0 0,0 0 0,0 0 1,0-1-1,0 1 0,1 0 1,-1-1-1,1 1 0,-1-1 0,3 2-4,5 3 5,1 1-1,0-1 0,0-1 0,1 0 1,9 3-5,10 5 43,-14-5-27,-1 1 1,0 0-1,-1 0 1,0 2-1,-1 0 1,0 0-1,0 1 1,3 6-17,-14-15 36,-1 0 1,0 0-1,1 0 1,-1 0 0,-1 0-1,1 0 1,0 0-1,-1 0 1,1 1-1,-1-1 1,0 0 0,0 0-1,-1 0 1,1 1-1,0-1 1,-1 0-1,0 0 1,0 0-1,0 0 1,0 0 0,0 0-1,-1 0 1,1 0-1,-1-1 1,0 1-1,0-1 1,0 1-1,0-1 1,0 1 0,-1-1-1,1 0 1,0 0-1,-1 0 1,-1 0-37,-13 8 70,0-1 0,-1-1 0,0-1 0,-1 0 1,1-2-1,-12 2-70,-14 6-524,41-11 210,4-2-7574,10 0 1736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6:02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0 960,'0'0'12739,"0"0"-9826,0 0-449,0 0-720,0 0-559,142 188-361,-125-87 152,-17 6 64,0 0-368,-23-6-271,-24-11-161,-2-7-168,-7-9-72,-1-5-48,-29 17-769,17-21-2071,6-11-5386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6:06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5697,'0'0'8103,"0"0"-4437,0 0-1480,0 0-632,0 0-857,11 0-382,298 0 3280,-240 0-6868,-2 0-4012,-66 0-3553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6:06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12579,'0'0'3024,"0"0"-743,0 0 175,0 0-1415,0 0-689,199-38-232,-146 20-56,-7 6-56,-10 6-8,4 3-1681,-13 3-3216,-8 0-6577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7:15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8786,'0'0'5225,"0"0"-2590,0 0-357,0 0-331,0 0-600,0 0-513,8-2-393,30-9-98,0-3 0,-2-1-1,1-2-342,70-28 480,-105 45-472,0-1 0,0 1 0,0 0 0,0 0 0,0 0 0,0 0 1,0 0-1,0 0 0,-1 0 0,1 1 0,0-1 0,0 0 0,0 1 0,0 0 0,0 0 0,0-1 0,-1 1 0,1 0 0,0 0 0,-1 1 0,1-1 0,-1 0 0,1 0 0,-1 1 0,0-1 0,1 1 0,-1-1 0,0 1 0,0 0 0,0-1 0,0 1 0,0 0 0,-1 0 0,1 0 0,0 0-8,5 12 48,-1 1 0,0-1 0,-1 1-1,0 5-47,-2-12 23,14 82 450,-3 1 0,-2 56-473,0-14 117,-10-108-96,-2-19-12,1-1 0,0 1 1,1 0-1,-1-1 0,1 1 0,0-1 0,1 1 1,0 2-10,0-7-12,3-2-566,-1 1 1,1-1 0,-1 0 0,0-1-1,1 1 1,-1-1 0,0 0 0,0 0-1,0 0 1,0 0 0,0-1 0,-1 1-1,1-1 1,-1 0 0,0 0 0,0-1-1,1 0 578,18-15-3929,8-5-3617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7:15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12515,'0'0'3032,"0"0"-1127,0 0 39,0 0-664,0 0-607,0 0-345,0 0-256,188-18 24,-122 7-96,0 5-488,24 0-1361,-21 0-2448,-3 6-4369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7:15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12171,'0'0'3887,"0"0"-1116,0 0-534,0 0-850,0 0-760,0 0-130,2 34 250,0-5-561,2 40 319,4 1 0,5 11-505,5 27 373,-1-4-285,5-1 1,14 32-89,-14-89-896,-21-45 730,-1 0-1,1 0 1,-1 0-1,1 0 0,0 0 1,0-1-1,-1 1 1,1 0-1,0 0 0,0-1 1,0 1-1,0-1 1,0 1-1,0-1 1,0 1-1,0-1 0,0 0 1,0 1 166,0-1-233,-1-1 0,1 1-1,0 0 1,0-1 0,-1 1 0,1 0 0,0-1 0,-1 1 0,1-1 0,0 1 0,-1-1-1,1 1 1,-1-1 0,1 0 0,-1 1 0,1-1 0,-1 0 0,1 1 0,-1-1 0,0 0-1,1 0 1,-1 1 0,0-1 0,0 0 0,1 0 0,-1 1 0,0-1 0,0 0 233,4-24-5967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7:16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1 213 4401,'0'0'4514,"0"0"-1564,0 0-841,31-28-557,107-89-510,-128 109-832,0 0 0,1 1 1,0 1-1,0 0 0,0 0 1,0 1-1,1 1 1,0 0-1,0 0 0,0 1 1,1 1-1,-1 0 0,1 1 1,-1 0-1,1 1 1,11 1-211,-8-1 264,-9 0-188,0 0 0,0 1 1,1-1-1,-1 2 0,-1-1 1,1 1-1,0 0 0,0 0 1,-1 1-1,1 0 0,-1 0 1,0 0-1,0 1 0,0 0 1,0 0-1,0 1 0,-1-1 1,3 4-77,-2-1 56,-1 1 1,0 0-1,0 0 1,0 0-1,-1 0 1,0 0-1,-1 1 1,0 0-1,0 0 1,-1 0-1,0 0 1,0 0-1,0 9-56,-1-5 120,0 0-1,-1 0 1,0 0-1,-1 0 1,0-1-1,-1 1 1,0 0-1,-3 6-119,2-11 82,-1 0 0,0 0 0,0 0 0,0-1-1,-1 1 1,0-1 0,-1-1 0,0 1-1,0-1 1,0 0 0,0 0 0,-8 4-82,2-1 34,-1-1 0,0-1 0,-1-1 0,0 1 1,0-2-1,0 0 0,0-1 0,-1 0 0,0-1 0,0-1 0,0 0 1,0-2-1,0 1 0,0-2 0,-15-1-34,27 2-36,1-1 1,0 1-1,0-1 1,-1 1-1,1-1 1,0 0-1,0 0 1,0 0-1,0 0 1,0 0-1,0 0 1,0 0-1,0-1 1,0 1-1,0-1 1,1 0-1,-1 1 1,1-1-1,-1 0 1,1 0-1,0 0 1,-1 0-1,1 0 1,0 0-1,0 0 1,1-1 35,-2 0-395,1-1-1,0 1 1,0-1 0,1 0 0,-1 0 0,1 1 0,0-1 0,0 0 0,0 1 0,0-1 0,1 0 0,-1 0 0,1 1 0,0-1 0,0 1 0,1-2 395,17-20-6966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7:16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9778,'0'0'2849,"0"0"-325,14 28-263,1 1-1761,17 33 715,-3 1 0,3 17-1215,-29-72 101,3 7 130,-1 1-1,0-1 1,-1 1-1,-1 0 1,-1 1-1,0 6-230,-2-21 97,0-2 34,1-3-91,-1 1-1,0-1 1,0 0 0,0 1-1,0-1 1,0 0 0,0 0 0,-1 1-1,0-1 1,1 0 0,-1 1-1,0-1 1,0 1 0,0-1-1,-1 0-39,-2-6 103,-5-21 37,1-1 0,2 0 0,1 0 0,1 0 0,1-1 0,2 0 0,1 1 0,3-9-140,-2 32 14,0-1 1,1 1-1,0 0 1,1 0-1,0 0 1,0 0-1,1 0 1,0 0 0,0 1-1,0 0 1,1 0-1,0 0 1,1 0-1,0 1 1,0 0-1,0 0 1,1 0-1,-1 1 1,1 0-1,7-3-14,-9 5 16,0 0 1,0 1-1,1-1 0,-1 1 0,1 1 0,-1-1 1,1 1-1,0 0 0,-1 0 0,1 0 0,0 1 1,0 0-1,-1 0 0,1 1 0,0-1 0,0 1 1,-1 1-1,1-1 0,-1 1 0,1 0 0,-1 0 0,1 0 1,-1 1-1,0 0 0,0 0 0,-1 0 0,1 1 1,0-1-1,-1 1 0,2 2-16,6 8 34,0 0 1,-1 1 0,0 0-1,-1 1 1,-1 0-1,0 0 1,-1 1-1,-1 0 1,-1 1-1,1 4-34,4 19 36,-3 1 0,-1 0 0,1 41-36,-8-81-50,0 0-1,0-1 1,1 1 0,-1 0-1,0-1 1,1 1-1,-1-1 1,1 1-1,-1 0 1,1-1 0,0 1-1,0-1 1,0 0-1,-1 1 1,1-1-1,1 0 1,-1 1-1,0-1 1,0 0 0,0 0-1,1 0 1,-1 0-1,0 0 1,1 0-1,-1 0 1,1-1-1,-1 1 1,1 0 0,0-1-1,0 1 51,1-1-393,0 0 0,0 1 0,1-1-1,-1-1 1,0 1 0,0 0 0,1-1 0,-1 1 0,0-1-1,0 0 1,0 0 0,0 0 0,0-1 0,0 1-1,2-2 394,25-21-5895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7:17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11 10610,'0'0'3829,"0"0"-1662,0 0-565,0 0-63,-6 30-431,-16 104-362,20-121-655,1 0 0,0 0 1,1 0-1,0 0 1,1 0-1,1 0 1,0 0-1,1 0 1,0-1-1,1 1 0,0-1 1,1 0-1,1 0 1,-1 0-1,2-1 1,6 10-92,-6-13 28,0 0 1,0 0 0,0-1 0,1 0 0,0 0 0,1 0-1,0-1 1,0-1 0,0 1 0,0-2 0,1 1-1,0-1 1,0-1 0,0 0 0,0 0 0,1-1 0,-1 0-1,8 0-28,-5-1 23,0 0 0,-1-1 0,1 0 0,-1-1 0,1-1 0,0 0 0,-1-1 0,0 0 0,0-1 0,5-2-23,-12 4 17,1-1 1,-1 0-1,0 0 1,0-1 0,0 1-1,-1-1 1,1 0-1,-1-1 1,0 1 0,0-1-1,-1 0 1,1 1-1,-1-2 1,0 1-1,0 0 1,-1-1 0,1 1-1,-1-1 1,-1 1-1,1-1 1,-1 0 0,1-6-18,0-4 130,0 1 0,-2-1 0,0 0 0,0 0 0,-2 0 1,0 1-1,0-1 0,-2 0 0,-2-7-130,-3-1 103,0 1-1,-1 0 1,-2 1-1,0 0 1,-10-12-103,-11-17-424,46 53-6449,3 0 3137,13 13-4929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7:17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1 533 7178,'0'0'4312,"0"0"-1190,0 0-164,0 0-376,0 0-596,0 0-470,3 3-267,-3-3-1231,0 0 1,0 0 0,1 1-1,-1-1 1,0 0-1,0 0 1,0 0 0,1 1-1,-1-1 1,0 0 0,0 0-1,1 0 1,-1 0 0,0 0-1,0 0 1,1 1 0,-1-1-1,0 0 1,1 0-1,-1 0 1,0 0 0,0 0-1,1 0 1,-1 0 0,0 0-1,1 0 1,-1 0 0,0 0-1,0-1 1,1 1-1,-1 0 1,0 0 0,0 0-1,1 0 1,-1 0 0,0 0-1,0-1 1,1 1 0,-1 0-1,0 0 1,0 0 0,0-1-1,1 1 1,-1 0-1,0 0 1,0 0 0,0-1-1,0 1 1,0 0 0,1-1-1,-1 1-18,5-26 426,-5-55-274,-1 52-19,0-54-20,0 9 40,5-37-153,-4 105-260,1 0-1,0 0 1,0 1 0,1-1 0,-1 1 0,1-1 0,1 1-1,-1 0 1,1 0 0,0 0 0,0 0 0,3-4 260,-1 4-871,0-1 1,0 1-1,1 1 1,0-1-1,0 1 0,0 0 1,0 0-1,0 0 1,6-1 870,15-5-11656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7:17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12763,'0'0'2598,"0"0"-346,10 25-269,75 186 648,-62-136-1853,-20-58-397,-15-50-169,2-3-86,3 0-1,1-1 0,1 0 1,2 0-1,2 0 1,4-37-126,-4 68 2,2 0 0,-1 0 1,1 1-1,0-1 1,0 0-1,0 0 1,1 1-1,0-1 1,0 1-1,1-1 0,-1 1 1,1 0-1,1-1-2,-2 3 9,1 1-1,-1-1 1,1 1-1,0-1 1,0 1-1,0 0 1,0 0 0,0 1-1,0-1 1,1 1-1,-1-1 1,1 1-1,-1 0 1,1 0-1,-1 1 1,1-1-1,-1 1 1,1-1-1,0 1 1,-1 0-1,4 1-8,-1 0 6,0 0-1,0 1 0,0 0 0,0 0 1,0 0-1,0 1 0,-1-1 1,1 1-1,-1 1 0,0-1 1,0 1-1,0 0 0,0 0 1,-1 1-1,1-1 0,-1 1 0,0 0 1,-1 0-1,1 1-5,14 20 38,-2 1 0,-1 0 0,3 9-38,-17-34 3,22 50 50,-2 1 0,-2 0 1,-3 2-1,-2 0 0,-1 7-53,-12-57 16,-5-109 156,1 61-142,2 1 0,2-1 0,6-40-30,-5 70-1,1 0 0,0 0 0,1 0 0,0 1 0,1 0 0,0 0 0,1 0 0,1 1 0,0-1 0,0 2 0,1-1 0,0 1 0,1 0 0,9-8 1,-14 15-1,-1-1-1,2 1 0,-1-1 0,0 1 0,1 1 0,-1-1 0,1 1 1,0-1-1,0 1 0,0 1 0,0-1 0,0 1 0,0 0 0,0 0 0,1 0 1,-1 1-1,0-1 0,1 2 0,-1-1 0,0 0 0,0 1 0,1 0 1,-1 0-1,0 1 0,1 0 2,3 1 5,-1 2 0,1-1 0,-1 1 0,0 1 0,0 0 0,0 0 0,-1 0 0,0 1 0,0 0 0,-1 0 0,0 1 0,0-1 0,0 2-5,7 14-115,-1 0 0,0 0-1,-2 1 1,-1 1 0,-1 0 0,-1 0-1,-1 0 1,-1 1 0,-1 0 0,-2 0-1,0 0 1,-2 12 115,1-11-3554,4-5-4010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7:18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12019,'0'0'4288,"0"0"-2887,0 0 519,0 0-143,16 170-409,14-90-480,6 6-376,7-2-144,0-7-152,4-6-128,-1-5-80,0-13 64,-3-5-72,-3-9-152,-7-13-792,13-8-1088,-9-9-3017,-8-9-4593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7:38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1 209 10658,'0'0'3009,"0"0"-486,0 0 160,0 0-721,30-2-790,101-8-542,-115 8-574,0-1 0,0-1 0,0-1 0,0 0-1,-1-1 1,0 0 0,0-2 0,-1 0 0,0 0 0,0-1 0,5-6-56,-15 13 6,7-6 175,-1-1 1,1 0-1,-1-1 0,-1 0 0,0 0 0,-1-1 0,0 0 0,0-1 0,-1 0 0,0-1-181,-7 12 336,0 1-106,0 8 1,-9 578 2045,9-584-2284,-1 8 2,2 0 1,-1-1 0,1 1-1,1 0 1,1 7 5,-2-16-50,-1 0 1,0 0-1,1 1 1,-1-1-1,1 0 1,-1 0-1,1 0 1,-1 1-1,1-1 1,0 0-1,-1 0 1,1 0-1,0 0 1,0 0-1,0 0 0,0 0 1,0-1-1,0 1 1,0 0-1,0-1 1,0 1-1,1 0 1,-1-1-1,0 1 1,0-1-1,0 0 1,1 1-1,-1-1 1,0 0-1,1 0 1,-1 0-1,0 0 0,0 0 1,1 0-1,-1 0 1,0 0-1,1 0 1,-1-1-1,0 1 1,0 0-1,0-1 1,1 1-1,-1-1 1,0 0-1,0 1 1,0-1-1,0 0 0,0 0 51,23-22-3452,-1-9-4497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7:38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14995,'0'0'5145,"0"0"-3912,0 0-105,0 0-632,0 0-496,0 0-1360,0 0-4186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7:39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0 171 9794,'0'0'5355,"0"0"-2658,0 0-1012,35-15-548,113-48-611,-114 50-378,2 1 0,10-1-148,-31 9 24,0 0 0,-1-1 1,1-1-1,-1 0 0,7-5-24,-21 11 8,1 0 0,-1 0 1,0 0-1,1 0 0,-1 0 0,0 0 0,1 0 0,-1 0 0,0 0 0,0-1 0,1 1 0,-1 0 1,0 0-1,1 0 0,-1 0 0,0-1 0,0 1 0,1 0 0,-1 0 0,0-1 0,0 1 0,0 0 1,1-1-1,-1 1 0,0 0 0,0 0 0,0-1 0,0 1 0,0 0 0,0-1 0,1 1 0,-1 0 1,0-1-1,0 1 0,0 0 0,0-1 0,0 1 0,0 0 0,0-1 0,-1 1 0,1 0 0,0-1 1,0 1-9,-17-6 115,-28 4-55,44 2-52,-17 0 122,0 0-1,-1 1 0,1 1 0,0 1 0,-3 1-129,14-2 63,0 1 0,-1 0 0,1 0 0,1 0 0,-1 1 0,0 0 0,1 1 0,0-1 0,0 1 0,0 1 0,1-1 0,0 1 0,-3 2-63,4-3 24,0 0-1,1-1 1,-1 1 0,1 1 0,0-1 0,0 0 0,0 1 0,1-1 0,0 1-1,0 0 1,1 0 0,-1 0 0,1 0 0,0 0 0,1 0 0,0 0 0,0 0-1,0 0 1,0 0 0,2 4-24,-1-8 6,0 0 0,0 0 0,1 0 0,-1 0 0,0 0 0,1 0 0,0 0 0,-1-1 0,1 1 0,0 0 0,0-1 0,0 0 0,0 1 0,0-1 0,0 0 0,0 0 0,1 0-1,-1 0-5,51 16 117,-25-9-73,-10-1-44,0 0 1,0 2-1,-1 0 0,0 1 0,-1 1 0,4 3 0,-16-11 15,0 0-1,0 1 1,0-1-1,-1 0 0,1 1 1,-1 0-1,0 0 1,0 0-1,0 0 1,0 1-1,-1-1 0,0 1 1,0-1-1,0 1 1,-1 0-1,1 0 1,-1 0-1,0 0 0,0 0 1,-1 0-1,0 0 1,0 0-1,0 0 0,0 0 1,-1 0-1,0 3-14,0-5 44,-1-1-1,1 1 1,0-1-1,-1 0 0,0 1 1,1-1-1,-1 0 1,0 0-1,0 0 1,0-1-1,0 1 0,0 0 1,-1-1-1,1 1 1,0-1-1,-1 0 1,-1 1-44,-52 18 357,40-15-283,-120 29 81,85-23-229,39-8-1653,22-1-6621,10-2-395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7:39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0 11883,'0'0'3160,"0"0"-1071,0 0-25,119 205-248,-106-103-231,-13 2-185,0-3-312,-6-12-440,-27-11-391,-4-7-137,-6-8-64,-3-7-56,0-2-264,-27 5-1401,10-11-3488,7-10-8282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12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15131,'0'0'2774,"0"0"-1175,0 0-341,35-9-534,2-1-611,34-8 9,1 2 0,10 3-122,1-1-132,28-3-1151,-39 12-4159,-69 5 2200,-9 3-766,-36 15 2065,-37 23 1943,41-18 3458,0 1 0,2 3 0,-24 21-3458,46-33 2338,14-8 240,31-5-1139,-1-6-1311,-2 0 1,1-2-1,11-4-128,48-10-677,39-1-2325,-37 10-2012,4 1-3999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12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24 345 14163,'0'0'4209,"0"0"-1746,0 0-741,-4-32-595,1 8-923,-5-32 706,3 0 0,2-55-910,4 105 120,-2 3-33,1-1-1,0 1 0,0 0 0,0-1 0,0 1 0,1 0 0,0-1 0,-1 1 1,1 0-1,0-1 0,1 1 0,-1 0 0,0 0 0,1 0 0,0 0 0,0 0 0,1-1-86,-3 4 9,1 0 0,-1 0 0,0-1 0,1 1 0,-1 0 0,1 0 0,-1 0 0,0 0 0,1 0 0,-1 0 0,0 0 0,1 0 0,-1 0-1,1 0 1,-1 0 0,0 1 0,1-1 0,-1 0 0,0 0 0,1 0 0,-1 0 0,0 1 0,1-1 0,-1 0 0,0 0 0,1 1 0,-1-1-1,0 0 1,1 0 0,-1 1 0,0-1 0,0 0 0,0 1 0,1-1 0,-1 0 0,0 1 0,0-1 0,0 0 0,0 1 0,0-1-9,7 22 31,5 50 115,-2-1 1,-4 2-1,-3-1 1,-4 3-147,9 148 308,-4-183-291,1-1 0,3 0 0,1 0 0,7 19-17,-13-48-71,1-1-1,0 1 0,1-1 0,-1 0 0,2 0 0,4 7 72,-9-14-183,1 0 0,-1-1 1,0 1-1,1-1 0,-1 1 0,1-1 0,0 1 0,-1-1 0,1 0 0,0 0 1,0 0-1,0 0 0,0 0 0,0 0 0,0-1 0,0 1 0,0-1 0,0 1 1,0-1-1,0 0 0,0 1 0,0-1 0,1 0 0,-1-1 0,0 1 0,0 0 1,0-1-1,0 1 0,0-1 0,0 1 0,0-1 0,0 0 0,0 0 0,0 0 1,0 0-1,0-1 183,21-18-7410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13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12619,'0'0'2920,"0"0"-199,0 0-217,0 0-871,0 0-137,0 0-400,0 0-327,238 24-361,-152-24-224,7 0-112,-4 0-72,-3 0-48,-10 0-649,10 0-959,-20 0-4601,-13 0-7562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57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8586,'0'0'3630,"0"0"-1323,0 0-425,0 0-497,0 0-636,0 0-427,0 0-159,0 0-119,0 0-4,0 0 15,0 0 171,0 0 153,0 0 75,0 0 10,0 0-44,0 0-109,0 0-122,0 0-5,0 0-37,0 0 30,0 0 6,0 0-1,0 0-60,0 0-69,0 0-38,0 0-10,0 0-10,0 0-14,0 0-40,0 0 18,0 0 72,0 0 12,0 0-19,0 0-2,15-9-1728,-11 6-5820,-3 3-5128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51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5633,'0'0'4192,"0"0"-1492,0 0-314,0 0-116,0 0-458,0 0-519,0 0-1233,0 0 1,0 0 0,0 0 0,0 1 0,0-1 0,0 0-1,0 0 1,0 0 0,-1 0 0,1 1 0,0-1-1,0 0 1,0 0 0,0 0 0,0 0 0,0 0-1,0 0 1,-1 1 0,1-1 0,0 0 0,0 0-1,0 0 1,0 0 0,-1 0 0,1 0 0,0 0-1,0 0 1,0 0 0,0 0 0,-1 0 0,1 0-1,0 0 1,0 0 0,0 0 0,-1 0 0,1 0 0,0 0-1,0 0 1,0 0 0,0 0 0,-1 0 0,1 0-1,0 0 1,0 0 0,0 0 0,0 0 0,-1 0-61,31 1076 2233,-26-963-2286,-2-77-247,-2-34-451,1-9-290,-1-57-4362,0 44 3589,0-33-4775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52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0 188 10138,'0'0'2057,"0"0"-176,32-23 285,104-77-379,-125 92-1653,0 1-1,0 0 0,1 0 1,-1 1-1,1 1 0,1 0 1,-1 1-1,1 0 0,0 1 1,-1 0-1,1 1 1,1 0-1,-1 1 0,0 1 1,0 0-1,0 1 0,0 0 1,5 2-134,-13-2 9,-1 0 0,0 0 0,0 1 0,0 0 0,0 0 0,0 0 0,-1 0 0,1 0 0,0 1 0,-1-1 0,0 1 0,0 0 0,0 0 0,0 1 0,0-1 0,0 0 0,-1 1 0,0 0 0,1-1-1,-1 1 1,-1 0 0,1 0 0,-1 0 0,1 1 0,-1-1 0,0 2-9,3 14 181,0-1 0,-2 1 0,0 0 0,-1 0-1,-1 3-180,-1-11 122,-1 0 1,0-1-1,0 1 0,-1-1 0,-1 0 0,0 1 1,0-2-1,-1 1 0,-1 0 0,0-1 0,0 0 0,-1-1 1,0 1-1,0-1 0,-1 0 0,-1-1 0,-5 5-122,-4 3 59,0-1-1,-1-1 0,-1-1 0,-1 0 1,0-2-1,0 0 0,-1-1 0,-8 2-58,18-9-1,0 0 0,0-1 0,0 0 0,0 0 0,0-2 0,-8 1 1,20-2-31,-1 1 0,1 0 1,0 0-1,0-1 0,-1 1 1,1 0-1,0 0 0,0-1 1,0 1-1,-1 0 0,1 0 1,0-1-1,0 1 0,0 0 1,0-1-1,-1 1 0,1 0 0,0-1 1,0 1-1,0 0 0,0-1 1,0 1-1,0-1 0,0 1 1,0 0-1,0-1 0,0 1 1,0 0-1,0-1 0,1 1 1,-1 0-1,0-1 0,0 1 1,0 0-1,0-1 0,1 1 0,-1 0 1,0 0-1,0-1 0,0 1 1,1 0-1,-1 0 0,0-1 1,0 1-1,1 0 0,-1 0 1,0 0-1,1-1 0,-1 1 1,0 0-1,1 0 0,-1 0 31,16-18-1544,18-3-2790,8 0-3230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52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 12259,'0'0'1984,"0"0"-1144,0 0 376,0 0-599,0 0-137,0 0 312,-39 157 16,39-133-320,0-6-280,0-6-88,0-6-72,0-6 72,0 0-120,0 0 0,0 0-168,-4 0-1576,1-9-809,-3 0-3832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53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1 912,'-59'105'7917,"46"-89"-4245,7-21-1446,5-8 3434,3 32-5498,1 0-1,1 0 1,0 0-1,1 0 1,4 7-162,13 51 430,48 280 236,-76-390-222,4 22-393,0 0 1,-1 1-1,0-1 0,0 1 1,-5-9-52,-8-16 182,-9-15 843,-13-45-1025,32 77 112,0 0 0,2 0 1,0-1-1,2 0 1,0 1-1,1-1 0,0-7-112,2 20 5,0-1-1,0 1 0,0 0 1,0 0-1,1 0 0,0 0 0,0 0 1,1 0-1,0 1 0,0-1 1,0 1-1,0 0 0,1 0 1,0 0-1,0 0 0,1 1 0,-1-1 1,1 1-1,0 0 0,0 1 1,0-1-1,5-2-4,0 1-2,0 1 1,0-1-1,0 1 1,0 1-1,1 0 1,-1 1-1,1 0 1,0 0-1,-1 1 0,1 0 1,0 1-1,11 2 2,-17-2 0,0 1 1,-1 0-1,1 1 0,0-1 0,0 1 0,-1 0 0,1 0 0,-1 0 0,1 1 1,-1 0-1,0-1 0,0 2 0,0-1 0,0 0 0,1 2 0,2 3 9,-1 1-1,0-1 0,0 1 1,0 0-1,-1 0 0,-1 1 1,3 5-9,1 10 41,0 0 0,-1 0 0,-2 1 0,-1-1 0,1 22-41,-1 144-15,-4-137-684,0-54 425,1 1 0,0-1 0,-1 0-1,1 1 1,0-1 0,-1 0 0,1 1-1,0-1 1,0 0 0,-1 0 0,1 0 0,0 0-1,0 0 1,0 0 0,-1 0 0,1 0-1,0 0 1,0 0 0,-1 0 0,2 0 274,-1 0-777,18 0-5804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53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47 12171,'0'0'3390,"0"0"-1839,0 0 21,-2 29 98,1-8-1379,-9 190 1796,10-182-1661,-1-3-144,1 1 0,1 0 0,2-1 0,1 1 0,1 1-282,-4-23 18,0 0-1,0 0 1,1 0 0,0 0 0,0 0-1,0 0 1,0 0 0,1-1-1,0 1 1,0-1 0,0 0 0,0 0-1,1 0 1,-1 0 0,1-1-1,0 0 1,0 1 0,1-1 0,-1-1-1,1 1 1,-1-1 0,1 1-1,0-1 1,0-1 0,0 1 0,0-1-1,0 1 1,1-1-18,-2 0 8,0-1 1,0 1-1,0 0 0,0-1 0,0 0 1,0 0-1,1 0 0,-1-1 0,0 1 1,0-1-1,0 0 0,0 0 0,-1 0 1,1-1-1,0 1 0,0-1 0,-1 0 1,1 0-1,-1 0 0,0-1 1,1 1-1,-1-1 0,0 0 0,0 1 1,-1-2-1,1 1 0,-1 0 0,1 0 1,-1-1-1,0 1 0,0-1 0,-1 0 1,1 1-1,-1-1 0,0 0 0,1-3-8,3-11 51,0-1-1,-2 1 0,0-1 0,-1 0 0,-1 1 0,-1-1 0,0 0 0,-1 0 0,-2 0 1,0-3-51,-3-4 154,-1 1 0,-1 0 0,0 0 0,-2 1 0,-1 0 1,-1 1-1,-2-1-154,-4-3 137,13 21-165,1 0 1,0 0-1,0 0 1,0 0-1,1-1 1,0 0-1,0 1 1,1-1-1,0 0 1,0-1-1,-1-6 28,4 14-144,-1-1 0,1 1 0,-1-1 0,1 0 0,-1 1 0,1-1 0,0 1-1,-1-1 1,1 1 0,0-1 0,-1 1 0,1 0 0,0-1 0,0 1 0,-1 0 0,1 0-1,0-1 1,0 1 0,-1 0 0,1 0 0,0 0 0,0 0 0,0 0 0,-1 0 0,1 0-1,0 0 1,0 0 0,0 1 0,-1-1 0,1 0 0,0 0 0,0 1 0,-1-1-1,1 0 1,0 1 0,-1-1 0,1 1 144,32 10-7197,7 14-6274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53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1 524 10562,'0'0'4311,"0"0"-1172,0 0-561,0 0-615,0 0-556,0 0-254,1-4-144,5-18-764,-2 0 0,0-1 0,-2 1 0,0-1 0,-1 1 1,-3-13-246,4-35 177,-1 22-178,-1 29-72,0 1 0,1-1 0,1 1-1,0-1 1,2 1 0,0 0-1,1 0 1,6-14 73,-9 29-300,0 0-1,0 0 1,0 0 0,1 0-1,-1 0 1,1 0-1,0 1 1,0-1 0,2-1 300,17-10-4684,-2 4-2509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54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8730,'0'0'2630,"8"26"25,117 408 5984,-117-415-8317,-10-49-10,1 19-372,-6-75 179,0 10-94,3-18-25,3 66 43,0 6-40,1 1 0,1 0 0,1-1 0,1 1 0,3-12-3,-5 28 32,1 0-1,-1 1 0,1-1 0,0 1 1,0 0-1,0 0 0,0-1 1,1 1-1,0 1 0,0-1 0,0 0 1,0 1-1,0-1 0,1 1 0,-1 0 1,1 0-1,0 1 0,0-1 0,0 1 1,1-1-1,-1 2 0,0-1 0,1 0 1,-1 1-1,1 0 0,0 0 1,1 0-32,1-1 20,0 2 1,-1-1-1,1 1 1,0 0 0,0 1-1,0-1 1,-1 1 0,1 1-1,0-1 1,-1 1 0,0 0-1,1 1 1,-1 0 0,0 0-1,0 0 1,0 0 0,3 3-21,1 2 12,-1 1 1,0 0 0,0 1-1,-1 0 1,0 0-1,0 0 1,-1 1 0,5 10-13,-4-2-3,0 0 0,-1 1 0,0 0 0,-2 0 0,-1 0 0,0 0 0,-1 1 0,-2-1 0,0 1 1,-1 0-1,-1 1 3,1-21-1,0-1 0,1 1 0,-1-1 1,0 1-1,0-1 0,0 1 0,0-1 1,0 1-1,0-1 0,-1 1 0,1-1 1,0 1-1,0-1 0,0 1 0,0-1 1,-1 1-1,1-1 0,0 1 0,0-1 1,-1 1-1,1-1 0,0 1 0,-1-1 1,1 0-1,0 1 0,-1-1 0,1 0 1,-1 1-1,1-1 0,-1 0 0,1 1 1,-1-1-1,1 0 0,-1 0 0,1 0 1,-1 1-1,1-1 0,-1 0 1,1 0-1,-1 0 0,1 0 0,-1 0 1,0 0 0,0-1-1,0 1 1,0 0-1,-1-1 1,1 0 0,0 1-1,0-1 1,0 0 0,0 1-1,0-1 1,0 0-1,0 0 1,0 0 0,1 0-1,-1 0 1,0 0-1,0 0 1,1 0 0,-1 0-1,1 0 1,-1-1 0,1 1 0,-5-18 4,0 0 1,2 0 0,1-1-1,0 1 1,1-1 0,1 0-1,3-17-4,-2-14 6,-1 42-1,0 0-1,1 0 0,0 0 0,0 0 0,1 0 1,0 0-1,1 1 0,0-1 0,0 1 1,1-1-1,0 1 0,1 0 0,-1 1 1,6-7-5,-6 9 4,1 1 0,-1-1 1,1 1-1,0 0 1,1 0-1,-1 1 1,0 0-1,1 0 0,0 0 1,0 0-1,0 1 1,0 0-1,0 0 0,0 1 1,0 0-1,1 0 1,-1 0-1,0 1 0,1 0 1,-1 0-1,4 1-4,-5-1 6,-1 1-1,1 0 0,0 0 1,-1 1-1,1-1 1,-1 1-1,0 0 0,1 0 1,-1 0-1,0 1 0,0 0 1,0-1-1,-1 1 1,3 3-6,2 1 23,-1 1 0,-1 0 1,1 1-1,-2-1 0,1 1 0,4 9-23,0 6 38,0 0-1,-1 1 0,-2 0 0,0 0 1,-1 8-38,8 85-113,-7-54-4307,-4-43-4171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54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13659,'0'0'1888,"0"0"-151,0 0 1143,-24 244-839,18-128-921,2 0-176,4-6-368,0-12-336,4-15-232,16-17-8,19-19-768,-2-20-1968,-4-18-6034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54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156 208 9098,'0'0'2850,"0"0"5,0 0 136,-5-26-449,-15-85-603,15 54-185,5 45-1272,0 10-184,3 7-152,12 25-119,-1 0 0,-2 0 1,-1 1-1,-1 1 0,-2 0 1,4 29-28,-3 10-53,-3 0 0,-3 53 53,-4-121-16,1 0-1,-1-1 0,0 1 0,0 0 0,0 0 1,0 0-1,0-1 0,-1 1 0,1-1 0,-1 1 0,1-1 1,-1 0-1,0 1 0,0-1 0,0 0 0,0 0 1,-1 0-1,1-1 0,0 1 0,-1 0 0,0-1 1,1 0-1,-1 0 0,0 1 17,-15 6-174,-1-1 1,1 0-1,-10 1 174,-1 1-76,18-6 73,-28 12-28,37-14 30,1-1 0,0 1 0,-1-1 0,1 1 0,0 0 0,0 0 0,-1 0 0,1-1 0,0 1 0,0 0 1,0 1-1,0-1 0,0 0 0,1 0 0,-1 0 0,0 0 0,0 1 0,1-1 0,-1 0 0,1 1 0,-1-1 0,1 0 0,-1 1 1,4 0 17,0-1-1,-1 0 1,1 0 0,0 0 0,-1-1-1,1 1 1,0-1 0,0 1-1,0-1 1,0 0 0,-1 0-1,1 0 1,0 0 0,2-1-17,0 1 61,-2 0-53,20 1-124,0-1 1,0 0 0,0-2 0,-1-1-1,1-1 1,-1 0 0,1-2 0,-2-1-1,10-4 116,9-9-5210,-12 1-4896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55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69 10186,'0'0'2129,"0"0"-454,0 0-400,28-9-709,6-3-514,88-26-185,-118 35 981,-14 0-268,-13 0-6,11 3-286,0 0 0,0 0 0,0 1 0,0 1 0,0 0 0,0 1 0,-1 0-288,7 0 108,1-1 1,0 1-1,0 0 1,0 0-1,1 1 1,-1-1-1,1 1 1,-1 0-1,1 0 1,1 1-1,-1-1 1,1 1-1,-1 0 1,1 0-1,-2 4-108,1-1 121,0 0-1,1 0 1,0 0-1,0 0 1,1 0-1,0 1 1,0-1 0,1 1-1,0-1 1,0 1-1,1 3-120,1-7 9,-1 1 0,1-1 0,-1 0 1,2 0-1,-1-1 0,0 1 0,1 0 0,0 0 0,0-1 0,0 1 0,1-1 0,-1 1 1,1-1-1,0 0 0,1 0 0,-1 0 0,1-1 0,-1 1 0,3 1-9,54 35-24,33 26-23,-86-60 51,0 0 1,0 1-1,-1-1 1,0 2-1,0-1 1,0 0-1,-1 1 1,0 0-1,-1 1 1,1 1-5,-2-3 89,-1 1 1,0 0 0,-1 0 0,0-1 0,0 1 0,-1 0-1,0 0 1,0 0 0,0 0 0,-1 0 0,-1 3-90,1-9 20,0-1 0,0 1 0,0-1 0,-1 0 0,1 1 0,0-1 0,-1 0 0,1 0 0,-1 0 0,1 0 0,-1 0 0,1 0 0,-1 0 0,0 0 0,1-1 0,-1 1 0,0 0 0,1-1 0,-1 0 0,0 1 0,0-1 0,0 0 0,0 0 0,0 0-20,-53 1-329,40-2-100,-40 1-2698,19 0-1935,9 0-2437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01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69 6009,'0'0'2066,"0"0"-62,0 0 102,0 0-403,0 0-201,0 0-159,-1 4 39,1-3-1308,0 0 1,0-1 0,0 1 0,0 0 0,0 0 0,-1 0 0,1-1 0,0 1-1,0 0 1,-1 0 0,1-1 0,-1 1 0,1 0 0,0 0 0,-1-1 0,1 1-1,-1-1 1,0 1 0,1 0 0,-1-1 0,1 1 0,-1-1 0,0 1-1,0-1-74,-25 3 4758,23-3-4062,0-9 1547,3 8-2240,0 1 0,0-1 0,0 0 0,0 1-1,0-1 1,0 1 0,0-1 0,0 1 0,0-1 0,0 0 0,0 1-1,0-1 1,0 1 0,0-1 0,0 1 0,-1-1 0,1 0 0,0 1-1,0-1 1,-1 1 0,1-1 0,0 1 0,-1 0 0,1-1 0,-1 1-1,1-1 1,-1 1 0,1 0 0,0-1 0,-1 1 0,1 0 0,-1-1-1,0 1 1,1 0 0,-1 0 0,1-1 0,-1 1 0,1 0 0,-1 0 0,1 0-1,-1 0 1,0 0 0,1 0 0,-1 0-3,-1 0 13,1 0 0,-1 0 0,0 0 0,0 0 0,1-1 1,-1 1-1,0 0 0,1-1 0,-1 1 0,1-1 0,-1 0 0,1 1 0,-1-1 0,1 0 0,-1 0 1,1 0-1,-1-1-13,2 1 2,-1 0 1,1 0 0,-1 0 0,1 0-1,-1 0 1,1 0 0,0 0-1,0 0 1,-1 0 0,1 0 0,0 0-1,0 0 1,0 0 0,0 0-1,1-1 1,-1 1 0,0 0-1,0 0 1,1 0 0,-1 0 0,0 0-1,1 0 1,-1 0 0,1 0-1,-1 0 1,1 0 0,0 0 0,-1 1-1,1-1 1,1-1-3,0 0-14,-1 0-1,2 0 1,-1 0 0,0 0 0,0 1-1,1-1 1,-1 0 0,0 1-1,1 0 1,0 0 0,-1 0 0,1 0-1,0 0 1,0 0 0,-1 1-1,1-1 1,0 1 0,0 0 0,0 0-1,0 0 1,2 0 14,-5 1-5,1 0-1,0 0 1,0 0 0,0 0 0,0 1-1,-1-1 1,1 0 0,-1 0-1,1 1 1,-1-1 0,1 0 0,-1 1-1,0-1 1,1 0 0,-1 1-1,0-1 1,0 0 0,0 1 0,0-1-1,0 1 1,-1-1 0,1 0-1,0 1 1,-1 0 5,-9 39-13,7-37 9,1 0 0,-1 0 0,0 0 0,-1-1 1,1 1-1,0-1 0,-1 0 0,0 0 0,0 0 0,0 0 1,0-1-1,0 1 0,-1-1 0,1 0 0,-1 0 0,1-1 0,-1 0 1,-3 1 3,7-2 1,1 0 0,-1-1 0,0 1 0,1-1 0,-1 1 0,1-1 0,-1 1 0,1-1 0,0 1 1,-1-1-1,1 0 0,0 1 0,-1-1 0,1 0 0,0 1 0,0-1 0,-1 0 0,1 1 0,0-1 1,0 0-1,0 1 0,0-1 0,0 0 0,0 0 0,0 1 0,0-1 0,0 0-1,0-26 22,1 21-20,-1-44-59,0 49 26,0 1-48,-33 38 43,32-37-95,1-1-253,15-5-2950,6-7-2603,0-1-4663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02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 8514,'0'0'2240,"0"0"145,0 0 71,0 0-263,0 0-529,59 208 33,-65-119-241,-31-5-376,-2-10-224,-4-12-432,0-14-112,10-12-208,0-12-48,9-13-56,1-8-664,7-3-1320,6-11-3985,6-16-6290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03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17396,'0'0'2720,"0"0"-1319,0 0 623,43 172-504,-23-67-639,-7 8-249,-6 0-192,-4-9-160,4-15-208,2-15-72,1-17-24,4-18-456,19-21-681,-7-12-1487,1-6-4522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03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14755,'0'0'2369,"-2"25"-337,-1 7-1270,0 2 374,1 0-1,1 0 1,4 27-1136,-2-51 83,1 0 0,0 0 0,0 0 1,1-1-1,0 1 0,1-1 0,0 0 0,1 0 0,-1 0 0,2 0 0,-1-1 1,1 0-1,1 0 0,-1-1 0,1 1 0,1-2 0,-1 1 0,4 2-83,0-2 16,-1 0 0,1-1 0,0 0 0,1-1 0,-1 0 0,1-1 0,0 0 0,0-1 0,1 0 0,-1-1 0,0-1 0,1 0 0,-1 0 0,8-1-16,-17 0 8,0-1 0,0 1 0,0 0 0,0-1 1,0 0-1,-1 0 0,1 0 0,0 0 0,0 0 0,-1 0 0,1-1 0,-1 1 0,1-1 0,-1 0 0,0 1 0,0-1 0,1 0 0,-1-1 0,-1 1 0,1 0 0,0 0 0,0-1 0,-1 1 0,0-1 0,1 0 0,-1 1 0,0-1 0,0 0 0,0 0 0,-1 1 0,1-2-8,2-10 100,-1-1-1,-1 0 0,0 0 0,-1 1 0,-2-11-99,2 16 73,-1 1-41,0 1 0,-1-1 0,1 0 0,-1 1 0,-1 0 0,0-1 0,0 1 0,0 0 0,-1 1 0,0-1 0,0 0 0,-3-2-32,-3-3 44,0 0-1,0 1 1,-1 0-1,-1 1 1,0 0-1,0 1-43,10 8-146,0 0 1,1 0-1,-1 0 0,0 0 0,0 0 0,1 0 0,-1 0 1,0 1-1,0-1 0,0 1 0,0-1 0,0 1 0,0 0 1,-2 0 145,4 0-4719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04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13931,'0'0'4992,"0"0"-2762,0 0-906,0 0-391,0 0-227,3 31-75,14 104-43,-15-124-534,1-1 1,0 0 0,1 0-1,0 0 1,0 0 0,1-1-1,1 1 1,0-1 0,0 0 0,0-1-1,1 0 1,0 0 0,1 0-1,0-1 1,0 0 0,1-1-1,7 5-54,-11-7 13,0-1-1,-1 0 1,1-1 0,1 1-1,-1-1 1,0 0-1,0 0 1,1-1 0,-1 1-1,1-1 1,-1 0-1,1-1 1,0 0 0,-1 0-1,1 0 1,0 0-1,-1-1 1,1 0 0,-1 0-1,1 0 1,-1-1-1,4-1-12,-2 0 8,-1-1-1,0 0 0,0 0 0,0 0 1,0 0-1,-1-1 0,0 0 0,0 0 0,0-1 1,-1 1-1,1-1 0,-1 0 0,-1 0 1,1-1-1,-1 1 0,0-1 0,0-1-7,4-21-22,-1 0 0,-2-1 0,-1 1 0,-1-1 0,-2-25 22,0 48 8,0 19-8,1 0 1,1 0-1,-1 0 1,2 0-1,0 0 1,0-1-1,1 1 1,0-1-1,1 0 1,1 0-1,-1-1 1,5 6-1,-5-9 1,-1-1 0,1 0 1,1 0-1,-1 0 0,1-1 0,0 0 0,0 0 1,1 0-1,-1-1 0,1 0 0,0 0 1,0-1-1,0 0 0,1 0 0,-1 0 0,1-1 1,0-1-1,-1 1 0,1-1 0,0 0-1,0 0 2,-1-1-1,0 0 1,0 0 0,1 0-1,-1-1 1,0 0-1,0 0 1,0-1-1,0 0 1,0 0-1,5-3-1,-9 3 3,1 0 0,-1-1 0,1 0 0,-1 0 0,0 0 0,0 0 0,0 0 1,-1-1-1,1 1 0,-1-1 0,0 1 0,0-1 0,0 0 0,0 0 0,-1 0 0,0 0 0,1 0 0,-1-1 0,-1 1 0,1-3-3,2-12 60,-1 0 1,0-1 0,-2 1 0,-1-19-61,0 29-190,0 1 1,0 0 0,-1-1 0,0 1-1,0 0 1,-1 0 0,0 0-1,0 1 1,-1-1 0,0 1 0,0 0-1,-3-4 190,3 9-4479,4 2-5041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04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1 164 11827,'0'0'3880,"0"0"-1052,0 0-499,0 0-667,0 0-740,0 0-353,25-22-159,74-67-38,-97 87-325,1 0 1,-1 0 0,0 0-1,0-1 1,0 1 0,0-1 0,-1 1-1,1-1 1,-1 1 0,1-1-1,0-2-47,-2 5 7,0-1 0,0 1-1,0 0 1,0-1 0,0 1-1,0 0 1,-1-1-1,1 1 1,0 0 0,0-1-1,0 1 1,0 0 0,0-1-1,-1 1 1,1 0-1,0-1 1,0 1 0,-1 0-1,1-1 1,0 1 0,0 0-1,-1 0 1,1-1-1,0 1 1,-1 0 0,1 0-1,0 0 1,-1 0 0,1-1-1,0 1 1,-1 0-1,1 0 1,0 0 0,-1 0-1,1 0 1,-1 0 0,1 0-1,0 0 1,-1 0-1,1 0 1,-1 0-7,-33 6 164,30-4-164,0 0 1,0 1-1,1 0 0,-1 0 1,1 0-1,-1 1 0,1-1 1,0 1-1,1-1 1,-1 1-1,1 0 0,-1 0 1,1 0-1,0 1 0,1-1 1,-1 0-1,1 1 1,0-1-1,0 1 0,0 2 0,-3 14-23,1 0 0,1-1 0,2 22 23,-1-30-33,2 1 0,0-1 0,1 1 0,0-1 0,1 0-1,0 1 1,1-1 0,0-1 0,1 1 0,0 0 0,4 4 33,-5-9-33,0-1 1,1 1 0,0-1 0,1 0 0,-1-1 0,1 1-1,0-1 1,1 0 0,-1-1 0,1 1 0,0-1-1,0-1 1,0 1 0,0-1 0,1-1 0,-1 1-1,1-1 1,7 1 32,-3-1 3,-1 0-1,1-1 0,-1 0 1,1-1-1,-1 0 0,1-1 0,-1 0 1,1-1-1,-1 0 0,10-3-2,-15 2 62,1 0 0,-1 0-1,0 0 1,0-1-1,0 0 1,0 0 0,-1 0-1,0-1 1,1 0 0,-2 0-1,1 0 1,-1-1-1,1 1 1,-1-1 0,-1 0-1,1 0 1,-1-1 0,0-1-62,6-15 247,-2 1 0,-1-1 1,-1-1-1,-1 1 1,-1-1-248,-1 5-46,1 1 0,0 0 0,1 1 1,1-1-1,1 1 0,0 0 0,2 0 0,5-11 46,-11 26-171,0 0-1,-1-1 0,1 1 1,0 0-1,1 0 0,-1 0 1,0 0-1,0 0 0,1 1 1,-1-1-1,1 1 0,0 0 1,-1 0-1,1-1 0,0 2 1,0-1-1,1 0 172,30-3-6418,-9 3-4201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04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16716,'0'0'4849,"0"0"-3257,0 0 144,0 0-968,0 0-527,0 0-241,0 0-857,17 0-1903,2 0-5514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05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16780,'0'0'4697,"0"0"-3449,0 0 32,0 0-440,93 187-256,-70-80-320,-3 9-7,-7-9-177,-6-5-16,0-19-64,-4-15-192,-3-17-457,0-18-903,0-15-2761,0-18-4297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05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12083,'0'0'5385,"0"0"-2553,0 0-567,0 0-1201,0 0-680,0 0-384,179-30-232,-116 21-976,13-15-1081,-17 0-2160,-12 1-4857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05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12171,'0'0'4397,"0"0"-2157,0 0-744,0 0-61,-9 31-370,-29 104-351,35-121-566,0 0-1,1 1 1,0-1-1,2 1 1,-1 0-1,2 3-147,0 7 252,-2-22-222,1 1 1,1 0-1,-1 0 1,0-1-1,1 1 1,0 0-1,0-1 1,0 1-1,0-1 0,0 1 1,1-1-1,0 1 1,-1-1-1,1 0 1,0 0-1,1 0 1,-1 0-1,1 0 1,-1-1-1,2 2-30,1-1 17,0 0-1,1 0 0,-1 0 1,0-1-1,1 0 0,-1 0 1,1 0-1,0-1 0,0 0 0,0 0 1,0 0-1,4-1-16,-3 1-15,0 0 1,1-1-1,-1 0 0,0 0 0,0-1 1,0 0-1,1-1 0,-1 1 1,0-1-1,-1 0 0,1-1 0,2-1 15,-5 2-46,-1-1-1,0 0 0,0 1 1,0-1-1,0-1 0,0 1 1,0 0-1,-1-1 1,0 1-1,0-1 0,0 0 1,0 0-1,0 1 0,-1-1 1,1 0-1,-1-1 0,0 1 1,-1 0-1,1 0 0,-1 0 1,0-1-1,0 1 47,1-4-27,1-7 60,-1 0-1,0 0 0,-1 0 1,-1 0-1,0 0 1,-1 1-1,-2-6-32,-9 7 800,12 13-784,1-1 0,0 1 0,-1 0 0,1 0 0,-1 0 0,1 0 0,-1 0 0,1 0 0,0 0 0,-1 1 0,1-1 0,-1 0 0,1 0 0,0 0 0,-1 0 0,1 0 0,0 1 0,-1-1 1,1 0-1,-1 0 0,1 1 0,0-1 0,0 0 0,-1 0 0,1 1 0,0-1 0,-1 0 0,1 1 0,0-1 0,0 1 0,0-1 0,-1 0 0,1 1 0,0-1 0,0 0 0,0 1 0,0-1 0,0 1 1,0-1-1,0 1 0,0-1 0,0 0 0,0 1 0,0-1 0,0 1 0,0-1 0,0 1-16,-2 15 224,1 1 0,1-1 1,0 1-1,1 0 0,1-1 1,0 1-1,4 11-224,-3-21-55,-1-1 0,0 0 0,1 0 0,1 0 0,-1 0 0,1-1 0,-1 0 0,2 1 0,-1-1 0,0 0 0,1-1 0,0 1 0,0-1 0,1 0 0,-1-1 0,1 1 0,0-1 0,0 0 0,0 0 0,0-1 0,2 1 55,38 10-5652,-29-10-1071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06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0 444 15835,'0'0'4305,"0"0"-2384,0 0 231,0 0-688,0 0-591,0 0-529,0 0-176,37 107-96,-24-77-72,-3-7 0,-4 1-216,-2-9-336,-4-3-697,0-12-983,0 0-3145,3-24-5242</inkml:trace>
  <inkml:trace contextRef="#ctx0" brushRef="#br0" timeOffset="1">33 0 16892,'0'0'4729,"0"0"-2633,0 0-664,0 0-599,0 0-801,0 0-32,0 0-417,73 0-351,-23 18-1760,-4 0-4938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06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16371,'0'0'3420,"0"0"-1202,0 0-775,0 0-670,7 40-323,-1-9-339,14 87 1305,2 66-1416,-13 311 1960,-10-332-2064,1-162-6,-1 1 1,1-1-1,0 0 1,0 1-1,0-1 1,1 0-1,-1 0 1,0 1-1,0-1 1,1 0-1,-1 0 0,0 0 1,1 1-1,-1-1 1,1 0-1,0 0 1,-1 0-1,1 0 1,0 0 109,15 3-8605,-8-4-1021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07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11618,'0'0'3841,"0"0"-1712,0 0-1105,0 0-1024,221-30-432,-155 28-1256,-16-4-1169</inkml:trace>
  <inkml:trace contextRef="#ctx0" brushRef="#br0" timeOffset="0.99">97 251 14771,'0'0'5153,"0"0"-3352,0 0-33,0 0-360,0 0-832,0 0-576,168 0-32,-108-6-688,13-15-800,-21 3-2121,-9 0-3056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07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17132,'0'0'4401,"0"0"-2713,0 0-704,0 0-48,20 167-39,-3-78-297,-1 0-96,1-2-168,3-10-168,0-14-104,-1-13-64,-2-14-64,-1-15-584,1-21-641,-4-3-1623,-6-24-9771</inkml:trace>
  <inkml:trace contextRef="#ctx0" brushRef="#br0" timeOffset="1">0 116 15051,'0'0'4513,"0"0"-2568,0 0-361,205-44-888,-119 32-456,-6-3-144,-4 3-96,-13 0-304,-20 6-1416,-17 3-3665,-19 3-3713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07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12659,'0'0'4289,"0"0"-1889,0 0 113,0 0-817,0 0-824,0 0-512,0 0-232,218 36-128,-148-42-128,-1-9-384,14 0-1560,-24 3-3561,-9 0-9651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07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791 0 11682,'0'0'2449,"0"0"-625,0 0 785,103 203-617,-77-93-391,-16 12-137,-10 3-48,-7-6-351,-36-3-385,-23-12-304,-13-6-280,-20-9-72,-11-2-24,-5-7-408,-51 15-624,34-17-1209,19-16-6145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55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666 285 1720,'0'0'4768,"0"0"-1695,0 0-960,0 0-487,0 0-284,0 0-79,0-5 137,0-14 15,0 14-229,0 5-328,-11-13 1540,-7 5-2043,0 1 0,0 0-1,-1 2 1,0 0 0,0 1-1,0 1 1,-12 0-355,-6 0 320,0 2 0,1 2 1,-22 4-321,48-3 53,0 0 1,0 1-1,0 0 1,0 1-1,0 0 1,1 1-1,0-1 1,0 2-1,0-1 1,-1 3-54,-22 16 111,2 1 0,0 2-111,13-11 122,7-7-105,1 1 0,0 1 0,0 0 0,1 0 0,1 0 0,0 1 0,0 0 0,2 0 0,-1 1 0,1 0 0,-1 6-17,0 5 29,1 0-1,0 1 0,2 0 1,1 0-1,1 19-28,2-25 0,1 0 1,1 1-1,1-1 1,1-1-1,1 1 0,0-1 1,1 0-1,1 0 1,1-1-1,0 0 0,1 0 1,1-1-1,1-1 1,0 0-1,1 0 0,0-1 1,1-1-1,1 0 1,0-1-1,16 9 0,-9-10 4,0 0 0,0-1 1,1-2-1,1 0 0,0-2 0,-1 0 0,9-1-4,23 2 23,0-3 0,38-2-23,-74-3 8,0-1-1,-1-1 1,1 0 0,-1-1 0,0-1 0,0-1 0,0-1 0,-1 0 0,0-1-1,0-1 1,-1-1 0,0 0 0,-1-1 0,0-1 0,10-10-8,-3 2 39,-2-1 1,0-2-1,-1 0 1,-2 0-1,0-2 1,-2 0-1,0-1 1,-2-1-1,7-19-39,-8 16 83,-2-2 1,-1 0-1,-1 0 0,-1 0 0,-2-1 1,-2 0-1,-1 0 0,-1 0 1,-3-18-84,1 41 8,-2-1 0,0 1 0,0 0 0,0 0 0,-1 0 0,-1 0 1,0 1-1,0 0 0,-1 0 0,0 0 0,0 0 0,-1 1 0,-1 0 1,1 1-1,-1 0 0,-4-3-8,-20-16-30,-1 2 1,-2 1-1,-20-9 30,22 13-209,0 2-1,-1 1 1,-1 2 0,-23-6 209,44 16-423,1 1-1,-1 0 1,0 1 0,0 0-1,0 1 1,0 0 0,0 1-1,0 1 1,0 1 0,0 0-1,0 0 1,0 1 0,-11 5 423,-25 21-6161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55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38 6649,'0'0'2962,"0"0"-109,0 0-90,0 0-477,0 0-332,0 0-298,0-8-345,0-22-377,0 53 309,-1 30-713,3 1 0,2-1 1,4 8-531,6 39 85,-5 0 0,-4 68-85,6 75 96,-9-224-95,8 132 7,-10-131-7,-1 0 0,-1 0 0,0 0 0,-2 0 0,0-1 0,-3 8-1,-6 21-286,3 1 0,2 1 0,2-1 0,2 1 0,3 0 0,2 23 286,-17-73-12636,9 0 4242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56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5417,'0'0'2865,"0"0"14,0 0-728,0 0-883,0 0-98,0 0 217,11 0-16,161 2 1300,15 0-2037,91-13-634,-213 0 29,-47 7-15,1 1-1,0 0 1,13 1-14,-29-1-1158,-2-1-2441,2-4-3525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9:57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3369,'0'0'2116,"0"0"426,0 0 27,0 0-836,0 0-859,0 0-362,13-1-191,355-14 6950,133-13-4158,-491 28-3113,-9 0-35,-1 0-229,0 0-743,-16 6-7008,-1 3-1587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14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10 8194,'0'0'5312,"0"0"-2795,0 0-292,0 0-666,-31 8-650,1 0-735,1 1-1,0 2 1,-10 5-174,34-13 19,0 1-1,1-1 1,-1 1 0,1 0 0,0 0 0,0 1 0,0-1 0,1 1 0,-1 0 0,1 0 0,1 0 0,-1 0 0,1 1 0,-1-1 0,1 0 0,1 1 0,-1 0 0,1-1 0,0 1 0,1 0 0,-1 0 0,1 0 0,0 1-19,-2 8 29,-1 28 146,1 43-175,2-75 10,0-7-6,-1 0 0,2 0-1,-1 0 1,0 1-1,1-1 1,0 0 0,0 0-1,0 0 1,0 0-1,1-1 1,-1 1 0,1 0-1,0 0 1,0-1-1,1 0 1,-1 1 0,1 0-5,1-1 9,-1-1-1,1 1 0,0 0 1,0-1-1,0 0 0,1 0 0,-1 0 1,0 0-1,1-1 0,0 0 0,-1 0 1,1 0-1,-1 0 0,5-1-7,1 1 16,-1 0-1,1 0 1,0-1 0,-1-1-1,1 0 1,0 0 0,-1-1-1,1 0 1,-1 0 0,0-1-1,0-1 1,0 1 0,0-1-1,0-1 1,-1 0 0,0 0-1,0 0 1,0-1 0,-1-1-1,0 1 1,0-1 0,-1 0-1,1-1 1,-1 1 0,-1-1-1,0 0 1,0-1 0,0 1-1,-1-1 1,-1 0 0,1 0-1,0-5-15,2-12 217,0-1-1,-2 0 0,-1 0 0,-1 0 0,-2-1 0,-1-19-216,0 0 791,0 33 128,-1 23-403,-2 26-367,2 39 147,2 60 198,1-118-485,1 1 1,1-1-1,0 0 1,1 0-1,1 0 1,0-1-1,1 1-9,-5-15-141,-1 0-1,1 1 1,0-1 0,0 0-1,0 0 1,0 1-1,0-1 1,1 0 0,-1 0-1,0 0 1,0 0 0,1 0-1,-1-1 1,0 1-1,1 0 1,-1-1 0,1 1-1,-1-1 1,1 1-1,-1-1 1,1 0 0,0 1-1,-1-1 1,1 0 0,-1 0-1,1 0 1,-1 0-1,1-1 1,0 1 0,0 0 141,5-1-1683,10 1-4277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14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1 536,'0'0'13115,"0"0"-11123,0 0 1169,179 217-1097,-116-59-391,-17-1-633,-13-14-408,-16-21-392,-7-30-184,3 10-56,-10 40-384,-3-28-1432,0-22-4290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58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 9826,'0'0'5007,"0"0"-1432,0 0 66,0 0-1426,0 0-1076,0 0-564,-2 37-34,-6 281 543,5-218-743,-5 0 0,-10 44-341,-46 200 219,22-128-325,37-182-60,5-24-85,-1-1 0,-1 1-1,0 0 1,0-1 0,-1 0 0,0 0 0,-2 4 251,5-14-23,0 1 1,0 0-1,0 0 0,0 0 1,0 0-1,0 0 1,0 0-1,0-1 1,0 1-1,0 0 0,0 0 1,0 0-1,0 0 1,0 0-1,0-1 1,0 1-1,0 0 1,0 0-1,0 0 0,0 0 1,0 0-1,0 0 1,0-1-1,-1 1 1,1 0-1,0 0 0,0 0 1,0 0-1,0 0 1,0 0-1,0 0 1,0 0-1,0 0 1,-1 0-1,1-1 0,0 1 1,0 0-1,0 0 1,0 0-1,0 0 1,0 0-1,-1 0 1,1 0-1,0 0 0,0 0 1,0 0-1,0 0 1,0 0-1,-1 0 1,1 0-1,0 0 0,0 0 1,0 0-1,0 0 1,0 1-1,0-1 1,-1 0-1,1 0 1,0 0-1,0 0 0,0 0 23,-5-19-1728,1 0 0,1 0 0,1 0 0,1-1 1728,-3-50-7087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58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0 322 13363,'0'0'2355,"14"-31"110,-6 11-1997,-3 5-222,2-1 0,0 0-1,0 1 1,1 1 0,1-1 0,1 1-1,0 1 1,0 0 0,2 0 0,-1 1-1,2 1 1,-1 0 0,7-4-246,3 3 249,0 1 0,0 1-1,0 1 1,1 1 0,1 1 0,-1 1 0,1 1 0,0 1-1,1 1 1,-1 1 0,0 1 0,10 2-249,-24-2 35,0 1 1,0 1-1,0 0 0,0 0 1,0 0-1,-1 2 0,1-1 1,0 1-1,-1 1 0,1-1 1,-1 2-1,0-1 0,-1 1 1,1 0-1,-1 1 0,0 0 1,0 1-1,-1-1 0,1 2 1,-2-1-1,1 1 0,-1 0 1,0 0-1,-1 0 0,0 1 1,4 8-36,-2-3 23,-1 0 0,0 0 0,-1 1 0,-1 0 0,0 0 0,-1 0 0,0 0 0,-2 0 0,0 1 0,0-1 0,-2 1 0,1-1 1,-2 0-1,0 1 0,-1-1 0,-1 0 0,0 0 0,-1-1 0,-1 1 0,0-1 0,-1 0 0,0-1 0,-1 0 0,0 0 0,-1 0 0,-1-1 0,0-1 0,-6 6-23,-4 1 77,-1-2 0,-1 0 0,-1-1-1,0-1 1,0-1 0,-1-1 0,-1-1-1,0-1 1,-1-1 0,0-2 0,0 0 0,0-2-1,-1-1 1,0-1 0,0-1 0,-6-2-77,30 0-16,-1-1 0,1 0 0,-1 0 0,1 0 0,0 0 0,0 0 0,0-1 0,0 0 0,0 0 0,0 1 0,0-2 0,1 1 0,-1 0 0,1 0 0,-1-1 0,1 0 16,1 2-62,0 0 0,0 0 0,0 0 1,0 0-1,0 0 0,0 0 0,0 0 0,1 0 0,-1 0 1,1-1-1,-1 1 0,1 0 0,-1-1 0,1 1 0,-1 0 1,1-1-1,0 1 0,0-1 0,0 1 0,0 0 1,0-1-1,0 1 0,0 0 0,0-1 0,1 1 0,-1-1 1,0 1-1,1 0 0,0 0 0,-1-1 0,1 1 1,-1 0-1,1 0 0,0-1 0,0 1 0,0 0 0,0 0 1,0 0-1,0 0 0,1 0 62,31-12-3107,12 3-3239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59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 3873,'0'0'11550,"0"0"-7066,0 0-1940,0 0-1090,-27 30-566,12-14-745,-2 0-8,2 1 0,0 1-1,1 0 1,0 1 0,2 0-1,0 1 1,1 0 0,2 1-1,0 0 1,1 1 0,-5 19-135,2 16 188,1-1 0,3 2 0,3-1 1,2 0-1,3 1 0,5 36-188,-3-79 0,0-1 0,0 1 0,1-1-1,1 1 1,1-1 0,0-1 0,1 1-1,0-1 1,1 0 0,0-1 0,2 2 0,-4-7-240,-1-1 1,1 0-1,0 0 0,0 0 1,0-1-1,1 0 1,0 0-1,0 0 1,0-1-1,1-1 0,-1 1 1,1-1-1,0 0 1,0-1-1,0 1 1,1-2-1,-1 1 0,0-1 1,7 0 239,35-1-5771,-6 0-3657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59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13971,'0'0'4184,"0"0"-1525,0 0-583,32-7-681,100-18-504,-121 23-760,0 0-1,1 1 1,-1 1 0,0-1-1,0 2 1,5 0-131,-13 0 18,0-1 1,0 1-1,0 0 1,0 0-1,0 0 0,0 0 1,0 0-1,0 1 0,0 0 1,0-1-1,-1 1 1,1 0-1,-1 0 0,3 3-18,-2 0 2,1 2 0,-1-1 0,-1 0-1,1 0 1,-1 1 0,0-1 0,-1 1-1,1 0 1,-1 0 0,-1-1-1,1 1 1,-1 0 0,0 0 0,-1 6-2,0 2 30,0 0 1,-1 0 0,-1 0 0,0 0 0,-1 0-1,0 0 1,-1-1 0,-5 10-31,-12 19 216,-1-1 0,-6 4-216,2-2 387,-16 37-387,36-66 26,1 1 0,0 0 0,1 0 0,1 0 0,0 0 0,2 1 0,-1 8-26,1-5 2,1-3 4,0 1 1,0-1-1,2 0 1,0 0-1,2 7-6,-2-20-1,-1-1 1,1 1-1,0 0 1,0-1-1,1 0 1,-1 1-1,1-1 1,-1 0-1,1 0 1,0 0-1,1 0 1,-1 0-1,0 0 0,1 0 1,-1-1-1,1 1 1,0-1-1,0 0 1,0 0-1,0 0 1,0 0-1,1-1 1,-1 1-1,0-1 1,1 0-1,-1 0 1,2 1 0,3 0-188,1 0 1,-1-1-1,0 0 1,0 0-1,1 0 1,-1-1-1,0-1 1,1 1-1,-1-1 1,0-1-1,0 1 1,0-1-1,0-1 1,0 0-1,0 0 1,-1 0-1,1-1 1,-1 0-1,0-1 1,0 1-1,0-1 1,1-2 187,28-35-5305,-10 0-3116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59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14011,'0'0'3169,"0"0"-353,0 0-1207,0 0-761,0 0-360,208 0-176,-122 0-232,0-3-80,17 0-848,-21 1-3873,-16-1-9962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00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2833,'0'0'3842,"0"0"-428,0 0 40,0 0-923,0 0-141,0 0-171,-4 0-461,-9 2 3056,38 1-4277,21 2-348,292 72 739,-331-75-931,0 0-1,-1 0 1,1 0 0,-1 1 0,1 0 0,-1 0-1,0 0 1,0 1 0,-1 0 0,1 0 0,0 1 3,-4-3-6,0 1 1,-1-1-1,1 0 1,-1 0 0,1 1-1,-1-1 1,0 1-1,0-1 1,0 1 0,0 0-1,-1-1 1,1 1-1,-1 0 1,1-1 0,-1 1-1,0 0 1,0 0-1,0-1 1,-1 1 0,1 0-1,0 0 1,-1-1-1,0 1 1,0 0-1,0-1 1,0 1 0,0-1-1,0 1 1,-1-1-1,0 1 6,-4 6 1,0 0 0,-1-1 0,0 1 0,0-2 0,-1 1 0,0-1 0,-1 0 0,1-1 0,-7 4-1,-89 49 52,102-57-50,-89 40 9,59-28-124,1 0 0,1 2 0,0 1-1,1 2 1,-5 5 113,30-20-240,-1-1 0,1 2 0,1-1 0,-1 0 0,1 1 0,-1-1 0,1 1 0,1 0 0,-1 0 0,1 0-1,0 1 241,-9 38-7682,10-18-2956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01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738 0 13659,'0'0'4817,"0"0"-2881,0 0-399,-169 63-129,60-13-248,-7 4-392,4-4-239,16-5-313,26-9-136,27-13-80,20-8-208,23-9-849,10-6-767,26-3-2033,14-18-1256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02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0 127 7786,'0'0'3538,"0"0"-1953,0 0-271,0 0-26,0 0-321,0 0-291,0 5-224,0 14-122,0-14-115,0-5 33,0 0 157,0 0 303,0 0 26,0 0-121,0 0-34,0 0-151,0 0-183,0 0-91,0 0-49,0 0-52,0 0 74,0 0-23,0 0 28,0 0 20,0 0-38,0 0-20,0 0-16,0 0-28,0 0-19,0 0-3,0 0 99,0 0 195,0 0 140,0 0 3,0 0-79,0 0-98,0 0-119,0 0-88,0 0-46,0 0 32,2-2-11,57-44 217,-42 34-221,0-1 0,-1-1 1,0 0-1,-1-1 0,-1-1 1,5-6-53,-19 22 9,0 0 1,0 0-1,0 0 1,0 0-1,0 0 1,0-1-1,0 1 1,0 0-1,0 0 1,0 0-1,1 0 1,-1 0-1,0 0 1,0 0-1,0 0 1,0 0-1,0 0 1,0 0-1,0 0 1,0 0-1,0 0 1,1 0-1,-1 0 1,0 0-1,0 0 1,0 0-1,0 0 1,0 0-1,0 0 1,0 0-1,0 0 1,0 0-1,1 0 1,-1 0-1,0 0 1,0 0-1,0 0 1,0 0-1,0 0 1,0 0-1,0 0 1,0 0-1,0 0 1,1 0-1,-1 0 1,0 0-1,0 1 1,0-1 0,0 0-1,0 0 1,0 0-1,0 0 1,0 0-1,0 0 1,0 0-1,0 0 1,0 0-1,0 0 1,0 1-1,0-1 1,0 0-1,0 0 1,0 0-1,0 0 1,0 0-1,0 0 1,0 0-10,3 15 131,0 22-294,-3-31 214,7 422 268,-7-307-291,0-118-83,0-1 1,0 1-1,0-1 1,0 1-1,1-1 1,-1 1-1,1-1 1,0 0 0,0 1-1,-1-1 1,1 0-1,1 1 1,-1-1-1,0 0 1,1 0 0,1 2 54,-2-3-208,0 0 0,0-1 0,1 1 0,-1 0 1,0-1-1,1 1 0,-1-1 0,1 1 1,-1-1-1,1 0 0,-1 1 0,1-1 0,-1 0 1,1 0-1,-1 0 0,1 0 0,-1 0 1,1-1-1,-1 1 0,0 0 0,1-1 1,-1 1-1,1-1 0,-1 1 0,0-1 0,1 0 1,-1 1-1,0-1 0,0 0 0,1 0 208,17-15-6057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02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9058,'0'0'10226,"0"0"-7929,0 0-433,0 0-1320,0 0-544,0 0-2240,0 0-3722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02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88 11178,'0'0'3052,"0"0"-325,0 0-297,30-11-802,8-5-1270,-7 3-52,0 1 0,1 2 0,13-2-306,-40 11 78,19-6 103,-19 4-92,-15 2 36,-26 0-132,8 0 224,0 1 0,0 1 0,1 2 0,-1 0 0,1 2 0,-2 1-217,23-4 34,1-1-1,-1 1 0,0 1 0,0-1 1,1 1-1,-1 0 0,1 0 0,0 1 1,0 0-1,0 0 0,1 0 1,-1 0-1,1 1 0,0-1 0,0 1 1,1 0-1,-1 0 0,1 1 0,0-1 1,1 1-1,-1-1 0,1 1 0,0 0 1,0 0-1,1 0 0,0 0 0,0 0 1,0 0-1,1 5-33,0-3 4,-1-1 0,2 0 0,-1 0 0,1 0 0,0 0 0,0-1 0,1 1 0,0 0 0,0 0 0,1-1 0,0 1 0,0-1 0,0 0 0,1 0 0,0 0 0,0 0 0,1-1 0,-1 0 0,1 1 0,0-2 0,1 1 0,-1-1 0,5 3-4,10 10 28,-4-4-23,0 0 1,-1 1 0,-1 0 0,5 8-6,-16-19 4,0 1 0,-1-1-1,1 1 1,-1 0-1,0 0 1,0 0 0,0 0-1,0 0 1,-1 0-1,0 0 1,0 1 0,0-1-1,0 1 1,-1-1-1,1 0 1,-1 1 0,0-1-1,-1 1 1,1-1 0,-1 1-1,0-1 1,0 2-4,-1-2 27,-1-1 0,1 1 0,-1-1 0,1 0 0,-1 0 0,0 0 0,0 0 0,-1 0 0,1-1 0,0 1 0,-1-1 0,0 0 1,1 0-1,-1-1 0,0 1 0,0-1 0,-1 1-27,-71 20 421,75-21-418,-31 5 24,-29 9-896,61-14 788,0-1 0,0 0 0,0 0 0,0 0-1,0 0 1,0 0 0,0 0 0,0 1 0,0-1-1,-1 0 1,1 0 0,0 0 0,0 0 0,0 0 0,0 1-1,0-1 1,0 0 0,0 0 0,0 0 0,0 0-1,0 1 1,0-1 0,0 0 0,0 0 0,0 0-1,0 0 1,0 0 0,0 1 0,0-1 0,1 0-1,-1 0 1,0 0 0,0 0 0,0 0 0,0 1-1,0-1 1,0 0 0,0 0 0,0 0 0,1 0-1,-1 0 1,0 0 0,0 0 0,0 0 0,0 1 0,0-1-1,0 0 1,1 0 0,-1 0 0,0 0 0,0 0-1,0 0 1,0 0 0,1 0 0,-1 0 0,0 0-1,0 0 1,0 0 0,0 0 81,11 4-4169,11 0-3359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03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12603,'0'0'4345,"0"0"-2585,0 0 232,0 0-775,185 209-209,-145-43-128,-17 1 176,-20-6-240,-3-22-95,-19-37-345,-14 2-216,-4 0-104,4-18-56,0-14-96,3-16-632,-6-5-881,9-13-3976,8-14-6938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04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21 7826,'0'0'5869,"0"0"-2887,0 0-312,0 0-819,0 0-606,0 0-267,-2-5-230,-8-10-85,5 22 32,7 44-304,6 1 95,14 46-486,-8-40 386,2 32-386,-6 20 180,-5 0 0,-5 30-180,0-49 26,-22 539 320,1 24-55,21-480-220,1 158 295,-33 228-366,-8-245 109,5-55-32,11 1 0,11 25-77,13-164 90,10 623-440,-2-661 311,3 1 0,12 35 39,-9-49-204,-2 1 1,-4 0 0,-1 33 203,-7-71-32,-2 1 1,-1 0 0,-2-1-1,-8 34 32,-4 17 0,5 0 0,-1 64 0,2-29 10,-3 93 130,9 92-140,7-82-9001,-2-223 2768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06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0 183 6617,'0'0'4404,"0"0"-1878,0 0-735,0 0-639,0 0-240,0 0 82,17 0 305,216 11 2687,42 2-2286,-132-13-2916,-147-24-4208,-7 17 5369,0 1-1,0 0 1,0 1 0,-1 0-1,0 1 1,0 0-1,-5-1 56,-7-2 1018,13 3-300,-1 0 0,1 1 0,-1 0 0,1 1 1,-1 0-1,-5 1-718,17 1 470,0-1-396,0 0 0,0 1 0,1-1-1,-1 0 1,0 1 0,1-1-1,-1 1 1,1-1 0,-1 0-1,1 1 1,-1-1 0,1 1 0,-1-1-1,1 1 1,-1-1 0,1 1-1,0 0 1,-1-1 0,1 1-1,-1 0 1,1-1 0,0 1 0,0 0-74,18-6 88,1 1 0,-1 1 0,1 0 0,0 2 0,1 0 0,5 1-88,-25 1-2,1 0 0,-1 0 1,0 1-1,0-1 0,0 0 1,0 1-1,0-1 0,0 0 1,0 1-1,0-1 0,0 1 1,0 0-1,-1-1 0,1 1 1,0 0-1,0-1 0,0 1 1,-1 0-1,1 0 1,0 0-1,-1-1 0,1 1 1,-1 0-1,1 0 0,-1 0 1,1 0-1,-1 0 0,0 0 1,1 0 1,5 36-91,-5-31 74,6 112-378,-8 102 395,-1-93-651,1-186 693,-3 0 1,-2 1-1,-3-1 0,-11-36-42,9 49 357,1-1 0,2 0 0,2-1-1,1-34-356,7 81 23,-1 0 0,1 0 0,0 1 0,0-1 1,-1 1-1,1-1 0,0 1 0,0 0 0,0 0 0,-1 0 0,1-1 0,0 2 0,0-1 0,0 0 0,1 1-23,1-1 38,7-1-27,1 2-1,0-1 1,-1 2-1,1-1 0,-1 1 1,0 1-1,0 0 1,0 1-1,8 3-10,-13-3-12,0 0-1,0 0 1,0 0 0,0 1-1,-1-1 1,0 1 0,0 1-1,0-1 1,-1 1 0,0 0-1,0 0 1,0 0-1,-1 0 1,1 1 0,-2-1-1,2 4 13,0 3-11,0-1 0,0 1-1,-2 0 1,0 0-1,0 0 1,-1 1 0,0-1-1,-2 0 1,1 0-1,-2 1 1,1-1 0,-3 5 11,-1 2-1,-1-1 0,-1 1 1,0-1-1,-1-1 0,-2 0 1,1 0-1,-9 10 1,-5 2-427,22-29 278,4-18-111,0 8 215,1 0 0,0 0 1,0 1-1,1 0 0,0-1 1,1 2-1,3-5 45,-6 9-16,-1 0-1,1-1 1,0 1 0,0 0 0,1 1 0,-1-1 0,1 0-1,-1 1 1,1 0 0,0 0 0,0 0 0,-1 0 0,1 1-1,1-1 1,-1 1 0,0 0 0,0 1 0,1-1 16,-6 19-2,-3-12 16,0 0 0,0 0 0,0 0-1,-1-1 1,0 0 0,0 0-1,-1 0 1,1-1 0,-1 1-1,0-1 1,0-1 0,-1 1-1,1-1 1,-1 0 0,1-1-1,-1 1 1,0-1 0,0-1-1,-2 1-12,8-3 5,0-1 0,0 1 0,1-1 0,-1 1 0,1-1 1,-1 1-1,1-1 0,0 0 0,-1 1 0,1-1 1,0 1-1,0-1 0,0 0 0,0 1 0,0-1 0,1 0 1,-1 1-1,0-1-6,0-2 9,1-6-10,0 1 0,0-1 1,1 1-1,0 0 0,1 0 1,0 0-1,0 0 0,4-7 1,41-69 14,-21 39 70,-29 41 155,-9 7-198,-10 6-55,21-8 16,-1 0 0,1 1 0,0-1-1,0 0 1,-1 1 0,1-1 0,0 0 0,-1 1-1,1-1 1,-1 0 0,1 1 0,0-1 0,-1 0-1,1 0 1,-1 0 0,1 1 0,0-1 0,-1 0-1,1 0 1,-1 0 0,1 0 0,-1 0 0,1 0-1,-1 0 1,1 0 0,0 0 0,-1 0 0,1 0-1,-1 0 1,1 0 0,-1 0 0,1-1 0,-1 1-1,1 0 1,0 0 0,-1 0 0,1-1 0,-1 1-1,1 0 1,0 0 0,-1-1 0,1 1 0,0 0-1,0-1 1,-1 1 0,1-1 0,0 1-2,0-26 187,1 11-83,1 4 6,-6 22-74,-16 12-27,-11 15 14,31-37-31,11-7-47,-4 1 69,-1 0 0,0 0 0,0-1-1,-1 0 1,0-1 0,0 1 0,0-1 0,-1 0 0,0 0 0,0 0 0,-1-1-1,2-5-13,0-1 57,-1 1-1,-1-1 0,0 0 0,-1 0 1,0-1-1,-2 1 0,1-1-56,-44 16-368,3 15-661,24-7-5766,13-7 3926,-1-1-12093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20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10458,'0'0'2691,"0"0"-187,-3 27-419,-24 210 1388,27-234-3421,-1 1 23,1 0 1,-1 1-1,1-1 0,-1 0 1,0 0-1,-1 1 0,1-1 0,-1 0 1,0 0-1,0-1 0,-1 3-75,2-6 238,1-20 782,-1 1-900,1 0-1,1 0 1,0 0 0,2 0-1,0 0 1,1 1 0,1-1-1,0 1 1,1 0 0,2 1-1,7-16-119,-15 32 5,1 1 1,-1-1-1,0 0 0,1 0 0,-1 0 1,1 0-1,-1 0 0,1 0 0,-1 0 0,1 1 1,0-1-1,-1 0 0,1 0 0,0 1 1,0-1-1,0 0 0,0 1 0,-1-1 0,1 1 1,0-1-1,0 1 0,0 0 0,0-1 1,0 1-1,0 0 0,0 0 0,0 0 0,0-1 1,0 1-1,0 0 0,0 0 0,0 0 1,0 1-1,0-1 0,0 0 0,0 0 0,0 1 1,0-1-1,0 0 0,0 1 0,0-1 1,0 1-1,0-1 0,0 1 0,-1-1 0,1 1 1,0 0-1,0-1 0,-1 1 0,1 0 1,0 0-1,-1 0 0,1-1 0,-1 1-5,4 5 1,0 0 0,0 1 0,-1-1 0,0 1 1,0 0-1,-1-1 0,0 3-1,8 31 26,-3 0 1,-1 0-1,-2 6-26,7 49-1002,-9-89-724,-1-10-4527,-1-11 146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20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8346,'0'0'3232,"0"0"-783,0 0-617,0 0-687,0 0-321,0 0-376,0 0-248,198-12-200,-118 0-1832,-11 3-7274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17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44 7362,'0'0'4450,"0"0"-1966,0 0-429,0 0-6,0 0-339,-4-8-365,-12-21-48,9 23-11,4 15-1071,3-5-75,-94 552 2027,92-549-2154,-25 130 57,5 0-1,7 1 1,3 40-70,10-158-262,-3-14-484,-3-17-1002,-26-107-5971,17 53-466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17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0 295 3953,'0'0'6992,"29"-31"-3993,99-99-858,-112 114-1606,1 1 0,1 1 1,0 1-1,1 0 0,0 1 1,1 1-1,6-2-535,-11 7 270,0 1 0,1 1 0,-1 0 0,0 1 0,1 1-1,0 0 1,0 1 0,15 1-270,-27 1 23,1-1 0,-1 0 0,0 1 0,0 0 0,0 0 0,0 0 0,1 0 0,-2 0 0,1 1 0,0 0 0,0 0 0,0 0 0,-1 0 0,1 1 0,-1 0 0,0-1-1,0 1 1,2 2-23,-1 1 34,0-1-1,0 1 0,0 0 0,-1 1 0,0-1 0,0 1 0,-1-1 1,0 1-1,0 0 0,1 6-33,0 9 197,-1 0 0,-1 1 0,0-1 0,-2 0 0,-1 1 0,-4 20-197,2-26 124,-1 0-1,0 0 0,-2 0 0,0-1 0,0 0 0,-2 0 0,0-1 0,0 0 0,-2-1 0,0 0 1,0-1-1,-13 11-123,0-1 87,-1-1 0,-1-1 1,-1-1-1,-1-2 1,0-1-1,-16 6-87,34-18-8,0-1 0,0 0-1,0 0 1,0-1 0,-1 0 0,0-1-1,1-1 1,-1 1 0,0-2 0,-4 0 8,14 0-34,0 0 0,0-1 0,0 1 0,0-1 1,0 1-1,0-1 0,1 1 0,-1-1 0,0 0 1,0 1-1,1-1 0,-1 0 0,1 0 0,-1 0 0,0 1 1,1-1-1,0 0 0,-1 0 0,1 0 0,-1 0 1,1 0-1,0 0 0,0 0 0,0 0 0,-1 0 1,1 0-1,0 0 0,0 0 0,0 0 0,0 0 1,1 0-1,-1 0 34,4-41-1219,0 32 662,0-1 0,1 1 0,0 1 0,0-1 0,1 1 0,1 0 0,-1 0 0,2 1 0,-1 0 0,2-2 557,40-36-5132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18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1 4233,'0'0'9861,"0"0"-5548,0 0-2092,0 0-876,0 0-757,-16 34-100,-113 242 1059,98-203-1090,3 0 0,3 5-457,17-51 79,2 0-1,0 1 1,2-1 0,2 1 0,0 0 0,2 0 0,1 16-79,0-36-54,0-1 1,0 1 0,1-1 0,0 0 0,0 0 0,1 0 0,0 0 0,0 0 0,1 0 0,0-1-1,0 0 1,0 1 0,1-2 0,-1 1 0,3 1 53,0 0-209,1-1 1,0 0-1,1 0 1,-1-1-1,1 0 1,0 0-1,1-1 1,-1 0-1,1-1 1,3 1 208,17 3-1035,1-2-1,-1-1 1,1-2 0,-1-1 0,1-1 0,26-4 1035,14-6-7783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18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10138,'0'0'2871,"0"0"-571,0 0-348,0 0-572,35-9-431,116-30-129,-118 32-472,0 2 0,0 2 0,1 0 0,-1 3 0,25 2-348,10 0 183,-66-3-178,0 1-1,0 0 1,0 1 0,0-1 0,0 0 0,0 1-1,0-1 1,0 1 0,0-1 0,0 1 0,0 0-1,-1 0 1,1 0 0,0 0 0,0 0 0,-1 0-1,1 1 1,-1-1 0,1 0 0,-1 1-1,0-1 1,1 1 0,-1 0 0,0-1 0,0 1-1,0 0 1,0 0 0,0 0 0,-1 0 0,1-1-1,0 1 1,-1 0 0,0 0 0,1 0 0,-1 0-1,0 0 1,0 0 0,0 1 0,0-1 0,0 0-1,-1 0 1,1 0 0,-1 0 0,1-1 0,-1 1-1,0 0 1,0 0 0,1 0 0,-1 0 0,-1-1-1,1 1 1,0 0-5,-9 13 26,1-2 0,-2 1-1,0-1 1,-7 6-26,-24 30 32,8-4 147,2 1 0,2 2 0,-8 21-179,27-48 131,2 1 1,0 0 0,2 0-1,0 1 1,1 0 0,2 0-1,0 0 1,1 0 0,2 13-132,0-31 12,1 0 0,1 0-1,-1-1 1,1 1 0,0 0 0,0 0 0,0 0 0,1-1 0,0 1 0,0 0 0,0-1 0,0 0 0,1 1 0,0-1 0,0 0 0,0 0 0,0-1 0,3 3-12,-2-2 11,1 0-1,1-1 1,-1 0-1,0 0 1,1 0 0,-1-1-1,1 1 1,0-2 0,0 1-1,0 0 1,0-1-1,0 0 1,0-1 0,0 1-1,1-1-10,21 1-1,-10 1-21,0-1 0,0-1 0,0-1 0,9-2 22,-22 3-135,-1-1 1,0 0-1,0 0 0,0 0 0,-1-1 0,1 1 0,0-1 1,0 0-1,-1 0 0,1 0 0,-1 0 0,0-1 0,1 1 1,-1-1-1,0 0 0,-1 0 0,1 0 0,0 0 0,-1-1 1,0 1-1,2-4 135,0-4-1342,-1 1 0,-1-1 1,0 1-1,0-1 1,-1 0-1,0-10 1342,0-18-8394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19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9938,'0'0'4697,"0"0"-2904,0 0-449,0 0-920,189-9-200,-54 9-224,-22 0-216,-14 0-4201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21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54 13035,'0'0'2511,"0"0"-528,2 27-299,13 224 225,-9-149-1494,-6-101-238,0-18 727,-1-35-669,0 18-59,1-1-1,2 1 0,2-1 0,1-5-175,-2 29 18,0 0-1,0-1 1,1 2-1,1-1 1,-1 0-1,2 1 1,-1 0-1,2 0 1,-1 0 0,1 1-1,1 0 1,-1 1-1,2-1 1,4-2-18,-10 7-3,1 1 0,0-1 0,0 1 0,0 0 0,0 1 0,0-1 0,1 1 0,-1 0 0,1 0 0,0 0-1,0 1 1,-1-1 0,1 1 0,0 0 0,1 1 3,-6 1-7,1 0 0,0-1 0,0 1 0,-1 0 0,1 0 0,-1 0 0,1 0 0,-1 0 0,1 0 0,-1 1 0,0-1 0,0 0 0,1 0 0,-1 0 0,0 0 0,0 0 0,0 0 0,0 1 0,0-1 0,0 0 0,-1 0 0,1 0 0,0 1 7,-4 29-4,1-22 9,-1 0 0,-1 0 0,1-1 0,-2 1 1,1-1-1,-1 0 0,0-1 0,-1 1 0,0-1 0,0-1 0,0 1 0,-3 0-5,6-4 0,5-2-3,0 0 0,0 0 0,0-1 0,0 1 0,0-1 0,0 1 0,0-1-1,0 1 1,0-1 0,0 0 0,0 1 0,0-1 0,0 0 0,1 0 0,-1 0-1,0 0 1,0 0 0,0 0 0,0 0 0,0 0 0,0 0 0,1-1 3,37 2-65,-32-1 66,-1 0-1,0 1 1,1-1 0,-1 1-1,0 0 1,0 1 0,1-1-1,-1 1 1,0 1 0,-1-1-1,1 1 1,0 0 0,-1 0-1,1 1 1,-1-1 0,0 1-1,0 0 1,0 2-1,0-1-4,-1 1 1,0-1 0,-1 1-1,1 0 1,-1 0-1,0 1 1,-1-1 0,1 1-1,-1 0 1,-1-1-1,1 1 1,-1 0 0,0 0-1,-1 0 1,0 0-1,0 2 4,0-3 3,-1 0-1,-1-1 0,1 1 1,-1-1-1,0 1 0,0-1 1,0 1-1,-1-1 0,0 0 1,0 0-1,0-1 0,0 1 1,-1 0-1,0-1 0,0 0 1,0 0-1,-1 0 0,1-1 1,-1 1-1,0-1 0,0 0 1,0 0-1,0-1 0,-2 1-2,-9 4 14,0 0-1,0-1 0,0 0 0,-1-2 0,0 0 0,0-1 0,-14 1-13,19-3-26,-1 0 0,1-1 1,0-1-1,0 0 0,0 0 0,-3-2 26,12 2-170,0 0 0,0 0 1,0 0-1,0 0 0,0-1 0,1 1 1,-1-1-1,0 0 0,1 1 0,0-1 1,-1 0-1,1-1 170,0 1-368,1 0-1,-1 0 1,1 0 0,0 0 0,0 0-1,0-1 1,0 1 0,0 0 0,0-1-1,0 1 1,1-1 0,0 1 0,-1-1-1,1 1 1,0-1 0,0 0 368,0-15-5763,0 3-3516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23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4929,'0'0'1538,"0"0"-197,0 0 278,0 0-449,0 0-486,0 0-90,0 0-102,0 0-44,0 0 105,0 0 57,0 0 34,0 0 68,0 0 239,0 0 165,0 0-88,0 0-238,0 0-190,0 0-93,0 0-111,0 0-94,0 0-115,0 0 0,0 0 14,0 0-1,0 0-49,0 0-6,0 0 6,0 0-27,0 0-33,0 0-59,0 0-14,0 0-195,0 0-512,2 0-857,39 0-5425,-12 0-2580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24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4065,'0'0'1367,"0"0"-388,0 0-12,0 0-159,0 0-107,0 0 261,-7 0 274,-27 0 133,30 0 2380,4 0 3597,19 2-7155,0 1 0,0 1 0,0 0-1,0 2 1,-1 0 0,10 5-191,32 11 329,-16-10-217,-25-8-89,-1 2 0,0 0 0,0 0 0,0 2 0,0 0 0,12 9-23,-28-16-2,0 0-1,-1 0 0,1 1 0,0-1 0,-1 1 1,1-1-1,0 1 0,-1 0 0,0-1 1,1 1-1,-1 0 0,0 0 0,0 0 0,0 0 1,0 0-1,0 0 0,-1 0 0,1 0 0,-1 0 1,1 0-1,-1 1 0,0-1 0,0 0 1,0 0-1,0 0 0,0 1 0,0-1 0,-1 0 1,1 0-1,-1 0 0,1 0 0,-1 0 0,0 0 1,0 0-1,0 0 0,0 0 0,0 0 0,-1 1 3,-2 3 12,-1 0 0,0-1-1,1 1 1,-2-1-1,1 0 1,-1-1-1,0 1 1,0-1-1,0 0 1,-5 1-12,-27 12-28,28-13-109,0-1-1,1 1 1,-1 1 0,1 0-1,0 0 1,0 1-1,0 0 1,1 0 0,0 1-1,0 0 1,1 1-1,0 0 1,-5 6 137,-23 54-7803,18-35 483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25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45 464,'0'0'11955,"0"0"-8963,0 0-975,0 0 591,0 0-1167,0 0-857,0 0-296,235-24-192,-153 15-16,1 0-80,-7 6-80,27 3-1176,-21 0-3169,-9 0-4241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26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7514,'0'0'4945,"0"0"-2929,0 0-63,0 0-809,0 0-824,0 0-320,0 0-768,9-15-601,-9 21-903,0 3-5346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37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14299,'0'0'3389,"0"0"-1822,31-9-276,2-1-1002,-7 2-130,1 0-1,1 2 1,-1 1 0,1 1 0,0 2-1,4 0-158,-10 2 129,-6-1-16,0 0 0,1 2 0,-1 0 0,0 1 1,15 3-114,-27-4 9,0 0 1,-1 0-1,1 1 1,-1-1 0,1 1-1,-1 0 1,0 0-1,0 0 1,0 0 0,0 0-1,0 1 1,0-1-1,-1 1 1,1 0 0,-1 0-1,0 0 1,0 0-1,0 0 1,0 1 0,0-1-1,-1 0 1,1 1-1,-1 0 1,0-1 0,0 1-1,0-1 1,0 5-10,-1-2 12,0 1 1,0-1-1,-1 1 0,1-1 1,-1 1-1,-1-1 1,1 1-1,-1-1 0,0 0 1,-1 0-1,1 0 1,-1 0-1,0 0 0,-1-1 1,1 1-1,-1-1 1,0 0-1,-1 0 0,1-1 1,-1 1-1,0-1 1,0 0-1,0 0 0,-1 0 1,1-1-1,-3 1-12,-13 8 29,0-1 0,-1-1-1,-1-1 1,0-1 0,0-1 0,-14 2-29,82-15 132,0 2 0,1 1 0,18 4-132,-60-1 8,1 1 0,-1 0 0,1 0 0,-1 0 0,0 1 0,0 0 1,1-1-1,-1 1 0,0 1 0,0-1 0,-1 1 0,1-1 0,-1 1 1,1 0-1,-1 0 0,0 1 0,0-1 0,0 1 0,0 0 0,-1-1 0,1 1 1,-1 0-1,0 0 0,0 1-8,-1-1 17,1 0 0,-1-1 0,0 1 0,0 0 0,0 0 1,-1-1-1,1 1 0,-1 0 0,0 0 0,0 0 0,-1 0 0,1 0 1,-1 0-1,1-1 0,-1 1 0,-1 0 0,1 0 0,0-1 0,-1 1 0,0-1 1,1 1-1,-2-1 0,1 0 0,0 0 0,0 0 0,-1 0 0,0 0 1,-2 2-18,-8 4 138,0 0 1,0-1 0,-1-1-1,0 0 1,0 0 0,-1-2 0,1 1-1,-2-2 1,1 0 0,0-1-1,-6 0-138,-14 1 108,0-1-1,0-2 0,0-1 1,-22-3-108,55 3-11,0 0-1,0 0 1,1 0 0,-1 0 0,0-1 0,0 1 0,1 0 0,-1-1 0,0 1 0,1-1 0,-1 1 0,0-1 0,1 0 0,-1 0 0,1 0 0,-1 0 0,1 0 0,-1 0-1,1 0 1,0 0 0,0-1 0,-1 1 0,1 0 0,0-1 0,0 1 0,1-1 0,-1 1 0,0-1 0,0 0 0,1 1 0,-1-1 0,1 0 0,-1 1 0,1-1-1,0 0 1,-1 0 0,1-1 11,1-1-147,0 1 0,-1 0 0,1 0 0,0 0 0,1-1 0,-1 1-1,0 0 1,1 0 0,0 1 0,0-1 0,-1 0 0,2 0 0,-1 1 0,0 0-1,0-1 1,1 1 0,0 0 0,-1 0 0,3-1 147,46-24-5137,8 3-3445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37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27 7986,'0'0'3463,"0"0"-1679,0 0-690,0 0-562,0 0-342,0 0 42,-5 1 473,-33 17 1923,36-17-2459,0 0 1,0 0-1,0 1 0,0-1 1,0 1-1,0 0 0,0-1 1,1 1-1,-1 0 0,0 0 1,1 0-1,0 0 0,0 0 1,-1 0-1,1 0 0,0 1 1,1-1-1,-1 0 0,0 1-169,1-2 424,0-1 231,0 0 119,0 0-39,0 0-237,0 0-206,0 0-162,28-24 198,11 10-323,0 2-1,1 2 1,0 1 0,1 3 0,38-2-5,-78 8-1,1 0 0,-1 0 0,1 0-1,-1 0 1,0 0 0,1 0 0,-1 0 0,0 1 0,1-1 0,-1 1 0,0-1 0,0 1 0,1-1 0,-1 1-1,0 0 1,0-1 0,0 1 0,0 0 0,0 0 0,0 0 0,0 0 0,0 0 0,0 0 0,0 0 0,0 0-1,-1 1 1,1-1 0,0 0 0,-1 0 0,1 0 0,-1 1 0,0-1 0,1 0 0,-1 1 0,0-1 0,0 1 0,0-1 1,2 10-16,-2 0 0,1 1 1,-1-1-1,-2 9 16,1 4-12,0-9 12,0 1 0,-1 0 0,0-1 0,-1 0 0,-1 0 0,0 0 0,-2 0 0,1 0 0,-2-1 0,-4 7 0,-12 18 17,-3-1 1,-27 32-18,9-12 9,44-58 19,0 1 0,0-1-1,1 0 1,-1 1 0,0-1 0,0 0 0,1 1-1,-1-1 1,0 0 0,0 1 0,1-1-1,-1 0 1,0 1 0,1-1 0,-1 0 0,0 0-1,1 1 1,-1-1 0,1 0 0,-1 0-1,0 0 1,1 0 0,-1 0 0,1 1 0,-1-1-1,1 0 1,-1 0 0,0 0 0,1 0 0,-1 0-1,1 0 1,-1 0 0,1 0 0,-1-1-1,0 1 1,1 0 0,-1 0 0,1 0-28,25 0 93,-23 0-10,205 3-92,-202-3-261,0-1-1,0 1 1,0-1-1,0-1 1,0 1-1,-1-1 1,1 0-1,0 0 1,4-3 270,27-17-4732,-25 15 1997,22-16-10526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38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87 11162,'0'0'2914,"0"0"-390,0 0-41,-11 33-644,-31 111-792,39-134-957,1 1-1,0 0 1,1 0 0,0-1 0,0 1 0,1 0 0,1 0-1,0 0 1,0 0-90,0-6 33,0-1 0,0 0 0,1 0 0,-1 1 0,1-1-1,0 0 1,0 0 0,0-1 0,1 1 0,-1 0 0,1-1-1,0 1 1,0-1 0,0 0 0,3 2-33,2-1 44,0 0 1,0 0-1,0 0 0,1-1 0,-1-1 1,1 1-1,0-1 0,0-1 0,0 0 1,0 0-1,0-1 0,0 0 1,0 0-1,0-1 0,-1 0 0,6-1-44,-8 0 14,1 1-1,-1-1 0,1 0 0,-1 0 0,1-1 1,-1 0-1,0 0 0,0-1 0,-1 1 0,1-1 1,-1 0-1,0-1 0,0 1 0,0-1 0,0 0 1,-1 0-1,0-1 0,0 1 0,0-1 0,-1 0 1,0 0-1,0 0 0,0-1 0,-1 1 0,0-1-13,4-11 60,-1 0-1,-1-1 0,-1 0 1,0 0-1,-1 0 0,-1 0 0,-1 0 1,-2-8-60,1 19 28,0 1-1,-1-1 1,-1 1 0,1-1 0,-1 1 0,0 0 0,-1 0 0,1 0 0,-1 1-1,-1-1 1,1 1 0,-1 0 0,0 0 0,-5-4-28,3 3 1,0 1-1,-1-1 1,1 1 0,-1 1-1,-1-1 1,1 1 0,-1 1-1,0 0 1,0 0-1,0 0 1,-6 0-1,-8 2-3155,19 2-2354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38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11146,'0'0'5362,"0"0"-2954,0 0-872,0 0-783,169-5-753,-123-1-1761,-9-3-4408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38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1 10362,'0'0'2589,"0"0"-601,28 0 315,89 0-466,-115 0-1783,1 0 0,-1 1 0,1-1 0,0 0 0,-1 1 0,1-1 0,-1 1 0,1 0 0,-1 0 0,1 0 0,-1 0 0,0 1 0,0-1 0,1 0 1,-1 1-1,0 0 0,0-1 0,0 2-54,0-1 24,-1-1-1,0 1 1,-1 0 0,1 0 0,0 0 0,0-1 0,-1 1-1,1 0 1,-1 0 0,0 0 0,1 0 0,-1 0 0,0 0-1,0 0 1,0 0 0,-1 0 0,1 0 0,0 0-24,-2 5 80,0-1 0,0 1 1,0-1-1,-1 1 0,0-1 0,0 0 1,0-1-1,-1 1 0,-4 5-80,-10 7 141,-1 0 1,-1-2-1,0 0 0,-1-1 0,-1-1 0,-1-1-141,-15 11 57,38-24-56,0 0-1,-1 0 1,1 0-1,0 0 0,0 0 1,-1 0-1,1 1 1,0-1-1,0 0 0,-1 0 1,1 0-1,0 0 1,0 1-1,-1-1 0,1 0 1,0 0-1,0 0 1,0 1-1,-1-1 0,1 0 1,0 0-1,0 1 1,0-1-1,0 0 1,0 1-1,0-1 0,0 0 1,0 0-1,-1 1 1,1-1-1,0 0 0,0 1 1,0-1-1,0 0 1,0 1-1,1-1 0,-1 0 1,0 0-1,0 1 1,0-1-1,0 0 0,0 0 1,0 1-1,0-1 1,0 0-1,1 1 0,-1-1 1,0 0-1,0 0 1,0 0-1,1 1 0,14 5 47,2-3-18,5 0-16,0 0-1,-1 2 1,0 1 0,0 1-1,16 7-12,-33-12 1,0-1 1,0 1-1,0 1 0,0-1 0,-1 0 1,1 1-1,-1 0 0,0 0 0,0 0 1,0 0-1,0 0 0,0 1 0,-1-1 1,1 1-1,-1 0 0,0 0 1,0 0-1,-1 0 0,1 0 0,-1 0 1,0 0-1,0 0 0,0 1 0,0-1 1,-1 0-1,0 1 0,0-1 0,0 0 1,0 1-1,-1-1 0,1 0 0,-1 1-1,-1 0 52,-1 1 0,1-1-1,-1 0 1,0 0-1,0-1 1,-1 1-1,1-1 1,-1 1-1,0-1 1,0 0-1,-1 0 1,1-1 0,-1 1-1,0-1 1,0 0-1,0-1 1,0 1-1,0-1 1,0 0-1,-1 0-51,-18 8 349,0-2-1,0-1 1,-24 4-349,26-7 81,0 0 1,1-2-1,-9 0-81,29-2-17,0 0 1,0-1-1,0 1 0,1 0 1,-1 0-1,0-1 1,0 1-1,1 0 0,-1-1 1,0 1-1,1-1 1,-1 1-1,0-1 0,1 1 1,-1-1-1,1 1 1,-1-1-1,1 0 0,-1 1 1,1-1-1,-1 0 0,1 0 1,-1 1-1,1-1 1,0 0-1,0 0 0,-1 1 1,1-1-1,0 0 1,0 0-1,0 0 0,0 1 1,0-1-1,0 0 1,0 0-1,0 0 0,0 0 1,0 0 16,6-32-1482,-4 27 809,1-1-1,0 1 0,0 0 0,0 0 0,1 0 0,1-1 674,30-38-5829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39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127 184 11322,'0'0'4192,"0"0"-1058,-4 26-748,1 3-1556,0 0 0,2 21-830,1-47 56,0 0 0,1 0-1,0 0 1,-1 0 0,1 0 0,0 0-1,0 0 1,1-1 0,-1 1-1,1 0 1,-1-1 0,1 1 0,0-1-1,0 1 1,0-1 0,0 0-1,1 0 1,-1 0 0,0 0 0,1-1-1,-1 1 1,1 0 0,0-1 0,0 0-1,-1 0 1,1 0 0,0 0-1,0 0 1,0 0 0,0-1 0,0 1-1,0-1 1,0 0 0,1 0-56,2 1 92,11 2 34,0-2 0,-1 0 0,1 0-1,0-2 1,-1 0 0,1 0 0,-1-2 0,1 0-1,-1-1 1,0-1 0,0 0 0,-1-1 0,1-1-1,9-6-125,-15 7-1,0 0-1,0-1 0,-1 0 0,0 0 1,0-1-1,-1 0 0,0-1 0,0 0 1,-1 0-1,0-1 0,-1 0 0,0 0 1,0 0-1,-1-1 0,-1 1 0,1-1 1,-2-1-1,0 1 0,0 0 0,-1-1 1,0-3 1,-1 11-20,-1 0 1,1 0-1,-1-1 1,0 1 0,0 0-1,-1 0 1,1-1-1,-1 1 1,0 0-1,0 0 1,0 0 0,-1 0-1,1 0 1,-1 0-1,0 1 1,0-1-1,0 0 1,-1 1 0,1 0-1,-1-1 1,0 1-1,0 0 1,0 0 0,0 1-1,-1-1 1,1 1-1,-1 0 1,1-1-1,-1 1 1,0 1 0,0-1-1,-3 0 20,-14-4-271,-1 1 1,1 1-1,-1 1 0,0 2 1,0 0-1,-4 1 271,-119 1-2845,39 9-3155,-7 13-7555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39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7666,'0'0'5197,"0"0"-2403,0 0-791,0 0-158,0 0-527,16 25-496,-4-4-628,-7-10-107,0-1 0,0-1 0,1 1 1,1-1-1,0 0 0,0 0 0,0-1 0,1 0 0,0 0 0,1-1 0,0 0 1,0 0-1,0-1 0,1 0 0,0-1 0,7 3-87,6-1 223,0 0 1,0-1 0,0-2-1,1 0 1,0-1-1,-1-2 1,1 0-1,0-2 1,0 0-1,3-2-223,-22 2 12,-1 0 0,1 0-1,0 0 1,-1-1 0,0 0 0,1 0-1,-1 0 1,0 0 0,0-1 0,0 0-1,0 1 1,-1-1 0,1-1 0,-1 1-1,0 0 1,1-1 0,-2 0 0,1 0 0,0 0-1,-1 0 1,0 0 0,2-4-12,0-3 2,-1 0-1,0 0 1,-1 0 0,0 0 0,-1 0 0,0-1 0,0 1 0,-2-11-2,1 17-20,-1 1-1,0-1 1,0 1 0,0-1 0,0 1 0,-1 0 0,1-1 0,-1 1 0,0 0 0,-1 0 0,1 0 0,-1 1 0,1-1 0,-1 0 0,0 1 0,0 0 0,-1 0 0,1 0 0,-1 0 0,0 0 0,1 1 0,-1-1 0,0 1 0,-1 0 0,1 1 0,0-1 0,0 1 0,-1-1 0,1 1 0,-2 0 20,-19-4-547,1 2 0,0 0-1,-1 1 1,1 2 0,-4 0 547,12 0-535,-86 1-4745,3 4-3300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40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5953,'0'0'1650,"0"0"-46,29 0 109,-2 0-1281,24 0 732,-1 2 0,37 6-1164,218 19 4480,294-12-4480,-287-12 876,-294-3-850,833-5 395,797-19 2575,-1202 26-1985,-235-3 1875,-210 1-2976,-1 0-508,-2-5-5394,-9 4-301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41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12547,'0'0'5577,"0"0"-2458,0 0-1314,0 0-625,0 0-67,-11 29-256,-36 99-240,42-113-533,1 0 0,1 0 0,0 1-1,2-1 1,-1 0 0,2 1 0,0 0 0,2 12-84,0 16 39,-2-37-35,0 0 1,1 0 0,1 0 0,-1 0 0,1-1 0,0 1-1,0 0 1,1-1 0,2 4-5,-5-8-114,1-1 0,0 0 0,-1 1 0,1-1 0,0 0 0,0 0-1,0 1 1,0-1 0,0 0 0,0 0 0,0 0 0,0 0 0,0 0 0,0-1 0,1 1-1,-1 0 1,0-1 0,1 1 0,-1 0 0,0-1 0,1 1 0,-1-1 0,1 0 0,-1 0 0,0 1-1,1-1 1,-1 0 0,1 0 0,-1 0 0,1-1 0,-1 1 0,1 0 0,-1 0 0,1-1 0,-1 1-1,0-1 1,1 1 0,-1-1 0,0 0 0,1 1 0,-1-1 0,0 0 0,0 0 0,0 0 0,0 0-1,1-1 115,19-22-5083,2-6-3063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41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7418,'0'0'6768,"0"0"-3550,0 0-1695,0 0 174,-4 30-215,1-10-1246,-4 32 578,1 1 0,4-1 0,2 26-814,0-73 41,1 0 0,0-1 0,0 1 1,1 0-1,-1-1 0,1 1 0,0-1 0,0 0 0,1 1 0,-1-1 1,1 0-1,0 0 0,0-1 0,1 1 0,-1-1 0,1 1 1,-1-1-1,1 0 0,0-1 0,0 1 0,0-1 0,1 1 0,-1-1 1,0 0-1,1-1 0,0 1 0,-1-1 0,1 0 0,3 0-41,18 4 90,1-1 0,0-1 0,0-1 0,24-3-90,-34 1 15,-10 1-12,-1-1 0,1-1-1,0 1 1,-1-1-1,1 0 1,-1 0 0,0-1-1,1 0 1,-1 0-1,0-1 1,0 1 0,0-1-1,-1-1 1,1 1-1,-1-1 1,1 0 0,-1 0-1,0 0 1,-1-1-1,1 0 1,-1 0 0,0 0-1,0 0 1,-1-1-1,1 1 1,-1-1 0,0 0-1,-1 0 1,0 0-1,1-1 1,-2 1 0,1 0-1,-1-1 1,0 1-1,-1-1 1,1 1 0,-1-1-1,0 0 1,-1 1-1,0-1 1,-1-5-3,0 6-3,0 0 0,-1-1-1,0 1 1,0 0 0,0 1 0,0-1-1,-1 0 1,0 1 0,0 0 0,-1 0-1,0 0 1,0 1 0,0-1 0,0 1-1,0 0 1,-3 0 3,-18-13-568,-2 1 0,-27-11 568,28 14-1137,22 9 635,4 3-1167,0 1-3821,1 0-3029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42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8466,'0'0'4691,"0"0"-2159,0 0-608,28 32 57,-16-18-1749,19 20 257,-1 2 0,-2 1 1,-1 1-1,-2 1 0,-2 1 0,14 33-489,-7 7 486,-3 2 0,-3 2 1,-5 0-1,-3 1 0,-2 11-486,3 82 1432,-5 169-1432,-13-313 28,-2 0 1,-1-1-1,-1 0 0,-2 0 0,-1 0 0,-4 4-28,-18 48 72,-25 44-72,25-62 5,21-46-79,-22 52-3306,-2-1 0,-4-2 1,-9 7 3379,23-43-6655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44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13539,'0'0'4129,"0"0"-2841,0 0 584,0 0-839,192-74-593,-122 56-200,-4 6-104,-10 3-136,-16 9-64,-30 0-1096,-10 9-3313,0 15-3785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45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12 143 13691,'0'0'3017,"0"29"-498,-1 55-810,7 303 3447,1-283-4766,4 0 0,5-1 0,10 24-390,-18-107-634,-5-40-907,-7-51 520,-3 0 0,-3 1 0,-13-43 1021,2 9-25,13 62 293,1-1 0,2 0 0,2 0-1,3-41-267,1 70 115,1-1 0,0 1-1,1 0 1,0 0 0,1 0-1,1 0 1,0 1 0,1 0 0,1 0-1,-1 0 1,2 1 0,0 0-1,1 0 1,0 1 0,0 0-1,6-5-114,7-3 68,0 2-1,1 0 0,1 1 1,0 1-1,1 2 0,1 0 1,0 2-1,0 0 0,1 2 1,1 1-1,-1 2 1,1 0-1,1 2 0,22-1-67,-44 4 5,1 1 0,-1 0 0,0 0 0,0 0-1,0 1 1,0 0 0,0 1 0,0-1 0,0 1 0,0 1-1,-1-1 1,1 1-5,-4 0 1,0-1-1,0 1 0,0-1 0,0 1 1,0 0-1,-1 0 0,1 0 0,-1 0 1,0 1-1,0-1 0,0 1 1,0-1-1,-1 1 0,1 0 0,-1-1 1,0 1-1,0 0 0,-1 0 1,1 0-1,-1 0 0,1 2 0,-1 3 3,1 0-1,-2 1 1,1-1 0,-1 0-1,0 0 1,-1 0-1,0 0 1,-1 0 0,0 0-1,0 0 1,-1-1-1,0 1-2,-4 6 13,-1-1-1,0 0 0,-1 0 0,0-1 0,-1 0 0,-9 6-12,-9 7 43,-1-1-1,-2-1 1,0-2-1,-2-1 0,-17 7-42,37-19-16,-1-1 0,-1-1 0,0 0 0,0-1 0,0-1 0,-1 0 0,1-1 0,-1-1 0,-17 1 16,33-4-31,1 0-1,-1 0 1,1 0-1,-1 0 0,1 0 1,-1 0-1,1 0 1,-1 0-1,1 0 1,-1 0-1,1-1 1,-1 1-1,1 0 0,-1 0 1,1-1-1,0 1 1,-1 0-1,1-1 1,-1 1-1,1 0 0,0-1 1,-1 1-1,1-1 1,0 1-1,-1 0 1,1-1-1,0 1 1,0-1-1,0 1 0,-1-1 1,1 1-1,0-1 1,0 1-1,0-1 1,0 1-1,0-1 1,0 1-1,0-1 0,0 1 1,0-1-1,0 0 32,6-21-1650,23-20-4169,12-5-4132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45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 14539,'0'0'2049,"0"0"-193,0 0 1129,-79 187-1033,66-97-816,3 2-232,10 0-87,0-6-281,0-8-320,20-10-96,6-8-72,0-16-48,1-8-184,3-9-384,3-12-561,23-15-871,-10-3-3681,1-24-9394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46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49 1224,'0'0'10140,"0"0"-5235,0 0-2295,0 0-645,0 0-710,28-9-366,88-27-312,-112 35-558,-1 0 0,0 1 0,1-1 0,-1 1 0,0-1 0,1 1 0,-1 0 0,1 0 0,-1 0 0,1 1-19,-3-1 3,0 1 0,0-1 1,1 0-1,-1 1 0,0-1 0,0 1 0,0-1 1,-1 1-1,1-1 0,0 1 0,0 0 1,0-1-1,0 1 0,-1 0 0,1 0 0,0 0 1,0 0-1,-1 0 0,1 0-3,0 3-2,0-1 0,0 1 0,0 0 0,-1-1 0,1 1 0,-1 0 0,0-1 0,0 1 0,-1 0-1,1 0 1,-1 1 2,0 10 20,0-2-12,0 1 1,-1-1-1,-1 1 0,0-1 0,0 0 1,-2 0-1,1 0 0,-2-1 0,-6 12-8,-12 18 57,-2 0-1,-7 5-56,-19 28 64,40-57-26,0 0 0,2 1 0,0 0-1,1 1 1,1 0 0,0 1 0,2 0 0,1 0 0,0 0 0,1 0 0,2 1 0,0 7-38,2-26 16,0 1 1,0-1 0,1 0 0,0 1 0,-1-1-1,1 0 1,1 0 0,-1 0 0,0 0-1,1 0 1,-1 0 0,1 0 0,0 0 0,0-1-1,0 1 1,0-1 0,1 1 0,-1-1 0,0 0-1,1 0 1,0 0 0,0 0 0,-1 0 0,1-1-1,0 1 1,0-1 0,1 0 0,-1 0-1,0 0 1,0 0 0,0-1 0,1 1 0,-1-1-1,1 0-16,17 3 23,1-2-1,-1 0 1,1-2-1,21-2-22,-28 2-15,-4-1-168,0 1-1,0-1 1,0-1 0,0 1 0,-1-2-1,1 0 1,-1 0 0,0-1 0,0 0-1,-1-1 1,1 0 0,2-2 183,-6 2-958,1 1 1,-1-1 0,0 0-1,-1-1 1,0 0-1,0 1 1,0-2 0,-1 1-1,1 0 1,0-5 957,4-19-10222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46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12883,'0'0'4129,"0"0"-1489,0 0-7,0 0-1641,0 0-752,212-27-240,-110 18-88,1 1-400,16-4-440,-30 0-2721,-16 3-4753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46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9778,'0'0'3057,"0"0"-178,0 0-134,3 29-712,-1-10-1754,6 71 2200,13 45-2479,-14-108 207,-7-28-207,0 1 1,0 0-1,0 0 1,0 0-1,0 0 1,0 0-1,0 0 1,0 0-1,0-1 1,0 1-1,0 0 1,0 0-1,0 0 1,0 0-1,0 0 1,0 0-1,0 0 1,0-1-1,0 1 1,0 0-1,0 0 1,0 0-1,0 0 1,0 0-1,0 0 1,0 0-1,0-1 1,0 1-1,1 0 1,-1 0-1,0 0 1,0 0-1,0 0 1,0 0-1,0 0 1,0 0-1,0 0 1,0 0-1,0 0 1,1-1-1,-1 1 0,0 0 1,0 0-1,0 0 1,0 0-1,0 0 1,0 0-1,1 0 1,-1 0-1,0 0 1,0 0-1,0 0 1,0 0-1,0 0 1,0 0-1,0 0 1,1 0-1,-1 0 1,0 1-1,0-1 1,0 0-1,0 0 1,0 0-1,2-49-257,-2 42 203,0-199-254,0 200 309,0 0 0,0 0 0,1-1 0,0 1 0,0 0 0,0 0-1,1 0 1,0 1 0,0-1 0,1 0 0,0 1 0,0-1 0,0 1 0,0 0 0,1 0 0,0 0 0,0 0 0,0 1 0,1 0 0,-1 0 0,1 0 0,0 0 0,0 1-1,1 0 1,-1 0 0,0 0 0,1 0 0,0 1 0,0 0 0,0 0 0,0 1 0,0 0 0,0 0 0,5 0-1,-9 1-1,-1 0 0,0 1 1,1-1-1,-1 1 0,0-1 0,1 1 1,-1 0-1,0-1 0,1 1 1,-1 0-1,0 0 0,0 0 0,0 0 1,0 0-1,0 0 0,0 0 0,0 0 1,0 0-1,-1 1 0,1-1 0,0 0 1,-1 0-1,1 1 0,-1-1 0,1 1 1,-1-1-1,1 0 0,-1 1 1,0-1-1,0 1 0,0-1 0,0 1 1,0-1-1,0 0 0,0 1 0,0-1 1,-1 1-1,1 0 1,-1 4-3,1 0 0,-1 0 0,0 0-1,-1 0 1,1 0 0,-1-1 0,-1 1 0,1-1 0,-2 3 3,-12 9 14,14-15-12,0 0 0,-1 0 1,1 0-1,0 0 0,0 1 1,0-1-1,1 0 0,-1 1 1,0 0-1,1-1 0,0 1 1,-1 0-1,1 0 1,0 0-3,2-2-2,0 0 1,0 1 0,0-1 0,0 0 0,1 0 0,-1-1 0,0 1 0,0 0 0,1 0 0,-1 0 0,1-1 0,-1 1 0,0-1 0,1 1 0,-1-1-1,1 0 1,-1 1 0,2-1 1,0 0-2,10 4-12,0 0 0,0 0 0,0 1 0,0 1 0,-1 0 0,0 0 0,6 5 14,-14-8-75,0 1 1,0-1 0,0 1 0,-1-1 0,1 1 0,-1 1 0,0-1 0,0 0 0,-1 1-1,1-1 1,-1 1 0,0 0 0,0 0 0,-1-1 0,1 2 0,-1-1 0,0 0 0,0 0-1,-1 0 1,0 0 0,0 3 74,1-3-45,-1-1-1,-1 1 1,1 0-1,0-1 1,-1 1-1,0-1 1,0 1-1,-1-1 1,1 0-1,-1 1 1,0-1-1,0 0 1,0 0-1,-1 0 0,-1 2 46,-1-1 0,0-1-1,-1 1 0,1-1 0,-1 0 1,0 0-1,0 0 0,0-1 0,-1 0 1,-6 2 0,-1 0 82,0 0 1,-1 0-1,1-2 1,-1 0-1,0 0 1,-1-1-1,1-1 1,-4-1-83,19 0-48,-1-1 1,1 1 0,-1-1-1,1 1 1,-1-1-1,1 0 1,-1 1 0,1-1-1,0 1 1,0-1-1,-1 0 1,1 1 0,0-1-1,0 0 1,-1 1-1,1-1 1,0 0-1,0 1 1,0-1 0,0 0-1,0 0 1,0 1-1,0-1 1,0 0 0,1 1-1,-1-1 1,0 0-1,0 1 1,1-1 0,-1 0-1,0 1 1,1-1-1,-1 0 48,8-24-2068,16-2-2384,8 3-2832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47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13035,'0'0'4153,"0"0"-1615,0 0-598,0 0-708,0 0-721,0 0-250,33 12-17,107 43 14,-124-49-205,-1 1 1,1 0-1,-2 1 0,1 1 1,-1 0-1,0 1 1,6 7-54,-16-13 4,0-1 1,-1 1 0,0 1 0,0-1 0,0 0 0,-1 1 0,1-1 0,-1 1 0,0 0 0,0 0 0,-1 0 0,1 0-1,-1 0 1,0 0 0,-1 0 0,1 0 0,-1 1 0,0-1 0,0 0 0,-1 5-5,0-6 3,0 0 0,-1 0-1,1 0 1,-1 0 0,1 0 0,-1 0 0,0 0-1,-1-1 1,1 1 0,0-1 0,-1 0 0,0 0-1,0 0 1,0 0 0,0 0 0,-1 0 0,1-1-1,-1 1-2,-13 8-1,-1-1 0,0 0 0,-7 1 1,1 1 4,2-2-182,-43 25 486,63-34-467,0 1 0,-1 0 0,1-1 1,0 1-1,0 0 0,0 0 0,0 0 1,0 0-1,0 1 0,0-1 1,1 0-1,-1 1 0,1-1 0,0 1 1,0-1-1,0 1 0,0 0 0,0 0 1,1-1-1,-1 3 159,1 13-5305,0-5-2414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47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13675,'0'0'4505,"0"0"-2465,0 0-255,0 0-1017,186-56-456,-110 41-208,-4 3-104,18-3-592,-24 6-1881,-10 0-3368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50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14067,'0'0'4557,"0"0"-2269,0 0-655,0 0-720,29-8-535,97-28-244,-111 32-102,0 1-1,1 1 1,-1 0-1,0 1 1,1 1 0,6 1-32,-17-1 4,1 1 1,-1 0-1,0 0 1,0 0-1,0 1 1,0 0-1,0 0 1,0 0 0,0 1-1,0-1 1,-1 1-1,1 0 1,-1 0-1,0 1 1,2 2-5,-4-4 2,0 1 1,0 0-1,0-1 1,0 1-1,-1 0 1,1 0-1,-1 0 1,0 1-1,0-1 0,0 0 1,0 0-1,-1 1 1,1-1-1,-1 0 1,0 1-1,0-1 1,0 0-1,0 1 1,-1-1-1,1 0 1,-1 0-1,0 1 0,0-1 1,0 0-1,-1 2-2,-1 3 5,-1 1 0,0-1-1,-1 0 1,0 0 0,0-1-1,-1 1 1,0-1 0,-4 3-5,-77 70 102,51-49-5,2 1 1,-19 24-98,49-51 17,-1 0 0,2 1 0,-1 0 0,1-1 0,0 1 0,0 1 0,0-1-17,3-5 22,-1 0 1,0 1-1,1-1 0,0 0 0,-1 1 1,1-1-1,0 1 0,0-1 0,0 0 1,0 1-1,0-1 0,0 1 0,0-1 1,0 0-1,0 1 0,1-1 0,-1 0 1,1 1-1,-1-1 0,1 0 0,-1 1 1,1-1-1,0 0 0,0 0 0,0 0 1,-1 0-1,1 1 0,0-1 0,0 0 1,0-1-1,1 1 0,-1 0 0,0 0 1,0 0-1,0-1 0,1 1-22,11 4 107,0 0 0,0-1 0,1-1 0,0 0 0,0 0 0,-1-2 0,5 1-107,107-1-43,-79-1-181,89-1-5256,-101-1-23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51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 9450,'0'0'4417,"0"0"-3281,116 291 1345,-90-85-249,-16-10-431,-10-32-353,-6-51-616,-18-39-432,-2 4-272,-7 5-128,-7 6-224,-23 9-1384,10-20-3697,0-16-6546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52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12755,'0'0'6369,"0"0"-4368,0 0-705,0 0-96,0 0-816,252-6-384,-136 6-640,-27 0-1689,-26 9-3376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52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9842,'0'0'6009,"0"0"-4024,0 0-49,0 0-151,0 0-1025,192 0-520,-110 0-216,1 0-24,13 0-1384,-23 0-3177,-14 0-6442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52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11306,'0'0'4335,"0"0"-1449,0 0-525,0 0-794,0 0-690,0 0-420,0 31 13,0 215 444,0-137-887,5-1 1,5 0-1,11 39-27,-13-85-1025,-6-21-5421,-2-33-720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53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0 256 13019,'0'0'2708,"0"0"-677,24-33 17,-24 33-2048,50-69 1185,6-1-1185,-50 63 41,1-1-1,0 1 1,0 1-1,0 0 1,1 0 0,0 0-1,1 1 1,-1 0-1,1 0 1,0 1 0,0 0-1,0 1 1,1 0-1,-1 1 1,1-1-1,-1 2 1,1 0 0,0 0-1,0 0 1,0 1-1,4 1-40,-3-1 39,-4 0-26,-1 0-1,1 1 1,0 0 0,-1 0-1,1 0 1,-1 1 0,1 0-1,-1 0 1,0 1-1,0-1 1,0 2 0,0-1-1,0 0 1,0 1 0,-1 0-1,0 1 1,0-1 0,0 1-1,-1 0 1,1 0-1,-1 0 1,0 1 0,-1-1-1,1 1 1,-1 0 0,0 0-1,-1 1 1,2 3-13,1 5 13,0 1-1,-1-1 1,-1 1 0,0 0-1,-1 0 1,-1 0 0,-1 0-1,0 0 1,-1 0 0,0 0-1,-4 13-12,3-22 17,-1 0-1,0-1 1,0 1-1,-1 0 1,1-1-1,-1 0 1,-1 0-1,1 0 0,-1-1 1,0 1-1,0-1 1,-1 0-1,0 0 1,1-1-1,-2 0 1,1 0-1,0 0 0,-1-1 1,1 0-1,-1 0 1,-6 1-17,-7 3 36,-1-1-1,1-1 1,-1 0 0,0-2 0,0-1 0,0 0 0,-2-1-36,-5 0 10,-30-3-4,57 1-50,0 1 1,1-1 0,-1 1-1,0-1 1,1 1 0,-1-1 0,0 1-1,1-1 1,-1 0 0,1 1-1,-1-1 1,0 0 0,1 0-1,0 1 1,-1-1 0,1 0 0,0 0-1,-1 0 1,1 1 0,0-1-1,0 0 1,-1 0 0,1 0 0,0 0-1,0 0 1,0 1 0,0-1-1,0 0 1,1 0 0,-1 0-1,0 0 1,0 0 0,0 0 0,1 1-1,-1-1 1,1 0 0,-1 0-1,0 1 1,1-1 0,-1 0 0,1 0-1,0 1 1,-1-1 0,1 0-1,-1 1 1,1-1 0,0 1-1,0-1 1,-1 1 0,1-1 0,0 1-1,0 0 1,0-1 0,0 1 43,31-13-3302,7 5-2299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53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12019,'0'0'3727,"0"0"-1844,0 0-257,6 32 25,-1-8-1366,15 79 1373,8 11-1658,28 150 884,-55-262-859,-1-13 271,-2-20-233,-1 0 0,-2 0 0,-1 0 0,-7-19-63,4 17 110,2 0-1,1-1 1,1 0 0,2-4-110,2 24 50,1 1-1,0-1 1,1 1-1,0-1 1,1 0-1,4-10-49,-5 19 4,1 1 0,0-1 1,1 1-1,-1 0 0,1 0 0,0 0 0,0 0 0,0 0 0,0 1 0,1-1 0,-1 1 0,1 0 0,0 0 1,0 0-1,0 1 0,1-1 0,-1 1 0,0 0 0,1 1 0,3-2-4,0 0 2,0 0 1,0 1-1,0 0 0,0 1 0,1 0 1,-1 0-1,1 1 0,-1 0 1,1 0-1,-1 1 0,1 0 0,-1 0-2,-2 0 4,-1 1-1,0 0 0,1 0 0,-1 0 0,0 0 0,0 1 0,0-1 0,-1 2 0,1-1 0,-1 0 0,0 1 0,1 0 0,-1 0 0,-1 0 1,1 0-1,-1 0 0,0 1 0,1 0-3,5 12 5,-1 0 0,0 0 0,-2 1 0,0 0-1,0 0 1,-2 0 0,0 1 0,0 12-5,1 30-24,-3-1 0,-3 5 24,1-11-130,1-54-208,0 1-1,1 0 1,-1-1 0,0 1-1,1-1 1,-1 1 0,0-1-1,1 0 1,-1 1 0,1-1-1,-1 0 1,0 0 0,1 0-1,-1 0 1,1 0 0,-1-1-1,1 1 1,-1 0 0,0-1-1,2 1 339,16-8-4778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55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 9330,'0'0'3491,"0"0"-1489,0 0-476,0 0-578,0 0-565,0 0-124,0 0 305,0 0 357,0 0 9,0 0-234,0 0-199,0 0-193,0 0-76,0 0-116,0 0-26,0 0-37,0 0-28,0 0 14,0 0-14,0 0 25,0 0 11,0 0-38,0 0-3,0 0 33,0 0 15,0 0 16,0 0 40,0 0 18,0 0-13,0 2-85,-1 24 78,-2-1 1,-1 1 0,-7 23-119,-3 18 235,0 19 93,4 0 1,4 1-1,4 39-328,2-120-9,0 1-1,1 0 1,0-1 0,0 1-1,1 0 1,0-1-1,0 0 1,1 1 0,-1-1-1,1 0 1,1 0-1,-1 0 1,1-1 0,0 1-1,0-1 1,1 0-1,-1 0 1,1 0-1,0-1 1,1 0 0,2 2 9,0-1-673,-1-1 0,1 0 0,0-1 1,0 1-1,0-2 0,0 1 0,1-1 0,-1 0 1,1-1-1,5 1 673,23-1-6302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55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76 272 1880,'0'0'6142,"0"0"-2522,0 0-1031,0 0-204,0 0-317,-7-25-486,-22-81-325,28 99-1080,-1 1 0,1-1 0,0 0 0,1 1 0,0-1 0,0 0 0,0 1 0,1-1 0,0 0 0,0-1-177,0 5 52,0 0-1,0 0 0,0 0 0,1 0 0,-1 1 1,1-1-1,-1 0 0,1 1 0,0-1 1,0 1-1,0-1 0,1 1 0,-1 0 0,1 0 1,0-1-52,3 0 32,2-1 0,-1 1 1,0 0-1,0 1 0,1 0 0,0 0 1,-1 0-1,1 1 0,0 0 1,0 1-1,-1 0 0,6 0-32,-9 1 3,-1 0 0,1 0 1,0 0-1,-1 0 0,1 0 0,-1 1 0,0 0 0,1-1 0,-1 1 1,0 0-1,0 1 0,0-1 0,0 1 0,0-1 0,-1 1 0,1 0 1,-1 0-1,0 0 0,0 0 0,0 0 0,0 1 0,0-1 0,-1 0 1,0 1-1,1-1 0,-1 4-3,5 9 1,-2 0-1,0 0 1,-1 0 0,0 0 0,0 13-1,-1-4 0,-2 0 0,0 0 0,-2 0 0,-3 20 0,2-33 0,0 0 0,-1-1-1,0 1 1,-1-1 0,0 0 0,0 0 0,-2-1 0,1 0-1,-1 0 1,-8 8 0,-5 4 13,-1-1-1,-1-2 0,-1 0 0,-7 3-12,-45 39 33,74-61-18,1 0 1,0 0 0,0 1 0,0-1-1,0 0 1,-1 0 0,1 0 0,0 0-1,0 0 1,0 0 0,0 0 0,0 1-1,-1-1 1,1 0 0,0 0 0,0 0-1,0 0 1,0 0 0,0 1 0,0-1-1,0 0 1,0 0 0,0 0 0,0 1-1,0-1 1,0 0 0,0 0 0,0 0-1,0 0 1,0 1 0,0-1 0,0 0-1,0 0 1,0 0 0,0 1 0,0-1-1,0 0 1,0 0 0,0 0 0,0 0-1,0 1 1,0-1 0,0 0 0,0 0-1,1 0 1,-1 0 0,0 0 0,0 1-1,0-1 1,0 0 0,0 0 0,1 0 0,-1 0-1,0 0 1,0 0 0,0 0 0,0 0-1,1 0 1,-1 0 0,0 0 0,0 0-1,0 1 1,1-1 0,-1 0 0,0 0-1,0 0 1,0 0 0,0-1 0,1 1-16,14 1 134,-13-1-23,254 0 772,-144 0-10420,-83 0-362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56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 12307,'0'0'3960,"0"0"-1567,0 0 96,0 0-1425,-53 178-696,43-136-368,0-4-312,3-5-2689,4-6-2760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56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14267,'0'0'4953,"0"0"-3361,0 0 689,-6 188-657,6-90-551,3-6-297,14 3-464,-1-11-144,1-10-128,3-15-40,3-14-432,0-12-368,13-18-833,-3-9-3072,-6-6-2512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57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87 10562,'0'0'4872,"0"0"-1935,-3 31-614,-8 103-510,10-127-1707,1 1-1,-1-1 0,1 0 0,1 0 1,-1 0-1,1 0 0,1 1 0,-1-1 0,1 0 1,0-1-1,1 1 0,-1 0 0,1-1 0,1 1 1,-1-1-1,1 0 0,0 0 0,1 0 0,-1-1 1,1 0-1,0 1 0,1-2 0,-1 1-105,4 1 38,1-1-1,-1 0 1,1 0-1,-1-1 1,1-1-1,1 1 1,-1-2-1,0 1 1,1-1-1,-1-1 1,1 0-1,-1-1 1,6 0-38,-12 0 4,-1 0 0,1-1 0,-1 1 0,1-1 0,0 0 0,-1 0 0,0 0 0,1 0 0,-1-1 0,0 1 0,1-1 0,-1 0 0,0 0 0,0 0 0,0-1 0,-1 1 0,1-1 0,2-2-4,-1-1 4,1 0 0,-1 0 0,0-1-1,-1 1 1,1-1 0,-1 0 0,0 0-1,-1 0 1,1-5-4,0 2 51,-1 0 1,0-1-1,-1 1 1,0 0-1,0-1 0,-1 1 1,-1 0-1,0-1 0,0 1 1,-1 0-1,0-1 1,-1 1-1,0 0 0,-3-4-51,-6-4 97,-2 0 0,0 1 0,-1 1 0,-1 1 0,0 0 0,-1 1 0,-14-9-97,30 22-236,0 0 0,0-1 0,0 1 0,0 0 0,1 0 0,-1-1 1,0 1-1,1 0 0,-1-1 0,1 1 0,-1-1 0,1 1 0,0-1 0,0 1 0,0-1 0,0 1 0,0-1 0,0 1 0,0-1 0,0 1 0,0-1 0,1 1 0,-1-1 1,1 0 235,5-13-8406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57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0 231 15667,'0'0'3592,"0"0"-1145,0 0-393,5 28-722,17 84-646,-21-109-671,0 0 1,0 0 0,0 0 0,1 0 0,-1 0 0,1 0 0,0-1 0,0 1 0,0-1 0,0 1 0,0-1 0,0 0-1,1 0 1,-1 0 0,1 0 0,-1 0 0,1 0 0,0-1 0,0 1 0,0-1 0,0 0 0,0 0 0,0 0 0,0 0 0,0-1-1,0 1 1,0-1 0,1 0-16,0 1-10,0-1-1,0 0 0,0 0 1,-1-1-1,1 1 1,0-1-1,0 0 0,-1 0 1,1 0-1,-1 0 1,1-1-1,-1 1 0,1-1 1,-1 0-1,0 0 0,0 0 1,0-1-1,0 1 1,0-1 10,5-10-135,0-1 1,-1 0-1,-1-1 1,-1 0 0,0 1-1,0-2 1,-1 1 0,1-16 134,-5 31 4,0 0 1,0-1 0,1 1-1,-1 0 1,0-1 0,0 1-1,1 0 1,-1-1 0,0 1-1,0 0 1,1-1-1,-1 1 1,0 0 0,1 0-1,-1 0 1,1-1 0,-1 1-1,0 0 1,1 0 0,-1 0-1,0 0 1,1 0 0,-1 0-1,1 0 1,-1 0 0,0 0-1,1 0 1,-1 0 0,1 0-1,-1 0 1,0 0-1,1 0 1,-1 0 0,1 0-1,-1 0 1,0 1 0,1-1-1,-1 0 1,0 0 0,1 0-1,-1 1 1,0-1 0,1 0-1,-1 0 1,0 1 0,0-1-1,1 0 1,-1 1 0,0-1-1,0 1-4,19 14 29,-19-15-28,7 8 38,2-1 0,-1 0 0,1 0 0,0-1 1,1 0-1,-1 0 0,1-1 0,0 0 0,0-1 0,1 0 0,0-1 0,-1 0 0,1 0 0,0-1 0,0-1 0,0 0 0,0-1 0,0 0 0,7-1-39,-14 1 4,1-1 0,-1 0 1,1 0-1,-1 0 0,1 0 1,-1-1-1,0 0 0,0 0 0,0 0 1,0-1-1,0 1 0,0-1 0,-1 0 1,1 0-1,-1 0 0,0 0-4,3-4 3,0 0 0,-1-1 0,0 0 0,0 0 0,-1 0 0,0 0 0,0 0 0,0-2-3,2-10 38,0-1 0,-1 0-1,-1 0 1,-1 0 0,-1 0 0,0-16-38,-2-42 464,-6 96-4663,5 1-2053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57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74 11739,'0'0'2581,"0"0"-534,0 0-129,0 0-831,0 0-676,0 0-87,13-8 161,33-31-165,-46 39-311,1 0-1,-1-1 0,1 1 0,-1-1 0,0 1 0,1-1 0,-1 1 1,0-1-1,1 1 0,-1-1 0,0 1 0,0-1 0,0 0 0,0 1 0,1-1 1,-1 1-1,0-1 0,0 0 0,0 1 0,0-1 0,0 1 0,0-1 0,0 0 1,0 1-1,-1-1 0,1 1 0,0-1 0,0 1 0,0-1 0,-1 1 1,1-1-1,0 0 0,-1 1 0,1-1 0,0 1 0,-1 0 0,1-1 0,-1 1 1,1-1-1,0 1 0,-1 0 0,1-1 0,-1 1 0,1 0 0,-1-1 0,0 1 1,1 0-1,-1 0 0,1 0 0,-1-1 0,1 1 0,-1 0 0,0 0 1,1 0-1,-1 0 0,1 0 0,-1 0 0,0 0 0,1 0 0,-1 0-8,-38-3 701,37 3-643,-3 0 44,0 0 0,0 1 1,-1 0-1,1 0 0,0 0 0,0 0 0,0 1 0,0 0 0,0 0 0,0 0 0,0 1 0,1 0 0,-1 0 0,1 0 0,0 0 0,-3 3-102,1 1 72,-1 0 0,2 0 0,-1 0 0,1 1 0,1-1 0,-1 1 0,1 0 0,0 1 0,-1 6-72,0 0 30,0 1 1,2 0 0,0 0 0,0 1 0,2-1 0,0 0 0,1 1 0,0-1 0,2 1 0,0-1 0,1 3-31,-1-13 5,0 0 0,1 1 0,0-1 0,0 0 0,0 0 0,1 0 0,0 0 0,0-1 0,0 0 0,1 0 0,-1 0 0,1 0 0,0-1 0,1 1 0,-1-2-1,1 1 1,0 0 0,0-1 0,0 0 0,6 2-5,-2-2 13,-1 1 0,1-1 0,1-1 0,-1 0 0,0 0 0,1-1-1,-1 0 1,0-1 0,1 0 0,-1 0 0,1-1 0,-1-1 0,5-1-13,-8 0 6,0 0 0,0 0 0,-1-1 0,1 0 0,-1-1 0,0 1 0,0-1 0,-1 0 0,1 0 0,-1-1 0,0 0 0,0 0 0,-1 0 0,0 0 0,0-1 0,1-3-6,10-18 59,-1-1 0,-2-1 0,1-4-59,34-151 1699,-46 183-1752,-1 1 0,1 0 0,0-1 0,-1 1 0,1 0-1,0 0 1,0 0 0,0-1 0,0 1 0,0 0 0,0 0 0,0 0 0,0 0 0,0 1 0,1-1-1,-1 0 1,0 0 0,1 1 0,-1-1 0,0 1 0,1-1 0,-1 1 0,1 0 0,-1-1 0,1 1 52,25 3-4919,-7 7-2296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58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17068,'0'0'4777,"0"0"-2801,0 0-288,0 0-1520,0 0-168,0 0-1224,0 0-2601,89-75-6305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58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0 13379,'0'0'5649,"0"0"-4081,0 0 1041,-20 238-1017,20-122-800,0 0-511,0-8-201,0-10-80,0-18-40,0-17-681,0-13-927,0-17-2929,0-18-4849</inkml:trace>
  <inkml:trace contextRef="#ctx0" brushRef="#br0" timeOffset="1">0 566 15187,'0'0'5841,"0"0"-3656,0 0-1033,0 0-760,172-36-392,-89 36-304,6 0-640,34 0-2897,-21 0 1745,-23 0-8619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58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 9522,'0'0'6704,"0"0"-3160,0 0-1335,0 0-698,0 0-685,-26 31-331,-78 101-78,101-128-392,0 0 0,1 0 0,-1 0 0,1 0 0,0 1 0,0-1 0,1 0 0,-1 1 0,1 0 0,0-1 0,0 1 0,0 0 0,1-1 0,0 1 0,0 0 0,0 3-25,1-5 17,0 0 1,0 0-1,0 0 1,0-1-1,0 1 1,1 0 0,-1-1-1,1 1 1,0-1-1,-1 0 1,1 1-1,0-1 1,1 0-1,-1 0 1,0 0-1,1-1 1,-1 1-1,1 0 1,0-1-18,3 3 19,1-2 0,-1 1 1,1-1-1,0 0 0,-1 0 0,1 0 0,0-1 1,0 0-1,0-1 0,0 0 0,1 0 0,-1 0 1,0-1-1,0 0 0,0 0 0,0-1-19,-2-1-24,1 0-1,-1-1 0,0 1 0,0-1 0,0-1 1,-1 1-1,1-1 0,-1 1 0,0-1 1,0 0-1,0-1 0,-1 1 0,0-1 0,0 1 1,1-6 24,6-12 7,-1 0-1,5-20-6,-10 32 1049,-5 65-1043,-1-31-13,1 0 0,2 0 1,0 0-1,4 18 7,-5-38-53,1-1 0,-1 1 0,1-1 0,0 1 1,0-1-1,0 1 0,0-1 0,1 1 0,-1-1 0,1 0 1,-1 0-1,1 0 0,0 0 0,0 0 0,0 0 1,0 0-1,0-1 0,0 1 0,0-1 0,1 1 0,-1-1 1,2 1 52,1-1-821,0 1 1,-1-1 0,1 0 0,0 0 0,0-1 0,0 1 0,4-1 820,11 0-6528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59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13539,'0'0'3801,"0"0"-1553,0 0 137,0 0-945,0 0-896,17 181-344,-4-148-112,0-9-88,-3-9-256,7-15-1784,-7 0-3946,-4 0-5744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1:59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1 209 15347,'0'0'3121,"0"0"-649,0 0-543,0 0-1929,0 0-1849,0 0-5176</inkml:trace>
  <inkml:trace contextRef="#ctx0" brushRef="#br0" timeOffset="1">437 1 10626,'0'0'10082,"0"0"-7537,0 0-881,0 0 49,40 244-433,-20-137-272,0 3-80,-10-9-440,-4-9-303,-6-17-137,0-13-48,0-14-281,0-9-447,0-13-184,0-11-400,13-15-329,14-6-1207,3-20-5850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2:00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9 14979,'0'0'4433,"0"0"-2841,0 0-391,0 0-705,208-8-384,-162 11-112,-9 20-728,-11-5-3201,-16-3-3921</inkml:trace>
  <inkml:trace contextRef="#ctx0" brushRef="#br0" timeOffset="1">1 387 3745,'0'0'10930,"0"0"-7097,0 0-1929,0 0-247,0 0-1241,188 6-416,-85-6-728,-17 0-1841,-17 0-1944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2:00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3441,'0'0'16299,"0"0"-13402,0 0-1497,0 0 473,0 0-761,-7 217-512,7-142-112,0-4-112,0-11-176,7-13-152,-4-14-48,4-12-328,0-9-728,9-12-440,1-12-1081,-4-15-4681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2:00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11811,'0'0'5409,"0"0"-3177,0 0-15,0 0-953,0 0-704,218-42-352,-175 36-208,0 6-696,-13 0-1713,-14 0-3640</inkml:trace>
  <inkml:trace contextRef="#ctx0" brushRef="#br0" timeOffset="1">14 307 12139,'0'0'2584,"0"0"-263,0 0 263,0 0-1624,0 0-960,222 18-536,-143-18-2248,-9 0-4362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2:01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12163,'0'0'2380,"0"0"-154,35 14 213,-8-5-1985,-9-3-255,0 0 0,0 1 0,-1 1-1,0 0 1,-1 1 0,0 1 0,0 0 0,-1 2 0,-1-1 0,0 2 0,0 0 0,-1 1-1,2 3-198,1 7 207,-2 0 0,0 1 0,-1 0 0,-2 1 0,-1 0 0,0 1 0,-2 0 0,-2 0 0,0 1-1,-2 0 1,-1 0 0,-1 0 0,-1 0 0,-2 1 0,0-1 0,-3 4-207,-3 20 169,-3 0 0,-2 0-1,-3-1 1,-1-1 0,-3-1 0,-2 0 0,-2-2-1,-8 10-168,-56 93-336,-60 73 336,33-78-4357,72-98-1791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2:10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7498,'0'0'2722,"0"0"-866,0 0-302,-6 35-283,-19 116-185,22-131-661,1 1-1,0 0 1,2 0-1,0-1 1,2 14-425,-1-29 93,-1 1-6,1-1 1,0 1 0,0-1-1,1 1 1,0-1 0,0 0-1,0 1 1,0-1 0,1 0-1,0-1 1,0 1 0,0 0-1,0-1 1,1 1 0,0-1-1,0 0-87,2 1 59,1 0-1,0 0 0,0 0 1,1-1-1,-1 0 0,1 0 1,0-1-1,0 0 0,0 0 1,0-1-59,17 3 92,0 0-1,1-2 1,-1-1 0,1-1-1,-1-1 1,16-3-92,-37 3 90,1-1-1,-1 0 0,0 0 1,1 0-1,-1 0 1,0-1-1,0 1 0,0-1 1,0 0-1,0 0 1,0-1-1,-1 1 1,1-1-1,-1 0 0,0 0 1,1 0-1,-1 0 1,-1 0-1,2-2-89,1-2 197,-1 0 0,0 0 0,-1-1 0,1 1 0,-2-1 0,1 0 0,-1 0 0,0 0 0,0 0 0,-1-5-197,1 0 207,-1 0-1,-1 0 1,0 0 0,-1 1-1,0-1 1,-1 0 0,-1 0 0,0 1-1,0-1 1,-1 1 0,-1 0-1,0 0 1,-6-10-207,4 13 31,1 1 0,-1-1-1,0 2 1,0-1 0,-1 1 0,0 0-1,-1 1 1,1 0 0,-1 0 0,0 1-1,-1 0 1,1 1 0,-1 0 0,0 0-1,-8-2-29,-11 1-91,0 0 0,0 2 1,0 1-1,-1 1 0,0 1 90,26 0-147,-38 1-245,30 1-820,23 1-1756,25 1-2092,9 1-3355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2:10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17 670 4865,'0'0'6305,"0"0"-2672,0 0-980,0 0-716,0 0-727,0 0-226,0-35 249,0-8-818,1-31 1279,-9-58-1694,-2-221 1333,10 325-1400,0 28-35,0 0 0,0-1-1,0 1 1,0 0 0,1 0 0,-1 0 0,0-1 0,0 1 0,0 0-1,0 0 1,0 0 0,0 0 0,1-1 0,-1 1 0,0 0 0,0 0-1,0 0 1,0 0 0,1 0 0,-1-1 0,0 1 0,0 0-1,0 0 1,1 0 0,-1 0 0,0 0 0,0 0 0,1 0 0,-1 0-1,0 0 1,0 0 0,0 0 0,1 0 0,-1 0 0,0 0-1,0 0 1,1 0 0,-1 0 0,0 0 0,0 0 0,0 0 0,1 1-1,-1-1 1,0 0 0,0 0 0,0 0 0,0 0 0,1 0 0,-1 1 102,12 5-4410,7 9-4672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2:11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0 241 5977,'0'0'3744,"0"0"-1178,0 0-569,4 30-467,19 143 288,-18-149 2596,-2-33-2676,-4-50-1777,0 37 491,0-44-67,-1 17 365,4-40-750,-1 75 58,1 1 0,0 0 0,1 0 0,0 0 0,1 0 0,1 0 0,0 1 0,6-11-58,-9 19 6,1 0 1,0 1-1,-1 0 0,1-1 1,0 1-1,1 0 0,-1 1 0,0-1 1,1 0-1,0 1 0,-1 0 0,1 0 1,4-1-7,-6 2 2,0 0 0,0 0 0,1 1 0,-1-1 0,0 1 0,1-1 0,-1 1 0,0 0 0,1 0 0,-1 0 0,0 0 0,1 1 0,-1-1 0,0 0 0,1 1 0,-1 0 0,0 0 0,0 0 0,0-1 0,0 2 0,1-1 0,-1 0 0,-1 0 0,1 1 0,0-1 0,0 1 0,0 0-2,5 8 1,0-1 0,-1 1 1,0 1-1,0-1 0,-1 1 0,-1 0 0,0 0 0,-1 0 0,0 0 1,0 1-1,-1-1 0,0 5-1,3 32 2,-2 0 0,-2 19-2,-1 40 2,0-105 21,0-32 120,1 9-130,1 1 0,1 0 0,0 0 1,2 0-1,0 1 0,1-1 1,6-8-14,-8 15 0,1 2 1,1-1 0,0 1 0,1-1 0,0 2-1,1-1 1,0 1 0,1 0 0,-1 1 0,2 0-1,0 0 1,3-2-1,-10 9-1,0 0-1,-1 0 1,1 1 0,0-1-1,0 1 1,0-1-1,0 1 1,0 0 0,0 0-1,1 1 1,-1-1-1,0 0 1,0 1 0,1 0-1,-1 0 1,0 0-1,0 0 1,1 1 0,-1-1-1,0 1 1,0 0-1,0-1 1,1 2 0,1 0 1,-2 0-2,1 1 0,-1 0 0,0 0 0,1 0 0,-1 0 0,-1 0 0,1 1 0,0-1 0,-1 1 0,0 0 0,0 0 0,0 0 0,0 0 0,-1 0 0,1 0 0,0 4 2,11 48-2156,5 48 2156,-16-90-633,2 15-5305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2:12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1464,'0'0'12067,"0"0"-10011,0 0-1223,209-18 495,-126 3-800,-7-3-376,-10 10-56,-13 2-96,-17 6-560,-13 0-1921,-16 0-6841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2:12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0 196 3489,'0'0'12106,"0"0"-7961,0 0-2512,0 0 55,0 0-808,172-17-544,-72-10-296,9 0-40,43-21-1632,-30 10-3545,-19-1-6330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2:12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33 14051,'0'0'2311,"0"0"-825,-11 32 328,-33 104-335,41-128-1344,1 0 1,0 0 0,0 0-1,0 0 1,1 0 0,0 0 0,1 0-1,0 0 1,0 1 0,1-1 0,0 0-1,1 0 1,-1 0 0,1 0 0,1 0-1,1 4-135,-1-8 71,0-1 0,0 1 0,0 0 0,1-1 0,-1 0 0,1 0 0,0 0 0,0 0 0,0-1 0,0 1 1,0-1-1,1 0 0,-1 0 0,1-1 0,-1 1 0,1-1 0,0 0 0,-1 0 0,1-1 0,0 1 0,0-1 0,3 0-71,2 0 49,1 0 0,-1 0 1,0-1-1,1 0 1,-1-1-1,0 0 0,0 0 1,0-1-1,0-1 0,0 1 1,-1-2-1,1 1 1,-1-1-1,0-1 0,-1 0 1,1 0-1,-1-1 0,0 0 1,-1 0-1,0 0 1,0-1-1,0 0 0,-1-1 1,0 0-1,-1 0 0,0 0 1,-1 0-1,1-1 1,-2 0-1,1 1 0,-2-1 1,1-1-1,-1 1 0,-1 0 1,0-1-1,0 1 1,-1 0-1,0-1 0,-2-9-49,1 16 6,0 1 0,0 0-1,0-1 1,0 1 0,-1 0-1,0 0 1,1 0 0,-1 0-1,0 0 1,0 0 0,-1 0-1,1 1 1,-1-1 0,1 1-1,-1-1 1,0 1 0,0 0 0,0 0-1,0 1 1,0-1 0,0 1-1,-1-1 1,-2 0-6,-13-5-6,-1 1 1,1 0-1,-17-1 6,23 5 2,-59-9-710,72 11 604,-1 0-1,1 0 0,-1 0 1,1 0-1,-1 0 1,1 0-1,0 0 0,-1 0 1,1 0-1,-1-1 1,1 1-1,-1 0 0,1 0 1,0 0-1,-1-1 1,1 1-1,0 0 0,-1-1 1,1 1-1,0 0 1,-1-1-1,1 1 0,0 0 1,0-1-1,-1 1 1,1 0-1,0-1 0,0 1 1,0-1-1,-1 1 1,1 0-1,0-1 0,0 1 1,0-1-1,0 1 1,0-1-1,0 1 0,0-1 1,0 1 104,0-6-6102</inkml:trace>
  <inkml:trace contextRef="#ctx0" brushRef="#br0" timeOffset="1">650 298 15779,'0'0'4001,"0"0"-2464,0 0 527,-76 179-1136,60-132-528,2-2-400,5-6-104,5-6-1424,4-13-3937,0-5-6626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2:13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39 8810,'0'0'5172,"0"0"-2803,-16 32-195,-50 104 15,63-131-2062,1 1 0,0-1 0,0 0 0,0 0 0,1 1 0,0-1 1,0 1-1,0-1 0,1 1 0,0 0 0,0-1 0,0 1 0,0-1 0,1 1 1,0-1-1,1 4-127,0-6 41,-1 0 1,1 0 0,0-1 0,0 1 0,0 0 0,0-1-1,0 1 1,1-1 0,-1 1 0,1-1 0,-1 0 0,1 0-1,0 0 1,0-1 0,0 1 0,0-1 0,0 0 0,0 1-1,2-1-41,10 2 45,0 0 0,-1-1 1,1-1-1,0-1 0,0 0 0,0 0 0,0-2 0,-1 0 0,4-1-45,-9 1 52,1 0 0,-1-1 1,0 0-1,0-1 0,-1 1 1,1-2-1,-1 1 0,0-1 1,0 0-1,0-1 0,-1 0 1,0 0-1,0-1 0,0 0 1,-1 0-1,0 0 0,-1-1 1,1 0-1,-1 0 0,-1-1 1,0 1-1,0-1 0,0 0 1,-1 0-1,-1 0 0,0 0 1,0 0-1,0-1 0,-1 1 1,-1-1-1,1 1 0,-2-1 1,0-4-53,0 10 14,0 0 1,0 1 0,-1-1-1,0 0 1,0 0 0,0 1-1,0 0 1,0-1 0,-1 1-1,1 0 1,-1 0 0,0 0-1,0 0 1,0 0 0,0 1-1,-1 0 1,1-1 0,-1 1-1,1 0 1,-1 1 0,0-1-1,-2 0-14,-12-5 16,0 0 0,-1 1-1,0 1 1,-2 1-16,-2-1-423,0 2-1,0 0 0,-6 1 424,25 2-2408,7 0-4296,14 0-7445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2:13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1528,'0'0'10497,"0"0"-6132,0 0-1779,0 0-496,30-11-747,97-32-512,-116 39-679,0 2 1,1-1-1,-1 2 1,1-1-1,11 1-152,-19 1 42,0 1-1,0-1 1,0 0-1,0 1 0,0 0 1,0 0-1,0 1 1,0-1-1,0 1 0,-1-1 1,1 1-1,1 2-41,-2-1 9,1 0 0,-2 0-1,1 0 1,0 1 0,-1 0 0,1-1-1,-1 1 1,0 0 0,-1 0 0,1 0-1,-1 0 1,1 1 0,-1-1-1,0 0 1,-1 0 0,1 1 0,-1-1-1,0 1 1,0-1 0,0 0 0,-1 1-1,1-1 1,-2 4-9,1-1 1,-1 0 0,0 0 0,0-1 0,-1 1 1,0-1-1,0 1 0,0-1 0,-1 0 0,0 0 0,0-1 0,0 1 0,-2 1-1,-67 63 82,46-46-70,-6 4 15,-33 31 24,63-55-47,-1 0-1,1-1 1,0 1-1,1 0 1,-1 1-1,1-1 1,0 0-1,0 1 1,0-1-1,0 1 0,1 0 1,0-1-1,0 1 1,0 0-1,0 2-3,1-6 7,0 0-1,1 0 1,-1 0-1,0 0 1,0 0-1,1 0 0,-1 0 1,1 0-1,-1 0 1,1 0-1,-1 0 1,1-1-1,-1 1 1,1 0-1,0 0 0,-1-1 1,1 1-1,0 0 1,0-1-1,0 1 1,-1-1-1,1 1 1,0-1-1,0 1 0,0-1 1,0 0-1,0 1 1,0-1-1,0 0 1,0 0-1,0 0 0,0 0 1,0 0-1,0 0-6,45 1 125,-29-2-71,2 1-47,-1 1-21,-1-1-1,1-1 1,0 0 0,-1-1 0,1-1 0,-1-1-1,0 0 1,13-6 14,79-44-2855,-67 31-2282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2:19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18 3017,'0'0'6465,"0"0"-2934,0 0-1047,0 0-227,29-3-790,9-2-1167,-5 0-93,0 2 1,0 2-1,5 0-207,-35 1 29,0 0 0,0 0 0,0 0 0,0 1 0,1-1 0,-1 1-1,0-1 1,0 1 0,0 0 0,0 0 0,0 1 0,1 0-29,-4-2 26,1 1-1,-1-1 1,1 1-1,-1-1 1,1 1-1,-1-1 1,1 1-1,-1-1 1,0 1-1,1 0 1,-1-1-1,0 1 1,1 0-1,-1-1 1,0 1 0,0 0-1,0 0 1,0-1-1,0 1 1,0 0-1,0-1 1,0 2-26,-11 24 947,1-15-721,0 0 1,-1-1-1,-1 0 0,1-1 0,-1 0 0,-5 1-226,-18 15 200,1 1-33,-59 49 107,83-66-196,2 0-1,-1 0 0,1 1 1,1 0-1,0 0 0,0 0 1,1 1-1,-1 4-77,5-12 62,1 0-1,0 0 1,0 0-1,0 0 1,0 0-1,0 0 1,1 0 0,-1 1-1,1-1 1,0 0-1,0 0 1,0 0-1,1 1 1,-1-1 0,1 0-1,-1 0 1,1 0-1,0 0 1,0 0-1,2 3-61,-1-3 66,1 1-1,0-1 0,0 1 0,0-1 0,0 0 0,0 0 0,1-1 0,0 1 1,-1-1-1,1 1 0,0-1 0,0 0 0,3 1-65,9 2 82,0 0-1,0-1 1,0-1 0,1 0-1,-1-1 1,1-1 0,7-1-82,-14 1-13,-1-1-60,1 1 0,-1-1 0,0 0 0,0-1-1,1 0 1,-1 0 0,0-1 0,0-1 0,0 1 0,0-1 0,-1-1 0,1 0-1,-1 0 1,0 0 0,6-5 73,35-42-4152,-32 32 9,10-11-7701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2:20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1 200 13531,'0'0'2670,"0"0"-919,0 0 12,0 0-331,0 0-621,0 0-379,13 23-93,-1-1-243,1 0 0,1-1 0,6 6-96,-17-24 10,0 0 0,1 0 0,-1-1 0,1 1 0,-1-1 0,1 0 0,0 0 0,0 0 0,0 0 0,0-1 1,0 0-1,0 0 0,0 0 0,0 0 0,1 0 0,-1-1 0,0 0 0,1 0 0,-1 0 0,0 0 0,0-1 0,1 0-10,13 1 28,-6-1 7,0 1 1,-1-1-1,1-1 0,-1 0 0,1 0 0,-1-1 1,0-1-1,0 0 0,0-1 0,0 0-35,-6 3 95,-1-1-1,0 1 1,0-1 0,0 0 0,0 0-1,0-1 1,-1 1 0,1-1-1,-1 0 1,0 1 0,0-1-1,0-1 1,-1 1 0,0 0 0,1-1-1,-2 1 1,1-1 0,0 0-1,-1 1 1,0-1 0,0 0-1,0 0 1,-1 0 0,0-4-95,1-2 25,-2 0 1,0 0-1,0 0 1,-1 0-1,0 0 0,-1 0 1,0 1-1,-1-1 1,0 1-1,-1 0 1,-3-4-26,4 6-878,-1 1 0,0 0 1,-1 1-1,0 0 0,0-1 1,0 2-1,-1-1 1,0 1-1,-6-4 878,-8-4-7462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2:20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3881,'61'147'9186,"-57"-135"-8134,-1 0 1,0 0-1,-1 0 0,0 0 1,0 1-1,-1-1 0,-1 1-1052,-1-9 131,1 0 0,0 0-1,0 0 1,1 0-1,-1 0 1,1 0-1,0-1 1,0 1-1,0 0 1,0 0-1,1-1 1,-1 1-1,1-1 1,0 1-1,0-1 1,0 0-1,1 0 1,-1 0 0,1 0-1,0 0 1,0-1-1,-1 1 1,3 1-131,7 4 74,1 0 0,-1 0 0,1-1 0,0-1 0,1 0 0,0 0 0,0-2 0,0 0 0,0 0 0,1-1 0,0-1 0,-1-1 1,1 0-1,0-1 0,0 0 0,7-2-74,-13 1 12,-1 0 1,1-1 0,-1 0-1,0-1 1,0 1 0,0-2-1,0 1 1,0-1 0,-1 0-1,1-1 1,-1 0 0,0 0-1,0-1-12,-2 1 10,0 0 0,-1 0-1,1 0 1,-1-1-1,-1 0 1,1 0-1,-1 0 1,0 0-1,0-1 1,-1 1 0,0-1-1,0 0 1,0 0-1,-1 1 1,0-1-1,-1 0 1,1-5-10,0 6 5,-1-1 1,1 1-1,-1 0 0,0-1 1,-1 1-1,1-1 0,-1 1 1,-1 0-1,1-1 0,-1 1 1,0 0-1,0 0 0,-1 0 1,0 0-1,0 1 0,0-1 1,-1 1-1,0 0 0,0 0 1,0 0-1,-1 0 0,1 1 1,-1-1-1,0 1 0,-3-1-5,-14-10-327,0 1-1,-1 1 1,0 1-1,-1 1 1,-12-3 327,-71-23-5010,79 28 2690,-23-7-5048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01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13179,'0'0'3913,"0"0"-1569,0 0 145,0 0-985,0 0-624,0 0-336,182 0 48,-116-3-271,1-6-113,-8 3-160,-6 3-48,-10 3-289,-20 0-735,-13 6-2616,-10 12-3146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01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13515,'0'0'5137,"0"0"-2873,0 0-175,0 0-809,0 0-712,0 0-328,0 0-240,209-9-24,-87-15-904,-23 6-1752,-9-2-4050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02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0 15267,'0'0'3092,"-9"30"-413,0-4-2108,-2 6 27,1 0-1,2 1 0,1 0 1,2 1-1,-1 14-597,5-26 222,0-1 0,2 1 0,0 0 0,1 0 0,2-1 0,2 11-222,-3-23 38,0 1-1,1-1 0,0 0 0,0 0 0,1 0 0,0 0 0,1-1 1,0 0-1,0 0 0,1 0 0,0-1 0,0 0 0,0-1 0,1 1 1,2 0-38,2 0 14,1 1 0,0-1 1,0-1-1,0-1 1,1 1-1,0-2 1,0 0-1,1-1 0,10 1-14,-2-1 14,0-2 1,-1 0-1,1-1 0,0-2 0,20-3-14,-34 3 3,0 0 0,0-1 1,0 0-1,-1 0 0,1-1 1,-1 0-1,0-1 0,0 0 0,0 0 1,-1-1-1,1 0 0,-1 0 1,-1-1-1,1 1 0,-1-1 1,0-1-1,-1 1 0,0-1 1,0 0-1,-1-1 0,0 1 0,0-1 1,-1 1-1,0-1 0,0 0 1,-1 0-1,0-2-3,0-1 32,1-1 0,-2 1-1,0-1 1,0 1 0,-1-1 0,-1 0 0,0 1-1,-1-1 1,0 1 0,-1-1 0,0 1 0,-1 0-1,-1 0 1,0 1 0,0-1 0,-1 1 0,0 0-1,-1 0 1,-7-7-32,4 6 50,-1 1-1,0 0 0,-1 1 1,0 0-1,0 1 1,-1 0-1,-1 1 1,1 0-1,-1 1 0,-1 1 1,1 0-1,-1 1 1,0 1-1,0 0 1,0 1-1,-1 1 0,-6 0-49,22 2-34,-1 0-1,0 0 0,0 0 0,0 0 1,0 1-1,0-1 0,1 0 0,-1 1 1,0-1-1,0 0 0,1 1 0,-1-1 0,0 1 1,0-1-1,1 1 0,-1 0 0,0-1 1,1 1-1,-1 0 0,1-1 0,-1 1 1,1 0-1,-1 0 0,1-1 0,0 1 1,-1 0-1,1 0 0,0 0 0,0 0 1,-1-1-1,1 1 0,0 0 0,0 0 1,0 0-1,0 1 35,0 1-320,0 1-1,0-1 1,1 1 0,-1 0 0,1-1 0,-1 1 0,1-1-1,0 0 1,1 3 320,20 24-5693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02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 13003,'0'0'5017,"0"0"-1960,0 0-297,-79 196-904,65-148-1159,5-4-401,2-11-200,4-9-96,3-9-48,0-12-744,23-3-921,10-24-4152,3-9-7826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04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54 8906,'0'0'2909,"0"0"-389,0 0-123,0 0-365,0 0-530,0 0-609,-7 3-503,2 1-329,0 0 1,0 0-1,0 0 0,0 1 1,1-1-1,-1 1 1,1 0-1,0 1 1,1-1-1,-1 1 1,1-1-1,0 1 0,1 0 1,-1 0-1,0 4-61,-9 27 465,2 0 0,-2 12-465,5-15 178,-4 13 7,3 1 0,2 0-1,2 0 1,2 19-185,2-57 8,0-1-1,1 1 1,0-1-1,0 0 1,1 1 0,0-1-1,1 0 1,1 2-8,-2-7 2,0 0 0,0 0-1,0 0 1,1-1 0,-1 1 0,1-1 0,0 1 0,0-1 0,0 0 0,1-1 0,-1 1 0,1 0-1,-1-1 1,1 0 0,0 0 0,0 0 0,0 0 0,2 0-2,4 2 11,0-1 0,1-1 0,-1 1 0,1-2 1,-1 1-1,1-2 0,0 1 0,-1-2 0,1 1 0,0-1 0,-1-1 1,1 0-1,-1 0 0,0-1 0,0 0 0,0-1 0,0 0 1,0-1-1,-1 0 0,0 0 0,0-1 0,0 0 0,-1-1 0,0 0 1,0 0-1,-1-1 0,1 0 0,-2 0 0,1-1 0,-1 1 0,-1-2 1,1 1-1,-2 0 0,1-1 0,-1 0 0,-1 0 0,0 0 0,0-1 1,-1 1-1,0-1 0,-1 1 0,0-2-11,1-11 99,-2 1 0,0-1 0,-1 1 0,-1 0 0,-1-1 0,-2 1 0,0 0 0,-1 1 0,-1-1 0,-1 1 0,0 0 0,-2 1 0,-1 0 0,0 1 0,-1 0 0,-2 1 0,1 0 0,-2 1 0,0 0 0,-2 2 0,1 0 0,-5-2-99,16 13-3,3 2-3,0 0-1,0 0 1,0 0-1,-1 1 0,1-1 1,0 1-1,-1 0 1,1 0-1,-1 0 1,0 0-1,1 0 0,-1 0 1,-1 0 6,3 1-495,1 4 315,1-1 0,0 0-1,0 0 1,0 1 0,0-1 0,0 0 0,1 0-1,-1 0 1,1 0 0,0-1 0,0 1 0,0 0-1,0-1 1,1 0 0,-1 1 0,1-1 0,-1 0-1,1 0 1,0 0 0,0 0 0,0-1 0,0 1 180,8 6-936,40 28-4438,-2-3-2961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06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411 58 3817,'0'0'1452,"0"0"-158,0 0 474,0 0-53,0 0-352,0 0-149,0-8-29,0-27-24,0 35-1092,0-1 0,0 0 0,-1 0 0,1 1 0,0-1 1,0 0-1,0 1 0,-1-1 0,1 1 0,0-1 0,-1 0 1,1 1-1,-1-1 0,1 1 0,-1-1 0,1 1 0,-1-1 1,1 1-1,-1-1 0,1 1 0,-1 0 0,0-1 0,1 1 1,-1 0-1,0-1 0,1 1 0,-1 0 0,0 0 0,1 0 1,-1-1-1,0 1 0,1 0 0,-1 0 0,0 0-69,-28 1 117,21-1 71,-3 2-76,0 0 0,-1 0-1,1 1 1,0 0 0,0 1 0,1 0-1,-1 1 1,1 0 0,0 0 0,0 1 0,0 1-1,1 0 1,0 0 0,1 1 0,-1 0-1,1 0 1,1 1 0,-1 0-112,-12 16 239,1 0 0,0 2-1,2 0 1,2 1 0,0 0 0,0 4-239,4-1 60,2-1 1,0 1-1,2 0 1,1 1-1,2-1 1,1 1-1,2 0 1,1 10-61,0-34 4,0 0 1,0 0-1,1 0 1,0 0-1,1 0 0,0-1 1,0 1-1,1-1 1,0 1-1,0-1 0,3 4-4,-4-6 2,2-1 0,-1 0 0,0 0-1,1 0 1,0 0 0,0-1-1,0 1 1,0-1 0,1 0-1,-1-1 1,1 1 0,0-1 0,-1 1-1,1-2 1,0 1 0,1 0-1,3 0-1,2 0 21,-1 0 0,1 0 0,0-1 0,0 0-1,0-1 1,0 0 0,0-1 0,0 0 0,9-3-21,-17 4 17,0-1-1,1 0 1,-1-1 0,0 1-1,0 0 1,0-1 0,0 0 0,0 0-1,0 0 1,0 0 0,-1 0-1,1 0 1,-1-1 0,1 1-1,-1-1 1,0 0 0,0 0 0,0 0-1,0 0 1,-1 0 0,1 0-1,-1 0 1,0 0 0,0-1 0,0 1-1,0 0 1,-1-1 0,1 1-1,-1-1 1,0 1 0,0-4-17,0 3 52,1 0 0,-1 0 0,-1 0 0,1-1 1,-1 1-1,1 0 0,-1 0 0,-1 0 0,1 0 1,0 1-1,-1-1 0,0 0 0,0 0-52,0 1 7,-1 1 1,1 0-1,-1-1 0,0 1 1,1 0-1,-1 1 1,0-1-1,0 0 0,0 1 1,0 0-1,0-1 0,0 1 1,-1 1-1,1-1 1,0 0-1,-1 1-7,-71-7-911,73 7-551,13 0-3375,-7 0 3434,18 0-4931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07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0 10746,'0'0'3129,"0"0"-424,0 0-628,0 0-1150,0 0-517,-21 29 94,0-1-343,-4 3 51,2 2 0,1 1 0,1 1 0,2 1 0,0 4-212,0 5 453,2 1 0,3 1 0,-1 9-453,9-31 94,2 0-1,0 1 0,2-1 0,1 0 0,1 1 0,1-1 0,2 3-93,-3-24 3,1 1 0,0-1-1,0 0 1,1 1-1,-1-1 1,1 0 0,0 0-1,0 0 1,0 0-1,1 0 1,-1-1 0,1 1-1,0-1 1,0 1-1,0-1 1,0 0-1,1 0 1,-1 0 0,1-1-1,0 1 1,0-1-1,0 0 1,0 0 0,0-1-1,0 1 1,1-1-1,-1 1-2,13 1 20,-1 1 0,1-2-1,-1 0 1,1-2 0,0 1-1,10-3-19,-23 2 6,-1 0 0,1 0 0,-1-1 0,1 0 0,-1 0 0,1 0 0,-1 0-1,1 0 1,-1-1 0,0 1 0,0-1 0,0 0 0,0 0 0,0 0-1,0 0 1,0-1 0,-1 1 0,1-1 0,-1 0 0,0 0 0,1 0 0,-1 0-1,0-1-5,1-1 19,-1-1 0,0 0 0,0 1 0,0-1 0,0 0 0,-1 0-1,0 0 1,-1 0 0,1-1 0,-1 1 0,0 0 0,-1 0 0,0-4-19,1 8 11,-1 0 1,1 0 0,-1 0 0,0 0 0,0 0 0,0 0 0,0 0 0,0 0 0,0 0 0,0 1 0,0-1 0,-1 0 0,1 1 0,-1-1-1,1 1 1,-1 0 0,0-1 0,1 1 0,-2 0-12,-3-2 23,1 0-1,-1 0 0,0 1 0,0 0 1,0 0-1,0 0 0,-1 1-22,-16-2 41,0 0-1,1 2 1,-11 0-41,33 1 0,-42 2 16,28-1-1695,41-5-1323,18-7-3722,4-6-5954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07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8 11546,'0'0'3643,"0"0"-1391,28-3-314,-28 3-1938,33-3 656,1 2 0,18 1-656,-49 1 32,0-1-1,1 1 1,-1-1-1,0 1 1,1 0 0,-1 0-1,0 0 1,0 1-1,0-1 1,0 1-1,0-1 1,0 1 0,0 0-1,-1 0 1,1 1-1,-1-1 1,1 0-1,-1 1 1,0-1 0,0 1-1,0 0 1,0 0-1,-1 0 1,1 0-1,-1 0 1,1 1-32,0 5 55,1 1-1,-1 0 1,0 0 0,-1 0-1,-1 0 1,1 0 0,-1 1-55,0-2 74,1 2-30,-1 0-1,0 0 1,-1 0 0,0 0 0,-1 0 0,0 0 0,0 0 0,-1 0 0,-1-1 0,0 0 0,0 1-1,-1-2 1,0 1 0,-1 0 0,0-1 0,0 0 0,-1 0 0,-1-1 0,1 0 0,-1 0-1,0-1 1,-1 0 0,-4 2-44,-3 2 36,0-1 1,-1 0-1,0-2 0,-1 0 0,0-1 1,0 0-1,-1-2 0,1 0 0,-1-1 1,0-1-1,0-1 0,0 0 0,-1-2 1,1 0-1,0-1 0,0-1 0,-8-2-36,20 2 8,0 0 0,0-1 0,0 0-1,0 0 1,1 0 0,-1-1 0,1 0 0,0 0-1,0-1 1,1 0 0,-1 0 0,1 0-1,0 0 1,1-1 0,-1 0 0,1 0-1,0 0 1,1-1 0,-4-5-8,1-2 38,1-1 1,0 1-1,1-1 1,1 1-1,0-1 1,1 0-1,0-1 0,1 1 1,1-1-39,0 11 0,0 1 0,1 0 0,-1-1 0,1 1 0,0-1 0,0 1 1,1 0-1,-1 0 0,1 0 0,0 0 0,0 0 0,0 0 0,0 0 0,1 1 0,-1-1 0,1 1 0,3-3 0,0 1 0,0 0 0,0 0 0,1 1 0,0 0-1,0 0 1,0 0 0,0 1 0,0 0-1,7-1 1,9-2-252,1 1 0,-1 2 0,0 0 0,1 2-1,0 0 1,12 2 252,-26 0-650,0 0-1,0 0 1,0 1 0,-1 0-1,1 1 1,-1 0 0,0 1-1,1 0 1,7 4 650,21 16-6935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48:07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1 288,'0'0'10410,"0"0"-6326,0 0-2172,0 0-417,0 0-692,0 0-352,32 17 94,22 14 53,22 17-598,-70-44 79,0 1 1,-1 0-1,1 1 1,-1-1 0,0 1-1,-1 0 1,1 1-1,-1-1 1,0 1 0,-1-1-1,0 1 1,0 0-1,0 1 1,-1-1 0,0 0-1,0 1 1,-1-1-1,0 1 1,0-1-1,-1 1 1,0 0 0,0-1-1,-2 6-79,2 11 272,1-15-200,-1 0 0,0 1 0,-1-1 0,0 0 0,-1 1 1,0-1-1,0 0 0,-1 0 0,0 0 0,-1-1 0,1 1 1,-2-1-1,1 0 0,-1 0 0,-1 0 0,1 0 0,-1-1 1,0 0-1,-1-1 0,0 1 0,0-1 0,0 0 1,-1-1-1,0 0 0,-7 4-72,-2 0 89,-1 0 0,0-1 1,-1-1-1,1 0 0,-1-2 0,0 0 1,-1-1-1,1-1 0,-1-1 0,0 0 0,-8-2-89,24 0 22,1 0-1,0 0 1,0 0-1,0-1 1,0 1-1,0-1 1,0 0-1,0 0 0,0 0 1,0 0-1,1-1 1,-1 1-1,0-1 1,1 1-1,-1-1 1,1 0-1,-1 0 0,1 0 1,0-1-22,-2-1 24,1-1 0,1 1 1,-1-1-1,0 1 0,1-1 0,0 0 0,0 0 1,1 0-1,-1 0 0,0-5-24,-1-15 28,1 1 0,1 0 1,1 0-1,3-21-28,-2 27-16,0 6 7,1 0-1,0 0 0,1 1 0,0-1 1,1 1-1,0 0 0,0 0 0,1 0 1,1 0-1,0 1 0,0 0 0,3-2 10,-5 6-299,1 0-1,0 1 0,0-1 0,0 1 0,1 1 0,-1-1 0,1 1 0,0 0 0,0 0 0,1 0 0,-1 1 0,1 0 0,0 0 0,0 1 0,0 0 0,0 0 0,0 1 0,0-1 0,0 2 0,3-1 300,19 2-5817,-8 1-3589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49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9 56,'0'0'560,"0"0"96,0 0-216,0 0-248,0 0-192,0-9-88,0 9-120,-4 0-128,-2 0-8,-1 0 176,0 0 8,4 0 152,0 0-48,3 0 56,0 0-64,0 0 64,0 0-80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0:50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78 232,'0'0'927,"0"0"-443,0 0-71,0 0-11,0 0-118,0 0-139,0-5-74,0 3-70,0 0 15,-1-1 0,1 0 0,0 1-1,1-1 1,-1 0 0,0 1-1,1-1 1,-1 0 0,1 1 0,0-1-1,0 1 1,0-1 0,0 1-1,0-1 1,1 1 0,-1 0 0,1 0-1,0-1 1,0 1-16,-1-15-1099,2 13 100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3:24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1872,'0'0'1729,"0"0"-1105,0 0-464,0 0-96,0 0-64,0 0-304,0 0-1240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3:25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1 173 8994,'55'-140'2729,"-41"108"5636,-13 35-3858,-1 4-5376,26 42 912,1 0 0,34 43-43,-27-42 23,-2 1-1,12 30-22,-17-16 59,11 39-59,-10-23 14,-27-79-9,-1 0-1,1 0 1,0 0-1,0 0 0,0 0 1,0 0-1,1 0 1,-1-1-1,0 1 0,1 0 1,-1-1-1,1 1 1,0-1-1,0 1 1,-1-1-1,1 0 0,0 0 1,0 0-1,0 0 1,0 0-1,1 0-4,3 1 19,0-1-1,0-1 1,0 1-1,1-1 1,-1 0 0,5-1-19,12 0 14,15-1 11,-1-2 0,0-2 1,0-2-1,0-1 0,20-9-25,-21 6 7,1 2 0,0 2-1,1 1 1,0 1 0,24 1-7,-55 5-1,100 5-6,-95-3 7,0 0 0,0 1 0,-1 1 0,1 0 0,-1 0 0,0 1 0,9 6 0,0 0 2,-1 2 0,-1 0 0,0 1 0,0 1 0,-2 0 0,0 2 0,5 6-2,-13-14 1,-1 1 1,0 0-1,-1 1 0,0-1 1,-1 1-1,0 0 0,0 0 0,-1 1 1,-1-1-1,0 1 0,0 0 1,-1 0-1,-1 0 0,0 8-1,1-76 2538,-2 46-2555,1 0-1,1 0 1,-1 0-1,1 1 1,1-1-1,0 0 1,0 1-1,1-1 1,2-2 17,5-2-3,1 2 0,1-1 1,0 2-1,1-1 1,0 2-1,0 0 0,1 1 1,0 0-1,1 1 0,0 1 1,0 0-1,2 1 3,28-10-9,2 3 1,-1 1-1,35-3 9,-26 9-7,0 2 0,1 3-1,-1 2 1,0 3-1,1 2 1,-2 3-1,48 14 8,-22-8 4,1-2-1,0-4 1,5-4-4,249-2 13,-205-3-11,-101-2 6,-1-1 0,0-1 0,0-1 0,-1-1-1,1-2 1,-1-1 0,26-12-8,27-17 58,71-45-58,-134 73 121,-1-1 1,0-1-1,-1 0 0,0-2 1,-1 1-1,-1-2 1,0 0-1,-1-1 0,0 0 1,1-4-122,-8 9 487,-1 4-3744,-19 7-1454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02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16796,'0'0'2812,"0"0"-493,0 0-336,0 0-882,21 39-248,-3-7-686,3 5-25,-1 1-1,-1 1 1,-3 1-1,-1 0 1,-2 1-1,1 14-141,1 37 170,-4 1-1,-4 1 1,-4-1-1,-9 85-169,5-158-27,-1 0-1,-1-1 1,-1 1 0,-1-1-1,0 0 1,-1 0 0,-2-1-1,0 1 28,8-17-75,-1 0-1,0 0 0,-1 0 1,1 0-1,0 0 0,-1-1 1,1 1-1,-1 0 0,1-1 1,-1 1-1,0-1 1,1 1-1,-1-1 0,0 0 1,0 0-1,0 1 0,0-2 1,0 1-1,-1 0 1,1 0-1,0-1 0,-2 1 76,-36-3-4903,8-8-2426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02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1 179 14771,'0'0'3420,"0"0"-1676,29-8-484,-23 6-1199,39-10 252,0 1 1,1 3-1,0 2 0,23 0-313,290 3 742,190-7-777,-538 9 1,6 0-6,-1 0 0,1-2 0,0 1 0,1-3 40,-15 5 1,-1 0-1,0-1 1,1 0 0,-1 1 0,0-1 0,1 0-1,-1 0 1,0 0 0,0-1 0,0 1-1,0 0 1,0-1 0,0 1 0,0-1-1,-1 0 1,1 0 0,0 1 0,-1-1 0,0 0-1,1 0 1,-1-1 0,0 1 0,0 0-1,0 0 1,0 0 0,-1-1 0,1 1-1,0 0 1,-1-1 0,0 1-1,0 0 5,0 0 1,0 0-1,0 0 0,0 0 0,-1 1 1,1-1-1,-1 0 0,1 0 1,-1 1-1,0-1 0,0 0 1,0 1-1,1-1 0,-2 1 1,1-1-1,0 1 0,0 0 0,0-1 1,-1 1-1,1 0 0,0 0 1,-1 0-1,0-1-5,-2 0 4,0 0 1,0 0-1,0 1 1,-1 0-1,1 0 1,0 0-1,-1 0 1,1 0-1,0 1 1,-3 0-5,-3 0 6,0 0 1,0 1-1,0 0 1,1 1-1,-1 0 1,1 0-1,-1 1 1,1 0-1,0 1 1,-2 1-7,-4 5 10,1 0 0,0 1 0,0 1 0,1 0 0,1 1 0,0 1 0,1 0 0,0 0 0,1 1 0,-2 5-10,-9 17 50,1 1 0,2 2 1,-10 32-51,18-41 58,0 2 0,2-1 1,1 1-1,2 0 1,1 1-1,1 33-58,3-54 21,0 0 0,1-1 0,0 1 1,1 0-1,1 0 0,0-1 0,1 1 0,0-1 0,1 0 0,0 0 1,1-1-1,0 1 0,1-1 0,0-1 0,1 1 0,0-1 1,0-1-1,1 1 0,5 2-21,4 1 22,0-1 0,0-1 0,2-1 0,-1 0 0,1-2 0,0 0 0,1-2 0,0 0 0,0-1 0,1-1 0,-1-1 0,1-1 0,20 0-22,-13-2-555,0-2 0,0 0-1,-1-2 1,1-1 0,-1-1 0,0-2 0,0 0 0,-1-2 0,0-1 0,2-3 555,48-33-5364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03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62 10778,'0'0'2778,"0"0"-227,0 0-490,0 0-796,-27 37-428,-12 16-38,-30 55-799,64-97 105,0-1 0,1 0 0,0 1 1,0 0-1,2 0 0,-1 0 0,1 0 1,1 1-1,0-1 0,0 0 0,1 1 1,1-1-1,0 0 0,0 1 0,1-1 1,3 8-106,-4-16 32,1 10 28,2-1 0,0 0 0,0 0 0,1 0-1,0-1 1,1 0 0,1 0 0,-1 0 0,2 0 0,0-1 0,0-1 0,0 1 0,1-1 0,1-1 0,0 0 0,0 0-1,8 4-59,-3-2 6,2-2 0,-1 0 0,1 0 0,0-2 0,0 0 0,0-1-1,1-1 1,0 0 0,0-2 0,0 0 0,18 0-6,-29-2-86,-1 0 0,0-1 0,1 1 1,-1-1-1,0 0 0,0-1 0,0 0 0,0 0 0,0 0 1,0 0-1,0-1 0,-1 0 0,1 0 0,-1-1 1,0 0-1,0 1 0,1-2 86,-1-2-208,1 1 1,-1-1-1,0 0 1,-1 0-1,0-1 0,0 1 1,0-1-1,-1 0 0,0 0 1,-1 0-1,1 0 1,-1-6 207,4-26-248,-2 0 1,-1 0 0,-2 0-1,-3-8 248,1-13 2589,3 77-2404,0 0-1,1 0 1,1 0 0,0 0 0,2 3-185,6 23 377,-5-6-23,-6-27-226,0 1 1,1-1-1,0 1 1,1-1-1,0 0 1,0 0-1,1 0 1,3 5-129,-6-13 3,-1-1 1,0 0 0,0 0-1,0 0 1,0 0 0,0 0-1,1 0 1,-1 1-1,0-1 1,0 0 0,0 0-1,0 0 1,1 0-1,-1 0 1,0 0 0,0 0-1,0 0 1,0 0 0,1 0-1,-1 0 1,0 0-1,0 0 1,0 0 0,1 0-1,-1 0 1,0 0-1,0 0 1,0 0 0,1 0-1,-1 0 1,0 0 0,0 0-1,0 0 1,0 0-1,1 0 1,-1-1 0,0 1-1,0 0 1,0 0-1,0 0 1,0 0 0,1 0-1,-1-1 1,0 1 0,0 0-1,0 0 1,0 0-1,0 0 1,0-1 0,0 1-1,0 0 1,0 0-1,0 0-3,6-14 54,28-87-558,4 1 0,5 2 0,36-59 504,-72 146-89,31-48-242,-37 57 323,1 0 0,-1 0 0,1 0 0,0 0 0,-1 0-1,1 0 1,0 1 0,0-1 0,0 1 0,0-1 0,1 1 0,-1 0 0,0 0 0,1 0 0,-1 0 0,0 0 0,1 1 0,-1-1 0,1 1 0,-1-1-1,1 1 1,1 0 8,1 8-34,-4 27 210,-1-1 0,-1 0 1,-2 0-1,-2 0 0,-3 12-176,1-9 311,2 0 0,2 0-1,1 0 1,2 5-311,0-35 19,0 0-1,1 0 1,0 0-1,0 0 1,1-1-1,0 1 1,0 0-1,0-1 1,1 0-1,0 1 1,0-1-1,1 0 1,-1 0-1,1-1 1,1 1 0,-1-1-1,1 0 1,0 0-1,0 0 1,0-1-1,1 0 1,-1 0-1,1 0 1,0-1-1,1 0 1,-1 0-1,0 0 1,1-1-1,-1 0 1,1 0-1,1 0-18,2 0-19,-1 0 1,0-1-1,1 0 0,-1-1 0,1 0 0,-1 0 0,1-1 0,-1 0 0,1-1 0,-1 0 1,0 0-1,0-1 0,0 0 0,0-1 0,0 0 0,-1 0 0,0-1 0,0 0 1,0 0-1,0-1 0,-1 0 0,6-7 19,1-3-60,-2-1-1,0-1 1,-1 0-1,0-1 1,-2 0 0,0 0-1,-1-1 1,-1 0 0,-1 0-1,-1-1 1,0-1 60,4-31 199,-3 1 0,-1-1 0,-3-42-199,0 147 56,3 0 0,3 0 0,1-1 0,3 0-1,2-1 1,2 0 0,2-1 0,6 7-56,-12-35-6,-5-13 26,-2-14 87,0-177-83,-3 87-24,4-15 0,-5 104-1,0 1-1,0-1 0,0 1 0,1-1 0,0 1 1,0 0-1,0-1 0,1 1 0,2-4 2,-4 10 0,-1-1-1,1 0 1,-1 0 0,1 1-1,0-1 1,-1 0-1,1 1 1,0-1-1,0 0 1,0 1 0,-1-1-1,1 1 1,0 0-1,0-1 1,0 1-1,0 0 1,0-1-1,0 1 1,0 0 0,-1 0-1,1 0 1,0 0-1,0 0 1,0 0-1,1 0 1,1 1 0,-1 0 0,0 0-1,1 0 1,-1 0 0,0 1-1,0-1 1,1 1-1,-1 0 1,0-1 0,-1 1-1,1 0 1,0 0 0,0 0-1,0 2 1,15 20 20,-1 0 1,-2 1-1,0 1 0,-1 1 0,4 17-20,5 17 72,-3 1 1,-1 5-73,-12-38 116,0 0 1,-2 0 0,-1 1 0,-1 9-117,-2-38 45,0-6 35,-1-59 26,2-74 36,0 122-90,1 0 1,0 0 0,1 0 0,1 1 0,1-1 0,0 1-1,3-4-52,-6 15 27,0 0 1,0 0-1,0 0 0,1 0 0,-1 1 0,1-1 0,0 1 0,0-1 1,0 1-1,1 0 0,-1 0 0,1 1 0,-1-1 0,1 1 0,0 0 1,2-1-28,-3 2 13,0 0 1,0 0 0,0 1 0,0 0 0,1-1 0,-1 1 0,0 0-1,0 0 1,0 1 0,0-1 0,0 1 0,0-1 0,0 1 0,0 0-1,0 0 1,0 1 0,-1-1 0,1 0 0,0 1 0,-1 0 0,1-1-1,-1 1 1,1 0 0,0 2-14,15 14 40,0 2-1,-2 0 0,0 1 1,-2 1-1,0 0 1,-2 1-1,1 2-39,4 7 21,1-1 0,2-1 0,13 15-21,-27-39-229,0 0 0,1 0 0,0 0 0,0-1 0,1 0 0,-1-1 0,1 1 0,0-2 0,0 1 0,1-1 0,-1 0 0,1-1 0,-1 0 0,1 0 0,0-1 0,4 1 229,34 0-7082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04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55 13635,'0'0'4182,"0"0"-1811,-21 28-294,-17 22-673,-10 21-1404,43-63 92,1 0 0,0 0 0,0 1 0,1-1-1,0 1 1,0 0 0,1 0 0,0 0 0,1 0 0,0 0 0,0 1 0,1-1 0,0 0-1,1 2-91,-1 11 152,0-15-115,1 1 0,-1-1 0,1 0 1,1 0-1,-1 1 0,1-1 0,0 0 1,1 0-1,0-1 0,0 1 1,0 0-1,1-1 0,0 0 0,0 0 1,1 0-1,0 0 0,0-1 0,0 0 1,0 0-1,1 0 0,2 1-37,0-1 5,0 0-1,0-1 1,0 0-1,1 0 1,-1-1-1,1 0 1,0-1-1,0 1 1,0-2-1,1 1 1,-1-1-1,0-1 1,0 0-1,1 0 1,-1-1 0,8-1-5,-12 0-14,1 1 0,-1-1 0,0 0 0,0-1 0,-1 1 0,1-1 0,0 0 1,-1 0-1,0 0 0,1-1 0,-1 0 0,-1 0 0,1 0 0,-1 0 0,1 0 0,-1-1 1,0 1-1,-1-1 0,1 0 0,-1 0 0,0 0 0,1-2 14,6-18-104,-1-1-1,-2 1 0,0-1 1,-2-1 104,-3 24-10,9-56 96,-3-1-1,-3 0 1,-2 0 0,-3-20-86,10 154 73,5-1 0,2 0 1,3-1-1,4-1 1,2-1-1,7 6-73,-19-48-119,0 1 0,2-2 1,12 17 118,-14-26-1261,1 0 0,1-1 1,3 2 1260,19 15-8142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04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15779,'0'0'6746,"0"0"-5282,0 0-280,0 0-776,0 0-408,0 0-936,0 0-5401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45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16235,'0'0'4337,"0"0"-3720,0 0 975,93 173 0,-44-69-552,-3 12-655,-6-6-41,-7-9-64,-3-15-184,-7-14-72,-6-16-24,-1-14-160,-3-18-464,4-24-785,-4 0-2608,-3-24-2368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46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0 16307,'0'0'4737,"0"0"-3256,0 0-649,0 211 328,-23-23-328,-7-7-207,-9-26-97,2-51-16,14-35-176,-3 5-216,3-3-120,9-5-64,14-27-488,10-22-1105,23-17-4120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46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0 387 10746,'0'0'4899,"9"-27"-2672,-4 10-1879,0-1-13,1 0 1,0 1-1,1 0 0,1 0 0,1 0 0,0 1 0,1 1 0,1 0 0,0 0 0,4-3-335,-4 8 194,0 0 0,1 1 0,0 0-1,0 1 1,1 0 0,0 1 0,0 0-1,1 1 1,0 1 0,0 0-1,14-3-193,-19 6 71,-1 1-1,1 0 0,0 0 0,-1 1 1,1 0-1,0 0 0,0 1 0,-1 0 0,1 0 1,-1 1-1,1 0 0,-1 1 0,0 0 0,1 0 1,-2 1-1,1 0 0,0 0 0,-1 1 0,0 0 1,5 4-71,14 17 200,-2 1 1,-1 1 0,0 0-1,17 32-200,-16-22 171,3-1-1,28 30-170,-50-62 8,-1 0 0,1 0 0,0-1-1,0 0 1,1 0 0,-1 0 0,1 0 0,0-1 0,0 0 0,0 0 0,1-1 0,-1 0 0,0 0 0,1 0 0,0-1 0,-1 0 0,1 0 0,0 0 0,-1-1 0,1 0 0,0-1 0,0 1 0,-1-1 0,1-1 0,0 1 0,-1-1 0,0 0 0,1-1 0,-1 1 0,0-1 0,0 0 0,0-1 0,-1 0-1,1 0 1,-1 0 0,0 0 0,0-1 0,0 0 0,3-4-8,1-4 24,0-2 0,0 1 0,-1-1 0,-1-1 0,-1 1 0,0-1-1,-1 0 1,0-1 0,-2 1 0,0-1-24,2-14 177,-2 0 1,-2 1-1,-1-1 1,-1 0-1,-1-1-177,2 29-20,0 1 0,0-1 0,0 1 0,0 0 1,-1-1-1,1 1 0,-1-1 0,1 1 0,-1 0 0,0-1 0,0 1 0,0 0 0,0 0 1,0-1-1,0 1 0,-1 0 0,1 0 0,-1 1 0,1-1 0,-1 0 0,0 0 1,0 1-1,0-1 0,0 1 0,0-1 0,0 1 0,0 0 0,0 0 0,-1 0 1,1 0-1,0 0 0,-3 0 20,4 2-102,1-1-1,-1 0 1,0 1 0,1-1 0,-1 0-1,0 1 1,1-1 0,-1 1 0,1-1-1,-1 1 1,1 0 0,-1-1 0,1 1-1,-1-1 1,1 1 0,0 0 0,-1 0 0,1-1-1,0 1 1,-1 0 0,1-1 0,0 1-1,0 0 1,0 0 0,0-1 0,0 1-1,0 0 1,0 0 0,0-1 0,0 1-1,0 0 103,0 34-4697,0-25 1200,0 23-11213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47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78 14283,'0'0'3836,"0"27"-1655,0 430 4282,3-83-7167,-18-390-2501,0-6 2707,2-2-1,0 0 0,2 0 1,1-1-1,0 0 1,2-1-1,-3-20 499,1 0 708,3-1 0,2 0 1,2 1-1,2-8-708,1 30 213,2 0 0,0 0 1,2 1-1,0-1 0,2 1 0,1 0 1,0 0-1,2 1 0,0 0 0,3-3-213,-3 10 55,0 0 0,0 1 0,1-1-1,1 2 1,1 0 0,-1 0 0,2 1-1,0 1 1,0 0 0,1 0 0,1 2 0,0 0-1,0 0 1,6-1-55,-9 5 33,1 0-1,0 1 1,0 0 0,0 1-1,0 1 1,0 0 0,1 1-1,-1 0 1,0 1 0,8 1-33,-15 0 4,0-1 0,0 1 0,0 1 0,0-1 0,0 1 0,0 0 0,0 0 0,-1 1 0,1-1 0,-1 1 0,1 1 0,-1-1 0,0 1 0,0 0 0,-1 0 0,1 0 0,-1 0 0,0 1 0,0 0 0,0 0 0,-1 0 0,3 5-4,-1 1 13,0 1 0,-1-1 0,-1 1 0,0 0 0,0 0 0,-1 0 1,-1 0-1,0 0 0,-1 0 0,0 1 0,-1-1 0,0 0 0,-1 0 0,0 0 0,-1 0 0,0 0 1,-1-1-1,0 1 0,-1-1 0,-1 0 0,1 0 0,-2-1 0,1 0 0,-1 0 0,-5 5-13,2-4 24,0 1-1,-1-1 1,0-1-1,0 0 1,-1 0-1,-1-2 0,1 1 1,-1-1-1,-1-1 1,1-1-1,-1 0 1,-1 0-1,1-1 0,-1-1 1,0-1-1,0 0 1,0-1-1,0 0 1,0-1-1,-7-1-23,21-1-29,-1 1 0,0 0 0,0-1 0,1 1 0,-1-1 0,1 0 0,-1 1 0,0-1 0,1 0 0,-1 0 0,1 0-1,0 0 1,-1 0 0,1-1 0,0 1 0,0 0 0,0-1 0,-1 1 0,1 0 0,1-1 0,-1 1 0,0-1 0,0 0 0,1 1 0,-1-1 0,0 0 0,1 1 0,0-1 0,-1 0 0,1 0 0,0 1 0,0-1 0,0 0 0,0-1 29,0-6-524,0 0 0,1 1 1,0-1-1,0 0 1,1 1-1,1-7 524,21-32-5454,8 4-3540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47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12547,'0'0'2856,"0"0"-815,0 0 1760,4 167-2129,-1-99-736,0-5-392,0-13 80,1-8-296,-1-12-224,0-6-104,-3-7-168,0-2-472,0-3-664,0-3-200,0-9-1281,-3 0-104,0 0-3504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47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12827,'0'0'4173,"0"0"-1435,0 0-847,0 0-895,0 27-153,1 180 829,-1-187-1501,1 0-1,1 0 1,1-1 0,0 1 0,6 15-171,-7-30 15,-1-1 1,1 1-1,0 0 1,0-1 0,0 1-1,1-1 1,0 0 0,0 0-1,0 0 1,0 0-1,0 0 1,1-1 0,0 1-1,0-1 1,0 0 0,0 0-1,0 0 1,0-1 0,1 0-1,-1 0 1,1 0-1,0 0 1,0-1 0,-1 1-1,3-1-15,2 0 5,1 0 1,-1 0-1,1-1 0,0 0 0,0-1 0,-1 0 0,1-1 0,-1 0 0,1 0 0,-1-1 0,0 0 0,0-1 1,0 0-1,-1 0 0,1-1 0,-1 0 0,6-5-5,-3 1 3,0 0-1,-1-1 1,-1 0-1,0-1 1,0 1-1,-1-2 1,0 1-1,-1-1 1,-1-1 0,0 1-1,0-1 1,0-3-3,-1-4 11,0 1 0,-1-1 0,-1-1-1,-1 1 1,-1 0 0,-1-1 0,-1-1-11,1 17 6,0 1 15,0-1 1,-1 1-1,1-1 0,-1 1 0,0 0 0,-1-1 0,1 1 0,-1 0 0,0 0 0,0 0 0,0 0 1,0 0-1,-1 1 0,1-1 0,-1 1 0,0-1 0,0 1 0,0 0 0,-1 0 0,1 0 0,-1 1 1,0-1-1,1 1 0,-1 0 0,0 0 0,0 0 0,-1 1 0,1-1 0,0 1 0,0 0 0,-1 0-21,-12-3 0,1 1-1,-1 1 0,0 1 1,0 0-1,0 1 0,0 1 1,-13 2 0,28-3-95,0 0 1,1 0 0,-1 0-1,0 1 1,0-1-1,0 1 1,1-1 0,-1 1-1,0 0 1,1-1-1,-1 1 1,1 0 0,-1 0-1,1 0 1,-1 0-1,1 1 1,-1-1 0,1 0-1,0 1 1,0-1-1,0 0 1,0 1-1,0 0 1,0-1 0,0 1-1,0-1 1,1 1-1,-1 0 1,1 0 0,-1-1-1,1 1 1,-1 0-1,1 0 1,0 0 0,0-1-1,0 1 1,0 0-1,1 1 95,-1 13-5554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48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17068,'0'0'3088,"0"0"-775,0 0-377,10 173-928,0-126-655,0-11-353,3-12-145,20-18-975,-3-6-3073,3 0-4753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48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63 322 15739,'0'0'2524,"0"0"-883,0 0-416,2 33-477,12 112-428,-11-126-267,2-1 1,0 0-1,0-1 1,2 1-1,0-1 0,5 7-53,16 47 353,-24-55-145,0 0-1,-1 1 1,-1 0-1,-1 0 0,0 0 1,-1 0-1,-1-1 1,-1 1-1,-1 5-207,2-19 19,-1 0 0,0 0 0,0 0 0,0 0 0,0-1 0,0 1 0,-1-1 0,1 1 0,-1-1 0,0 0 0,0 0 0,0 0-1,0 0 1,0 0 0,0-1 0,0 1 0,0-1 0,-1 0 0,1 0 0,0 0 0,-1 0 0,1-1 0,-1 1 0,1-1 0,-1 0 0,-1 0-19,1 0-56,1 1 0,0-1 0,0 0 0,0 0 0,0 0 0,0-1 0,0 1 0,0-1 0,-1 1 0,1-1 0,0 0 1,1 0-1,-1-1 0,0 1 0,0 0 0,0-1 0,1 0 0,-1 1 0,1-1 0,-1 0 0,1-1 0,0 1 0,0 0 0,0-1 0,0 1 1,0-1-1,0 1 0,1-1 0,-1-1 56,-1-51-4605,3 38 909,0-16-7946</inkml:trace>
  <inkml:trace contextRef="#ctx0" brushRef="#br0" timeOffset="1">801 0 17844,'0'0'4057,"0"0"-2673,0 0 352,-106 244-399,73-122-529,13 6-192,7-9-208,13-15-304,0-17-104,16-19-104,24-23-512,39-24-552,-6-12-1593,-7-9-5449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34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15035,'0'0'3664,"0"0"-1733,41 4-458,-15-2-1266,0 0-16,0 0-1,0 2 0,22 7-190,-35-7 55,0 0 0,0 1 0,0 0-1,-1 2 1,0-1 0,0 1 0,-1 1-1,0 0 1,0 1 0,8 8-55,18 23 124,-1 2 0,-3 1 0,-2 2 0,-1 1 0,-3 2 0,21 49-124,1 18 227,-5 2 1,12 65-228,-53-170-12,-3-10-9,1 0 0,-1 0 1,1 1-1,0-1 0,-1 0 1,1 0-1,0 0 0,0 0 0,0 0 1,0-1-1,1 1 0,-1 0 1,2 1 20,7-37-2992,-4-15-2893,-2-9-4288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34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0 14891,'0'0'4364,"0"0"-1948,0 0-877,-8 34-182,3-11-1114,-2 10 70,-1 0-1,-1 0 1,-2-1 0,-2-1-1,0 0 1,-12 17-313,-22 23 540,-4-2 1,-3-2-1,-3-3 1,-16 11-541,-43 49 205,107-113-241,4-7-34,1 0 0,0 1 0,0-1 0,0 1 0,1 0 0,-1 0 0,1 0 0,1 1 0,-1-1 0,1 1 0,0 0 0,-1 2 70,3-7-97,1 0 0,-1 0 0,1-1 0,-1 1 1,1 0-1,0-1 0,-1 1 0,1 0 0,-1-1 1,1 1-1,0-1 0,0 1 0,-1-1 0,1 0 1,0 1-1,0-1 0,0 0 0,-1 1 0,1-1 1,0 0-1,0 0 0,0 0 0,0 0 0,0 0 1,0 0-1,-1 0 0,1 0 0,0 0 0,0 0 1,0 0 96,40 0-2479,-32-1 1174,40 1-5709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34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1 293 8978,'0'0'5905,"0"0"-2587,0 0-947,26-26-921,92-82-639,-108 100-749,0 1 0,0 0-1,1 0 1,0 1 0,0 1 0,1 0 0,-1 0 0,1 1 0,0 1-1,0 0 1,0 0 0,1 1 0,-1 1 0,0 0 0,1 1 0,-1 0-1,5 1-61,-4-1 32,-4 0-20,0 1 0,0 0 0,0 0-1,0 1 1,0 0 0,0 0 0,0 1 0,-1 0 0,1 1 0,-1 0 0,0 0 0,0 0 0,5 5-12,8 8 12,-2 0 0,0 2 0,-1 0-1,2 4-11,-14-17 9,23 27 23,-4-2-20,2-2 0,1-1 0,19 13-12,-40-34 18,1-1 1,0 0-1,1-1 0,0 0 1,-1-1-1,1 1 1,1-2-1,-1 1 0,1-1 1,-1-1-1,1 0 1,0 0-1,0-1 0,0 0 1,-1-1-1,6 0-18,-10-1 48,0 0 1,-1 0-1,1-1 0,-1 0 0,1 0 0,-1 0 1,1 0-1,-1-1 0,0 1 0,0-1 1,-1 0-1,1-1 0,0 1 0,-1-1 0,0 1 1,0-1-1,0 0 0,0 0 0,-1 0 0,1-1 1,-1 1-1,0 0 0,-1-1 0,1 0 0,0-3-48,3-9 138,0 0 0,-1 0-1,-1 0 1,-1-1 0,0 1-1,-2-10-137,-10-161-52,10 184-145,0 2-56,0 1 0,0-1 0,0 0 0,0 1 0,0-1 0,0 1 0,0-1 0,1 0 0,-1 1 0,1-1 0,-1 1 0,1-1 0,0 1 0,-1-1 0,1 1 0,0-1 0,0 1 1,0 0-1,1-2 253,18-9-9270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35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59 290 15243,'0'0'4356,"-6"28"-1512,1-5-2318,-3 12 243,1-1 1,2 1-1,2 1 1,1 21-770,4-20 204,3 1 1,1-1 0,1 0-1,3 0 1,1-1-1,1-1 1,2 2-205,4 13 18,-4-5-146,-11-35-281,-12-32-52,-16-48 220,2 0 0,4-2 0,3 0 0,3-1 0,3-1 0,4 0 0,2-27 241,4 87 41,1 1-1,0 0 1,1 0 0,1 0-1,0 0 1,0 0 0,2 0 0,-1 1-1,2 0 1,-1 0 0,2 0-1,-1 0 1,2 1 0,-1 1-1,2-1 1,-1 1 0,1 0-1,1 1 1,0 0 0,0 1 0,1 0-1,0 0 1,0 1 0,1 1-1,-1 0 1,2 1 0,-1 0-1,0 0 1,1 1 0,0 1 0,11-2-41,-16 4 5,-1 0 1,0 0 0,1 0-1,-1 1 1,0 0 0,1 1-1,-1-1 1,0 1 0,1 1-1,-1 0 1,0 0 0,0 0-1,0 1 1,0-1 0,-1 2-1,1-1 1,-1 1 0,0 0-1,0 0 1,0 1 0,0 0-1,-1 0 1,0 0 0,0 1-1,0-1 1,-1 1 0,1 0-1,-2 1 1,1-1 0,-1 1-1,0-1 1,0 1 0,0 0-1,-1 0 1,0 0 0,-1 3-6,2 0 26,-1 1 1,0-1 0,0 0 0,-1 0 0,-1 1 0,0-1 0,0 0-1,-1 1 1,-1-1 0,0 0 0,0 0 0,0 0 0,-2 0 0,1 0-1,-1 0 1,0-1 0,-1 0 0,0 0 0,-1 0 0,0-1 0,0 1-1,-1-1 1,0-1 0,0 1 0,-1-1 0,0-1 0,0 1 0,0-1-1,-5 1-26,2 1-3,-1-1-1,0-1 0,0 1 0,0-2 0,-1 0 0,0 0 1,0-2-1,0 1 0,-1-2 0,1 0 0,-1 0 0,1-1 1,-1-1-1,0 0 0,1-1 0,-8-1 4,20 1-55,0 0 0,-1 1-1,1-1 1,0 0 0,0 0 0,-1 0-1,1 0 1,0 0 0,0 0 0,0 0-1,0-1 1,0 1 0,1 0 0,-1-1-1,0 1 1,0 0 0,1-1 0,-1 1 0,1-1-1,0 1 1,-1-1 0,1 1 0,0-1-1,0 1 1,0-1 0,0 1 0,0-1-1,0 1 1,0-1 0,0 1 55,0-6-805,1 1 0,0-1 0,0 1 1,0-1-1,0 1 0,1 0 0,1-2 805,22-33-10142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35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1 308 13867,'0'0'4001,"0"0"-1293,0 0-1025,0 0-481,0 0-399,35 24-198,21 13-183,42 21-422,-92-55 15,1 0 1,-1 0-1,1-1 0,-1 0 1,1 0-1,0-1 1,0 0-1,0 0 1,-1 0-1,1-1 0,0 0 1,0 0-1,0-1 1,0 0-1,0 0 1,0 0-1,0-1 0,1-1-15,3-2 14,0 0 0,0-1 0,-1 0 0,0-1 0,0 0 0,-1-1-1,7-6-13,-9 6 23,0 0 0,0 0-1,0 0 1,-1-1 0,-1 1-1,1-2 1,-1 1-1,-1 0 1,0-1 0,0 0-1,-1 0 1,0 0-1,-1-1 1,0 1 0,-1 0-1,1-5-22,-2 6 70,1 1 0,-1-1-1,-1 0 1,0 1 0,0-1-1,0 1 1,-1-1 0,-1 1-1,1 0 1,-1 0 0,-1 0-1,1 0 1,-1 0 0,-1 1-1,1-1 1,-2 1 0,1 1-1,0-1 1,-5-3-70,2 4 27,1 0-1,-1 0 0,-1 1 1,1 1-1,-1-1 1,1 1-1,-1 1 1,0 0-1,-1 0 1,1 0-1,0 1 0,-1 1-26,7 0-48,0 1 0,-1-1-1,1 1 1,0 0 0,0 0-1,0 0 1,0 0 0,-1 1-1,1-1 1,0 1 0,0 0-1,0 0 1,0 0 0,0 0-1,0 0 1,1 1 0,-1 0-1,0-1 1,1 1 0,-1 0-1,1 0 1,-1 0 0,1 0 0,0 1-1,0-1 1,0 1 0,0-1-1,1 1 1,-1 0 0,1-1-1,-1 1 1,1 0 0,0 0-1,0 0 1,0 0 0,1 0-1,-1 2 49,-3 47-2402,9-16-2037,14-2-3942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36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16836,'0'0'4265,"0"0"-2689,0 0 456,0 0-591,-26 170-849,26-123-304,0-8-240,7-6 0,9-7-48,4-8-344,23-12-745,-7-6-3023,4 0-8203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36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0 14003,'0'0'2394,"0"0"-826,0 0-90,0 0-543,-8 31-531,-6 18-256,-4 33-148,17-76 4,0 0 1,0 1-1,1-1 1,0 0-1,1 0 0,-1 0 1,1 0-1,0 0 1,0 0-1,1 0 1,0 0-1,0-1 1,1 1-1,-1-1 1,1 1-1,0-1 0,1 1-4,7 14 18,14 30 8,-10-23 432,-2 1-1,-1 0 1,0 1-1,-3 0 1,0 1-1,2 19-457,-11-48 7,0 0-1,0 0 0,0 0 0,0 0 0,0 1 0,-1-1 1,1 0-1,0 0 0,-1 0 0,1 0 0,-1 0 0,1 0 1,-1-1-1,1 1 0,-1 0 0,1 0 0,-1 0 1,0 0-1,0-1 0,1 1 0,-1 0 0,0-1 0,0 1 1,0 0-1,0-1 0,0 1 0,0-1 0,0 1 0,0-1 1,0 0-1,0 0 0,0 1 0,0-1 0,0 0 0,0 0 1,0 0-1,0 0 0,-1 0-6,-52 0 171,35-1-150,-36 2-237,-2 0-2519,-1-3 1,-44-7 2734,38-2-7302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36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 15019,'0'0'4449,"0"0"-3033,-129 154 361,66 10-545,17-3-592,13-10-352,20-29-128,13-47-160,6-1 0,31-5-200,52-31-648,-6-20-1952,-4-18-3802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37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15835,'0'0'4107,"0"0"-1584,29-15-759,-8 4-1484,0-1-77,0 1-1,0 1 0,9-2-202,-20 9 61,0-1-1,1 2 0,-1 0 0,1 0 0,0 1 0,-1 0 0,1 1 0,0 0 0,0 0 1,8 3-61,-6-1 24,0 1 1,0 1-1,0 1 1,0 0-1,-1 0 1,1 1-1,-2 1 1,1 0-1,-1 0 1,0 1 0,0 1-1,2 2-24,2 4 27,0 1-1,-1 1 1,-1 0-1,0 1 1,-2 1 0,0-1-1,3 9-26,11 33 118,-2 1 0,-4 1 0,-1 0 0,4 44-118,-15-74 18,-3-6 27,2-1 1,1 0-1,0-1 1,9 17-46,-12-127 1069,-2-21-826,0 25 50,-7-68-293,5 149 5,0 1 0,0-1 0,0 0-1,0 0 1,0 0 0,0 0-1,-1 0 1,1 0 0,0 0-1,0 0 1,-1 0 0,1 1 0,-1-1-1,1 0 1,0 0 0,-1 0-1,0 1 1,1-1 0,-1 0-1,1 0 1,-1 1 0,0-1 0,0 1-1,1-1 1,-1 1 0,0-1-1,0 1 1,0-1 0,0 1 0,1 0-1,-1-1 1,0 1 0,0 0-1,0 0 1,0 0 0,0-1-1,0 1 1,0 0 0,0 0 0,0 1-1,0-1 1,1 0 0,-2 0-5,-2 1 3,-1 1-1,0 0 1,1-1 0,-1 2 0,1-1 0,-1 0 0,1 1 0,-1 0-3,-36 28 31,2 2 0,-14 16-31,-23 20 27,-10 2 12,2-2-97,-74 78 58,153-141-134,-1 0 0,1 0-1,0 0 1,1 0-1,0 1 1,0 0-1,0 0 1,1 0 0,0 0-1,-2 7 135,5-13-28,0 6-1020,10-6-336,-8-1 1190,8-1-207,0 0-1,0 0 0,0-1 0,-1 0 1,1-1-1,-1 0 0,1-1 1,-1 0-1,0 0 0,0-1 0,-1 0 1,1-1 401,20-10-1116,75-40-3393,-1-1-2129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37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2529,'0'0'14091,"0"0"-9554,0 0-2521,0 0-888,185 60-88,-105 23-263,-14 18-145,-16 15-280,-17 0-224,-20-6-32,-13-8-96,0-16-8,-3-12-584,-44 12-545,4-20-1247,0-12-4922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38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0 162 11763,'0'0'2992,"0"0"51,0 0-597,0 0-956,0 0-396,35-27-82,29-23-80,18-7-932,-77 53 40,0 1 1,0 0-1,1 0 1,-1 1-1,1-1 0,-1 1 1,1 0-1,0 1 1,0-1-1,0 1 1,0 0-1,0 1 0,0-1 1,0 1-1,0 1 1,0-1-1,0 1 0,0 0 1,0 0-1,3 2-40,-2 0 23,0 1-1,0 0 0,0 0 1,0 1-1,-1 0 1,0 0-1,0 0 1,0 1-1,-1 0 0,0 0 1,0 1-23,11 13 27,-1 2-1,-2 0 1,0 0 0,-1 2-1,-1-1 1,8 26-27,5 29 190,7 46-190,2 10 53,-32-127-213,1 0 1,0-1 0,0 1 0,1 0 0,0-1 0,0 0 0,0 1 0,1-1 0,0 0-1,0-1 1,1 1 0,-1-1 0,1 0 0,0 0 0,1 0 0,3 2 159,-8-6-2551,-1-1-2177,0 0-2467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39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0 15915,'0'0'4713,"0"0"-3640,0 0 207,0 0 200,-77 214-416,31-133-303,-3-4-145,6-8-304,0-10-144,9-11-96,11-16-72,7-8-24,9-9-408,7-6-512,0-9-505,0 0-1135,17 0-2177,6-9-4225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39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1328,'0'0'0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39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5945,'44'67'3952,"-42"-64"-3616,1-1 1,-1 0 0,1 0-1,-1 0 1,1 0 0,-1 0 0,1 0-1,0-1 1,0 1 0,0-1-1,0 0 1,0 0 0,0 0-1,0-1 1,0 1 0,1 0-1,-1-1 1,0 0 0,0 0-1,0 0 1,1 0 0,1-1-337,7 1 729,-4 0-470,137 4 3695,64-9-3954,-206 5 23,0 0-1,0-1 1,0 1-1,0-1 1,0 0-1,0 0 1,0 0-1,-1 0 1,1-1-1,0 1 1,-1-1-1,1 1 1,-1-1-1,1 0 1,1-2-23,-4 3 32,1 0 0,0 0 0,-1 0 1,1 0-1,-1 0 0,0 0 0,1 0 0,-1 0 1,0-1-1,1 1 0,-1 0 0,0 0 0,0 0 0,0 0 1,0-1-1,0 1 0,-1 0 0,1 0 0,0 0 1,0 0-1,-1-1 0,1 1 0,-1 0 0,1 0 1,-1 0-1,1 0 0,-1 0 0,0 0 0,1 0 1,-1 0-1,0 0 0,0 1 0,0-1 0,0 0 1,0 0-1,0 1 0,0-1 0,0 0 0,0 1 1,0-1-1,-1 1-32,-11-7 99,0 1 1,0 0 0,-1 1 0,1 0-1,-1 1 1,0 1 0,0 0-1,-1 1 1,1 1 0,-1 0 0,1 0-1,-1 2 1,-5 1-100,16-2 6,0 1 0,0 0-1,1 0 1,-1 0 0,0 0-1,0 1 1,1-1 0,-1 1 0,1 0-1,-1 0 1,1 1 0,0-1 0,0 1-1,0-1 1,0 1 0,0 0-1,1 0 1,-1 0 0,1 1 0,0-1-1,0 0 1,0 1 0,0 0 0,1-1-1,-1 1 1,1 0 0,0 0-1,0 0-5,-3 12 21,0 1 0,1-1 0,0 1 0,2 0 0,0 0-1,1 2-20,0-13 1,0 1-1,0-1 0,0 1 0,1-1 0,0 1 0,1-1 0,-1 0 0,1 0 1,0 0-1,1 0 0,0 0 0,0 0 0,0 0 0,0-1 0,1 0 0,0 0 1,0 0-1,0 0 0,1 0 0,0-1 0,0 0 0,0 0 0,0 0 0,0-1 1,1 1-1,0-1 0,0-1 0,0 1 0,0-1 0,0 0 0,0 0 0,6 0 0,17 5-97,0-2 0,0-1-1,0-1 1,0-2-1,1 0 1,-1-2 0,1-2-1,8-2 98,0-1-2073,-1-2-1,0-2 0,24-9 2074,18-13-7831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40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9762,'0'0'4049,"0"0"-1311,0 0 379,0 0-1289,18 28-669,57 87-244,-73-111-864,1 0 0,0-1 0,0 1 0,0-1 0,1 0 0,-1 0 1,1-1-1,-1 1 0,1-1 0,0 1 0,0-1 0,0-1 0,0 1 0,1 0 1,-1-1-1,0 0 0,1 0 0,-1 0 0,1-1 0,-1 1 0,1-1 0,-1 0 1,1 0-1,-1-1 0,1 1 0,3-2-51,12 0 106,-14 1-99,1 0 0,-1-1 0,1 0 0,-1 0 0,0-1 0,0 1 0,1-1 0,-2-1 0,1 1 0,0-1 0,-1 0 0,0 0 0,0-1 0,0 1 0,0-1 1,-1 0-1,0-1 0,0 1 0,0-1 0,-1 1 0,0-1 0,2-3-7,4-8-6,-1-1 0,-1 0-1,0-1 1,-1 1 0,-1-1 0,-1 0 0,0-6 6,-2 24 425,0 9-118,7 26 51,10 60 30,-16-78-233,23 95 603,8 8-758,24 101-81,-58-218 60,1 2-196,-1 0 0,1 1-1,1-1 1,-1 0-1,1 1 1,-1-1-1,1 0 1,2 3 217,-3-6-111,-1-1 0,0 1 0,1-1 0,-1 0 0,1 1 0,-1-1 1,1 0-1,-1 1 0,1-1 0,-1 0 0,1 0 0,-1 0 0,1 1 0,-1-1 1,1 0-1,-1 0 0,1 0 0,-1 0 0,1 0 0,-1 0 0,1 0 0,0 0 1,-1 0-1,1 0 0,-1 0 0,1 0 0,-1-1 111,22-16-5511,1-12-6072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40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16163,'0'0'3705,"0"0"-1392,0 0 95,-7 167-1135,14-114-873,19-5-224,7-10-176,0-8-72,7-15-857,-7-12-1751,-10-3-5562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40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15539,'0'0'2897,"0"0"-183,2 31-384,7 100-715,-5-105-1189,0 0 1,2 0-1,1 0 0,3 5-426,-4-13 196,0 0 0,-2 0 0,0 1 1,0 5-197,-4-14-6,-2-78-597,0 42 548,1-1 1,1 1-1,1 0 0,2-1 0,2-5 55,-5 29 7,1-1-1,1 1 1,-1 0 0,1-1 0,-1 1-1,1 0 1,0 0 0,0 0 0,0 0 0,0 0-1,1 1 1,-1-1 0,1 1 0,0-1 0,0 1-1,0 0 1,0 0 0,0 0 0,0 0 0,0 1-1,1 0 1,-1-1 0,0 1 0,1 0 0,-1 0-1,4 0-6,-2 1 27,-1-1-1,1 1 0,0 0 1,-1 0-1,1 0 0,-1 1 1,1 0-1,-1 0 0,1 0 0,-1 0 1,1 1-1,-1 0 0,0 0 1,0 0-1,0 0 0,0 0 1,0 1-1,0 0 0,-1 0 1,3 2-27,6 9 64,0 2 1,-1-1-1,-1 1 1,1 2-65,-2-1-98,2-1 1,0 0-1,7 7 98,-13-18-445,0 0 0,1 0 0,-1-1 0,1 1 0,0-1 0,0 0-1,0-1 1,0 0 0,1 0 0,-1 0 0,6 1 445,22 4-7415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41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238 188 13219,'0'0'3989,"0"0"-1495,0 0-674,-31 8-739,31-8-1081,-33 8 195,1 1-1,1 2 0,-3 2-194,29-10 31,0 0 0,1 0 0,-1 0 0,1 1 0,0 0 0,0 0 0,0 0 0,1 0 0,-1 0 0,1 1 0,0-1-1,0 1 1,1 0 0,0 0 0,-1 0 0,2 0 0,-1 1 0,0-1 0,1 0 0,0 1 0,0-1 0,1 1 0,0-1 0,0 4-31,-2 4 77,-2 12 110,1 0-1,2-1 1,0 1-1,2 0 1,0 0-1,5 19-186,-5-38 23,0 0 0,1 0 0,0 0-1,0 0 1,0 0 0,1 0-1,0-1 1,0 1 0,0-1 0,1 0-1,0 0 1,0 0 0,0 0-1,1-1 1,-1 1 0,1-1 0,0 0-1,0-1 1,1 1 0,-1-1-1,1 0 1,-1-1 0,1 1 0,0-1-1,0 0 1,0 0 0,0-1-1,5 1-21,-4-1-5,1 0 0,-1 0 0,1 0 1,-1-1-1,1 0 0,-1-1 1,1 0-1,-1 0 0,1 0 0,-1-1 1,0 0-1,0-1 0,0 0 1,0 0-1,0 0 0,0-1 0,-1 1 1,0-2-1,1 1 4,0-3-25,-1 0 1,1 0-1,-1 0 1,-1-1-1,1 0 1,-2 0-1,1 0 1,-1-1-1,0 1 1,0-1-1,-1 0 0,-1 0 1,1 0-1,-1-1 1,-1-1 24,7-47 85,-4 0 0,-2-1 0,-2 1 0,-7-41-85,6 77 318,-2-1 1,0 1-1,-1 0 0,-1 0 1,-1 0-1,-1 1 0,-5-9-318,9 32 921,1 12-763,1 17-204,2-5 85,2 0 0,0-1 1,2 0-1,1 0 1,1 0-1,1-1 1,3 3-40,7 17-32,2-1 0,1-1 0,15 17 32,-30-49-207,0-1 1,1 0 0,1 0 0,0 0 0,0-1-1,0-1 1,1 1 0,0-1 0,1-1 0,-1 1 0,4 0 206,-5-4-288,-1 1 1,1-1 0,-1-1 0,1 0 0,0 0 0,0 0-1,0-1 1,0 0 0,0-1 0,0 0 0,0 0-1,0 0 1,0-1 0,0-1 0,0 1 0,0-1 287,-3 0-7,-2 0 0,1 0 1,0 0-1,0-1 0,-1 1 0,1-1 1,-1 0-1,0 0 0,0 0 0,0 0 1,0 0-1,0-1 0,-1 0 0,0 1 1,0-1-1,0 0 0,0 0 0,0 0 1,-1 0-1,1 0 0,-1-1 0,0 1 1,0-3 6,3-16 529,0-1 1,-2 1-1,0-19-529,-2 34 152,0-80 2309,0 88-2197,0 16-129,0 10-112,1-1 1,0 1-1,2-1 1,1 0-1,1 0 1,1 0-1,3 5-23,-6-22 5,0 0 0,1-1-1,-1 0 1,2 0 0,-1 0 0,1 0-1,0 0 1,0-1 0,0 0-1,1 0 1,0-1 0,1 1-1,-1-1 1,1-1 0,0 1 0,0-1-1,0 0 1,1-1 0,-1 0-1,1 0 1,0-1 0,0 1-1,0-2 1,7 2-5,-6-2-93,0 0 0,0 0 0,-1 0 0,1-1 1,0-1-1,0 1 0,0-2 0,0 1 0,-1-1 0,1 0 0,-1-1 0,1 0 0,-1 0 0,6-4 93,-6 2-175,-1-1 0,0 1-1,0-1 1,-1-1 0,0 1-1,0-1 1,0 0 0,-1-1-1,0 1 1,0-1 0,-1 0-1,0 0 1,-1-1 0,2-4 175,2-7-211,-1-1 0,-1 0 0,-1 0 1,-1 0-1,0-4 211,0-53 3596,0 130-3335,2-1 0,3-1 0,7 24-261,-4-21 128,-2 0 0,-3 0-1,0 28-127,-7-89-6,-1 0 0,1 1-1,-2-1 1,1 1 0,-1 0-1,0-1 1,0 1-1,-1 0 1,0 1 0,0-1 6,-12-23-23,6 7 63,1 0 0,1-1 1,2 0-1,0 0 0,2-1 1,0 1-1,2-1 0,0 0 1,2 1-1,2-23-40,-1 39-5,0-1-1,0 0 1,1 1-1,0-1 1,1 1 0,0 0-1,0 0 1,0 0-1,1 0 1,1 0 0,-1 1-1,1 0 1,0 0-1,1 0 1,0 1 0,0-1-1,0 1 1,1 1-1,-1-1 1,2 1 0,-1 0-1,0 1 1,1 0 0,0 0-1,0 1 1,0-1-1,0 2 1,1-1 0,-1 1-1,1 1 1,-1-1-1,2 1 6,-2 0-2,-1 1 0,1-1 0,0 1 0,0 0 0,-1 1 0,1 0 0,0 0 0,-1 1-1,1 0 1,-1 0 0,1 1 0,-1 0 0,0 0 0,1 1 2,-3-1-1,0 1 1,0 0-1,-1 0 1,1 0-1,-1 0 1,0 1-1,0 0 1,0 0-1,-1 0 1,1 0-1,-1 0 1,-1 1-1,1 0 1,-1-1-1,0 1 1,0 0-1,-1 0 1,1 1 0,0 5 10,1 0 1,-2 1-1,0-1 1,-1 1-1,0-1 1,0 1-1,-2-1 0,1 0 1,-2 0-1,0 1 1,0-1-1,-1-1 1,-2 5-11,3-8 7,-2 0 1,1 0-1,-1 0 1,0 0 0,0-1-1,-1 0 1,0 0-1,0-1 1,-1 0-1,0 0 1,0 0 0,-1-1-1,1 0 1,-1 0-1,0-1 1,0 0-1,-1 0 1,-3 1-8,9-4-145,-1 0 0,1 0 0,0 0 0,-1-1 1,1 1-1,0-1 0,-1 1 0,1-1 0,-1 0 0,-2-1 145,5 1-114,0-1 0,0 1 0,0 0 0,0-1-1,0 1 1,0-1 0,0 1 0,1-1 0,-1 0 0,0 1-1,0-1 1,0 0 0,1 0 0,-1 1 0,1-1 0,-1 0 0,0 0-1,1 0 1,-1 0 0,1 0 0,0 0 0,-1 0 0,1 0-1,0 0 1,-1 0 0,1 0 0,0 0 0,0 0 0,0 0-1,0 0 1,0 0 0,0 0 0,0 0 114,0-14-6059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42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1 237 16067,'0'0'4163,"0"0"-1922,0 0-766,0 0-700,37-17-468,33-12-222,131-61 565,-199 89-637,0 0 0,0 1 0,0-1 1,-1 0-1,1 0 0,0-1 0,-1 1 0,1 0 1,-1 0-1,1-1 0,-1 1 0,0-1 0,0 1 1,0-1-1,0 0 0,0 0 0,0 1 0,0-1 0,0 0 1,0 0-1,-1 0 0,1 0 0,-1 0 0,0 0-13,0 1 4,0-1-1,-1 1 0,1-1 1,0 1-1,-1 0 0,0-1 0,1 1 1,-1 0-1,0-1 0,0 1 0,0 0 1,0 0-1,0 0 0,0 0 0,0 0 1,0 0-1,0 0 0,0 0 1,0 0-1,-1 0 0,1 1 0,0-1 1,-1 0-1,1 1 0,-1-1 0,1 1 1,0 0-1,-1-1 0,1 1 1,-2 0-4,-6-2-7,-1 0 1,1 0-1,-1 1 0,1 1 1,-1-1-1,1 2 1,-1-1-1,0 1 1,1 1-1,-1 0 1,1 0-1,-1 1 7,5-1 2,-1 0-1,1 1 1,0 0 0,1 0-1,-1 0 1,0 1-1,1-1 1,0 1 0,-1 0-1,2 0 1,-1 1-1,0-1 1,1 1-1,0 0 1,0 0 0,0 0-1,1 0 1,0 0-1,0 1 1,-1 4-2,0-1 14,0 1 0,1 0 0,0-1 0,0 1 0,1 0 0,1 0 0,0 0 0,0 0 0,1 0 0,0 0 0,1 0 0,0 0 0,3 9-14,-3-14-4,1 1 0,0-1-1,-1 0 1,2 0 0,-1 0 0,1 0 0,-1 0 0,1-1 0,1 0-1,-1 1 1,1-2 0,-1 1 0,1 0 0,0-1 0,0 0 0,1 0-1,-1-1 1,1 1 0,-1-1 0,1 0 0,0-1 0,0 1 0,2-1 4,4 2-140,1-1 0,-1-1 1,1 0-1,-1 0 1,1-2-1,-1 1 1,1-2-1,-1 0 0,1 0 1,-1-1 139,-4 1-482,-1-1 1,0 0-1,1 0 1,-1-1-1,-1 0 1,1 0 0,-1-1-1,1 0 1,-1 0-1,-1 0 1,1-1-1,-1 1 1,0-1-1,0-1 1,0 1-1,0-3 482,2-3-730,-1 0-1,0 0 1,-1-1-1,0 0 1,-1 0-1,0 0 1,-1-1-1,-1-1 731,4-67 4308,-3 87 2351,11 46-5399,27 245 1168,-36-250-2262,-2-29-131,0-17-98,1-29-220,-3 15 92,2-55-500,2 0 0,6-14 691,-8 64 100,1 0 0,1 0-1,0 1 1,2 0 0,0 0 0,1 0 0,0 1 0,2 0 0,0 1-1,5-6-99,-13 19 40,0 1-1,0 0 1,0 0-1,0 0 1,0 0-1,1 0 1,-1 0-1,0 1 1,1-1-1,-1 1 1,1-1-1,0 1 1,-1 0-1,1 0 1,0 0-1,0 1 1,0-1-1,0 1 1,0-1-1,0 1-39,-1 0 14,1 1 0,-1-1 0,0 1 0,1-1-1,-1 1 1,0 0 0,0 0 0,0 0 0,0 0-1,0 0 1,0 0 0,0 1 0,0-1 0,0 1 0,-1-1-1,1 1 1,-1 0 0,1 0 0,-1 0 0,1-1-1,-1 1 1,0 0 0,0 1 0,1 1-14,7 20 38,0 1-1,-2 0 1,-1 1 0,0 0 0,-1 8-38,7 34-4,-11-63-14,1 0 0,-1 0 0,1 0-1,0 0 1,0 0 0,1 0 0,0-1-1,-1 1 1,1-1 0,1 0 0,-1 0-1,1 0 1,-1 0 0,1 0 0,4 1 18,1 2-477,0-2 1,1 0-1,-1 0 1,1 0-1,0-1 1,1-1 0,5 2 476,51 9-7737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42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210 156 14979,'0'0'4189,"0"0"-1831,0 0-663,0 0-603,-31 25-505,-18 15-31,-28 30-556,71-64 59,1 0-1,0 1 1,0 0 0,1-1 0,0 1-1,0 1 1,0-1 0,1 0-1,0 1 1,1 0 0,0 0-1,0 0 1,1 0 0,-1 0-1,2 0 1,-1 0 0,1 0-1,1 0 1,-1 1 0,1-1 0,1 3-59,0 8 153,-2-16-136,1 0 1,-1 0 0,1 0 0,0 0-1,0 0 1,0 0 0,0 0 0,0-1-1,1 1 1,0 0 0,-1-1 0,1 1-1,0-1 1,0 1 0,0-1 0,0 0-1,1 0 1,-1 0 0,1 1-18,3 0 22,-1 1 0,1-1 0,0-1 0,0 1 0,0-1 0,0 0 0,0 0 0,0-1 0,6 1-22,-4 0-10,0-1 0,0-1 1,0 1-1,0-1 0,0-1 1,0 0-1,0 0 0,0 0 1,0-1-1,0 0 0,-1-1 0,1 1 1,-1-2-1,0 1 0,1-1 1,1-1 9,-3-1-54,-1 0 1,0 0 0,0-1-1,0 0 1,-1 0-1,0 0 1,0 0 0,0-1-1,-1 1 1,-1-1-1,1 0 1,-1 0 0,0 0-1,-1 0 1,0 0 0,0-1 53,2-30-314,-2-1 1,-3-35 313,1 19-80,1 28 129,1 10 107,0 1 0,-2-1-1,0 0 1,-1 0 0,0 1 0,-2-1 0,0 1-1,-4-8-155,5 24 934,1 8-734,0 12-160,2 21 244,2 0 0,2-1 1,5 19-285,-6-40 7,2 0 1,0-1-1,1 1 1,0-1 0,2-1-1,0 1 1,0-1 0,11 14-8,-15-27-187,-1 1 1,0-1-1,1 0 1,-1 0 0,1 0-1,0 0 1,0-1 0,0 1-1,0-1 1,1 0 0,-1 0-1,1-1 1,-1 1 0,1-1-1,0 0 1,-1 0-1,1-1 1,0 1 0,-1-1-1,1 0 1,0 0 0,0-1-1,2 0 187,24 1-5409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42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13883,'0'0'5585,"0"0"-3048,0 0-289,0 0-735,0 155-761,4-113-504,9-10-24,7-8-224,0-12-176,13-12-1177,-7-3-3096,-3-21-13426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43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24 187 12411,'0'0'3884,"0"0"-1139,0 0-646,0 0-608,0 0-591,0 0-210,21-21-215,63-64-111,-68 58-146,-16 26-213,0 1-1,0 0 1,0-1 0,0 1-1,0-1 1,0 1-1,0-1 1,0 1 0,0-1-1,0 1 1,0 0-1,0-1 1,-1 1 0,1-1-1,0 1 1,0 0 0,0-1-1,-1 1 1,1-1-1,0 1 1,-1 0 0,1-1-1,0 1 1,-1 0-1,1 0 1,0-1 0,-1 1-1,1 0 1,0 0 0,-1-1-1,1 1 1,-1 0-5,-33-1 157,30 1-134,0 0-11,0 1-1,1-1 0,-1 1 1,0-1-1,0 1 0,1 0 0,-1 0 1,1 1-1,-1-1 0,1 1 0,-1 0 1,1 0-1,0 0 0,0 0 0,0 0 1,0 1-1,0-1 0,1 1 1,-1 0-1,1 0 0,-1 0 0,1 0 1,0 0-1,0 1 0,1-1 0,-1 0 1,1 1-1,-1 0 0,1-1 0,0 3-11,-3 12 71,0 0-1,2 0 0,0 0 0,1 1 0,1 13-70,0-28 3,0 0 1,0 0-1,1 0 1,-1 0-1,1 0 0,0 0 1,0 0-1,1 0 1,-1-1-1,1 1 1,0 0-1,0-1 1,0 1-1,0-1 1,1 0-1,-1 0 1,1 0-1,0 0 1,0 1-4,2 0-22,1-1 1,-1 1 0,1-1 0,-1 0 0,1 0 0,0-1 0,0 1-1,0-1 1,1-1 0,-1 1 0,6 0 21,-3-1-100,1 0 0,0 0 0,0-1 0,-1 0 0,1-1 0,0 0 0,-1 0 0,1-1 1,0-1-1,-1 0 0,0 0 0,0 0 0,0-1 0,0-1 0,0 1 0,2-4 100,-2 1-349,0-1 0,-1-1 0,-1 0 0,1 0 0,-1 0 0,-1-1 0,0 0 0,0 0 1,-1 0-1,0-1 0,-1 0 0,0 0 0,0-3 349,1-7-339,0 0 0,-2-1 0,1-13 339,-1-32 3067,-3 72-2819,1 0 0,-1-1 1,1 1-1,1 0 0,-1-1 0,1 1 0,-1-1 1,3 4-249,5 15 200,16 67 243,-2-11-225,30 73-218,-47-144-1397,-2-19 692,-1-25 242,-3 29 304,1 2 133,5-75-23,5-15 49,-6 68 1018,1 1-1,1 0 1,4-8-1018,-3 23 1151,-3 18-734,1 20-332,0 52-51,-5-52-22,1 1 1,2-1 0,0 0-1,4 7-12,-7-31-54,0 0-1,1 0 0,-1-1 0,1 1 1,-1-1-1,1 1 0,0-1 0,0 1 1,0-1-1,1 0 0,-1 0 0,0 0 1,1 0-1,-1-1 0,1 1 1,0-1-1,-1 1 0,1-1 0,0 0 1,3 1 54,7 1-1423,-1 1 0,2-2 1,-1 0-1,3 0 1423,42 0-9037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43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17092,'0'0'3973,"0"0"-2054,0 0-785,0 0-355,6 34-180,1 7-437,10 54 694,10 26-856,-20-94 182,1 0 1,2 0 0,0-1 0,2 0 0,14 23-183,-22-43 19,1 1 0,0-1 0,0 1 0,0-1 0,1-1 0,0 1 0,0-1 0,0 0 1,0-1-1,8 5-19,-10-7-28,0-1 0,1 1 0,-1 0-1,1-1 1,-1 0 0,1 0 0,0-1 0,-1 1 0,1-1 0,0 0 0,0 0 0,-1-1 0,1 1 0,-1-1 0,1 0 0,0 0 0,-1-1 0,1 1 0,0-2 28,0 0-114,-1 0 1,1 0-1,-1 0 1,0-1-1,0 1 1,0-1-1,0 0 1,-1 0-1,1-1 1,-1 1 0,0-1-1,-1 0 1,1 1-1,-1-1 1,0 0-1,0-1 1,0 1-1,-1 0 1,0 0-1,0-1 114,2-8-291,0 0-1,-2 0 1,1 0-1,-2 0 1,0-1-1,0 1 1,-2-3 291,2 17 27,0-1 0,0 1 0,-1-1 0,1 1 0,0 0 0,-1-1 0,1 1 0,0-1 0,-1 1 0,1 0 0,0-1 0,-1 1 0,1 0 0,-1-1 1,1 1-1,-1 0 0,1 0 0,-1-1 0,1 1 0,-1 0 0,1 0 0,-1 0 0,1 0 0,-1 0 0,1-1 0,-1 1 0,1 0 0,-1 0 0,1 1 1,-1-1-1,1 0 0,-1 0 0,1 0 0,-1 0 0,1 0 0,-1 0 0,1 1 0,-1-1 0,1 0 0,-1 0 0,1 1 0,-1-1 0,1 0 0,-1 1-27,-20 13 425,17-6-333,0 1 0,1-1 0,0 0 0,0 1 0,1 0 0,0 0 0,0 0 0,1 0 0,0 0 0,1 8-92,0-10 50,0 1 0,0-1 1,0 0-1,1 0 0,0 0 0,0 0 0,1-1 0,0 1 1,0 0-1,1-1 0,0 1 0,0-1 0,0 0 1,2 3-51,0-5-31,0 0 1,0 0 0,0-1 0,0 1 0,0-1 0,1-1 0,-1 1 0,1-1 0,0 0-1,0 0 1,-1 0 0,1-1 0,1 0 0,-1 0 0,0-1 0,3 1 30,7-1-371,1 0-1,-1-1 1,1-1 0,-1 0 0,8-3 371,39-19-4729,-11-5-4888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44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 11859,'0'0'2960,"0"0"73,0 0 768,59 172-1865,-49-115-448,-10-4-327,0-2-249,-10-13-576,-29-8-160,-11-9-168,-6-9-8,3-12-144,0 0-536,7-6-697,9-15-2471,17 0-4338</inkml:trace>
  <inkml:trace contextRef="#ctx0" brushRef="#br0" timeOffset="1">189 352 16988,'0'0'6025,"0"0"-4569,0 0-688,0 0-768,0 0-2656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49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15667,'0'0'3993,"0"0"-1720,0 0-897,-4 199-872,4-140-504,23 13-568,-3-13-3457,-3-11-3673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48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12323,'0'0'3828,"0"0"-161,0 0-1430,30 4-868,-6-3-1113,-14-1-171,0 0 1,1 1-1,-1 0 1,0 0-1,0 1 1,0 0-1,0 1 1,0 0-1,0 1 1,-1 0-1,1 1 1,-1-1-1,0 2 1,-1-1-1,1 1 1,-1 1-1,0 0 1,-1 0-1,1 1-85,14 21 200,-1 0-1,-2 2 0,0 0 1,-3 1-1,-1 1 1,-1 0-1,-1 1 1,1 13-200,-1 5 77,-2 0 0,-3 1 0,-2 0 0,-2 0 0,-3 18-77,0-38-147,1-40-160,3-55-266,-3 39 555,4-81-431,-6-63 449,0 164-5,0 0 1,0 1-1,0-1 1,0 0-1,0 0 1,-1 1-1,0-1 1,1 0-1,-1 1 1,0-1-1,0 1 1,-1-1-1,1 1 1,0-1-1,-1 1 1,0 0-1,1 0 0,-1-1 1,-1 1 4,0 0-9,0 1 1,0-1-1,0 1 0,0 0 1,0 0-1,-1 0 1,1 0-1,0 0 0,-1 1 1,1 0-1,0-1 0,-1 1 1,1 1-1,-1-1 0,1 0 1,-1 1 8,-8 1-4,0 1 1,0 1-1,0-1 0,0 2 1,1 0-1,-1 0 1,1 1-1,0 0 1,1 1-1,0 1 0,-7 5 4,-24 22 33,1 2-1,-2 6-32,21-21-1,4-5-242,-11 11 565,1 1 0,-22 31-322,43-51-327,0 0 0,1 0 0,-1 0 1,2 1-1,-1 0 0,2 0 0,-1 0 0,1 0 0,1 1 0,0-1 0,0 1 0,1-1 0,0 2 327,1 2-6155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50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12219,'0'0'5046,"0"0"-1763,0 0-921,0 0-835,0 0-781,0 0-389,0 8-161,1 4-165,0 0 0,1 0-1,1-1 1,0 1 0,0-1-1,1 0 1,1 0 0,0 0-1,0 0-30,-5-12 25,0 0-1,1 0 1,-1 0-1,0 0 1,0 0 0,0 0-1,1 0 1,-1 0-1,1 0 1,-1 0-1,0 0 1,1 0-1,0 0 1,-1 0 0,1 0-1,0 0 1,-1 0-1,1 1 1,0-1-1,0 0 1,0 0-1,0 1 1,0-1-1,0 1 1,-1-1 0,2 1-1,-1-1-24,34-19 33,-29 16-25,1 1-1,0 1 0,0-1 0,1 1 0,-1 0 1,0 0-1,1 1 0,-1 0 0,7 0-7,-12 1-1,0 0 0,0 1 0,0-1 1,0 0-1,0 1 0,0-1 0,0 1 0,1-1 0,-1 1 0,-1 0 0,1 0 0,0 0 0,0 0 0,0 0 0,0 1 0,-1-1 0,1 0 1,-1 1-1,1 0 0,-1-1 0,1 1 0,-1 0 0,0-1 0,0 1 0,0 0 0,0 0 0,0 0 0,0 0 0,0 0 0,-1 0 1,1 0-1,-1 0 0,0 0 0,1 2 1,1 9 4,-1 1 0,-1-1 0,1 0 0,-2 1 0,0-1 0,-1 0 1,0 0-1,-1 0 0,0 0 0,-1 0 0,0 0 0,-1-1 0,-1 0 0,0 0 1,-1 0-1,0-1 0,0 0 0,-1 0 0,-1-1 0,0 0 0,0-1 0,-6 5-4,-4 4 18,-1-1-1,0 0 0,-1-2 0,-1 0 0,-1-1 0,0-2 0,-19 8-17,156-19 585,-31 0-262,102-3-680,-171 1 20,0-1 0,-1 0-1,1-1 1,-1-1 0,0 0 0,5-3 337,43-20-5319,-50 21 3614,40-20-10630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50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12707,'0'0'6169,"0"0"-4241,0 0 329,0 0-1281,0 0-344,205 247-112,-145-71-16,-20-7-23,-17-14 31,-17-27-192,-6-36-272,0 1-48,-10 5-704,-33 9-1025,0-27-2576,-3-11-6705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51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12291,'0'0'2998,"0"0"-343,0 0-540,0 0-835,0 0-526,0 0-214,26-20-65,-26 20-475,31-23 200,1 1 0,19-9-200,-48 29 19,0 1 1,0 0 0,1-1-1,-1 1 1,0 1 0,0-1-1,1 0 1,-1 1 0,0-1-1,1 1 1,-1 0 0,0 0-1,1 0 1,-1 1 0,0-1-1,1 1 1,-1 0 0,0 0-1,3 1-19,0 1 43,0 1 0,-1-1 0,1 1 0,-1 0 0,0 1 0,0-1 0,2 4-43,6 4 86,22 21-13,0 2 0,-3 1 0,-1 1 1,-1 2-1,-2 1 0,-2 1 0,-2 2 0,-2 0 0,-2 1 1,-1 1-1,-3 1 0,-1 1 0,-3 0 0,-2 1 1,-2 0-1,1 31-73,-5 51-175,2-114-757,-5-16 862,-1 0 1,0 1 0,0-1-1,1 0 1,-1 0-1,0 0 1,1 0 0,-1 0-1,0 1 1,1-1-1,-1 0 1,0 0 0,1 0-1,-1 0 1,0 0-1,1 0 1,-1 0 0,0 0-1,1 0 1,-1 0-1,0-1 1,1 1 0,-1 0-1,0 0 1,1 0-1,-1 0 1,0 0 0,0-1-1,1 1 1,-1 0-1,0 0 1,0 0 0,1-1-1,-1 1 1,0 0-1,0 0 1,1-1 0,-1 1-1,0 0 1,0-1-1,0 1 1,0 0 0,0 0-1,1-1 1,-1 1-1,0 0 1,0-1 0,0 1-1,0 0 1,0-1 69,7-25-4441,0-6-3922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52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643 1 15331,'0'0'4385,"0"0"-3521,0 0 369,-76 184 231,13-68-536,-13 6-48,-10 3 9,0-12-289,6-15-328,11-14-160,19-19-64,14-17-48,19-18-152,14-13-640,3-14-753,43-6-2152,13-23 9,7-10-2570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52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1 18204,'0'0'2608,"0"0"-279,10 217-393,-3-98-791,-4 6-481,-3-9-232,4-12-144,-4-18-192,3-14-48,0-22-48,0-17-280,1-15-480,-4-15-545,0-6-487,0-24-3433,-17-9-7218</inkml:trace>
  <inkml:trace contextRef="#ctx0" brushRef="#br0" timeOffset="1">0 626 10098,'0'0'6570,"0"0"-3466,0 0-63,0 0-1489,0 0-832,0 0-376,185-39-152,-92 15-192,19-24-184,-19 7-1520,-24-4-4649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53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15131,'0'0'3634,"6"28"-1444,-1-2-1627,-1 0 1,2-1 0,0 0 1,2-1-1,0 0 1,2 0-1,8 14-564,-8-20 243,1-1-1,0 0 1,1-1 0,1-1 0,0 0-1,1 0 1,11 7-243,-16-15 47,-1 0-1,2-1 1,-1 0 0,0-1-1,1 0 1,0-1-1,0 0 1,0 0-1,1-1 1,0 0-1,-1-1 1,1-1 0,0 1-1,9-1-46,-17-2-27,1 1 1,-1-1-1,0 1 0,0-1 1,0 0-1,0 0 0,0 0 0,0-1 1,0 1-1,0-1 0,-1 0 1,1 0-1,0 0 0,-1 0 0,0 0 1,1 0-1,-1-1 0,0 1 1,0-1-1,0 1 0,-1-1 0,1 0 1,-1 0-1,1 0 0,-1 1 1,0-2-1,0 1 0,0 0 0,0 0 1,-1 0-1,1-3 27,2-15-164,0 0 1,-1-1-1,-1 1 0,-1-11 164,-1 18-29,1-230 1141,0 319-1100,0 390 1601,0-153-3526,0-310-544,0-2-3636,0 0-4874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53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1 357 15427,'0'0'4088,"0"0"-1792,0 0-365,11-29-770,3-9-907,1 1 0,10-13-254,-22 44 22,0 1 0,1 0 1,0 0-1,0 0 0,0 0 1,1 1-1,0-1 0,0 1 1,0 1-1,0-1 0,0 1 1,1 0-1,-1 0 0,1 0 1,0 1-1,0 0 0,5-2-22,4 2 58,0-1-1,0 2 1,0 0-1,0 1 1,12 1-58,-22-1 16,6 1 10,0 0 0,0 1 0,-1 0 0,1 1 0,0 0-1,-1 1 1,0 0 0,0 0 0,0 1 0,0 1 0,-1-1 0,1 2 0,6 5-26,11 12 64,-2 1 0,-1 1 0,15 21-64,-15-18 35,1 0 1,2-2-1,5 3-35,-24-23 8,2 0 0,-1 0 0,1-1 0,0 0-1,0 0 1,0-1 0,1-1 0,0 0 0,0 0-1,0-1 1,0-1 0,4 1-8,-2-2 6,-1 0 0,0 0 0,0-2 0,1 1 0,-1-1 0,0-1 0,0-1 0,0 1 0,0-2 1,0 0-1,-1 0 0,1-1 0,-1 0 0,0-1 0,-1 0 0,1-1 0,-1 0 0,-1-1 0,1 0 0,-1 0 0,-1-1 0,1 0 0,-2-1 0,1 0 0,-1 0 0,-1 0 0,0-1 0,0 0 0,-1 0 0,0-3-6,4-10 8,-2-1 0,0 0 0,-2 0 0,-1-1 0,-1 0 0,-1 0-1,-1 1 1,-1-1 0,-3-13-8,3 37-37,0 1 1,0-1-1,0 1 0,0 0 1,-1-1-1,1 1 0,0 0 1,-1-1-1,1 1 0,-1 0 1,1 0-1,-1 0 0,0-1 0,1 1 1,-1 0-1,0 0 0,0 0 1,0 0-1,0 0 0,0 0 1,0 0-1,0 0 0,0 1 1,0-1-1,0 0 0,0 1 0,-2-1 37,-37-4-3616,37 5 3102,-26 0-6629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56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 16291,'0'0'2341,"2"45"-1134,14 169 1183,14 27-2390,-4-76 382,34 230 1050,-44-255-2662,-4 117 1230,-13-274-1413,-1 0 1,0 1 0,-2-1-1,0 1 1,-4-10 1412,-2-7-1037,-25-80-269,-18-31 1306,17 50 2736,3-2-1,-9-57-2735,36 124 371,1 0 0,1-1 0,1 1 0,2-1 0,1 0 0,1 1 0,2-1 0,1 1 0,1-1 0,8-22-371,-6 32 90,0 1 1,2 1 0,0-1-1,1 2 1,1-1-1,1 1 1,0 1 0,1 0-1,1 1 1,0 0 0,1 2-1,0-1 1,4 0-91,-5 3 57,1 1 1,0 1 0,0 1-1,0 0 1,1 1 0,1 0 0,-1 1-1,1 1 1,0 1 0,0 1-1,0 0 1,0 1 0,1 1-1,-1 0 1,10 2-58,-19-1 12,1 2 0,-1-1 1,1 1-1,-1 0 0,0 1 0,0 0 1,0 0-1,0 1 0,0 0 0,-1 0 1,0 1-1,0 0 0,0 0 0,0 1 1,2 3-13,0 0 6,-1 1 0,0 0-1,-1 0 1,0 1 0,-1 0 0,0 1 0,-1-1 0,0 1 0,0 0 0,-1 3-6,2 5 69,-2 1 0,0 0 0,-1 0-1,-1 0 1,-1 0 0,-1 0 0,-1 0 0,-1 1 0,-1-1 0,0-1 0,-2 1-1,-6 18-68,2-19 97,0-1-1,-1 0 0,-2 0 0,0-1 0,0-1 0,-2 0 0,0-1 0,-1 0 0,0-1 0,-2-1 1,-1 1-97,-3 2 37,-1-1 0,-1-1 0,0-2 0,-1 0 0,-1-1 0,0-1 0,0-2 0,-18 5-37,20-8-47,-1-1 1,0-2-1,0 0 0,0-1 1,0-1-1,0-1 0,-1-2 1,-15-2 46,39 3-44,0 1 1,-1 0-1,1-1 1,0 1-1,-1 0 1,1-1-1,0 0 1,-1 1-1,1-1 1,0 0-1,0 0 1,0 1-1,0-1 1,0 0-1,0 0 1,0 0-1,0 0 1,0 0-1,0-1 1,1 1-1,-1 0 1,0 0-1,1 0 1,-1-1-1,1 1 1,-1 0-1,1-1 1,0 1-1,-1-1 1,1 1-1,0 0 1,0-1 0,0 1-1,0 0 1,0-1-1,0 1 1,1-1-1,-1 1 1,0 0-1,1-1 1,0 0 43,1-4-366,0 0 0,1 0 0,0 0 1,0 0-1,1 1 0,-1 0 0,1-1 1,2-1 365,5-3-1594,-1 0 1,1 0 0,1 1-1,1 0 1594,54-36-10534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56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14523,'0'0'3161,"0"0"-817,0 0-543,-26 161-97,-1-57-600,4 15-280,0 0-79,10-6-265,13-6-264,0-15-160,6-11 16,31-13-72,6-14-88,6-19-528,27-11-769,-13-9-2343,-7-9-3018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57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72 13899,'0'0'2613,"0"0"222,0 0-704,30-15-1072,1 0-873,0 2-1,1 1 1,5-1-186,-32 12 25,0 0-1,0 0 1,0 1-1,0-1 0,0 1 1,0 0-1,0 0 1,0 1-1,0 0 1,0 0-1,0 0 0,0 0 1,-1 1-1,1 0 1,0 0-1,-1 0 1,1 0-1,-1 1-24,5 4 51,0 0 0,0 0 0,-1 1 0,0 0 0,-1 0 0,2 3-51,-5-6 22,19 25 43,-3 0 0,0 2 0,-2 0-1,-1 1 1,-2 1 0,-1 0 0,-2 1-1,-1 1 1,-2 0 0,4 29-65,1 36 145,-3 1-1,-5 0 1,-5 22-145,0-185 155,1 22-32,-2 1 1,-2-1 0,-1 1 0,-1 0 0,-3 0 0,-7-26-124,13 62 11,1-1 1,-1 1 0,0 0 0,0-1 0,0 1 0,0 0-1,0 0 1,0 0 0,-1-1 0,1 1 0,-1 0 0,1 1 0,-1-1-1,0 0 1,1 0 0,-1 1 0,0-1 0,0 1 0,-1 0-1,1-1 1,0 1 0,0 0 0,-1 0 0,1 1 0,0-1 0,-1 0-1,1 1 1,-1-1 0,1 1 0,-1 0 0,1 0 0,-1 0-1,1 0 1,0 0 0,-1 1 0,1-1 0,-1 1 0,1-1 0,-2 2-12,-9 3 12,1 0 0,0 1 0,0 1 0,1 0 0,0 0 0,-8 8-12,-336 257 136,337-254-609,31-19-1001,31-18-958,12-9-3279,-6-2-5102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6:57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0 266 8490,'0'0'5497,"0"0"-2803,11-27-328,0-1-1735,5-12 538,1 1 0,1 1 0,15-21-1169,-30 53 236,-2 4-127,0 1-1,0-1 1,0 0 0,0 0 0,0 0 0,0 1-1,1-1 1,-1 0 0,1 1 0,-1-1 0,1 1-1,0 0 1,-1 0 0,1-1 0,0 1 0,0 0 0,0 0-1,0 1 1,0-1-109,2 7 240,1 45-75,-3 0-1,-1 0 1,-4 17-165,1 25 85,2 143-469,-1-234 251,1-1 1,0 0-1,0 1 1,0-1-1,0 0 0,0 1 1,0-1-1,0 0 1,0 1-1,0-1 0,0 0 1,1 1-1,-1-1 1,1 0-1,-1 0 0,1 1 1,-1-1-1,1 0 1,0 0-1,0 0 1,-1 0-1,1 0 0,0 0 1,0 0-1,0 0 1,0 0-1,0 0 0,0 0 1,0-1-1,1 1 1,-1 0 132,16 1-5650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03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3225,'0'0'11118,"0"0"-6232,0 0-2950,0 0-542,5 37-28,29 257 660,-17 91-775,-4-49-2161,-13-330 416,1 0-396,1-5-2668,-1-1-3077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04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0 200 12107,'0'0'7001,"0"0"-5345,0 0 529,0 0-1473,189-68-480,-77 41-232,57-12-168,-27 4-1544,-29 5-4506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04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41 15523,'0'0'4265,"0"0"-2146,0 0-326,0 0-601,38-11-644,-9 3-486,0 1 0,1 1 0,0 1 0,15 1-62,-40 4 10,1 1 0,-1-1 0,0 1 0,0 0 0,0 1 0,0-1 0,0 1 0,0 0 0,0 0-1,-1 1 1,1-1 0,-1 1 0,1 0 0,-1 0 0,0 1 0,0-1 0,3 5-10,2 3 30,1 1 0,-2 1 0,0-1 0,0 1 0,-1 2-30,3 2 33,14 30 25,-1 2 0,-2 0 0,-3 0 0,-2 2-1,-2 0 1,-2 1 0,-3 0 0,2 35-58,-11-116 108,-6-32-107,4 53 3,0 0-1,-1 0 1,0-1-1,0 2 1,-1-1-1,0 0 1,0 1-1,-1 0 1,-4-6-4,6 10 1,0 1 0,-1-1 0,1 0 0,0 1 1,-1 0-1,1 0 0,-1 0 0,0 0 0,0 0 1,1 1-1,-1 0 0,0 0 0,0 0 0,0 0 0,-1 0 1,1 1-1,0 0 0,0 0 0,0 0 0,0 0 1,0 1-1,-1 0-1,-8 1-1,0 1 0,0 1 0,0 0-1,0 1 1,1 1 0,0 0 0,0 0 0,-6 5 1,-94 70-2,76-54-2,32-23-3,-23 15-55,1 1 0,0 1 0,2 1 0,1 2 0,0 0 0,-5 10 62,27-33-46,0 1 0,1-1-1,-1 0 1,0 0-1,1 0 1,-1 0 0,1 0-1,-1 1 1,1-1 0,-1 0-1,1 1 1,0-1-1,0 0 1,0 1 0,-1-1-1,1 0 1,1 2 46,-1-3-76,0 1 1,1-1-1,-1 1 1,0 0-1,1-1 1,-1 1-1,0-1 1,1 1-1,-1-1 0,1 0 1,-1 1-1,1-1 1,-1 1-1,1-1 1,0 0-1,-1 0 1,1 1-1,-1-1 1,1 0-1,0 0 0,-1 1 1,1-1-1,0 0 1,0 0 75,5 0-785,0 0 0,1 0 1,-1 0-1,0-1 0,1 0 1,4-2 784,38-14-5372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04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16596,'0'0'3722,"0"0"-1667,0 0-915,0 0-583,0 0-320,0 0-151,26 9-20,4 0-48,-1 2 0,18 9-18,-44-19 5,-1 0 0,0 1 1,0-1-1,0 1 1,0 0-1,-1-1 1,1 1-1,0 0 1,-1 0-1,1 0 1,-1 0-1,0 1 1,1-1-1,-1 0 1,0 0-1,0 1 0,-1-1 1,1 0-1,0 1 1,-1-1-1,0 1 1,1-1-1,-1 1 1,0-1-1,0 1 1,-1-1-1,1 1 1,-1 1-6,0 5 40,-2-1 0,1 1 1,-1-1-1,0 0 1,-1 0-1,-1 3-40,3-9 17,-23 44 128,18-37-133,1 1-1,0 0 0,1 0 0,0 1 0,0-1 0,2 1 0,-1 0 0,1 0 0,1 0 1,0 1-1,0 1-11,2-12 2,1 0 1,-1 0-1,0 0 1,1 0-1,-1-1 0,1 1 1,-1 0-1,1-1 1,0 1-1,-1 0 1,1-1-1,0 1 1,-1-1-1,1 1 1,0-1-1,0 1 1,-1-1-1,1 1 1,0-1-1,0 0 0,0 1 1,0-1-1,-1 0 1,1 0-1,0 0 1,0 0-1,0 0 1,0 0-1,0 0 1,0 0-1,0 0-2,40 0 57,-28-1-34,-2 1-53,1-1 1,-1-1 0,0 0 0,1 0-1,-1-1 1,0-1 0,-1 0-1,1 0 1,-1-1 0,3-2 29,19-12-2279,0-2 0,11-10 2279,-21 15-2477,26-20-6836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05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14891,'0'0'4321,"0"0"-3313,0 0 481,96 199-185,-57-32-424,-12 2-32,-11-11 88,-16-24-119,0-42-377,-3 3-296,-20 0-144,-7-17-120,-30 2-752,8-17-1521,-5-10-5129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12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0 13171,'0'0'2848,"0"0"-563,0 0-598,0 0-702,0 0-336,0 0 1,-9 24-9,-30 74-232,37-94-394,0-1 1,0 1-1,-1-1 1,0 0-1,0 1 1,0-1-1,0-1 1,0 1-1,0 0 1,-1-1-1,1 0 1,-1 1-1,0-2 1,0 1-1,0 0 1,0-1-1,0 1 1,0-1-1,0 0 1,0-1-1,0 1 1,0-1-1,-1 1 1,1-1-1,0-1 1,0 1-1,-1-1 1,1 1-1,-2-2-15,4 1 22,0 1 0,0-1 0,1 0 0,-1 0 0,1-1 0,-1 1 0,1 0 0,-1 0 0,1-1-1,0 1 1,0-1 0,0 1 0,0-1 0,0 1 0,0-1 0,0 0 0,0 1 0,0-1 0,1 0-1,-1 0 1,1 0 0,-1 0 0,1 1 0,0-1 0,0 0 0,0 0 0,0 0 0,0 0 0,0 0-1,0 0 1,1 0-22,-1-4 33,0 1 1,0 0-1,1-1 0,0 1 0,0 0 1,0 0-1,1 0 0,0 0 0,-1 0 0,2 0 1,0-2-34,0 4 6,0-1 1,0 1-1,1 0 0,-1 0 1,1 0-1,-1 0 1,1 1-1,0 0 1,0-1-1,0 1 0,1 1 1,-1-1-1,0 1 1,1-1-1,-1 1 1,1 1-1,-1-1 1,1 1-1,-1-1 0,1 1 1,0 0-1,-1 1 1,1-1-1,-1 1 1,1 0-1,-1 0 1,0 1-1,1-1 0,-1 1 1,0 0-1,0 0 1,0 0-1,0 1 1,0-1-1,0 1 1,-1 0-1,0 0 0,1 0 1,-1 0-1,0 1 1,0 0-1,-1-1 1,1 1-1,-1 0 0,0 0 1,0 0-1,0 1 1,0-1-1,-1 0 1,0 1-1,0-1 1,0 1-1,0 2-6,0 2 11,-1 0-1,0-1 1,0 1-1,-1 0 1,0-1 0,0 1-1,-1 0 1,0-1-1,-1 0 1,0 1-1,0-1 1,-1 0 0,0-1-1,0 1 1,-1-1-1,0 1 1,0-1-1,-1-1 1,1 1 0,-2-1-1,1 0 1,-1 0-1,0-1 1,0 0 0,0 0-1,-1-1 1,1 0-1,-1 0 1,0-1-1,-6 2-10,11-3 5,0-1 0,0 0 0,1 0 0,-1-1 0,0 1 0,0 0 0,0-1 0,-1 0 0,1 0 0,0 0 0,0 0 0,0 0 0,0-1-1,-2 0-4,4 1 5,-1-1 0,1 0-1,-1 0 1,1 0 0,-1 1-1,1-2 1,0 1 0,-1 0-1,1 0 1,0 0 0,0 0-1,0-1 1,0 1-1,0-1 1,0 1 0,0 0-1,0-1 1,1 0 0,-1 1-5,-2-9 19,1 0-1,1 0 1,-1-1 0,1 1 0,1 0 0,0 0 0,1-6-19,-1-5 5,0 12-4,1 0 1,0 0-1,0 0 0,0 0 0,1 0 0,1 0 1,-1 0-1,2 1 0,-1-1 0,1 1 0,0 0 1,1 0-1,5-7-1,-7 11 0,2-1 0,-1 0 0,0 1 0,1 0 0,0 0 0,0 0 0,0 1 1,1-1-1,-1 1 0,1 1 0,-1-1 0,1 1 0,0 0 0,0 0 0,0 0 0,0 1 0,1 0 0,-1 0 0,0 1 0,4 0 0,-8 0 1,1 0-1,-1 0 0,0 0 0,1 1 1,-1-1-1,0 1 0,0 0 0,1-1 1,-1 1-1,0 0 0,0 0 0,0 0 1,0 1-1,0-1 0,0 0 0,0 1 0,-1-1 1,1 1-1,0 0 0,-1-1 0,2 3 0,-1 0 2,1 0-1,-1 0 0,-1 0 0,1 1 0,0-1 0,-1 0 0,0 1 0,0-1 1,-1 1-1,1-1 0,-1 3-1,1 0 2,-1-1 0,0 1 0,0-1 0,-1 1 0,0-1 0,0 1 0,-1-1 1,0 0-1,0 1 0,0-1 0,-1 0 0,0 0 0,0 0 0,0-1 0,-1 1 0,-1 0-2,-27 21 20,31-26-16,0 0 0,0 0 0,0 0 1,0-1-1,-1 1 0,1 0 0,0-1 0,0 1 0,-1-1 0,1 1 0,0-1 0,-1 1 0,1-1 1,0 0-1,-1 0 0,1 0 0,-1 0 0,1 0 0,0 0 0,-1 0 0,1 0 0,0-1 0,-1 1 1,1 0-1,0-1 0,-1 1 0,0-1-4,1-1 4,0 0 1,0 0-1,1 1 1,-1-1-1,0 0 1,1 0 0,-1 0-1,1 0 1,0 0-1,0 0 1,0 1-1,0-1 1,0 0-1,0 0 1,0 0-1,1 0 1,-1-1-5,1-6 6,-1 1-6,0 0 0,1-1 0,-1 1 0,2 0 0,-1 0 0,1 0 0,0 0 0,1 0 0,0 1 0,0-1 0,2-2 0,-2 6 6,-1 1 0,1 0 0,-1 0 0,1 0 0,0 0 0,0 0 0,1 0 0,-1 1 0,0 0 0,1-1 0,-1 1 0,1 1 0,0-1 0,0 0 0,0 1 0,0 0 0,0 0 0,0 0 0,0 0 0,0 1 0,0 0 0,0-1 0,3 2-6,-5-1 2,1 0 0,-1 0 0,0 1 0,0-1-1,1 1 1,-1 0 0,0 0 0,0 0 0,0 0 0,0 0-1,0 0 1,0 0 0,-1 0 0,1 1 0,0-1 0,0 1-1,-1 0 1,1-1 0,-1 1 0,0 0 0,1 0 0,-1 0-1,0 0 1,0 0 0,0 0 0,0 0 0,-1 0 0,1 0-1,-1 0 1,1 3-2,0-1 19,0 0 1,-1 1-1,1-1 0,-1 1 0,0-1 0,0 1 0,0-1 0,-1 1 1,0-1-1,0 1 0,0-1 0,0 0 0,-1 0 0,0 0 1,1 1-1,-3 2-19,-5 2 65,1 1 0,-1-1 1,-1 0-1,0-1 0,0 0 0,0-1 1,-1 0-1,0-1 0,0 0 0,-1 0 1,0-1-1,0-1 0,0 0 1,-1-1-1,1 0 0,-1-1 0,1 0 1,-1-1-1,-2 0-65,12-1-7,1-1-1,0 1 1,0 0 0,-1-1-1,1 0 1,0 1 0,0-1-1,0 0 1,0 0 0,0 0-1,0 0 1,0-1 0,0 1-1,0 0 1,0-1 0,1 1-1,-1-1 1,0 0 0,1 0-1,0 1 1,-1-1 0,1 0-1,0 0 1,0 0-1,0 0 1,0-1 0,0 1-1,1 0 1,-1 0 0,0-2 7,1 1-299,-1-1 0,1 1 0,-1-1 1,1 1-1,0-1 0,0 1 0,1 0 1,-1-1-1,1-2 299,0 4-616,0-1 0,-1 1 0,1 0-1,0-1 1,0 1 0,0 0 0,1 0 0,-1 0 0,0 0 0,1 0 0,0 0 0,-1 0 0,2 0 616,22-14-12443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10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15539,'0'0'2908,"0"0"-184,0 0-693,0 0-876,28-22-569,20-13-222,29-17-364,-73 49 7,-1 1 0,1 0 0,-1 0 0,1 0 0,0 0 0,0 1 0,0 0 0,0 0 0,0 0 0,1 0 0,-1 0 0,0 1 0,0 0 0,1 0 0,-1 0 0,0 0 0,0 1 0,0-1 0,1 1 0,-1 0 0,0 1 0,0-1 0,0 1 0,-1-1 0,1 1 0,0 0 0,-1 1 0,1-1 0,-1 1 0,1-1 1,-1 1-1,0 0 0,0 0 0,-1 1-7,7 3 5,20 19 37,-1 2 0,-2 1 0,-1 1 0,-1 1 0,-2 1 0,13 25-42,10 25 214,-3 3 0,4 21-214,-3 11 143,-4 2-1,16 96-142,-50-190-131,2-1 0,0 0 0,7 14 131,-8-30-870,-4-10-1111,-1-15-1320,-7-6-1779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11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115 195 4905,'0'0'8014,"0"0"-4566,0 0-1239,0 0-925,0 0-677,0 0 143,1 20 63,-1 67 17,-1-81-721,1-1 1,-1 1 0,0 0 0,0 0 0,-1 0 0,0-1 0,0 1-1,0-1 1,0 0 0,-2 3-110,3-7 74,0 1 0,0-1 0,0 1 0,-1-1 0,1 1 0,0-1 0,-1 0 0,1 0 0,-1 1 0,1-1 0,-1 0 1,1 0-1,-1-1 0,0 1 0,1 0 0,-1 0 0,0-1 0,0 1 0,0-1 0,1 0 0,-1 1 0,0-1 0,0 0 0,0 0 0,0 0 0,0 0-74,0-1 53,1 0 0,-1 0 1,0 0-1,1 0 0,-1 0 0,1 0 1,-1 0-1,1 0 0,-1-1 0,1 1 1,0 0-1,0-1 0,0 1 1,0-1-1,0 0 0,0 1 0,0-1 1,0 0-1,1 1 0,-1-2-53,-13-39 194,13 41-174,-3-14 7,1 0 0,0 0 0,1 0 0,1 0 0,0 0 0,1 0 0,1 0 0,0 0 0,2-5-27,-3 18-2,1 0 1,0 1 0,-1-1 0,1 0 0,0 1-1,0-1 1,0 0 0,0 1 0,0-1 0,0 1 0,1 0-1,-1-1 1,0 1 0,1 0 0,-1 0 0,1 0 0,-1 0-1,1 0 1,0 0 0,-1 0 0,1 1 0,0-1-1,0 1 1,-1-1 0,1 1 0,0-1 0,0 1 0,0 0-1,0 0 1,-1 0 0,1 0 0,0 0 0,0 1 0,0-1-1,0 0 1,-1 1 0,3 0 1,0 0-2,0 0 0,0 0 0,-1 1 0,1 0-1,0-1 1,-1 1 0,1 1 0,-1-1 0,1 0 0,-1 1 0,0 0 0,0-1 0,0 1-1,0 0 1,-1 1 0,1 0 2,0 3 5,-1 1 0,0-1-1,-1 0 1,0 1 0,0-1 0,-1 0-1,1 1 1,-2-1 0,0 8-5,1-13 2,0 0 1,-1 1-1,1-1 1,-1 1-1,0-1 1,1 0-1,-1 0 1,0 1-1,0-1 0,-1 0 1,1 0-1,0 0 1,-1 0-1,0 1-2,1-3 5,0 1-1,0 0 0,0-1 1,0 1-1,-1-1 0,1 1 1,0-1-1,0 0 0,0 0 1,-1 1-1,1-1 0,0 0 1,0 0-1,0 0 0,-1 0 1,1 0-1,0 0 0,0-1 1,0 1-1,-1 0 0,1-1 1,0 1-1,0-1 0,0 1 1,0-1-1,0 1 0,0-1 1,0 0-1,-1 0-4,0-1 7,-1-1 0,1 1 0,0-1 0,0 1-1,0-1 1,0 0 0,0 0 0,1 0 0,-1 0 0,1 0 0,0 0 0,0 0 0,0-1 0,0 1 0,1 0 0,-1 0-1,1-3-6,-4-62 86,4 63-85,0 2-6,-1-1-1,1 0 1,1 1 0,-1-1-1,0 0 1,1 0-1,0 1 1,0-1 0,0 1-1,0-1 1,0 1 0,1-1-1,0 1 1,0 0 0,0-1 5,0 2-6,1 0 1,-1 0 0,1 0 0,0 1-1,-1-1 1,1 1 0,0 0 0,0 0-1,0 0 1,0 0 0,0 0 0,0 1-1,0-1 1,0 1 0,0 0 0,0 0-1,0 0 1,2 1 5,2-2-2,-1 2 1,1-1-1,-1 1 0,1 0 0,-1 0 1,0 1-1,0 0 0,0 0 0,0 0 0,0 1 1,0 0-1,0 0 0,-1 0 0,0 1 0,1 0 1,-1 0-1,-1 0 0,1 1 0,-1-1 1,2 2 1,-2 1-2,0-1 1,0 1-1,0 0 1,-1 0 0,0 0-1,0 1 1,-1-1 0,0 1-1,0-1 1,-1 1 0,0 0-1,0-1 1,0 1 0,-1 0-1,-1 0 1,0 6 1,0-10 0,0-1 0,0 1 1,-1-1-1,1 0 0,-1 1 1,1-1-1,-1 0 0,0 0 0,0 0 1,-1 0-1,1 0 0,-1-1 1,1 1-1,-3 1 0,3-2 0,1-1-1,0 0 1,-1 0-1,1 0 1,-1 0 0,1 0-1,-1 0 1,0 0 0,1-1-1,-1 1 1,0 0-1,0-1 1,1 0 0,-1 1-1,0-1 1,0 0 0,0 0-1,1 0 1,-1 0-1,0 0 1,0 0 0,0-1-1,1 1 1,-1-1 0,0 1-1,1-1 1,-1 1-1,0-1 1,1 0 0,-1 0-1,1 0 1,-2 0 0,-2-5-5,0 0-1,1 0 1,-1 0 0,1 0 0,0-1-1,1 1 1,-1-1 0,1 0 0,1 0 0,-1 0-1,0-6 6,-4-13 0,2 0 1,-2-20-1,5 28-7,-1 7-16,2 0-1,0 0 0,0 0 0,1-1 1,1 1-1,-1 0 0,2 0 0,1-5 24,-3 15-9,1 0 0,-1 0 0,1 0 0,-1 0 0,1 0-1,0 0 1,-1 0 0,1 0 0,0 1 0,0-1 0,-1 0-1,1 1 1,0-1 0,0 0 0,0 1 0,0-1 0,0 1-1,0 0 1,0-1 0,0 1 0,0 0 0,0-1 0,0 1 0,0 0-1,1 0 1,-1 0 0,0 0 0,0 0 0,0 0 0,0 0-1,0 1 1,0-1 0,1 0 9,1 1-11,0 0 0,0 0 1,0 0-1,0 0 0,0 0 0,0 0 0,0 1 1,0 0-1,0 0 0,0-1 0,-1 2 11,4 3-18,-1 1 1,0 0-1,-1 0 0,0 0 0,0 1 1,0-1-1,-1 1 0,0 0 1,-1 0-1,0 0 0,0 0 0,-1 1 1,1-1-1,-2 4 18,1-5 0,-1 0 1,0 0-1,0 0 1,-1 0-1,0 0 1,0 0-1,-1 0 1,-1 4-1,2-8 3,0 0 1,0 0 0,-1-1 0,1 1-1,-1 0 1,0 0 0,0-1-1,0 1 1,0-1 0,0 0-1,0 1 1,-1-1 0,1 0 0,-1 0-1,1-1 1,-1 1 0,-2 1-4,4-3 4,-1 1 0,1 0 0,0-1 0,-1 1-1,1-1 1,0 0 0,-1 1 0,1-1 0,-1 0 0,1 0 0,0 0 0,-1 0 0,1 0 0,-1 0 0,1 0 0,-1 0 0,1-1 0,0 1 0,-1-1 0,1 1 0,0-1 0,-1 1 0,1-1 0,0 0 0,0 1 0,-1-1 0,0-1-4,0-1 3,0 1 1,0-1 0,0 0-1,0 0 1,0 0 0,1 0-1,-1-1 1,1 1 0,0 0-1,0-1 1,-1-2-4,-1-12-671,0 0 1,2 0-1,0 0 0,1-4 671,0 17-621,0-11-2433,5 7-2376,6 0-6262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17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0 6249,'0'0'5755,"0"0"-3203,0 0-933,0 0-573,0 0-670,2 14-233,7 46 910,-4 0 1,-2 0-1,-3 29-1053,-2-78 193,0 1 0,-1 0 0,-1-1 0,0 0 0,0 1-1,-1-2 1,-1 1 0,0-1 0,0 1 0,-1-1 0,-4 4-193,-2 3-5,-1-1 0,-1-1 0,0 0 0,-1-1 1,-1 0-1,-1 0 5,11-10-496,-1-1 1,1 0-1,-1 0 1,0 0-1,0-1 1,0 0-1,0 0 1,0-1-1,0 0 1,0-1-1,0 1 1,-1-2 495,4 1-557,-26 1-5251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18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15067,'0'0'2494,"0"0"-13,0 0-204,34-17-856,1 0-1158,0 1 1,1 3 0,9-3-264,-40 15 26,1 0 1,-1 0 0,0 1-1,0-1 1,0 1-1,0 0 1,0 1 0,0-1-1,1 1 1,-1 0 0,0 0-1,0 1 1,-1-1 0,1 1-1,0 0 1,0 0 0,3 3-27,1 2 41,0 0 0,0 0 0,-1 1 1,0 0-1,-1 1 0,2 2-41,3 3 41,21 27 29,-1 2 1,-2 1-1,-2 2 1,13 31-71,85 204 133,-95-207-69,-10-16-42,-15-38-336,1-1 0,1-1-1,1 1 1,6 9 314,-12-27-2505,-2-11-34,-4-22-2903,-8-11-4595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18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490 1 16932,'0'0'4321,"0"0"-3225,0 0 24,0 0-64,-83 226-232,30-128-199,-10 0-1,-3-5-240,7-10-184,2-12-128,14-17-56,14-12-16,6-10-40,13-14-456,6-6-545,14-12-655,30 0-2913,13-15-4945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19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0 152 17820,'0'0'3337,"0"0"-1270,0 0-266,0 0-907,32-11-551,-11 4-310,-5 1-20,-1 0 0,1 2 0,0 0 0,0 1 0,2 0-13,-10 2 4,0 1 0,0 0 0,0 0 0,0 1 0,1 0 0,-2 0-1,1 1 1,0 0 0,0 0 0,0 1 0,-1 0 0,0 0 0,1 1 0,3 3-4,35 25 30,-2 3 0,15 16-30,-22-19 13,1-1 1,1-2-1,22 12-13,-53-36 5,1-1 1,-1 0-1,0-1 0,1 1 0,0-2 1,0 1-1,0-1 0,0-1 1,0 0-1,0 0 0,0-1 0,0 0 1,0 0-1,1-1 0,1 0-5,-4-1 9,0 0 0,-1 0 0,1 0-1,0-1 1,-1 0 0,1 0-1,-1-1 1,0 0 0,0 0 0,0 0-1,-1-1 1,1 0 0,-1 0 0,0 0-1,-1 0 1,1-1 0,-1 0 0,0 0-1,0-1-8,3-6 37,-1 0 0,-1 0 0,0 0 0,-1-1 0,0 1-1,-1-1 1,0 0 0,-1-1-37,2-27 441,-2 0 1,-2-2-442,0 41 28,-7-46 350,7 47-399,-1 1 0,1-1 1,-1 1-1,1-1 1,-1 1-1,0-1 1,1 1-1,-1 0 0,0-1 1,0 1-1,0 0 1,0 0-1,0 0 1,0 0-1,0-1 1,0 1-1,-1 1 0,1-1 1,0 0-1,-1 0 1,1 0-1,-1 1 1,1-1-1,-1 1 1,1-1-1,-1 1 0,1 0 1,-1-1-1,0 1 21,2 1-165,-1-1 1,1 1-1,-1 0 0,1-1 0,0 1 0,-1 0 0,1 0 1,0-1-1,-1 1 0,1 0 0,0 0 0,0 0 0,0-1 1,0 1-1,-1 0 0,1 0 0,0 0 0,1-1 0,-1 1 1,0 0-1,0 0 0,0 0 0,0 0 165,1 2-1063,-1 23-6155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19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23 149 7842,'0'0'10671,"0"0"-7314,-1 28-1369,-2 11-1350,0 1 25,2 0 0,1 0 1,3 13-664,3-21 299,1 0 0,1-1 0,1 1 0,2-2 0,3 5-299,2 4 113,-16-37-80,-2-6-2,-9-19 24,-1 1-32,1-1-1,1-1 1,0 1 0,2-2-1,1 1 1,1-1 0,2 0-1,0 0 1,1-3-23,2 8 6,2 1 1,0 0 0,1-1 0,0 1-1,2 0 1,1 0 0,0 1-1,1-1 1,3-5-7,-4 13-5,0 0-1,1 1 1,0 0-1,1 0 1,0 0-1,1 1 1,0-1 0,0 2-1,1 0 1,0 0-1,0 0 1,1 1-1,0 0 1,0 1-1,5-2 6,-10 6-10,-1 0 0,1 0-1,-1 0 1,1 1-1,0-1 1,-1 1 0,1 1-1,0-1 1,0 1 0,0-1-1,4 2 11,-7-1-3,0 0 0,0 1 0,-1-1 0,1 1 0,0 0 0,0-1 0,-1 1 0,1 0 0,0 0 0,-1 0 0,1 0 0,-1 1 0,1-1 0,-1 0 0,0 1 0,1-1 0,-1 1 0,0-1 0,0 1 0,0-1 0,0 1 0,0 0 0,0 0 0,-1-1 0,1 1 0,-1 0 0,1 0 0,-1 0 0,0 1 3,3 9-7,-1 0-1,-1 0 1,0 1 0,-1-1 0,0 1-1,-1-1 1,-1 0 0,0 0 0,0 1-1,-1-1 1,-1-1 0,-3 10 7,-6 7-5,-1-1 0,-1 0 0,-2-1 0,-12 14 5,30-37-157,8-6 53,25-13 10,43-17 40,-68 31 47,0 0 1,0 1-1,0 0 0,0 0 0,0 1 1,0 0-1,0 1 0,0-1 1,0 2-1,0 0 0,4 1 7,-9-2-2,0 1 0,-1 0 0,1 0 0,0 0 0,-1 0 0,1 1-1,-1-1 1,0 1 0,0 0 0,0 0 0,0 0 0,0 0 0,-1 1 0,1-1-1,-1 1 1,0-1 0,0 1 0,0 0 0,-1 0 0,1 0 0,-1 0 0,0 0-1,0 0 1,0 0 0,-1 0 2,2 5 7,-1 1 0,-1-1-1,0 0 1,0 0 0,0 0 0,-1 1-1,-1-1 1,0 0 0,0 0 0,0-1-1,-1 1 1,-1 0 0,1-1 0,-1 0-1,-1 1 1,1-2 0,-2 1 0,-2 4-7,-6 4 42,-1-1 0,0-1 0,0 0 0,-2-1 0,1 0 0,-2-2 0,-14 9-42,-39 13 23,67-31-24,-1 0-1,0-1 1,-1 0-1,1 0 1,0 0 0,0-1-1,0 1 1,0-1-1,-1 0 1,1-1-1,0 1 1,0-1-1,-3-1 2,7 1-38,-1 0-1,1-1 0,-1 1 0,1-1 0,-1 1 1,1-1-1,0 0 0,0 1 0,-1-1 0,1 0 1,1 0-1,-1 0 0,0 0 0,0 0 0,1 0 1,-1 0-1,1 0 0,0 0 0,-1 0 0,1 0 1,0 0-1,0 0 0,0 0 0,1 0 0,-1 0 1,1-1 38,7-54-1508,-5 47 822,0 1-1,1-1 1,1 1 0,-1 0-1,4-3 687,30-43-6780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20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16948,'0'0'5265,"0"0"-3057,0 0-551,0 0-537,10 155-528,0-117-272,3 1-160,4-3-160,-1-6-144,1-10-744,9-17-552,-3-3-2929,-3 0-9010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20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10746,'0'0'7723,"0"0"-4806,0 0-670,6 34-517,2 6-1316,0 6 51,3-1 1,1 0 0,4 3-466,16 79 799,-32-181-1420,3 19 461,-4 19 140,2 0 0,1-1 0,0 1 0,1 0 0,0 0 0,1 0 0,1 0 0,1 1 0,7-15 20,-10 24 9,1-1-1,-1 1 1,1 1-1,1-1 1,-1 1 0,1-1-1,0 1 1,0 0 0,1 1-1,-1 0 1,1-1 0,0 2-1,0-1 1,0 1-1,1 0 1,-1 0 0,1 0-1,0 1 1,-1 0 0,1 1-1,0 0 1,0 0 0,0 0-1,2 1-8,-4-1 1,0 1-1,0 1 1,-1-1 0,1 1-1,0 0 1,0 0-1,0 0 1,-1 1-1,1-1 1,-1 1 0,1 0-1,-1 0 1,0 1-1,0 0 1,0-1 0,2 3-1,-1 0 16,1 1 0,-1 0 0,0 0 1,0 0-1,0 1 0,-1 0 0,0 0 1,-1 0-1,3 6-16,4 17 85,-1 1-1,-2 0 1,0 0 0,0 27-85,-2-25 27,-3-18-407,7 24 398,3-27-3182,8-8-4876,-10-4-2134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23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11883,'0'0'2344,"0"0"-608,0 0 601,-43 253-721,37-123-447,6 10-57,0-3-216,0-15-264,16-12-344,14-17-168,3-19-120,7-18 0,26-20-880,-13-18-1801,-4-18-4096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23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64 408,'0'0'12858,"0"0"-8736,1 31-1760,-1-6-1913,-1 1-141,1-1-1,2 0 0,1 0 0,1 0 1,1 0-1,1-1 0,4 12-307,23 47 734,-20-55-578,-2 1 1,0 1-1,-2 0 1,-1 0 0,-2 1-1,0-1 1,-1 24-157,-5-57 37,0 1 1,-1 0 0,1-1 0,-1 1-1,0 0 1,0 0 0,0-1-1,0 1 1,0 0 0,0 0-1,0 0 1,-1 0 0,0 0-38,-8-14 147,2-3-44,0-1 0,1 0 0,1-1-1,1 1 1,1-1 0,-1-15-103,1-25 664,2-41-664,2 80 140,1 0 0,1 0 0,1 0 0,1 0 0,1 1 0,2-3-140,-4 13 85,1 0 0,1 0 0,0 1 1,0 0-1,1 0 0,0 0 0,1 1 0,0 0 0,0 0 0,1 0 0,0 1 0,5-3-85,-9 8 22,1 0-1,-1 0 1,1 0 0,-1 1-1,1 0 1,0 0-1,0 0 1,0 0 0,1 1-1,-1 0 1,0 0-1,0 1 1,1-1 0,-1 1-1,0 0 1,0 0-1,1 1 1,-1 0 0,0 0-1,0 0 1,1 0-1,-1 1 1,0 0 0,-1 0-1,1 0 1,0 1-1,0 0 1,-1-1 0,0 2-1,0-1 1,0 0-1,0 1 1,0 0 0,0 0-1,-1 0 1,0 0-22,15 20 7,-2 0 0,0 1 1,-2 1-1,-1 0 0,-1 1 0,-1 0 1,6 25-8,6 37-134,10 77 134,-20-92-201,-13-72 65,7 20-356,0-17-1631,5-5-3965,-2-2-5420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24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2 313 15091,'0'0'4136,"0"0"-1877,0 0-604,0 0-855,21-28-514,69-93-165,-73 96 26,0 0 1,6-15-148,-20 34 227,-1-1 0,1 1 0,-1-1 0,0 1 0,-1-1 1,1 0-1,-1 0 0,-1 0 0,1-5-227,-1 11 437,0 4-279,2 41-149,3 1 0,1-1 0,4 7-9,-1-6-7,-3 0-1,-1 1 0,-2 8 8,-3-53-33,-1 1 1,1 0-1,-1 0 1,1-1-1,-1 1 1,0 0-1,0-1 1,0 1-1,0-1 0,0 1 1,0-1-1,-1 0 1,1 1-1,0-1 1,-1 0-1,1 0 1,-1 0-1,1 0 1,-1 0-1,1 0 1,-1 0-1,0-1 1,1 1-1,-1 0 0,0-1 1,0 0-1,-1 1 33,-62 11-432,44-9 344,-12 2 63,22-4 28,0 1-1,0 0 1,0 0-1,1 1 1,-8 3-3,18-6 0,0 0 1,-1 0-1,1 0 0,0 0 1,0 0-1,0 0 0,-1 0 1,1 0-1,0 0 0,0 0 1,0 0-1,-1 0 1,1 1-1,0-1 0,0 0 1,0 0-1,-1 0 0,1 0 1,0 0-1,0 0 0,0 1 1,0-1-1,0 0 1,-1 0-1,1 0 0,0 0 1,0 1-1,0-1 0,0 0 1,0 0-1,0 0 0,0 1 1,0-1-1,0 0 0,0 0 1,0 1-1,0-1 1,0 0-1,0 0 0,0 0 1,0 1-1,0-1 0,0 0 1,0 0-1,0 0 0,0 1 1,0-1-1,0 0 0,0 0 1,0 0-1,0 1 1,0-1-1,1 0 0,-1 0 1,0 0-1,0 0 0,0 1 1,0-1-1,1 0 0,-1 0 1,0 0-1,0 0 1,0 0-1,0 0 0,1 0 1,-1 1-1,0-1 0,0 0 1,1 0-1,15 5 60,31-1 62,0-2 0,0-2-1,43-6-121,-13-3-2296,-2-5-3513,-17 1-6042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24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0 13587,'0'0'4017,"0"0"-2121,0 0 921,0 155-1057,0-78-632,-20 9-351,-10-2-81,-6-7-448,0-8-136,2-19-112,8-14-632,6-24-1161,7-12-4368,6 0-8946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25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1 128,'0'0'18700,"0"0"-16467,0 0-169,13 175-432,1-83-816,2 7-471,4-7-225,-3-9-48,-1-14-72,-3-13-128,-3-14-481,0-15-887,-3-24-2545,-1-3-72,-2 0-2248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25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4 303 12259,'0'0'4349,"0"0"-1347,13-33-919,6-18-827,23-42-1256,-36 84 47,0 0 1,0 0-1,0 1 0,1 0 1,1 0-1,-1 1 1,1-1-1,0 2 0,1-1 1,0 1-1,0 1 0,0 0 1,0 0-1,1 0 0,0 1 1,0 1-1,0 0 1,0 0-1,1 1 0,-1 0 1,1 1-1,-1 0 0,3 1-47,-8-1 4,0 1-1,0 0 1,0 0-1,0 0 1,0 1-1,0-1 1,0 1-1,0 0 1,-1 1-1,1-1 1,0 1-1,-1 0 0,1 0 1,-1 1-1,1-1 1,-1 1-1,0 0 1,0 0-1,-1 0 1,3 3-4,-1 0 0,0 0 0,0 1 1,-1 0-1,0 0 0,0 0 0,-1 1 1,0-1-1,0 1 0,-1 0 1,0 0-1,0 0 0,-1 2 0,2 7 14,-2-1 0,0 1 0,-1 0 0,-1 0 0,0 0 1,-1-1-1,-1 1 0,0-1 0,-2 0 0,0 0 0,0 0 0,-6 9-14,-4 0 20,-1 0 0,-1-2 0,-1 0 0,-2 0 0,0-2 0,-1-1 0,-1 0 0,-1-2 0,0 0-1,-14 6-19,12-9-1301,-1-1 0,-1-1-1,-20 7 1302,5-6-6196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27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13795,'0'0'2881,"0"0"-625,0 0-696,0 0-711,185 280-409,-135-75 96,-14-5 88,-29-37-16,-7-58-272,-4-31-168,-19 3-96,-7 4-72,-9-4-72,-4-9-880,6-20-2969,8-21-2656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29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15843,'0'0'4409,"0"0"-3016,0 0 655,189 110-664,-113-24-383,0 7-241,-10-4-280,-6-9-216,-11-11-152,-9-13-64,-7-11-48,-7-12 0,-2-10-248,-4-14-400,3-9-432,13-24-857,-3-23-3288,-6-13-3289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29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0 40,'0'0'12279,"0"0"-6198,0 0-2479,0 0-1970,0 0-765,0 41 107,0 6-703,1 45 256,-4-1 0,-4 5-527,-7 5 637,-5 0-1,-28 83-636,-76 194 383,61-196-736,57-166-3,1 0 0,0 0-1,1 0 1,0 11 356,1 33-4095,2-42-2028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29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0 457 14267,'0'0'3804,"0"0"-1807,0 0-10,29-26-658,9-8-919,1 2 1,11-5-411,-43 32 53,1 1 0,-1 1 0,1-1 0,0 1-1,0 0 1,0 1 0,0 0 0,1 0 0,-1 1 0,0 0-1,1 1 1,-1-1 0,1 2 0,-1-1 0,1 1 0,-1 0-1,1 1 1,6 2-53,-8-2 35,11 2 48,0 1 1,-1 1-1,1 1 0,-1 1 1,-1 0-1,1 1 1,-2 1-1,15 11-83,20 19 521,43 46-521,-29-27 97,-58-53-87,1 0 0,0-1 1,0 0-1,1 0 0,0 0 0,-1-1 0,2-1 0,-1 1 0,0-1 0,0-1 0,1 1 0,0-2 0,-1 1 0,1-1 0,0 0 1,0-1-1,0 0 0,0 0 0,6-2-10,-4 0 10,0-1 0,0 0 0,0-1 0,-1 0 0,0 0 0,0-1 0,0-1 0,0 1 1,-1-2-1,0 1 0,0-1 0,-1-1 0,0 0 0,0 0 0,1-2-10,3-5 20,0-1 0,-2 0 1,0 0-1,-1-1 0,0-1 0,-1 1 0,-2-1 0,1 0 1,-2-1-1,-1 1 0,2-11-20,1-30 139,-3 0 1,-2-1 0,-2-2-140,0 29 33,0 31-57,0 1 0,0-1 0,0 0 0,0 0 0,0 0 0,0 1 0,0-1 0,0 0 1,-1 0-1,1 1 0,-1-1 0,1 0 0,-1 1 0,0-1 0,0 0 0,0 1 0,0-1 1,0 1-1,0 0 0,0-1 0,0 1 0,-1-1 24,-2 0-274,1 1 0,0 0 0,-1 1 0,1-1 0,0 0 1,-1 1-1,1 0 0,0 0 0,-1 0 0,-2 0 274,-5 1-1000,-18-1-4384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30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14779,'0'0'4258,"0"0"-2576,2 41-547,-2-38-1105,8 122 2461,17 78-2491,-13-135 561,8 47 737,-4 1-1,0 110-1297,-17-241 33,-1-1-1,0 1 1,-2 0 0,1 0-1,-2-1-32,-10-48 8,9 23 5,1 0 1,3-1-1,1 0 0,2 1 1,2-1-1,5-22-13,-5 43-5,2 1-1,0 0 1,1 0 0,1 1-1,1-1 1,1 2 0,0-1-1,2 1 1,0 1 0,1 0-1,0 0 1,2 1 0,0 1-1,1 0 6,-8 8-7,1 1-1,0 0 1,0 1-1,0 0 1,0 0-1,1 1 1,0 0-1,0 0 1,0 1-1,1 0 1,7-1 7,-13 3-3,-1 1 0,0-1 1,1 1-1,-1 0 1,1 0-1,-1 0 1,1 0-1,-1 1 1,0-1-1,1 1 1,-1 0-1,0 0 0,1 0 1,-1 1-1,0-1 1,0 1-1,0-1 1,0 1-1,0 0 1,-1 0-1,1 0 1,0 1-1,-1-1 0,0 1 1,1-1-1,-1 1 1,0 0-1,-1 0 1,1 0-1,0 0 1,-1 0-1,1 0 1,-1 1 2,3 9-1,0-1 0,-1 1 1,0 1-1,-1-1 1,0 0-1,-1 0 1,-1 1-1,0-1 1,-1 1-1,0-1 1,-1 0-1,0 0 1,-1 0-1,-1 0 1,0 0-1,-3 5 1,-4 6 0,-1 0 0,-2 0 0,0-1 0,-1-1 0,-2 0 0,0-1 1,-12 10-1,-11 12-187,50-45-156,17-11 306,0-1 13,0 1 1,1 1 0,1 2-1,24-6 24,-46 14-1,1 1 0,-1-1 0,0 2-1,1-1 1,-1 1 0,1 0-1,-1 0 1,1 1 0,-1 0 0,0 0-1,0 1 1,1 0 0,-1 0 0,0 1-1,0 0 1,-1 0 0,1 0-1,-1 1 1,1 0 0,-1 0 0,0 1-1,2 2 2,-2-1 9,-1 1 0,1 0 0,-1 0-1,0 1 1,-1-1 0,0 1 0,0 0 0,-1 0-1,0 0 1,0 1 0,0-1 0,-1 1-1,-1-1 1,0 1 0,0 0 0,0 0-1,-1-1 1,-1 1 0,1 0 0,-1 0 0,-1-1-1,0 1 1,0 0 0,0-1 0,-1 0-1,-1 0 1,1 0 0,-1 0 0,-1 0-1,1-1 1,-1 1 0,-1-1 0,0 1-9,-10 7 76,-1-1 0,0 0 1,0-1-1,-2-1 0,-10 5-76,18-11 5,0 0-1,-1-1 1,0-1-1,0 0 1,0 0 0,-1-1-1,1-1 1,-1 0-1,1-1 1,-4 0-5,15-2-28,-1 1 0,1 0 1,-1-1-1,0 1 1,1-1-1,-1 1 0,1-1 1,-1 0-1,1 0 1,-1 0-1,1 0 1,0 0-1,0 0 0,-1 0 1,1 0-1,0 0 1,0 0-1,0-1 0,0 1 1,0-1-1,0 1 1,1 0-1,-1-1 0,0 1 1,1-1-1,-1 0 1,1 1-1,-1-1 1,1 1-1,0-1 0,0-1 28,-5-64-2293,5 51 1022,-1-46-5186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30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17340,'0'0'4537,"0"0"-1969,0 0-983,0 0-705,10 182-544,0-146-216,3-4-120,7-8-312,10-18-928,-4-6-1825,-6 0-4761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31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0 140 14603,'0'0'4018,"0"0"-1097,7 30-695,0-6-1791,7 34 964,-1-1 1,2 47-1400,-11-31 900,-17-118-1240,10 20 313,1-1 1,0 0 0,2 0-1,1 0 1,2 0-1,0 0 1,4-10 26,-4 22-7,1-1 1,1 1 0,0 0-1,1 0 1,0 1 0,1 0-1,1 0 1,0 1-1,0-1 1,2 2 0,-1-1-1,1 1 1,6-4 6,-10 11 1,-1 0 1,0 0-1,1 0 0,0 0 1,0 1-1,0 0 0,1 1 1,-1-1-1,0 1 1,1 0-1,0 1 0,-1 0 1,1 0-1,5 0-1,-8 1 2,1 0 0,-1 0 1,1 1-1,-1-1 0,1 1 0,-1 0 0,1 0 0,-1 1 1,0 0-1,0-1 0,0 1 0,0 1 0,0-1 0,0 1 0,-1-1 1,1 1-1,-1 0 0,0 0 0,0 0 0,0 1 0,0-1 1,0 2-3,6 9 25,-1 0 1,0 1 0,-2 0 0,0 0-1,0 1 1,-1-1 0,-1 1 0,-1 1-1,2 13-25,0 27 43,-2 1 0,-3 10-43,0-40-5,-1-27-28,1 0 0,0 1 0,0-1 1,0 0-1,0 1 0,0-1 0,0 1 1,0-1-1,0 0 0,1 1 1,-1-1-1,0 0 0,1 1 0,-1-1 1,1 0-1,0 0 0,-1 1 0,1-1 1,0 0-1,0 0 0,0 0 0,0 0 1,0 0-1,0 0 0,1 1 33,25-1-3721,-7-6-2256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31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12827,'0'0'6641,"0"0"-5313,-82 217 1265,49-86-921,9 9-447,14-18-385,7 6-280,3-15-296,3-23-168,21-22-96,9-20-200,3-25-616,30-23-545,-10-14-1023,-3-22-3937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31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17708,'0'0'2338,"2"26"-706,3 28-526,3-1-1,2 0 1,8 20-1106,30 73 1235,-11-34-214,7 46-1021,-43-219-576,-10-36 276,-8-123 180,16 185 143,2 1 0,2-1 0,1 1 1,1 0-1,3-7-23,-5 31 20,0 0 1,1 0-1,0 1 0,0-1 1,1 1-1,0 0 0,0 0 0,2-1-20,-6 8 7,1 0-1,-1 1 1,1-1-1,-1 0 1,1 1-1,-1-1 1,1 1-1,0-1 0,0 1 1,-1 0-1,1 0 1,0 0-1,0 0 1,0 0-1,0 1 1,0-1-1,1 0 1,-1 1-1,0-1 0,0 1 1,0 0-1,1 0 1,-1 0-1,0 0 1,0 0-1,0 1 1,0-1-1,1 1 0,-1-1 1,0 1-1,0 0 1,0-1-1,0 1 1,0 0-1,0 1 1,0-1-1,-1 0 0,1 0 1,0 1-1,-1-1 1,2 2-7,5 5 7,-1 1 0,1 0 0,-2 0 0,0 1 0,0-1 0,0 1 0,-1 1 0,-1-1 0,4 11-7,6 24 101,8 36-101,-10-16 36,-3 0 0,-3 0 0,-3 2-36,3 17-20,-5-69-64,0-1 0,1 0 0,1 0-1,0 0 1,3 4 84,-3-11-1035,0 0 0,0-1 0,1 1 0,-1-1 0,2 1 0,3 4 1035,12 9-11369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32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12979,'0'0'2674,"0"0"56,0 0-494,0 0-1028,0 0-560,32-10-159,95-30-95,-125 39-386,-1 1 0,1-1 0,-1 1 1,1-1-1,0 1 0,-1 0 0,1 0 0,-1 0 0,1 0 0,-1 0 0,1 0 0,0 0 0,-1 0 0,1 0 0,-1 1 0,1-1 0,-1 1 0,1-1 0,-1 1 0,1 0 0,-1 0 0,0-1 0,1 1 0,-1 0 0,0 0 0,0 0 1,1 1-9,-1 0 9,0 0 0,0 0 0,-1 0 1,1 0-1,-1 0 0,0 0 1,1 0-1,-1 1 0,0-1 0,0 0 1,0 0-1,-1 0 0,1 0-9,0 7 41,-1 4 18,0 0 1,-1 0-1,0-1 1,-1 1-1,0 0 0,-1-1 1,0 1-1,-1-1 1,-1 0-1,0-1 0,0 1 1,-1-1-1,-1-1 1,0 2-60,-7 11 88,1 1 0,-8 19-88,19-36 9,1 0-1,0 0 1,0 0-1,1 0 1,0 1-1,0-1 0,1 0 1,0 1-1,0 1-8,1-8 8,-1 1 0,1-1 0,-1 0-1,1 1 1,-1-1 0,1 0 0,0 0-1,0 0 1,0 0 0,0 0 0,0 0 0,0 0-1,0 0 1,0 0 0,0 0 0,0 0-1,0-1 1,0 1 0,1-1 0,-1 1-1,0 0 1,0-1 0,1 0 0,-1 1 0,1-1-1,-1 0 1,0 0 0,1 0 0,-1 0-1,0 0 1,1 0-8,57 2 141,-45-3-109,4 1-121,0-1 1,0-1-1,-1 0 1,1-2 0,0 0-1,12-5 89,55-29-3170,-37 9-2473</inkml:trace>
  <inkml:trace contextRef="#ctx0" brushRef="#br0" timeOffset="0.99">599 257 4601,'0'0'11362,"0"0"-8273,0 0 16,-40 187-1105,30-112-784,0-4-759,4-5-249,-1-10-208,7-8-329,0-19-2127,3-20-6482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32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7 259 8186,'0'0'11266,"0"0"-9882,0 0 825,-7 223-769,14-107-680,13 3-448,-1-6-168,1-15-87,-6-18-9,-5-23-48,-5-24-505,-4-33-1463,0-15-3705,-20-27-6522</inkml:trace>
  <inkml:trace contextRef="#ctx0" brushRef="#br0" timeOffset="1">27 265 12043,'0'0'3402,"22"-33"-1805,76-106 749,-92 131-2153,1 0 0,-1 0-1,2 1 1,-1 0 0,1 0 0,0 1-1,0 0 1,1 0 0,0 1 0,0 0-1,0 1 1,1 0 0,-1 0-1,2 1-192,-6 2 40,0 0 0,-1 0-1,1 0 1,0 1 0,-1 0 0,1 0-1,0 0 1,0 1 0,-1-1-1,1 1 1,-1 0 0,1 1-1,-1-1 1,1 1 0,-1 0-1,0 0 1,1 0 0,-1 0-1,0 1 1,-1 0 0,1 0-1,0 0 1,-1 0 0,0 0-1,3 4-39,1 3 62,0 1 0,-1 0 0,0 0 0,-1 1-1,0-1 1,0 1 0,-2 0 0,1 0 0,-2 1-1,0-1 1,0 1 0,-1-1 0,0 1 0,-1-1-1,-1 1 1,0 0 0,-1 0-62,0 5 71,-1 1 0,-1 0-1,-1-1 1,0 0 0,-2 0 0,0-1 0,-1 1 0,0-2-1,-1 1 1,-1-1 0,-3 2-71,-7 6-39,-1-2-1,0-1 1,-2-1 0,0 0 0,-2-2-1,0-1 1,-1-1 0,0-1 0,-21 8 39,12-10-1610,34-13 1495,1 1 0,-1-1 0,0 0 0,1 0 1,-1 0-1,1 0 0,-1 1 0,1-1 0,-1 0 0,1 0 0,-1 0 1,0 0-1,1 0 0,-1-1 0,1 1 0,-1 0 0,1 0 0,-1 0 1,1 0-1,-1-1 0,1 1 0,-1 0 0,1 0 0,-1-1 1,1 1-1,-1 0 0,1-1 0,0 1 0,-1 0 0,1-1 0,-1 1 1,1-1-1,0 1 0,-1-1 0,1 1 0,0-1 0,0 1 0,-1-1 1,1 1-1,0-1 0,0 1 0,0-1 0,0 1 0,0-1 0,0 0 1,0 1-1,0-1 0,0 1 0,0-1 0,0 1 0,0-1 0,0 1 1,0-1-1,0 0 0,1 1 0,-1-1 0,0 1 115,0-6-1392,0-25-6949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32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493 0 15987,'0'0'2433,"0"0"-329,109 312-7,-92-82-537,-17-10-416,-10-42-287,-30-56-201,-13-47-432,-10 8-112,-19 3-112,-61 30-744,24-29-1529,10-19-6441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40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19484,'0'0'2767,"0"0"-1200,8 42-201,-4-22-1208,15 84 544,5-2 0,7 9-702,-10-45 291,7 15-21,-4 2-1,-3 0 1,7 72-270,-55-439-543,23 209 541,3-1 1,8-70 1,-5 121 5,2 1 0,1 0 0,0 0 0,2 0 0,1 0 1,1 1-1,1 1 0,0-1 0,2 2 0,12-18-5,-16 29 0,1 0 0,-1 1 0,1 0 0,1 0 0,0 1 1,0 0-1,1 1 0,11-6 0,-20 11-2,1 0 1,0 1-1,0-1 1,0 1 0,0 0-1,0 0 1,0 0-1,0 0 1,0 0-1,0 1 1,1-1 0,-1 1-1,0 0 1,0 0-1,1 0 1,-1 0 0,0 1-1,0-1 1,0 1-1,1 0 1,-1 0-1,0 0 1,0 0 0,0 1-1,-1-1 1,1 1-1,0 0 1,0 0 0,-1 0-1,1 0 1,-1 0-1,0 0 1,0 1-1,1-1 1,-2 1 0,1 0-1,0 0 2,3 7-6,0 0 1,-2 1-1,1 0 0,-1 0 0,-1 0 1,0 0-1,0 0 0,-1 0 0,-1 9 6,1 3 2,-2 1 0,0-1-1,-2 0 1,-3 12-2,0-16 2,0 1-1,-1-1 1,-1 0 0,-1-1 0,0 0-1,-2-1 1,-5 8-2,-3 1 15,-1 0 1,-1-1-1,-1-1 0,-12 8-15,53-48-72,0 1 0,0 0 0,1 2 0,1 0 0,0 1 0,1 1 1,0 1-1,9-1 72,-22 7-11,1 1 0,0 1 0,0-1 0,0 2 0,0-1 1,0 2-1,1-1 0,-1 1 0,0 1 0,0 0 1,0 0-1,0 1 0,0 0 0,0 1 0,0 0 0,0 0 1,-1 1-1,0 1 0,0-1 0,0 1 0,2 2 11,-2 1 2,0-1-1,0 2 0,-1-1 0,0 1 0,-1 0 0,0 1 1,0 0-1,-1 0 0,0 0 0,-1 1 0,0 0 0,-1 0 1,0 0-1,-1 0 0,0 1 0,0-1 0,-2 1 0,1 7-1,-1-6 49,0-1 0,-1 1 0,-1 0 0,0 0 1,-1 0-1,0 0 0,-1 0 0,-1-1 0,0 0 0,0 1 0,-1-1 0,-1-1 0,0 1 0,0-1 0,-1 0 0,-7 8-49,-5 2 104,-1 0 1,0-2-1,-1 0 0,-2-1 1,1-2-1,-9 4-104,20-13 6,0 0 0,0-1-1,-1-1 1,1 0 0,-1 0 0,-1-1-1,1-1 1,0 0 0,-1-1 0,0 0-1,0-1 1,1 0 0,-1-1 0,-12-1-6,23 0-41,-1 0 1,1 1 0,0-1-1,-1 0 1,1-1 0,0 1-1,0 0 1,0-1 0,0 1-1,0-1 1,0 1 0,0-1-1,1 0 1,-1 0 0,1 0-1,-1 0 1,1 0 0,0 0-1,-1 0 1,1-1 0,0 1-1,0 0 1,1-1-1,-1 1 1,1 0 0,-1-1-1,1 1 1,0-1 0,-1 1 40,0-13-442,0 1 1,1 0-1,0 0 1,2-8 441,-1 10-508,10-70-5326,16 4-5299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41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16820,'0'0'4433,"0"0"-2313,0 0 257,43 179-1217,-23-120-576,-3-5-296,-1-10-168,1-14-120,19-21-536,-6-9-952,3 0-3842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41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109 147 17452,'0'0'2452,"0"0"86,0 32-379,0 214 135,1-243-2268,-1 0 0,0 0 1,0 0-1,-1 0 0,1 0 0,0-1 0,-1 1 1,0 0-1,1 0 0,-1 0 0,-1 0 0,1-1 1,0 1-27,-1-2-5,1 0 0,0 0 0,0 0 0,-1 0 0,1-1 0,-1 1 0,1-1 0,0 1 0,-1-1 0,1 1 0,-1-1 0,1 0 0,-1 0 0,1 0 0,-1 0 0,1 0 0,-1 0 0,1 0 0,-1 0 0,1-1 0,-1 1 0,1 0 0,-1-1 0,1 0 0,-1 1 0,1-1 5,-3-1-32,1 0 0,-1 0 0,1 0 0,-1-1 0,1 1 0,0-1 0,0 0 0,0 0 0,0 0 0,1-1 0,-1 1 0,1 0 0,0-1 0,0 0 0,0 1 0,0-1 0,1 0 0,0 0 0,-1 0 0,1 0 0,1 0 0,-1 0 0,0-3 32,-2-17-63,0 0 0,2 1 1,0-14 62,1 22-2,1 0 0,1-1 0,0 1 0,0 0 0,2 0 0,0 0 0,1 1 0,0-1 1,1 1-1,7-12 2,-9 19-3,1-1 0,0 1 1,0 0-1,1 1 0,0-1 1,0 1-1,0 0 0,1 1 1,0 0-1,0 0 0,0 0 1,1 1-1,-1 0 1,1 0-1,0 1 0,0 0 1,1 0-1,-1 1 0,0 0 1,2 0 2,-3 1 9,1 0 0,-1 0 1,1 1-1,-1 0 1,1 0-1,0 0 0,-1 1 1,1 0-1,-1 1 1,0 0-1,1 0 1,-1 0-1,0 1 0,0 0 1,0 1-1,-1-1 1,1 1-1,-1 1 0,0-1 1,0 1-1,0 0 1,-1 0-1,0 1 1,0 0-1,0 0 0,-1 0 1,2 2-10,9 20 68,-2-1 1,-1 1-1,-1 1 1,-1 0 0,-2 1-1,1 7-68,15 48-389,-14-61-2049,0-10-4290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41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16892,'0'0'5441,"0"0"-4537,0 0 688,-40 310-295,34-144-313,6-11-304,0-24 80,0-36-280,16 3-352,7 1-128,7-25-48,3-23-656,27-42-752,-7-9-2257,-7-15-9810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42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2921,'0'0'13585,"0"0"-9352,4 28-1987,-1-14-1940,3 30 588,3-1 0,1 0 1,15 35-895,-7-29 537,2-1-129,-3 0 1,-2 1-1,-2 0 1,-2 3-409,-16-68-292,-9-31-62,-5-38 354,13 32-20,2 0 0,2-1 0,5-37 20,-2 81 17,0 1-1,0 0 1,1 0-1,0 0 1,1 0 0,0 0-1,0 0 1,1 1-1,0 0 1,1-1-1,0 2 1,0-1 0,4-4-17,-6 9 13,0-1-1,0 1 1,1 0 0,0 0 0,0 0 0,-1 1 0,1-1 0,1 1 0,-1 0 0,0 0 0,1 0 0,-1 1-1,1-1 1,-1 1 0,1 0 0,-1 1 0,1-1 0,0 1 0,0 0 0,-1 0 0,1 0 0,0 1 0,-1 0 0,1-1-1,-1 2 1,1-1 0,3 2-13,0 0 16,-1 2-1,0-1 1,0 0-1,0 1 0,0 1 1,-1-1-1,0 1 1,0 0-1,-1 0 1,1 1-1,-1 0 0,-1 0 1,1 0-1,-1 0 1,0 1-1,0 2-15,8 16 80,-2 0 1,0 1-1,-2 0 0,1 8-80,-1 12 128,-1 1-1,-2 14-127,-1-12-3115,10 44 3115,-8-67-5851</inkml:trace>
  <inkml:trace contextRef="#ctx0" brushRef="#br0" timeOffset="1">884 607 16347,'0'0'4068,"5"-30"-1559,36-200 471,-30 173-2499,-8 34-239,2 0 0,0 0-1,2 0 1,0 1 0,2-1-242,-9 23 12,0 0 1,0 0 0,0 1-1,0-1 1,0 0 0,0 1-1,0-1 1,0 0-1,0 0 1,0 1 0,0-1-1,1 0 1,-1 0-1,0 1 1,0-1 0,0 0-1,0 0 1,1 1-1,-1-1 1,0 0 0,0 0-1,0 0 1,1 0-1,-1 1 1,0-1 0,0 0-1,1 0 1,-1 0-1,0 0 1,1 0 0,-1 0-1,0 0 1,0 0-1,1 1 1,-1-1 0,0 0-1,1 0 1,-1 0-1,0-1 1,0 1 0,1 0-1,-1 0 1,0 0-1,0 0 1,1 0 0,-1 0-1,0 0 1,1 0-1,-1 0 1,0-1 0,0 1-1,0 0 1,1 0-1,-1 0 1,0-1 0,0 1-1,0 0 1,1 0-1,-1 0 1,0-1 0,0 1-1,0 0 1,0 0-1,0-1 1,1 1 0,-1 0-1,0-1 1,0 1-13,7 27-12,-6-25 58,33 216 717,-3-15-575,-30-197-307,0 0 0,1-1 1,0 1-1,0-1 1,0 1-1,1-1 0,-1 0 1,4 5 118,-5-9-150,0 0 0,-1 0 1,1 0-1,0 0 0,0-1 0,0 1 1,0 0-1,0 0 0,0 0 1,1-1-1,-1 1 0,0-1 1,0 1-1,0-1 0,1 1 0,-1-1 1,0 0-1,0 0 0,1 1 1,-1-1-1,0 0 0,1 0 0,-1 0 1,0 0-1,1-1 0,-1 1 1,0 0-1,0 0 0,1-1 1,-1 1-1,0-1 0,0 1 0,0-1 1,0 0-1,1 1 0,-1-1 1,0 0-1,0 0 0,0 0 1,0 0-1,0-1 150,19-23-7842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42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15619,'0'0'5433,"0"0"-4192,0 0 631,57 200-464,-34-96-423,0 3-361,-7-6-208,-2-12-256,-4-14-160,-7-22-136,-3-14-640,0-21-1097,0-12-5120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42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1 197 18628,'0'0'4705,"0"0"-2641,0 0-887,0 0-705,0 0-352,192-18-112,-130 3-8,-2-6-384,6-26-624,-16-1-2825,3 1-5849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43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1 105 6105,'0'0'9872,"0"0"-5819,0 37-1331,1 1-2099,-2 11 225,3 1-1,3-1 1,8 40-848,42 200 2859,-57-307-3091,1 0-1,0 0 1,1 0 0,2-9 232,0-40-309,-5-14 167,0 5 137,4-36 5,0 91 18,2 1 1,-1 0-1,2 0 0,1 0 1,0 0-1,2 1 1,6-15-19,-9 25 27,1 1 0,0 0 0,0 0 1,1 0-1,0 1 0,0 0 0,1 0 0,0 0 1,3-1-28,-8 6 15,1 0 0,0 0 0,0 0-1,-1 0 1,1 1 0,1-1 0,-1 1 0,0 0 0,0 0 0,0 0 0,1 0 0,-1 0 0,1 1 0,-1 0 0,0-1 0,1 1-1,-1 1 1,1-1 0,-1 0 0,0 1 0,1 0 0,-1-1 0,0 1 0,1 1 0,-1-1 0,0 0 0,1 2-15,3 2 20,-1 0 1,0 0-1,-1 1 1,1 0-1,-1 0 1,0 0-1,-1 1 1,1 0 0,-1 0-1,-1 0 1,1 0-1,-1 0 1,0 1-1,-1-1 1,1 4-21,4 15 80,-1 0 1,-2 0 0,0 1-1,-1 4-80,-1 66 571,-4 20-571,0 0-5646,2-112-2963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43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8954,'0'0'7587,"0"0"-4186,0 0-1141,0 0-976,32-10-774,102-32-177,-125 40-254,-1 0-1,1 0 1,-1 1-1,1 0 1,0 0-1,5 1-78,-12 0 30,0 0 1,0 0-1,-1 1 0,1-1 0,0 0 0,0 1 0,-1 0 0,1-1 0,0 1 0,-1 0 0,1 0 0,-1-1 0,1 1 1,-1 1-1,1-1 0,-1 0 0,0 0 0,0 0 0,1 1-30,0 3 53,0 0 1,-1 0-1,0 0 1,0 0-1,0 0 1,0 0-1,-1 0 1,0 0-1,0 0 0,0 0 1,0 0-1,-1 0 1,0 0-1,0 1-53,0-5 2,-2 14 79,0-1 1,-2 0 0,1 1 0,-2-2 0,0 1 0,-1-1 0,0 0 0,-3 3-82,3-5 28,0 0 1,1 1-1,0 0 1,1 0-1,0 1 1,1 0-1,0-1 1,1 1-1,0 1 1,0 11-29,4-25 7,-1 1 0,0-1 0,1 1 1,-1-1-1,0 1 0,1-1 0,-1 1 0,1-1 1,-1 1-1,1-1 0,-1 0 0,1 1 0,-1-1 1,1 0-1,-1 0 0,1 1 0,0-1 0,-1 0 1,1 0-1,-1 0 0,1 0 0,0 0 0,-1 0 1,1 0-1,-1 0 0,1 0 0,0 0 0,0 0-7,26 0-21,-18 0-11,-1-1-338,1 0 1,0-1-1,-1 0 1,0 0-1,1-1 1,-1 0-1,0 0 1,0-1-1,0 0 1,-1 0-1,1-1 1,4-3 369,21-16-5692</inkml:trace>
  <inkml:trace contextRef="#ctx0" brushRef="#br0" timeOffset="1">457 273 6313,'0'0'9602,"0"0"-6617,-43 151 712,27-82-2537,3-4-744,-1-5-416,1-1-392,0-14-2609,0-15-7041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44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4097,'0'0'9298,"0"0"-5081,0 0-1337,0 0-391,0 0-1081,0 0-728,0 0 425,43 247-217,-13-137-256,-7-3-152,-6-5-264,-4-19-104,-3-12-112,0-17-120,-7-15-568,-3-28-576,0-11-1377,-7 0-3944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44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0 307 7314,'0'0'7888,"18"-30"-4358,-4 6-2945,-4 5-219,0 1-1,1 0 1,2 1 0,-1 0 0,2 1 0,0 1 0,1 0 0,0 0 0,2 2 0,11-8-366,-11 11 228,0 0 1,1 2 0,1 0 0,-1 1-1,1 1 1,0 0 0,1 2 0,-1 0-1,1 1 1,0 1 0,-1 1 0,4 1-229,-14 0 31,0 0 0,-1 1 0,1 0 0,0 1 0,-1 0 0,1 0 0,-1 1 0,0 0 0,1 0 1,-1 1-1,-1 0 0,1 0 0,-1 1 0,1 0 0,-1 0 0,-1 1 0,1 0 0,-1 0 0,0 0 1,0 1-1,-1 0 0,0 0 0,0 1 0,-1-1 0,0 1 0,0 0 0,2 7-31,-2-3 48,0 0 0,-1 0 1,-1 0-1,0 0 0,0 0 0,-1 0 0,-1 1 0,0-1 0,-1 0 0,0 1 0,-1-1 0,0 0 0,-1 0 0,0 0 0,-2 3-48,-2 2 85,-1-1 0,0 0 1,-1-1-1,-1 0 0,-1 0 0,0-1 0,0 0 0,-1-1 1,-1-1-1,-2 2-85,-2 2 23,-48 39 161,61-52-215,-1 0-1,1 0 0,-1 0 1,0 0-1,0-1 0,0 1 1,-1-1-1,1-1 1,0 1-1,-1-1 0,1 0 1,-4 0 31,8-1-68,0-1 0,0 1 0,1-1 0,-1 0 0,0 1 0,1-1 1,-1 0-1,1 0 0,-1 0 0,0 1 0,1-1 0,0 0 0,-1 0 1,1 0-1,0 0 0,-1 0 0,1 0 0,0 0 0,0 0 0,0 0 1,0 0-1,0 0 0,0 0 0,0 0 0,0 0 0,0 0 0,0 1 0,0-1 1,1-1 67,2-37-1380,1 18-252,1 1 0,0 0 0,2 0 0,0 0 0,10-18 1632,18-25-8195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44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8586,'0'0'10218,"0"0"-8194,123 161 481,-70 5-1177,-23 43-239,-20-13-281,-10-41-104,-14-54-96,-12-30-176,-7 4-192,-4 5-128,4-6-112,7-17-312,9-15-672,17-31-937,0-11-3392,0 0-2088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36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775 0 15459,'0'0'4905,"0"0"-3208,0 0-313,0 0-440,-129 247-120,53-116 65,-14 9-193,-9 0-72,3-15-192,7-12-208,16-24-128,20-20-88,17-22-8,13-26-472,13-21-632,10-33-553,0-29-4496,0-13-5634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37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3649,'0'0'13707,"0"0"-11427,0 0-231,0 0-473,238 104-808,-155-9-208,-7 9-128,-3 4-128,-10-7-232,-7-9-72,-6-12-224,9-14-1176,-13-22-3313,-6-20-5729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37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0 15387,'0'0'3145,"0"0"-2257,0 0 1617,59 235-1337,-32-142-536,-4-1-88,0-9-248,-10-11-176,-6-16-120,-7-11-440,0-15-2344,0-19-4466</inkml:trace>
  <inkml:trace contextRef="#ctx0" brushRef="#br0" timeOffset="1">1 551 15899,'0'0'4865,"0"0"-3184,0 0 47,0 0-1096,208-81-368,-109 49-264,30-19-184,-23 9-1944,-23 4-4570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38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17300,'0'0'2288,"9"30"327,-2-3-2023,-1-4-219,0 0 0,2-1 1,0 0-1,2-1 0,0 0 0,2 0 0,9 12-373,-10-17 244,1-1 0,0-1 0,1 0 0,1-1 0,0-1 0,13 10-244,-18-16 51,0 0 0,0-1 0,1 0 0,-1 0 0,1-1 0,0-1 0,0 0 0,0 0 0,1-1 0,-1 0 0,0 0 0,1-1 0,0-1-51,-8 0-3,-1 0 0,1 0 0,0-1 0,0 1 0,0-1-1,-1 1 1,1-1 0,0 0 0,-1 0 0,1-1 0,-1 1 0,1 0 0,-1-1 0,1 0 0,-1 1 0,0-1 0,0 0 0,0 0 0,0 0-1,0 0 1,0-1 0,-1 1 0,1 0 0,-1-1 0,0 1 0,1-1 0,-1 0 0,0 1 0,-1-1 0,1 0 0,0 1 0,-1-2 3,3-13-88,0 1 1,-2-1 0,0 0-1,-1 1 1,-1-6 87,0-4-120,3-42-87,0 37 324,-2 0-1,0 0 1,-3-4-117,9 64 39,2 0 1,1-1-1,9 20-39,12 35 84,-7 1 24,-4 2-1,-3 1 0,-4 0 0,-4 9-107,4 352-1038,-11-474-1058,1-15-3275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7:38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1 334 18116,'0'0'2718,"0"0"-207,0 0-716,33-21-860,15-8-372,51-23-563,-89 47 36,0 1 1,0 1 0,1 0 0,-1 0-1,1 1 1,-1 0 0,1 1 0,0 0-1,0 1 1,0 0 0,-1 1 0,1 0-1,0 1 1,-1 0 0,1 0 0,-1 1-1,1 1 1,-1 0 0,0 0 0,0 1-1,-1 0 1,0 0 0,0 1 0,0 1-1,0-1 1,-1 1 0,4 5-37,13 15 16,-2 1 1,-1 0-1,-1 2 1,-1 1-1,-1 0 1,13 33-17,1 12 10,-25-55-12,0-1 0,1 0 0,1-1 0,1 0 0,1 0 0,0-1 0,1-1 0,11 11 2,-21-25-3,1 0-1,-1-1 0,1 1 0,-1-1 1,1 1-1,0-1 0,0 0 1,0-1-1,0 1 0,0-1 0,0 0 1,1 0-1,-1 0 0,0 0 0,1-1 1,-1 0-1,0 0 0,1 0 1,-1 0-1,0-1 0,1 1 0,-1-1 1,0 0-1,0-1 0,0 1 1,1-1-1,-1 1 0,-1-1 0,1-1 1,0 1-1,0 0 0,-1-1 1,0 0-1,1 0 4,9-8 8,0-1-1,0-1 1,-1-1 0,-1 1 0,0-2-1,-1 1 1,5-12-8,0-2 206,-2-1-1,0-1 1,-2 0-1,-2 0 1,0-1 0,-3 0-1,0 0 1,0-14-206,1-59 389,-4-94-389,-4 123-1070,1 82 277,-1 0-1,0 1 0,-1-1 1,1 0-1,-1 0 0,-1 0 1,-2 5 793,-16 35-7673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12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2 345 3817,'0'0'2634,"0"0"-1225,0 0 5853,-1-1-3676,0-16-3159,7 4-382,0 1-1,1 0 1,1 0 0,0 1-1,0 0 1,1 1 0,0-1 0,11-7-45,-6 3-34,53-54-1061,29-32-5607,-68 69 1561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25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25 192 9394,'0'0'2663,"0"0"-69,0 0 343,0 0-458,9-28-573,26-83-326,-27 85-922,-4 13 327,-3 17-265,2 7-724,6 17 144,-1 0 0,-1 0 0,-1 1 0,-2 0 0,-1 0-1,-1 0 1,-2 1 0,-1-1 0,-3 19-140,4-46 7,0 1 0,0-1 0,-1 0-1,1 0 1,-1 0 0,0 1 0,1-1 0,-1 0 0,0 0-1,0 0 1,0 0 0,-1 0 0,1 0 0,0-1 0,-1 1 0,1 0-1,-1-1 1,0 1 0,0-1 0,1 1 0,-1-1 0,0 0-1,0 0 1,-2 1-7,3-3 9,0 1-1,-1-1 1,1 0 0,0 0-1,0 0 1,0 0-1,0 0 1,1 0 0,-1 0-1,0 0 1,0 0 0,1 0-1,-1-1 1,0 1-1,1 0 1,-1 0 0,1-1-1,0 1 1,-1 0-1,1-1 1,0 0-9,-9-37 52,8 34-34,-3-22 31,2 1 0,1-1 0,1-8-49,0 28 1,0 5-1,-1 0 0,1 0 0,0 0 0,0 0 0,1 1 0,-1-1 0,0 0 0,1 0 0,-1 0 0,1 1 0,-1-1 0,1 0 0,0 1 0,0-1-1,0 0 1,0 1 0,0-1 0,0 1 0,0-1 0,0 1 0,0 0 0,1 0 0,-1-1 0,1 1 0,-1 0 0,1 0 0,-1 0 0,1 0 0,0 1 0,-1-1 0,1 0 0,0 1 0,0-1 0,-1 1 0,1 0 0,0-1 0,0 1 0,0 0 0,0 0 0,-1 0 0,1 0 0,0 1 0,0-1 0,0 0 0,0 1 0,0 0 0,0-1-1,0 1 1,0 0-1,0 0 0,0 0 1,0 0-1,0 0 1,0 1-1,0-1 1,0 1-1,0-1 1,-1 1-1,1 0 1,0-1-1,-1 1 1,0 0-1,1 0 0,-1 0 1,0 0-1,0 0 1,0 0-1,0 1 1,-1-1-1,1 0 1,-1 0-1,1 1 1,-1 1 0,3 8 3,-1 0 1,0 0-1,-1 0 1,-1 8-4,0-20 0,1 12 9,-2 0 0,1 0-1,-2 0 1,0 0 0,-3 11-9,5-21 2,-1 0 1,1 0-1,-1 0 1,0 0-1,1 0 0,-1-1 1,0 1-1,0 0 1,0-1-1,0 1 0,-1 0 1,1-1-1,0 1 0,-1-1 1,1 0-1,-1 1 1,1-1-1,-1 0 0,0 0 1,0 0-1,1 0 1,-1 0-1,0-1 0,0 1 1,0 0-1,0-1 1,0 0-1,0 1 0,0-1 1,0 0-1,0 0 1,0 0-1,0 0 0,0 0 1,0 0-1,0-1 0,0 1 1,0-1-1,1 1 1,-3-2-3,0 0 7,0 0 0,1-1 0,-1 1 0,1-1 1,0 0-1,-1 0 0,1 0 0,0-1 0,1 1 1,-1-1-1,1 1 0,-1-1 0,1 0 0,0 0 1,1 0-1,-1 0 0,-1-4-7,-20-76 11,19 63-19,2 1 1,0-1-1,1 0 1,1 0-1,0 0 1,3-3 7,-3 21-5,0 0 1,1 0 0,0 1-1,0-1 1,0 0-1,0 1 1,0-1 0,0 1-1,1-1 1,-1 1-1,1 0 1,0 0 0,-1 0-1,1 0 1,0 0 0,0 0-1,1 0 1,-1 0-1,0 1 1,0-1 0,1 1-1,-1 0 1,1-1 0,-1 1-1,1 1 1,0-1-1,-1 0 1,1 0 0,0 1-1,1 0 5,-1-1-4,0 1-1,1 0 1,-1 0-1,0 0 1,1 0 0,-1 1-1,0-1 1,0 1-1,1 0 1,-1 0-1,0 0 1,0 0-1,0 1 1,0-1-1,0 1 1,-1 0 0,1 0-1,0 0 1,-1 0-1,1 0 1,-1 0-1,0 1 1,0-1-1,0 1 1,1 1 4,1 5-5,0-1 0,-1 1 0,0-1 0,-1 1 0,0 0 0,0 0-1,-1 0 1,0 1 0,0-1 0,-1 0 0,-1 2 5,1-7-2,0-1 0,0 1 0,0 0 0,0 0 0,-1 0-1,0 0 1,0-1 0,0 1 0,0 0 0,-1-1 0,1 1 0,-1-1-1,0 0 1,0 1 0,0-1 0,-1 0 0,1 0 0,-1 0 0,1-1 0,-1 1-1,0 0 1,0-1 0,0 0 0,-1 0 0,1 0 0,0 0 0,-3 1 2,5-3-1,0 0 1,-1 0 0,1 1-1,0-1 1,0 0 0,0 0-1,-1 0 1,1 0 0,0-1-1,0 1 1,-1 0 0,1 0-1,0-1 1,0 1 0,0-1-1,0 1 1,0-1 0,0 1-1,0-1 1,0 0 0,0 1-1,0-1 1,0 0 0,0 0-1,0 0 1,0 0 0,0 0-1,1 0 1,-1 0 0,0 0-1,1 0 1,-1 0 0,1 0-1,-1 0 1,1 0 0,0-1-1,-1 1 1,1 0 0,0 0-1,0-1 1,-7-56-14,7 50 14,-1-4-5,0 0-21,1 0 1,0-1-1,1 1 1,0 0-1,1 0 0,0 0 26,-2 10-4,1-1-1,0 1 0,-1 0 1,1 0-1,0-1 1,0 1-1,0 0 0,1 0 1,-1 0-1,1 0 0,-1 0 1,1 1-1,-1-1 0,1 0 1,0 1-1,0-1 0,0 1 1,0-1-1,0 1 1,0 0-1,0 0 0,1 0 1,-1 0-1,0 0 0,0 1 1,1-1-1,-1 1 0,1-1 1,-1 1-1,0 0 0,1 0 1,0 0 4,-2 0-3,1 0 1,-1 0 0,0 0-1,1 0 1,-1 0 0,1 0-1,-1 0 1,0 0-1,1 1 1,-1-1 0,0 1-1,1-1 1,-1 1 0,0-1-1,1 1 1,-1 0 0,0-1-1,0 1 1,0 0-1,0 0 1,0 0 0,0 0-1,0 0 1,0 0 0,0 0-1,0 0 1,-1 1-1,1-1 1,0 1 2,0 3-3,0 0 0,0 0 0,-1 0 0,0 0 0,0 0 0,0 0 0,0 0 0,-1 0 3,0 5-18,0-6 18,1 0 0,-2 0 0,1 0-1,0 0 1,-1-1 0,0 1 0,1 0-1,-2-1 1,1 1 0,0-1 0,-1 0 0,1 0-1,-1 0 1,0 0 0,0 0 0,1 0 4,0-1 1,-1-1-1,1 1 1,0 0-1,0-1 0,-1 1 1,1-1-1,-1 1 0,1-1 1,-1 0-1,0 0 1,1-1-1,-1 1 0,0 0 1,0-1-1,1 1 1,-1-1-1,0 0 0,0 0 1,0 0-1,1-1 0,-2 1-4,3-1 5,0 0-1,0 1 1,0-1-1,0 0 1,0 0-1,1 0 1,-1 0-1,0 0 1,0 0-1,1 0 1,-1 0-1,1 0 1,-1 0-1,1 0 1,-1 0-1,1 0 1,-1-1-1,1 1 1,0 0-1,0 0 1,0-1-1,0 1 1,0-1-5,-1-33 11,1 28-4,0-4 5,-1 3-15,1 0 0,0 1 0,1-1 0,0 1-1,0-1 1,1 1 0,0-3 3,-1 8-5,0 0 0,0 0-1,0 1 1,0-1-1,0 0 1,0 1 0,1-1-1,-1 0 1,1 1 0,-1 0-1,1-1 1,-1 1-1,1 0 1,0 0 0,0 0-1,-1 0 1,1 0 0,0 0-1,0 0 1,0 1-1,0-1 1,0 1 0,0-1-1,0 1 1,0 0 0,0 0-1,0 0 1,0 0 0,1 0 4,0 0-1,-1 0 0,1 0 0,-1 0 0,0 0 0,1 0 0,-1 1 0,1-1 0,-1 1 0,1 0 0,-1 0 0,0 0-1,0 0 1,1 0 0,-1 0 0,0 0 0,0 1 0,0-1 0,0 1 0,0-1 0,-1 1 0,1 0 0,0 0 0,-1 0-1,0 0 1,1 0 0,-1 0 0,0 0 0,0 1 0,0-1 0,1 2 2,0 6-5,0 0 0,-1 0 1,0-1-1,-1 1 0,0 0 0,0 0 0,-1 3 5,0-9 0,0-1 0,0 1-1,0 0 1,0 0-1,-1-1 1,1 1 0,-1-1-1,0 1 1,0-1-1,0 0 1,0 1 0,-1-1-1,0 0 1,1-1-1,-1 1 1,-1 0 0,3-1 3,-1 0 0,-1-1 0,1 1 0,0 0 0,0-1 0,-1 0 0,1 1 0,-1-1 0,1 0 0,-1 0 0,1-1 0,-1 1 0,0 0 0,1-1 0,-1 0 0,0 1 0,0-1 0,1 0 0,-1 0 0,0-1 0,0 1 0,1-1 0,-3 0-3,3 0 4,1 0-1,0 0 1,0 0 0,-1 0-1,1 0 1,0-1 0,0 1-1,0 0 1,0-1 0,0 1-1,1-1 1,-1 1 0,0-1-1,1 1 1,-1-1 0,1 0-1,-1 1 1,1-1 0,0 1-1,0-1 1,0 0 0,0-1-4,-1-45 6,2 34-18,-1 11 10,0 1 0,0 0 1,0-1-1,0 1 0,1-1 0,-1 1 1,1-1-1,-1 1 0,1 0 0,0-1 1,0 1-1,0 0 0,0 0 0,1 0 1,-1 0-1,1 0 0,-1 0 1,1 0-1,-1 0 0,1 0 0,0 1 1,0-1-1,0 1 0,2-1 2,0 0-4,0 0 1,1 0-1,-1 1 0,1 0 0,-1 0 0,1 0 1,-1 1-1,1-1 0,0 1 0,-1 0 1,1 1-1,0-1 0,0 1 4,-3-1 0,1 1-1,-1-1 1,0 1-1,0 0 1,0-1-1,-1 1 1,1 0-1,0 0 1,0 0-1,0 1 1,-1-1-1,1 0 1,0 1-1,-1-1 1,0 1-1,1-1 1,-1 1-1,0 0 1,1 1 0,1 2-1,-1 0 1,1 0-1,-1 0 1,-1 0-1,1 1 1,-1-1-1,0 0 1,0 4 0,0-2 8,0 1 1,-1 0 0,1 0-1,-2-1 1,1 1 0,-1 0-1,-1-1 1,1 1 0,-1-1-1,-1 1 1,1-1 0,-2 2-9,0-4 4,0 0 0,0 0 1,0 0-1,-1-1 0,1 0 0,-1 0 1,0 0-1,-3 1-4,7-4 4,1 0 0,-1 0 1,0-1-1,0 1 0,0 0 0,0-1 1,0 1-1,0-1 0,0 1 1,0-1-1,0 0 0,0 1 0,0-1 1,0 0-1,0 0 0,0 1 1,-1-1-1,1 0 0,0 0 0,0 0 1,0-1-1,0 1 0,0 0 1,0 0-1,0 0 0,0-1 0,0 1 1,-1-1-1,1 1 0,1-1 1,-1 1-1,0-1 0,0 0 0,0 1 1,0-1-1,0 0 0,0 0 0,1 1 1,-1-1-1,0 0 0,1 0 1,-1 0-1,1 0 0,-1 0 0,1 0 1,-1 0-1,1 0 0,-1 0 1,1 0-1,0-1-4,-3-15 20,1 1 0,0-1 1,1 0-1,1 1 0,1-2-20,-1-9-2,0 26 0,0 0 0,0-1 0,0 1 0,0-1 0,0 1 0,0 0 1,0-1-1,0 1 0,0-1 0,1 1 0,-1 0 0,1-1 1,-1 1-1,1 0 0,0 0 0,-1-1 0,1 1 0,0 0 0,0 0 1,0 0-1,-1 0 0,1 0 0,0 0 0,1 0 0,-1 0 1,0 0-1,0 1 0,0-1 0,0 0 0,1 1 0,-1-1 1,0 1-1,1-1 0,-1 1 0,0 0 0,1-1 0,-1 1 0,0 0 1,1 0-1,-1 0 0,1 0 0,-1 0 0,0 0 0,1 1 1,0-1 0,10 3-453,0 0 0,-1 0-1,1 1 1,-1 1-1,6 3 455,13 4-4311,0-5-2736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26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6969,'0'0'8178,"0"0"-6097,0 0 103,191 155-495,-118-6-1105,-30 47-184,-23-9 136,-20-32-128,-13-42-224,-20-32-184,-33 46-80,6-16-2329,-3-13-4656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40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11867,'0'0'6434,"0"0"-3574,34-12-624,1 0-1647,0 1 1,1 1-1,5 2-589,-35 7 63,0 0 0,-1 1 0,1 0 0,0 0 0,0 1 0,0-1 0,0 1 0,0 1 0,-1-1 0,1 1 0,0 0 0,-1 0 0,0 1 0,1-1 0,-1 1 0,4 4-63,2 1 88,-1 1 0,-1 1 0,0 0 0,0 0 0,6 10-88,-6-9 61,15 23 70,-1 1 1,-2 1 0,-1 0 0,-2 2 0,1 7-132,67 202 950,-48-127-435,14 17-515,-51-135-89,-1 1 0,1-1 0,0 0 0,0 0 0,0 0 0,0 0 1,1 0-1,-1 0 0,0 0 0,1 0 0,0-1 0,-1 1 0,1 0 89,6-7-1623,-2-14-855,0-18-5732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40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658 0 17572,'0'0'2472,"0"0"265,0 0-721,-188 221-767,105-126-241,-3-3-240,3-6-216,7-8-360,13-10-80,17-14-112,20-13-160,19-11-584,20-9-880,30-12-2785,14-9-5129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41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0 624 12963,'0'0'4379,"0"0"-1573,14-32-872,-6 14-1716,13-31 180,2 0 0,3 2 0,30-44-398,-23 45 70,2 0-1,23-19-69,-48 54 71,1 0 0,1 0 1,0 1-1,0 1 0,1 0 1,0 1-1,0 0 0,1 1 1,0 0-1,1 1 0,11-3-71,-19 8 60,0 0 1,0 0-1,0 0 0,0 1 0,0 0 0,0 0 1,0 1-1,0 0 0,0 0 0,0 1 0,0 0 1,0 0-1,-1 1 0,1-1 0,-1 1 1,1 1-1,-1-1 0,0 1 0,0 0 0,-1 1 1,1-1-1,-1 1 0,0 0 0,4 5-60,9 13 82,-2 0-1,0 2 0,-1 0 1,-1 0-1,3 13-81,-10-24 61,28 65 174,-27-56-167,1-1 0,1 0 0,1 0 0,1-1 0,1 0 0,1-1 0,1-1-1,2 2-67,-14-18 15,0 0 0,0-1 0,0 1-1,1-1 1,-1 0 0,1 0-1,-1 0 1,1 0 0,0 0 0,-1-1-1,1 0 1,0 0 0,0 0 0,0 0-1,0-1 1,0 1 0,0-1-1,0 0 1,0 0 0,0-1 0,0 1-1,0-1 1,0 0 0,0 0-1,0 0 1,0-1 0,0 1 0,3-3-15,1-1 29,1 0 1,-1-1-1,0 0 1,0 0 0,0-1-1,-1 0 1,0 0-1,-1-1 1,0 0 0,5-7-30,6-14 89,0-1 1,-2-1 0,-1-1 0,-1 0 0,1-12-90,14-56 559,-3-13-559,-12 55 34,-13 55-72,0 1-1,1 0 1,-1-1-1,1 1 0,-1 0 1,1 0-1,0 0 0,0-1 1,0 1-1,0 0 0,1 0 1,-1 0-1,0 1 0,1-1 1,0 0-1,-1 0 0,1 1 1,0-1-1,0 1 39,17-1-2759,8 11-3968,10 10-7543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41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17380,'0'0'2540,"0"36"-215,10 484 2860,-7-282-4078,-5-395-391,6-215-515,-3 352-194,1 1 0,1-1-1,0 1 1,2-1 0,0 1-1,1 1 1,5-11-7,-10 26-2,0 0 1,1 1-1,-1-1 1,1 0-1,0 0 0,0 1 1,0-1-1,0 1 0,1 0 1,-1 0-1,0 0 1,1 0-1,0 0 0,-1 0 1,1 0-1,1 0 2,-1 2-5,-1-1-1,0 1 1,1-1-1,-1 1 1,0 0-1,1 0 1,-1 0-1,1 0 1,-1 0-1,0 0 1,1 1-1,-1-1 1,0 1-1,1 0 1,-1-1-1,0 1 1,1 1 5,5 2-12,0 1 0,-1 1 0,0-1 0,0 1 1,0 1-1,-1-1 0,0 1 0,0 0 0,0 0 1,0 3 11,94 150-5,10 16 16,-89-147 7,1 0 0,2-1-1,1-1 1,16 13-18,-34-34 6,0-1 0,0 0 1,0 0-1,0-1 0,1 1 0,0-2 1,0 1-1,0-1 0,0 0-6,-5-2 5,0-1-1,-1 1 1,1-1-1,0 1 1,0-1-1,-1 0 1,1 0-1,0 0 1,0 0-1,-1 0 1,1-1-1,0 1 1,-1-1-1,1 0 1,0 0-1,-1 0 1,1 0-1,-1 0 1,1-1-1,-1 1 1,0-1-1,0 1 1,0-1-1,1 0 1,-2 0-1,1 0 1,0 0-1,0 0 1,1-3-5,8-14 11,-1-1 1,-1 0 0,-1-1-1,-1 0 1,-1 0-1,0-1 1,-2 1 0,0-1-1,-2 0 1,0-1-12,1-48 101,-2 1-1,-6-37-100,4 97-8,0-1 0,-1 0 1,0 1-1,0-1 0,-1 1 0,0 0 1,-1 0-1,0 0 0,-1 0 0,0 1 0,-1 0 1,1 0-1,-2 0 0,1 0 0,-1 1 0,-1 1 1,1-1-1,-1 1 0,-6-4 8,15 11-56,-1 0 0,0 0-1,0 0 1,0 0 0,0 0 0,1 0-1,-1 0 1,0 0 0,0 0 0,0 0-1,0 0 1,1 0 0,-1 0 0,0 0 0,0 0-1,0 0 1,0 0 0,0-1 0,1 1-1,-1 0 1,0 0 0,0 0 0,0 0-1,0 0 1,0-1 0,0 1 0,0 0 0,0 0-1,0 0 1,1 0 0,-1 0 0,0-1-1,0 1 1,0 0 0,0 0 0,0 0-1,0-1 1,0 1 0,0 0 0,0 0 0,0 0-1,0 0 1,0-1 0,0 1 0,-1 0-1,1 0 1,0 0 0,0 0 0,0 0-1,0-1 1,0 1 0,0 0 0,0 0 0,0 0-1,0 0 1,-1 0 0,1-1 0,0 1-1,0 0 1,0 0 0,0 0 0,0 0 56,22 0-4072,-13 0 1652,35 0-11098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42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7986,'0'0'9282,"0"0"-6258,-10 181 969,10-89-2593,0 6-455,0-5-465,20-4-280,6-12-128,4-8-72,3-13 0,0-14-656,27-21-1225,-11-12-3960,-2-9-9418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42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1064 10762,'0'0'3981,"0"0"-480,0 0 109,0 0-1288,0 0-1153,22-37-504,-1 3-505,2-3 25,-1-1 1,-2-1-1,-1 0 0,-3-2 0,9-30-185,17-93 374,-7-2 0,-7-2 0,-3-50-374,-22 294 70,4 0 1,3 0-1,17 64-70,-23-127 1,0 1 0,0-1 1,2 0-1,-1-1 0,2 1 1,0-1-1,6 8-1,-10-16-5,0 0 1,0 0-1,1-1 0,0 1 0,-1-1 1,1 0-1,1 1 0,-1-2 1,0 1-1,1 0 0,-1-1 1,1 0-1,0 0 0,0-1 1,0 1-1,0-1 0,0 0 0,0 0 1,0-1-1,0 1 0,5-1 5,-5-1-16,-1 0 0,1 0 0,-1 0 0,0-1 0,1 0 0,-1 0 0,0 0 0,0 0 0,0 0 0,0-1 0,0 0 0,-1 0 0,1 0-1,-1 0 1,0 0 0,0-1 0,0 1 0,0-1 0,-1 0 0,1 0 0,-1 0 0,0 0 0,0-1 16,8-18-97,0 0 0,-1-1 0,4-19 97,-10 33-20,19-80-230,7-70 250,-12 60 196,-17 184 255,2-31-330,-4 40 136,-1-40-171,3 1 0,3-1 1,7 49-87,-8-94-20,0 1 1,0 0-1,0-1 0,1 1 1,1-1-1,-1 0 0,1 0 1,1 0-1,4 6 20,-7-11-177,1 0 0,0 0 1,0 0-1,0 0 0,1 0 0,-1-1 0,0 0 0,1 0 0,1 1 177,0-1-639,0 0-1,0 0 0,0-1 0,0 0 0,0 0 1,0 0-1,1 0 0,1-1 640,30 1-10524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42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14891,'0'0'5033,"0"0"-2184,0 0-337,0 0-1095,0 0-641,0 0-544,0 0-64,50 50-88,-50 19 40,0 2-48,0-5-56,-10-10-16,6-8-8,4-13-568,0-8-1000,10-15-4218,10-9-11033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43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 13083,'0'0'5817,"0"0"-3737,0 0-551,0 0-1025,0 0-336,0 0-168,0 0-200,-7 39 200,-10-1 24,-2 7 568,-11 0-112,0-4-136,0 1-248,4-9-96,3-4-120,16-2-1344,4-12-3529,3-6-7562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43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132 139 13899,'0'0'4157,"0"0"-1999,30 4-718,16 3-497,39 12-943,-77-17 51,1 1 0,-1 1 0,0 0 0,-1 0 0,1 0 0,-1 1 0,0 0 0,0 1 0,0-1 0,-1 2 0,1-1 0,-1 0 1,-1 1-1,0 0 0,0 1 0,0-1 0,-1 1 0,3 6-51,-2-4 21,-2 0-1,1 0 1,-2-1 0,1 2 0,-1-1 0,-1 0 0,1 0 0,-2 1-1,0-1 1,0 0 0,-1 1 0,0-1 0,0 0 0,-2 2-21,2-6 12,-1-1 0,0 1 1,-1-1-1,1 1 0,-1-1 1,0 0-1,-1-1 0,1 1 1,-1 0-1,0-1 0,0 0 0,0 0 1,0 0-1,-2 0-12,-3 3 16,0-1 0,-1 0 0,1-1-1,-1 0 1,-1-1 0,1 0 0,-6 1-16,-10 1 94,0 0 0,-1-2-1,1-1 1,-1-1 0,-26-2-94,48 0 91,1-1 1,0 1-1,-1-1 0,1 1 0,0-1 1,0-1-1,0 1 0,0 0 1,0-1-1,0 0 0,0 0 0,0 0 1,1-1-1,-1 1 0,1-1 1,0 0-1,-2-1-91,0-1 110,1-1-1,1 1 1,-1-1-1,1 1 1,0-1-1,0 0 1,1 0 0,-1-1-1,1 1 1,-1-6-110,-1-16 222,1 1 0,1 0 0,2-1 0,0 0 0,2-4-222,-1 18 49,0 3-7,0 0-1,0 0 0,1 0 1,0 1-1,1-1 0,1 1 0,-1 0 1,2 0-1,-1 0 0,1 0 1,1 1-1,0 0 0,0 0 1,1 0-1,0 1 0,3-3-41,1 1 14,2 0 0,-1 0-1,1 1 1,1 0 0,0 2-1,0-1 1,0 2 0,1 0-1,0 0 1,15-2-14,-4 1-366,0 0-1,1 3 1,-1 0 0,1 1 0,0 2-1,0 1 1,-1 0 0,13 4 366,-34-3-685,0 0 0,0 1 0,-1-1 0,1 1 0,-1 0 0,1 0 1,2 3 684,22 18-10543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44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1 202 13675,'0'0'4214,"0"0"-1224,0 0-639,29-21-1025,94-70-633,-61 37-31,-58 50-540,1 0 0,-1 0 0,1 0 0,0 0 0,0 0 0,0 1 0,0 0 0,3-1-122,-8 4 14,1 0 1,0 0-1,-1-1 0,1 1 1,-1 0-1,1 0 0,0 0 1,-1 0-1,1 0 1,0 0-1,-1 0 0,1 0 1,0 0-1,-1 0 0,1 0 1,-1 1-1,1-1 0,0 0 1,-1 0-1,1 1 0,-1-1 1,1 0-1,-1 1 0,1-1 1,-1 0-1,1 1 0,-1-1 1,1 1-1,-1-1 0,1 1 1,-1-1-1,0 1 0,1-1 1,-1 1-1,0-1 0,1 1 1,-1 0-1,0-1 0,0 1 1,0-1-1,0 1 1,0 0-1,1-1 0,-1 1 1,0 0-1,0-1 0,0 1 1,-1 0-1,1-1-14,1 43-72,-1-33 136,-12 274 36,11-227-708,1-56 509,0-1 1,0 0-1,1 1 0,-1-1 1,0 0-1,0 1 0,1-1 1,-1 0-1,0 0 1,1 1-1,-1-1 0,1 0 1,-1 0-1,0 0 1,1 0-1,-1 1 0,1-1 1,-1 0-1,0 0 0,1 0 1,-1 0-1,1 0 1,-1 0-1,0 0 0,1 0 1,-1 0-1,1 0 1,-1 0-1,1 0 0,-1-1 1,0 1-1,1 0 0,-1 0 1,0 0-1,1-1 99,-1 1-409,16-5-5256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44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9722,'0'0'5449,"0"0"-1704,0 0-1032,0 0-641,195 206-592,-152-117-567,-13 9-257,-13-6-328,-17-2-176,0-10-152,-10-6 0,-23-5-104,-7-7-408,-3-2-697,-10 11-1247,13-11-3489,10-16-9227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44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14307,'0'0'4242,"0"0"-1477,0 0-1181,0 0-896,31-5-350,97-13-92,-124 17-233,-1 0-1,1 1 1,0-1-1,0 1 1,0-1-1,0 1 0,0 1 1,0-1-1,0 0 1,0 1-1,0 0 1,-1 0-1,1 0 0,0 0 1,0 1-1,-1-1 1,1 1-1,0 0-12,-3 1 3,1-1 1,-1 1-1,0-1 0,0 1 0,0 0 1,0 0-1,0-1 0,0 1 0,-1 0 1,1 0-1,-1 0 0,0 0 0,0 0 1,0 0-1,0 0 0,-1 1-3,1-3-1,0 6 5,-1 0-1,0 0 1,0 0 0,0 0-1,-1 0 1,0 0-1,-1-1 1,1 1-1,-1-1 1,0 0-1,-1 0 1,0 0 0,0 0-1,-1 1-3,-11 12 31,0-1 0,-2-1 0,-10 8-31,11-10 16,0 1 1,0 1-1,-8 11-16,24-26-7,-1 0 0,1 0 0,-1 1 0,1-1 0,0 0 0,-1 1 0,1-1 0,1 0 0,-1 1 0,0-1-1,0 1 1,1-1 0,0 1 0,-1 0 0,1-1 0,0 1 0,0-1 0,1 2 7,-1-3-9,1 1 0,-1-1 0,1 1 0,0-1 0,0 0 0,-1 1 0,1-1 0,0 0 0,0 0 0,1 1 0,-1-1 0,0 0 0,0 0 0,0 0 0,1 0 0,-1 0 0,1-1 0,-1 1 0,0 0 0,1-1 0,0 1 0,-1-1 0,1 1 0,-1-1 0,1 0 0,-1 1 0,2-1 9,54 7-2004,1-3 0,0-2 0,9-3 2004,-12 1-3349,12 0-2931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48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16932,'0'0'5057,"0"0"-3257,0 0 24,195 9-639,-92 45-345,3 14-160,-7 7-104,-13-4-248,-20-3-200,-16-11-64,-14-9-64,-9-10-144,-8-11-472,-9-12-608,-3-15-609,-4-27-2231,1-12-3586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48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14403,'0'0'5889,"0"0"-3176,0 0-825,0 0-903,0 0-57,20 255-168,-20-133-136,0 9 104,-23 0-88,-7-12-232,0-12-304,10-20-104,4-16 0,9-17-552,7-16-768,0-20-728,23-12-3754,7-6-10521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49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1 229 9722,'0'0'6704,"0"0"-3244,0 0-1201,32-11-714,-15 4-1378,-1 1-59,0 0-1,1 1 1,-1 1-1,1 1 0,6-1-107,-14 3 38,0 1 0,0 0-1,0 0 1,0 1-1,0 0 1,0 1-1,0 0 1,-1 0-1,1 1 1,-1 0-1,0 1 1,1 0-1,-2 0 1,6 3-38,41 32 513,-3 2-1,-1 2 1,31 36-513,-16-16 935,39 28-935,-99-86 18,1-1 0,0 1 0,0-1 1,1 0-1,-1-1 0,1 1 1,0-2-1,0 1 0,0-1 1,0 1-1,0-2 0,1 1 1,-1-1-1,0-1 0,1 1 0,-1-1 1,1 0-1,-1-1 0,2 0-18,-2-1 7,0 0 0,0-1 0,0 0 0,-1 0 0,1 0 0,-1-1 0,0 0 0,1-1-1,-2 1 1,1-1 0,-1 0 0,1 0 0,-1-1 0,-1 0 0,1 0 0,-1 0 0,0 0 0,1-4-7,4-7 2,-1 0 0,0-1 0,-2 1 0,0-1 0,-1-1 0,0 1 0,-2-1 0,1-7-2,-1-19 27,-1 0-1,-4-43-26,1 76-47,0 0 0,0 0 0,-1 1 0,0-1 0,-1 1 0,-1 0 0,0 0 0,0 0-1,-1 0 1,0 0 0,-1 1 0,0 0 0,-1 0 0,-7-8 47,1 13-3734,12 5-1699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49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22 141 17804,'0'0'3419,"0"35"-1244,0 229 1157,10-10-2067,-13-300-1253,-1 2 0,-4-7-12,-6-81 3,11 25 48,6-23-51,-3 128 3,-1-1 1,1 1 0,1 0 0,-1 0-1,0 0 1,0-1 0,1 1 0,-1 0-1,1 0 1,0 0 0,-1 0 0,1 0-1,0 0 1,0 0 0,1 0 0,-1 0-1,0 0 1,1 1 0,-1-1 0,1 0-1,-1 1 1,1-1 0,0 1 0,-1 0-1,1-1 1,0 1 0,0 0 0,0 0-1,0 0 1,1 0-4,1 1 3,-1 0 0,1 0 1,0 1-1,-1-1 0,1 1 0,-1-1 1,1 1-1,-1 0 0,1 1 0,-1-1 0,0 0 1,1 1-1,-1 0 0,0 0 0,0 0 0,0 0 1,-1 0-1,1 1 0,0 0-3,38 36 9,-3 2 0,21 28-9,-16-18 85,41 38-85,-69-75 7,1 0 0,1-1-1,1-1 1,-1 0 0,2-1 0,0-1 0,15 6-7,-28-14-2,0 1 0,0-1 0,1 0 0,-1 0 0,0-1 0,1 0 1,-1 0-1,1-1 0,-1 0 0,1 0 0,-1 0 0,1-1 0,-1 0 0,1 0 0,1-1 2,-3 0-1,-1 0 0,0 0-1,0-1 1,0 0-1,0 0 1,0 0 0,0 0-1,-1-1 1,1 1 0,-1-1-1,0 0 1,0 0-1,0 0 1,-1 0 0,0 0-1,1-1 1,-1 1-1,-1-1 1,2-4 1,6-24 35,-1 0-1,-2-1 1,-2 0 0,0 0-1,-3 0 1,0 0 0,-3 0-1,-4-30-34,4 54 43,0 0 0,-1 0 0,0 0 0,-1 0 0,0 1 0,0-1 0,-5-6-43,6 11-15,0 0 0,0 1 0,0-1 0,-1 1 0,0 0 0,0-1 1,0 2-1,0-1 0,0 0 0,-1 1 0,0 0 0,0 0 0,0 0 0,-4-1 15,-1 3-1219,7 1-1080,2 0-4186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49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0 17708,'0'0'4249,"-43"158"-2097,20-45-231,7 9-417,9 0-472,7-12-648,0-15-176,23-15-160,4-11-48,-1-13-272,4-14-544,19-6-752,-2-15-2225,-8-12-9210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50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1063 288,'0'0'12309,"0"0"-5938,0 0-3209,0 0-843,23-26-829,-2 1-1228,0 3-60,-1-1 1,-1-2 0,-1 0 0,-1-1 0,-1 0 0,7-20-203,0-9 263,-2-1 0,-3-1 1,7-40-264,24-176 342,-3 12-31,-40 245-207,-1 22-80,1 30-56,-5-28 37,11 107-17,-3-21 87,9 31-75,-12-99 28,0 1 0,1-1 0,2-1 0,1 0 0,0 0 0,14 22-28,-21-42 10,0 0-1,1-1 1,-1 1 0,1-1 0,0 0 0,0 0-1,0-1 1,0 1 0,0-1 0,1 0-1,0 0 1,4 2-10,-6-4 6,0 0 0,0 0 0,0 0 0,0 0 0,0-1 0,0 1 0,0-1 0,0 0 0,1 0 0,-1 0 0,0 0 0,0-1 0,0 1-1,0-1 1,0 0 0,0 0 0,0 0 0,0 0 0,-1 0 0,1-1 0,0 1 0,0-1 0,-1 0 0,1 0-6,5-5-15,0 0-1,-1 0 1,0-1 0,-1 0 0,1 0 0,-2-1-1,1 0 1,-1 0 0,1-3 15,38-93-343,-38 87 287,28-77-9,-4-2 0,-4-1 0,2-36 65,-49 250 249,3-26-131,5 1 0,3 0 0,4 7-118,5-68-55,0-17 66,1-1 0,0 1 1,1 0-1,1-1 0,-1 1 1,3 5-12,-3-15-49,0 0 0,0 0 1,1-1-1,-1 1 0,1 0 0,-1-1 1,1 1-1,0-1 0,0 0 1,0 1-1,0-1 0,0 0 1,1 0-1,-1-1 0,1 1 0,-1 0 1,1-1-1,-1 1 0,1-1 1,0 0-1,0 0 0,0 0 0,0 0 1,0-1-1,0 1 0,0-1 1,0 1-1,0-1 49,40 1-2949,-3-1-4416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50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4993,'0'0'11441,"0"0"-6482,0 0-3178,0 0-772,29-7-441,92-18-63,-118 24-473,0 1 1,0-1-1,0 1 0,0 0 0,0 0 0,0 0 1,0 0-1,0 0 0,-1 1 0,1-1 1,0 1-1,0 0 0,0 0 0,0 0 0,-1 0 1,2 1-33,-2-1 9,-1 0 1,0 1 0,1-1-1,-1 0 1,0 1 0,1-1 0,-1 1-1,0 0 1,0-1 0,0 1-1,0 0 1,-1-1 0,1 1 0,0 0-1,-1 0 1,1 0 0,-1 0-1,0 0-9,1 6 16,-1 0 1,0 0-1,-1 0 0,1 0 0,-2 0 0,1 0 0,-1 0 0,-1 1-16,-3 10 101,-2-1-1,0 0 1,-1 0 0,-1 0-1,-7 9-100,3-4 136,0 1 0,-6 17-136,16-33 6,1 1 1,0 0-1,1 0 1,0 0-1,0 1 1,1-1-1,0 0 1,1 1-1,0 7-6,1-15-2,-1 0 1,1-1-1,-1 1 0,1 0 0,0 0 0,-1-1 0,1 1 0,0 0 0,0-1 0,0 1 0,1 0 0,-1-1 0,0 0 0,0 1 0,1-1 0,-1 0 1,1 0-1,-1 0 0,1 0 0,0 0 0,-1 0 0,1 0 0,0 0 0,0-1 0,0 1 0,-1 0 0,1-1 0,0 0 0,0 0 0,0 1 0,0-1 2,12 1-149,-1 0 0,1 0 0,-1-1-1,4-1 150,-16 0-36,13 0-652,-1 0 0,0-1 0,0-1 0,-1 0 0,1-1 0,-1 0 0,0-1 0,7-4 688,33-20-7644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51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6057,'0'0'11227,"0"0"-6930,0 0-2121,0 0-344,-36 199-1159,29-154-457,4-7-216,-7-2-104,3-12-1409,1-9-4288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51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186 182 4321,'0'0'8982,"0"0"-4443,0 0-2471,0 0-427,26 32-231,15 19-375,24 38-1035,-61-82 69,0-1 1,0 1 0,-1-1-1,0 1 1,-1 0 0,1 0-1,-1 0 1,-1 1 0,1-1-1,-1 0 1,0 1-1,-1-1 1,0 1 0,0-1-1,-1 1 1,0-1 0,-1 5-70,0 2 111,2-9-91,-1 0 1,0 0 0,0-1 0,-1 1-1,0-1 1,1 1 0,-2-1 0,1 1-1,0-1 1,-1 0 0,0 0 0,0 0-1,0-1 1,0 1 0,0-1 0,-1 1-1,0-1 1,0 0 0,0-1-1,0 1 1,0-1 0,0 1 0,-1-1-1,-1 0-20,-8 3 13,1-1 0,-1-1 0,0 0-1,0 0 1,0-2 0,0 0 0,-12-1-13,21 0 0,0 0 0,0 0 0,0-1 0,1 0 0,-1 0 1,0 0-1,0 0 0,1-1 0,-1 0 0,1 0 0,0 0 1,-1 0-1,1-1 0,0 0 0,1 0 0,-1 0 0,-2-2 0,0-1 5,1-1-1,0 1 1,1-1-1,-1 0 1,1 0-1,1-1 0,-1 1 1,1-1-1,1 0 1,-1 0-5,-3-21 99,0 0-1,2 0 1,1-1 0,2 1 0,1-14-99,-1 26 80,2 1 0,1-1 0,0 0 0,1 0 0,0 1 0,2-1 0,0 1-1,0 0 1,3-1-80,-4 9 35,1-1 0,0 0 0,0 1 0,1 0 0,0 0 0,0 1 0,1 0 0,0 0-1,1 0 1,-1 1 0,1 0 0,0 1 0,1 0 0,-1 0 0,1 0 0,3 0-35,14-3 19,0 1 0,1 2 0,0 0 1,-1 2-1,1 0 0,0 2 0,1 1 1,-1 2-1,5 1-19,-17-1-273,0 1 0,1 0 1,-1 1-1,0 0 0,-1 2 0,1 0 0,-1 0 1,0 1-1,-1 1 0,0 0 0,9 8 273,19 14-6345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51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11386,'0'0'6135,"0"0"-3184,0 0-1285,0 0-654,29 2-502,93 10-121,-120-12-371,0 0 0,0 0 0,0 1 1,0-1-1,0 0 0,0 1 0,0-1 0,0 1 0,0-1 0,0 1 0,0 0 0,0 0 1,0 0-1,-1 0 0,1 0 0,0 1 0,-1-1 0,1 0 0,-1 1 0,1-1 0,-1 1 1,0-1-1,0 1 0,1 0 0,-1-1 0,0 1 0,-1 0 0,1 0 0,0 0 0,0 0 1,-1 0-1,1 0 0,-1 0 0,0 0 0,0 0 0,1 0 0,-1 0 0,-1 1-18,0 3 43,0 0 0,0-1 0,-1 1 0,0-1 0,0 0 0,-1 1 0,1-1 0,-1 0 0,-3 4-43,-35 42 434,-14 19 27,51-64-442,1 0 0,0 0 0,0 0 0,0 1 0,1-1 0,0 1-1,0-1 1,1 1 0,-1 0 0,2-1 0,-1 6-19,1-10 16,0 0-1,1 0 1,-1 0-1,0-1 1,1 1-1,0 0 1,-1-1 0,1 1-1,0 0 1,0-1-1,0 1 1,0-1-1,0 1 1,0-1 0,1 0-1,-1 1 1,0-1-1,1 0 1,-1 0-1,0 0 1,1 0 0,0 0-1,-1 0 1,1 0-1,0-1 1,-1 1-1,1-1 1,0 1 0,0-1-1,-1 0 1,1 1-1,0-1 1,1 0-16,12 2 76,0-1 1,0-1-1,0 0 0,2-1-76,7 0-26,-14 0-229,0 0-1,0 0 1,0-1 0,0 0-1,-1-1 1,1 0-1,-1 0 1,1-1-1,-1 0 1,-1-1-1,1 0 1,0-1-1,-1 1 1,7-8 255,23-22-5744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52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0 572 13411,'0'0'3941,"0"0"-1406,0 0-276,0 0-480,31-15-469,95-44-393,-123 57-874,-1 1 0,1-1 0,0 1 0,0 0 0,-1 0 0,1 0 0,0 0 0,0 1 0,0-1 0,0 1 0,0 0 0,0 0 0,0 0 0,3 0-43,-6 1 8,1-1 0,-1 0 0,1 1 1,-1-1-1,0 1 0,1 0 0,-1-1 0,0 1 1,1-1-1,-1 1 0,0-1 0,1 1 1,-1 0-1,0-1 0,0 1 0,0 0 0,0-1 1,0 1-1,0 0 0,0-1 0,0 1 0,0 0 1,0-1-1,0 1 0,0 0 0,0-1 0,0 1-8,-1 7 60,2 11-24,-1 1 0,-1-1-1,-1 0 1,0 0 0,-2 1 0,0-1-1,-1-1 1,-1 1 0,-1-1 0,-7 14-36,11-24 4,0 0 0,0-1 0,1 1 0,0 0 0,0 1 1,1-1-1,0 4-4,1-10 2,0 0 0,0 0 0,0 1 0,1-1 0,-1 0-1,1 0 1,-1 0 0,1 0 0,0 0 0,0 0 0,-1 0 0,1 0 0,1 0 0,-1-1 0,0 1 0,0 0 0,1 0 0,-1-1 0,1 1-1,-1-1 1,1 0 0,0 1 0,0-1 0,-1 0 0,1 0 0,0 0 0,0 0 0,0 0 0,0-1-2,14 6-92,0-2 0,1 0 1,-1-1-1,1-1 0,-1 0 0,15-1 92,57-6-3770,-52-2-2607</inkml:trace>
  <inkml:trace contextRef="#ctx0" brushRef="#br0" timeOffset="1">1039 1 12307,'0'0'2896,"0"0"-1111,109 181 263,-79 1-496,-27 41-311,-3-12 207,-26-44-368,-11-60-400,4-33-464,-13 10-216,-50 44-24,7-15-2176,3-21-5738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52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10458,'0'0'7786,"0"0"-6066,0 0 233,0 0-481,245 15-528,-119 66-72,9 20-15,-9 12-129,-17-9-264,-16-3-232,-24-9-104,-12-20-128,-18-4 0,-9-20-8,-10-9-112,-4-19-808,-6-8-1281,-6-12-4352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53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437 1 16900,'0'0'3680,"0"0"-2959,0 0 1159,-10 193-264,-26-80-511,-17 9-185,-10-2-184,-3-10-376,-1-15-232,15-15-112,9-8-16,13-25-120,13-5-552,17-18-640,17-24-1097,29 0-3280,10-33-6394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53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 15955,'0'0'4713,"0"0"-3728,0 0 1207,102 160-744,-62-68-631,-3 7-329,-14-1-248,-3-6-120,-11-12-120,-2-8 0,-7-13-384,0-20-1153,0-18-4664,-7-15-9554</inkml:trace>
  <inkml:trace contextRef="#ctx0" brushRef="#br0" timeOffset="1">1 575 13835,'0'0'6905,"0"0"-4112,0 0-1025,0 0-807,188-66-473,-89 37-280,1-1-128,-5 0-80,-2 0-672,56-17-2161,-20 5-4545,-10 3-4040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53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16972,'0'0'3299,"0"0"-1631,10 31-42,-3-9-1311,3 10 115,1-1-1,1 1 1,2-2 0,1 0-1,17 24-429,-5-13 959,2-2-1,33 35-958,-54-65 64,-1-1-1,1 0 1,1 0-1,0-1 1,0 0 0,0-1-1,1 0 1,0 0 0,0-1-1,0 0 1,1-1 0,0 0-1,0-1 1,0 0 0,10 1-65,-18-4-19,0 0 0,1 0 0,-1 0 0,0-1-1,0 1 1,0-1 0,0 0 0,0 1-1,0-1 1,0-1 0,0 1 0,0 0-1,0-1 1,0 0 0,-1 1 0,1-1-1,-1 0 1,1 0 0,-1-1 20,2-1-71,0 0-1,-1-1 1,0 0 0,0 0 0,0 0 0,-1 0 0,1 0-1,-1-1 1,-1 1 0,2-3 71,2-17-322,-1 0-1,-1 0 1,-2-1 0,0-17 322,-1 24-78,1-31-27,1-12 574,-5-53-469,0 261 941,0 191 707,-16 15-1648,7-251 51,0 5-931,9-35-5030,3-69-977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54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1 485 8794,'0'0'8136,"0"0"-5307,24-26-1713,-24 26-1116,35-37 568,1 1-1,6-1-567,-35 31 60,0 1 0,1 0-1,-1 1 1,1 0 0,0 0-1,1 1 1,-1 0 0,1 0 0,-1 1-1,1 0 1,0 0 0,-1 1 0,1 1-1,0-1 1,0 1 0,0 1 0,0 0-1,0 0 1,1 1-60,1-1 29,4 1-1,0 1-1,0 0 1,-1 1-1,1 1 1,-1 0 0,0 1-1,-1 0 1,1 1-1,-1 1 1,-1 0-1,2 2-27,23 19 323,-1 2 0,28 31-323,-27-25 432,1-1 0,8 2-432,-39-32 34,0-1 1,0 0 0,0-1-1,1 0 1,0 0 0,0-1-1,0 1 1,0-2 0,0 1-1,0-1 1,1-1-1,-1 1 1,1-1 0,-1-1-1,1 0 1,0 0 0,-1 0-1,8-2-34,-5-1 15,1-1-1,-1 0 0,0 0 0,-1-1 0,1-1 1,-1 0-1,0 0 0,0-1 0,-1 0 0,0 0 0,0-1 1,-1-1-1,3-2-14,9-12 52,0-1 0,-2-1 1,-1-1-1,-1 0 0,-1-1 0,-1-1 0,-2 0 1,-1-1-1,-1 0 0,-1 0 0,-1-1 1,-2-1-1,-2 1 0,0-1 0,-2 1 1,-1-1-1,-2 0 0,-1-1-52,2 31-32,-1-1-1,1 1 1,-1 0 0,1-1-1,-1 1 1,0 0-1,1-1 1,-1 1 0,0 0-1,0 0 1,0 0 0,0 0-1,0 0 1,0 0 0,0 0-1,0 0 1,0 0-1,-1 1 1,1-1 0,0 0-1,-1 1 1,1-1 0,0 1-1,-1-1 1,1 1 0,0-1-1,-1 1 1,1 0-1,-1 0 1,1 0 0,-1 0-1,1 0 1,0 0 0,-1 0-1,1 1 1,-1-1-1,1 0 1,-1 1 32,-7 1-518,0-1-1,0 2 1,1-1-1,-1 1 1,1 0-1,-1 1 519,-40 26-5422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55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1 176 2561,'0'0'10424,"0"0"-5232,0 0-3354,0 0-803,6 39 145,40 257 777,-28-193-1212,-6-36-221,-2-1 0,0 66-524,-10-130 47,0-15 232,-6-167 226,1 94-484,3-1 1,8-52-22,-6 133-1,1 0 0,0 0-1,1 0 1,-1 0 0,1 1 0,0-1 0,1 1 0,-1-1 0,1 1 0,0 0 0,0 0-1,1-1 2,-2 4-1,0 0-1,-1 1 1,1-1-1,0 1 0,0 0 1,-1-1-1,1 1 0,0 0 1,0 0-1,1 0 1,-1 0-1,0 0 0,0 1 1,0-1-1,1 1 1,-1-1-1,0 1 0,0 0 1,1 0-1,-1 0 0,0 0 1,1 0-1,-1 1 1,0-1-1,0 1 0,0-1 1,1 1-1,-1 0 1,0 0-1,0 0 0,0 0 1,0 0-1,0 1 2,9 6-8,0 0 0,-1 1 1,0 0-1,-1 1 0,0 0 0,-1 1 0,5 7 8,5 5 0,37 47-5,-2-2 9,30 28-4,-66-78 1,1 0-1,1-1 1,1-2-1,1 0 1,0 0 0,0-2-1,6 1 0,-20-10 3,-1-1 1,1 0-1,0-1 1,0 0-1,0 0 0,0-1 1,0 1-1,1-1 0,-1-1 1,0 0-1,0 0 0,1 0 1,-1-1-1,1 0-3,-3 0 6,-1 0 0,0-1 0,0 0 1,1 0-1,-1 0 0,0 0 0,0 0 0,-1-1 0,1 0 0,-1 0 0,1 0 0,-1 0 0,0 0 1,0-1-1,0 1 0,0-1 0,-1 0 0,0 0 0,0 0 0,0 0 0,0 0 0,0-2-6,5-14 20,-1 0-1,-1-1 0,0 1 0,-2-1 1,1-21-20,-2-110 164,-3 87-44,1 31 21,-2 0 1,-1 0 0,-2 0 0,-1 1 0,-2-1-1,-1 1 1,-2 1 0,-1 0 0,-8-13-142,17 43-1906,1 11 1122,3 15-839,14 12-4480,10-3-5061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55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10098,'0'0'7690,"0"0"-6530,-63 268 993,50-108-241,13-2-656,0-24-536,43-45-456,13 0-184,20-8-80,7-28 0,26-29-888,-20-24-1768,-13 0-5602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56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1041 11779,'0'0'3751,"0"0"-594,0 0 143,0 0-1043,0 0-1014,32-28-620,104-101-190,-122 114-385,-1 0-1,0-2 1,-1 1 0,-1-2 0,-1 1-1,0-1 1,-1-1 0,-1 0-1,-1 0 1,-1-1 0,-1 1 0,0-1-1,-2 0 1,1-5-48,1-4 39,13-88 247,-5-2 0,-5 1 1,-6-63-287,-1 200 1,1 0 0,1 0 0,1 0 0,5 15-1,0 2 6,-2-1 1,3 0 0,0-1 0,3 0 1,0-1-1,5 5-7,-14-30 2,1 1 0,0 0 0,0-1 0,1 0 0,0 0 0,0-1 0,1 0 1,0 0-1,0 0 0,0-1 0,1 0 0,0 0 0,1-1 0,-1 0 1,1-1-1,0 0 0,0 0 0,0-1 0,0 0 0,1 0 0,4 0-2,-7-2 2,0 0-1,0 0 1,0 0-1,1-1 0,-1 0 1,0-1-1,0 1 1,0-2-1,0 1 1,0-1-1,0 0 0,0 0 1,0 0-1,-1-1 1,1 0-1,-1-1 1,0 1-1,1-1 0,-2-1 1,1 1-1,-1-1 1,1 0-1,-1 0 1,-1 0-1,1-1 0,-1 0 1,0 0-1,0 0 1,3-6-2,2-8-43,0 0 0,-1-1 0,-1 0 1,-1 0-1,-1 0 0,-1-1 0,-1 0 1,0-7 42,1-44-35,-4-48 35,0 75 219,0 98-169,3-1 0,2 1 0,11 43-50,-10-65 16,3 0 1,0-1-1,2 0 0,1 0 0,1-1 0,1-1 0,7 7-16,-17-28-148,0 0 1,0-1-1,1 0 0,0 0 0,0 0 0,1-1 1,-1 0-1,1 0 0,0 0 0,0 0 1,0-1-1,0 0 0,1-1 0,-1 1 1,1-1-1,0 0 0,0-1 0,0 0 1,-1 0-1,7 0 148,27 0-4779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56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1 297 7154,'0'0'8740,"0"0"-3662,0 0-2348,0 0-687,0 0-997,0 0-617,13-26-174,92-187 344,-99 197-480,-5 12-75,0 1 0,1-1 0,-1 1 0,1 0 0,-1-1 0,1 1 0,0 0 0,0 0 0,0 0 0,1 0 0,-1 1 0,1-1-44,-2 3 0,0 0 0,-1 1 0,1-1 1,0 1-1,-1-1 0,1 1 0,-1-1 0,1 1 1,-1 0-1,1-1 0,-1 1 0,1 0 0,-1-1 0,1 1 1,-1 0-1,0-1 0,0 1 0,1 0 0,-1 0 1,0-1-1,0 1 0,0 0 0,0 0 0,0 0 1,0-1-1,0 1 0,0 0 0,0 1 0,4 37-36,-2 0 0,-4 38 36,1-29-264,2 0 1,2 6 263,-2-41-300,1 1 0,1-1 0,0 0 0,0 0 0,1 0 0,1-1 0,0 0 0,1 1 0,5 6 300,20 21-3008,4-12-2695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59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1 968,'0'0'11707,"0"0"-6594,0 0-2193,0 0-1039,0 0-321,0 0-512,99 199-287,-89-109-105,-4-1-120,-2-6-280,-1-3-136,4-11-48,3-13-72,3-8-152,3-15-1008,-6-9-1585,-3-15-4817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8:59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0 191 16107,'0'0'5058,"0"0"-3506,0 0-640,202-80-912,-53 35-120,-20 9-2104,-26 7-4946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9:00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1027 12995,'0'0'4193,"0"0"-1371,0 0-593,0 0-251,0 0-462,0 0-653,31-38-427,101-134-224,-117 149-192,0 0 0,-1-2 0,-2 0 0,0 0 0,-2-1 0,-1 0-1,-1-1 1,2-14-20,-6 24 4,17-88 106,-5-2-1,-4 1 0,-3-99-109,-9 197 112,0 6-69,0 0-1,0 1 1,-1-1 0,1 1-1,0-1 1,1 0 0,-1 1 0,0-1-1,0 0 1,1 1 0,-1-1-1,1 1 1,-1-1 0,1 1-1,0-1 1,0 1-43,6 8 143,11 43-54,8 39-89,-18-56 17,1 0 0,2 0 0,2-1 1,0-1-1,2 0 0,10 13-17,-22-40 4,0 1 0,1-1 1,0 0-1,0 0 1,0 0-1,0-1 0,0 1 1,1-1-1,0 0 0,-1 0 1,1-1-1,0 1 0,1-1 1,-1 0-1,0-1 0,6 2-4,-7-3-4,-1 1 0,1-1-1,0 0 1,0 0 0,0 0-1,0 0 1,-1-1 0,1 0-1,0 1 1,0-2 0,-1 1-1,1 0 1,-1-1 0,1 1-1,-1-1 1,0 0 0,1 0-1,-1 0 1,0-1-1,0 1 1,-1-1 0,1 0-1,0 0 1,1-2 4,7-13-97,-1 0 0,-1-1 1,-1 0-1,0-1 0,-2 1 0,0-2 0,-1 1 0,-1 0 0,-1-1 0,0-4 97,3-36-188,-2-57 188,-4 117 5,-2 103 81,1 91 190,3-167-253,0 1 1,2-1-1,1 0 0,1 0 1,9 24-24,-13-45-100,-1 0 1,1 0-1,1 0 0,-1-1 1,1 1-1,0-1 1,0 0-1,0 1 1,1-1-1,-1-1 1,1 1-1,0 0 0,0-1 1,0 0-1,0 0 1,1 0-1,-1-1 1,1 1-1,0-1 0,0 0 1,0 0-1,0-1 1,0 0-1,0 1 1,0-2-1,4 1 100,28 1-5332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9:00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1 222 12563,'0'0'4617,"0"0"-1415,0 0-824,0 0-1020,22-25-775,11-10-458,2-2 264,-1-2 0,22-34-389,-43 60 766,-7 20-288,-6 30-173,-1-24-356,-2 35 90,-2 0 0,-2-1 0,-3 0 0,-5 14-39,-5 27-2080,5 1-3733,11-37-4902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9:01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1720,'0'0'9520,"0"0"-4787,0 0-2110,0 0-575,0 0-737,0 0-513,30-18-247,93-54-153,-81 53-202,-25 17-29,-9 3-90,-7-1-73,0 0-1,0 0 0,0 1 0,-1-1 0,1 0 1,0 0-1,0 1 0,-1-1 0,1 1 0,0-1 1,0 0-1,-1 1 0,1-1 0,0 1 0,-1 0 1,1-1-1,-1 1 0,1-1 0,-1 1 0,1 0 1,-1 0-1,0-1 0,1 1 0,-1 0 0,0 0 1,1-1-1,-1 1 0,0 0 0,0 0 0,0 0 0,1-1 1,-1 2-4,1 32-15,-1-25 24,0 9 5,0 1 0,-1 0 1,-1-1-1,-1 1 0,0-1 1,-2 0-1,0 0 1,-1 0-1,0 0-14,-38 79 184,15-36 132,3 1 0,-3 16-316,29-77 26,0 0 0,0 0 0,0 0 0,0 0 0,0 0 0,0 0 0,0 0 0,0-1 0,0 1 0,0 0 0,0 0 0,0 0 1,1 0-1,-1 0 0,0 0 0,1 0 0,-1-1 0,1 1 0,-1 0 0,1 0 0,-1 0 0,1-1 0,0 1 0,-1 0 0,1-1 0,0 1 0,0-1 0,-1 1 0,1-1 0,0 1 0,0-1 0,0 1 0,-1-1 0,1 0 0,0 1 0,0-1 0,0 0 0,0 0 1,0 0-1,0 0 0,0 0 0,0 0 0,0 0 0,0 0 0,0 0-26,60 0 426,-36-2-177,38 3 377,1-4 0,0-2 0,48-11-626,-101 14-1312,1 1 0,-1 0 0,1 1 0,7 0 1312,2 1-4746,5-1-5367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9:01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606 1 17828,'0'0'5881,"0"0"-4369,0 0-447,0 0 159,-90 158-360,21-75-408,-17 3-432,-10 3-24,-17 4-1048,27-19-1625,20-26-11402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9:05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217 333 15403,'0'0'3653,"0"0"-1713,33-1-757,-6-1-966,-15 0-145,1 0 0,-1 1 1,1 1-1,-1 0 0,1 1 0,0 0 0,-1 1 0,1 0 0,-1 1 1,0 1-1,0 0 0,0 0 0,0 1 0,-1 1 0,0 0 0,4 2-72,-4 1 55,0 0 1,-1 0-1,0 1 0,-1 0 0,0 1 0,-1 0 0,0 0 0,0 1 0,-1 0 1,-1 0-1,0 0 0,-1 1 0,0 0 0,-1 0 0,0 1 0,-1-1 0,-1 1 1,0 0-1,-1 0 0,0-1 0,-2 11-55,1-17 13,-1 1 0,0-1 0,0 0-1,-1 0 1,0 0 0,-1 0 0,1-1 0,-1 1 0,0-1 0,-1 1 0,0-1 0,0 0-1,0 0 1,-1-1 0,0 1-13,-4 3 14,-1 0-1,1 0 0,-2-1 1,1-1-1,-1 0 0,-1 0 1,1-1-1,-5 1-13,-12 4 17,-1 0 1,0-3-1,-1 0 0,0-2 1,0-1-1,-30 1-17,44-5 13,0 0 0,0 0 0,0-1 0,0-1 1,-5-1-14,16 1 7,1 0 0,-1 0 1,1 0-1,0-1 0,-1 1 1,1-1-1,0 0 0,0-1 1,0 1-1,1-1 0,-1 1 0,0-1 1,1 0-1,0-1 0,0 1 1,-3-3-8,-2-7 35,0 0 0,0-1 0,2 0 1,0 0-1,0 0 0,1-1 0,1 0 0,0 0 1,1 0-1,1 0 0,0-6-35,-2-36 342,3-1 0,4-22-342,-3 57 62,2 2-38,1 1 0,0-1 0,2 1 0,0 0 0,2 0 0,0 0 0,1 1 0,0 0 0,2 1 0,0 0 0,1 0 0,1 1 0,1 1 0,0 0 0,1 0 0,1 2 0,0-1 0,1 2-1,1 0 1,0 1 0,0 1 0,1 1 0,1 0 0,0 1 0,0 1 0,0 1 0,8-1-24,-17 6-198,-1 0 0,0 0 0,1 1 1,-1 1-1,1-1 0,-1 2 0,0-1 0,1 1 0,-1 1 0,1-1 0,-1 2 0,0-1 0,0 1 1,0 1-1,-1-1 0,1 2 0,-1-1 0,8 6 198,32 28-6085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9:06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3929,'0'0'8939,"0"0"-4446,0 0-2559,0 0-473,0 0-480,0 0-456,23-18 94,67-54 82,-70 57-452,-17 19-64,-6 45 383,-2 0 1,-2 0-1,-8 21-568,5-21 89,1 2 0,3-1 0,1 26-89,8-58-1201,-3-18 1030,1 0 1,-1 0-1,1 0 0,-1 1 1,0-1-1,1 0 0,-1 0 1,1 0-1,-1 0 0,1 0 1,-1 0-1,0 0 1,1 0-1,-1 0 0,1 0 1,-1-1-1,1 1 0,-1 0 1,0 0-1,1 0 0,-1 0 1,1-1-1,-1 1 0,0 0 1,1 0-1,-1-1 1,0 1-1,1 0 0,-1 0 1,0-1-1,1 1 0,-1 0 1,0-1-1,0 1 0,0-1 1,1 1-1,-1 0 0,0-1 1,0 1-1,0-1 171,16-22-9471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9:06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11426,'0'0'2701,"0"0"-367,0 0 24,38-5-542,123-14-512,-152 18-1166,1 0 0,-1 1 0,0 0 0,1 0 0,-1 1 0,0 0 0,2 2-138,-8-3 42,0 1 0,0 0 0,1 1 0,-1-1 0,0 0 0,-1 1 0,1 0 0,0 0 1,0 0-1,-1 0 0,1 0 0,-1 0 0,2 3-42,0 0 22,-1 1 1,-1-1 0,1 1 0,-1 0-1,0 0 1,0 0 0,-1 1 0,0-1 0,0 0-1,0 0 1,-1 1 0,0-1 0,0 0-1,-1 2-22,1 1 5,0 0 0,-1 0 0,-1 0 0,1 0-1,-1 0 1,-1 0 0,0-1 0,0 1 0,-1-1-1,0 0 1,0 1-5,-9 11 48,-2 0-1,1 0 1,-8 5-48,-4 7 24,24-30-14,-18 29 22,19-30-34,1-1 1,0 1-1,-1 0 1,1-1-1,0 1 0,0 0 1,-1-1-1,1 1 0,0-1 1,0 1-1,0 0 1,0-1-1,0 1 0,0 0 1,0-1-1,0 1 0,0 0 1,1-1-1,-1 1 1,0-1-1,0 1 0,0 0 1,1-1-1,-1 1 0,0-1 1,1 1-1,-1-1 1,0 1-1,1-1 0,-1 1 1,1-1-1,-1 1 0,1-1 1,-1 1-1,1-1 0,-1 0 1,1 1-1,0-1 1,-1 0-1,1 0 0,-1 1 1,1-1-1,0 0 0,-1 0 1,1 0-1,0 0 1,-1 0-1,1 0 0,-1 0 1,1 0-1,0 0 2,50 4-415,1-2 0,32-5 415,6 1-5499,-43 2-2663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9:07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16371,'0'0'2929,"0"0"-664,0 187 63,-3-83-976,-4 0-543,4-3-401,3-11-208,0-7-144,10-20-56,6-7-168,1-20-560,-1-18-1169,-6-18-4152,-3 0-5706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9:07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10698,'0'0'7914,"0"0"-4153,0 0-2305,0 0-832,212-74-616,-96 62-8,49-3-632,-33 3-1840,-19 3-3722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9:08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187 325 14843,'0'0'4073,"0"0"-1951,34 1-468,27 3-484,24 4-1170,-78-7 41,0 1 0,-1-1 0,1 1 0,0 0 0,-1 0 0,0 1 0,0 0 0,0 0 0,0 0-1,0 1 1,0 0 0,-1 0 0,0 0 0,0 1 0,0 0 0,-1 0 0,1 0 0,-1 1 0,0-1 0,-1 1-1,3 5-40,-1 1 31,0 0 0,-1 0-1,-1 0 1,0 1 0,-1 0-1,0-1 1,-1 1 0,-1 0-1,0 5-30,0-8 23,-1 1 0,-1 0-1,0-1 1,0 1 0,-1-1 0,0 0-1,-1 1 1,0-1 0,-1-1-1,0 1 1,0-1 0,-1 0-1,0 0 1,-1-1 0,0 1 0,0-1-1,-1-1 1,0 0 0,0 0-1,-2 1-22,-6 3 34,0 0 0,0-1-1,-1-1 1,-1 0 0,1-2-1,-1 0 1,-1-1 0,1 0-1,-1-2 1,0 0 0,-1-1-34,17-2 0,-1-1 1,0 1-1,1-1 1,-1 0 0,0 0-1,1 0 1,-1 0-1,0-1 1,1 1 0,-1-1-1,1 0 1,-1 0 0,1-1-1,-1 1 1,1-1-1,0 1 1,0-1 0,-1 0-1,1 0 1,1 0 0,-1-1-1,0 0 0,-2-4 3,0 0 0,1 0 0,0-1 0,0 1 1,1-1-1,0 0 0,0 0 0,1 0 0,-1-3-3,-19-65 319,3 0-1,3-1 1,4 0 0,-2-78-319,14 149 24,-1-1 0,1 0 0,1 0 0,-1 1 1,1-1-1,0 0 0,1 0 0,0 1 0,0-1 0,0 1 1,1 0-1,-1 0 0,2 0 0,-1 0 0,1 0 0,0 0 1,0 1-1,0 0 0,1 0 0,-1 0 0,1 0 0,1 1 1,-1 0-1,1 0 0,5-3-24,20-11 21,1 0-1,1 3 1,0 0 0,1 3 0,12-3-21,-23 8-224,0 1 0,1 1 0,-1 2 0,1 0 0,0 1 1,0 2-1,0 0 0,15 3 224,-29-1-674,0 0 0,0 1 1,-1 0-1,1 1 0,2 1 674,42 23-7803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9:08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13003,'0'0'2531,"0"0"-755,0 0-101,0 0-685,0 0-593,0 0-210,25 27-51,-2-3-45,-2 0 0,-1 2 0,12 18-91,-31-41 18,1 0 0,-1-1 0,0 1 0,0 0 0,0 0 0,-1-1 0,1 1 0,-1 0 0,1 0 0,-1 0 0,0 0-1,0 0 1,0 0 0,0 0 0,-1 0 0,1 0 0,-1-1 0,0 1 0,0 0 0,0 0-18,-2 4 65,-1-1 0,1 0 1,-1 0-1,-1 0 0,1-1 1,-3 4-66,-7 8 194,-2 4 97,10-13-122,0-1 1,0 0-1,1 1 0,0 0 0,1 1 0,-1-1 0,2 1 0,-1-1 0,1 1 0,0 0 0,1 1 0,-1 7-169,3-17 16,0 1-1,0 0 1,1-1-1,-1 1 1,0-1-1,0 1 1,1-1-1,-1 1 1,0-1-1,1 1 0,-1-1 1,1 1-1,-1-1 1,0 1-1,1-1 1,-1 1-1,1-1 1,-1 0-1,1 1 1,0-1-1,-1 0 1,1 0-1,-1 1 1,1-1-1,-1 0 1,1 0-1,0 0 1,-1 0-1,1 0 1,-1 0-1,1 0 1,0 0-16,27 1 162,-20-1-110,3 0-82,0-1 1,0 0 0,-1 0 0,1-1-1,0-1 1,0 1 0,-1-2 0,0 0-1,0 0 1,0 0 0,6-5 29,2-2-999,-2-1-1,1-1 1,9-9 999,22-25-5500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9:08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12099,'0'0'4286,"0"0"-1291,0 0-861,0 0-930,0 0-701,0 0-319,27 25-87,6 7-69,-1 1-1,6 11-27,-36-42 2,-1 0 1,1 0-1,-1 0 0,1 0 1,-1 0-1,0 0 1,0 1-1,0-1 0,0 0 1,0 1-1,0-1 0,-1 1 1,1-1-1,-1 1 1,0-1-1,1 1 0,-1-1 1,0 1-1,-1-1 0,1 1 1,0-1-1,-1 1 0,1-1 1,-1 0-1,0 1 1,0-1-1,0 1 0,0-1 1,0 0-1,-1 0 0,1 0 1,-1 0-1,1 0 0,-1 0 1,0 0-1,1 0 1,-1-1-1,-2 2-2,-5 7 33,-8 9 29,-26 32 23,42-48-85,-1-1 0,1 0 1,-1 0-1,1 1 0,0-1 1,0 1-1,0-1 0,0 1 1,0 0-1,1-1 0,-1 1 1,1 0-1,0-1 0,-1 1 1,1 0-1,0-1 0,1 1 1,-1 0-1,1 2 0,0-4-1,0 0 0,0 1 0,0-1 0,0-1 0,0 1 0,1 0 0,-1 0 0,0 0 0,0 0 0,1-1 0,-1 1 0,1-1 0,-1 1 0,0-1 0,1 0 0,-1 1 0,1-1 0,-1 0 0,1 0 0,-1 0 1,37 2 12,-31-1-11,15-1-476,0 0 0,1-1 0,-1-1-1,4-1 476,-13 0-1669,0 0-1,-1-1 1,1 0-1,9-6 1670,21-10-9886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9:09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10818,'0'0'4201,"0"0"-2392,0 0 447,0 0-183,225 196-729,-156-59-280,-29 41-144,-27-8-32,-13-12-287,-7-36-97,-22-30-168,-1 3-288,-7 6-48,1-20-88,0-10-336,-17 9-673,10-26-1535,10-12-3513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9:43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1281 6001,'0'0'8671,"0"0"-4855,0 0-1261,0 0-573,0 0-614,-2-28-364,-8-88-162,10 113-767,0 0 0,-1-1 1,1 1-1,-1 0 0,0 0 0,0 0 0,0 0 1,0 0-1,0 0 0,-1 0 0,1 0 0,-1 0 1,0 1-1,0-1 0,-2-2-75,2 4 17,1 0-1,-1 0 0,0 0 1,1 0-1,-1 0 1,0 0-1,0 0 1,0 1-1,1-1 0,-1 1 1,0-1-1,0 1 1,0 0-1,0 0 1,0 0-1,0 0 0,0 0 1,-2 0-17,-2 2-6,-1 0 0,0 0 0,1 0 1,-1 1-1,1 0 0,0 0 0,0 0 0,0 1 0,0 0 1,1 0 5,-15 13-8,1 0 1,0 1 0,2 1 0,0 1 0,1 0 0,2 1 0,0 1 0,1 0 0,1 1-1,1 0 1,1 1 0,1 0 0,1 1 0,1 0 0,1 0 0,2 0 0,0 1 0,1 10 7,3-29-5,0 1 0,0-1 0,0 1 0,1-1 1,0 1-1,1-1 0,0 0 0,0 0 1,0 0-1,1 0 0,0 0 0,0 0 1,1-1-1,0 1 0,0-1 0,0 0 0,1 0 1,0-1-1,0 1 0,1-1 0,-1 0 1,1 0-1,0-1 0,0 0 0,1 0 1,-1 0-1,1-1 0,0 0 0,0 0 0,0-1 1,0 0-1,0 0 0,2-1 5,5 3-3,1-2 0,-1 0 0,1 0 0,-1-1 0,1-1 0,0-1 0,-1 0 0,1-1 1,-1 0-1,0-1 0,12-4 3,-15 2 4,1 0 0,-1 0 0,0-1 1,0-1-1,-1 1 0,1-2 0,-2 0 1,1 0-1,-1-1 0,0 0 0,-1 0 1,0-1-1,5-9-4,0-1 1,-2 0 0,-1-1-1,0-1 1,-1 1 0,-2-2 0,0 1 0,-1-1 0,-1 0 0,-2 0-1,1-7 0,1-52 0,-3-1 0,-5-25 0,3 105 0,-7-113-3,-5 1 1,-11-32 2,-55-228 98,18 101 538,54 248-480,-1-2 673,17 57-389,5 21-433,43 146-8,0 38 1,15 218-114,-49-278-58,-19-146-599,1-1-1,7 20 772,10 15-4387,-7-29-4896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9:43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9522,'0'0'7570,"0"0"-5458,159 286 1665,-67-31-2225,-9 31-496,-37 3-271,-36-33-337,-10-51-168,-33-15-168,-7-17-112,-9-18-584,6-48-1217,6-24-5712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9:51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0 138 13363,'0'0'4510,"0"0"-2017,0 0-284,37-24-688,28-16-636,31-13-885,-90 50 31,0 0 0,0 0 0,0 1 0,0 0-1,0 0 1,0 0 0,1 1 0,-1 0 0,1 0 0,-1 1-1,1 0 1,-1 0 0,1 0 0,-1 1 0,0 0-1,1 0 1,-1 0 0,0 1 0,1 0 0,-1 0 0,0 1-1,0 0 1,-1 0 0,1 0 0,-1 1 0,1 0-1,-1 0 1,0 0 0,0 1-31,4 2 40,27 22 93,-1 1-1,-2 2 1,-1 2 0,-1 1 0,-2 1-1,-2 1 1,8 16-133,7 17 94,-3 2 0,-3 2 0,20 60-94,-27-47-60,-4 2 1,8 57 59,-32-138-218,-1-7 99,0 1 1,0 0-1,0 0 0,0 0 1,0-1-1,1 1 0,-1 0 1,1 0-1,-1-1 0,1 1 1,0 0-1,-1-1 0,1 1 1,0 0-1,0-1 0,0 0 1,0 1-1,1-1 1,0 2 118,3-11-4556,-3-23-3925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9:51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0 8386,'0'0'9858,"0"0"-8122,0 0 129,-57 158 87,21-54-616,-17 12-423,-3 0-185,-4-11-200,7-13-312,14-15-128,12-17-88,17-13-120,10-17-848,0-6-1025,17-9-3840,6-9-5329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9:52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0 586 12123,'0'0'4610,"0"0"-907,0 0-1133,0 0-871,0 0-835,11-30-519,68-194-13,-57 156-103,-6 17 111,2 0-1,2 0 1,23-37-340,-43 86 10,1 1 0,0 0 0,-1-1 0,1 1 0,0 0 0,0-1 0,0 1 0,0 0 0,0 0 1,0 0-1,1 0 0,-1 0 0,0 0 0,0 0 0,1 0 0,-1 0 0,1 1 0,-1-1 0,0 1 0,1-1 0,-1 1 0,1-1-10,-1 1 3,1 1-1,-1-1 1,0 0-1,0 1 1,1-1-1,-1 1 0,0-1 1,0 1-1,0 0 1,0-1-1,0 1 0,0 0 1,0 0-1,0 0 1,0 0-1,0 0 1,0 0-1,0 0 0,-1 0 1,1 1-3,6 9-6,-1 0 0,-1 0 0,0 1 0,-1 0 0,0 1 6,-1-5 19,20 69 139,9 59-158,-17-63-529,4 0 1,9 17 528,-9-48-1894,-2-16-2630,-1-7-3981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9:52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12683,'0'0'1800,"182"-27"-928,-56 9 64,72 0-583,-32 4-353,-51 5-1473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9:53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1 554 7538,'0'0'6638,"0"0"-3664,0 0-526,11-30-709,37-95-659,-46 119-995,0 1 1,1 0 0,0-1-1,0 1 1,0 1 0,0-1-1,1 0 1,0 1-1,0 0 1,0 0 0,0 0-1,1 0 1,0 1 0,0-1-1,0 1 1,0 1 0,0-1-1,0 1 1,5-2-86,2 1 75,0 1-1,0 1 1,0 0 0,0 0-1,0 1 1,0 1 0,5 0-75,18 1 174,-12-1-51,0 1 0,-1 0-1,1 2 1,-1 1 0,0 1-1,18 7-122,29 15 438,30 17-438,-38-15 237,57 17-237,-73-35 88,0-2-1,1-2 1,0-3 0,1-1-1,-1-2 1,21-3-88,-49 1 40,-1-1 0,0 0 0,1-1-1,-1-1 1,0-1 0,-1 0 0,1-1 0,-1-1 0,16-8-40,-26 11 56,0-1 0,0 1 0,0-1 0,-1-1 0,1 1 0,-1-1 0,0 0 0,0 0 0,0 0 0,-1-1 0,0 0 0,0 0 0,0 0 0,-1 0 0,0-1 0,0 1 0,-1-1 0,0 1 0,0-1 0,0 0 0,-1 0 0,0 0 0,0 0 0,-1 0 0,0-2-56,1-6 106,-1 1 0,-1-1 0,0 0 0,-1 0 0,0 1 0,-1 0-1,-1-1 1,0 1 0,-1 0 0,-1 1 0,-6-13-106,5 15-162,1-1 0,1 0 0,0 0-1,1-1 1,-2-8 162,4 14-803,1 1-1,0-1 1,1 0-1,0 0 0,0 0 1,0 0-1,1-2 804,5-15-7923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9:53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0 173 14915,'0'0'3797,"3"36"-1150,0 3-2040,4 53 1928,11 47-2535,9-9 1008,-15-81-801,-3 0 0,-1 1 0,-2 0 1,-3 8-208,-3-57 109,0-6 278,-2-26-26,-2-1 1,-1 1 0,-7-24-362,-7-39 74,9 8-52,3-1 0,4 0 0,7-56-22,-4 140 1,0 1-1,0-1 0,0 0 0,0 0 1,0 1-1,1-1 0,0 0 0,-1 1 0,1-1 1,0 0-1,0 1 0,1-1 0,-1 1 1,0-1-1,1 1 0,0 0 0,-1 0 1,1 0-1,0 0 0,0 0 0,0 0 1,0 0-1,0 0 0,2 0 0,-1 2-4,0-1 1,0 1-1,0 0 1,0 0-1,0 0 0,0 0 1,0 0-1,0 0 1,0 1-1,0 0 0,-1 0 1,1-1-1,0 2 0,0-1 1,0 0-1,-1 0 1,1 1-1,-1 0 0,1-1 1,-1 1-1,0 0 1,1 0-1,-1 1 4,23 20-14,-1 2 0,-1 0 0,-1 1 0,6 12 14,28 33 0,-52-66 0,38 45 2,2-1 0,2-2 0,10 4-2,-43-40 1,1 0 0,1 0 0,-1-1-1,2-1 1,-1-1 0,1 0 0,1-1 0,-1 0-1,1-2 1,0 0 0,1-1 0,-1 0-1,1-2 1,2 0-1,-16-1 6,0-1-1,0 0 1,0 0-1,0-1 1,0 1 0,0-1-1,0 0 1,-1 0-1,1 0 1,0 0-1,0-1 1,-1 1-1,1-1 1,-1 0 0,1 0-1,-1 0 1,0-1-1,0 1 1,0-1-1,0 0-5,1-2 9,0-1 1,-1 1-1,0-1 0,0 0 0,-1 0 0,0 0 1,0 0-1,0 0 0,0 0 0,-1-1 0,0 1 1,0-5-10,2-25 89,-1 0 0,-2 0 0,-1-1 1,-2 1-1,-2 0 0,-1 0 0,-1 1 1,-3 0-1,0 0 0,-3 1 0,0 0 1,-2 1-1,-14-21-89,27 50-307,0 1 0,0-1 0,0 0 1,1 0-1,-1 0 0,1 0 0,0 0 0,1 0 0,-1 0 0,1 0 1,-1 0-1,1-4 307,0-5-5447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0:59:53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8970,'0'0'9946,"0"0"-7769,-70 202 519,40-86-1032,10 9-607,10 0-553,10-12-328,0-9-104,24-12-72,9-14-88,6-10-560,11-2-889,-7-25-3400,-7-8-5673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01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13571,'0'0'5149,"0"0"-2628,0 0-789,0 0-769,0 0-504,29-12-141,95-35 25,-118 44-305,1 1 0,-1 0 0,1 0 0,0 0 0,0 1 0,-1 0 0,1 0 0,0 1 0,0 0 0,0 0 0,4 1-38,1 1 38,-9-2-29,0 1 0,-1-1 0,1 1 0,-1-1 0,1 1 1,-1 0-1,1 0 0,-1 1 0,1-1 0,-1 0 0,0 1 0,0-1 0,0 1 0,0 0 0,0 0 0,0 0 0,0 0 0,-1 0 0,1 0-9,2 4 13,-1-1 0,0 1-1,0 0 1,-1 0-1,1 0 1,-1 0 0,-1 0-1,1 3-12,2 16 33,-1 0-1,-1 0 1,-2 24-33,0-39 9,0 4-1,-1 1-1,0 0 0,-1 0 1,-1 0-1,0-1 1,-1 1-1,-1-1 0,0 0 1,-6 10-8,-5 4 135,-1 0 0,-1-1 0,-21 23-135,33-42 84,-1-1-1,1 1 1,1 1-1,0-1 1,0 1-1,1 0 1,-1 0-1,2 0 1,0 1-1,0-1 1,0 1-1,2 0 1,-1 0-1,1 0 1,0 0-1,1 0 1,0 0-1,1 4-83,1-11 38,-1 1 1,1 0-1,-1-1 0,1 0 0,0 1 0,0-1 1,1 0-1,-1 0 0,1 0 0,-1 0 0,1-1 1,0 1-1,0-1 0,0 1 0,1-1 0,-1 0 1,0 0-1,1-1 0,-1 1 0,1-1 0,0 1 1,0-1-1,2 0-38,10 4 36,0-1-1,1-1 1,-1-1 0,0 0 0,2-1-36,-9 0-111,0 0 0,0-1 0,0 0 0,-1 0 0,1-1 1,0 0-1,0-1 0,0 0 0,-1 0 0,1-1 0,-1 0 0,1 0 0,-1-1 0,0 0 0,-1-1 1,1 1-1,-1-2 0,0 1 0,0-1 0,1 0 111,35-39-3518,-9 3-4828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02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1 13715,'0'0'2640,"0"0"-456,-31 0 24,-6-1-1489,1 2 0,-20 4-719,50-4 57,0 0 0,1 0 0,-1 1 1,1 0-1,-1 0 0,1 1 0,0-1 0,0 1 1,0 1-1,0-1 0,1 0 0,-1 1 1,1 0-1,0 0 0,0 0 0,0 1 0,1 0 1,-1-1-1,1 2-57,-3 5 138,0 0 0,1 1 0,0-1 0,1 1 0,1 0 0,-3 12-138,3-10 121,1 0 1,0 1-1,0-1 0,2 1 1,0-1-1,0 1 0,3 11-121,-2-20 26,0 0-1,1-1 0,-1 1 0,1-1 0,0 1 0,1-1 0,-1 0 1,1 0-1,0 0 0,0 0 0,1 0 0,-1-1 0,1 0 0,0 1 0,0-2 1,1 1-1,-1 0 0,1-1 0,0 0 0,3 2-25,3 1 14,1-1-1,1 0 0,-1-1 1,1-1-1,0 0 1,-1 0-1,1-1 1,0-1-1,1 0 1,-1-1-1,0 0 0,0-1 1,12-3-14,-14 3-35,0-2 1,-1 0-1,0 0 0,1-1 1,-1 0-1,-1 0 1,1-1-1,-1-1 0,1 1 1,-2-2-1,1 1 1,-1-1-1,0-1 1,0 1-1,-1-1 0,6-8 35,-1-6-67,-1 0-1,-1 0 0,-1-1 0,0-3 68,2 1 1432,-13 205-453,5 207 653,-3-386-1735,0 0 0,-1 1 0,1-1 0,1 1 1,-1-1-1,0 1 0,0-1 0,1 1 0,-1-1 0,0 0 1,1 1-1,0-1 0,-1 0 0,1 1 0,0-1 0,-1 0 0,1 0 1,0 1-1,0-1 0,0 0 0,0 0 0,0 0 0,0 0 1,1 0-1,-1-1 0,0 1 0,0 0 0,1-1 0,-1 1 0,0 0 1,1-1-1,-1 1 0,1-1 0,-1 0 0,1 0 0,-1 1 1,0-1-1,1 0 0,-1 0 0,1 0 0,-1-1 0,1 1 0,-1 0 1,1 0-1,-1-1 0,0 1 0,1-1 0,-1 1 0,0-1 1,1 0-1,0 0 103,18-14-5796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02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13291,'0'0'5665,"0"0"-3248,-8 37-468,-25 123-275,29-136-1360,1 0 1,1 0-1,1 0 0,1 0 0,1 0 1,2 8-315,-2-25 37,0 1 0,0 0-1,1-1 1,0 0 0,0 1 0,1-1 0,0 0 0,0 0 0,0 0 0,1-1 0,0 1-1,1-1 1,-1 0 0,1 0 0,1 0 0,-1-1 0,1 0 0,0 0 0,0 0 0,0-1-1,0 1 1,5 0-37,-1 0 14,1 0 0,-1-2 0,1 1 0,1-1 0,-1-1-1,0 0 1,0 0 0,1-1 0,-1-1 0,1 0 0,-1 0 0,1-1-1,-1-1 1,10-2-14,-12 1 3,0 0 0,0 0 0,-1-1 0,1 0-1,-1-1 1,0 0 0,0 0 0,-1-1 0,1 1-1,-1-2 1,0 1 0,-1-1 0,0 0 0,0-1 0,0 1-1,-1-1 1,0 0 0,-1 0 0,0-1 0,2-4-3,0-1 6,-1 0 0,0 0 1,-1 0-1,-1-1 1,0 1-1,-1-1 1,-1 0-1,0 0 0,-1 0 1,0 1-1,-2-1 1,-2-14-7,2 20 35,-1 1 1,-1 0 0,1 0 0,-1 0-1,0 0 1,-1 1 0,0 0 0,0 0-1,-1 0 1,1 0 0,-2 1 0,1 0-1,-1 0 1,0 1 0,0 0 0,-6-4-36,3 3-31,-1-1 1,0 2-1,0 0 1,-1 0 0,0 1-1,1 0 1,-1 1-1,-1 0 1,1 1-1,0 1 1,-8 0 30,19 0-73,-1 1-1,1 0 1,-1 0-1,0 0 1,1 0-1,-1 1 1,1-1 0,-1 0-1,1 1 1,-1-1-1,1 1 1,-1-1-1,1 1 1,-1 0 0,1 0-1,0-1 1,-1 1-1,1 0 1,0 0-1,0 0 1,0 1 0,0-1 73,-1 2-638,1-1 1,0 1-1,0 0 1,0 0-1,0 0 1,1 0 0,-1 0-1,1 0 1,0 0-1,-1 0 1,2 1 637,-2 28-13342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02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14251,'0'0'6441,"0"0"-3936,0 0-369,0 0-759,-33 173-777,26-146-408,1-1-192,-1-5-256,1 0-696,-4-3-681,0-6-1167,3-3-2377,7-9-3281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03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12099,'0'0'6129,"0"0"-3417,0 0-722,0 0-615,0 0-724,34-12-383,4-1-204,1 1 0,28-4-64,-64 16 5,-1-1 0,1 1 0,0-1 0,0 1 0,0 0 0,0 0-1,0 1 1,0-1 0,0 1 0,-1-1 0,1 1 0,0 0 0,0 0 0,-1 0 0,1 0 0,0 1 0,-1-1 0,1 1-1,-1-1 1,0 1 0,1 0 0,-1 0 0,0 0-5,1 2 14,0 1-1,0 0 1,-1 0-1,1 0 0,-1 0 1,0 0-1,0 0 1,-1 0-1,0 1-13,1 2 21,4 11 37,-2 0-1,-1 1 1,0 0 0,-2-1 0,0 1 0,-1 0-1,-1 0 1,-1 0 0,-2 11-58,-4 7 128,-2-1-1,-1 0 1,-2-1 0,-9 18-128,15-36 49,0 0 1,1 0 0,1 1-1,1 0 1,1 0 0,0 0-1,1 1 1,2 17-50,0-35 6,0 0 0,0 0 0,0 0 0,1 0 0,-1 0 0,1 0 1,0 0-1,-1 0 0,1 0 0,0-1 0,0 1 0,0 0 0,0-1 0,1 1 0,-1 0 0,0-1 0,1 0 0,-1 1 0,1-1 0,-1 0 0,1 0 0,0 1 1,-1-1-1,1-1 0,0 1 0,0 0 0,0 0 0,0-1 0,0 1 0,0-1 0,0 1 0,0-1 0,0 0 0,0 0-6,11 2-45,1-2 1,-1 1-1,0-2 0,12-1 45,-18 1-52,7-1-406,-1-1 1,1-1 0,-1-1-1,1 0 1,-1 0 0,-1-1-1,1-1 1,-1 0 0,0-1-1,-1 0 1,0-1 0,8-7 457,-1 2-1959,36-31-7658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03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114 203 16772,'0'0'4036,"0"0"-2118,-17 36-409,-53 124-183,64-147-1197,2 0 0,-1 1 0,2-1 0,0 1 0,1 0-1,0 0 1,1 0 0,0 0 0,1 0 0,1 1-129,0 3 106,-1-13-82,0 1-1,1-1 1,-1 0-1,1 0 0,1 0 1,-1 0-1,1 0 1,-1 0-1,2 0 1,-1-1-1,0 1 0,1-1 1,0 1-1,0-1 1,0 0-1,0 0 0,3 1-23,0 0 18,0 0-1,0-1 1,0 0-1,0 0 0,1 0 1,0-1-1,0 0 1,0-1-1,0 1 0,0-1 1,5 0-18,3 1 10,0-1 0,0-1 1,0-1-1,0 0 0,0 0 0,1-2 0,-1 0 1,0-1-1,-1 0 0,1-1 0,0-1 1,0 0-11,-4 0 0,-1-1 0,1 0 1,-1-1-1,0 0 1,0 0-1,-1-1 1,0 0-1,-1-1 1,0 0-1,0 0 0,0-1 1,-2 0-1,1 0 1,-1-1-1,0 0 1,-1 0-1,-1 0 0,0-1 1,0 1-1,-1-1 1,1-10-1,-1 9 18,-2 0 0,0-1 0,0 1 0,-1-1 0,-1 1 0,0-1 0,-1 1 0,0 0 0,-1-1 0,-1 1 0,0 1 0,-1-1 0,0 0 0,-1 1 0,0 0 0,-1 1 1,0-1-1,-1 1 0,-4-4-18,-5-2 37,0 0 1,-1 2 0,0 0-1,-1 1 1,-1 1 0,-1 0-1,1 2 1,-17-6-38,-12-11-676,46 26 284,0-1 1,1 0-1,-1 1 0,1-1 0,0 0 0,-1 0 0,2 0 1,-1-1-1,0 0 392,-3-14-6636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03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1 156 12843,'0'0'6581,"0"0"-3822,29-15-1044,98-47-466,-117 58-1147,0 0 0,0 0 0,0 1 0,1 0 0,-1 1 0,1 0-1,-1 1 1,1 0 0,0 0 0,4 1-102,-5 0 33,-7 0-29,-1 0-1,0 1 1,1-1 0,-1 0-1,0 1 1,0-1 0,1 1-1,-1 0 1,0-1 0,0 1-1,0 0 1,0 0 0,0 1 0,0-1-1,0 0 1,-1 1 0,1-1-1,0 1 1,-1-1 0,1 1-1,0 1-3,1 1 3,-1 1 0,0-1 0,0 0 0,0 1 0,0-1 0,-1 1 0,0-1 0,0 1 0,0 0 0,0 3-3,0 8 21,-1 0 0,-1 0 0,0 0-1,-1 1 1,-1-2 0,-2 7-21,-23 55 77,22-65-68,1 0 0,0 1 1,0 0-1,1 0 0,1 1 0,1-1 0,0 0 1,-1 9-10,3-19-4,0 0 0,0 0-1,0 0 1,0 1 0,0-1 0,1 0 0,-1 0 0,1 0 0,0 0 0,0 0 0,0-1 0,0 1 0,0 0 0,1 0 0,-1-1 0,1 1-1,0-1 1,0 1 0,0-1 0,0 0 0,0 1 0,0-1 0,1 0 0,-1-1 0,1 1 0,-1 0 0,1-1 0,0 1 0,0-1 0,-1 0 0,1 0-1,0 0 1,0 0 0,0-1 0,0 1 0,0-1 0,0 0 0,2 1 4,7 1-557,-1-1 0,1 0 0,0 0 0,-1-1 0,1 0 0,0-1 0,0-1 0,-1 0 0,1 0-1,8-4 558,24-15-7237</inkml:trace>
  <inkml:trace contextRef="#ctx0" brushRef="#br0" timeOffset="1">957 1 24,'0'0'17340,"0"0"-14492,0 0-855,93 170-201,-44-40-432,-12 1-455,-14 9 23,-17 0 96,-6-36-472,-3 3-336,-27-20-136,-6-19-80,-10-14-336,-7-16-584,-40-8-576,14-12-1337,3-9-6489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05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16468,'0'0'5465,"0"0"-4009,0 0 520,0 0-471,265 152-233,-159-45-168,-13 18-176,-21 9-199,-15-4-257,-21-8-296,-6-17-112,-14-16-64,-3-24-480,-6-17-601,-7-48-583,0 0-408,-7-33-3274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06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0 16428,'0'0'5353,"0"0"-4289,-40 158 664,-10 9-263,1-1-521,3-8-416,9-33-128,24-39-280,3-2-120,7-4-160,3-20-632,0-19-657,0-14-2271,3-15-3642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06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38 705 2969,'0'0'14033,"0"0"-8441,0 0-3354,0 0-822,-6-26-726,0 6-615,0-3-40,0 0 1,1 0-1,2-1 0,0 1 1,2-1-1,0 0 0,3-23-35,4 11-7,2 0-1,1 1 0,2 0 0,2 0 0,1 1 0,1 1 0,2 0 0,1 1 1,2 1-1,1 1 0,6-6 8,-26 36 0,29-30-30,-29 28 27,0 1-1,1 0 1,-1 0-1,1 0 1,-1 0-1,1 0 0,-1 1 1,1-1-1,0 0 1,0 1-1,-1-1 1,1 1-1,0 0 1,0 0-1,-1-1 1,1 1-1,0 0 1,0 0-1,0 1 1,1-1 3,-2 1-4,0 1 1,0-1-1,0 0 1,0 1-1,0-1 1,-1 1-1,1-1 1,0 1-1,-1 0 1,0-1-1,1 1 0,-1 0 1,0-1-1,1 1 1,-1 0-1,0-1 1,0 1-1,0 0 1,-1-1-1,1 1 1,0 0-1,-1 1 4,1 3-6,-1 3-9,0 0 1,-1 0-1,0 0 0,0 0 1,-1 0-1,0-1 1,0 1-1,-1-1 0,0 0 1,-1 0-1,0 0 1,0-1-1,-1 0 0,1 0 1,-1 0-1,-1-1 1,0 1-1,0-1 15,5-4-164,8-4 71,13-3 127,1 0 1,0 1 0,0 1-1,1 1 1,-1 1-1,0 1 1,1 1 0,8 1-35,-23-1 14,1 0 0,-1 0 0,-1 1 1,1 0-1,0 0 0,0 0 0,-1 0 1,1 1-1,-1 0 0,0 1 0,0-1 1,0 1-1,0 0 0,-1 0 0,1 0 0,-1 1 1,0-1-1,0 1 0,-1 0 0,1 0 1,-1 0-1,0 1 0,-1-1 0,1 1 1,-1 0-1,0 0 0,-1 0 0,1 0 1,-1 0-1,0 5-14,0-4 36,0 0 0,0 0 1,-1 0-1,0 0 0,0 0 0,-1 0 1,0 0-1,0 0 0,-1 0 0,0 0 0,0-1 1,0 1-1,-1 0 0,0 0-36,-2 0 38,-1 1 0,1-1-1,-1 0 1,0-1 0,-1 1-1,0-1 1,0-1 0,0 1-1,0-1 1,-7 3-38,1 0 14,-1-1 0,1-1-1,-1 0 1,0-1 0,0-1 0,-1 0-1,1-1 1,-1 0 0,0-1 0,0-1 0,0 0-1,0-1-13,13 0-31,1 0-1,-1 0 0,1 0 0,0-1 1,-1 1-1,1 0 0,-1 0 0,1-1 1,0 1-1,-1-1 0,1 1 0,0-1 1,0 0-1,-1 0 0,1 1 0,0-1 1,0 0-1,0 0 0,0 0 0,0 0 1,0 0-1,0 0 0,0-1 0,0 1 0,1 0 1,-1 0-1,0-1 0,1 1 0,-1 0 1,1-1-1,-1 1 0,1 0 0,0-1 1,0 1-1,0-1 0,0 1 0,-1-1 1,2 1-1,-1 0 0,0-1 0,0 1 1,0-1-1,1 1 32,0-6-289,0 1 0,0 0 0,1 0-1,0-1 1,0 1 0,1 0 0,0 0 0,0 1 0,2-4 289,34-34-4737,7 4-2699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07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1 405 15947,'0'0'4751,"0"0"-2247,7-27-605,-2 10-1646,-3 5-160,1 0 1,0 0-1,1 0 0,1 0 1,0 1-1,0-1 1,1 1-1,1 1 1,0-1-1,0 1 0,1 0 1,0 1-1,0 0 1,1 0-1,6-4-93,6-1 71,0 1 0,0 1 0,1 1 0,0 1 0,1 1 0,1 0 1,0 2-73,-15 4 18,0 1-1,0 0 0,0 0 0,0 1 0,0 0 0,0 0 0,0 1 0,0 1 0,0-1 0,0 1 0,0 1 0,0 0 0,0 0 0,-1 1 1,1 0-1,-1 0 0,1 1 0,-1 0 0,0 1 0,5 3-16,6 11 0,0 1 0,-1 1 0,-2 1 0,0 0 0,-1 1 0,-1 1 0,4 11 0,2 2 0,2-2 0,18 24 0,-35-53 3,0-1 0,0 1 0,0-1 0,1 0 0,0-1 0,0 1 0,0-1 0,1 0 0,-1 0 0,1-1 0,0 0 0,0 0 0,0-1 0,0 0 0,0 0 0,1 0 0,-1-1 0,1 0 0,-1-1 0,3 0-3,0 0 5,1-1 0,-1-1-1,-1 0 1,1 0 0,0-1 0,0 0-1,-1 0 1,0-1 0,1-1 0,-2 1-1,1-1 1,0-1 0,-1 0 0,5-4-5,4-5 18,0 0 0,-2-2 0,0 1 0,-1-2 0,0 0 0,9-17-18,-16 23 34,0-1 0,-1-1-1,-1 1 1,0-1 0,-1 0 0,0 0 0,-1 0-1,0 0 1,-2-1 0,1 1 0,-2-3-34,0 5 17,0 1 1,0-1-1,-1 1 1,-1-1-1,-2-8-17,2 15-315,0-1-1,-1 1 1,1 0-1,-1 1 1,0-1 0,0 1-1,0-1 1,-1 1-1,0 0 1,0 0 0,0 0-1,0 1 1,0-1 315,-13-9-7164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08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40 736 11755,'0'0'3952,"0"0"-1415,-6-26-134,1 7-1964,-3-9 88,2 0 0,0-1-1,2 1 1,1-1 0,2-15-527,1 42 23,-1-47 626,3 0 1,8-47-650,-8 81 88,1 1 0,1-1 0,0 1-1,1 0 1,1 0 0,0 1 0,1-1 0,0 1 0,1 1-1,1-1 1,8-9-88,-15 20 12,0 0-1,-1 0 1,1 0 0,1 0-1,-1 0 1,0 0-1,0 0 1,1 1-1,-1-1 1,1 1 0,-1 0-1,1 0 1,0 0-1,-1 0 1,1 0 0,0 0-1,0 1 1,0-1-1,-1 1 1,1 0-1,0 0 1,0 0 0,0 0-1,0 1 1,0-1-1,-1 1 1,1-1-1,0 1 1,0 0 0,-1 0-1,1 1 1,-1-1-1,1 0 1,0 1-12,6 5 1,0 0 1,-1 0-1,0 0 0,0 1 0,-1 0 1,0 0-1,0 1 0,2 5-1,26 42 6,8 22-6,-27-45-4,1-2 0,2 1-1,1-2 1,1-1 0,2 0 0,1-2-1,3 2 5,-20-23 4,0-1 0,0 0 0,1 0-1,0 0 1,0-1 0,0 0-1,1-1 1,-1 0 0,1 0 0,-1-1-1,1 0 1,0 0 0,3-1-4,-7 0 5,-1-1 0,1 0 0,0 0 1,0 0-1,0-1 0,0 0 0,-1 0 0,1 0 1,0 0-1,-1-1 0,1 0 0,-1 0 0,1 0 1,-1 0-1,0-1 0,0 0 0,0 0 0,0 0 1,-1 0-1,1 0 0,-1-1 0,0 0 0,0 1 1,1-3-6,4-7 16,0-1 0,-2 0 0,0 0 0,0-1 1,-1 1-1,-1-1 0,0-1 0,-1 1 0,0-7-16,1-23 274,-2-1 0,-3-26-274,-1 59 37,0 0 0,0 0-1,-1 0 1,-1 1 0,0-1-1,0 1 1,-2 0 0,1 0-1,-1 0 1,-1 1 0,0 0-1,-2-1-36,-28-52-198,32 48-868,7 7-4869,6 3-3471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08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0 8570,'0'0'9754,"0"0"-7802,0 0 129,0 0-449,-142 226-304,122-131-527,17 1-329,3-4-224,6-9-120,31-11-80,9-13-48,7-11-192,0-10-584,20-8-1073,-17-9-3312,-6-12-4553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09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2497,'0'0'8917,"0"0"-3968,0 0-1828,0 0-588,0 0-865,0 0-936,31-11-370,102-30-86,-122 38-233,0 0 1,0 1 0,0 1-1,0 0 1,0 1 0,1 0-1,3 0-43,-11 1 13,0 0-1,1 0 0,-1 0 1,0 0-1,1 0 0,-1 1 1,0 0-1,0 0 0,0 0 1,0 0-1,-1 0 0,1 1 1,1 1-13,-1 2 4,1-1 0,-1 1-1,0 0 1,-1 0 0,0 0 0,0 1 0,0-1 0,-1 1 0,0 0 0,0 0 0,0-1 0,-1 1 0,0 0 0,0 1 0,-1-1 0,0 0 0,-1 6-4,1-4 10,-1 0-1,0 1 1,-1-1 0,1 0-1,-2 1 1,0-1 0,0 0-1,0-1 1,-1 1-1,0 0 1,-1-1 0,0 0-1,0 0 1,-6 5-10,0 0 20,-1 0 0,-1-1-1,0 0 1,-1-1 0,0-1 0,-1 0 0,-9 4-20,18-10 4,4-3-5,0 0 1,0 0 0,0 1-1,0-2 1,0 1 0,0 0 0,-1 0-1,1-1 1,0 1 0,0-1-1,-1 1 1,1-1 0,0 0 0,0 0-87,5-3-45,2-4 111,1 2 1,1-1-1,-1 1 0,1 0 1,0 0-1,0 0 0,0 1 1,1 0-1,-1 1 0,1 0 1,0 0-1,0 1 0,2-1 21,5-1 4,0 2-1,0-1 0,0 2 1,0 0-1,0 0 0,0 2 0,4 0-3,-15 0 4,-1 0 0,1 0 0,0 0 0,0 1 0,-1-1 0,1 1 1,0 0-1,-1 0 0,0 0 0,1 1 0,-1-1 0,0 1 0,0 0 0,-1 0 0,1 0 0,0 0 0,-1 0 0,0 0 0,0 1 0,0-1 0,0 1 0,-1-1 0,1 1 0,-1 0 0,0 0 0,0 0 0,0 0 0,0 0 0,-1 0-4,2 6 21,-1-1 0,0 1 0,-1-1 0,0 1 0,0-1 0,-1 1 0,0-1 0,-1 1 1,0-1-1,0 0 0,-1 1 0,-2 2-21,-1-1 52,-1 0 1,0 0 0,0-1-1,-1 0 1,-1-1-1,1 0 1,-1 0-1,-1-1 1,0 0 0,0-1-1,-3 2-52,-14 8 152,-1-1 0,0-2-1,-28 10-151,40-17 26,0-1 0,0-1 0,-1-1-1,0-1 1,0 0 0,0-1-1,-14 0-25,30-2-9,0 0 0,0-1 0,0 1 0,0 0 0,0-1 0,0 1 0,1-1 0,-1 1 0,0-1 0,0 1 0,0-1 0,0 0 0,1 1 0,-1-1 0,0 0 0,1 0 0,-1 1-1,0-1 1,1 0 0,-1 0 0,1 0 0,-1 0 0,1 0 0,0 0 0,-1 0 0,1 0 0,0 0 0,0 0 0,0 0 0,0 0 0,0 0 0,0 0 0,0 0 0,0 0 0,0 0-1,0 0 1,0 0 9,8-43-843,-1 31 387,0 0 1,1 1 0,1 1 0,0-1-1,0 1 1,1 1 0,0 0 0,1 0-1,2-1 456,6-6-984,57-52-4135,-9 11-2344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10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37 5841,'0'0'8071,"0"0"-4357,-3 28-1238,1-10-2100,-7 58 1906,3-1-1,4 15-2281,2-84 56,1-1-1,-1 1 0,2 0 1,-1-1-1,0 1 1,1 0-1,0-1 0,1 0 1,-1 1-1,1-1 0,0 0 1,0-1-1,0 1 0,1 0 1,0-1-1,0 0 1,0 0-1,0 0 0,1 0 1,-1-1-1,1 1 0,0-1 1,0 0-1,0-1 0,1 1 1,-1-1-1,1 0 1,3 0-56,6 3 28,1-2 1,-1 0-1,1 0 1,0-2-1,0 0 0,0 0 1,0-2-1,0 0 1,0-1-1,0 0-28,-9 0 3,0 0-1,0 0 0,-1 0 0,1-1 1,-1 0-1,0 0 0,1-1 0,-1 1 1,-1-1-1,1-1 0,-1 1 1,0-1-1,0 0 0,0 0 0,0 0 1,-1-1-1,0 0 0,0 0 0,-1 0 1,1 0-1,-1 0 0,-1-1 0,1 1 1,-1-3-3,1 1 1,-1 0 1,0 0 0,-1-1 0,0 1 0,0 0 0,-1 0-1,0-1 1,0 1 0,-1 0 0,0-1 0,-1 1 0,1 0-1,-2 0 1,1 0 0,-1 0 0,0 1 0,-1-1-1,0 1 1,0 0 0,-2-2-2,-10-11 46,-1 1-1,-1 1 0,-1 1 1,-1 1-1,-15-10-45,-36-31-974,70 56-830,4 1-2612,14 0-2733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10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49 7314,'0'0'8799,"0"0"-5210,-15 37-1320,-48 124-439,58-147-1663,1-1-1,0 1 1,1 0 0,0 0-1,2 0 1,-1 1-1,2-1 1,0 0 0,1 11-167,0-11 62,-1-9-54,1 0 0,0 0 1,0 0-1,0 0 0,1 0 0,-1-1 1,1 1-1,0-1 0,1 1 0,-1-1 1,1 0-1,-1 0 0,1 0 1,1 0-1,-1 0 0,0-1 0,1 1 1,0-1-1,0 0 0,0 0 0,0 0 1,0-1-1,1 0 0,-1 1 1,1-1-1,-1-1 0,1 1 0,0-1 1,0 0-1,0 0 0,-1 0 0,3-1-8,1 1-12,0 0 0,0 0 0,0-1 0,0-1 0,0 1 0,0-1 0,0 0 0,0-1 0,-1 0-1,1 0 1,-1-1 0,1 0 0,-1 0 0,0-1 0,0 0 0,0 0 0,0-1 0,-1 1-1,6-6 13,-3-1 16,-1 1-1,-1-1 1,1 0-1,-2-1 1,0 1-1,0-1 1,-1-1-1,0 1 1,-1-1-1,-1 0 1,2-11-16,-1 1 142,-1 1 0,-2-1 0,0 0 0,-2 1 0,0-1 0,-3-12-142,2 28 40,0-1-1,0 1 1,-1-1-1,0 1 0,0 0 1,-1 0-1,1 1 1,-2-1-1,1 1 0,-1 0 1,0 0-1,0 0 1,-1 0-1,1 1 1,-1 0-1,0 1 0,-1-1 1,1 1-1,-1 0 1,-1 0-40,2 1-92,-1-1 0,1 1 0,-1 0 0,0 1 0,0 0 0,0 0 0,0 1 0,-1 0 0,1 0 0,0 0 0,-1 1 0,1 0 0,0 0 0,-1 1 0,1 0 0,0 1 0,0-1 0,0 1 0,0 1 0,0-1 0,-1 2 92,5-2-509,-1 0-1,1 0 1,0 0-1,0 1 0,0-1 1,1 1-1,-1 0 1,1 0-1,-2 2 510,-15 30-10041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10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97 643 17092,'0'0'4177,"0"0"-2153,0 0-368,0 0-815,-63 170-521,50-129-320,-1-2-409,11 6-1207,0-13-3417,3-11-2569</inkml:trace>
  <inkml:trace contextRef="#ctx0" brushRef="#br0" timeOffset="1">679 182 18092,'0'0'3614,"0"0"-1614,10-26-505,34-81-457,-42 102-951,0 0 1,0 1 0,1-1-1,-1 1 1,1 0-1,0-1 1,0 1-1,0 0 1,2-1-88,-5 5 18,1-1 0,-1 1 1,1 0-1,-1-1 0,1 1 1,-1 0-1,1 0 0,-1-1 0,1 1 1,-1 0-1,1 0 0,0 0 1,-1-1-1,1 1 0,-1 0 0,1 0 1,-1 0-1,1 0 0,0 0 1,-1 0-1,1 0 0,-1 1 1,1-1-1,0 0 0,-1 0 0,1 0 1,-1 0-1,1 1 0,-1-1 1,1 0-1,-1 1 0,1-1 0,-1 0 1,1 1-1,-1-1 0,0 1 1,1-1-19,2 6 79,1-1 1,-1 1 0,-1 0-1,1 0 1,-1 0 0,0 0 0,0 0-1,0 5-79,-1-6-12,9 41 262,-2-1 1,-2 1-1,-1 31-250,-4 142-542,-2-112-1922,3-97-938,6-9-3691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11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84 19196,'0'0'3305,"0"0"-1650,0 0-430,-16 33-348,-13 28-397,-6 21-480,31-71 38,0-1 0,1 1 0,0-1 0,1 1 0,0 0 0,1 0 0,0 0 0,0 0 0,1 0 0,1 0 0,0 0 0,0 0 0,1 0 0,1 0 0,0 0 0,0-1 0,1 1 0,0-1 0,1 0 1,0 0-1,1 0-38,0-2-7,0-1 1,1 0 0,0 0-1,0 0 1,1-1 0,-1 0-1,2 0 1,-1-1 0,0 0-1,1-1 1,0 1 0,0-2-1,0 1 1,1-2 0,-1 1-1,1-1 1,0 0 0,-1-1-1,1 0 1,0-1 0,8 0 6,-7 0-38,1-1 1,-1 0 0,0 0-1,1-1 1,-1-1 0,0 0 0,0 0-1,0-1 1,-1 0 0,1-1-1,-1 0 1,0-1 0,-1 0 0,1-1-1,-1 0 1,0 0 0,-1-1-1,4-4 38,-4 2-8,-1-1 0,0 0 0,0 0 0,-1-1 0,-1 1 0,0-1 0,-1 0 0,0-1-1,-1 1 1,1-7 8,1-11 155,-2 1 0,-2-1-1,-1-29-154,0 51 49,-1 1 0,0-1 1,0 0-1,-1 1 0,0-1 0,0 1 0,0 0 0,-1 0 0,0 0 0,-1 0 1,0 0-1,0 0 0,0 1 0,-1 0 0,0 0 0,0 0 0,0 0 1,-1 1-1,0 0 0,0 0 0,-5-2-49,-1-1-23,0 2 0,-1-1 0,0 2-1,-1 0 1,1 0 0,-1 1 0,0 1 0,0 0 0,0 1 0,0 1 0,-7 0 23,12 1-571,-20 0 710,28 0-409,1 0 0,-1 0 0,0 0 1,0 0-1,0 0 0,1-1 0,-1 1 1,0 0-1,0 0 0,0-1 0,1 1 1,-1 0-1,0-1 0,0 1 0,1-1 1,-1 1-1,0-1 0,1 1 0,-1-1 1,0 1-1,1-1 0,-1 0 0,1 1 1,-1-1-1,1 0 0,-1 0 270,1-10-8004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11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8426,'0'0'8763,"0"0"-4988,0 0-1973,32-5-746,108-17-502,-131 20-528,0 1 0,0-1 0,0 2-1,0-1 1,0 2 0,0-1 0,0 1 0,0 0 0,0 1 0,0 0 0,2 1-26,-8-1 1,0 0 0,-1 0 1,1 0-1,-1 0 0,0 0 1,0 1-1,0-1 0,0 1 1,0-1-1,0 1 1,0 0-1,-1 0 0,0-1 1,0 1-1,1 0 0,-1 0 1,-1 1-1,1-1 0,0 0 1,-1 0-1,0 0 1,0 0-1,0 0 0,0 1 1,0 0-2,0 3 3,-1 0 0,1 0 1,-1-1-1,0 1 0,-1 0 1,0-1-1,0 1 0,0-1 1,-1 1-1,0-1 0,0 0 1,0 0-1,-1-1 0,-3 5-3,-8 9 37,-2-1-1,0-1 0,-12 10-36,11-12 25,2 0-1,0 2 1,-11 14-25,26-29 0,0-1 1,-1 1-1,1 0 1,0-1-1,0 1 0,1 0 1,-1 0-1,0 0 1,0 0-1,1-1 0,0 1 1,-1 0-1,1 2 0,0-3-5,0 0 1,0-1-1,0 1 0,0 0 1,1-1-1,-1 1 0,0-1 0,0 1 1,1 0-1,-1-1 0,0 1 1,1-1-1,-1 1 0,1-1 0,-1 1 1,1-1-1,-1 1 0,1-1 1,-1 0-1,1 1 0,-1-1 0,1 0 1,0 1-1,-1-1 0,1 0 1,0 0 4,5 2-78,0-1 1,0 0 0,0-1-1,0 1 1,1-1 0,-1 0-1,2-1 78,8 0-241,0 1-326,0-1 0,0 0-1,0-1 1,6-2 567,33-15-5525,-18 2-2855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11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 1 13531,'0'0'5017,"0"0"-2673,53 309 497,-43-92-857,-10-5-511,-3-40-521,-37-59-568,-10-41-248,-13-1-136,-56 21-872,10-8-1241,7-25-6824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23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9314,'0'0'9178,"0"0"-5780,0 0-1882,0 0-185,8 33-217,0-3-875,11 45 377,-4 0 0,0 17-616,-2 90 847,-7 0 0,-9 7-847,1-7 253,4-43-191,0 5-363,-6 4 301,4-148-45,0 1 0,0 0 0,0 0 0,0-1 0,0 1 0,0 0 0,0 0 0,0 0 0,0-1 0,0 1 0,0 0 0,0 0 0,-1 0 0,1-1 0,0 1 0,-1 0 0,1 0 0,0-1 0,-1 1 0,1 0 0,-1-1 0,1 1 0,-1-1 0,1 1 0,-1 0 0,1-1 0,-1 1 0,0-1-1,1 0 1,-1 1 0,0-1 0,0 1 0,1-1 0,-1 0 0,0 0 0,0 1 0,1-1 0,-1 0 0,0 0 0,0 0 0,0 0 0,1 0 0,-1 0 0,0 0 0,0 0 0,0 0 0,1 0 0,-1 0 0,0-1 0,0 1 0,1 0 0,-1-1 0,0 1 0,0 0 0,1-1 0,-1 1 0,0-1 0,1 1 0,-1-1 0,1 1 0,-1-1 0,1 0 0,-1 1 0,1-1 0,-1 0 0,1 1 0,-1-1 45,-29-42-3431,10 9-2088,-1-8-5800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24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0 452 13019,'0'0'3151,"0"0"-348,0 0-306,0 0-1117,0 0-680,42-16-92,262-105 670,-238 94-905,291-115 897,-234 99-820,122-25-450,-244 68-79,-1 0 1,1-1-1,0 1 0,-1 0 1,1-1-1,-1 1 1,1-1-1,-1 1 1,1 0-1,-1-1 1,0 1-1,1-1 1,-1 0-1,1 1 1,-1-1-1,0 1 1,0-1-1,1 1 1,-1-1-1,0 0 0,0 1 1,0-1-1,0 0 1,1 1-1,-1-1 1,0 0-1,0 1 1,0-1-1,-1 0 1,1 1-1,0-1 1,0 1-1,0-1 1,0 0-1,-1 0 79,1-5-2317,0-3-4079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25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9754,'0'0'3403,"0"0"-1627,0 0-141,0 0-248,0 0-374,0 0-223,1-1-631,0-1 1,0 1 0,0 0 0,1 0-1,-1-1 1,0 1 0,0 0 0,1 0-1,-1 1 1,1-1 0,-1 0 0,0 0 0,1 1-1,0-1 1,-1 0-160,57-6 1074,-1-4 0,27-9-1074,-39 8-130,0 2 1,0 2-1,1 2 1,25 1 129,-63 5-429,7 0-319,-10 0-6213,-5 0-163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26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12563,'0'0'2488,"0"0"-175,0 0-361,0 0-1160,0 0-552,0 0-136,172-15-104,-82-3-808,-21 3-1904,-6 0-3058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26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1 341 8586,'0'0'3587,"0"0"-1172,0 0-139,0 0-387,14-27-420,47-86-138,-55 102-1170,1 0 1,1 0 0,0 1 0,0 1 0,1-1-1,0 1 1,0 1 0,1 0 0,0 0 0,1 1 0,0 0-1,3-1-161,6-4 168,-3 1-73,1 1-1,1 1 1,-1 1-1,1 1 1,1 0-1,-1 2 0,1 0 1,10-1-95,-17 5 4,0-1 0,0 1 0,1 1 0,-1 1 0,0 0 0,0 0 0,0 1-1,0 1 1,-1 0 0,1 1 0,-1 0 0,1 1 0,7 4-4,8 9 20,-1 0-1,-1 2 1,0 1-1,-2 1 1,0 1-1,-1 1 1,-2 1-1,0 1 1,-2 1-1,14 26-19,23 47 198,-5 3-1,16 52-197,-49-112 34,9 17-20,-5-11 21,-1 0 0,-3 2 0,-2 0 0,3 24-35,-15-5-850,-13-72-1953,-8-20-1218,-3-9-2302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27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1 13203,'0'0'3921,"0"0"-3265,0 0 1008,0 0-72,-69 232-319,26-125-281,-7 6 40,-9 0-264,-1-12-264,7-15-311,10-14-97,13-22-88,10-11-8,17-15-160,3-9-753,23-15-1199,24 0-3017,2 0-5514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30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0 625 12139,'0'0'4035,"0"0"-1789,4-28-210,0-8-1415,5-27 1708,11-43-2329,-14 80 301,8-40 1340,21-53-1641,-29 100 131,1 1 1,1 0-1,1 0 0,1 1 0,0 0 0,1 1 0,1 0 1,8-9-132,-19 24 12,0 0 1,0-1 0,0 1-1,0 0 1,0 0-1,1 0 1,-1 0 0,0 0-1,1 0 1,-1 0 0,0 0-1,1 1 1,-1-1 0,1 0-1,-1 1 1,1-1 0,-1 1-1,1 0 1,0-1-1,-1 1 1,1 0 0,-1 0-1,1 0 1,0 0 0,-1 0-1,1 1 1,-1-1 0,1 0-1,-1 1 1,1-1 0,-1 1-1,1-1 1,-1 1-1,1 0 1,-1 0 0,1 0-1,-1-1 1,0 1 0,0 1-1,0-1 1,1 0 0,-1 0-1,0 0 1,0 1 0,0-1-1,-1 0 1,1 1-1,0-1 1,0 1 0,-1-1-1,1 1-12,6 12 8,-1 0 0,0 1 0,-1 0 0,0 0 0,-1 1-8,-1-5 46,9 41 35,-2 0 0,1 32-81,12 66-548,-22-146-73,3 9 334,-4-9-7087,-8-4 1941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31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1 330 13035,'0'0'4985,"0"0"-1993,0 0-1063,0 0-857,0 0-768,168-104-128,-85 75-168,6-1 40,10-3-48,24-17-560,-24 8-1496,-20 0-4234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31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0 17284,'0'0'3785,"0"0"-2985,0 0 1232,53 259-584,-37-128-535,-3 9-161,-6-27-128,-4 6-168,4-21-360,-1-15 48,1-20-144,0-15-16,-1-19-560,-2-14-608,-1-18-737,-3-27-2784,0-8-6769</inkml:trace>
  <inkml:trace contextRef="#ctx0" brushRef="#br0" timeOffset="1">0 652 14635,'0'0'4609,"0"0"-1992,0 0-425,0 0-1408,172-75-472,-73 58-240,17 2-72,6 3-264,34-3-1216,-30 3-4161,-24 0-10355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31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0 415 12099,'0'0'2385,"0"0"-339,11-31-353,-2 2-1284,0 0 37,2 0 1,0 1-1,2 0 1,1 1-1,14-21-446,-17 30 375,1 1-1,1 1 0,0 0 0,1 1 0,1 1 1,0 0-1,1 0 0,3 1-374,-14 9 64,0 1 0,0-1 1,1 2-1,-1-1 0,1 0 0,0 1 0,-1 0 0,1 1 1,0-1-1,0 1 0,1 0 0,-1 1 0,0-1 0,0 1 1,0 1-1,0-1 0,0 1 0,0 0 0,1 0 0,-2 1 1,1-1-1,0 1 0,0 1 0,0-1 0,-1 1 0,0 0 1,1 0-1,-1 1 0,1 1-64,10 8 37,-1 2 1,0 0-1,-1 0 0,-1 1 1,0 1-1,-1 0 0,-1 1 1,5 12-38,19 41 90,14 46-90,-47-112 0,40 111 123,-2 15-123,17 49-420,-56-178 321,-1 0-1,1-1 1,-1 1 0,1-1 0,0 1-1,0-1 1,-1 1 0,1-1 0,0 1-1,0-1 1,1 0 0,-1 1 0,0-1-1,0 0 1,0 0 0,1 0 0,-1 0 0,1 0-1,-1 0 1,1-1 0,-1 1 0,1 0-1,0 0 100,28-4-6994,-10-7-3947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32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566 1 15859,'0'0'2337,"0"0"7,-76 199 193,26-74-1025,-16 12-408,-3 0-343,-7-12-289,6-15-328,10-15-32,14-17-112,10-13-184,23-5-664,9-22-1089,4-17-4768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32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129 835 13899,'0'0'5178,"0"0"-2338,4-35-1031,-1 3-1499,1-11-58,2 0-1,2 0 1,1 0 0,7-13-252,-15 53 4,43-137 174,6 1 0,14-13-178,-60 143 18,-1 1 27,0 1 0,0-1-1,1 0 1,0 1 0,1 0 0,0 0-1,0 0 1,0 1 0,1 0 0,0 0-1,0 0 1,0 1 0,4-3-45,-10 8 6,1 0 0,-1 0 0,1 0-1,-1 0 1,1 0 0,0 0 0,-1 0 0,1 0 0,-1 0 0,1 0 0,0 0 0,-1 0-1,1 0 1,-1 0 0,1 1 0,0-1 0,-1 0 0,1 0 0,-1 1 0,1-1 0,-1 0-1,1 1 1,-1-1 0,0 1 0,1-1 0,-1 0 0,1 1 0,-1-1 0,0 1-1,1-1 1,-1 1 0,0-1 0,1 1 0,-1 0 0,0-1 0,0 1 0,0-1 0,0 1-1,1-1 1,-1 1 0,0 0 0,0-1 0,0 1 0,0-1 0,0 1 0,0 0 0,-1-1-1,1 1 1,0 0-6,-1 38-20,1-34 44,-1 7-15,-1-1 0,0 0 0,0-1-1,-1 1 1,-1 0 0,0-1 0,0 1 0,-5 6-9,-50 75 21,33-56-37,19-22-95,5-12-33,4-4 55,13-15 49,1-1 0,1 2 0,1 0 0,14-10 40,-23 20-22,0 0-1,0 0 0,1 1 0,0 0 1,-1 1-1,2 0 0,-1 1 1,0 0-1,1 0 0,-1 1 0,6 0 23,-13 1-7,1 1 0,-1 0 0,0 0-1,0 0 1,0 1 0,0-1 0,0 1-1,0 0 1,0 0 0,0 0 0,0 0-1,0 0 1,0 1 0,0-1 0,-1 1-1,1 0 1,-1 0 0,1 0 0,-1 0-1,0 0 1,1 1 7,0 1-3,1 1 1,-2 0-1,1-1 1,0 1-1,-1 0 1,0 1-1,0-1 0,-1 0 1,1 0-1,-1 1 1,0-1-1,-1 1 3,1 4 26,0 0-1,-1 0 1,0 0-1,0 0 1,-1-1-1,-1 1 1,0 0-1,0-1 0,-1 1 1,0-1-1,0 0 1,-1 1-1,-1-2 1,-1 3-26,-6 4 50,-1-1-1,0 0 1,-1-1 0,-1-1 0,0 0-1,0-1 1,-2-1 0,1 0 0,-1-1 0,0-1-1,-8 3-49,-35 11-1198,-1-2-1,-43 8 1199,14-7-4742,6-2-3583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34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1 580 6993,'0'0'2565,"0"0"-430,0 0 44,0 0-337,0 0-62,0 0 232,0-3 1222,0-16-2316,0 13-840,1 0-1,0 0 1,1 0-1,-1 1 1,1-1-1,0 0 1,1 1-1,-1 0 1,1-1-1,0 1 1,0 0-1,2-2-77,51-60 58,-34 42 31,48-54 222,29-24-311,-72 77 41,2 1 0,1 1 1,1 2-1,0 1 0,18-8-41,-41 25 4,0 0 0,1 1-1,-1-1 1,0 2 0,1-1 0,0 1-1,0 1 1,-1-1 0,1 2 0,0-1-1,0 1 1,0 0 0,0 1 0,0 0-1,5 2-3,-4 0 10,0 0 0,0 1 0,-1 0 0,0 1 0,1 0 0,-2 0 0,1 1 0,0 0 0,-1 1 0,-1 0 0,1 0 0,-1 0-1,1 3-9,48 60 227,43 70-227,-61-81 33,3-1 0,3-2 0,2-3-1,8 6-32,-39-45 12,1 0 0,0-1 0,1-1 0,0 0 1,1-2-1,0 0 0,1 0 0,0-2 0,0-1 0,1 0 0,0-1 0,0-1 0,0-1 0,1-1 0,0-1 0,1 0-12,-1-1 12,-7 0 5,1-1-1,0 0 0,0-1 1,4-1-17,-14 1 3,-1 0 1,0 0 0,1-1 0,-1 1-1,0-1 1,0 0 0,0 0 0,0 0-1,-1-1 1,1 1 0,-1-1 0,1 0-1,-1 0 1,0 0 0,0 0 0,1-2-4,7-10 14,-1-2 0,0 1 1,-1-1-1,-1 0 1,0-1-1,-2 0 1,0 0-1,-1-1 1,0 1-1,-2-2-14,3-19 239,-2-1 0,-2 0 0,-2 0 0,-2-14-239,-2 22 246,-2 0 1,-1 1-1,-1-1 1,-2 2 0,-11-24-247,-11-37 417,29 84-1015,2 10 171,0 21-291,6 40-2854,1-25-3361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51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1 135 10578,'0'0'3669,"0"0"-2363,0 0-638,0 0-16,22 10 123,-13-5-674,2-1 52,0 1 0,0 0 1,-1 1-1,0 0 0,0 1 0,-1 0 0,0 1 0,0 0 0,-1 0 0,0 0 0,0 1 0,-1 1 0,0-1 1,0 1-1,4 10-153,2 13 541,0 2 1,-3-1-1,0 1 1,-3 1 0,-1 0-1,-1 5-541,1 30 1209,-4 0 0,-5 48-1209,-2-73 346,-3-1-1,-1 0 1,-2 0-1,-3-1 1,-8 19-346,20-58 21,2-4-10,0 0-1,0-1 1,0 1 0,0 0 0,-1-1-1,1 1 1,0-1 0,0 1 0,-1 0-1,1-1 1,0 1 0,-1-1 0,1 1 0,-1 0-1,1-1 1,-1 0 0,1 1 0,-1-1-1,1 1 1,-1-1 0,1 1 0,-1-1-1,1 0 1,-1 1 0,0-1 0,1 0-1,-1 0 1,0 0 0,1 1 0,-1-1 0,0 0-1,1 0 1,-1 0 0,0 0 0,1 0-1,-1 0 1,0 0 0,1 0 0,-1 0-1,0-1 1,1 1 0,-1 0 0,1 0-1,-1-1 1,0 1 0,1 0 0,-1-1 0,1 1-1,-1 0 1,1-1 0,-1 1 0,1-1-1,-1 1 1,1-1 0,-1 1 0,1-1-1,-1 1 1,1-1-11,-28-36 447,27 35-467,-15-27 56,1 0 0,1 0 0,2-1 0,1-1 0,1 0 0,2-1 0,1 0 0,0-4-36,-2-45 12,3 0 0,4-55-12,2 118 8,0-1-1,2 0 1,0 1 0,1-1 0,1 1-1,0 0 1,7-16-8,-9 30-2,0-1 1,0 1-1,0 0 1,0 0-1,0 0 0,1 1 1,0-1-1,0 1 0,0-1 1,0 1-1,0 0 1,1 0-1,-1 0 0,1 0 1,0 1-1,0 0 0,0 0 1,0 0-1,0 0 1,0 0-1,1 1 0,-1 0 1,1 0-1,-1 0 0,0 0 1,1 1-1,0 0 1,-1 0-1,1 0 0,-1 0 1,1 1-1,-1 0 0,1 0 1,-1 0-1,2 1 2,4 1-5,0 1-1,0 0 1,-1 0 0,1 1-1,-1 0 1,0 1-1,-1 0 1,1 1 0,-1-1-1,4 6 6,15 16-6,-1 2 0,5 9 6,-16-20-5,38 53-5,-4 3-1,-1 6 11,3 3-5,33 40 5,-76-114 1,1 0 0,0-1 1,0 0-1,1 0 0,0-1 1,0-1-1,1 1 0,0-2 1,1 1-1,-1-2 0,1 0 0,5 2-1,-11-5 2,0 0 0,0 0 0,0-1 0,1 0 0,-1 0 0,1 0 0,-1-1 0,1 0 0,-1 0 0,1-1 0,-1 0 0,0 0 0,1 0 0,-1-1 0,0 0 0,0 0 0,0 0 0,0-1 0,0 0 0,-1 0 0,1-1 0,-1 1 0,0-1 0,0-1 0,2 0-2,2-6 6,-1 1 1,0-1-1,0 0 0,-1 0 0,-1-1 1,0 0-1,0-1 0,-1 1 0,-1-1 1,0 0-1,-1 0 0,0 0 0,0-3-6,2-32 11,-1 0 0,-2 0 0,-3-2-11,1 20 5,-1-6 56,-1 0 0,-2 0-1,-2 0 1,-1 1 0,-2 0 0,-1 0 0,-2 1 0,-1 0 0,-2 1-1,-1 1 1,-17-26-61,32 57-59,0-1 1,0 1-1,1-1 0,-1 1 0,0-1 0,0 1 0,0 0 0,-1-1 0,1 1 0,0 0 0,0 0 1,-1 0-1,1 0 0,-1 0 0,1 0 0,-1 0 0,1 0 0,-1 1 0,1-1 0,-1 1 0,0-1 1,1 1-1,-1-1 0,0 1 59,1-4-854,1 1 0,0-1 1,1 1-1,-1-1 0,1 0 1,-1 1-1,1-1 0,0 1 1,0 0-1,1-2 854,21-23-10402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51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13539,'0'0'5057,"0"0"-3233,0 0-47,0 0-1001,-6 235 344,6-47-16,0-1-335,-7-32-113,7-48-272,0-29-160,10 2-128,27 6-40,12 6-56,11-14-168,3-7-680,26 10-1073,-16-19-3704,-14-14-6914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53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96,'0'0'12125,"0"0"-7514,0 0-2427,0 0-537,0 0-887,29-19-410,98-60-169,-119 74-154,0 1 0,1 0 0,0 0 0,-1 1 0,2 0 0,-1 1-1,0 0 1,0 0 0,1 1 0,-1 0 0,0 1 0,1 0 0,-1 0 0,9 2-27,11 0 60,-25-1-55,0-1 0,-1 0-1,1 1 1,0-1-1,-1 1 1,1 0-1,-1 1 1,1-1-1,-1 1 1,1-1-1,-1 1 1,0 0-1,0 0 1,0 0-1,0 1 1,0-1 0,0 1-1,-1-1 1,1 1-1,-1 0 1,0 0-1,0 0 1,0 0-1,0 1 1,0-1-1,-1 0 1,0 1-1,1-1 1,-1 1-1,0 1-4,0 3 43,0-1-1,0 0 0,0 0 0,-1 0 0,0 1 0,0-1 0,-1 0 1,0 0-1,-1 0 0,1 0 0,-1 0 0,0 0 0,-1 0 0,0 0 1,-3 5-43,-11 13 263,0-1 1,-2 0 0,0-2-1,-7 5-263,0 0 273,2 1-1,-10 17-272,26-35 29,1 1 1,0 0-1,0 0 1,1 1-1,1 0 1,0 0-1,0 0 1,2 1-1,-1-1 1,1 1-1,1 0 1,1 0 0,-1 0-1,2 1-29,1-12 16,-1 0-1,1 1 1,0-1-1,0 0 1,0 0-1,0 0 1,0 0-1,1 1 1,-1-2-1,1 1 1,-1 0-1,1 0 1,0 0-1,0-1 1,0 1-1,0-1 1,0 1-1,0-1 1,0 0-1,0 0 1,0 0-1,1 0 1,-1 0-1,0-1 1,1 1-1,-1-1 1,2 1-16,72 12 434,-75-13-431,30 4 23,1-1 1,-1-2-1,0-1 0,1-2 0,-1-1 1,18-4-27,-39 4-224,-1-1 0,1 1 0,-1-1 1,0-1-1,-1 0 0,1 0 0,-1-1 1,6-5 223,34-32-4673,-30 26 1128,29-30-10649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53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1072,'0'0'11593,"0"0"-6617,0 0-2934,-29 1-458,29-1-1584,-36 1 592,0 2 0,-13 3-592,44-4 61,0-1 0,1 0 0,-1 1 0,0 0 0,1 0-1,-1 0 1,1 1 0,0 0 0,0-1 0,0 1 0,0 1-1,0-1 1,1 1 0,-1-1 0,1 1 0,0 0-1,0 0 1,1 0 0,-1 1 0,1-1 0,-2 3-61,-2 5 140,0-2-72,1 1 0,0-1 0,0 1 1,1 0-1,1 0 0,0 1 0,0-1 0,1 1 0,1-1 0,0 1 0,0-1 0,1 1 1,1 0-1,0 2-68,0-11 3,0-1 1,0 0-1,0 0 0,0 0 1,0 0-1,0 0 1,0-1-1,1 1 1,-1 0-1,1 0 1,-1-1-1,1 1 0,0-1 1,0 0-1,0 1 1,-1-1-1,1 0 1,0 0-1,0 0 1,1 0-1,-1 0 1,0-1-1,0 1 0,0-1 1,0 1-1,1-1 1,-1 0-1,1 0-3,14 2 39,-1-1-1,0-1 0,14-2-38,-11 1 38,-10 0-24,0 0-1,0 0 1,-1-1-1,1-1 1,0 0-1,-1 0 1,1 0-1,-1-1 1,0 0-1,0-1 1,0 0-1,-1 0 1,0 0 0,0-1-1,0 0 1,-1-1-1,1 1 1,-2-1-1,1-1 1,-1 1-1,0-1 1,0 1-1,-1-2 1,0 1-1,-1 0 1,0-1-1,2-8-13,-5 17 8,0 0-1,0 0 0,0 0 0,0-1 0,0 1 0,0 0 0,0 0 0,0 0 1,0-1-1,0 1 0,1 0 0,-1 0 0,0 0 0,0-1 0,0 1 0,0 0 0,0 0 1,0 0-1,0 0 0,1-1 0,-1 1 0,0 0 0,0 0 0,0 0 0,0 0 1,1 0-1,-1 0 0,0 0 0,0-1 0,0 1 0,1 0 0,-1 0 0,0 0 0,0 0 1,0 0-1,1 0 0,-1 0 0,0 0 0,0 0 0,0 0 0,1 0 0,-1 0 1,0 0-1,0 0 0,0 0 0,1 1 0,-1-1-7,7 11 174,6 43 235,-2-1 1,-3 2 0,0 15-410,-3-22 207,10 136 458,-9-95-353,3-1 0,12 42-312,-21-129-16,0 0 0,0 1 0,0-1 0,1 0-1,-1 0 1,0 1 0,1-1 0,-1 0 0,1 0 0,0 0-1,-1 0 1,1 0 0,0 0 0,-1 0 0,1 0-1,0 0 1,0 0 0,0 0 16,0-2-72,-1 0 1,1 1-1,0-1 0,-1 0 0,1 0 1,-1 0-1,1 0 0,-1 0 1,1 0-1,-1 0 0,0 0 1,1 0-1,-1 0 0,0 0 0,0 0 1,0 0-1,0 0 0,0 0 1,0-1-1,0 1 0,0 0 0,-1 0 1,1 0-1,0 0 72,0-50-2638,0-7-3667,0 4-3297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53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6873,'0'0'10427,"0"0"-7323,0 0-1759,0 0-481,0 0-592,0 0-184,0 0-80,6 33 0,-2-18-8,-1-6-608,0-6-1761,-3-3-2584,0 0-4209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54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12203,'34'12'1472,"2"0"228,-14-9 3379,-22-3-5024,-1 0 0,1 1-1,-1-1 1,1 0 0,-1 0 0,1 0 0,0 0 0,-1 1 0,1-1 0,-1 0 0,1 0 0,-1 1 0,1-1 0,0 0 0,-1 1 0,1-1-1,0 0 1,-1 1 0,1-1 0,0 1 0,-1-1 0,1 0 0,0 1 0,0-1 0,0 1 0,-1-1 0,1 1 0,0-1 0,0 1 0,0-1-1,0 1 1,0-1-55,-7 21 295,1 0 0,1 1 0,1-1 0,1 1 0,-1 14-295,0 116 1218,4-136-1126,0 0 2,0 15 89,0-1 1,2 0-1,1 1 1,6 21-184,-6-42 19,-1-1 1,1-1 0,1 1 0,0 0-1,0-1 1,0 0 0,1 0-1,0 0 1,1 0 0,0-1 0,0 0-1,1 0 1,-1-1 0,2 0-1,-1 0 1,0 0 0,7 2-20,2 0 18,1-2 1,0 0 0,0 0-1,0-2 1,1 0-1,0-1 1,0 0-1,0-2 1,0 0 0,0-1-1,0-1 1,0-1-1,12-2-18,-24 3 5,1-1-1,-1 1 1,1-1-1,-1 0 1,0-1-1,1 1 1,-1-1-1,-1 0 1,1-1-1,0 0 1,-1 0-1,1 0 1,-1 0-1,-1-1 1,1 0-1,0 0 1,-1 0-1,0 0 1,0-1-1,-1 1 1,0-1-1,0 0 1,0-1-1,1-4-4,2-7 74,-2 1-1,0-1 1,-1 0-1,-1 0 1,0 0-1,-2 0 1,0 0-1,-2-15-73,0 19 84,-1-1 0,-1 1 0,0-1 0,0 1 0,-2 0 0,0 1 0,0-1 0,-2 1 0,1 0 0,-2 1 0,1 0 0,-2 0 0,0 0-84,-8-8 71,-1 1 0,-1 0 0,0 2 0,-1 0 0,-1 1 0,-20-10-71,34 21-15,-1 1 0,1 0 0,-1 1 0,0-1 0,-1 2 1,1-1-1,0 1 0,-1 1 0,-6-1 15,13 2-52,0 0 1,0 0 0,0 0-1,-1 0 1,1 1-1,0-1 1,0 1 0,0 0-1,0 0 1,0 0-1,0 0 1,0 0 0,0 1-1,1-1 1,-1 1-1,0 0 1,1 0 0,-1 0-1,1 0 1,0 0-1,0 1 1,0-1 0,0 1-1,0-1 1,0 1-1,0 0 1,1 0 0,0-1-1,-1 1 1,1 2 51,-5 18-1164,1 0 0,1 0 0,1 1 0,0 10 1164,2 24-6055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54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6025,'0'0'8283,"0"0"-3219,0 0-2214,0 0-966,0 0-811,0 0-568,11 22-27,12 33-113,-1 1 0,-4 0 1,-1 1-1,1 22-365,16 136 452,28 144-328,-58-341 373,2 17-3354,-6-35 2810,0 0 0,0 0 0,0 0 0,0 0 0,0 1 0,0-1 0,0 0 0,0 0 0,0 0 0,0 0 0,0 0-1,0 0 1,0 0 0,0 1 0,0-1 0,0 0 0,0 0 0,0 0 0,0 0 0,0 0 0,0 0 0,0 0 0,0 0 0,0 1 0,0-1-1,-1 0 1,1 0 0,0 0 0,0 0 0,0 0 0,0 0 0,0 0 0,0 0 0,0 0 0,0 0 0,0 0 0,-1 0 0,1 0 0,0 0 0,0 0-1,0 0 1,0 0 0,0 0 0,0 0 0,0 0 0,-1 0 0,1 0 0,0 0 0,0 0 0,0 0 0,0 0 0,0 0 0,0 0 0,0 0-1,-1 0 1,1 0 0,0 0 0,0 0 0,0 0 0,0 0 0,0 0 0,0 0 47,-13-16-3505,-9-15-3428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0:55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 5353,'0'0'7586,"0"0"-5978,0 0-72,0 0-583,241-27-289,-148 12-360,3 4-104,0-4-96,-10 0-104,10 0-368,-24 0-1809,-15 6-5680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00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113 145 6081,'0'0'2634,"0"0"48,0 0 120,0 0 257,0 0-141,-12-5-572,-33-17-659,44 21-1656,1 1-1,-1 0 0,0-1 1,1 1-1,-1-1 1,1 1-1,0 0 1,-1-1-1,1 1 0,-1-1 1,1 1-1,0-1 1,-1 1-1,1-1 0,0 0 1,0 1-1,-1-1 1,1 1-1,0-1 1,0 0-1,0 1 0,0-1 1,0 1-1,0-1 1,0 0-1,0 1 0,0-1 1,0 0-1,0 1 1,0-1-1,0 1 1,0-1-1,1 0 0,-1 1 1,0-1-1,0 1 1,1-1-1,-1 1 0,0-1 1,1 1-1,-1-1 1,1 0-31,21-17 418,-18 15-288,6-5-75,1 0-1,0 1 1,0 0 0,0 0-1,1 2 1,0-1 0,0 1-1,0 1 1,1 0 0,-1 1-1,1 0 1,0 1 0,0 0-1,0 1 1,0 1 0,11 1-55,-20-1 0,-1 1-1,1 0 1,0 0 0,0 0 0,-1 1 0,1-1-1,-1 1 1,1 0 0,-1 0 0,0 0 0,0 1 0,0-1-1,0 1 1,0 0 0,0-1 0,-1 1 0,1 0 0,0 2 0,1 2-1,-1-1 1,1 1-1,-1 0 1,-1 0-1,1 0 1,-1 0-1,-1 0 1,1 0-1,-1 1 1,0-1 0,0 4 1,-1 0 0,1 0 0,-2 1 1,0-1-1,0 0 0,-1 0 0,0 0 1,-1 0-1,0-1 0,-1 1 0,0-1 1,0 0-1,-5 7-1,-11 8 19,-2-2 0,0 0 0,-1-1 0,-2-1 1,0-1-1,-1-1 0,-1-2 0,-21 11-19,30-23 69,18-5-66,0-1-1,0 1 0,0 0 0,-1 0 1,1-1-1,0 1 0,0 0 0,0-1 1,0 1-1,-1 0 0,1-1 1,0 1-1,0 0 0,0-1 0,0 1 1,0 0-1,0-1 0,0 1 0,0 0 1,0-1-1,0 1 0,0 0 0,0-1 1,0 1-1,0 0 0,1-1 0,-1 1 1,0 0-1,0 0 0,0-1 0,0 1 1,1 0-1,-1-1 0,0 1 1,0 0-1,0 0 0,1-1 0,-1 1 1,0 0-1,1 0 0,-1 0 0,0 0 1,0-1-1,1 1 0,-1 0 0,0 0 1,1 0-1,-1 0 0,1 0-2,5-5-9,0 0 0,1 0 0,0 1 0,0 0 0,0 1 0,1 0 0,-1 0 0,1 0 0,0 1 0,0 0 0,0 0 0,0 1 0,0 0 0,0 1 0,1 0 9,4-1-6,1 1 0,-1 0 0,0 1 0,0 0 0,0 2 0,0-1 0,0 1 0,0 1 0,3 2 6,-6-1-1,-1 0 0,1 0 0,-2 1 0,1 1 0,0-1 0,-1 1 0,-1 1 0,1-1 1,-1 1-1,0 1 0,-1-1 0,0 1 0,0 0 0,-1 1 0,0-1 0,-1 1 0,1 4 1,-2-7 1,-1 0 0,0 1 0,-1-1-1,1 1 1,-1 0 0,-1-1 0,0 1-1,0 0 1,0 0 0,-1-1 0,0 1-1,0 0 1,-1-1 0,0 0 0,-1 1-1,1-1 1,-1 0 0,-1 0 0,1 0-1,-1 0 1,0-1 0,-1 0 0,0 0-1,-2 2 0,-11 10 22,0 0-1,-2-2 0,0 0 0,-1-2 0,-1 0 0,0-1 0,-1-1 0,0-2 0,-1 0 0,0-1 0,0-1 1,-1-2-1,0 0 0,0-2 0,0-1 0,-3 0-21,26-3 2,0 0 0,-1-1 0,1 1 0,-1 0 0,1-1 1,0 1-1,-1-1 0,1 0 0,0 0 0,0 0 0,0 0 0,0 0 1,-1-1-1,2 1 0,-1 0 0,0-1 0,0 0 0,0 1 0,1-1 0,-1 0 1,1 0-1,-1 0 0,1 0 0,0 0 0,0 0 0,0 0 0,0-1 0,0 1 1,0 0-1,0 0 0,1-1 0,0 1 0,-1-1 0,1 0-2,-1-9-102,0 1-1,1-1 1,0 1-1,1 0 1,0-1-1,3-10 103,-1 12-264,1 0-1,0 0 1,0 1-1,1 0 1,0 0-1,0 0 1,1 0 0,1 1-1,-1 0 1,1 0-1,0 1 1,5-4 264,4-5-788,52-54-4717,1 6-2878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01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43 14387,'0'0'2554,"0"0"-830,0 35 187,0 251 877,0-275-2679,-1 23 235,1-1 0,3 1-1,0 0 1,2-1 0,5 12-344,-9-38 52,1 1 1,1-1-1,0 1 1,0-1-1,0 0 1,1 0-1,0 0 1,0 0-1,1-1 1,0 0-1,0 0 1,0 0-1,1 0 1,0-1-1,0 0 1,0 0-1,1-1 1,0 0-1,0 0 1,0 0-1,0-1 1,0 0-1,1 0 1,-1-1-1,6 1-52,3-1 34,0 0-1,0-1 1,0-1-1,1 0 1,-1-1-1,0-1 1,0 0-1,0-2 1,0 0-1,0 0 1,-1-2-1,0 0 1,0 0-1,0-1 1,-1-1-1,0-1 1,-1 0-1,0-1 1,0 0-1,-1-1 1,0 0-1,8-11-33,-7 7 17,-1 1 0,0-2-1,-1 1 1,-1-2 0,-1 1 0,0-1-1,-1-1 1,-1 1 0,0-1 0,-2-1-1,0 1 1,-1-1 0,-1 0 0,0 0-1,-2 0 1,0 0 0,-1 0-1,-1 0 1,-3-12-17,2 21 37,-1 0 0,-1 1 0,0-1-1,0 1 1,0 0 0,-2 0 0,1 1 0,-1-1-1,0 1 1,0 0 0,-1 1 0,0-1 0,-1 2-1,0-1 1,0 1 0,0 0 0,-1 0 0,1 1-1,-1 0 1,-4-1-37,-16-7 54,-1 1 0,0 1-1,-1 2 1,0 1-1,-28-4-53,15 7-217,0 1 0,-40 3 217,82 1-30,24 9-3904,24 1-2778,12-5-5052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01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1 178 13291,'0'0'3723,"4"32"-1236,0 3-1880,-2-5-138,2 0 1,1-1-1,1 1 1,2-1-1,1 0 1,4 8-470,-6-22 138,1 0 0,0 0-1,0-1 1,2 0 0,0 0 0,0-1 0,1-1 0,1 0-1,0 0 1,1-1 0,0 0 0,0-2 0,1 1 0,1-2-1,-1 0 1,1 0 0,1-1 0,-1-1 0,1-1 0,0 0-1,1-1 1,-1-1 0,1-1 0,-1 0 0,1-1 0,0 0-1,0-2 1,-1 0 0,1-1 0,0 0 0,0-2-138,-3 1 44,0-1-1,-1-1 1,1-1 0,-1 0 0,0 0 0,-1-1 0,0-1-1,0 0 1,0-1 0,-1 0 0,0 0 0,-1-1-1,0-1 1,-1 0 0,0 0 0,0-1 0,-1 0 0,-1-1-1,0 1 1,1-7-44,1 0 79,0-2 1,-2 1-1,-1-1 0,0-1 1,-2 1-1,0-1 0,-1 0 0,-2 1 1,0-1-1,-1 0 0,-1 0 1,-1 0-1,-2-4-79,1 16 40,1 1 0,-2 0 1,0 0-1,0 0 0,0 1 0,-1-1 1,0 1-1,-1 0 0,0 0 1,0 1-1,-1-1 0,0 2 0,0-1 1,-1 1-1,1 0 0,-1 0 0,-1 1 1,1 0-1,-1 1 0,0 0 0,0 0 1,0 1-1,-1-1-40,-11-3-51,-1 1 0,1 1 0,-1 1 0,0 1 0,0 0 0,-1 2 0,1 1 0,0 0 0,-16 3 51,33-2-99,0 0 1,1 1 0,-1-1-1,0 1 1,1 0 0,-1 0-1,1 0 1,-1 1-1,1 0 1,0-1 0,0 2-1,0-1 1,1 0 0,-1 1-1,1-1 1,0 1 0,0 0-1,-2 4 99,-5 7-1509,2 1 0,0 0 0,1 0 0,-3 11 1509,-8 35-11435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01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533 0 9826,'0'0'8802,"0"0"-5057,-132 223-2017,65-119-608,11 7-648,7-7-359,6 0-113,-24 27-1017,8-24-2784,-1-21-5745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02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13883,'0'0'4125,"0"0"-1507,0 0-829,0 0-718,33-16-447,112-49-186,-132 61-386,-1-1 0,1 2 0,0 0 0,1 0 0,-1 1-1,0 1 1,1 0 0,-1 1 0,7 1-52,6 0 93,-18-2-83,-1 2 1,0-1-1,0 1 0,0 0 0,1 1 1,-1 0-1,0 0 0,-1 0 1,1 1-1,0 0 0,-1 0 0,1 1 1,-1-1-1,0 1 0,0 1 1,-1-1-1,1 1 0,-1 0 1,0 1-1,0-1 0,-1 1 0,0 0 1,0 0-1,0 0 0,0 0 1,-1 1-1,0 0 0,-1-1 0,1 1 1,-2 0-1,1 0 0,0 1 1,-1-1-1,-1 0 0,1 7-10,0 0 27,0 0 0,0 0-1,-2 0 1,0 0 0,0 0 0,-1-1 0,-1 1-1,0 0 1,-1-1 0,0 0 0,-1 0-1,-1 0 1,-1 1-27,-74 114 611,57-96-479,2 2 0,2 1 0,0 0 0,3 1 0,1 1 0,-5 19-132,18-47 23,1 1 0,0 0-1,1-1 1,0 1 0,0 0 0,1 0-1,0-1 1,1 4-23,0-9 24,-1-1-1,1 0 1,0 1-1,0-1 1,0 0-1,1 0 1,-1 0-1,1 0 1,-1 0-1,1 0 1,0 0-1,0 0 1,0-1 0,1 1-1,-1-1 1,1 1-1,-1-1 1,1 0-1,0 0 1,0 0-1,0-1 1,0 1-1,0-1 1,2 1-24,9 4-12,1-2 0,1 0 0,-1 0-1,1-1 1,-1-1 0,1-1 0,0 0 0,-1-1 0,1-1 0,0 0 0,0-1-1,-1-1 1,0-1 0,1 0 0,-1 0 0,0-2 0,-1 0 0,0 0 0,0-2-1,0 0 1,9-7 12,16-19-1992,-2-1-1,3-7 1993,7-11-6402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02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13947,'0'0'2898,"0"0"-503,-8 38-442,-2 3-1471,1-5-94,1 0 1,2 1-1,2 0 0,1 0 0,2 17-388,1-28 198,1 1 0,1 0 0,1-1 0,2 0 0,0 0 0,2 0 0,1 0 0,1 0-198,-4-15 30,-1-1 0,2 0-1,-1 0 1,1 0-1,1-1 1,0 0-1,0-1 1,0 1 0,1-1-1,1-1 1,-1 1-1,1-1 1,0-1 0,1 0-1,0 0 1,0-1-1,0 0 1,0-1 0,1 0-1,2 0-29,-2 0 20,0-2 0,1 1 0,-1-1 0,0-1-1,1 0 1,-1-1 0,0 0 0,1-1 0,-1 0 0,0-1-1,1 0 1,9-3-20,-12 1 9,-1 1-1,1-1 0,-1-1 1,-1 1-1,1-1 1,-1-1-1,1 0 0,-2 0 1,1 0-1,-1 0 0,0-1 1,0 0-1,0-1 1,-1 1-1,0-1 0,0-2-8,3-5 60,-1-1-1,-1 0 1,-1 0-1,0 0 1,0-1-1,-2 0 0,0 0 1,-1 0-1,-1 0 1,-1 0-1,0-3-59,-1 5 84,0 0 0,-1 0-1,0 1 1,-1-1 0,-1 1-1,0 0 1,-1 0 0,-1 0-1,0 0 1,-1 1 0,0 0-1,-1 0 1,0 1-84,-8-7 26,-1 1 1,0 1-1,-1 0 0,0 1 1,-2 1-1,0 1 0,0 1 1,-1 0-1,-1 2 0,0 0 0,-1 2 1,0 0-1,0 2 0,-1 0 1,-19-2-27,30 6-2448,35 4-1915,-6 0 1610,23-1-5238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03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11779,'0'0'2957,"0"0"-480,0 0-366,0 0-752,33-11-573,106-35-310,-129 43-396,1 0-1,-1 1 1,1 0 0,0 1 0,-1 0 0,1 1 0,9 0-80,0 1 130,-17-1-118,-1 0 0,0 0-1,0 0 1,1 0 0,-1 1 0,0-1-1,0 1 1,0 0 0,1-1-1,-1 1 1,0 0 0,0 0 0,0 1-1,-1-1 1,1 0 0,0 1 0,0-1-1,-1 1 1,1-1 0,0 1-1,0 1-11,0 1 12,0 0-1,0 0 1,0 0-1,0 0 1,-1 0-1,1 0 0,-1 0 1,0 1-1,-1-1 1,1 0-1,-1 2-11,1 7 28,-2-1-1,1 1 1,-1 0 0,-1 0-1,-1-1 1,1 1 0,-5 10-28,-4 1 34,0 0 0,-2-1 0,0-1 0,-12 14-34,-28 48 118,41-48-81,12-35-34,0-1-1,0 1 0,0 0 0,0 0 1,0 0-1,0-1 0,0 1 1,0 0-1,1 0 0,-1 0 0,0-1 1,0 1-1,1 0 0,-1 0 1,0-1-1,1 1 0,-1 0 0,1-1 1,-1 1-1,1 0 0,-1-1 1,1 1-1,0-1 0,-1 1 0,1-1 1,0 1-1,-1-1 0,1 1 1,0-1-1,0 0 0,-1 1 0,1-1 1,0 0-1,0 0 0,-1 0 1,1 0-1,0 1 0,0-1 0,0 0 1,0 0-1,0-1-2,35 2-11,0-2 1,1-1-1,-1-2 1,28-8 10,5-3-2639,-1-2-3733,-37 8-2695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04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2721,'0'0'1584,"0"0"-1000,0 0-376,0 0-144,0 0-64,0 0-544,0 0-1256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05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8242,'0'0'5169,"0"0"-1843,0 0 160,0 0-912,0 0-711,0 0-771,-2 5-472,1-2-554,-1 0-1,1 1 1,1-1-1,-1 0 1,0 0-1,1 1 1,0-1-1,-1 1 1,2-1-1,-1 1-65,6 78 1201,7 22-1201,5 51 494,11 182-1467,22 38 973,-49-373-2070,-1-17 416,-1-21-1759,0-16-2876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05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16524,'0'0'4713,"0"0"-2673,0 0-536,0 0-904,0 0-432,218-63-104,-119 51-64,0 0-264,24 6-1184,-27 6-2217,-20 0-1552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05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1 294 13771,'0'0'4900,"0"0"-2125,5-26-747,21-87-626,-24 100-1193,1 0 0,1 0 0,0 0 0,1 1 1,1 0-1,0 0 0,0 0 0,1 1 0,0 0 0,4-4-209,-10 13 36,0 1 1,0 0-1,0 0 0,0 0 1,0-1-1,0 1 1,0 0-1,0 0 0,0 1 1,0-1-1,0 0 0,1 0 1,-1 1-1,0-1 0,1 0 1,-1 1-1,1-1 0,-1 1 1,0 0-1,1-1 0,-1 1 1,1 0-1,-1 0 0,1 0 1,-1 0-1,2 0-36,-1 1 23,0 0 1,0 1-1,0-1 0,-1 0 1,1 1-1,0-1 0,-1 0 0,1 1 1,-1 0-1,1-1 0,-1 1 1,0 0-1,0 0 0,0 0 0,0 0 1,0 1-24,6 13 66,-1 1 0,-1 0 0,0 1 0,0 6-66,-3-14 117,32 193 601,-20-109-425,23 82-293,-26-134-13,-8-25-182,1-1 1,1 0-1,0 0 1,1 0-1,3 4 195,-8-19-122,0 0-1,1 0 1,-1 0-1,0 0 1,0 0-1,1 0 1,-1 0-1,0 0 0,1-1 1,-1 1-1,1 0 1,-1-1-1,1 1 1,0-1-1,-1 0 1,1 1-1,-1-1 1,1 0-1,0 0 0,-1 0 1,1 0-1,0 0 1,-1-1-1,1 1 1,-1 0-1,1-1 1,-1 1-1,1-1 0,-1 1 1,1-1-1,-1 0 1,1 0-1,-1 0 1,0 0-1,1 0 1,-1 0-1,0 0 0,1-1 123,21-24-5742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06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5 108 11827,'0'0'4220,"0"26"-1691,-2 57-751,0 28 3300,9 96-5078,-5-195 81,0 0 0,1 0 0,0 0 0,1 0 0,1 0 0,-1-1 0,2 1 0,0-1 0,0-1 0,1 1 0,0-1 0,1 0 0,0-1 0,0 0 0,1 0-1,0-1 1,2 1-81,-4-4 20,0 0 0,0 0-1,1-1 1,0 0 0,0 0-1,0-1 1,0 0 0,0 0-1,1-1 1,-1 0 0,1-1-1,0 0 1,-1 0 0,1-1-1,0 0 1,0 0 0,-1-1-1,1 0 1,0-1 0,-1 0-1,1 0 1,-1-1 0,0 0-1,7-3-18,-6 1 6,0 0 1,0-1 0,-1 0-1,0-1 1,0 0 0,0 0 0,-1-1-1,0 1 1,0-2 0,-1 1 0,0-1-1,0 0 1,-1 0 0,0 0 0,-1-1-1,0 0 1,-1 0 0,0 0 0,0-3-8,4-16 68,-1-1 0,-2-1 0,-2 1-1,0-1 1,-2 1 0,-1-4-68,-1 21 72,0 0 0,0 0 0,-1 0-1,0 0 1,-1 1 0,-1-1 0,0 1 0,-1 0-1,0 1 1,-1-1 0,0 1 0,0 1 0,-1-1-1,-1 1 1,0 1 0,-2-2-72,-5-4 68,0 2 0,0 0 0,-1 1 0,-1 0 0,0 2 0,0 0 0,-1 1 0,-1 1 0,-19-6-68,39 14-66,-1 0 1,1 0-1,-1-1 1,1 1 0,-1 0-1,1-1 1,0 1-1,-1 0 1,1-1 0,-1 1-1,1 0 1,0-1-1,-1 1 1,1-1 0,0 1-1,-1-1 1,1 1-1,0-1 1,0 1 0,-1-1-1,1 1 1,0-1-1,0 1 1,0-1 0,0 1-1,0-1 1,0 1-1,0-1 1,0 1 0,0-1-1,0 0 1,0 1-1,0-1 1,0 1 0,0-1 64,8-20-3444,4 4-3804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06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12003,'0'0'6160,"0"0"-2805,0 0-1249,32-12-758,102-38-643,-128 48-669,1 0 0,0 0-1,0 1 1,0 0-1,0 0 1,0 0-1,0 1 1,0 0-1,0 1 1,1-1-36,-6 1 8,0-1 0,1 1 0,-1 0 0,0-1 0,0 1 0,1 0 0,-1 0-1,0 1 1,0-1 0,0 0 0,0 1 0,-1-1 0,1 1 0,0 0 0,-1-1 0,1 1 0,-1 0 0,1 0 0,-1 0-8,2 7 13,0-1 1,0 0-1,-1 1 1,-1 0 0,1-1-1,-2 1 1,1 0-1,-1 0 1,0-1-1,-2 9-13,2-12 12,-2 9 11,0-1 0,-1 0-1,-1-1 1,0 1 0,-1 0 0,0-1 0,-1 0 0,0 0-1,-1-1 1,0 0 0,-7 8-23,5-7 16,1 1 0,0 0-1,1 0 1,0 1 0,1 0 0,0 0 0,2 0-1,-3 11-15,7-24 4,-1 1-1,1-1 1,0 1-1,0-1 0,0 1 1,0-1-1,1 1 1,-1-1-1,0 1 0,0-1 1,1 1-1,-1-1 1,1 0-1,0 1 0,-1-1 1,1 1-1,0-1 1,0 0-1,0 0 1,0 0-1,0 1 0,0-1 1,0 0-1,0 0 1,0 0-1,1 0 0,-1-1 1,0 1-1,1 0 1,-1 0-1,0-1 0,1 1 1,-1-1-1,1 1 1,-1-1-1,1 0 0,-1 0 1,1 0-1,0 1-3,12 0 9,-1 0-1,1-1 0,-1 0 1,11-2-9,6 0-37,-11 2-205,0 0 0,0-2 0,0 0 0,0-1 0,4-2 242,-11 1-1329,0 0 0,0 0 0,-1-2 0,0 1 0,6-5 1329,17-13-9205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06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 7362,'0'0'7396,"0"0"-3678,0 0-1448,29 37-310,-24-30-1867,22 26 218,-2 1 0,-2 1 0,-1 1 0,-1 2 0,-3 0 0,0 0 0,-3 2 0,8 30-311,2 61 787,-5 0 1,-7 1-1,-5 1 1,-6 34-788,-4-127 16,-2-1 0,-1 1 0,-3-1 1,-1-1-1,-1 1 0,-3-2 0,-1 0 1,-1 0-1,-3-1 0,0-1 0,-19 24-16,11-21-971,-2-1 0,-2-1-1,-1-2 1,-26 22 971,39-37-992,-45 42-5222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10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63 3609,'0'0'7047,"0"0"-3260,0 0-668,0 0-230,0 0-755,-7 0 123,4 0-2035,8 0 526,56-3-100,0-4 1,56-12-649,44-5 47,-65 17-2262,22 4 2215,-113 3-754,4 1-275,-6 3-4110,-3 9-957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10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6873,'0'0'7802,"0"0"-5857,0 0 143,0 0-64,0 0-559,0 0-401,0 0-360,175 6-352,-99-6-312,3 0-40,34-3-1408,-24 3-4177,-9-6-5874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11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1 156 10962,'0'0'1981,"0"0"-43,2 30 405,-1-23-2175,5 69 1638,4 0 0,4 7-1806,3 9 1815,-5 1 0,-1 41-1815,-5 190 1840,-6-323-1736,-12-202 1151,6 126-1215,3-1 0,4 0 1,3 1-1,4-12-40,-4 63 13,1 2 0,1-1 0,1 0 0,0 1 0,2 1 0,1-1 0,7-11-13,-16 32-3,0-1 0,0 1-1,0 0 1,0 0 0,0 0 0,0-1 0,0 1 0,0 0 0,1 0 0,-1 1 0,0-1 0,1 0 0,-1 0 0,1 1-1,-1-1 1,1 0 0,-1 1 0,1 0 0,-1-1 0,1 1 0,-1 0 0,1 0 0,0 0 0,-1 0 0,1 0 0,-1 0 0,1 0-1,-1 0 1,1 1 0,-1-1 0,1 1 0,-1-1 0,1 1 0,-1 0 0,1-1 0,-1 1 0,0 0 0,1 0 0,0 0 3,5 5-7,1 0 1,-1 0-1,0 1 1,-1-1-1,0 1 1,0 1 6,50 65-9,9 21 9,-13-16 9,26 24-9,-60-80 3,2 0 1,0-2 0,1 0-1,1-2 1,1 0-1,14 7-3,-29-20 3,-1-1 0,1 0-1,0 0 1,0 0 0,1-1-1,-1 0 1,1-1-1,-1 0 1,1 0 0,0-1-1,0 0 1,0 0 0,0-1-1,-1-1 1,1 1 0,5-2-3,-5 0 6,-1-1 0,1 0 0,-1-1 0,0 1 0,-1-2 0,1 1 0,-1-1 0,0 0 1,0 0-1,0-1 0,-1 0 0,1 0 0,-2-1 0,1 0 0,-1 0 0,3-4-6,1-3 13,0 0-1,-1-1 1,-1 0-1,0 0 1,-1-1-1,-1 0 1,0 0-1,-1 0 1,-1 0-1,1-16-12,-2 6 44,-2 1 0,-1-1 0,-1 1 0,0-1-1,-3 1 1,-5-21-44,-10-19 61,-4 0 0,-2 2-1,-3 1 1,-31-51-61,53 102-307,7 10-510,16 26-3653,7 2-1994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11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16700,'0'0'2408,"0"0"-1560,0 0 993,-43 294-121,43-95-392,0-11-464,6-33-263,24-54-289,13-33-120,10 4-184,10-1-8,6-5-664,-6-22-857,7-23-2320,-17-12-1712,-17-9-6793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13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192 107 13155,'0'0'3931,"0"0"-1776,0 0-512,0 0-449,0 0-538,37-9-252,123-28-28,-109 28-181,1 1 0,0 3 1,0 2-1,25 3-195,-72 0 8,-15-9 660,-42-1-587,-1 3 1,1 1-1,-2 4 1,1 1 0,0 3-1,-9 2-81,54-2 3,-1 0-1,1 0 0,-1 1 1,1 0-1,0 0 1,0 1-1,0 0 0,0 0 1,1 1-1,-1 0 1,1 0-1,1 1 0,-1 0 1,1 0-1,0 0 1,0 1-1,1 0 1,0 0-1,0 1 0,0-1 1,1 2-3,3-8-3,1 1 0,-1-1 0,1 0 1,0 1-1,0-1 0,0 1 0,-1-1 1,1 1-1,1-1 0,-1 0 0,0 1 1,0-1-1,0 1 0,1-1 0,-1 0 1,1 1-1,-1-1 0,1 0 0,-1 1 0,1-1 1,0 0-1,0 0 0,0 0 0,-1 1 1,1-1-1,0 0 0,0 0 0,1 0 1,-1-1-1,0 1 0,0 0 0,0 0 1,1-1-1,0 2 3,7 1 8,0 1 1,0-1-1,0 0 0,0-1 1,4 1-9,13 3-3,8 5 22,33 10 23,38 19-42,-87-33-2,-1 2 0,0 0 0,0 2 1,0-1-1,-1 2 0,-1 0 1,0 1-1,0 1 2,-11-9 11,1 0 1,-1 0-1,0 1 0,0 0 1,0-1-1,-1 1 1,0 1-1,0-1 1,0 0-1,-1 1 0,0-1 1,0 1-1,-1 0 1,0 0-1,0-1 1,-1 1-1,1 0 0,-1 0 1,-1 0-1,0 0 1,0-1-1,0 1 1,0 0-1,-1-1 0,0 1 1,-1-1-1,0 1 1,0-1-1,0 0 1,0 0-1,-1 0 0,0-1 1,0 1-1,-1-1 1,0 0-1,1 0 1,-2 0-12,-15 11 118,0 0 0,-2-1 0,1-1 0,-2-2 1,0 0-1,0-1 0,-1-2 0,0 0 1,-20 3-119,11-4 5,-1-2 0,1-2 0,-1-1 0,0-1 0,-1-2 1,1-2-1,-5-2-5,38 4-35,0 0 0,-1 0 0,1-1 0,0 1 0,-1-1 0,1 1 0,0-1 0,0 0 0,0 0 0,-1 0 0,1 0 0,0-1 0,0 1 0,1 0 0,-1-1 0,0 1 0,-1-2 35,2 1-58,0 1 0,1-1 0,-1 1 0,0-1 0,1 1 0,-1-1 0,1 0 0,-1 1-1,1-1 1,0 0 0,0 1 0,0-1 0,0 0 0,0 1 0,0-1 0,0 0 0,0 1 0,1-1 0,-1 0 58,2-4-492,1 0 0,-1 0 0,1 1 0,0-1 0,0 1 0,1-1 0,-1 1 0,1 0 0,0 0 0,1 1 0,3-4 492,42-34-7353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14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24 15171,'0'0'2489,"0"0"-606,-33-4 1,-104-13-438,132 16-1402,1 0 0,0 1 0,-1 0-1,1 0 1,-1 0 0,1 0 0,0 1 0,-1 0 0,1 0 0,0 0 0,-1 0 0,1 1-1,0-1 1,0 1 0,0 0 0,0 0 0,1 1 0,-1-1 0,0 1 0,1 0 0,0 0-1,0 0 1,0 0 0,0 1 0,0-1 0,1 1 0,-1-1 0,1 1 0,0 0 0,0 0-1,-1 3-43,-1 7 66,0 1-1,1 0 0,1 0 0,0 0 1,1 0-1,1 0 0,1 7-65,-1-11 77,0-5-58,0 1 0,1 0 0,0-1 0,1 1 1,-1 0-1,1-1 0,1 0 0,-1 1 0,1-1 1,0 0-1,0 0 0,1-1 0,0 1 1,0-1-1,0 1 0,1-1 0,0-1 0,0 1 1,0-1-1,0 1 0,0-2 0,1 1 0,0 0 1,0-1-1,0 0 0,0-1 0,4 2-19,5 1 1,0 0 0,1-1 1,0 0-1,-1-2 0,1 1 0,0-2 0,1 0 0,-1-1 0,0-1 0,0 0 0,5-2-1,-17 2-9,0-1 0,0 1-1,0-1 1,0 0 0,0 0 0,0 0-1,0 0 1,-1-1 0,1 0-1,-1 0 1,1 0 0,-1 0-1,0 0 1,-1 0 0,1-1-1,0 1 1,-1-1 0,0 0-1,0 0 1,0 0 0,0 0 0,-1 0-1,0 0 1,1-1 0,-1-2 9,2-3 229,-1-1 1,0 1-1,-1-1 1,0 1-1,-1-1 1,0 1-1,-1-3-229,46 215 1063,-21-103 448,11 93-1511,-30-133 126,-3-28-119,1 0 1,2 0-1,1-1 0,10 30-7,-12-102-5660,1 13-324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14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15347,'0'0'2812,"0"0"-1215,0 0 109,1 36-130,10 119-450,-8-136-970,0-1-1,1 0 1,1 0 0,1 0-1,1 0 1,0-1 0,1 0-1,1-1 1,0 0 0,2 0-1,-1-1 1,5 3-156,-11-12 39,3 5-2,0-1-1,1 0 1,0-1 0,1 0 0,0 0 0,0-1-1,1 0 1,0 0 0,0-1 0,1-1 0,0 1-1,0-2 1,0 0 0,1 0 0,0-1 0,0 0-1,0-1 1,0 0 0,0-1 0,1-1 0,-1 0-1,4-1-36,-11 0 8,0 0-1,-1-1 1,1 1-1,0-1 0,0-1 1,-1 1-1,1-1 1,-1 1-1,1-1 1,-1-1-1,0 1 0,1-1 1,-1 1-1,-1-1 1,1 0-1,3-4-7,-2 1 6,1 0 0,-2-1 0,1 1 0,-1-1 0,0-1 0,0 1 0,-1 0 0,0-1 0,2-6-6,1-13 57,0 0 1,-2 0-1,-1 0 1,-1-1-1,-2-18-57,0 36 82,0-1 0,0 0 0,-1 1 0,-1-1 0,0 0 0,0 1-1,-1 0 1,-1 0 0,0 0 0,0 0 0,0 0 0,-1 1-1,-1 0 1,0 0 0,0 0 0,-1 1 0,0-1 0,0 2-1,-1-1 1,0 1 0,0 0 0,-1 1-82,-2-2 25,0 0 0,-1 1 0,1 1 0,-1 0 0,-1 0 0,1 1 0,-1 1 0,0 0 1,0 1-1,0 0 0,0 1 0,-1 1 0,1 0 0,-1 1 0,-5 0-25,17 0-51,0 1-1,-1-1 1,1 1 0,0-1-1,0 1 1,0 0 0,0 0 0,0 0-1,0 0 1,0 0 0,0 0-1,0 1 1,0-1 0,0 0-1,1 1 1,-1 0 0,1-1-1,-1 1 1,1 0 0,0 0 0,-1 0-1,1 0 1,0 0 0,0 0-1,1 0 1,-1 0 0,0 0-1,1 1 1,-1-1 0,1 0 0,0 0-1,-1 1 1,1 0 51,0 4-660,-1 0 1,1 1-1,1-1 0,-1 1 1,1-1-1,0 0 0,1 0 1,0 1-1,0-1 0,2 3 660,25 35-10905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14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1 17884,'0'0'2704,"0"0"-663,-59 217-361,29-116-944,0 0-432,7-5-304,0-7-384,-23 12-1592,3-21-3521,-4-14-6018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17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43 4081,'0'0'6612,"0"0"-3069,0 0-1019,0 0-131,0 0-502,0 0-534,18-3-432,3-1-721,72-11 446,1 4-1,26 2-649,-99 9-6,-23 0-30,-36 2 100,-6 4 57,0 2 0,1 2 0,1 2 0,-5 4-121,23-7 26,0 1-1,0 1 1,1 1 0,0 1 0,1 1 0,1 1 0,-12 11-26,30-24-2,0 0 0,1 1-1,-1-1 1,0 1 0,1 0 0,0 0-1,0 0 1,0 0 0,0 0-1,0 1 1,1-1 0,-1 0 0,1 1-1,0-1 1,0 1 0,0-1 0,0 1-1,1 0 1,0-1 0,-1 5 2,2-7 0,-1 0 0,1 0 1,-1 1-1,1-1 0,0 0 0,0 0 1,-1 0-1,1 0 0,0 0 0,0 0 1,0 0-1,0 0 0,0 0 0,0-1 1,0 1-1,1 0 0,-1-1 1,0 1-1,0-1 0,1 1 0,-1-1 1,0 1-1,0-1 0,1 0 0,-1 0 1,0 0-1,1 1 0,46 3 73,-38-4-44,23 2-10,-1 1 0,0 1-1,0 2 1,-1 1 0,26 10-19,-44-12-1,-1 0-1,0 1 1,0 0 0,0 1 0,0 0 0,-1 1 0,-1 0-1,1 1 1,-1 0 0,-1 1 0,0 0 0,0 0-1,-1 1 1,0 0 0,1 4 1,-5-9-2,-1 1 1,0-1-1,0 1 0,0-1 0,-1 1 1,0 0-1,-1 0 0,1 0 0,-1 0 1,-1 0-1,1 1 0,-1-1 0,0 0 1,-1 0-1,0 0 0,0 0 0,-1 0 1,1 0-1,-2 2 2,0-1 32,-1 0 1,0 0-1,0-1 1,-1 1 0,0-1-1,0 0 1,-1 0-1,0-1 1,0 0-1,-1 0 1,1 0-1,-1-1 1,0 0-1,-1 0 1,-3 1-33,-5 3 101,-1-1-1,1-1 1,-1-1 0,-1-1 0,1 0-1,-11 1-100,21-4 15,1-1-1,-1 0 1,0-1-1,1 1 1,-1-1-1,1 0 1,-1-1-1,0 0 1,1 0-1,-1 0 1,1-1-1,0 0 1,0 0 0,-1-1-1,1 1 1,0-1-1,1-1 1,-1 1-1,0-2-14,-6-6 9,1 0-1,0-2 1,1 1-1,1-1 0,0 0 1,1-1-1,-6-12-8,12 21-142,-1 0 0,1 1 0,0-1 0,0 0 0,1 0 0,-1 0-1,1-1 1,0 1 0,1 0 0,-1 0 0,1-1 0,0 1 0,0 0 0,1-1-1,-1 1 1,1 0 0,0 0 0,1 0 0,-1 0 0,1 0 0,0 0-1,1 0 1,-1 0 0,1 1 0,0-2 142,36-27-4634,4 3-2466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17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13731,'0'0'2588,"0"0"-730,0 35 288,-2 12-1444,1-6-104,1 0 0,1 0 0,3 0 0,3 7-598,-3-25 205,0-1 1,2 0-1,1 0 0,1 0 1,0-1-1,4 5-205,-8-19 33,-1 0 1,1-1-1,0 1 1,1-1-1,-1 1 1,1-1-1,1-1 1,-1 1-1,1-1 1,0 0-1,0 0 1,0-1-1,1 1 1,0-1-1,0-1 1,0 0-1,0 0 1,0 0-1,1 0 1,0-1-34,-1-1 14,1 1 0,0-1 0,0-1 0,0 1 0,0-1 0,0-1 0,0 1 0,0-1 0,0-1 0,-1 0 0,1 0 0,0 0 0,-1-1 0,1 0 0,-1 0 0,0-1 0,0 0-1,-1 0 1,1-1 0,-1 0 0,0 0 0,0 0 0,0-1 0,-1 0 0,0 0 0,0 0 0,0-1 0,-1 0 0,0 1 0,0-2 0,-1 1 0,0 0 0,0-1 0,-1 1 0,0-1 0,0 0 0,-1 0 0,0 1 0,0-8-14,1 4 62,-1 1 0,0-1-1,-1 0 1,0 0 0,-1 1-1,0-1 1,-1 0 0,0 1 0,0-1-1,-1 1 1,-1-1 0,1 1 0,-2 0-1,1 1 1,-2-1 0,1 1-1,-1 0 1,-6-7-62,-18-14 126,-1 2 0,-1 2 0,-2 0 0,-25-14-126,56 38-4,-10-9-576,14 5-1984,24 2-3855,13 3-3755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17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0 264 12187,'0'0'3726,"0"0"-768,17 26-515,58 84-648,-70-104-1679,1-1 0,-1 1 0,1-1 0,1 0-1,-1 0 1,0-1 0,1 1 0,0-2 0,0 1 0,1-1 0,-1 0 0,0 0 0,1-1 0,0 0 0,0-1-1,-1 1 1,1-1 0,0-1 0,0 0 0,0 0 0,0 0 0,4-2-116,7 2 172,-10 0-134,1 0 0,-1 0 0,0-1 0,0 0 0,0-1 1,-1 0-1,1 0 0,0-1 0,-1 0 0,1-1 0,-1 0 0,0 0 0,0-1 0,-1 1 0,1-2 1,-1 1-1,0-1 0,0 0 0,-1-1 0,0 0 0,0 0 0,-1 0 0,1 0 0,-2-1 1,1 0-1,-1 0 0,0 0 0,-1-1 0,0 1 0,0-1 0,-1 0 0,0 0 0,0-4-38,0 2 40,-1 0 0,0 0 0,0 0 0,-2 1 0,1-1 0,-1 0 0,-1 0 0,0 0 0,0 0 0,-1 1 0,-4-9-40,3 11 9,0 0 1,-1 1 0,0-1 0,0 1 0,-1 0 0,1 1 0,-2-1 0,1 1-1,-1 0 1,0 1 0,0-1 0,0 2 0,-1-1 0,-7-3-10,-2 0 16,0 1-1,-1 1 1,0 0 0,0 1-1,0 1 1,-1 1-16,9 1-400,-1 0 1,1 1-1,0 1 0,-1 0 1,1 0-1,0 1 0,-1 0 1,1 1-1,0 0 0,0 1 1,-5 2 399,-5 9-5896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18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0 14699,'0'0'2497,"0"0"-297,162 289 257,-109-63-689,-20 21-504,-33-15-520,-7-54-311,-29-58-289,-4-31-104,-6-15-40,-60 45-601,10-15-1327,-7-8-4801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37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11931,'0'0'3762,"0"0"-1056,0 0-146,0 0-541,0 0-957,10 30-463,19 65-1,-4 1 0,-4 2 0,5 74-598,19 339 1381,-10-93-1737,-64-497-9190,2 20 1540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38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1 524 12883,'5'-29'1741,"-4"25"-1689,4-24 464,1 0 0,1 0-1,2 0 1,1 1 0,1 1 0,1 0 0,14-24-516,-11 29 340,1 0 1,1 1 0,0 0 0,1 1 0,1 2 0,1 0 0,1 0-1,0 2 1,18-10-341,-22 16 79,-1 1-1,1 1 0,1 0 1,0 1-1,-1 0 1,2 2-1,-1 0 0,0 1 1,1 1-1,0 1 0,-1 1 1,1 0-1,0 1 0,1 2-78,-7-1 37,0 1 0,-1 1 0,0 0 0,1 1 0,-2 0 0,1 1 0,0 0 0,-1 1 0,0 0 0,-1 1 0,0 0 0,0 0 0,-1 2 0,0-1 0,0 1 0,-1 0 0,0 0 0,-1 1 0,0 0 0,-1 1 0,0-1 0,0 3-37,3 8 161,0 1 0,-1 0 0,-2 0 0,0 0 1,-1 1-1,-2 0 0,0 0 0,-2 0 0,0 1 0,-2-1 0,-2 16-161,-1-20 105,-1 0-1,-1-1 0,0 1 0,-2-1 0,0-1 1,-1 0-1,-1 0 0,0 0 0,-2-1 0,0-1 1,0 0-1,-13 11-104,-19 18 217,-2-3 0,-2-1 0,-29 17-217,66-50-26,-22 16 76,0-1 1,-13 5-51,36-22-126,0-1 0,-1-1 0,0 1 1,0-2-1,0 1 0,0-2 0,-1 1 1,1-2-1,-1 1 0,-3-1 126,14-1-53,0-1-1,0 1 1,0 0 0,0 0-1,0 0 1,0 0-1,1-1 1,-1 1-1,0 0 1,0-1 0,0 1-1,0-1 1,0 1-1,1-1 1,-1 0 0,0 1-1,1-1 1,-1 1-1,0-1 1,1 0 0,-1 0-1,1 0 1,-1 1-1,1-1 1,-1 0-1,1 0 1,-1 0 0,1 0-1,0 0 1,0 0-1,-1 1 1,1-1 0,0 0-1,0 0 1,0-1 53,1-41-3431,0 34 1967,5-30-4677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38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 16075,'0'0'2241,"0"0"-953,-69 205 1097,32-38-401,4-4-872,14-11-175,19-27-417,0-39-248,26 10-216,24-4-48,9-15-8,7-11-296,-3-16-200,0-8-809,10 9-839,-14-16-3137,-12-5-2553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40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9818,'0'0'2745,"0"0"79,0 0 662,0 0-934,0 0-969,0 0-697,9 21 61,27 79-144,-4 2 1,-5 2-1,-4 0 0,2 49-803,-4 24-355,-2 169 355,-19-345-42,-1-1-1,1 0 1,0 1 0,0-1-1,-1 1 1,1-1 0,0 1-1,-1-1 1,1 0-1,-1 1 1,1-1 0,0 0-1,-1 0 1,1 1 0,-1-1-1,1 0 1,-1 0-1,1 1 1,-1-1 0,1 0-1,-1 0 1,1 0-1,-1 0 1,1 0 0,-1 0-1,1 0 1,-1 0 0,1 0-1,-1 0 1,1 0-1,-1 0 1,1 0 0,-1 0-1,1-1 1,-1 1-1,1 0 1,-1 0 0,1-1 42,-26-10-1244,-21-45-2449,15 10-2232,-5-13-6781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40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0 360 12819,'0'0'3507,"0"0"-1333,0 0-230,0 0-542,39-12-426,423-115 1689,17 24-934,-26 7-1496,-446 94-208,-5 2-15,0 0 0,0 0 1,1 0-1,-1-1 0,0 1 0,0-1 0,0 0 1,1 0-1,-1 1 0,0-1 0,0 0 0,0-1 0,-1 1 1,1 0-1,0-1 0,0 1 0,-1-1 0,2 0-12,-7 1-111,0 0-1,0 1 1,1-1 0,-1 1-1,0 0 1,0 0-1,0 0 1,0 1 0,0 0-1,0-1 1,-3 2 111,-14 23-2687,7 6-3680,3 8-6628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41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14363,'0'0'4049,"0"0"-1327,0 0-803,0 0-838,38-3-423,12-2-478,38-2 591,50 4-771,-101 3 91,0 2 0,1 1 0,-1 2 0,-1 2 0,1 1 0,-1 2 0,12 6-91,-44-15 16,-1 0 0,0 1 0,1-1-1,-1 1 1,0 0 0,0 0 0,0 0-1,0 0 1,-1 0 0,1 1 0,0-1 0,-1 1-1,0 0 1,1 0 0,-1 0 0,0 0-1,-1 0 1,1 0 0,-1 0 0,1 1-1,-1-1 1,0 1 0,0-1 0,0 1-1,-1-1 1,1 1 0,-1 0 0,0-1 0,0 1-1,0-1 1,0 1 0,-1 0 0,1-1-1,-1 1 1,0-1 0,0 1 0,-1-1-1,1 0 1,-1 1 0,1-1 0,-1 0 0,0 0-1,0 0 1,0 0 0,-1 0-16,-30 36 318,-2-1-1,-1-2 1,-2-1 0,-27 18-318,-30 17-3616,-52 26 3616,123-82-5334,1-4-4251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41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0 155 12003,'0'0'4232,"0"0"-391,0 0-1600,238 0-1097,-135 0-496,3-15-488,-4-3 64,-3 0-224,21-20-352,-31 5-2688,-16 0-8331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45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153 358 6913,'0'0'6359,"0"0"-3580,0 0-383,-7-26-616,1 9-1548,2 6-139,0 0-1,1 0 0,0 0 0,1-1 1,-1-10-93,3 18 25,0-1 0,0 1 0,0-1 0,1 0 0,-1 1 1,1-1-1,0 1 0,1-1 0,-1 1 0,1 0 1,0-1-1,0 1 0,0 0 0,1 0 0,-1 0 1,1 1-1,0-1 0,0 1 0,3-3-25,18-16 277,0 2-1,2 1 1,0 1-1,4-1-276,-16 11 142,0 1 0,1 0 0,-1 1-1,1 0 1,0 2 0,1-1 0,-1 2-1,1 0 1,1 1-142,-14 1 12,-1 1 1,0 0-1,1-1 0,-1 1 0,0 0 1,1 0-1,-1 1 0,0-1 0,1 0 1,-1 1-1,0 0 0,1-1 1,-1 1-1,0 0 0,0 0 0,0 0 1,0 0-1,0 1 0,0-1 0,0 1 1,0-1-1,-1 1 0,1-1 0,0 1 1,-1 0-1,1 0 0,-1 0 0,0 0 1,0 0-1,0 0 0,1 1-12,0 4 16,-1 1-1,0-1 0,0 1 0,0-1 1,-1 1-1,0-1 0,-1 1 0,1-1 1,-3 7-16,1-2 65,-2 1 0,1-1 1,-2 0-1,1 0 0,-2 0 1,1-1-1,-2 0 0,0 0 1,0 0-1,0-1 1,-2 0-1,1-1 0,-1 1-65,-27 24 161,0-2 0,-32 22-161,51-42 15,3 1 2,14-8 23,26-8 26,-2-2-110,-12 3 33,-1 1 0,1 1-1,0 0 1,0 0 0,0 2 0,0-1 0,0 1-1,-1 1 1,1 0 0,1 1 11,-7-1 0,0 0 0,0 0 0,0 1 0,-1 0 0,1 0 0,-1 0 0,0 0 1,0 1-1,-1 0 0,1 0 0,-1 0 0,0 0 0,-1 1 0,1 0 0,-1 0 0,0 0 0,0 0 0,1 5 0,0 0 19,-1 0-1,0 0 0,-1 1 1,0-1-1,0 1 0,-1-1 1,-1 1-1,0 0 0,0-1 1,-1 1-1,-1-1 0,0 1 1,-1-1-1,0 1 0,0-1 1,-1 0-1,-1-1 1,0 1-1,0-1 0,-1 0 1,0 0-1,-1 0 0,0-1 1,-1 0-1,1-1 0,-2 1 1,1-2-1,-3 2-18,-4 3 158,-1 0 1,0-1-1,-1-1 0,0-1 0,0 0 1,-1-1-1,-15 4-158,19-8 68,1 0-1,-1-1 0,0 0 1,0-2-1,0 1 1,0-2-1,-1 0 0,1 0 1,0-1-1,0-1 1,-1-1-68,7 1-1,0-1 0,1 1 0,-1-2 1,1 1-1,0-1 0,0 0 0,0-1 0,1 1 1,0-1-1,0-1 0,-3-2 1,6 6-64,1 0-1,0-1 1,0 1-1,0 0 1,0-1 0,1 1-1,-1-1 1,0 1-1,1-1 1,0 0-1,0 0 1,0 0 0,0 0-1,0 0 1,0 0-1,1 0 1,0 0-1,-1 0 1,1 0 0,0 0-1,0 0 1,1 0-1,-1 0 1,1 0-1,0 0 1,-1 0 0,1 0-1,0 0 1,1 1-1,-1-1 1,1 0 64,30-30-2950,10 3-3171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46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48 12307,'0'0'2411,"0"0"-257,0 0-371,33-8-702,108-26-518,-136 32-526,0 1 1,0 0-1,0 0 0,1 1 0,-1 0 1,0-1-1,1 2 0,-1-1 0,0 1 1,1-1-1,-1 2 0,0-1 0,0 0 1,0 1-1,0 0 0,0 0 0,0 1 1,-1-1-1,1 1 0,-1 0 0,1 0 1,-1 1-1,0-1 0,0 1 0,-1 0 1,1 0-1,-1 0 0,0 0 0,0 1 1,0-1-1,0 2-37,3 8 102,0 0 0,-1 1 0,-1 0 1,0 0-1,-1 0 0,0 0 0,-2 0 0,1 15-102,0-10 167,-2 1 0,0-1-1,0 1 1,-2-1-1,-1 0 1,0 0 0,-2 0-1,0 0 1,-1 0-1,-1-1 1,-1 0 0,-1 0-1,0-1 1,-10 12-167,1-2 208,-2-1 0,0-1 1,-2 0-1,-1-2 0,-1-1 0,-1 0 0,-1-2 0,-1-1 1,-22 12-209,46-31 86,-1 1 1,1 0 0,0-1 0,-1 1 0,1-1-1,-1 0 1,1 0 0,-1 0 0,1-1 0,-1 1 0,-2-1-87,6-1 28,-1-1 1,1 1-1,1-1 1,-1 1 0,0-1-1,0 1 1,0 0-1,1-1 1,-1 1 0,1-1-1,-1 1 1,1 0-1,0 0 1,-1-1 0,1 1-1,0 0 1,0 0 0,0 0-1,0 0 1,0 0-1,0 0 1,0-1-29,16-6 94,-1 0-1,1 1 1,0 0 0,1 2 0,-1 0-1,9-1-93,116-15 337,-107 17-277,217-18 23,-180 17-541,-58 4 163,-1 0 0,1-1 0,-1-1 0,0 0 0,0-1 0,0 0 0,-1-1 0,1 0 0,-1-1 0,0-1 0,-1 1-1,1-2 1,-1 0 295,1-2-1319,-1-1-1,0 0 0,-1 0 0,0-1 0,0-1 0,-1 1 0,1-5 1320,15-31-10282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46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28 15139,'0'0'4415,"0"0"-2112,-11 29-723,4-13-1345,-4 11 159,0 1 1,2 1 0,0-1 0,3 2-1,0-1 1,-1 30-395,4-19 301,3 0 0,1 0-1,1 0 1,3 0 0,1 0-1,11 34-300,-13-61 20,1-1-1,0 0 1,0 0 0,1-1-1,1 1 1,0-1-1,0-1 1,1 1-1,1-1 1,5 5-20,-7-9 9,1 1-1,1-1 1,-1-1 0,1 0 0,0 0 0,0 0 0,0-1-1,1-1 1,-1 1 0,1-1 0,0-1 0,0 0 0,0-1-1,8 1-8,-6-1 7,0-2-1,-1 1 0,1-1 0,-1-1 0,0 0 0,1 0 1,-1-1-1,0-1 0,0 0 0,-1 0 0,1-1 1,-1 0-1,0-1 0,0 0 0,-1-1 0,0 0 1,0 0-1,0-1 0,-1 0 0,-1-1 0,5-5-6,0-2 16,-1 0 0,0-1 0,-2 0 1,0 0-1,0-1 0,-2 0 0,0 0 0,-2-1 0,0 0 0,0 0 0,-2 0 0,1-13-16,-2 9 123,-2-1 0,0 1 0,-1 0 0,-1 0-1,-1 0 1,-1-1-123,0 11 81,0 0-1,0 0 0,-1 0 1,-1 1-1,0 0 0,-1 0 0,0 0 1,-1 1-1,0 0 0,-8-9-80,0 4 12,0 1-1,-1 0 1,0 1-1,-1 0 1,-1 2-1,0 0 0,-1 1 1,-2 1-12,11 4-123,-1 1 1,0 1-1,0 0 0,0 0 1,0 1-1,-1 1 0,1 0 1,-1 1-1,1 0 0,-1 1 1,0 0-1,0 1 0,1 0 1,-11 4 122,17-3-273,0 0 0,0 1 0,0 0 1,0 0-1,1 0 0,-1 1 0,1 0 0,0 0 1,0 0-1,1 1 0,-1 0 0,1 0 0,0 0 1,0 0-1,0 0 0,1 1 0,0 0 0,-1 3 273,-14 47-7255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47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10882,'0'0'4329,"0"0"-2792,0 0 767,258 306-472,-179-77 57,-26 18-417,-36-12-112,-17-59-383,-3-63-321,-17-36-240,-7-14-248,-2 5-168,-8 1-72,-6 2-272,-26 7-1168,6-16-2625,7-14-4409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48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14995,'0'0'4401,"0"0"-3105,0 0 673,0 0-977,0 0-736,185-23-104,-102 14-104,3 6 0,-10 0-48,-10 3 0,-17 0-568,-19 0-1448,-13 0-2593,-17 9-1953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48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11018,'0'0'2673,"0"0"-625,0 0 193,0 0-1169,0 0-344,0 0-256,0 0 40,152 54-328,-62-54-80,6-3-104,36-12-488,-26 0-3312,-14 3-6027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48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12915,'0'0'1832,"0"0"-577,0 0 273,0 0-654,0 0-621,7 23-201,8-4 6289,-2 4-3624,19 56-3777,-22-51 1858,16 51-736,-4 0 0,-3 2 0,5 57-62,14 247 175,-27 35-9,-3-56-421,-7-347 165,-1-11-25,-1 0 1,2 0-1,-1 0 0,1-1 1,0 1-1,0 0 0,1-1 1,-1 1-1,3 2 115,-4-8-52,0 1 1,0-1-1,0 0 1,1 0-1,-1 0 0,0 1 1,1-1-1,-1 0 0,0 0 1,0 0-1,1 0 1,-1 0-1,0 0 0,0 0 1,1 0-1,-1 0 1,0 0-1,1 0 0,-1 0 1,0 0-1,1 0 1,-1 0-1,0 0 0,0 0 1,1 0-1,-1 0 0,0 0 1,0 0-1,1 0 1,-1-1-1,0 1 0,1 0 1,-1 0-1,0 0 1,0 0-1,0-1 0,1 1 1,-1 0-1,0 0 0,0-1 1,0 1-1,0 0 1,1 0-1,-1-1 0,0 1 1,0 0-1,0 0 1,0-1-1,0 1 0,0 0 1,0-1-1,0 1 0,0 0 1,0 0-1,0-1 1,0 1-1,0 0 0,0-1 1,0 1 51,7-22-3567,-3-26-6122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49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1 612 12499,'0'0'2148,"1"-34"-257,-1 8-1417,-1 9-197,1 0 0,0 1 1,1-1-1,1 1 0,1-1 0,0 1 1,1 0-1,1 0 0,1 0 1,0 0-1,1 1 0,0 0 0,5-6-277,9-6 324,0 1 0,2 1-1,1 0 1,1 2-1,1 1 1,0 1 0,2 1-1,1 2 1,5-2-324,-8 5 141,1 2 1,0 1 0,1 1-1,0 1 1,0 2 0,1 0-1,1 3 1,-1 0 0,1 1-1,15 2-141,-35 2 12,1 1-1,0 0 0,-1 0 0,1 1 0,-1 1 0,1 0 1,-1 0-1,0 1 0,0 0 0,-1 1 0,1 0 0,-1 1 1,0 0-1,2 2-11,2 3 6,0 0 1,-1 1-1,0 1 1,-1 0-1,-1 1 0,0 0 1,-1 1-1,5 10-6,3 9 11,-3 0 0,-1 1-1,-1 1 1,-2 0 0,-2 0-1,-1 1 1,-2 0 0,-1 3-11,-1-13 98,-2 1 1,-1-1-1,-1 1 1,-1-1-1,-5 21-98,4-37 92,0 1-1,-1-1 0,0 1 1,-1-1-1,0-1 1,-1 1-1,0-1 1,-1 0-1,0 0 0,0-1 1,-1 1-1,-1-2 1,1 1-1,-4 1-91,-7 5 124,-1-1 0,-1 0 0,-1-2 0,1 0 0,-2-2 0,1 0 0,-2-1 0,1-2 0,-25 5-124,16-5 74,0-2 0,0-1-1,-1-2 1,1-1-1,-1-2 1,1-1-1,-13-3-73,32 3 6,0-1 0,0 0 0,0-1 0,1-1 0,0 0 0,-1-1-6,8 4-49,1 0-1,-1-1 1,1 1 0,0-1-1,0 0 1,0 0 0,0-1-1,0 1 1,1-1 0,0 0-1,-1 0 1,1 0 0,1 0-1,-1 0 1,1-1 0,-1 1-1,1-1 50,2 4-27,0 1 0,-1-1 0,1 0 0,0 0 0,0 0-1,0 1 1,0-1 0,0 0 0,0 0 0,0 0 0,0 1 0,0-1-1,1 0 1,-1 0 0,0 1 0,0-1 0,1 0 0,-1 0 0,0 1-1,1-1 1,-1 0 0,1 1 0,-1-1 0,1 0 0,-1 1 0,1-1-1,-1 1 1,1-1 0,-1 1 0,1-1 0,0 1 27,16-10-1015,0 2-1,1 0 1,0 1 0,0 0 0,17-2 1015,44-13-5983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49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 14427,'0'0'3676,"0"0"-1515,0 0-391,0 0-716,-18 31-373,11-18-606,-9 13 82,1 1 1,1 1-1,2 0 0,1 1 0,1 0 0,1 0 0,2 1 0,1 4-157,-15 118 904,8 1-1,6 0 0,10 92-903,1-212 3,0 1 0,3-1-1,0 0 1,3 0 0,0-1-1,2-1 1,1 0 0,2 0-1,1-1 1,1-1 0,2-1-1,1 0 1,1-2 0,1 0-1,1-1 1,12 8-3,-21-20-210,1-1 0,0-1-1,0 0 1,1-1 0,1-1 0,15 7 210,-12-8-1569,1-1 0,1-1 0,8 2 1569,28 0-6843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50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1 165 10490,'0'0'4920,"0"0"-2007,0 0-778,0 0-579,35-23-761,120-71-170,-143 87-509,0 1-1,0 0 0,1 0 0,0 2 0,0-1 1,1 2-1,-1 0 0,1 0 0,-1 1 0,1 1 1,0 0-1,9 2-115,6-2 139,-19 1-112,1-1 0,-1 1 0,1 1 0,0 0 0,-1 1 0,0 0 0,8 2-27,-15-3 2,0 1 1,-1-1-1,1 1 1,0-1-1,-1 1 1,1 0 0,-1 0-1,0 0 1,1 0-1,-1 1 1,0-1-1,0 1 1,-1-1-1,1 1 1,0 0-1,-1-1 1,0 1-1,0 0 1,1 0 0,-2 0-1,1 0 1,0 0-1,-1 0 1,1 0-1,-1 1 1,0-1-1,0 3-2,0 2 5,1 0 0,-2 0 0,1 0 0,-1 0 0,0-1 0,-1 1 0,0 0 0,0 0 0,-1-1 0,-2 7-5,-3 0 6,0-1 0,-1 0 1,-1-1-1,1 0 1,-3 1-7,-13 15 101,1 2 0,1 0 1,2 1-1,1 1 0,2 1 0,1 0 1,2 2-1,1-1 0,1 2 0,2 0 1,2 0-1,2 1 0,1 0 0,1 1 1,2 12-102,2-25 67,1-1 0,1 0 0,1 0 0,1 0 0,1 0 0,1 0 1,6 12-68,-9-28 13,1-1 1,0 0 0,1 0 0,0-1-1,0 1 1,0-1 0,1 0 0,0 0-1,0 0 1,1 0 0,-1-1 0,1 0-1,0 0 1,1-1 0,-1 0 0,1 0-1,0 0 1,0-1 0,0 0 0,0 0-1,0-1 1,1 0 0,-1 0 0,1-1-1,5 1-13,0-1-23,-1 0 0,1 0-1,0-1 1,-1-1 0,1 0 0,-1 0-1,1-2 1,-1 1 0,0-1-1,0-1 1,8-4 23,-14 5-150,-1 1 0,1-2 1,-1 1-1,0-1 0,0 0 0,0 0 0,0 0 1,-1-1-1,1 1 0,-1-1 0,-1 0 0,1-1 0,-1 1 1,1 0-1,-2-1 0,1 0 0,-1 0 0,1 0 0,-2 0 1,1 0-1,-1 0 0,0 0 0,0-3 150,2-44-4366,-3 7-1894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50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10594,'0'0'6034,"0"0"-2906,0 0-855,0 0-961,0 0-640,0 0-560,192-32 112,-86 17-208,13 0-32,43-3-32,-26 0-848,-24 3-4953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51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15835,'0'0'3900,"0"0"-1761,0 0-603,0 0-585,0 0-503,34 4-266,3 0-148,13 1 19,0 2-1,0 2 1,13 7-53,-53-14 10,25 7 11,0 1 0,0 1 0,-1 2 0,-1 1 0,0 2 0,2 3-21,-33-18 6,-1 0 0,1 0 1,-1 0-1,1 0 1,-1 0-1,0 1 0,0-1 1,1 0-1,-1 1 0,0-1 1,0 1-1,0-1 0,-1 1 1,1 0-1,0-1 0,-1 1 1,1 0-1,-1 0 1,1-1-1,-1 1 0,0 0 1,1 0-1,-1 0 0,0 0 1,0-1-1,-1 1 0,1 0 1,0 0-1,-1 0 0,1-1 1,-1 1-1,1 0 0,-1-1 1,0 1-1,0 0 1,1-1-1,-1 1 0,0-1 1,-1 1-7,-4 7 74,-1 0-1,0-1 1,0 0 0,-1-1 0,-8 7-74,-113 92 263,-67 60-735,146-114-1864,23-12-6268,13-15-5255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51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10730,'0'0'3929,"0"0"-1384,0 0 95,176-27-1448,-100 10-871,3 2-273,1 6-48,-4 0-80,-3 3-521,3 0-239,0 0-584,16-3-376,-22 3-537,-17 0-4568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53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12859,'0'0'3407,"0"0"-1721,0 0-150,28-7-417,94-23-256,-108 27-649,0 1-1,1 0 1,-1 1 0,1 0-1,0 2 1,0-1-214,3 1 293,-14 0-255,0-1-1,0 1 1,0-1-1,-1 1 1,1 0 0,0 1-1,0-1 1,-1 1 0,1-1-1,-1 1 1,1 0 0,-1 0-1,0 1 1,0-1-1,0 1 1,0-1 0,0 1-1,-1 0 1,1 0 0,-1 0-1,0 1 1,0-1 0,0 1-1,0-1 1,0 1-1,-1-1 1,0 1 0,1 0-1,-2 0 1,1 0 0,0-1-1,-1 3-37,2 4 33,-1 0 0,-1-1 0,1 1 0,-2 0-1,1 0 1,-2 0 0,1-1 0,-1 1 0,-1-1-1,1 1 1,-2-1 0,1 0 0,-2 2-33,-13 16 59,-1-1 0,0-1 0,-2-1 1,-1 0-1,-1-2 0,-1 0 0,-1-2 0,-27 17-59,44-34-44,12-10 39,14-14 5,-5 13 0,1 0-1,-1 1 1,1 1 0,0 0-1,1 1 1,0 0 0,-1 1 0,12-1 0,-19 4-1,0-1 1,0 1 0,0 1 0,0-1-1,0 1 1,0 1 0,0-1 0,0 1 0,0 0-1,-1 1 1,1 0 0,0 0 0,-1 0 0,1 1-1,-1 0 1,0 0 0,1 0 0,-2 1 0,1 0-1,1 2 1,1 2 3,-1 0 0,-1 1-1,1 0 1,-2 1-1,1-1 1,-1 1 0,-1 0-1,1 0 1,-2 1-1,1 0 1,-2-1-1,1 1 1,-1 2-3,2 16 121,-2 0-1,0 0 1,-2 0-1,-2 14-120,2-37 58,-1-1-1,0 1 1,0 0-1,-1 0 1,1-1-1,-1 1 1,0 0-1,-1-1 1,1 0-1,-1 1 1,0-1-1,0-1 1,-1 1-1,0 0 1,1-1-1,-2 1-57,-2 1 86,-1 0 0,1 0 0,-1 0-1,0-2 1,0 1 0,-1-1 0,0 0-1,1 0 1,-7 1-86,-14 2 142,-1-1 0,1-1-1,-1-1 1,0-2 0,-26-1-142,48-1-71,-66-5 342,71 5-354,0-1 0,0 1 0,1-1 0,-1 0-1,0 1 1,1-1 0,-1-1 0,0 1-1,1 0 1,-1 0 0,1-1 0,0 0 0,-1 1-1,1-1 1,0 0 0,0 0 0,0 0-1,1 0 1,-1-1 0,0 1 0,1 0 0,-1-1-1,0 0 84,3-10-2848,7 5-2087,12-1-6120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53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12563,'0'0'4281,"0"0"-2897,0 0-568,0 0-816,0 0-304,0 0-2121,0 0-7457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54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46 137 10802,'0'0'3600,"0"0"-1004,0 0-283,0 0-686,0 0-867,0 0-219,13-19 124,42-60 9,-53 76-642,0 0 0,0 0 0,0 1 0,0-1-1,0 1 1,1 0 0,-1-1 0,1 1-1,0 0 1,0 1 0,0-1 0,0 0 0,0 1-1,0-1 1,0 1 0,0 0 0,0 0 0,1 1-1,-1-1 1,0 0 0,1 1 0,-1 0 0,0 0-1,1 0 1,-1 0 0,0 1 0,1-1-1,-1 1 1,0 0 0,1 0 0,-1 0 0,0 0-1,0 0 1,0 1 0,0 0 0,0-1 0,-1 1-1,1 0 1,0 1 0,-1-1 0,1 0-1,-1 1 1,0-1 0,0 1 0,0 0 0,0-1-1,0 1 1,-1 0 0,1 1-32,6 13 8,-1 1-1,-1-1 1,-1 1-1,0 0 1,-1 0-1,-1 1 1,0 15-8,0 22 34,-5 55-34,1-88 8,-2 0 1,-1 0 0,0 0 0,-2-1-1,-1 1 1,0-1 0,-2 0-1,-4 7-8,6-14 61,-1-2 0,0 1 0,0-1 0,-2-1 0,0 1 0,0-2 0,-1 1 0,0-1 0,-1-1 0,0 0-1,-1-1 1,0 0 0,0-1-61,8-5 57,0-1 1,-1 0-1,1 0 0,-1 0 0,0-1 1,1 0-1,-1 0 0,0 0 0,1-1 1,-1 0-1,0 0 0,0 0 0,0-1 1,-1 0-58,6 0 23,1 1 1,-1-1 0,1 0 0,-1 1-1,1-1 1,-1 0 0,1 0-1,0 0 1,-1 1 0,1-1-1,0 0 1,-1 0 0,1 0 0,0 0-1,0 1 1,0-1 0,0 0-1,0 0 1,0 0 0,0 0-1,0 0 1,0 0 0,0 1 0,1-1-1,-1 0 1,0 0-24,11-24 128,-2 18-92,2 0 0,-1 1 0,1 1 0,0 0 0,0 0 0,1 1 1,-1 1-1,1 0 0,0 0 0,0 1 0,5 0-36,30-2 436,0 2 1,16 3-437,-18-1 216,-13 2-52,0 1 0,0 1 0,-1 2 0,1 1 0,12 6-164,4 0 29,-47-13-105,1 1 0,0-1 1,-1 1-1,1-1 0,0 0 0,-1 0 0,1 0 0,0 0 1,0 0-1,-1 0 0,1 0 0,0-1 0,-1 1 1,1-1-1,0 1 0,-1-1 0,1 0 0,-1 1 0,1-1 1,-1 0-1,1 0 0,-1 0 0,1 0 0,-1 0 0,0-1 1,0 1-1,0 0 0,1-1 76,2-4-535,-1 0 1,0-1-1,0 1 0,0-1 0,-1 0 1,1-3 534,3-8-1850,8-26-5091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54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88 13139,'0'0'4286,"0"0"-1569,0 0-1101,0 0-754,-3 35-208,0-4-454,-6 63 1278,4 49-1478,5-118 172,1-1 1,1 1-1,0-1 0,2 1 0,2-1 0,0 0 1,1 0-1,6 12-172,-10-28 21,1 0 1,0 0-1,1-1 0,0 1 0,0-1 1,0 0-1,1-1 0,0 1 0,0-1 1,1 0-1,0-1 0,0 0 1,0 0-1,1 0 0,-1-1 0,1 0 1,0 0-1,0-1 0,1 0 0,-1-1 1,1 0-1,-1 0 0,1 0 0,0-1 1,5-1-22,-4 1 9,1 0 1,-1-1-1,0 0 1,0-1-1,1 0 1,-1-1-1,0 0 0,0-1 1,0 0-1,-1 0 1,1-1-1,-1 0 1,1-1-1,-1 0 1,-1 0-1,1-1 1,-1 0-1,0-1 1,0 0-1,-1 0 1,0 0-1,0-1 1,-1 0-1,0-1 0,0 1 1,-1-1-1,0 0 1,-1-1-1,1 1 1,-2-1-10,6-13 110,-2 0 0,0 0 0,-2-1 0,-1 0-1,-1 0 1,0-6-110,-1-27 271,-2 1-1,-3-7-270,2 50 75,0-1 1,-2 0-1,1 1 0,-2-1 0,0 1 0,0 0 1,-1 0-1,-1 0 0,0 1 0,-1 0 1,-6-8-76,9 14 11,-1 0 1,0 0-1,0 0 1,-1 1 0,1-1-1,-1 2 1,-1-1-1,1 0 1,0 1 0,-1 0-1,0 1 1,0-1-1,0 1 1,-1 1-1,1 0 1,-1 0 0,1 0-1,-1 1 1,1 0-1,-1 0 1,-3 0-12,9 1-58,0 0-1,0 0 1,0 0 0,0 0-1,0 0 1,0 0 0,0 1-1,0-1 1,0 0 0,0 1-1,0 0 1,0-1 0,1 1-1,-1 0 1,0 0-1,0 0 1,0 1 58,1 0-112,0 0 1,0 0-1,0 1 0,0-1 1,0 1-1,0-1 0,1 0 0,-1 1 1,1-1-1,0 1 0,0-1 0,0 3 112,-3 37-2976,3-1-3400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54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16035,'0'0'4721,"0"0"-3856,0 0 463,0 0-656,0 0-496,195-6-136,-135 3-40,16-9-8,-17 6-1360,-12-6-4169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55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8210,'0'0'5525,"0"0"-2720,0 0-968,0 0-590,0 0-628,0 0-332,-5 19 15,2-6-231,1-9-47,0 1-1,0 0 1,1 0 0,-1 0 0,1 0 0,1 0 0,-1 1 0,1-1 0,0 0 0,0 0 0,0 0 0,1 1 0,-1-1-1,1 0 1,1 0 0,-1 0 0,1 0 0,0 0 0,0 0 0,0-1 0,1 1 0,-1-1 0,1 1 0,3 2-24,45 46 142,-20-21 10,-1 1 1,-1 1 0,8 17-153,-29-39 129,0 0 1,-1 1 0,-1 0-1,0 0 1,-1 1 0,-1 0 0,0 0-1,0 0 1,-2 0 0,1 1-1,-2-1 1,0 9-130,-1-18 95,1-1-1,-1 1 1,-1 0-1,1-1 1,-1 1 0,0-1-1,0 1 1,0-1-1,0 1 1,-1-1 0,0 0-1,0 0 1,0 1-1,0-2 1,-1 2-95,-2-1 145,0 1 0,0-1 1,0-1-1,0 1 0,-1-1 0,1 0 1,-1 0-1,0 0 0,0-1 0,-5 2-145,-6 3 109,0-1 0,0-1 0,0-1 0,0 0 0,-1-1 0,0-1-1,1 0 1,-1-2 0,0 0 0,0-1 0,0 0-109,15 0-10,1-1 1,0 1-1,0 0 1,0 0-1,0-1 1,0 1-1,0-1 1,0 0-1,0 0 1,1 1-1,-1-1 1,0 0-1,1 0 1,0-1-1,-1 1 1,1 0-1,0 0 1,0-1-1,1 1 1,-1 0 0,0-1-1,0-1 10,-10-61-573,11 59 483,-9-141-4097,7 49-2941,2 41-697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55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70 45 8858</inkml:trace>
  <inkml:trace contextRef="#ctx0" brushRef="#br0" timeOffset="1">70 45 8858,'-69'12'6569,"85"-18"-2456,14-3-1856,16-3-185,14 3-952,6 0-376,0 3-127,4 3-193,-7 0-232,-7 3-176,-10 0-16,-6 0-456,3 9-745,-13 6-5160,-7-6-9090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55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16 10018,'0'0'2502,"0"0"-302,0 0 94,0 0-288,0 0-484,-33-4-163,-105-7-211,135 10-1094,-1 1 1,0 0-1,0 0 0,0 1 1,1-1-1,-1 1 1,0 0-1,1 0 0,-1 0 1,1 0-1,-1 0 0,1 1 1,-1 0-1,1 0 0,0 0 1,0 0-1,0 0 1,0 1-1,0-1 0,1 1 1,-1 0-1,1 0 0,-1 0 1,1 0-1,0 0 1,-1 2-55,-3 4 174,0 2-26,0 1 0,0 0 0,1 0 0,1 0 0,0 0 0,1 1 0,0-1 0,1 1 0,0 0 0,1 0-1,1 0 1,0 0 0,1 11-148,0-20 15,-1 0-1,0 0 0,1 0 0,0-1 1,0 1-1,0 0 0,0 0 1,1-1-1,-1 1 0,1-1 1,0 0-1,0 1 0,0-1 0,1 0 1,-1 0-1,1 0 0,-1 0 1,2 0-15,1 1 10,1 0 0,0 0 1,-1-1-1,2 1 0,-1-1 1,0 0-1,1-1 1,-1 0-1,1 0 0,0 0-10,11 1 15,0 0-1,1-1 1,-1-1-1,1-1 1,-1 0 0,1-2-1,9-1-14,-24 2-2,1 0-1,-1 0 0,0-1 1,1 0-1,-1 1 1,0-1-1,0-1 1,0 1-1,0-1 1,0 1-1,-1-1 0,1 0 1,-1 0-1,0-1 1,0 1-1,0-1 1,0 1-1,0-1 1,-1 0-1,0 0 0,0 0 1,0 0-1,0-1 1,-1 1-1,1-1 1,-1 1-1,0-4 3,3-14 0,-1-1 0,-1 0 1,-1 0-1,-1 0 0,-1-3 0,1-6 59,9 187 1262,-4 51-938,6 128 143,-5-315-889,4-21-682,9-25-2825,-3-2-2860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56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9378,'0'0'7699,"0"0"-4742,0 27-1518,-1 35-447,2 130 1457,0-155-2057,2 1 1,2-1 0,2 0-1,2 7-392,-3-25 111,0 0-1,1-1 0,1 1 1,0-1-1,2-1 0,0 0 1,1 0-1,1-1 0,13 15-110,-16-22 21,0 0-1,0-1 0,2 0 0,-1-1 0,1 0 1,-1-1-1,2 0 0,-1 0 0,1-1 0,0-1 1,0 0-1,0 0 0,1-1 0,-1-1 0,1 0 1,0-1-21,4 0 9,-1-1 1,1 0 0,-1-1 0,1 0 0,-1-2 0,0 0 0,1-1-1,-2 0 1,1-2 0,0 0 0,-1 0 0,0-1 0,-1-1 0,1-1-1,5-5-9,-4 2 24,0-1-1,-2-1 0,1 0 0,-2-1 1,0-1-1,-1 0 0,0-1 0,-1 0 1,-1 0-1,-1-1 0,-1-1 0,5-12-23,-4-1 160,0 1 0,-2-1-1,-2-1 1,0 1-1,-3-1 1,0-31-160,-2 55 17,-1-1 1,0 0 0,0 1-1,0-1 1,-2 1-1,1-1 1,-1 1-1,0 0 1,-1 0 0,0 0-1,-1 0 1,0 1-1,0 0 1,0 0-1,-1 0 1,-1 1 0,1-1-1,-1 1 1,-4-2-18,-1-1-61,-1 2 0,0 0 0,0 0 0,-1 1 0,0 1 0,0 0 0,-1 1 0,1 0 0,-1 2 0,0 0 0,0 0 0,-1 1 0,0 1 61,-68-3-2133,0 3 0,-67 9 2133,-2 15-7088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57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1 503 8634,'0'0'1413,"0"0"-90,0 0 272,0 0-470,0 0-513,0 0-136,-1 4 1558,13 3-1362,6-3-146,-1-1 0,1-1-1,-1 0 1,1-2 0,0 0 0,16-2-526,29 0 563,681-28 1912,8-37-1596,-517 44-680,568-56 303,871-75-208,-1615 150-252,378-38 411,-348 29 133,-1-3-1,0-5 0,62-24-585,-106 27 618,-21 9-515,-53 25-1923,-24 10-3240,28-17-948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58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0 726 13555,'0'0'2590,"0"0"-76,0 0-122,29-8-908,-13 4-1309,-4 0-63,1 0 0,0 1 0,0 1 0,0 0-1,0 1 1,3 0-112,-9 1 60,0 1 0,0-1 0,0 2 0,0-1 0,0 1 0,-1 0 0,1 0 0,-1 1 0,1 0 0,-1 0 0,0 0 0,0 1 0,0 0 0,-1 0 0,1 0 0,2 4-60,25 25 398,-2 2 0,-1 1 0,-2 2 0,-2 0 0,-1 2 0,11 27-398,30 70 1298,14 57-1298,-69-168 74,-7-15-42,-3-7-26,0 1 0,1-1 0,-1 0 0,1 0 0,-1 0 1,1-1-1,1 1 0,-1 0 0,0-1 0,1 1 0,0-1 0,0 0 0,0 0 0,0 0 1,0 0-1,0 0 0,5 1-6,-7-4 5,-1 0 1,1 0 0,0-1 0,0 1-1,0-1 1,0 1 0,0-1 0,-1 1 0,1-1-1,0 1 1,0-1 0,-1 0 0,1 1-1,-1-1 1,1 0 0,0 0 0,-1 0-1,1 1 1,-1-1 0,0 0 0,1 0-1,-1 0 1,0 0 0,1 0 0,-1 0-1,0 0 1,0 0 0,0 1 0,0-1-1,0 0 1,0 0 0,0 0 0,0 0-1,0 0 1,-1 0-6,3-48 23,-2 42-22,1-23-11,-2 1-1,0-1 1,-2 1-1,-1-1 1,-2 1-1,0 1 1,-8-20 10,-45-93-53,-22-26 53,-42-100-110,119 256 100,1 1-6,-1 0 1,-1 1 0,1-1-1,-1 1 1,-1-1-1,0 2 1,0-1 0,-5-4 15,52 8-598,58-5 535,-2-5 0,0-3 0,13-9 63,128-24 12,950-93-21,-640 89-10,-258 26-32,274-35 134,-564 64-71,1 0 1,0-1-1,0 1 1,0 0-1,-1 0 1,1-1-1,0 1 1,0-1-1,-1 1 1,1-1-1,0 1 1,-1-1-1,1 1 1,-1-1-1,1 1 1,-1-1-1,1 0 1,-1 1-1,1-1 1,-1 0-1,1 0 1,-1 1 0,0-1-1,0 0 1,1 0-1,-1 0 1,0 1-1,0-1 1,0 0-1,0 0 1,0 0-1,0 0 1,0 1-1,0-1 1,0 0-1,0 0 1,0 0-1,-1 1 1,1-1-1,-1-1-12,1-6-192,-29 8-2646,-9 5-1539,-8 13-2243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58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15 8466,'0'0'2922,"0"0"-644,0 0-98,0 0-205,0 0-639,0 0-397,-9-4-340,6 3-576,2 0 3,-1 0 0,1 0-1,-1 0 1,0 0 0,1 0-1,-1 1 1,0-1 0,0 0-1,0 1 1,0 0 0,0-1-1,1 1 1,-1 0 0,0 0-1,0 0 1,0 0 0,0 0-1,0 0 1,0 1 0,0-1-1,0 1 1,0-1 0,1 1-1,-1 0 1,0-1-1,0 1 1,1 0 0,-1 0-1,1 1 1,-1-1 0,1 0-1,-1 0 1,1 1 0,0-1-1,-1 1 1,1-1 0,0 1-1,0-1 1,0 1 0,0 0-1,0 0 1,1-1 0,-1 1-1,0 1-25,-1 2 49,-1 1 0,1 0 0,0 1 0,1-1 0,-1 0 0,1 0 0,0 1 0,1-1 0,0 0 1,0 1-1,0 2-49,1-5 11,-1-1 1,1 1 0,0-1-1,0 1 1,0-1 0,0 0 0,1 0-1,-1 1 1,1-1 0,0 0-1,0 0 1,0 0 0,1-1 0,-1 1-1,1 0 1,-1-1 0,1 0-1,0 1 1,0-1 0,0 0-12,49 28 800,32 11-800,-37-18 412,-1 1 0,12 10-412,-43-24 44,-1 0 0,-1 1 0,0 1 0,0 0-1,-1 0 1,0 2 0,-2-1 0,9 14-44,-14-19 43,-1 0 0,0 0 0,0 1 0,-1 0 0,0 0 1,-1 0-1,1 0 0,-2 0 0,0 0 0,0 1-43,0-6 66,-1 0 0,0-1 1,0 1-1,0 0 0,0 0 0,-1 0 1,0 0-1,0 0 0,0-1 1,0 1-1,0 0 0,-1-1 0,0 1 1,1-1-1,-1 1 0,-1-1 0,1 0 1,0 0-1,-1 0 0,0 0 0,1 0 1,-1-1-1,-3 3-66,-9 3 130,0 0 1,0-1-1,-1-1 0,0 0 0,-1-2 1,1 1-1,-1-2 0,0 0 1,-6-1-131,-17 1 113,0-1 1,0-3 0,-18-3-114,51 4 3,0-1 0,0 0 1,1-1-1,-1 1 0,0-1 1,1-1-1,-1 1 0,1-1 1,0 0-1,0-1 0,0 1 1,0-1-1,1 0 1,-1-1-1,1 1 0,0-1 1,0 0-1,1-1 0,0 1 1,0-1-1,0 1 0,0-1 1,1-1-1,0 1 0,0 0 1,1-1-1,-1 0-3,-5-23-759,2 1 0,0-1 0,2 0 0,1 0 1,1-23 758,-1-1-3040,0 15-1819,3 5-1193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59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0 0 13435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1:59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91 376 13435,'-26'6'987,"-37"3"3260,62-11-3134,7-4-37,38-19 848,6 0-477,1 2-1,14-2-1446,-41 17-361,-1 1 0,1 1 0,0 1 0,1 2 0,-1 0 0,15 1 361,36 1-7059,24 0-2571,-34 4 7562,-62-2 2424,0-1 0,-1 0 0,1 1 0,0 0 0,0-1 0,-1 1 0,1 0 0,0 0 0,-1 1 0,1-1 0,-1 1 0,0-1 0,1 1 0,-1 0 0,0 0 0,0 0 1,0 0-1,0 0 0,0 0 0,-1 0 0,1 1 0,-1-1 0,1 1 0,-1-1 0,0 1 0,0-1 0,1 2-356,1 8 1400,-1 1 0,0-1 0,0 0 0,-1 1 0,-1 11-1400,2 10 660,0-5 165,1 14 23,2 0 0,1-1 0,3 0 0,9 26-848,-14-56 82,0-1 0,1 1-1,1-1 1,0-1 0,0 1 0,1-1 0,1 0-1,3 4-81,-6-9 33,1 0 0,0 1 0,0-2-1,0 1 1,1-1 0,-1 0-1,1 0 1,0-1 0,0 0 0,0 0-1,1 0 1,-1-1 0,8 1-33,0-1 19,0 0 1,1-1 0,-1 0-1,1-1 1,0-1 0,-1-1-1,0 0 1,1-1 0,-1-1-1,0 0 1,-1-1 0,1-1-1,-1 0 1,0 0 0,12-9-20,-16 8 11,0 0 0,0 0 1,0-1-1,-1-1 1,-1 0-1,1 0 0,-1 0 1,-1-1-1,0 0 1,0-1-1,-1 1 0,-1-1 1,1 0-1,-2-1 1,1 1-1,-2-1 0,0 0 1,0 0-1,-1 0 1,0-7-12,0 3 45,-1-1 0,-1 0 1,0 0-1,-1 0 1,-1 1-1,-1-1 1,0 1-1,-1 0 0,-1-1 1,0 2-1,-1-1 1,-1 1-1,0 0 1,-2 0-1,1 1 0,-3-3-45,-8-9-21,0 0 0,-2 2-1,-1 0 1,-12-9 21,34 32-172,1 11-348,3 8 501,1 0 1,1-1-1,1 0 0,1 0 0,0-1 1,10 15 18,6 8 46,2-2 1,11 10-47,-25-33 15,1 0-1,1-2 0,0 1 0,1-1 1,0-1-1,1-1 0,0 0 1,1-1-1,0-1 0,0-1 0,1 0 1,0-1-1,9 2-14,4-1 67,0-2-1,1-1 1,-1-1 0,1-1-1,0-2 1,-1-2-1,21-3-66,-43 4 15,0-1-1,-1 0 0,1 0 0,0-1 1,-1 0-1,1 0 0,-1-1 0,0 0 0,0-1 1,-1 1-1,1-2 0,-1 1 0,0-1 1,-1 0-1,1 0 0,-1-1 0,0 0 0,-1 0 1,0 0-1,0-1 0,0 0 0,-1 0 1,0 0-1,-1 0 0,0-1 0,0 1 1,-1-1-1,0 0 0,0 0 0,-1-2-14,2-5 28,-2 0-1,0 0 1,-1-1-1,-1 1 1,0 0-1,-1 0 1,-1 0-1,-1 0 1,0 0-1,-1 1 1,0-1-1,-1 1 1,-1 1-1,-1-1 1,0 1-1,-5-7-27,5 10-85,-1 1 0,0-1-1,0 1 1,-1 1 0,-1 0 0,0 0-1,0 1 1,0 1 0,-1 0-1,0 0 1,0 1 0,-1 1 0,0 0-1,0 0 1,0 2 0,0-1-1,-1 2 1,1 0 0,-1 0-1,0 2 1,-6-1 85,19 1-88,-1 0-1,0 0 1,0 0-1,1 0 0,-1 0 1,0 0-1,0 0 1,1 0-1,-1 1 1,0-1-1,1 1 1,-1 0-1,0-1 0,1 1 1,-1 0-1,1 0 1,-1 0-1,1 0 1,-1 0-1,1 0 0,0 0 1,-1 1 88,1 0-611,0 1 0,0 0 0,0 0 0,1 0 0,-1 1 0,1-1 0,0 0 0,0 0 0,0 0 0,0 0 0,0 0 0,1 1 611,2 21-9485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2:00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10 9554,'0'0'2541,"0"0"-384,0 0-63,0 0-145,0 0-184,0 0-198,0 0-245,0-1-1263,0 1 0,0-1 0,0 1 0,0 0 0,0-1 0,0 1 1,1-1-1,-1 1 0,0 0 0,0-1 0,1 1 0,-1-1 0,0 1 0,0 0 0,1-1 0,-1 1 0,0 0 1,1-1-1,-1 1 0,1 0 0,-1 0 0,0 0 0,1-1 0,-1 1 0,1 0 0,-1 0 0,1 0 0,-1 0 1,0 0-1,1-1 0,-1 1 0,1 0 0,-1 0 0,1 0 0,-1 0 0,1 0 0,-1 1 0,1-1 0,-1 0-59,23 1 154,-1 2-1,-1 0 0,1 1 0,0 1 0,-1 2 0,0 0 0,0 1 0,-1 1 1,6 4-154,2 1 60,0 2 1,-2 1-1,0 1 1,-1 2 0,-1 0-1,10 12-60,-8-1 18,-1 0 0,-2 2 0,-1 1 0,-1 0 1,-2 2-1,-2 0 0,-1 1 0,-2 0 0,5 24-18,13 58 11,-5 2-1,3 57-10,-12-41-1,-6 0 1,-6 1-1,-6 0 0,-7 11 1,1-98-234,-2 0-1,-2 0 0,-3-1 0,-2 0 1,-2-1-1,-2-1 0,-2-1 1,-2-1-1,-3-1 0,-1 0 0,-22 25 235,-30 31-1671,-4-3 0,-4-4-1,-4-4 1,-7-2 1671,0-1-10187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2:14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16548,'0'0'2304,"0"0"-1056,53 286 1185,-27-146-1033,4 9-456,0-4-264,-7-29-199,7 6-201,-7-17-160,-3-25-40,0-12-64,-7-11-16,0-24 0,-6-12-448,-7-21-689,0-6-1111,0-21-3937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2:15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0 466 8514,'22'-29'5796,"-12"15"-5351,23-30 424,1 1-1,3 2 1,1 2-1,27-21-868,-32 34 616,1 1-1,1 2 0,1 2 0,1 1 1,23-8-616,-33 18 197,0 0 1,0 2-1,1 1 1,0 1 0,1 1-1,-1 2 1,1 1-1,18 1-197,-37 1 27,-1 0 1,0 1-1,0 0 0,0 0 0,0 1 0,0 0 0,0 1 1,0 0-1,-1 1 0,0-1 0,1 2 0,-1-1 1,-1 1-1,1 0 0,-1 1 0,0 0 0,0 0 0,0 0 1,-1 1-1,0 0 0,0 0 0,-1 1 0,0-1 1,0 1-1,-1 0 0,0 1 0,0-1 0,-1 1 0,1 5-27,2 3 90,-1 0 0,-2 1 0,1-1 0,-2 1-1,0 0 1,-1-1 0,-1 1 0,-1 0 0,-1 0 0,0-1-1,-1 1 1,-1-1 0,-1 4-90,-2-1 160,0 1 0,-2-2 1,0 1-1,-2-1 0,0-1 0,0 1 1,-2-2-1,0 0 0,-1-1 0,-12 11-160,1-4 120,0-1 0,-1-1 0,-1-1 0,-1-1 1,-1-2-1,-2 0-120,10-6 13,-1-2 0,1-1 1,-2 0-1,1-2 0,-1 0 1,0-2-1,0 0 0,0-2 1,-2-1-14,-53-1-303,77 0 250,0 0 1,-1-1-1,1 1 1,0-1-1,0 1 0,0 0 1,0-1-1,1 0 1,-1 1-1,0-1 1,0 1-1,0-1 1,0 0-1,1 0 0,-1 1 1,0-1-1,0 0 1,1 0-1,-1 0 1,1 0-1,-1 0 1,1 0-1,-1 0 1,1 0-1,0 0 0,-1 0 1,1 0-1,0 0 1,0 0-1,0 0 1,0 0-1,0-1 1,0 1-1,0 0 0,0 0 1,0 0-1,1 0 1,-1 0 52,1-4-573,0 0 0,0 0 0,0 0 0,1 0 0,-1 1-1,1-1 1,0 1 0,1-1 573,26-29-6717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2:15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14243,'0'0'3961,"0"0"-1833,-113 253 473,70-128-849,17-3-455,9-6-729,17-12-120,0-18-280,30-11-72,20-10-88,12-14-8,11-10-152,3-20-528,30-21-601,-20 0-2479,-13-27-2362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2:15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5329,'0'0'6843,"0"0"-3709,36-12-940,120-36-162,-142 44-1772,-1 1 1,1 0-1,0 0 0,0 2 0,0 0 0,0 0 0,0 1 1,4 2-261,-4-1 185,-8-1-99,0 1-1,0 0 1,-1 0-1,1 1 0,0-1 1,-1 1-1,1 1 1,-1-1-1,0 1 0,0 0 1,0 0-1,0 0 1,0 1-1,-1-1 0,1 1 1,-1 0-1,0 1 1,0-1-1,-1 1 0,1 0 1,-1 0-1,0 0 1,0 0-1,-1 0 0,0 1 1,0-1-1,0 1 1,0-1-1,-1 2-85,5 18 290,-2 0 1,0 0-1,-2 0 1,0 0-1,-2 0 1,-1 5-291,-3 0 214,0 1 1,-2-1 0,-2 0-1,0 0 1,-2-1-1,-7 13-214,-1 6 591,-9 41-591,19-53 106,1 0 0,2 1 0,1 0 1,2-1-1,3 34-106,0-56 13,1 0 0,0 0-1,1 0 1,1 0 0,0-1 0,1 0 0,5 11-13,-6-16 6,0-1 0,0 0 0,1 0 0,1 0 0,-1-1 0,1 1 0,0-1 0,0-1 0,0 1 1,1-1-1,0 0 0,0-1 0,3 2-6,-5-3-29,0-1-1,0 0 1,0 0 0,0 0 0,0-1 0,1 1-1,-1-1 1,0-1 0,1 1 0,-1-1 0,1 0-1,-1 0 1,0 0 0,1-1 0,-1 0 0,0 0 0,1 0-1,-1-1 1,0 0 0,0 0 0,0 0 0,0 0-1,0-1 1,-1 0 0,1 0 29,2-2-234,-1 0 0,0-1-1,0 1 1,-1-1 0,0 0 0,0-1 0,0 1-1,0-1 1,-1 0 0,0 0 0,-1-1 0,0 1-1,0-1 1,0 0 0,-1 0 0,0-4 234,2-19-2868,-1-1 0,-2 1 0,-2-2 2868,1 14-2281,0-43-8137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2:16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1 108 6601,'0'0'8818,"0"0"-5657,0 0-817,0 0-623,0 0-825,0 0-584,0 0-184,254-15-128,-158-3 0,17-12-1000,-30 9-3497,-17-3-7466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2:16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 9818,'0'0'5101,"0"0"-1901,0 0-788,0 0-497,0 0-556,0 0-244,13 4-84,133 36 580,-66-21-950,8 7-661,-65-18 37,0 1 0,-1 1-1,0 0 1,-1 2 0,20 14-37,-38-24 4,1 1-1,-1-1 0,0 1 0,0 0 0,0 0 0,0 0 1,0 0-1,-1 0 0,0 1 0,1-1 0,-1 1 0,0 0 0,-1-1 1,1 1-1,-1 0 0,1 0 0,-1 0 0,-1 0 0,1 1 1,0-1-1,-1 0 0,0 0 0,0 0 0,0 0 0,-1 1 1,1-1-1,-1 3-3,-2 0 15,0 1 1,0-1 0,0 0 0,0 0-1,-1 0 1,-1 0 0,1-1-1,-1 0 1,0 1 0,0-2 0,-1 1-1,0-1 1,0 1 0,-1-1-16,-48 32 106,-1-2-1,-2-2 1,-57 22-106,-36 21-1692,98-46-799,11-6-3248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2:18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324 124 392,'0'0'6774,"0"0"-3634,0 0-1294,0 0-312,0 0-578,0 0-577,-4 1-205,-14 5-140,14-5-26,4-1 17,0 0 72,0 0 174,0 0 225,0 0 18,0 0-58,0 0-72,0 0-176,0 0-44,0 0-61,0 0-34,0 0-49,0 0-12,0 0 17,0 0 61,0 0-28,0 0-27,0 0 16,0 0-33,0 0-31,0 0-39,0 0 39,0 0 27,0 0 20,0 0-8,0 0 41,11-1 206,37-15-111,41-22-158,-65 26 3,2 1-1,-1 0 1,1 2 0,1 1-1,-1 2 1,1 0-1,1 2 1,-1 1 0,2 0-3,-29 3 41,0 0 191,0 0 302,-8-1-492,0 0 1,0 0-1,0 1 1,0 0-1,0 0 1,0 1-1,0-1 1,0 2-1,0 0 1,0 0-43,-81 28 286,49-15-244,-89 29-16,-220 83 101,334-117-613,26-7-301,23-5-737,-34 2 1482,47-8-3367,-1-3-3261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2:19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11082,'0'0'3929,"0"0"-2657,0 0 1377,0 0-881,235-9-431,-156 9-369,-6 0 88,-10-6-368,-14 3-328,-12-2-216,-11 2-128,-13-3-16,1 3-64,5-3-416,-2 6-1656,3-9-4090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2:19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15699,'0'0'5177,"0"0"-3232,0 0-433,0 0-680,0 0-23,63 172-129,-53-91-72,-10 2-176,0 0-224,0-5-144,0-7-56,3-8-16,1-19-256,2-11-264,21-27-520,-7-6-1113,6 0-4288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2:19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 6529,'0'0'7394,"0"0"-4068,0 0-1147,0 0-230,0 0-857,33-19-493,107-61-106,-134 77-446,-1 0 0,1 1-1,0 0 1,0 0 0,0 0-1,0 1 1,1-1 0,-1 1 0,0 1-1,1-1 1,-1 1 0,0 0 0,1 1-1,-1 0 1,6 1-47,-7-1 25,-1 1-1,1 0 1,-1 1 0,1-1-1,-1 1 1,0-1-1,0 1 1,0 1 0,0-1-1,0 1 1,-1-1 0,0 1-1,1 0 1,-2 0-1,3 3-24,2 6 46,0 1 1,-1 0-1,-1 0 0,0 0 0,-1 1 0,-1 0 0,0 0 1,-1 0-1,0 15-46,0-15 16,-1 1 1,-1 0 0,-1 0-1,0-1 1,-1 1 0,0 0-1,-2-1 1,1 0 0,-2 0-1,0 0 1,-1 0 0,-1-1-1,0 0 1,-9 13-17,-3 3 21,-2-2-1,-1 0 1,-1-1 0,-1-2-1,-1 0 1,-2-2 0,0-1-1,-18 11-20,45-33 4,0 0-1,0 0 0,-1 0 0,1 0 0,0 0 1,0 0-1,0 0 0,0 0 0,-1 0 0,1 0 1,0 1-1,0-1 0,0 0 0,0 0 1,0 0-1,0 0 0,-1 0 0,1 0 0,0 0 1,0 1-1,0-1 0,0 0 0,0 0 0,0 0 1,0 0-1,0 1 0,0-1 0,0 0 0,0 0 1,0 0-1,0 0 0,0 1 0,0-1 0,0 0 1,0 0-1,0 0 0,0 0 0,0 1 0,0-1 1,0 0-1,0 0 0,0 0 0,0 0 0,0 0 1,0 1-1,0-1 0,1 0 0,-1 0 0,0 0 1,0 0-1,0 0 0,0 0 0,0 1 1,0-1-1,1 0 0,-1 0 0,0 0 0,0 0 1,0 0-1,0 0 0,0 0 0,1 0 0,-1 0-3,18 6 466,25-1 413,293-3 150,-176-3-8128,-135 1-788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2:20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13651,'0'0'6065,"0"0"-4400,0 0-89,0 0 336,-3 160-527,-11-82-489,-2 2-128,-1-3-144,-3-5-376,4-10-136,3-8-112,6-6-160,7-22-632,0-5-456,7-21-977,19-3-3432,4-21-3969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2:20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10 14475,'0'0'4270,"0"0"-2133,0 0-501,-19 33-232,-58 112-327,69-128-897,1 0 0,1 0 0,1 1 0,1 0 1,0 1-1,1-1 0,1 0 0,1 1 0,1-1 0,0 1 1,3 16-181,-1-4 198,-2-25-178,0 1 0,0-1 0,1 0 0,0 1 0,0-1 0,0 0 0,1 0 0,0 0 0,0 0 0,1 0 0,0 0 0,0-1 0,0 1 0,0-1 0,1 0 0,0 0 0,0 0 0,1-1 0,-1 1 0,1-1 0,0 0 0,0 0 0,0-1 0,1 1 0,-1-1 0,1 0 0,-1-1 0,1 1 0,1-1-20,8 2 7,1-1 0,0 0 0,-1-1-1,1-1 1,0 0 0,0-1-1,0-1 1,0 0 0,0-1 0,0-1-1,-1 0 1,1-2 0,-1 1 0,0-2-1,0 0 1,-1-1 0,12-7-7,-14 6 8,-1-1 1,0 0 0,0 0-1,-1-1 1,0 0-1,-1-1 1,0-1-1,0 1 1,-1-1-1,-1 0 1,0-1-1,-1 0 1,0-2-9,0-2 19,-1 0 0,0 0 1,-2 0-1,0-1 0,-1 0 0,0 0 0,-2 1 0,0-1 1,-1 0-1,-2-6-19,1 15 21,0 0 0,0 1 0,-1-1 0,0 0 0,-1 1 0,0-1 0,0 1 0,-1 0 0,0 1 1,0-1-1,-1 1 0,0 0 0,0 0 0,-1 1 0,0 0 0,0 0 0,0 0 0,-1 1 0,0 0 1,-6-2-23,-2-2-55,1 2-1,-2 0 0,1 1 0,-1 0 0,0 2 0,0 0 1,-1 0-1,1 2 0,-1 0 0,-6 1 57,24 1-35,-1 0 0,1 0 0,0 0 0,-1 0 0,1 0 0,0 0 0,0 0 0,-1 0 0,1 0-1,0 0 1,-1 0 0,1 0 0,0 0 0,-1 1 0,1-1 0,0 0 0,0 0 0,-1 0 0,1 0 0,0 1 0,0-1 0,-1 0 0,1 0 0,0 0 0,0 1 0,0-1 0,-1 0 0,1 0-1,0 1 1,0-1 0,0 0 0,0 1 0,0-1 0,0 0 0,-1 1 0,1-1 0,0 0 0,0 0 0,0 1 35,6 15-1049,14 10-1951,11-9-3475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2:20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16123,'0'0'3471,"0"0"-1603,0 0-130,35 5-483,-35-5-1255,35 5 250,-1 1 0,1 2 0,7 4-250,-35-9 47,-1 0 0,1 1 1,-1 0-1,0 0 0,0 0 0,0 1 0,-1 0 0,0 0 0,1 1 0,-2-1 0,1 1 0,-1 0 0,0 0 0,0 1 0,-1-1 0,1 1 0,-2 0 0,1 0 0,-1 0 0,2 6-46,2 5 107,5 14 15,-1 1 0,-2 0 0,-1 1 0,-2-1 0,0 17-123,1 55 379,-6 11-379,0-58 29,0-56-46,0 4-68,0-1 0,0 1 1,0 0-1,-1-1 1,0 1-1,0 0 1,0-1-1,-1 1 1,0-1-1,0 2 85,1-7-76,1 1 0,0-1 0,-1 0-1,1 1 1,0-1 0,-1 0 0,1 0 0,0 1 0,-1-1 0,1 0-1,-1 0 1,1 0 0,0 0 0,-1 0 0,1 1 0,-1-1 0,1 0 0,-1 0-1,1 0 1,0 0 0,-1 0 0,1 0 0,-1 0 0,1-1 0,-1 1-1,1 0 1,0 0 0,-1 0 0,1 0 0,-1 0 0,1-1 0,0 1-1,-1 0 1,1 0 0,0-1 0,-1 1 0,1 0 0,0-1 0,-1 1 0,1 0-1,0-1 1,0 1 0,-1 0 0,1-1 0,0 1 0,0 0 0,0-1-1,-1 1 1,1-1 76,-12-17-3941,-1-9-3592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2:21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0 849 16644,'0'0'5065,"0"0"-3753,0 0 136,0 0-1040,186-86-408,-110 65-112,0 9-712,10-3-632,63 0-1129,-20 6-1576,-10-3 3001</inkml:trace>
  <inkml:trace contextRef="#ctx0" brushRef="#br0" timeOffset="1">903 1 1144,'0'0'14427,"0"0"-12226,0 0-801,0 0 424,225 107-911,-165-3-81,-14 24 104,-13 12-80,-13 3-216,-17-6-176,-3-12-255,-3-9-209,-33-6-16,-44 27-1065,11-36-3976,-4-12-10258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2:22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1 170 1320,'0'0'14659,"0"0"-12258,0 0-857,0 0 57,228-47-649,-149 29-640,4-3-160,0 0-96,16-5-56,-23 5-1504,-26 6-4154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2:22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7962,'0'0'7401,"0"0"-6152,0 0-57,0 0 872,0 0-1024,179 33-711,-77-33-329,11-6-24,9-3-537,37-3-1263,-30 9-1977,-27 3-7617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2:44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16468,'0'0'4272,"0"0"-3271,0 0 559,0 0-560,202-21-728,-139 9-128,0 6-144,-7 0-168,4 6-872,-17 0-2049,-17 0-3240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2:44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0 140 11859,'0'0'6305,"0"0"-5065,0 0 1689,0 0-1289,0 0-840,0 0-664,182-60-136,-89 31-288,43 5-864,-24 3-2505,-13 15-2464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2:45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245 395 12051,'0'0'3907,"0"0"-1550,0 0-97,-2-33-353,1 27-1794,-9-252 2843,10 244-2673,-1 6-71,1 1 0,0 0 0,0 0 1,1-1-1,0 1 0,0 0 0,1 0 0,0 0 0,0 0 0,2-5-212,1 22 346,149 581-201,-148-569-260,0 0 0,-2 0 0,0 1 0,-2 0 0,0 11 115,-27-32-157,-110-5-287,-68 0-466,163 9 893,39-5 14,-1-1 0,1 0 1,0 1-1,0-1 0,0 1 1,0-1-1,-1 1 0,1-1 1,0 1-1,0 0 0,0 0 1,0 0-1,1-1 0,-1 1 1,0 0-1,0 0 0,0 0 1,1 0-1,-1 0 0,0 1 1,1-1-1,-1 0 1,1 0-1,0 0 0,-1 0 1,1 1-1,0-1 0,-1 0 1,1 1 2,1-1 0,-1 0 0,1 0 0,-1 0-1,1 0 1,-1 0 0,1 0 0,0 0 0,0 0 0,-1 0 0,1 0 0,0 0 0,0-1 0,0 1 0,0 0 0,0-1 0,0 1 0,0-1 0,0 1 0,0-1 0,0 1 0,0-1 0,0 0 0,0 1 0,1-1 0,-1 0 0,0 0 0,0 0 0,1 0 0,42 4 46,-36-4-35,115 4 103,28-8-114,-121 2-313,-1-2-1,1-1 0,-1-2 0,0 0 314,19-5-2602,0 0-3926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06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8130,'0'0'7529,"0"0"-5440,0 0-169,0 0 265,0 0-953,182-14-568,-116-1-312,-3 0-184,-3 3-160,-7 3-8,-7 0-40,-10 9-512,-16 0-1464,-10 6-2969,-10 9-4265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06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11682,'0'0'3105,"0"0"-1160,0 0 159,0 0-1040,0 0-584,0 0-368,192-14-48,-149 2-64,13-3-1096,-9 3-1704,-4 0-4218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13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7114,'0'0'7312,"0"0"-3864,0 0-907,0 0-643,0 0-1023,7 28-249,100 354 1807,-78-231-1820,-6 0 0,-2 59-613,4 27 50,-8-160 92,-6-29-2824,-14-63 1387,-2-1 0,0 1 0,0 0 0,-1 0 0,-3-3 1295,-23-41-5697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13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0 332 9498,'0'0'2475,"0"0"-621,17-32 273,59-106-289,-68 126-1661,0 1 0,1-1 0,0 1 0,1 1 0,0 0 0,1 0 0,0 1 0,0 0 0,1 1 0,0 1 0,0 0 0,1 0 1,0 1-1,1 1 0,-1 0 0,1 1 0,4-1-177,-5 1 106,0 1 0,0 1 0,0 0 0,0 0 1,0 1-1,0 1 0,0 0 0,1 1 0,1 1-106,-9-1 38,1 1-1,-1-1 1,1 1-1,-1 0 1,0 1-1,0 0 0,0 0 1,0 0-1,-1 0 1,1 1-1,-1 0 1,0 0-1,0 1 1,0 0-1,-1-1 1,0 1-1,0 1 0,3 4-37,1 3 125,-2 0 0,0 0-1,0 1 1,-1-1-1,-1 1 1,0 1-1,-1-1 1,-1 0-1,0 1 1,-1-1-1,0 3-124,-1-6 111,0 0-1,-1 0 0,0 0 0,0 0 0,-2-1 1,1 1-1,-1 0 0,-1-1 0,1 0 0,-2 0 1,0 0-1,0 0 0,0-1 0,-7 8-110,-1-1 65,-1-1 0,-1-1 0,-1 0 0,0-1 0,0 0 0,-2-1 0,1-1-1,-1-1 1,-1-1 0,0 0 0,0-1 0,-1-1 0,1-1 0,-1-1 0,-1-1 0,1 0 0,-1-2 0,0 0 0,-2-2-65,19 0-3,0-1 0,1 1 0,-1-1 1,0 0-1,0-1 0,0 1 1,1-1-1,-1 1 0,1-1 0,-1 0 1,1-1-1,0 1 0,0 0 0,0-1 1,0 0-1,-2-3 3,4 5-92,0 0 0,0 0 1,0 0-1,0 0 0,0 0 0,0-1 0,0 1 1,1 0-1,-1-1 0,1 1 0,-1-1 0,1 1 1,-1 0-1,1-1 0,0 1 0,0-1 0,0 1 1,-1-1-1,2 1 0,-1-1 0,0 1 1,0-1-1,0 1 0,1-1 0,-1 1 0,1-1 1,-1 1-1,1 0 0,-1-1 0,1 1 0,0 0 1,0-1-1,0 1 0,0 0 0,0 0 0,0 0 1,0 0-1,0 0 0,0 0 0,0 0 1,0 0-1,1 0 0,-1 1 0,0-1 0,1 0 92,29-13-4515,8 1-1803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15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9210,'0'0'3807,"0"0"-1687,0 0-525,0 0-180,16 28-222,2 3-893,-4-8-64,0 0-1,-2 2 1,-1 0 0,0 0-1,-2 1 1,3 17-236,-3 5 560,-2 1 0,-3 0 1,-2 1-1,-2 20-560,0-69 9,-2-41 475,-2 1 0,-3-11-484,-6-75 329,12 106-277,0 0 35,1 0-1,1 0 1,0 0-1,1 0 1,2-5-87,-3 20 27,0-1 1,1 1 0,-1-1 0,1 1-1,0 0 1,0 0 0,0 0 0,0 0 0,1 0-1,0 0 1,0 1 0,0-1 0,0 1-1,0 0 1,1 0 0,-1 0 0,1 0 0,0 0-1,0 1 1,0 0 0,0 0 0,0 0-1,0 0 1,2 0-28,0 0 17,0 1 0,1-1-1,-1 1 1,0 0 0,1 1 0,-1 0-1,1 0 1,-1 0 0,0 1-1,1-1 1,-1 2 0,1-1 0,-1 1-1,0 0 1,0 0 0,1 1-17,1 1 14,0 1 1,-1 0 0,1 0-1,-1 1 1,-1-1 0,1 1 0,-1 1-1,0 0 1,0-1 0,4 9-15,4 8 17,-2 0 0,0 2 0,-1-1 0,-2 1 1,0 1-1,-2 0 0,2 11-17,-2 3 31,-2 0 0,-1 13-31,3 21-26,-7-72-58,0 0 0,0 0 0,1 0 0,-1 0 1,1 0-1,-1 0 0,1 0 0,-1 0 0,1-1 0,0 1 0,0 0 1,0 0-1,0-1 0,0 1 0,0-1 0,0 1 0,1-1 0,-1 1 0,1-1 1,-1 0-1,1 0 0,-1 0 0,1 1 0,0-1 0,-1-1 0,1 1 0,0 0 1,0 0-1,0-1 0,-1 1 0,1-1 0,0 0 0,0 1 0,0-1 1,0 0-1,0 0 0,1 0 84,2-1-574,-1 1 0,1-1 0,0-1 0,0 1 0,-1 0 0,1-1 0,-1 0-1,1 0 1,-1-1 0,0 1 0,0-1 0,0 0 0,0 0 0,1-1 574,25-26-7557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15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24 113 10538,'0'0'2418,"0"0"-547,0 0-552,0 0-209,-4 36-11,-3 12-664,1-9 43,2 1 1,2 0 0,1 0-1,3 8-478,-2-34 208,2-1 0,-1 1 0,2 0-1,0-1 1,0 1 0,2-1 0,-1 0 0,2-1-1,4 9-207,-7-15 72,0 0-1,1-1 1,0 1-1,1-1 1,-1 0 0,1 0-1,0-1 1,0 1-1,0-1 1,0 0-1,1 0 1,0-1-1,0 0 1,0 0-1,0 0 1,0-1 0,1 0-1,-1 0 1,1 0-1,3 0-71,-1-1 27,-1 0-1,0 0 1,0 0-1,1-1 1,-1 0-1,0-1 1,0 1-1,1-2 1,-1 1-1,0-1 1,0-1-1,0 1 1,-1-1-1,1-1 1,-1 1-1,1-1 1,-1 0-1,0-1 1,-1 0-1,1 0 1,-1-1-1,0 1 1,0-1 0,-1 0-1,0-1 1,0 0-1,0 1 1,-1-2-1,0 1 1,0 0-1,-1-1 1,0 0-1,0 1 1,0-4-27,2-5 56,-1-1 1,-1 0-1,0 0 1,-1 0 0,-1 0-1,-1 0 1,0-1-1,-1 1 1,-1 0 0,-1 0-1,0 0 1,-1 1-1,-1-1 1,0 1 0,-1 0-1,-1 0 1,-1 1-1,0-1 1,-1 2-1,-1-1 1,0 2 0,-1-1-1,-4-3-56,2 8-22,8 14-254,9 26-193,9 3 168,1-1 1,2 0-1,1-1 0,16 22 301,11 21-257,-30-50 235,-1-3 9,-1 1 0,-1 0 1,-1 0-1,6 24 13,-26-89 1643,-10-32-1150,4 0 1,3-1-1,2-22-493,8 36 21,5-33-21,-2 92-28,0 1 0,1 0 0,-1-1-1,0 1 1,1-1 0,-1 1-1,1 0 1,0-1 0,-1 1-1,1 0 1,0 0 0,0-1-1,0 1 1,-1 0 0,1 0-1,1 0 1,-1 0 0,0 0 0,0 0-1,0 0 1,0 1 0,1-1-1,-1 0 1,0 1 0,1-1-1,-1 1 1,0-1 0,1 1-1,-1 0 1,1-1 0,-1 1 0,1 0-1,-1 0 1,0 0 0,1 0-1,-1 0 1,1 0 0,-1 1-1,1-1 29,7 1-424,-1 0-1,1 1 1,-1 0-1,0 1 1,0-1-1,4 3 425,33 21-4156,1 2-1406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16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11058,'0'0'2385,"0"0"46,0 0-18,12 31-830,38 101-503,-39-105-702,1 0 1,2-1-1,8 12-378,-1-3 138,-20-33-55,-1-26 631,-2-8-551,-2 0 1,-1 0-1,-1 0 1,-5-11-164,2 8 269,2 1 0,1-1 0,0-24-269,5 42 95,2-26 95,-1 42-188,1 0 1,-1-1-1,0 1 0,1 0 0,0 0 0,-1 0 1,1 0-1,0-1 0,-1 1 0,1 0 0,0 0 1,0 0-1,0 0 0,0 1 0,0-1 0,0 0 1,0 0-1,0 1 0,0-1 0,0 0 0,1 1 1,-1-1-1,0 1 0,0-1 0,1 1 1,-1 0-1,0 0 0,2-1-2,2 1 0,0-1 0,1 1 0,-1-1-1,0 1 1,1 1 0,-1-1 0,1 1 0,-1 0 0,0 0 0,0 1-1,1-1 1,-1 1 0,0 1 0,0-1 0,-1 0 0,1 1 0,2 2 0,2 3-1,0 0 0,0 1 1,-1 0-1,-1 0 1,1 1-1,-2 0 0,5 7 1,3 7 4,-1 1-1,-1 1 1,-1 0-1,-2 1 1,0 0-1,-2 0 1,-1 1-1,-1 0 1,-1 0-1,-1 0 1,-2 26-4,-1-53 52,0-47 82,2 0-1,3 0 1,5-26-134,-6 52 50,2-1 0,0 1 0,0 0 1,2 1-1,1 0 0,0 0 1,1 0-1,11-13-50,-18 28 30,1-1 0,-1 1 0,1-1 0,1 1 0,-1 0 0,0 1 0,1-1 0,0 1 0,0 0 0,0 0 0,0 0 0,0 1 1,1-1-1,-1 1 0,1 1 0,-1-1 0,1 1 0,0 0-30,-1 0 26,-1 1 0,0 0 0,1 1 0,-1-1 0,0 1 0,0-1 0,1 1 0,-1 0 0,0 1 0,0-1 0,0 1 0,0 0 0,0 0 1,0 0-1,-1 0 0,1 1 0,-1 0 0,1-1 0,-1 1 0,0 1 0,0-1 0,-1 0 0,4 4-26,6 14 94,0 1 0,-1 0-1,-1 1 1,-1 0 0,-1 1 0,-2 0 0,0 0-1,1 12-93,15 55-22,-21-88-65,0 0 0,0 0 0,0 1 0,0-1 0,1 0 0,-1 0 0,1 0 0,0 0 0,0-1 0,0 1 0,0 0 0,0-1 0,1 1 0,-1-1 0,1 0 0,0 0 0,-1 0 0,1 0 0,0 0 0,0-1 87,3 1-793,0 0 1,-1-1 0,1 0 0,-1 0-1,1-1 1,0 1 0,0-1-1,-1-1 1,1 1 0,0-1 0,1 0 792,26-6-8918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17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13051,'0'0'2788,"0"0"-918,0 0-420,0 32 187,-20 340 2136,11-263-2867,5 0-1,5 29-905,0-128 10,0-1 0,0 1 0,1-1 0,0 1 0,1-1 0,0 0 0,0 0 0,1 0-1,0 0 1,1-1 0,2 4-10,-3-7-65,-1 0 1,1 0-1,1 0 0,-1-1 0,0 0 0,1 0 0,0 0 1,0-1-1,0 1 0,0-1 0,1 0 0,-1-1 0,1 1 1,0-1-1,0 0 0,0-1 0,0 0 0,0 1 0,1-2 65,56 2-2796,-19-11-2415,0-14-4045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17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11346,'0'0'4233,"0"0"-2104,0 0 255,0 0-1015,0 0-1025,0 0-176,182-9-168,-106 6-688,-16 3-1817,-10-3-3032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17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6793,'0'0'6506,"0"0"-3834,0 0 257,0 152-712,0-69-929,10 6-128,0 1-208,0-10-424,0-12-312,0-11-152,-4-10-64,1-17-40,3-6-200,6-24-1064,1 0-2649,-4 0-2184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18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9130,'0'0'3519,"0"0"-1445,0 0-587,0 0-480,31-6-241,101-18-142,-120 22-476,-1 1 1,1 0 0,-1 0 0,9 2-149,-18-1 17,1 0 1,-1 0 0,0 1-1,1-1 1,-1 1 0,0 0-1,0 0 1,0-1 0,0 1-1,1 1 1,-1-1 0,-1 0-1,1 0 1,0 1 0,0 0-18,1 2 34,-1 0 1,0 0 0,0 1 0,-1-1 0,1 1 0,-1-1 0,0 1 0,0 0-1,0-1 1,-1 1 0,0 0 0,0 0 0,0-1 0,0 1 0,-1 2-35,1 2 161,-1 1 1,-1-1-1,1 1 1,-1-1-1,-1 1 1,0-1-1,0 0 1,0 0 0,-3 3-162,-48 76 1269,43-73-1100,1-1 0,1 1 0,0 1 0,1-1 0,1 2 0,0-1-1,1 1 1,1 0 0,0 1-169,3-9 57,1-1 1,0 0-1,0 0 0,1 1 0,0-1 0,0 0 1,1 0-1,0 1 0,3 6-57,-3-12 10,0 0 0,1-1-1,0 1 1,-1-1 0,1 1 0,0-1 0,0 1 0,1-1 0,-1 0-1,0 0 1,1 0 0,-1 0 0,1-1 0,-1 1 0,1-1-1,0 0 1,0 1 0,0-1 0,0 0 0,0-1 0,0 1 0,0 0-1,0-1 1,0 0 0,0 0 0,2 0-10,88 5-277,-46-9-2079,-7-8-4506,-15-2-4470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18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12107,'0'0'4417,"0"0"-425,0 0-1383,0 0-993,0 0-784,0 0-567,0 0-265,0 0-72,0 0-937,14-15-2031,2 0-5162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18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81 14027,'0'0'3329,"0"0"-1654,0 0 14,-7 26-323,0-2-1092,0 0-54,1 0 0,2 0 0,0 0 1,1 0-1,1 1 0,2 0-220,0-8 126,0 0 0,2 0-1,0 0 1,1 0 0,0-1 0,1 1-1,1-1 1,1 0 0,5 10-126,-9-21 7,1 0 1,0 0-1,0 0 1,1-1-1,-1 1 1,1-1-1,0 0 1,0 0-1,0 0 1,1 0-1,-1-1 1,1 0-1,0 0 1,0 0-1,0-1 1,0 1-1,0-1 1,1 0-1,-1-1 1,1 1-1,-1-1 1,1 0-1,-1-1 0,1 1 1,0-1-1,-1 0 1,1-1-1,0 1 1,-1-1-1,4-1-7,-4 1 3,0-1 0,1 0-1,-1 0 1,0-1 0,0 1-1,-1-1 1,1 0 0,0-1-1,-1 1 1,0-1 0,0 0-1,0 0 1,0 0 0,-1 0-1,1-1 1,-1 1 0,0-1-1,0 0 1,-1 0 0,0 0-1,1-1-2,3-9 27,-1 1-1,0-1 0,-1 0 0,0 0 0,-2 0 0,0 0 0,0-5-26,0 2 213,-1-1-1,-1 0 1,0 1 0,-2-1-1,0 0 1,-1 1 0,-1 0-1,0-1 1,-1 2 0,-2-1-1,0 1 1,0 0 0,-6-9-213,11 23 20,-4-7 80,-1 0 1,1 0 0,-2 1-1,-6-8-100,11 15-13,1 0 0,-1-1-1,0 1 1,0 0 0,0 0 0,-1 1-1,1-1 1,0 1 0,-1-1 0,1 1-1,-1 0 1,1 0 0,-1 1 0,1-1 0,-1 1-1,0 0 1,0 0 13,3 0-46,0 0 0,1 0 0,-1 1 1,1-1-1,-1 0 0,1 1 0,-1-1 0,0 0 0,1 1 0,-1-1 1,1 1-1,-1-1 0,1 1 0,0-1 0,-1 1 0,1-1 0,0 1 1,-1-1-1,1 1 0,0 0 0,-1-1 0,1 1 0,0 0 1,0-1-1,0 1 0,0 0 0,0-1 0,0 1 0,0 0 0,0-1 1,0 1-1,0 0 46,4 25-4729,13-10-5390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19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12995,'0'0'3783,"0"0"-1053,0 0-305,0 0-842,0 0-695,0 0-327,22-7-133,74-16-77,-92 23-323,1 0-1,-1 0 1,1 0-1,0 0 1,-1 1-1,1-1 1,-1 1-1,1 0 1,-1 1-1,0-1 1,1 1-1,-1 0 1,0 0-1,0 0 1,0 0-1,0 1 1,-1-1-1,1 1 1,0 1-28,5 5 63,-1 0-1,0 1 1,0 0 0,-2 0-1,5 7-62,-7-11 31,6 12 59,-1-1 0,-1 2 1,-1-1-1,0 1 0,-1 0 0,-1 1 0,-1-1 1,2 20-91,-1 24-472,-3 0 0,-3 12 472,0-7-1953,1-68-750,1-3-2238,1-11-3257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19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14267,'0'0'5409,"0"0"-3000,0 0-497,0 0-1040,0 0-632,0 0-240,192-30-584,-116 27-1560,-10 0-3922</inkml:trace>
  <inkml:trace contextRef="#ctx0" brushRef="#br0" timeOffset="1">583 125 11378,'0'0'4393,"0"0"-2040,0 0 1432,-20 188-2105,4-135-768,-1-5-640,1-4-224,-14 4-48,7-9-1480,0-10-4817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21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9762,'0'0'2979,"0"0"231,0 0 525,0 0-1275,0 0-677,0 0-471,13-22-486,-13 22-826,11-17 110,0 0 0,1 1-1,10-11-109,-22 26 3,1 1 0,-1 0-1,0-1 1,1 1 0,-1 0-1,1-1 1,-1 1 0,1 0-1,-1 0 1,0 0-1,1 0 1,-1-1 0,1 1-1,-1 0 1,1 0 0,-1 0-1,1 0 1,-1 0 0,1 0-1,-1 0 1,1 0 0,-1 0-1,1 0 1,-1 1 0,1-1-1,-1 0 1,0 0 0,1 0-1,-1 0 1,1 1-1,-1-1 1,1 0-3,12 18 105,8 35 156,-17-39-157,29 87 743,1 29-847,-14-49 107,4 0-1,25 55-106,-48-132-65,1 0 0,0 0-1,0-1 1,0 1 0,1 0-1,0-1 1,-1 1 0,1-1-1,0 0 1,1 1 65,-2-3-301,0 1 0,0-1 0,0 0 1,1 0-1,-1 0 0,0 0 0,0 0 0,1 0 0,-1-1 0,1 1 1,-1-1-1,2 1 301,13-1-5832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5 117 12707,'0'0'2037,"0"29"7,-1-3-1434,-1-13-374,1 0-1,1 0 1,0 0-1,1 0 1,0 0-1,1 0 1,1 0-1,0 0 1,0 0-1,1-1 1,1 0-1,0 0 1,1 0-1,1 0-235,0-1 132,0 0 0,2 0 0,-1-1 0,1 0 1,1-1-1,-1 0 0,2 0 0,-1-1 0,1 0 0,0-1 0,1 0 0,0-1 0,0-1 0,0 0 0,1 0 0,-1-1 1,1-1-1,0 0 0,0 0 0,1-2 0,-1 1 0,0-2 0,4 0-132,-11 0 30,0-1 0,1 0-1,-1 0 1,0 0 0,0-1 0,0 1 0,0-2-1,0 1 1,0-1 0,-1 1 0,1-2-1,-1 1 1,0 0 0,0-1 0,3-3-30,-1 0 13,0 0 0,-1-1 1,0 0-1,0 0 0,0-1 0,-1 0 1,-1 0-1,1 0 0,0-5-13,2-6 20,-1-1-1,-1 0 1,0 0-1,-2 0 1,-1 0 0,0-1-1,-2 1 1,-1-22-20,0 36 66,0 0 0,-1 0 0,0 0 0,0 0 0,0 0 1,-1 0-1,0 1 0,0-1 0,-1 1 0,0 0 0,0 0 0,0 0 0,-1 1 0,0-1 0,0 1 1,0 0-1,0 1 0,-1-1 0,0 1 0,0 0 0,0 1 0,-1-1 0,1 1 0,-1 0 0,-2 0-66,-12-4 43,-1 0-1,1 2 1,-1 1-1,0 0 1,0 2-1,0 0 1,-13 2-43,19 4-1562,16-4 1399,0 1 1,0-1 0,0 1 0,-1-1 0,1 0 0,0 1-1,0-1 1,0 1 0,0-1 0,0 1 0,0-1-1,0 1 1,0-1 0,0 1 0,0-1 0,0 0 0,1 1-1,-1-1 1,0 1 0,0-1 0,0 1 0,1-1-1,-1 0 1,0 1 0,0-1 0,1 1 0,-1-1-1,0 0 1,1 1 162,12 8-6889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22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1 140 10866,'0'0'2341,"0"0"-30,0 0 840,21 28-1440,70 87-780,-85-109-839,0 0 0,0 0 0,0 0-1,1-1 1,0 0 0,0 0 0,0-1 0,0 0-1,1 0 1,0-1 0,0 0 0,0 0 0,0-1-1,0 0 1,0 0 0,1-1 0,-1 0 0,1-1-1,-1 1 1,1-2 0,-1 1 0,8-2-92,3 1 69,-15 1-62,-1 0 1,1 0 0,0-1 0,0 1-1,0-1 1,-1 0 0,1 0-1,0 0 1,-1 0 0,1 0 0,-1-1-1,1 0 1,-1 0 0,0 0 0,0 0-1,0 0 1,0-1 0,0 1 0,0-1-1,-1 0 1,1 0 0,-1 0-1,0 0 1,0 0 0,0-1 0,1 0-8,0-7-3,0 1 0,0-1 0,-1 1 0,0-1 0,-1 0 0,0 0 0,0 0 0,-2-6 3,0 22 24,1 0 1,0 0-1,0 1 0,0-1 0,1 0 1,-1 0-1,1 0 0,0 0 0,1 0 1,-1 0-1,1 0 0,0 0 0,0-1 1,1 1-1,-1-1 0,1 1 0,0-1 1,0 0-1,1 0 0,-1 0 0,1-1 1,0 1-1,0-1 0,0 0 0,0 0 1,1 0-1,3 1-24,9 5 89,1 0 1,1-1-1,0-1 0,0-1 1,0-1-1,0 0 0,1-2 1,0 0-1,0-1 0,0-1 1,0-1-1,0-1 0,0 0 1,11-3-90,-26 3 2,-1 0 0,1 0 1,-1-1-1,0 1 0,0-1 0,1 0 1,-1 0-1,0 0 0,0-1 0,-1 1 1,1-1-1,-1 0 0,1 0 0,-1 0 1,0-1-1,0 1 0,0-1 0,0 0 1,-1 1-1,0-1 0,0 0 0,0-1 1,0 1-1,0 0 0,-1 0 1,1-2-3,1-11 10,0 0 0,0 0 0,-2 0 0,0 0 1,-1 0-1,-1-7-10,-1 15-34,0-1 0,0 1 0,0 0 0,-1 1 0,-1-1 0,0 0 0,0 1 0,0 0 1,-1 0-1,0 0 0,-1 0 0,0 1 0,-4-5 34,-18-25-4652,26 32-1855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22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1 127 11122,'0'0'3064,"0"0"-324,0 0-197,0 0-1026,0 0-542,0 0-116,21-19-237,63-58-128,-83 76-462,1 0 1,-1 0-1,0-1 1,1 1 0,-1-1-1,0 1 1,0-1-1,0 1 1,0-1-1,0 0 1,0 0 0,0 1-1,-1-1 1,1 0-33,-1 1 5,0 1 0,0 0 1,0-1-1,-1 1 0,1 0 0,0-1 1,0 1-1,0 0 0,0-1 1,-1 1-1,1 0 0,0 0 0,0-1 1,-1 1-1,1 0 0,0 0 1,-1-1-1,1 1 0,0 0 0,0 0 1,-1 0-1,1-1 0,0 1 1,-1 0-1,1 0 0,0 0 0,-1 0 1,1 0-1,-1 0 0,1 0 0,0 0 1,-1 0-1,1 0 0,0 0 1,-1 0-1,1 0-5,-31 6 118,28-3-114,1 0-1,0 0 1,0 0-1,1 0 1,-1 0-1,1 1 1,-1-1 0,1 1-1,0-1 1,0 1-1,1-1 1,-1 1-1,1 2-3,-2 56 60,2-43-41,0-7-13,1 0-1,0 0 0,0 0 1,1 0-1,0 0 0,2 0 1,-1 0-1,1-1 0,1 0 1,0 0-1,0 0 0,1 0 1,0-1-1,1 0 0,1 0 1,-1-1-1,1 0 0,1 0 1,0-1-1,0 0 0,1 0 1,-1-1-1,2-1 0,-1 1 1,1-2-1,0 1 0,0-2 1,0 1-1,1-2 0,0 1 1,3-1-6,1 1 10,0-1 1,0-1-1,1-1 1,-1 0-1,1-1 1,-1 0-1,6-2-10,-18 1 10,1 1-1,0-1 1,-1 0-1,1-1 1,-1 1-1,1-1 1,-1 0-1,0 0 1,0 0 0,0 0-1,0-1 1,0 0-1,0 0 1,-1 0-1,1 0 1,-1 0-1,0-1 1,0 1-1,0-1 1,-1 0-1,1 0 1,-1 0-1,0 0 1,0-1 0,0 1-1,1-5-9,1-12 173,-1 0-1,-1-1 1,-1 1-1,0-1 0,-2 1 1,-1-1-1,0-1-172,-3-61-261,5 83-1508,0 1-4003,3 0-4623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23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13707,'0'0'4801,"0"0"-2128,0 0-729,0 0-1128,0 0-816,0 0-1008,0 0-4785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23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13155,'0'0'3032,"0"0"-367,0 0-328,0 0-881,0 0-392,126 191-72,-90-114-328,-6 0-368,-3-5-215,-4-7-81,-13 1-585,-4-25-1679,-6-11-4266</inkml:trace>
  <inkml:trace contextRef="#ctx0" brushRef="#br0" timeOffset="1">1 476 15155,'0'0'4489,"0"0"-1960,0 0-1033,0 0-1016,0 0-480,234-107-88,-154 89-776,-7 1-1232,-1-10-945,-19 6-2768,-13 3-4306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23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9434,'0'0'3933,"0"0"-1154,0 0-181,0 0-764,-12 28-563,-37 87-184,47-109-972,0 1 1,0-1-1,0 0 1,1 1 0,0-1-1,0 1 1,0-1 0,1 1-1,0 0 1,1-1-1,-1 1 1,1 0-116,0-4 54,0 0 1,0 0-1,0 0 0,1 0 0,-1 0 0,0 0 1,1-1-1,0 1 0,0 0 0,0-1 0,0 1 1,0-1-1,0 0 0,1 0 0,-1 0 0,1 0 1,1 1-55,4 0 49,-1 0 0,1 0 0,0 0 0,0-1 1,0 0-1,0-1 0,1 0 0,-1 0 1,0-1-1,1 0 0,-1 0 0,0-1 0,0 0 1,2-1-50,-6 1-12,1 0 0,0-1 0,0 0 0,-1 0 1,1 0-1,-1 0 0,0-1 0,0 1 0,0-1 1,0 0-1,0 0 0,0-1 0,-1 1 1,1-1-1,-1 0 0,0 0 0,0 0 0,-1 0 1,1 0-1,-1-1 0,0 1 0,0-1 1,0 1-1,-1-2 12,4-9-14,-1 0-1,0-1 1,-1 0 0,-1 0 0,-1 0-1,0-14 15,-1 29 319,0 21 53,0 4-88,-1-5-103,1-1 0,1 1 0,1-1 0,2 10-181,-4-24-6,1 1 0,1-1-1,-1 0 1,0 0 0,1 0-1,0 0 1,0 0 0,0 0-1,1 0 1,-1 0-1,1-1 1,0 0 0,0 1-1,0-1 1,0 0 0,1 0-1,-1-1 1,1 1 0,0-1-1,-1 1 1,2-1 6,23 2-2792,-19-4-1324,-2 0-4537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24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15195,'0'0'4417,"0"0"-2816,0 0-113,0 0-24,0 0-128,0 190-335,0-133-489,0-15-296,10-4-144,0-11-72,3-9-88,-3-12-464,6-6-785,-6-12-1031,-3-18-3809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24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1 232 15331,'0'0'4041,"0"0"-1256,0 0-1329,0 0-1072,0 0-224,0 0-160,0 0-1296,192-6-4849</inkml:trace>
  <inkml:trace contextRef="#ctx0" brushRef="#br0" timeOffset="1">682 0 15723,'0'0'3985,"0"0"-1191,0 0-1068,2 30-731,19 433 2271,-21-282-2842,-23 156-424,15-253-822,6-29-4224,2-47-1603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25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13315,'0'0'2296,"0"0"-959,0 0 479,248-33-1208,-159 21-608,11 3-176,-24 6-1984,-23 3-3730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25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12339,'0'0'2504,"0"0"-439,0 0 799,0 0-1551,0 0-217,0 0 112,0 0-696,135 18-328,-65-36-120,6 4-64,30-13-416,-20 3-1248,-10 3-4098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25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7 16724,'0'0'2208,"0"0"273,0 0 39,0 184-1136,0-104-375,0 7-257,0-13-232,0-2-368,0-13-88,0-14-64,0-10-8,0-14-448,10-15-496,0-12-801,3-29-2768,-6-4-2464</inkml:trace>
  <inkml:trace contextRef="#ctx0" brushRef="#br0" timeOffset="1">1 66 14859,'0'0'4297,"0"0"-2256,0 0-401,0 0-1072,241-53-256,-165 47-120,-6 6-192,-10-6-72,-11 6-1288,-16 0-3129,-16 0-2929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22T01:03:26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1 515 12347,'0'0'3240,"0"0"-343,0 0-961,0 0-663,0 0-161,192 15-664,-100-15-312,1 0-88,-4 0-96,-13 0-48,-3 0-1816,-20-3-3290,-17-6-6544</inkml:trace>
  <inkml:trace contextRef="#ctx0" brushRef="#br0" timeOffset="1">573 9 11426,'0'0'2712,"0"0"-583,0 0-244,0 0-952,34-2-626,-10-1-256,-5 1-19,0 1 1,-1 0-1,1 1 0,11 2-32,-22-1 22,1 1 0,0 0-1,0 0 1,-1 1 0,0 0-1,1 0 1,-1 1-1,0 0 1,0 0 0,-1 1-1,0 0 1,1 0 0,3 5-22,6 8 151,-1-1 1,-1 2-1,-1 0 1,0 1-1,-2 0 1,0 1-1,-1 0 1,-1 1-1,-2 0 1,0 0-1,-1 1 1,-1 0 0,-1 0-1,-1 1 1,-1 0-1,-1 4-151,-1 0 66,-1 0 1,-1 0-1,-1 1 0,-2-1 0,-1 0 1,-1-1-1,-1 1 0,-1-1 1,-2-1-1,0 0 0,-2 0 0,-1-1 1,-10 14-67,-2-4-204,-1 0 0,-2-2 0,-1-1 0,-2-1 0,-1-2 1,-12 7 203,-52 35-4891,-67 36 4891,35-30-4607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70236-29E8-41F3-99A0-D2F6D5CF48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50D165-9025-41AA-9B76-AF44EF091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356A35-9FE3-43FD-962F-5A14B682F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B150-3FB1-4DF8-A194-C7B9884BCA09}" type="datetimeFigureOut">
              <a:rPr lang="es-ES" smtClean="0"/>
              <a:t>21/05/2020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F49169-8C95-4855-8D37-AB61513EF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0F4C3-25F2-4C95-86EA-5CECACD88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A5242-3882-4959-B66C-9153144C77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4766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01700B-41AD-4062-9A87-1681CDD31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46FCFE-85A6-4E5D-8D21-65612DE40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C5209C-56B0-4362-94DB-2BF2FC78B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B150-3FB1-4DF8-A194-C7B9884BCA09}" type="datetimeFigureOut">
              <a:rPr lang="es-ES" smtClean="0"/>
              <a:t>21/05/2020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C4809A-98D9-41B1-BF80-0E0F77F98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3A01D5-9F89-4786-B189-370E75382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A5242-3882-4959-B66C-9153144C77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5865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D4D375-1F78-4BA4-9769-3B940DA5F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6B1781-9E41-4F8A-8E4F-3DBA35678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814F45-C2D0-40D1-AFCE-8B670396D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B150-3FB1-4DF8-A194-C7B9884BCA09}" type="datetimeFigureOut">
              <a:rPr lang="es-ES" smtClean="0"/>
              <a:t>21/05/2020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BA4F15-6AA9-4212-8190-89485D74D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7AF351-AC5B-4BDD-9E55-DB09B4F35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A5242-3882-4959-B66C-9153144C77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8094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8C55A-C037-4FDF-904D-1C518C02B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A03D5C-CE4F-4383-9294-60698E2ECD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42F463-C5C9-4C8D-B195-010220DBF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14A69A-9158-4FA7-80F2-D0109EE64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B150-3FB1-4DF8-A194-C7B9884BCA09}" type="datetimeFigureOut">
              <a:rPr lang="es-ES" smtClean="0"/>
              <a:t>21/05/2020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73C58C-5DEC-4DF2-B608-BC4B067E0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0C7563-055B-41BA-B93D-88C64BE26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A5242-3882-4959-B66C-9153144C77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9179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51722-3FB4-4AA6-A800-7ABB4BE3E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B766A8-1600-44A2-BFDB-D1069E66B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BCD3B8-14D8-4E8C-B6A3-F586E59D7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E4F4CA9-740A-4683-A7B3-64BCFD64F4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2526AF8-727F-4124-A876-D341E4AAF7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19EE51E-B255-412C-8923-895DB684E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B150-3FB1-4DF8-A194-C7B9884BCA09}" type="datetimeFigureOut">
              <a:rPr lang="es-ES" smtClean="0"/>
              <a:t>21/05/2020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FA1185F-D392-4602-8200-BE289ED48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C997AEB-1F80-4C76-BD06-D33B82FED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A5242-3882-4959-B66C-9153144C77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6131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89C48-833C-4EBD-80DF-306CEA83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7D54779-FA22-4ED2-99F4-A2FB208A3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B150-3FB1-4DF8-A194-C7B9884BCA09}" type="datetimeFigureOut">
              <a:rPr lang="es-ES" smtClean="0"/>
              <a:t>21/05/2020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20C1046-E026-4CB7-8124-B1ED8BEE9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04B667-B35F-4D96-A41E-F460C6B70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A5242-3882-4959-B66C-9153144C77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3080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9604F2B-C5AF-499A-8663-87512734C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B150-3FB1-4DF8-A194-C7B9884BCA09}" type="datetimeFigureOut">
              <a:rPr lang="es-ES" smtClean="0"/>
              <a:t>21/05/2020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9A4ADCA-6C9D-4CC0-A75C-C3A39AB41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CF2878-9C50-4E4C-BA05-1AE9B9C67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A5242-3882-4959-B66C-9153144C77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7714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6C6407-6CAF-4B1F-8C1C-18960B07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DD8D45-8790-4DAA-80CB-4619546AB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022B3C-7762-4936-A41C-5DE12AA01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5E14D4-0E0C-44BF-A626-2B5FDE0AC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B150-3FB1-4DF8-A194-C7B9884BCA09}" type="datetimeFigureOut">
              <a:rPr lang="es-ES" smtClean="0"/>
              <a:t>21/05/2020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284023-2B05-4F0D-B25E-0594EAEC7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A35689-49A4-497C-9A10-BD98B5FCE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A5242-3882-4959-B66C-9153144C77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5259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F373B8-536F-42E5-A811-ABFA7F41D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FBD80E-9C19-450D-A03D-645C2235A4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BB6EC9-9E70-453C-BFF1-C45E17AB1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29B382-46D7-4B49-AC10-49F57ED6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B150-3FB1-4DF8-A194-C7B9884BCA09}" type="datetimeFigureOut">
              <a:rPr lang="es-ES" smtClean="0"/>
              <a:t>21/05/2020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B547BD-F965-4E0B-A785-6AAD97C7D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0D600B-A4F1-4C84-8E76-9DCBB31D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A5242-3882-4959-B66C-9153144C77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4289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ED457-3122-4228-BFB4-21408AF1A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336C4A-94C9-40AF-A339-26B52868B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C5D74F-EA75-4B3C-B70C-6C0D03A95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B150-3FB1-4DF8-A194-C7B9884BCA09}" type="datetimeFigureOut">
              <a:rPr lang="es-ES" smtClean="0"/>
              <a:t>21/05/2020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7E55E0-417A-4CEE-A388-7263DBCD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18EBAC-137D-4A9B-B294-26013B0E3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A5242-3882-4959-B66C-9153144C77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5398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F27DE31-26EE-475F-8D8F-DFA05A12B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F3F195A-DBDC-423D-9F46-E1BFD3430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CF96BF-0C5D-45C6-B747-175DBC6EC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B150-3FB1-4DF8-A194-C7B9884BCA09}" type="datetimeFigureOut">
              <a:rPr lang="es-ES" smtClean="0"/>
              <a:t>21/05/2020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18C0EA-14A4-489A-A112-1565F93D3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5A6E4D-C210-4F01-8EEA-994E5A160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A5242-3882-4959-B66C-9153144C77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6887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7AAB78C-B4C3-400E-9DD7-BF0314173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46FC29-AD59-46FF-9C93-CBC4295FD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375F6F-D01F-48FE-81C9-B0589403B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B150-3FB1-4DF8-A194-C7B9884BCA09}" type="datetimeFigureOut">
              <a:rPr lang="es-ES" smtClean="0"/>
              <a:t>21/05/2020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095330-D436-49A4-BC26-A44BAD298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EB0D0F-ED3B-47CD-BF4F-C6730D40CE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A5242-3882-4959-B66C-9153144C77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9321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99" Type="http://schemas.openxmlformats.org/officeDocument/2006/relationships/image" Target="../media/image149.png"/><Relationship Id="rId21" Type="http://schemas.openxmlformats.org/officeDocument/2006/relationships/customXml" Target="../ink/ink10.xml"/><Relationship Id="rId63" Type="http://schemas.openxmlformats.org/officeDocument/2006/relationships/customXml" Target="../ink/ink31.xml"/><Relationship Id="rId159" Type="http://schemas.openxmlformats.org/officeDocument/2006/relationships/customXml" Target="../ink/ink79.xml"/><Relationship Id="rId324" Type="http://schemas.openxmlformats.org/officeDocument/2006/relationships/customXml" Target="../ink/ink162.xml"/><Relationship Id="rId170" Type="http://schemas.openxmlformats.org/officeDocument/2006/relationships/image" Target="../media/image85.png"/><Relationship Id="rId226" Type="http://schemas.openxmlformats.org/officeDocument/2006/relationships/image" Target="../media/image113.png"/><Relationship Id="rId268" Type="http://schemas.openxmlformats.org/officeDocument/2006/relationships/image" Target="../media/image134.png"/><Relationship Id="rId32" Type="http://schemas.openxmlformats.org/officeDocument/2006/relationships/image" Target="../media/image16.png"/><Relationship Id="rId74" Type="http://schemas.openxmlformats.org/officeDocument/2006/relationships/image" Target="../media/image37.png"/><Relationship Id="rId128" Type="http://schemas.openxmlformats.org/officeDocument/2006/relationships/image" Target="../media/image64.png"/><Relationship Id="rId335" Type="http://schemas.openxmlformats.org/officeDocument/2006/relationships/image" Target="../media/image167.png"/><Relationship Id="rId5" Type="http://schemas.openxmlformats.org/officeDocument/2006/relationships/customXml" Target="../ink/ink2.xml"/><Relationship Id="rId181" Type="http://schemas.openxmlformats.org/officeDocument/2006/relationships/customXml" Target="../ink/ink90.xml"/><Relationship Id="rId237" Type="http://schemas.openxmlformats.org/officeDocument/2006/relationships/customXml" Target="../ink/ink118.xml"/><Relationship Id="rId279" Type="http://schemas.openxmlformats.org/officeDocument/2006/relationships/image" Target="../media/image139.png"/><Relationship Id="rId43" Type="http://schemas.openxmlformats.org/officeDocument/2006/relationships/customXml" Target="../ink/ink21.xml"/><Relationship Id="rId139" Type="http://schemas.openxmlformats.org/officeDocument/2006/relationships/customXml" Target="../ink/ink69.xml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346" Type="http://schemas.openxmlformats.org/officeDocument/2006/relationships/customXml" Target="../ink/ink173.xml"/><Relationship Id="rId85" Type="http://schemas.openxmlformats.org/officeDocument/2006/relationships/customXml" Target="../ink/ink42.xml"/><Relationship Id="rId150" Type="http://schemas.openxmlformats.org/officeDocument/2006/relationships/image" Target="../media/image75.png"/><Relationship Id="rId192" Type="http://schemas.openxmlformats.org/officeDocument/2006/relationships/image" Target="../media/image96.png"/><Relationship Id="rId206" Type="http://schemas.openxmlformats.org/officeDocument/2006/relationships/image" Target="../media/image103.png"/><Relationship Id="rId248" Type="http://schemas.openxmlformats.org/officeDocument/2006/relationships/image" Target="../media/image124.png"/><Relationship Id="rId12" Type="http://schemas.openxmlformats.org/officeDocument/2006/relationships/image" Target="../media/image6.png"/><Relationship Id="rId108" Type="http://schemas.openxmlformats.org/officeDocument/2006/relationships/image" Target="../media/image54.png"/><Relationship Id="rId315" Type="http://schemas.openxmlformats.org/officeDocument/2006/relationships/image" Target="../media/image157.png"/><Relationship Id="rId357" Type="http://schemas.openxmlformats.org/officeDocument/2006/relationships/image" Target="../media/image178.png"/><Relationship Id="rId54" Type="http://schemas.openxmlformats.org/officeDocument/2006/relationships/image" Target="../media/image27.png"/><Relationship Id="rId96" Type="http://schemas.openxmlformats.org/officeDocument/2006/relationships/image" Target="../media/image48.png"/><Relationship Id="rId161" Type="http://schemas.openxmlformats.org/officeDocument/2006/relationships/customXml" Target="../ink/ink80.xml"/><Relationship Id="rId217" Type="http://schemas.openxmlformats.org/officeDocument/2006/relationships/customXml" Target="../ink/ink108.xml"/><Relationship Id="rId259" Type="http://schemas.openxmlformats.org/officeDocument/2006/relationships/customXml" Target="../ink/ink129.xml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270" Type="http://schemas.openxmlformats.org/officeDocument/2006/relationships/image" Target="../media/image135.png"/><Relationship Id="rId326" Type="http://schemas.openxmlformats.org/officeDocument/2006/relationships/customXml" Target="../ink/ink163.xml"/><Relationship Id="rId65" Type="http://schemas.openxmlformats.org/officeDocument/2006/relationships/customXml" Target="../ink/ink32.xml"/><Relationship Id="rId130" Type="http://schemas.openxmlformats.org/officeDocument/2006/relationships/image" Target="../media/image65.png"/><Relationship Id="rId172" Type="http://schemas.openxmlformats.org/officeDocument/2006/relationships/image" Target="../media/image86.png"/><Relationship Id="rId228" Type="http://schemas.openxmlformats.org/officeDocument/2006/relationships/image" Target="../media/image114.png"/><Relationship Id="rId281" Type="http://schemas.openxmlformats.org/officeDocument/2006/relationships/image" Target="../media/image140.png"/><Relationship Id="rId337" Type="http://schemas.openxmlformats.org/officeDocument/2006/relationships/image" Target="../media/image168.png"/><Relationship Id="rId34" Type="http://schemas.openxmlformats.org/officeDocument/2006/relationships/image" Target="../media/image17.png"/><Relationship Id="rId76" Type="http://schemas.openxmlformats.org/officeDocument/2006/relationships/image" Target="../media/image38.png"/><Relationship Id="rId141" Type="http://schemas.openxmlformats.org/officeDocument/2006/relationships/customXml" Target="../ink/ink70.xml"/><Relationship Id="rId7" Type="http://schemas.openxmlformats.org/officeDocument/2006/relationships/customXml" Target="../ink/ink3.xml"/><Relationship Id="rId183" Type="http://schemas.openxmlformats.org/officeDocument/2006/relationships/customXml" Target="../ink/ink91.xml"/><Relationship Id="rId239" Type="http://schemas.openxmlformats.org/officeDocument/2006/relationships/customXml" Target="../ink/ink119.xml"/><Relationship Id="rId250" Type="http://schemas.openxmlformats.org/officeDocument/2006/relationships/image" Target="../media/image125.png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45" Type="http://schemas.openxmlformats.org/officeDocument/2006/relationships/customXml" Target="../ink/ink22.xml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348" Type="http://schemas.openxmlformats.org/officeDocument/2006/relationships/customXml" Target="../ink/ink174.xml"/><Relationship Id="rId152" Type="http://schemas.openxmlformats.org/officeDocument/2006/relationships/image" Target="../media/image76.png"/><Relationship Id="rId194" Type="http://schemas.openxmlformats.org/officeDocument/2006/relationships/image" Target="../media/image97.png"/><Relationship Id="rId208" Type="http://schemas.openxmlformats.org/officeDocument/2006/relationships/image" Target="../media/image104.png"/><Relationship Id="rId261" Type="http://schemas.openxmlformats.org/officeDocument/2006/relationships/customXml" Target="../ink/ink130.xml"/><Relationship Id="rId14" Type="http://schemas.openxmlformats.org/officeDocument/2006/relationships/image" Target="../media/image7.png"/><Relationship Id="rId56" Type="http://schemas.openxmlformats.org/officeDocument/2006/relationships/image" Target="../media/image28.png"/><Relationship Id="rId317" Type="http://schemas.openxmlformats.org/officeDocument/2006/relationships/image" Target="../media/image158.png"/><Relationship Id="rId359" Type="http://schemas.openxmlformats.org/officeDocument/2006/relationships/image" Target="../media/image179.png"/><Relationship Id="rId98" Type="http://schemas.openxmlformats.org/officeDocument/2006/relationships/image" Target="../media/image49.png"/><Relationship Id="rId121" Type="http://schemas.openxmlformats.org/officeDocument/2006/relationships/customXml" Target="../ink/ink60.xml"/><Relationship Id="rId163" Type="http://schemas.openxmlformats.org/officeDocument/2006/relationships/customXml" Target="../ink/ink81.xml"/><Relationship Id="rId219" Type="http://schemas.openxmlformats.org/officeDocument/2006/relationships/customXml" Target="../ink/ink109.xml"/><Relationship Id="rId230" Type="http://schemas.openxmlformats.org/officeDocument/2006/relationships/image" Target="../media/image115.png"/><Relationship Id="rId25" Type="http://schemas.openxmlformats.org/officeDocument/2006/relationships/customXml" Target="../ink/ink12.xml"/><Relationship Id="rId67" Type="http://schemas.openxmlformats.org/officeDocument/2006/relationships/customXml" Target="../ink/ink33.xml"/><Relationship Id="rId272" Type="http://schemas.openxmlformats.org/officeDocument/2006/relationships/customXml" Target="../ink/ink136.xml"/><Relationship Id="rId328" Type="http://schemas.openxmlformats.org/officeDocument/2006/relationships/customXml" Target="../ink/ink164.xml"/><Relationship Id="rId132" Type="http://schemas.openxmlformats.org/officeDocument/2006/relationships/image" Target="../media/image66.png"/><Relationship Id="rId174" Type="http://schemas.openxmlformats.org/officeDocument/2006/relationships/image" Target="../media/image87.png"/><Relationship Id="rId220" Type="http://schemas.openxmlformats.org/officeDocument/2006/relationships/image" Target="../media/image110.png"/><Relationship Id="rId241" Type="http://schemas.openxmlformats.org/officeDocument/2006/relationships/customXml" Target="../ink/ink120.xml"/><Relationship Id="rId15" Type="http://schemas.openxmlformats.org/officeDocument/2006/relationships/customXml" Target="../ink/ink7.xml"/><Relationship Id="rId36" Type="http://schemas.openxmlformats.org/officeDocument/2006/relationships/image" Target="../media/image18.png"/><Relationship Id="rId57" Type="http://schemas.openxmlformats.org/officeDocument/2006/relationships/customXml" Target="../ink/ink28.xml"/><Relationship Id="rId262" Type="http://schemas.openxmlformats.org/officeDocument/2006/relationships/image" Target="../media/image131.png"/><Relationship Id="rId283" Type="http://schemas.openxmlformats.org/officeDocument/2006/relationships/image" Target="../media/image141.png"/><Relationship Id="rId318" Type="http://schemas.openxmlformats.org/officeDocument/2006/relationships/customXml" Target="../ink/ink159.xml"/><Relationship Id="rId339" Type="http://schemas.openxmlformats.org/officeDocument/2006/relationships/image" Target="../media/image169.png"/><Relationship Id="rId78" Type="http://schemas.openxmlformats.org/officeDocument/2006/relationships/image" Target="../media/image39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1.png"/><Relationship Id="rId143" Type="http://schemas.openxmlformats.org/officeDocument/2006/relationships/customXml" Target="../ink/ink71.xml"/><Relationship Id="rId164" Type="http://schemas.openxmlformats.org/officeDocument/2006/relationships/image" Target="../media/image82.png"/><Relationship Id="rId185" Type="http://schemas.openxmlformats.org/officeDocument/2006/relationships/customXml" Target="../ink/ink92.xml"/><Relationship Id="rId350" Type="http://schemas.openxmlformats.org/officeDocument/2006/relationships/customXml" Target="../ink/ink175.xml"/><Relationship Id="rId9" Type="http://schemas.openxmlformats.org/officeDocument/2006/relationships/customXml" Target="../ink/ink4.xml"/><Relationship Id="rId210" Type="http://schemas.openxmlformats.org/officeDocument/2006/relationships/image" Target="../media/image105.png"/><Relationship Id="rId26" Type="http://schemas.openxmlformats.org/officeDocument/2006/relationships/image" Target="../media/image13.png"/><Relationship Id="rId231" Type="http://schemas.openxmlformats.org/officeDocument/2006/relationships/customXml" Target="../ink/ink115.xml"/><Relationship Id="rId252" Type="http://schemas.openxmlformats.org/officeDocument/2006/relationships/image" Target="../media/image126.png"/><Relationship Id="rId273" Type="http://schemas.openxmlformats.org/officeDocument/2006/relationships/image" Target="../media/image136.png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329" Type="http://schemas.openxmlformats.org/officeDocument/2006/relationships/image" Target="../media/image164.png"/><Relationship Id="rId47" Type="http://schemas.openxmlformats.org/officeDocument/2006/relationships/customXml" Target="../ink/ink23.xml"/><Relationship Id="rId68" Type="http://schemas.openxmlformats.org/officeDocument/2006/relationships/image" Target="../media/image34.png"/><Relationship Id="rId89" Type="http://schemas.openxmlformats.org/officeDocument/2006/relationships/customXml" Target="../ink/ink44.xml"/><Relationship Id="rId112" Type="http://schemas.openxmlformats.org/officeDocument/2006/relationships/image" Target="../media/image56.png"/><Relationship Id="rId133" Type="http://schemas.openxmlformats.org/officeDocument/2006/relationships/customXml" Target="../ink/ink66.xml"/><Relationship Id="rId154" Type="http://schemas.openxmlformats.org/officeDocument/2006/relationships/image" Target="../media/image77.png"/><Relationship Id="rId175" Type="http://schemas.openxmlformats.org/officeDocument/2006/relationships/customXml" Target="../ink/ink87.xml"/><Relationship Id="rId340" Type="http://schemas.openxmlformats.org/officeDocument/2006/relationships/customXml" Target="../ink/ink170.xml"/><Relationship Id="rId361" Type="http://schemas.openxmlformats.org/officeDocument/2006/relationships/image" Target="../media/image180.png"/><Relationship Id="rId196" Type="http://schemas.openxmlformats.org/officeDocument/2006/relationships/image" Target="../media/image98.png"/><Relationship Id="rId200" Type="http://schemas.openxmlformats.org/officeDocument/2006/relationships/image" Target="../media/image100.png"/><Relationship Id="rId16" Type="http://schemas.openxmlformats.org/officeDocument/2006/relationships/image" Target="../media/image8.png"/><Relationship Id="rId221" Type="http://schemas.openxmlformats.org/officeDocument/2006/relationships/customXml" Target="../ink/ink110.xml"/><Relationship Id="rId242" Type="http://schemas.openxmlformats.org/officeDocument/2006/relationships/image" Target="../media/image121.png"/><Relationship Id="rId263" Type="http://schemas.openxmlformats.org/officeDocument/2006/relationships/customXml" Target="../ink/ink131.xml"/><Relationship Id="rId284" Type="http://schemas.openxmlformats.org/officeDocument/2006/relationships/customXml" Target="../ink/ink142.xml"/><Relationship Id="rId319" Type="http://schemas.openxmlformats.org/officeDocument/2006/relationships/image" Target="../media/image159.png"/><Relationship Id="rId37" Type="http://schemas.openxmlformats.org/officeDocument/2006/relationships/customXml" Target="../ink/ink18.xml"/><Relationship Id="rId58" Type="http://schemas.openxmlformats.org/officeDocument/2006/relationships/image" Target="../media/image29.png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23" Type="http://schemas.openxmlformats.org/officeDocument/2006/relationships/customXml" Target="../ink/ink61.xml"/><Relationship Id="rId144" Type="http://schemas.openxmlformats.org/officeDocument/2006/relationships/image" Target="../media/image72.png"/><Relationship Id="rId330" Type="http://schemas.openxmlformats.org/officeDocument/2006/relationships/customXml" Target="../ink/ink165.xml"/><Relationship Id="rId90" Type="http://schemas.openxmlformats.org/officeDocument/2006/relationships/image" Target="../media/image45.png"/><Relationship Id="rId165" Type="http://schemas.openxmlformats.org/officeDocument/2006/relationships/customXml" Target="../ink/ink82.xml"/><Relationship Id="rId186" Type="http://schemas.openxmlformats.org/officeDocument/2006/relationships/image" Target="../media/image93.png"/><Relationship Id="rId351" Type="http://schemas.openxmlformats.org/officeDocument/2006/relationships/image" Target="../media/image175.png"/><Relationship Id="rId211" Type="http://schemas.openxmlformats.org/officeDocument/2006/relationships/customXml" Target="../ink/ink105.xml"/><Relationship Id="rId232" Type="http://schemas.openxmlformats.org/officeDocument/2006/relationships/image" Target="../media/image116.png"/><Relationship Id="rId253" Type="http://schemas.openxmlformats.org/officeDocument/2006/relationships/customXml" Target="../ink/ink126.xml"/><Relationship Id="rId274" Type="http://schemas.openxmlformats.org/officeDocument/2006/relationships/customXml" Target="../ink/ink137.xml"/><Relationship Id="rId295" Type="http://schemas.openxmlformats.org/officeDocument/2006/relationships/image" Target="../media/image147.png"/><Relationship Id="rId309" Type="http://schemas.openxmlformats.org/officeDocument/2006/relationships/image" Target="../media/image154.png"/><Relationship Id="rId27" Type="http://schemas.openxmlformats.org/officeDocument/2006/relationships/customXml" Target="../ink/ink13.xml"/><Relationship Id="rId48" Type="http://schemas.openxmlformats.org/officeDocument/2006/relationships/image" Target="../media/image24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7.png"/><Relationship Id="rId320" Type="http://schemas.openxmlformats.org/officeDocument/2006/relationships/customXml" Target="../ink/ink160.xml"/><Relationship Id="rId80" Type="http://schemas.openxmlformats.org/officeDocument/2006/relationships/image" Target="../media/image40.png"/><Relationship Id="rId155" Type="http://schemas.openxmlformats.org/officeDocument/2006/relationships/customXml" Target="../ink/ink77.xml"/><Relationship Id="rId176" Type="http://schemas.openxmlformats.org/officeDocument/2006/relationships/image" Target="../media/image88.png"/><Relationship Id="rId197" Type="http://schemas.openxmlformats.org/officeDocument/2006/relationships/customXml" Target="../ink/ink98.xml"/><Relationship Id="rId341" Type="http://schemas.openxmlformats.org/officeDocument/2006/relationships/image" Target="../media/image170.png"/><Relationship Id="rId362" Type="http://schemas.openxmlformats.org/officeDocument/2006/relationships/customXml" Target="../ink/ink181.xml"/><Relationship Id="rId201" Type="http://schemas.openxmlformats.org/officeDocument/2006/relationships/customXml" Target="../ink/ink100.xml"/><Relationship Id="rId222" Type="http://schemas.openxmlformats.org/officeDocument/2006/relationships/image" Target="../media/image111.png"/><Relationship Id="rId243" Type="http://schemas.openxmlformats.org/officeDocument/2006/relationships/customXml" Target="../ink/ink121.xml"/><Relationship Id="rId264" Type="http://schemas.openxmlformats.org/officeDocument/2006/relationships/image" Target="../media/image132.png"/><Relationship Id="rId285" Type="http://schemas.openxmlformats.org/officeDocument/2006/relationships/image" Target="../media/image142.png"/><Relationship Id="rId17" Type="http://schemas.openxmlformats.org/officeDocument/2006/relationships/customXml" Target="../ink/ink8.xml"/><Relationship Id="rId38" Type="http://schemas.openxmlformats.org/officeDocument/2006/relationships/image" Target="../media/image19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62.png"/><Relationship Id="rId310" Type="http://schemas.openxmlformats.org/officeDocument/2006/relationships/customXml" Target="../ink/ink155.xml"/><Relationship Id="rId70" Type="http://schemas.openxmlformats.org/officeDocument/2006/relationships/image" Target="../media/image35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83.png"/><Relationship Id="rId187" Type="http://schemas.openxmlformats.org/officeDocument/2006/relationships/customXml" Target="../ink/ink93.xml"/><Relationship Id="rId331" Type="http://schemas.openxmlformats.org/officeDocument/2006/relationships/image" Target="../media/image165.png"/><Relationship Id="rId352" Type="http://schemas.openxmlformats.org/officeDocument/2006/relationships/customXml" Target="../ink/ink176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06.png"/><Relationship Id="rId233" Type="http://schemas.openxmlformats.org/officeDocument/2006/relationships/customXml" Target="../ink/ink116.xml"/><Relationship Id="rId254" Type="http://schemas.openxmlformats.org/officeDocument/2006/relationships/image" Target="../media/image127.png"/><Relationship Id="rId28" Type="http://schemas.openxmlformats.org/officeDocument/2006/relationships/image" Target="../media/image14.png"/><Relationship Id="rId49" Type="http://schemas.openxmlformats.org/officeDocument/2006/relationships/customXml" Target="../ink/ink24.xml"/><Relationship Id="rId114" Type="http://schemas.openxmlformats.org/officeDocument/2006/relationships/image" Target="../media/image57.png"/><Relationship Id="rId275" Type="http://schemas.openxmlformats.org/officeDocument/2006/relationships/image" Target="../media/image137.png"/><Relationship Id="rId296" Type="http://schemas.openxmlformats.org/officeDocument/2006/relationships/customXml" Target="../ink/ink148.xml"/><Relationship Id="rId300" Type="http://schemas.openxmlformats.org/officeDocument/2006/relationships/customXml" Target="../ink/ink150.xml"/><Relationship Id="rId60" Type="http://schemas.openxmlformats.org/officeDocument/2006/relationships/image" Target="../media/image30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78.png"/><Relationship Id="rId177" Type="http://schemas.openxmlformats.org/officeDocument/2006/relationships/customXml" Target="../ink/ink88.xml"/><Relationship Id="rId198" Type="http://schemas.openxmlformats.org/officeDocument/2006/relationships/image" Target="../media/image99.png"/><Relationship Id="rId321" Type="http://schemas.openxmlformats.org/officeDocument/2006/relationships/image" Target="../media/image160.png"/><Relationship Id="rId342" Type="http://schemas.openxmlformats.org/officeDocument/2006/relationships/customXml" Target="../ink/ink171.xml"/><Relationship Id="rId363" Type="http://schemas.openxmlformats.org/officeDocument/2006/relationships/image" Target="../media/image181.png"/><Relationship Id="rId202" Type="http://schemas.openxmlformats.org/officeDocument/2006/relationships/image" Target="../media/image101.png"/><Relationship Id="rId223" Type="http://schemas.openxmlformats.org/officeDocument/2006/relationships/customXml" Target="../ink/ink111.xml"/><Relationship Id="rId244" Type="http://schemas.openxmlformats.org/officeDocument/2006/relationships/image" Target="../media/image122.png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265" Type="http://schemas.openxmlformats.org/officeDocument/2006/relationships/customXml" Target="../ink/ink132.xml"/><Relationship Id="rId286" Type="http://schemas.openxmlformats.org/officeDocument/2006/relationships/customXml" Target="../ink/ink143.xml"/><Relationship Id="rId50" Type="http://schemas.openxmlformats.org/officeDocument/2006/relationships/image" Target="../media/image25.png"/><Relationship Id="rId104" Type="http://schemas.openxmlformats.org/officeDocument/2006/relationships/image" Target="../media/image52.png"/><Relationship Id="rId125" Type="http://schemas.openxmlformats.org/officeDocument/2006/relationships/customXml" Target="../ink/ink62.xml"/><Relationship Id="rId146" Type="http://schemas.openxmlformats.org/officeDocument/2006/relationships/image" Target="../media/image73.png"/><Relationship Id="rId167" Type="http://schemas.openxmlformats.org/officeDocument/2006/relationships/customXml" Target="../ink/ink83.xml"/><Relationship Id="rId188" Type="http://schemas.openxmlformats.org/officeDocument/2006/relationships/image" Target="../media/image94.png"/><Relationship Id="rId311" Type="http://schemas.openxmlformats.org/officeDocument/2006/relationships/image" Target="../media/image155.png"/><Relationship Id="rId332" Type="http://schemas.openxmlformats.org/officeDocument/2006/relationships/customXml" Target="../ink/ink166.xml"/><Relationship Id="rId353" Type="http://schemas.openxmlformats.org/officeDocument/2006/relationships/image" Target="../media/image176.png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13" Type="http://schemas.openxmlformats.org/officeDocument/2006/relationships/customXml" Target="../ink/ink106.xml"/><Relationship Id="rId234" Type="http://schemas.openxmlformats.org/officeDocument/2006/relationships/image" Target="../media/image117.png"/><Relationship Id="rId2" Type="http://schemas.openxmlformats.org/officeDocument/2006/relationships/image" Target="../media/image1.png"/><Relationship Id="rId29" Type="http://schemas.openxmlformats.org/officeDocument/2006/relationships/customXml" Target="../ink/ink14.xml"/><Relationship Id="rId255" Type="http://schemas.openxmlformats.org/officeDocument/2006/relationships/customXml" Target="../ink/ink127.xml"/><Relationship Id="rId276" Type="http://schemas.openxmlformats.org/officeDocument/2006/relationships/customXml" Target="../ink/ink138.xml"/><Relationship Id="rId297" Type="http://schemas.openxmlformats.org/officeDocument/2006/relationships/image" Target="../media/image148.png"/><Relationship Id="rId40" Type="http://schemas.openxmlformats.org/officeDocument/2006/relationships/image" Target="../media/image20.png"/><Relationship Id="rId115" Type="http://schemas.openxmlformats.org/officeDocument/2006/relationships/customXml" Target="../ink/ink57.xml"/><Relationship Id="rId136" Type="http://schemas.openxmlformats.org/officeDocument/2006/relationships/image" Target="../media/image68.png"/><Relationship Id="rId157" Type="http://schemas.openxmlformats.org/officeDocument/2006/relationships/customXml" Target="../ink/ink78.xml"/><Relationship Id="rId178" Type="http://schemas.openxmlformats.org/officeDocument/2006/relationships/image" Target="../media/image89.png"/><Relationship Id="rId301" Type="http://schemas.openxmlformats.org/officeDocument/2006/relationships/image" Target="../media/image150.png"/><Relationship Id="rId322" Type="http://schemas.openxmlformats.org/officeDocument/2006/relationships/customXml" Target="../ink/ink161.xml"/><Relationship Id="rId343" Type="http://schemas.openxmlformats.org/officeDocument/2006/relationships/image" Target="../media/image171.png"/><Relationship Id="rId364" Type="http://schemas.openxmlformats.org/officeDocument/2006/relationships/customXml" Target="../ink/ink182.xml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99" Type="http://schemas.openxmlformats.org/officeDocument/2006/relationships/customXml" Target="../ink/ink99.xml"/><Relationship Id="rId203" Type="http://schemas.openxmlformats.org/officeDocument/2006/relationships/customXml" Target="../ink/ink101.xml"/><Relationship Id="rId19" Type="http://schemas.openxmlformats.org/officeDocument/2006/relationships/customXml" Target="../ink/ink9.xml"/><Relationship Id="rId224" Type="http://schemas.openxmlformats.org/officeDocument/2006/relationships/image" Target="../media/image112.png"/><Relationship Id="rId245" Type="http://schemas.openxmlformats.org/officeDocument/2006/relationships/customXml" Target="../ink/ink122.xml"/><Relationship Id="rId266" Type="http://schemas.openxmlformats.org/officeDocument/2006/relationships/image" Target="../media/image133.png"/><Relationship Id="rId287" Type="http://schemas.openxmlformats.org/officeDocument/2006/relationships/image" Target="../media/image143.png"/><Relationship Id="rId30" Type="http://schemas.openxmlformats.org/officeDocument/2006/relationships/image" Target="../media/image15.png"/><Relationship Id="rId105" Type="http://schemas.openxmlformats.org/officeDocument/2006/relationships/customXml" Target="../ink/ink52.xml"/><Relationship Id="rId126" Type="http://schemas.openxmlformats.org/officeDocument/2006/relationships/image" Target="../media/image63.png"/><Relationship Id="rId147" Type="http://schemas.openxmlformats.org/officeDocument/2006/relationships/customXml" Target="../ink/ink73.xml"/><Relationship Id="rId168" Type="http://schemas.openxmlformats.org/officeDocument/2006/relationships/image" Target="../media/image84.png"/><Relationship Id="rId312" Type="http://schemas.openxmlformats.org/officeDocument/2006/relationships/customXml" Target="../ink/ink156.xml"/><Relationship Id="rId333" Type="http://schemas.openxmlformats.org/officeDocument/2006/relationships/image" Target="../media/image166.png"/><Relationship Id="rId354" Type="http://schemas.openxmlformats.org/officeDocument/2006/relationships/customXml" Target="../ink/ink177.xml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189" Type="http://schemas.openxmlformats.org/officeDocument/2006/relationships/customXml" Target="../ink/ink94.xml"/><Relationship Id="rId3" Type="http://schemas.openxmlformats.org/officeDocument/2006/relationships/customXml" Target="../ink/ink1.xml"/><Relationship Id="rId214" Type="http://schemas.openxmlformats.org/officeDocument/2006/relationships/image" Target="../media/image107.png"/><Relationship Id="rId235" Type="http://schemas.openxmlformats.org/officeDocument/2006/relationships/customXml" Target="../ink/ink117.xml"/><Relationship Id="rId256" Type="http://schemas.openxmlformats.org/officeDocument/2006/relationships/image" Target="../media/image128.png"/><Relationship Id="rId277" Type="http://schemas.openxmlformats.org/officeDocument/2006/relationships/image" Target="../media/image138.png"/><Relationship Id="rId298" Type="http://schemas.openxmlformats.org/officeDocument/2006/relationships/customXml" Target="../ink/ink149.xml"/><Relationship Id="rId116" Type="http://schemas.openxmlformats.org/officeDocument/2006/relationships/image" Target="../media/image58.png"/><Relationship Id="rId137" Type="http://schemas.openxmlformats.org/officeDocument/2006/relationships/customXml" Target="../ink/ink68.xml"/><Relationship Id="rId158" Type="http://schemas.openxmlformats.org/officeDocument/2006/relationships/image" Target="../media/image79.png"/><Relationship Id="rId302" Type="http://schemas.openxmlformats.org/officeDocument/2006/relationships/customXml" Target="../ink/ink151.xml"/><Relationship Id="rId323" Type="http://schemas.openxmlformats.org/officeDocument/2006/relationships/image" Target="../media/image161.png"/><Relationship Id="rId344" Type="http://schemas.openxmlformats.org/officeDocument/2006/relationships/customXml" Target="../ink/ink172.xml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179" Type="http://schemas.openxmlformats.org/officeDocument/2006/relationships/customXml" Target="../ink/ink89.xml"/><Relationship Id="rId365" Type="http://schemas.openxmlformats.org/officeDocument/2006/relationships/image" Target="../media/image182.png"/><Relationship Id="rId190" Type="http://schemas.openxmlformats.org/officeDocument/2006/relationships/image" Target="../media/image95.png"/><Relationship Id="rId204" Type="http://schemas.openxmlformats.org/officeDocument/2006/relationships/image" Target="../media/image102.png"/><Relationship Id="rId225" Type="http://schemas.openxmlformats.org/officeDocument/2006/relationships/customXml" Target="../ink/ink112.xml"/><Relationship Id="rId246" Type="http://schemas.openxmlformats.org/officeDocument/2006/relationships/image" Target="../media/image123.png"/><Relationship Id="rId267" Type="http://schemas.openxmlformats.org/officeDocument/2006/relationships/customXml" Target="../ink/ink133.xml"/><Relationship Id="rId288" Type="http://schemas.openxmlformats.org/officeDocument/2006/relationships/customXml" Target="../ink/ink144.xml"/><Relationship Id="rId106" Type="http://schemas.openxmlformats.org/officeDocument/2006/relationships/image" Target="../media/image53.png"/><Relationship Id="rId127" Type="http://schemas.openxmlformats.org/officeDocument/2006/relationships/customXml" Target="../ink/ink63.xml"/><Relationship Id="rId313" Type="http://schemas.openxmlformats.org/officeDocument/2006/relationships/image" Target="../media/image156.png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image" Target="../media/image26.png"/><Relationship Id="rId73" Type="http://schemas.openxmlformats.org/officeDocument/2006/relationships/customXml" Target="../ink/ink36.xml"/><Relationship Id="rId94" Type="http://schemas.openxmlformats.org/officeDocument/2006/relationships/image" Target="../media/image47.png"/><Relationship Id="rId148" Type="http://schemas.openxmlformats.org/officeDocument/2006/relationships/image" Target="../media/image74.png"/><Relationship Id="rId169" Type="http://schemas.openxmlformats.org/officeDocument/2006/relationships/customXml" Target="../ink/ink84.xml"/><Relationship Id="rId334" Type="http://schemas.openxmlformats.org/officeDocument/2006/relationships/customXml" Target="../ink/ink167.xml"/><Relationship Id="rId355" Type="http://schemas.openxmlformats.org/officeDocument/2006/relationships/image" Target="../media/image177.png"/><Relationship Id="rId4" Type="http://schemas.openxmlformats.org/officeDocument/2006/relationships/image" Target="../media/image2.png"/><Relationship Id="rId180" Type="http://schemas.openxmlformats.org/officeDocument/2006/relationships/image" Target="../media/image90.png"/><Relationship Id="rId215" Type="http://schemas.openxmlformats.org/officeDocument/2006/relationships/customXml" Target="../ink/ink107.xml"/><Relationship Id="rId236" Type="http://schemas.openxmlformats.org/officeDocument/2006/relationships/image" Target="../media/image118.png"/><Relationship Id="rId257" Type="http://schemas.openxmlformats.org/officeDocument/2006/relationships/customXml" Target="../ink/ink128.xml"/><Relationship Id="rId278" Type="http://schemas.openxmlformats.org/officeDocument/2006/relationships/customXml" Target="../ink/ink139.xml"/><Relationship Id="rId303" Type="http://schemas.openxmlformats.org/officeDocument/2006/relationships/image" Target="../media/image151.png"/><Relationship Id="rId42" Type="http://schemas.openxmlformats.org/officeDocument/2006/relationships/image" Target="../media/image21.png"/><Relationship Id="rId84" Type="http://schemas.openxmlformats.org/officeDocument/2006/relationships/image" Target="../media/image42.png"/><Relationship Id="rId138" Type="http://schemas.openxmlformats.org/officeDocument/2006/relationships/image" Target="../media/image69.png"/><Relationship Id="rId345" Type="http://schemas.openxmlformats.org/officeDocument/2006/relationships/image" Target="../media/image172.png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247" Type="http://schemas.openxmlformats.org/officeDocument/2006/relationships/customXml" Target="../ink/ink123.xml"/><Relationship Id="rId107" Type="http://schemas.openxmlformats.org/officeDocument/2006/relationships/customXml" Target="../ink/ink53.xml"/><Relationship Id="rId289" Type="http://schemas.openxmlformats.org/officeDocument/2006/relationships/image" Target="../media/image144.png"/><Relationship Id="rId11" Type="http://schemas.openxmlformats.org/officeDocument/2006/relationships/customXml" Target="../ink/ink5.xml"/><Relationship Id="rId53" Type="http://schemas.openxmlformats.org/officeDocument/2006/relationships/customXml" Target="../ink/ink26.xml"/><Relationship Id="rId149" Type="http://schemas.openxmlformats.org/officeDocument/2006/relationships/customXml" Target="../ink/ink74.xml"/><Relationship Id="rId314" Type="http://schemas.openxmlformats.org/officeDocument/2006/relationships/customXml" Target="../ink/ink157.xml"/><Relationship Id="rId356" Type="http://schemas.openxmlformats.org/officeDocument/2006/relationships/customXml" Target="../ink/ink178.xml"/><Relationship Id="rId95" Type="http://schemas.openxmlformats.org/officeDocument/2006/relationships/customXml" Target="../ink/ink47.xml"/><Relationship Id="rId160" Type="http://schemas.openxmlformats.org/officeDocument/2006/relationships/image" Target="../media/image80.png"/><Relationship Id="rId216" Type="http://schemas.openxmlformats.org/officeDocument/2006/relationships/image" Target="../media/image108.png"/><Relationship Id="rId258" Type="http://schemas.openxmlformats.org/officeDocument/2006/relationships/image" Target="../media/image129.png"/><Relationship Id="rId22" Type="http://schemas.openxmlformats.org/officeDocument/2006/relationships/image" Target="../media/image11.png"/><Relationship Id="rId64" Type="http://schemas.openxmlformats.org/officeDocument/2006/relationships/image" Target="../media/image32.png"/><Relationship Id="rId118" Type="http://schemas.openxmlformats.org/officeDocument/2006/relationships/image" Target="../media/image59.png"/><Relationship Id="rId325" Type="http://schemas.openxmlformats.org/officeDocument/2006/relationships/image" Target="../media/image162.png"/><Relationship Id="rId171" Type="http://schemas.openxmlformats.org/officeDocument/2006/relationships/customXml" Target="../ink/ink85.xml"/><Relationship Id="rId227" Type="http://schemas.openxmlformats.org/officeDocument/2006/relationships/customXml" Target="../ink/ink113.xml"/><Relationship Id="rId269" Type="http://schemas.openxmlformats.org/officeDocument/2006/relationships/customXml" Target="../ink/ink134.xml"/><Relationship Id="rId33" Type="http://schemas.openxmlformats.org/officeDocument/2006/relationships/customXml" Target="../ink/ink16.xml"/><Relationship Id="rId129" Type="http://schemas.openxmlformats.org/officeDocument/2006/relationships/customXml" Target="../ink/ink64.xml"/><Relationship Id="rId280" Type="http://schemas.openxmlformats.org/officeDocument/2006/relationships/customXml" Target="../ink/ink140.xml"/><Relationship Id="rId336" Type="http://schemas.openxmlformats.org/officeDocument/2006/relationships/customXml" Target="../ink/ink168.xml"/><Relationship Id="rId75" Type="http://schemas.openxmlformats.org/officeDocument/2006/relationships/customXml" Target="../ink/ink37.xml"/><Relationship Id="rId140" Type="http://schemas.openxmlformats.org/officeDocument/2006/relationships/image" Target="../media/image70.png"/><Relationship Id="rId182" Type="http://schemas.openxmlformats.org/officeDocument/2006/relationships/image" Target="../media/image91.png"/><Relationship Id="rId6" Type="http://schemas.openxmlformats.org/officeDocument/2006/relationships/image" Target="../media/image3.png"/><Relationship Id="rId238" Type="http://schemas.openxmlformats.org/officeDocument/2006/relationships/image" Target="../media/image119.png"/><Relationship Id="rId291" Type="http://schemas.openxmlformats.org/officeDocument/2006/relationships/image" Target="../media/image145.png"/><Relationship Id="rId305" Type="http://schemas.openxmlformats.org/officeDocument/2006/relationships/image" Target="../media/image152.png"/><Relationship Id="rId347" Type="http://schemas.openxmlformats.org/officeDocument/2006/relationships/image" Target="../media/image173.png"/><Relationship Id="rId44" Type="http://schemas.openxmlformats.org/officeDocument/2006/relationships/image" Target="../media/image22.png"/><Relationship Id="rId86" Type="http://schemas.openxmlformats.org/officeDocument/2006/relationships/image" Target="../media/image43.png"/><Relationship Id="rId151" Type="http://schemas.openxmlformats.org/officeDocument/2006/relationships/customXml" Target="../ink/ink75.xml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249" Type="http://schemas.openxmlformats.org/officeDocument/2006/relationships/customXml" Target="../ink/ink124.xml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260" Type="http://schemas.openxmlformats.org/officeDocument/2006/relationships/image" Target="../media/image130.png"/><Relationship Id="rId316" Type="http://schemas.openxmlformats.org/officeDocument/2006/relationships/customXml" Target="../ink/ink158.xml"/><Relationship Id="rId55" Type="http://schemas.openxmlformats.org/officeDocument/2006/relationships/customXml" Target="../ink/ink27.xml"/><Relationship Id="rId97" Type="http://schemas.openxmlformats.org/officeDocument/2006/relationships/customXml" Target="../ink/ink48.xml"/><Relationship Id="rId120" Type="http://schemas.openxmlformats.org/officeDocument/2006/relationships/image" Target="../media/image60.png"/><Relationship Id="rId358" Type="http://schemas.openxmlformats.org/officeDocument/2006/relationships/customXml" Target="../ink/ink179.xml"/><Relationship Id="rId162" Type="http://schemas.openxmlformats.org/officeDocument/2006/relationships/image" Target="../media/image81.png"/><Relationship Id="rId218" Type="http://schemas.openxmlformats.org/officeDocument/2006/relationships/image" Target="../media/image109.png"/><Relationship Id="rId271" Type="http://schemas.openxmlformats.org/officeDocument/2006/relationships/customXml" Target="../ink/ink135.xml"/><Relationship Id="rId24" Type="http://schemas.openxmlformats.org/officeDocument/2006/relationships/image" Target="../media/image12.png"/><Relationship Id="rId66" Type="http://schemas.openxmlformats.org/officeDocument/2006/relationships/image" Target="../media/image33.png"/><Relationship Id="rId131" Type="http://schemas.openxmlformats.org/officeDocument/2006/relationships/customXml" Target="../ink/ink65.xml"/><Relationship Id="rId327" Type="http://schemas.openxmlformats.org/officeDocument/2006/relationships/image" Target="../media/image163.png"/><Relationship Id="rId173" Type="http://schemas.openxmlformats.org/officeDocument/2006/relationships/customXml" Target="../ink/ink86.xml"/><Relationship Id="rId229" Type="http://schemas.openxmlformats.org/officeDocument/2006/relationships/customXml" Target="../ink/ink114.xml"/><Relationship Id="rId240" Type="http://schemas.openxmlformats.org/officeDocument/2006/relationships/image" Target="../media/image120.png"/><Relationship Id="rId35" Type="http://schemas.openxmlformats.org/officeDocument/2006/relationships/customXml" Target="../ink/ink17.xml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282" Type="http://schemas.openxmlformats.org/officeDocument/2006/relationships/customXml" Target="../ink/ink141.xml"/><Relationship Id="rId338" Type="http://schemas.openxmlformats.org/officeDocument/2006/relationships/customXml" Target="../ink/ink169.xml"/><Relationship Id="rId8" Type="http://schemas.openxmlformats.org/officeDocument/2006/relationships/image" Target="../media/image4.png"/><Relationship Id="rId142" Type="http://schemas.openxmlformats.org/officeDocument/2006/relationships/image" Target="../media/image71.png"/><Relationship Id="rId184" Type="http://schemas.openxmlformats.org/officeDocument/2006/relationships/image" Target="../media/image92.png"/><Relationship Id="rId251" Type="http://schemas.openxmlformats.org/officeDocument/2006/relationships/customXml" Target="../ink/ink125.xml"/><Relationship Id="rId46" Type="http://schemas.openxmlformats.org/officeDocument/2006/relationships/image" Target="../media/image23.png"/><Relationship Id="rId293" Type="http://schemas.openxmlformats.org/officeDocument/2006/relationships/image" Target="../media/image146.png"/><Relationship Id="rId307" Type="http://schemas.openxmlformats.org/officeDocument/2006/relationships/image" Target="../media/image153.png"/><Relationship Id="rId349" Type="http://schemas.openxmlformats.org/officeDocument/2006/relationships/image" Target="../media/image174.png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53" Type="http://schemas.openxmlformats.org/officeDocument/2006/relationships/customXml" Target="../ink/ink76.xml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360" Type="http://schemas.openxmlformats.org/officeDocument/2006/relationships/customXml" Target="../ink/ink180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0.png"/><Relationship Id="rId299" Type="http://schemas.openxmlformats.org/officeDocument/2006/relationships/customXml" Target="../ink/ink332.xml"/><Relationship Id="rId21" Type="http://schemas.openxmlformats.org/officeDocument/2006/relationships/image" Target="../media/image191.png"/><Relationship Id="rId63" Type="http://schemas.openxmlformats.org/officeDocument/2006/relationships/image" Target="../media/image212.png"/><Relationship Id="rId159" Type="http://schemas.openxmlformats.org/officeDocument/2006/relationships/customXml" Target="../ink/ink261.xml"/><Relationship Id="rId324" Type="http://schemas.openxmlformats.org/officeDocument/2006/relationships/image" Target="../media/image341.png"/><Relationship Id="rId366" Type="http://schemas.openxmlformats.org/officeDocument/2006/relationships/image" Target="../media/image362.png"/><Relationship Id="rId170" Type="http://schemas.openxmlformats.org/officeDocument/2006/relationships/image" Target="../media/image266.png"/><Relationship Id="rId226" Type="http://schemas.openxmlformats.org/officeDocument/2006/relationships/customXml" Target="../ink/ink295.xml"/><Relationship Id="rId433" Type="http://schemas.openxmlformats.org/officeDocument/2006/relationships/customXml" Target="../ink/ink399.xml"/><Relationship Id="rId268" Type="http://schemas.openxmlformats.org/officeDocument/2006/relationships/image" Target="../media/image314.png"/><Relationship Id="rId475" Type="http://schemas.openxmlformats.org/officeDocument/2006/relationships/customXml" Target="../ink/ink421.xml"/><Relationship Id="rId32" Type="http://schemas.openxmlformats.org/officeDocument/2006/relationships/customXml" Target="../ink/ink198.xml"/><Relationship Id="rId74" Type="http://schemas.openxmlformats.org/officeDocument/2006/relationships/customXml" Target="../ink/ink219.xml"/><Relationship Id="rId128" Type="http://schemas.openxmlformats.org/officeDocument/2006/relationships/customXml" Target="../ink/ink245.xml"/><Relationship Id="rId335" Type="http://schemas.openxmlformats.org/officeDocument/2006/relationships/customXml" Target="../ink/ink350.xml"/><Relationship Id="rId377" Type="http://schemas.openxmlformats.org/officeDocument/2006/relationships/customXml" Target="../ink/ink371.xml"/><Relationship Id="rId5" Type="http://schemas.openxmlformats.org/officeDocument/2006/relationships/image" Target="../media/image183.png"/><Relationship Id="rId181" Type="http://schemas.openxmlformats.org/officeDocument/2006/relationships/customXml" Target="../ink/ink272.xml"/><Relationship Id="rId237" Type="http://schemas.openxmlformats.org/officeDocument/2006/relationships/image" Target="../media/image299.png"/><Relationship Id="rId402" Type="http://schemas.openxmlformats.org/officeDocument/2006/relationships/image" Target="../media/image380.png"/><Relationship Id="rId279" Type="http://schemas.openxmlformats.org/officeDocument/2006/relationships/customXml" Target="../ink/ink322.xml"/><Relationship Id="rId444" Type="http://schemas.openxmlformats.org/officeDocument/2006/relationships/customXml" Target="../ink/ink405.xml"/><Relationship Id="rId486" Type="http://schemas.openxmlformats.org/officeDocument/2006/relationships/image" Target="../media/image420.png"/><Relationship Id="rId43" Type="http://schemas.openxmlformats.org/officeDocument/2006/relationships/image" Target="../media/image202.png"/><Relationship Id="rId139" Type="http://schemas.openxmlformats.org/officeDocument/2006/relationships/customXml" Target="../ink/ink251.xml"/><Relationship Id="rId290" Type="http://schemas.openxmlformats.org/officeDocument/2006/relationships/image" Target="../media/image325.png"/><Relationship Id="rId304" Type="http://schemas.openxmlformats.org/officeDocument/2006/relationships/image" Target="../media/image332.png"/><Relationship Id="rId346" Type="http://schemas.openxmlformats.org/officeDocument/2006/relationships/image" Target="../media/image352.png"/><Relationship Id="rId388" Type="http://schemas.openxmlformats.org/officeDocument/2006/relationships/image" Target="../media/image373.png"/><Relationship Id="rId85" Type="http://schemas.openxmlformats.org/officeDocument/2006/relationships/image" Target="../media/image224.png"/><Relationship Id="rId150" Type="http://schemas.openxmlformats.org/officeDocument/2006/relationships/image" Target="../media/image256.png"/><Relationship Id="rId192" Type="http://schemas.openxmlformats.org/officeDocument/2006/relationships/image" Target="../media/image277.png"/><Relationship Id="rId206" Type="http://schemas.openxmlformats.org/officeDocument/2006/relationships/customXml" Target="../ink/ink285.xml"/><Relationship Id="rId413" Type="http://schemas.openxmlformats.org/officeDocument/2006/relationships/customXml" Target="../ink/ink389.xml"/><Relationship Id="rId248" Type="http://schemas.openxmlformats.org/officeDocument/2006/relationships/image" Target="../media/image304.png"/><Relationship Id="rId455" Type="http://schemas.openxmlformats.org/officeDocument/2006/relationships/image" Target="../media/image405.png"/><Relationship Id="rId12" Type="http://schemas.openxmlformats.org/officeDocument/2006/relationships/customXml" Target="../ink/ink188.xml"/><Relationship Id="rId108" Type="http://schemas.openxmlformats.org/officeDocument/2006/relationships/customXml" Target="../ink/ink235.xml"/><Relationship Id="rId315" Type="http://schemas.openxmlformats.org/officeDocument/2006/relationships/customXml" Target="../ink/ink340.xml"/><Relationship Id="rId357" Type="http://schemas.openxmlformats.org/officeDocument/2006/relationships/customXml" Target="../ink/ink361.xml"/><Relationship Id="rId54" Type="http://schemas.openxmlformats.org/officeDocument/2006/relationships/customXml" Target="../ink/ink209.xml"/><Relationship Id="rId96" Type="http://schemas.openxmlformats.org/officeDocument/2006/relationships/customXml" Target="../ink/ink229.xml"/><Relationship Id="rId161" Type="http://schemas.openxmlformats.org/officeDocument/2006/relationships/customXml" Target="../ink/ink262.xml"/><Relationship Id="rId217" Type="http://schemas.openxmlformats.org/officeDocument/2006/relationships/image" Target="../media/image289.png"/><Relationship Id="rId399" Type="http://schemas.openxmlformats.org/officeDocument/2006/relationships/customXml" Target="../ink/ink382.xml"/><Relationship Id="rId259" Type="http://schemas.openxmlformats.org/officeDocument/2006/relationships/customXml" Target="../ink/ink312.xml"/><Relationship Id="rId424" Type="http://schemas.openxmlformats.org/officeDocument/2006/relationships/image" Target="../media/image390.png"/><Relationship Id="rId466" Type="http://schemas.openxmlformats.org/officeDocument/2006/relationships/customXml" Target="../ink/ink416.xml"/><Relationship Id="rId23" Type="http://schemas.openxmlformats.org/officeDocument/2006/relationships/image" Target="../media/image192.png"/><Relationship Id="rId119" Type="http://schemas.openxmlformats.org/officeDocument/2006/relationships/image" Target="../media/image241.png"/><Relationship Id="rId270" Type="http://schemas.openxmlformats.org/officeDocument/2006/relationships/image" Target="../media/image315.png"/><Relationship Id="rId326" Type="http://schemas.openxmlformats.org/officeDocument/2006/relationships/image" Target="../media/image342.png"/><Relationship Id="rId65" Type="http://schemas.openxmlformats.org/officeDocument/2006/relationships/image" Target="../media/image213.png"/><Relationship Id="rId130" Type="http://schemas.openxmlformats.org/officeDocument/2006/relationships/customXml" Target="../ink/ink246.xml"/><Relationship Id="rId368" Type="http://schemas.openxmlformats.org/officeDocument/2006/relationships/image" Target="../media/image363.png"/><Relationship Id="rId172" Type="http://schemas.openxmlformats.org/officeDocument/2006/relationships/image" Target="../media/image267.png"/><Relationship Id="rId228" Type="http://schemas.openxmlformats.org/officeDocument/2006/relationships/customXml" Target="../ink/ink296.xml"/><Relationship Id="rId435" Type="http://schemas.openxmlformats.org/officeDocument/2006/relationships/image" Target="../media/image395.png"/><Relationship Id="rId477" Type="http://schemas.openxmlformats.org/officeDocument/2006/relationships/customXml" Target="../ink/ink422.xml"/><Relationship Id="rId281" Type="http://schemas.openxmlformats.org/officeDocument/2006/relationships/customXml" Target="../ink/ink323.xml"/><Relationship Id="rId337" Type="http://schemas.openxmlformats.org/officeDocument/2006/relationships/customXml" Target="../ink/ink351.xml"/><Relationship Id="rId34" Type="http://schemas.openxmlformats.org/officeDocument/2006/relationships/customXml" Target="../ink/ink199.xml"/><Relationship Id="rId76" Type="http://schemas.openxmlformats.org/officeDocument/2006/relationships/customXml" Target="../ink/ink220.xml"/><Relationship Id="rId141" Type="http://schemas.openxmlformats.org/officeDocument/2006/relationships/customXml" Target="../ink/ink252.xml"/><Relationship Id="rId379" Type="http://schemas.openxmlformats.org/officeDocument/2006/relationships/customXml" Target="../ink/ink372.xml"/><Relationship Id="rId7" Type="http://schemas.openxmlformats.org/officeDocument/2006/relationships/image" Target="../media/image184.png"/><Relationship Id="rId183" Type="http://schemas.openxmlformats.org/officeDocument/2006/relationships/customXml" Target="../ink/ink273.xml"/><Relationship Id="rId239" Type="http://schemas.openxmlformats.org/officeDocument/2006/relationships/image" Target="../media/image300.png"/><Relationship Id="rId390" Type="http://schemas.openxmlformats.org/officeDocument/2006/relationships/image" Target="../media/image374.png"/><Relationship Id="rId404" Type="http://schemas.openxmlformats.org/officeDocument/2006/relationships/image" Target="../media/image381.png"/><Relationship Id="rId446" Type="http://schemas.openxmlformats.org/officeDocument/2006/relationships/customXml" Target="../ink/ink406.xml"/><Relationship Id="rId250" Type="http://schemas.openxmlformats.org/officeDocument/2006/relationships/image" Target="../media/image305.png"/><Relationship Id="rId292" Type="http://schemas.openxmlformats.org/officeDocument/2006/relationships/image" Target="../media/image326.png"/><Relationship Id="rId306" Type="http://schemas.openxmlformats.org/officeDocument/2006/relationships/image" Target="../media/image333.png"/><Relationship Id="rId488" Type="http://schemas.openxmlformats.org/officeDocument/2006/relationships/image" Target="../media/image421.png"/><Relationship Id="rId45" Type="http://schemas.openxmlformats.org/officeDocument/2006/relationships/image" Target="../media/image203.png"/><Relationship Id="rId87" Type="http://schemas.openxmlformats.org/officeDocument/2006/relationships/image" Target="../media/image225.png"/><Relationship Id="rId110" Type="http://schemas.openxmlformats.org/officeDocument/2006/relationships/customXml" Target="../ink/ink236.xml"/><Relationship Id="rId348" Type="http://schemas.openxmlformats.org/officeDocument/2006/relationships/image" Target="../media/image353.png"/><Relationship Id="rId152" Type="http://schemas.openxmlformats.org/officeDocument/2006/relationships/image" Target="../media/image257.png"/><Relationship Id="rId194" Type="http://schemas.openxmlformats.org/officeDocument/2006/relationships/image" Target="../media/image278.png"/><Relationship Id="rId208" Type="http://schemas.openxmlformats.org/officeDocument/2006/relationships/customXml" Target="../ink/ink286.xml"/><Relationship Id="rId415" Type="http://schemas.openxmlformats.org/officeDocument/2006/relationships/customXml" Target="../ink/ink390.xml"/><Relationship Id="rId457" Type="http://schemas.openxmlformats.org/officeDocument/2006/relationships/image" Target="../media/image406.png"/><Relationship Id="rId261" Type="http://schemas.openxmlformats.org/officeDocument/2006/relationships/customXml" Target="../ink/ink313.xml"/><Relationship Id="rId14" Type="http://schemas.openxmlformats.org/officeDocument/2006/relationships/customXml" Target="../ink/ink189.xml"/><Relationship Id="rId56" Type="http://schemas.openxmlformats.org/officeDocument/2006/relationships/customXml" Target="../ink/ink210.xml"/><Relationship Id="rId317" Type="http://schemas.openxmlformats.org/officeDocument/2006/relationships/customXml" Target="../ink/ink341.xml"/><Relationship Id="rId359" Type="http://schemas.openxmlformats.org/officeDocument/2006/relationships/customXml" Target="../ink/ink362.xml"/><Relationship Id="rId98" Type="http://schemas.openxmlformats.org/officeDocument/2006/relationships/customXml" Target="../ink/ink230.xml"/><Relationship Id="rId121" Type="http://schemas.openxmlformats.org/officeDocument/2006/relationships/image" Target="../media/image242.png"/><Relationship Id="rId163" Type="http://schemas.openxmlformats.org/officeDocument/2006/relationships/customXml" Target="../ink/ink263.xml"/><Relationship Id="rId219" Type="http://schemas.openxmlformats.org/officeDocument/2006/relationships/image" Target="../media/image290.png"/><Relationship Id="rId370" Type="http://schemas.openxmlformats.org/officeDocument/2006/relationships/image" Target="../media/image364.png"/><Relationship Id="rId426" Type="http://schemas.openxmlformats.org/officeDocument/2006/relationships/image" Target="../media/image391.png"/><Relationship Id="rId230" Type="http://schemas.openxmlformats.org/officeDocument/2006/relationships/customXml" Target="../ink/ink297.xml"/><Relationship Id="rId468" Type="http://schemas.openxmlformats.org/officeDocument/2006/relationships/image" Target="../media/image411.png"/><Relationship Id="rId25" Type="http://schemas.openxmlformats.org/officeDocument/2006/relationships/image" Target="../media/image193.png"/><Relationship Id="rId67" Type="http://schemas.openxmlformats.org/officeDocument/2006/relationships/image" Target="../media/image214.png"/><Relationship Id="rId272" Type="http://schemas.openxmlformats.org/officeDocument/2006/relationships/image" Target="../media/image316.png"/><Relationship Id="rId328" Type="http://schemas.openxmlformats.org/officeDocument/2006/relationships/image" Target="../media/image343.png"/><Relationship Id="rId132" Type="http://schemas.openxmlformats.org/officeDocument/2006/relationships/customXml" Target="../ink/ink247.xml"/><Relationship Id="rId174" Type="http://schemas.openxmlformats.org/officeDocument/2006/relationships/image" Target="../media/image268.png"/><Relationship Id="rId381" Type="http://schemas.openxmlformats.org/officeDocument/2006/relationships/customXml" Target="../ink/ink373.xml"/><Relationship Id="rId241" Type="http://schemas.openxmlformats.org/officeDocument/2006/relationships/customXml" Target="../ink/ink303.xml"/><Relationship Id="rId437" Type="http://schemas.openxmlformats.org/officeDocument/2006/relationships/image" Target="../media/image396.png"/><Relationship Id="rId479" Type="http://schemas.openxmlformats.org/officeDocument/2006/relationships/customXml" Target="../ink/ink423.xml"/><Relationship Id="rId36" Type="http://schemas.openxmlformats.org/officeDocument/2006/relationships/customXml" Target="../ink/ink200.xml"/><Relationship Id="rId283" Type="http://schemas.openxmlformats.org/officeDocument/2006/relationships/customXml" Target="../ink/ink324.xml"/><Relationship Id="rId339" Type="http://schemas.openxmlformats.org/officeDocument/2006/relationships/customXml" Target="../ink/ink352.xml"/><Relationship Id="rId490" Type="http://schemas.openxmlformats.org/officeDocument/2006/relationships/image" Target="../media/image422.png"/><Relationship Id="rId78" Type="http://schemas.openxmlformats.org/officeDocument/2006/relationships/image" Target="../media/image220.png"/><Relationship Id="rId101" Type="http://schemas.openxmlformats.org/officeDocument/2006/relationships/image" Target="../media/image232.png"/><Relationship Id="rId143" Type="http://schemas.openxmlformats.org/officeDocument/2006/relationships/customXml" Target="../ink/ink253.xml"/><Relationship Id="rId185" Type="http://schemas.openxmlformats.org/officeDocument/2006/relationships/customXml" Target="../ink/ink274.xml"/><Relationship Id="rId350" Type="http://schemas.openxmlformats.org/officeDocument/2006/relationships/image" Target="../media/image354.png"/><Relationship Id="rId406" Type="http://schemas.openxmlformats.org/officeDocument/2006/relationships/image" Target="../media/image382.png"/><Relationship Id="rId9" Type="http://schemas.openxmlformats.org/officeDocument/2006/relationships/image" Target="../media/image185.png"/><Relationship Id="rId210" Type="http://schemas.openxmlformats.org/officeDocument/2006/relationships/customXml" Target="../ink/ink287.xml"/><Relationship Id="rId392" Type="http://schemas.openxmlformats.org/officeDocument/2006/relationships/image" Target="../media/image375.png"/><Relationship Id="rId448" Type="http://schemas.openxmlformats.org/officeDocument/2006/relationships/customXml" Target="../ink/ink407.xml"/><Relationship Id="rId252" Type="http://schemas.openxmlformats.org/officeDocument/2006/relationships/image" Target="../media/image306.png"/><Relationship Id="rId294" Type="http://schemas.openxmlformats.org/officeDocument/2006/relationships/image" Target="../media/image327.png"/><Relationship Id="rId308" Type="http://schemas.openxmlformats.org/officeDocument/2006/relationships/image" Target="../media/image334.png"/><Relationship Id="rId47" Type="http://schemas.openxmlformats.org/officeDocument/2006/relationships/image" Target="../media/image204.png"/><Relationship Id="rId89" Type="http://schemas.openxmlformats.org/officeDocument/2006/relationships/image" Target="../media/image226.png"/><Relationship Id="rId112" Type="http://schemas.openxmlformats.org/officeDocument/2006/relationships/customXml" Target="../ink/ink237.xml"/><Relationship Id="rId154" Type="http://schemas.openxmlformats.org/officeDocument/2006/relationships/image" Target="../media/image258.png"/><Relationship Id="rId361" Type="http://schemas.openxmlformats.org/officeDocument/2006/relationships/customXml" Target="../ink/ink363.xml"/><Relationship Id="rId196" Type="http://schemas.openxmlformats.org/officeDocument/2006/relationships/image" Target="../media/image279.png"/><Relationship Id="rId417" Type="http://schemas.openxmlformats.org/officeDocument/2006/relationships/customXml" Target="../ink/ink391.xml"/><Relationship Id="rId459" Type="http://schemas.openxmlformats.org/officeDocument/2006/relationships/image" Target="../media/image407.png"/><Relationship Id="rId16" Type="http://schemas.openxmlformats.org/officeDocument/2006/relationships/customXml" Target="../ink/ink190.xml"/><Relationship Id="rId221" Type="http://schemas.openxmlformats.org/officeDocument/2006/relationships/image" Target="../media/image291.png"/><Relationship Id="rId263" Type="http://schemas.openxmlformats.org/officeDocument/2006/relationships/customXml" Target="../ink/ink314.xml"/><Relationship Id="rId319" Type="http://schemas.openxmlformats.org/officeDocument/2006/relationships/customXml" Target="../ink/ink342.xml"/><Relationship Id="rId470" Type="http://schemas.openxmlformats.org/officeDocument/2006/relationships/image" Target="../media/image412.png"/><Relationship Id="rId58" Type="http://schemas.openxmlformats.org/officeDocument/2006/relationships/customXml" Target="../ink/ink211.xml"/><Relationship Id="rId123" Type="http://schemas.openxmlformats.org/officeDocument/2006/relationships/image" Target="../media/image243.png"/><Relationship Id="rId330" Type="http://schemas.openxmlformats.org/officeDocument/2006/relationships/image" Target="../media/image344.png"/><Relationship Id="rId165" Type="http://schemas.openxmlformats.org/officeDocument/2006/relationships/customXml" Target="../ink/ink264.xml"/><Relationship Id="rId372" Type="http://schemas.openxmlformats.org/officeDocument/2006/relationships/image" Target="../media/image365.png"/><Relationship Id="rId428" Type="http://schemas.openxmlformats.org/officeDocument/2006/relationships/image" Target="../media/image392.png"/><Relationship Id="rId232" Type="http://schemas.openxmlformats.org/officeDocument/2006/relationships/customXml" Target="../ink/ink298.xml"/><Relationship Id="rId274" Type="http://schemas.openxmlformats.org/officeDocument/2006/relationships/image" Target="../media/image317.png"/><Relationship Id="rId481" Type="http://schemas.openxmlformats.org/officeDocument/2006/relationships/customXml" Target="../ink/ink424.xml"/><Relationship Id="rId27" Type="http://schemas.openxmlformats.org/officeDocument/2006/relationships/image" Target="../media/image194.png"/><Relationship Id="rId69" Type="http://schemas.openxmlformats.org/officeDocument/2006/relationships/image" Target="../media/image215.png"/><Relationship Id="rId134" Type="http://schemas.openxmlformats.org/officeDocument/2006/relationships/image" Target="../media/image248.png"/><Relationship Id="rId80" Type="http://schemas.openxmlformats.org/officeDocument/2006/relationships/customXml" Target="../ink/ink221.xml"/><Relationship Id="rId176" Type="http://schemas.openxmlformats.org/officeDocument/2006/relationships/image" Target="../media/image269.png"/><Relationship Id="rId341" Type="http://schemas.openxmlformats.org/officeDocument/2006/relationships/customXml" Target="../ink/ink353.xml"/><Relationship Id="rId383" Type="http://schemas.openxmlformats.org/officeDocument/2006/relationships/customXml" Target="../ink/ink374.xml"/><Relationship Id="rId439" Type="http://schemas.openxmlformats.org/officeDocument/2006/relationships/image" Target="../media/image397.png"/><Relationship Id="rId201" Type="http://schemas.openxmlformats.org/officeDocument/2006/relationships/image" Target="../media/image281.png"/><Relationship Id="rId243" Type="http://schemas.openxmlformats.org/officeDocument/2006/relationships/customXml" Target="../ink/ink304.xml"/><Relationship Id="rId285" Type="http://schemas.openxmlformats.org/officeDocument/2006/relationships/customXml" Target="../ink/ink325.xml"/><Relationship Id="rId450" Type="http://schemas.openxmlformats.org/officeDocument/2006/relationships/customXml" Target="../ink/ink408.xml"/><Relationship Id="rId38" Type="http://schemas.openxmlformats.org/officeDocument/2006/relationships/customXml" Target="../ink/ink201.xml"/><Relationship Id="rId103" Type="http://schemas.openxmlformats.org/officeDocument/2006/relationships/image" Target="../media/image233.png"/><Relationship Id="rId310" Type="http://schemas.openxmlformats.org/officeDocument/2006/relationships/image" Target="../media/image335.png"/><Relationship Id="rId492" Type="http://schemas.openxmlformats.org/officeDocument/2006/relationships/image" Target="../media/image423.png"/><Relationship Id="rId91" Type="http://schemas.openxmlformats.org/officeDocument/2006/relationships/image" Target="../media/image227.png"/><Relationship Id="rId145" Type="http://schemas.openxmlformats.org/officeDocument/2006/relationships/customXml" Target="../ink/ink254.xml"/><Relationship Id="rId187" Type="http://schemas.openxmlformats.org/officeDocument/2006/relationships/customXml" Target="../ink/ink275.xml"/><Relationship Id="rId352" Type="http://schemas.openxmlformats.org/officeDocument/2006/relationships/image" Target="../media/image355.png"/><Relationship Id="rId394" Type="http://schemas.openxmlformats.org/officeDocument/2006/relationships/image" Target="../media/image376.png"/><Relationship Id="rId408" Type="http://schemas.openxmlformats.org/officeDocument/2006/relationships/image" Target="../media/image383.png"/><Relationship Id="rId212" Type="http://schemas.openxmlformats.org/officeDocument/2006/relationships/customXml" Target="../ink/ink288.xml"/><Relationship Id="rId254" Type="http://schemas.openxmlformats.org/officeDocument/2006/relationships/image" Target="../media/image307.png"/><Relationship Id="rId49" Type="http://schemas.openxmlformats.org/officeDocument/2006/relationships/image" Target="../media/image205.png"/><Relationship Id="rId114" Type="http://schemas.openxmlformats.org/officeDocument/2006/relationships/customXml" Target="../ink/ink238.xml"/><Relationship Id="rId296" Type="http://schemas.openxmlformats.org/officeDocument/2006/relationships/image" Target="../media/image328.png"/><Relationship Id="rId461" Type="http://schemas.openxmlformats.org/officeDocument/2006/relationships/image" Target="../media/image408.png"/><Relationship Id="rId60" Type="http://schemas.openxmlformats.org/officeDocument/2006/relationships/customXml" Target="../ink/ink212.xml"/><Relationship Id="rId156" Type="http://schemas.openxmlformats.org/officeDocument/2006/relationships/image" Target="../media/image259.png"/><Relationship Id="rId198" Type="http://schemas.openxmlformats.org/officeDocument/2006/relationships/image" Target="../media/image280.png"/><Relationship Id="rId321" Type="http://schemas.openxmlformats.org/officeDocument/2006/relationships/customXml" Target="../ink/ink343.xml"/><Relationship Id="rId363" Type="http://schemas.openxmlformats.org/officeDocument/2006/relationships/customXml" Target="../ink/ink364.xml"/><Relationship Id="rId419" Type="http://schemas.openxmlformats.org/officeDocument/2006/relationships/customXml" Target="../ink/ink392.xml"/><Relationship Id="rId223" Type="http://schemas.openxmlformats.org/officeDocument/2006/relationships/image" Target="../media/image292.png"/><Relationship Id="rId430" Type="http://schemas.openxmlformats.org/officeDocument/2006/relationships/image" Target="../media/image393.png"/><Relationship Id="rId18" Type="http://schemas.openxmlformats.org/officeDocument/2006/relationships/customXml" Target="../ink/ink191.xml"/><Relationship Id="rId265" Type="http://schemas.openxmlformats.org/officeDocument/2006/relationships/customXml" Target="../ink/ink315.xml"/><Relationship Id="rId472" Type="http://schemas.openxmlformats.org/officeDocument/2006/relationships/image" Target="../media/image413.png"/><Relationship Id="rId125" Type="http://schemas.openxmlformats.org/officeDocument/2006/relationships/image" Target="../media/image244.png"/><Relationship Id="rId167" Type="http://schemas.openxmlformats.org/officeDocument/2006/relationships/customXml" Target="../ink/ink265.xml"/><Relationship Id="rId332" Type="http://schemas.openxmlformats.org/officeDocument/2006/relationships/image" Target="../media/image345.png"/><Relationship Id="rId374" Type="http://schemas.openxmlformats.org/officeDocument/2006/relationships/image" Target="../media/image366.png"/><Relationship Id="rId71" Type="http://schemas.openxmlformats.org/officeDocument/2006/relationships/image" Target="../media/image216.png"/><Relationship Id="rId234" Type="http://schemas.openxmlformats.org/officeDocument/2006/relationships/customXml" Target="../ink/ink299.xml"/><Relationship Id="rId2" Type="http://schemas.openxmlformats.org/officeDocument/2006/relationships/customXml" Target="../ink/ink183.xml"/><Relationship Id="rId29" Type="http://schemas.openxmlformats.org/officeDocument/2006/relationships/image" Target="../media/image195.png"/><Relationship Id="rId276" Type="http://schemas.openxmlformats.org/officeDocument/2006/relationships/image" Target="../media/image318.png"/><Relationship Id="rId441" Type="http://schemas.openxmlformats.org/officeDocument/2006/relationships/image" Target="../media/image398.png"/><Relationship Id="rId483" Type="http://schemas.openxmlformats.org/officeDocument/2006/relationships/customXml" Target="../ink/ink425.xml"/><Relationship Id="rId40" Type="http://schemas.openxmlformats.org/officeDocument/2006/relationships/customXml" Target="../ink/ink202.xml"/><Relationship Id="rId136" Type="http://schemas.openxmlformats.org/officeDocument/2006/relationships/image" Target="../media/image249.png"/><Relationship Id="rId178" Type="http://schemas.openxmlformats.org/officeDocument/2006/relationships/image" Target="../media/image270.png"/><Relationship Id="rId301" Type="http://schemas.openxmlformats.org/officeDocument/2006/relationships/customXml" Target="../ink/ink333.xml"/><Relationship Id="rId343" Type="http://schemas.openxmlformats.org/officeDocument/2006/relationships/customXml" Target="../ink/ink354.xml"/><Relationship Id="rId82" Type="http://schemas.openxmlformats.org/officeDocument/2006/relationships/customXml" Target="../ink/ink222.xml"/><Relationship Id="rId203" Type="http://schemas.openxmlformats.org/officeDocument/2006/relationships/image" Target="../media/image282.png"/><Relationship Id="rId385" Type="http://schemas.openxmlformats.org/officeDocument/2006/relationships/customXml" Target="../ink/ink375.xml"/><Relationship Id="rId245" Type="http://schemas.openxmlformats.org/officeDocument/2006/relationships/customXml" Target="../ink/ink305.xml"/><Relationship Id="rId287" Type="http://schemas.openxmlformats.org/officeDocument/2006/relationships/customXml" Target="../ink/ink326.xml"/><Relationship Id="rId410" Type="http://schemas.openxmlformats.org/officeDocument/2006/relationships/image" Target="../media/image384.png"/><Relationship Id="rId452" Type="http://schemas.openxmlformats.org/officeDocument/2006/relationships/customXml" Target="../ink/ink409.xml"/><Relationship Id="rId494" Type="http://schemas.openxmlformats.org/officeDocument/2006/relationships/image" Target="../media/image424.png"/><Relationship Id="rId105" Type="http://schemas.openxmlformats.org/officeDocument/2006/relationships/image" Target="../media/image234.png"/><Relationship Id="rId147" Type="http://schemas.openxmlformats.org/officeDocument/2006/relationships/customXml" Target="../ink/ink255.xml"/><Relationship Id="rId312" Type="http://schemas.openxmlformats.org/officeDocument/2006/relationships/image" Target="../media/image336.png"/><Relationship Id="rId354" Type="http://schemas.openxmlformats.org/officeDocument/2006/relationships/image" Target="../media/image356.png"/><Relationship Id="rId51" Type="http://schemas.openxmlformats.org/officeDocument/2006/relationships/image" Target="../media/image206.png"/><Relationship Id="rId93" Type="http://schemas.openxmlformats.org/officeDocument/2006/relationships/image" Target="../media/image228.png"/><Relationship Id="rId189" Type="http://schemas.openxmlformats.org/officeDocument/2006/relationships/customXml" Target="../ink/ink276.xml"/><Relationship Id="rId396" Type="http://schemas.openxmlformats.org/officeDocument/2006/relationships/image" Target="../media/image377.png"/><Relationship Id="rId214" Type="http://schemas.openxmlformats.org/officeDocument/2006/relationships/customXml" Target="../ink/ink289.xml"/><Relationship Id="rId256" Type="http://schemas.openxmlformats.org/officeDocument/2006/relationships/image" Target="../media/image308.png"/><Relationship Id="rId298" Type="http://schemas.openxmlformats.org/officeDocument/2006/relationships/image" Target="../media/image329.png"/><Relationship Id="rId421" Type="http://schemas.openxmlformats.org/officeDocument/2006/relationships/customXml" Target="../ink/ink393.xml"/><Relationship Id="rId463" Type="http://schemas.openxmlformats.org/officeDocument/2006/relationships/image" Target="../media/image409.png"/><Relationship Id="rId116" Type="http://schemas.openxmlformats.org/officeDocument/2006/relationships/customXml" Target="../ink/ink239.xml"/><Relationship Id="rId158" Type="http://schemas.openxmlformats.org/officeDocument/2006/relationships/image" Target="../media/image260.png"/><Relationship Id="rId323" Type="http://schemas.openxmlformats.org/officeDocument/2006/relationships/customXml" Target="../ink/ink344.xml"/><Relationship Id="rId20" Type="http://schemas.openxmlformats.org/officeDocument/2006/relationships/customXml" Target="../ink/ink192.xml"/><Relationship Id="rId62" Type="http://schemas.openxmlformats.org/officeDocument/2006/relationships/customXml" Target="../ink/ink213.xml"/><Relationship Id="rId365" Type="http://schemas.openxmlformats.org/officeDocument/2006/relationships/customXml" Target="../ink/ink365.xml"/><Relationship Id="rId190" Type="http://schemas.openxmlformats.org/officeDocument/2006/relationships/image" Target="../media/image276.png"/><Relationship Id="rId204" Type="http://schemas.openxmlformats.org/officeDocument/2006/relationships/customXml" Target="../ink/ink284.xml"/><Relationship Id="rId225" Type="http://schemas.openxmlformats.org/officeDocument/2006/relationships/image" Target="../media/image293.png"/><Relationship Id="rId246" Type="http://schemas.openxmlformats.org/officeDocument/2006/relationships/image" Target="../media/image303.png"/><Relationship Id="rId267" Type="http://schemas.openxmlformats.org/officeDocument/2006/relationships/customXml" Target="../ink/ink316.xml"/><Relationship Id="rId288" Type="http://schemas.openxmlformats.org/officeDocument/2006/relationships/image" Target="../media/image324.png"/><Relationship Id="rId411" Type="http://schemas.openxmlformats.org/officeDocument/2006/relationships/customXml" Target="../ink/ink388.xml"/><Relationship Id="rId432" Type="http://schemas.openxmlformats.org/officeDocument/2006/relationships/image" Target="../media/image394.png"/><Relationship Id="rId453" Type="http://schemas.openxmlformats.org/officeDocument/2006/relationships/image" Target="../media/image404.png"/><Relationship Id="rId474" Type="http://schemas.openxmlformats.org/officeDocument/2006/relationships/image" Target="../media/image414.png"/><Relationship Id="rId106" Type="http://schemas.openxmlformats.org/officeDocument/2006/relationships/customXml" Target="../ink/ink234.xml"/><Relationship Id="rId127" Type="http://schemas.openxmlformats.org/officeDocument/2006/relationships/image" Target="../media/image245.png"/><Relationship Id="rId313" Type="http://schemas.openxmlformats.org/officeDocument/2006/relationships/customXml" Target="../ink/ink339.xml"/><Relationship Id="rId495" Type="http://schemas.openxmlformats.org/officeDocument/2006/relationships/customXml" Target="../ink/ink431.xml"/><Relationship Id="rId10" Type="http://schemas.openxmlformats.org/officeDocument/2006/relationships/customXml" Target="../ink/ink187.xml"/><Relationship Id="rId31" Type="http://schemas.openxmlformats.org/officeDocument/2006/relationships/image" Target="../media/image196.png"/><Relationship Id="rId52" Type="http://schemas.openxmlformats.org/officeDocument/2006/relationships/customXml" Target="../ink/ink208.xml"/><Relationship Id="rId73" Type="http://schemas.openxmlformats.org/officeDocument/2006/relationships/image" Target="../media/image217.png"/><Relationship Id="rId94" Type="http://schemas.openxmlformats.org/officeDocument/2006/relationships/customXml" Target="../ink/ink228.xml"/><Relationship Id="rId148" Type="http://schemas.openxmlformats.org/officeDocument/2006/relationships/image" Target="../media/image255.png"/><Relationship Id="rId169" Type="http://schemas.openxmlformats.org/officeDocument/2006/relationships/customXml" Target="../ink/ink266.xml"/><Relationship Id="rId334" Type="http://schemas.openxmlformats.org/officeDocument/2006/relationships/image" Target="../media/image346.png"/><Relationship Id="rId355" Type="http://schemas.openxmlformats.org/officeDocument/2006/relationships/customXml" Target="../ink/ink360.xml"/><Relationship Id="rId376" Type="http://schemas.openxmlformats.org/officeDocument/2006/relationships/image" Target="../media/image367.png"/><Relationship Id="rId397" Type="http://schemas.openxmlformats.org/officeDocument/2006/relationships/customXml" Target="../ink/ink381.xml"/><Relationship Id="rId4" Type="http://schemas.openxmlformats.org/officeDocument/2006/relationships/customXml" Target="../ink/ink184.xml"/><Relationship Id="rId180" Type="http://schemas.openxmlformats.org/officeDocument/2006/relationships/image" Target="../media/image271.png"/><Relationship Id="rId215" Type="http://schemas.openxmlformats.org/officeDocument/2006/relationships/image" Target="../media/image288.png"/><Relationship Id="rId236" Type="http://schemas.openxmlformats.org/officeDocument/2006/relationships/customXml" Target="../ink/ink300.xml"/><Relationship Id="rId257" Type="http://schemas.openxmlformats.org/officeDocument/2006/relationships/customXml" Target="../ink/ink311.xml"/><Relationship Id="rId278" Type="http://schemas.openxmlformats.org/officeDocument/2006/relationships/image" Target="../media/image319.png"/><Relationship Id="rId401" Type="http://schemas.openxmlformats.org/officeDocument/2006/relationships/customXml" Target="../ink/ink383.xml"/><Relationship Id="rId422" Type="http://schemas.openxmlformats.org/officeDocument/2006/relationships/image" Target="../media/image389.png"/><Relationship Id="rId443" Type="http://schemas.openxmlformats.org/officeDocument/2006/relationships/image" Target="../media/image399.png"/><Relationship Id="rId464" Type="http://schemas.openxmlformats.org/officeDocument/2006/relationships/customXml" Target="../ink/ink415.xml"/><Relationship Id="rId303" Type="http://schemas.openxmlformats.org/officeDocument/2006/relationships/customXml" Target="../ink/ink334.xml"/><Relationship Id="rId485" Type="http://schemas.openxmlformats.org/officeDocument/2006/relationships/customXml" Target="../ink/ink426.xml"/><Relationship Id="rId42" Type="http://schemas.openxmlformats.org/officeDocument/2006/relationships/customXml" Target="../ink/ink203.xml"/><Relationship Id="rId84" Type="http://schemas.openxmlformats.org/officeDocument/2006/relationships/customXml" Target="../ink/ink223.xml"/><Relationship Id="rId138" Type="http://schemas.openxmlformats.org/officeDocument/2006/relationships/image" Target="../media/image250.png"/><Relationship Id="rId345" Type="http://schemas.openxmlformats.org/officeDocument/2006/relationships/customXml" Target="../ink/ink355.xml"/><Relationship Id="rId387" Type="http://schemas.openxmlformats.org/officeDocument/2006/relationships/customXml" Target="../ink/ink376.xml"/><Relationship Id="rId191" Type="http://schemas.openxmlformats.org/officeDocument/2006/relationships/customXml" Target="../ink/ink277.xml"/><Relationship Id="rId205" Type="http://schemas.openxmlformats.org/officeDocument/2006/relationships/image" Target="../media/image283.png"/><Relationship Id="rId247" Type="http://schemas.openxmlformats.org/officeDocument/2006/relationships/customXml" Target="../ink/ink306.xml"/><Relationship Id="rId412" Type="http://schemas.openxmlformats.org/officeDocument/2006/relationships/image" Target="../media/image385.png"/><Relationship Id="rId107" Type="http://schemas.openxmlformats.org/officeDocument/2006/relationships/image" Target="../media/image235.png"/><Relationship Id="rId289" Type="http://schemas.openxmlformats.org/officeDocument/2006/relationships/customXml" Target="../ink/ink327.xml"/><Relationship Id="rId454" Type="http://schemas.openxmlformats.org/officeDocument/2006/relationships/customXml" Target="../ink/ink410.xml"/><Relationship Id="rId496" Type="http://schemas.openxmlformats.org/officeDocument/2006/relationships/image" Target="../media/image425.png"/><Relationship Id="rId11" Type="http://schemas.openxmlformats.org/officeDocument/2006/relationships/image" Target="../media/image186.png"/><Relationship Id="rId53" Type="http://schemas.openxmlformats.org/officeDocument/2006/relationships/image" Target="../media/image207.png"/><Relationship Id="rId149" Type="http://schemas.openxmlformats.org/officeDocument/2006/relationships/customXml" Target="../ink/ink256.xml"/><Relationship Id="rId314" Type="http://schemas.openxmlformats.org/officeDocument/2006/relationships/image" Target="../media/image337.png"/><Relationship Id="rId356" Type="http://schemas.openxmlformats.org/officeDocument/2006/relationships/image" Target="../media/image357.png"/><Relationship Id="rId398" Type="http://schemas.openxmlformats.org/officeDocument/2006/relationships/image" Target="../media/image378.png"/><Relationship Id="rId95" Type="http://schemas.openxmlformats.org/officeDocument/2006/relationships/image" Target="../media/image229.png"/><Relationship Id="rId160" Type="http://schemas.openxmlformats.org/officeDocument/2006/relationships/image" Target="../media/image261.png"/><Relationship Id="rId216" Type="http://schemas.openxmlformats.org/officeDocument/2006/relationships/customXml" Target="../ink/ink290.xml"/><Relationship Id="rId423" Type="http://schemas.openxmlformats.org/officeDocument/2006/relationships/customXml" Target="../ink/ink394.xml"/><Relationship Id="rId258" Type="http://schemas.openxmlformats.org/officeDocument/2006/relationships/image" Target="../media/image309.png"/><Relationship Id="rId465" Type="http://schemas.openxmlformats.org/officeDocument/2006/relationships/image" Target="../media/image410.png"/><Relationship Id="rId22" Type="http://schemas.openxmlformats.org/officeDocument/2006/relationships/customXml" Target="../ink/ink193.xml"/><Relationship Id="rId64" Type="http://schemas.openxmlformats.org/officeDocument/2006/relationships/customXml" Target="../ink/ink214.xml"/><Relationship Id="rId118" Type="http://schemas.openxmlformats.org/officeDocument/2006/relationships/customXml" Target="../ink/ink240.xml"/><Relationship Id="rId325" Type="http://schemas.openxmlformats.org/officeDocument/2006/relationships/customXml" Target="../ink/ink345.xml"/><Relationship Id="rId367" Type="http://schemas.openxmlformats.org/officeDocument/2006/relationships/customXml" Target="../ink/ink366.xml"/><Relationship Id="rId171" Type="http://schemas.openxmlformats.org/officeDocument/2006/relationships/customXml" Target="../ink/ink267.xml"/><Relationship Id="rId227" Type="http://schemas.openxmlformats.org/officeDocument/2006/relationships/image" Target="../media/image294.png"/><Relationship Id="rId269" Type="http://schemas.openxmlformats.org/officeDocument/2006/relationships/customXml" Target="../ink/ink317.xml"/><Relationship Id="rId434" Type="http://schemas.openxmlformats.org/officeDocument/2006/relationships/customXml" Target="../ink/ink400.xml"/><Relationship Id="rId476" Type="http://schemas.openxmlformats.org/officeDocument/2006/relationships/image" Target="../media/image415.png"/><Relationship Id="rId33" Type="http://schemas.openxmlformats.org/officeDocument/2006/relationships/image" Target="../media/image197.png"/><Relationship Id="rId129" Type="http://schemas.openxmlformats.org/officeDocument/2006/relationships/image" Target="../media/image246.png"/><Relationship Id="rId280" Type="http://schemas.openxmlformats.org/officeDocument/2006/relationships/image" Target="../media/image320.png"/><Relationship Id="rId336" Type="http://schemas.openxmlformats.org/officeDocument/2006/relationships/image" Target="../media/image347.png"/><Relationship Id="rId75" Type="http://schemas.openxmlformats.org/officeDocument/2006/relationships/image" Target="../media/image218.png"/><Relationship Id="rId140" Type="http://schemas.openxmlformats.org/officeDocument/2006/relationships/image" Target="../media/image251.png"/><Relationship Id="rId182" Type="http://schemas.openxmlformats.org/officeDocument/2006/relationships/image" Target="../media/image272.png"/><Relationship Id="rId378" Type="http://schemas.openxmlformats.org/officeDocument/2006/relationships/image" Target="../media/image368.png"/><Relationship Id="rId403" Type="http://schemas.openxmlformats.org/officeDocument/2006/relationships/customXml" Target="../ink/ink384.xml"/><Relationship Id="rId6" Type="http://schemas.openxmlformats.org/officeDocument/2006/relationships/customXml" Target="../ink/ink185.xml"/><Relationship Id="rId238" Type="http://schemas.openxmlformats.org/officeDocument/2006/relationships/customXml" Target="../ink/ink301.xml"/><Relationship Id="rId445" Type="http://schemas.openxmlformats.org/officeDocument/2006/relationships/image" Target="../media/image400.png"/><Relationship Id="rId487" Type="http://schemas.openxmlformats.org/officeDocument/2006/relationships/customXml" Target="../ink/ink427.xml"/><Relationship Id="rId291" Type="http://schemas.openxmlformats.org/officeDocument/2006/relationships/customXml" Target="../ink/ink328.xml"/><Relationship Id="rId305" Type="http://schemas.openxmlformats.org/officeDocument/2006/relationships/customXml" Target="../ink/ink335.xml"/><Relationship Id="rId347" Type="http://schemas.openxmlformats.org/officeDocument/2006/relationships/customXml" Target="../ink/ink356.xml"/><Relationship Id="rId44" Type="http://schemas.openxmlformats.org/officeDocument/2006/relationships/customXml" Target="../ink/ink204.xml"/><Relationship Id="rId86" Type="http://schemas.openxmlformats.org/officeDocument/2006/relationships/customXml" Target="../ink/ink224.xml"/><Relationship Id="rId151" Type="http://schemas.openxmlformats.org/officeDocument/2006/relationships/customXml" Target="../ink/ink257.xml"/><Relationship Id="rId389" Type="http://schemas.openxmlformats.org/officeDocument/2006/relationships/customXml" Target="../ink/ink377.xml"/><Relationship Id="rId193" Type="http://schemas.openxmlformats.org/officeDocument/2006/relationships/customXml" Target="../ink/ink278.xml"/><Relationship Id="rId207" Type="http://schemas.openxmlformats.org/officeDocument/2006/relationships/image" Target="../media/image284.png"/><Relationship Id="rId249" Type="http://schemas.openxmlformats.org/officeDocument/2006/relationships/customXml" Target="../ink/ink307.xml"/><Relationship Id="rId414" Type="http://schemas.openxmlformats.org/officeDocument/2006/relationships/image" Target="../media/image386.png"/><Relationship Id="rId456" Type="http://schemas.openxmlformats.org/officeDocument/2006/relationships/customXml" Target="../ink/ink411.xml"/><Relationship Id="rId13" Type="http://schemas.openxmlformats.org/officeDocument/2006/relationships/image" Target="../media/image187.png"/><Relationship Id="rId109" Type="http://schemas.openxmlformats.org/officeDocument/2006/relationships/image" Target="../media/image236.png"/><Relationship Id="rId260" Type="http://schemas.openxmlformats.org/officeDocument/2006/relationships/image" Target="../media/image310.png"/><Relationship Id="rId316" Type="http://schemas.openxmlformats.org/officeDocument/2006/relationships/image" Target="../media/image123.png"/><Relationship Id="rId55" Type="http://schemas.openxmlformats.org/officeDocument/2006/relationships/image" Target="../media/image208.png"/><Relationship Id="rId97" Type="http://schemas.openxmlformats.org/officeDocument/2006/relationships/image" Target="../media/image230.png"/><Relationship Id="rId120" Type="http://schemas.openxmlformats.org/officeDocument/2006/relationships/customXml" Target="../ink/ink241.xml"/><Relationship Id="rId358" Type="http://schemas.openxmlformats.org/officeDocument/2006/relationships/image" Target="../media/image358.png"/><Relationship Id="rId162" Type="http://schemas.openxmlformats.org/officeDocument/2006/relationships/image" Target="../media/image262.png"/><Relationship Id="rId218" Type="http://schemas.openxmlformats.org/officeDocument/2006/relationships/customXml" Target="../ink/ink291.xml"/><Relationship Id="rId425" Type="http://schemas.openxmlformats.org/officeDocument/2006/relationships/customXml" Target="../ink/ink395.xml"/><Relationship Id="rId467" Type="http://schemas.openxmlformats.org/officeDocument/2006/relationships/customXml" Target="../ink/ink417.xml"/><Relationship Id="rId271" Type="http://schemas.openxmlformats.org/officeDocument/2006/relationships/customXml" Target="../ink/ink318.xml"/><Relationship Id="rId24" Type="http://schemas.openxmlformats.org/officeDocument/2006/relationships/customXml" Target="../ink/ink194.xml"/><Relationship Id="rId66" Type="http://schemas.openxmlformats.org/officeDocument/2006/relationships/customXml" Target="../ink/ink215.xml"/><Relationship Id="rId131" Type="http://schemas.openxmlformats.org/officeDocument/2006/relationships/image" Target="../media/image247.png"/><Relationship Id="rId327" Type="http://schemas.openxmlformats.org/officeDocument/2006/relationships/customXml" Target="../ink/ink346.xml"/><Relationship Id="rId369" Type="http://schemas.openxmlformats.org/officeDocument/2006/relationships/customXml" Target="../ink/ink367.xml"/><Relationship Id="rId173" Type="http://schemas.openxmlformats.org/officeDocument/2006/relationships/customXml" Target="../ink/ink268.xml"/><Relationship Id="rId229" Type="http://schemas.openxmlformats.org/officeDocument/2006/relationships/image" Target="../media/image295.png"/><Relationship Id="rId380" Type="http://schemas.openxmlformats.org/officeDocument/2006/relationships/image" Target="../media/image369.png"/><Relationship Id="rId436" Type="http://schemas.openxmlformats.org/officeDocument/2006/relationships/customXml" Target="../ink/ink401.xml"/><Relationship Id="rId240" Type="http://schemas.openxmlformats.org/officeDocument/2006/relationships/customXml" Target="../ink/ink302.xml"/><Relationship Id="rId478" Type="http://schemas.openxmlformats.org/officeDocument/2006/relationships/image" Target="../media/image416.png"/><Relationship Id="rId35" Type="http://schemas.openxmlformats.org/officeDocument/2006/relationships/image" Target="../media/image198.png"/><Relationship Id="rId77" Type="http://schemas.openxmlformats.org/officeDocument/2006/relationships/image" Target="../media/image219.png"/><Relationship Id="rId100" Type="http://schemas.openxmlformats.org/officeDocument/2006/relationships/customXml" Target="../ink/ink231.xml"/><Relationship Id="rId282" Type="http://schemas.openxmlformats.org/officeDocument/2006/relationships/image" Target="../media/image321.png"/><Relationship Id="rId338" Type="http://schemas.openxmlformats.org/officeDocument/2006/relationships/image" Target="../media/image348.png"/><Relationship Id="rId8" Type="http://schemas.openxmlformats.org/officeDocument/2006/relationships/customXml" Target="../ink/ink186.xml"/><Relationship Id="rId142" Type="http://schemas.openxmlformats.org/officeDocument/2006/relationships/image" Target="../media/image252.png"/><Relationship Id="rId184" Type="http://schemas.openxmlformats.org/officeDocument/2006/relationships/image" Target="../media/image273.png"/><Relationship Id="rId391" Type="http://schemas.openxmlformats.org/officeDocument/2006/relationships/customXml" Target="../ink/ink378.xml"/><Relationship Id="rId405" Type="http://schemas.openxmlformats.org/officeDocument/2006/relationships/customXml" Target="../ink/ink385.xml"/><Relationship Id="rId447" Type="http://schemas.openxmlformats.org/officeDocument/2006/relationships/image" Target="../media/image401.png"/><Relationship Id="rId251" Type="http://schemas.openxmlformats.org/officeDocument/2006/relationships/customXml" Target="../ink/ink308.xml"/><Relationship Id="rId489" Type="http://schemas.openxmlformats.org/officeDocument/2006/relationships/customXml" Target="../ink/ink428.xml"/><Relationship Id="rId46" Type="http://schemas.openxmlformats.org/officeDocument/2006/relationships/customXml" Target="../ink/ink205.xml"/><Relationship Id="rId293" Type="http://schemas.openxmlformats.org/officeDocument/2006/relationships/customXml" Target="../ink/ink329.xml"/><Relationship Id="rId307" Type="http://schemas.openxmlformats.org/officeDocument/2006/relationships/customXml" Target="../ink/ink336.xml"/><Relationship Id="rId349" Type="http://schemas.openxmlformats.org/officeDocument/2006/relationships/customXml" Target="../ink/ink357.xml"/><Relationship Id="rId88" Type="http://schemas.openxmlformats.org/officeDocument/2006/relationships/customXml" Target="../ink/ink225.xml"/><Relationship Id="rId111" Type="http://schemas.openxmlformats.org/officeDocument/2006/relationships/image" Target="../media/image237.png"/><Relationship Id="rId153" Type="http://schemas.openxmlformats.org/officeDocument/2006/relationships/customXml" Target="../ink/ink258.xml"/><Relationship Id="rId195" Type="http://schemas.openxmlformats.org/officeDocument/2006/relationships/customXml" Target="../ink/ink279.xml"/><Relationship Id="rId209" Type="http://schemas.openxmlformats.org/officeDocument/2006/relationships/image" Target="../media/image285.png"/><Relationship Id="rId360" Type="http://schemas.openxmlformats.org/officeDocument/2006/relationships/image" Target="../media/image359.png"/><Relationship Id="rId416" Type="http://schemas.openxmlformats.org/officeDocument/2006/relationships/image" Target="../media/image387.png"/><Relationship Id="rId220" Type="http://schemas.openxmlformats.org/officeDocument/2006/relationships/customXml" Target="../ink/ink292.xml"/><Relationship Id="rId458" Type="http://schemas.openxmlformats.org/officeDocument/2006/relationships/customXml" Target="../ink/ink412.xml"/><Relationship Id="rId15" Type="http://schemas.openxmlformats.org/officeDocument/2006/relationships/image" Target="../media/image188.png"/><Relationship Id="rId57" Type="http://schemas.openxmlformats.org/officeDocument/2006/relationships/image" Target="../media/image209.png"/><Relationship Id="rId262" Type="http://schemas.openxmlformats.org/officeDocument/2006/relationships/image" Target="../media/image311.png"/><Relationship Id="rId318" Type="http://schemas.openxmlformats.org/officeDocument/2006/relationships/image" Target="../media/image338.png"/><Relationship Id="rId99" Type="http://schemas.openxmlformats.org/officeDocument/2006/relationships/image" Target="../media/image231.png"/><Relationship Id="rId122" Type="http://schemas.openxmlformats.org/officeDocument/2006/relationships/customXml" Target="../ink/ink242.xml"/><Relationship Id="rId164" Type="http://schemas.openxmlformats.org/officeDocument/2006/relationships/image" Target="../media/image263.png"/><Relationship Id="rId371" Type="http://schemas.openxmlformats.org/officeDocument/2006/relationships/customXml" Target="../ink/ink368.xml"/><Relationship Id="rId427" Type="http://schemas.openxmlformats.org/officeDocument/2006/relationships/customXml" Target="../ink/ink396.xml"/><Relationship Id="rId469" Type="http://schemas.openxmlformats.org/officeDocument/2006/relationships/customXml" Target="../ink/ink418.xml"/><Relationship Id="rId26" Type="http://schemas.openxmlformats.org/officeDocument/2006/relationships/customXml" Target="../ink/ink195.xml"/><Relationship Id="rId231" Type="http://schemas.openxmlformats.org/officeDocument/2006/relationships/image" Target="../media/image296.png"/><Relationship Id="rId273" Type="http://schemas.openxmlformats.org/officeDocument/2006/relationships/customXml" Target="../ink/ink319.xml"/><Relationship Id="rId329" Type="http://schemas.openxmlformats.org/officeDocument/2006/relationships/customXml" Target="../ink/ink347.xml"/><Relationship Id="rId480" Type="http://schemas.openxmlformats.org/officeDocument/2006/relationships/image" Target="../media/image417.png"/><Relationship Id="rId68" Type="http://schemas.openxmlformats.org/officeDocument/2006/relationships/customXml" Target="../ink/ink216.xml"/><Relationship Id="rId133" Type="http://schemas.openxmlformats.org/officeDocument/2006/relationships/customXml" Target="../ink/ink248.xml"/><Relationship Id="rId175" Type="http://schemas.openxmlformats.org/officeDocument/2006/relationships/customXml" Target="../ink/ink269.xml"/><Relationship Id="rId340" Type="http://schemas.openxmlformats.org/officeDocument/2006/relationships/image" Target="../media/image349.png"/><Relationship Id="rId200" Type="http://schemas.openxmlformats.org/officeDocument/2006/relationships/customXml" Target="../ink/ink282.xml"/><Relationship Id="rId382" Type="http://schemas.openxmlformats.org/officeDocument/2006/relationships/image" Target="../media/image370.png"/><Relationship Id="rId438" Type="http://schemas.openxmlformats.org/officeDocument/2006/relationships/customXml" Target="../ink/ink402.xml"/><Relationship Id="rId242" Type="http://schemas.openxmlformats.org/officeDocument/2006/relationships/image" Target="../media/image301.png"/><Relationship Id="rId284" Type="http://schemas.openxmlformats.org/officeDocument/2006/relationships/image" Target="../media/image322.png"/><Relationship Id="rId491" Type="http://schemas.openxmlformats.org/officeDocument/2006/relationships/customXml" Target="../ink/ink429.xml"/><Relationship Id="rId37" Type="http://schemas.openxmlformats.org/officeDocument/2006/relationships/image" Target="../media/image199.png"/><Relationship Id="rId79" Type="http://schemas.openxmlformats.org/officeDocument/2006/relationships/image" Target="../media/image221.png"/><Relationship Id="rId102" Type="http://schemas.openxmlformats.org/officeDocument/2006/relationships/customXml" Target="../ink/ink232.xml"/><Relationship Id="rId144" Type="http://schemas.openxmlformats.org/officeDocument/2006/relationships/image" Target="../media/image253.png"/><Relationship Id="rId90" Type="http://schemas.openxmlformats.org/officeDocument/2006/relationships/customXml" Target="../ink/ink226.xml"/><Relationship Id="rId186" Type="http://schemas.openxmlformats.org/officeDocument/2006/relationships/image" Target="../media/image274.png"/><Relationship Id="rId351" Type="http://schemas.openxmlformats.org/officeDocument/2006/relationships/customXml" Target="../ink/ink358.xml"/><Relationship Id="rId393" Type="http://schemas.openxmlformats.org/officeDocument/2006/relationships/customXml" Target="../ink/ink379.xml"/><Relationship Id="rId407" Type="http://schemas.openxmlformats.org/officeDocument/2006/relationships/customXml" Target="../ink/ink386.xml"/><Relationship Id="rId449" Type="http://schemas.openxmlformats.org/officeDocument/2006/relationships/image" Target="../media/image402.png"/><Relationship Id="rId211" Type="http://schemas.openxmlformats.org/officeDocument/2006/relationships/image" Target="../media/image286.png"/><Relationship Id="rId253" Type="http://schemas.openxmlformats.org/officeDocument/2006/relationships/customXml" Target="../ink/ink309.xml"/><Relationship Id="rId295" Type="http://schemas.openxmlformats.org/officeDocument/2006/relationships/customXml" Target="../ink/ink330.xml"/><Relationship Id="rId309" Type="http://schemas.openxmlformats.org/officeDocument/2006/relationships/customXml" Target="../ink/ink337.xml"/><Relationship Id="rId460" Type="http://schemas.openxmlformats.org/officeDocument/2006/relationships/customXml" Target="../ink/ink413.xml"/><Relationship Id="rId48" Type="http://schemas.openxmlformats.org/officeDocument/2006/relationships/customXml" Target="../ink/ink206.xml"/><Relationship Id="rId113" Type="http://schemas.openxmlformats.org/officeDocument/2006/relationships/image" Target="../media/image238.png"/><Relationship Id="rId320" Type="http://schemas.openxmlformats.org/officeDocument/2006/relationships/image" Target="../media/image339.png"/><Relationship Id="rId155" Type="http://schemas.openxmlformats.org/officeDocument/2006/relationships/customXml" Target="../ink/ink259.xml"/><Relationship Id="rId197" Type="http://schemas.openxmlformats.org/officeDocument/2006/relationships/customXml" Target="../ink/ink280.xml"/><Relationship Id="rId362" Type="http://schemas.openxmlformats.org/officeDocument/2006/relationships/image" Target="../media/image360.png"/><Relationship Id="rId418" Type="http://schemas.openxmlformats.org/officeDocument/2006/relationships/image" Target="../media/image388.png"/><Relationship Id="rId222" Type="http://schemas.openxmlformats.org/officeDocument/2006/relationships/customXml" Target="../ink/ink293.xml"/><Relationship Id="rId264" Type="http://schemas.openxmlformats.org/officeDocument/2006/relationships/image" Target="../media/image312.png"/><Relationship Id="rId471" Type="http://schemas.openxmlformats.org/officeDocument/2006/relationships/customXml" Target="../ink/ink419.xml"/><Relationship Id="rId17" Type="http://schemas.openxmlformats.org/officeDocument/2006/relationships/image" Target="../media/image189.png"/><Relationship Id="rId59" Type="http://schemas.openxmlformats.org/officeDocument/2006/relationships/image" Target="../media/image210.png"/><Relationship Id="rId124" Type="http://schemas.openxmlformats.org/officeDocument/2006/relationships/customXml" Target="../ink/ink243.xml"/><Relationship Id="rId70" Type="http://schemas.openxmlformats.org/officeDocument/2006/relationships/customXml" Target="../ink/ink217.xml"/><Relationship Id="rId166" Type="http://schemas.openxmlformats.org/officeDocument/2006/relationships/image" Target="../media/image264.png"/><Relationship Id="rId331" Type="http://schemas.openxmlformats.org/officeDocument/2006/relationships/customXml" Target="../ink/ink348.xml"/><Relationship Id="rId373" Type="http://schemas.openxmlformats.org/officeDocument/2006/relationships/customXml" Target="../ink/ink369.xml"/><Relationship Id="rId429" Type="http://schemas.openxmlformats.org/officeDocument/2006/relationships/customXml" Target="../ink/ink397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97.png"/><Relationship Id="rId440" Type="http://schemas.openxmlformats.org/officeDocument/2006/relationships/customXml" Target="../ink/ink403.xml"/><Relationship Id="rId28" Type="http://schemas.openxmlformats.org/officeDocument/2006/relationships/customXml" Target="../ink/ink196.xml"/><Relationship Id="rId275" Type="http://schemas.openxmlformats.org/officeDocument/2006/relationships/customXml" Target="../ink/ink320.xml"/><Relationship Id="rId300" Type="http://schemas.openxmlformats.org/officeDocument/2006/relationships/image" Target="../media/image330.png"/><Relationship Id="rId482" Type="http://schemas.openxmlformats.org/officeDocument/2006/relationships/image" Target="../media/image418.png"/><Relationship Id="rId81" Type="http://schemas.openxmlformats.org/officeDocument/2006/relationships/image" Target="../media/image222.png"/><Relationship Id="rId135" Type="http://schemas.openxmlformats.org/officeDocument/2006/relationships/customXml" Target="../ink/ink249.xml"/><Relationship Id="rId177" Type="http://schemas.openxmlformats.org/officeDocument/2006/relationships/customXml" Target="../ink/ink270.xml"/><Relationship Id="rId342" Type="http://schemas.openxmlformats.org/officeDocument/2006/relationships/image" Target="../media/image350.png"/><Relationship Id="rId384" Type="http://schemas.openxmlformats.org/officeDocument/2006/relationships/image" Target="../media/image371.png"/><Relationship Id="rId202" Type="http://schemas.openxmlformats.org/officeDocument/2006/relationships/customXml" Target="../ink/ink283.xml"/><Relationship Id="rId244" Type="http://schemas.openxmlformats.org/officeDocument/2006/relationships/image" Target="../media/image302.png"/><Relationship Id="rId39" Type="http://schemas.openxmlformats.org/officeDocument/2006/relationships/image" Target="../media/image200.png"/><Relationship Id="rId286" Type="http://schemas.openxmlformats.org/officeDocument/2006/relationships/image" Target="../media/image323.png"/><Relationship Id="rId451" Type="http://schemas.openxmlformats.org/officeDocument/2006/relationships/image" Target="../media/image403.png"/><Relationship Id="rId493" Type="http://schemas.openxmlformats.org/officeDocument/2006/relationships/customXml" Target="../ink/ink430.xml"/><Relationship Id="rId50" Type="http://schemas.openxmlformats.org/officeDocument/2006/relationships/customXml" Target="../ink/ink207.xml"/><Relationship Id="rId104" Type="http://schemas.openxmlformats.org/officeDocument/2006/relationships/customXml" Target="../ink/ink233.xml"/><Relationship Id="rId146" Type="http://schemas.openxmlformats.org/officeDocument/2006/relationships/image" Target="../media/image254.png"/><Relationship Id="rId188" Type="http://schemas.openxmlformats.org/officeDocument/2006/relationships/image" Target="../media/image275.png"/><Relationship Id="rId311" Type="http://schemas.openxmlformats.org/officeDocument/2006/relationships/customXml" Target="../ink/ink338.xml"/><Relationship Id="rId353" Type="http://schemas.openxmlformats.org/officeDocument/2006/relationships/customXml" Target="../ink/ink359.xml"/><Relationship Id="rId395" Type="http://schemas.openxmlformats.org/officeDocument/2006/relationships/customXml" Target="../ink/ink380.xml"/><Relationship Id="rId409" Type="http://schemas.openxmlformats.org/officeDocument/2006/relationships/customXml" Target="../ink/ink387.xml"/><Relationship Id="rId92" Type="http://schemas.openxmlformats.org/officeDocument/2006/relationships/customXml" Target="../ink/ink227.xml"/><Relationship Id="rId213" Type="http://schemas.openxmlformats.org/officeDocument/2006/relationships/image" Target="../media/image287.png"/><Relationship Id="rId420" Type="http://schemas.openxmlformats.org/officeDocument/2006/relationships/image" Target="../media/image22.png"/><Relationship Id="rId255" Type="http://schemas.openxmlformats.org/officeDocument/2006/relationships/customXml" Target="../ink/ink310.xml"/><Relationship Id="rId297" Type="http://schemas.openxmlformats.org/officeDocument/2006/relationships/customXml" Target="../ink/ink331.xml"/><Relationship Id="rId462" Type="http://schemas.openxmlformats.org/officeDocument/2006/relationships/customXml" Target="../ink/ink414.xml"/><Relationship Id="rId115" Type="http://schemas.openxmlformats.org/officeDocument/2006/relationships/image" Target="../media/image239.png"/><Relationship Id="rId157" Type="http://schemas.openxmlformats.org/officeDocument/2006/relationships/customXml" Target="../ink/ink260.xml"/><Relationship Id="rId322" Type="http://schemas.openxmlformats.org/officeDocument/2006/relationships/image" Target="../media/image340.png"/><Relationship Id="rId364" Type="http://schemas.openxmlformats.org/officeDocument/2006/relationships/image" Target="../media/image361.png"/><Relationship Id="rId61" Type="http://schemas.openxmlformats.org/officeDocument/2006/relationships/image" Target="../media/image211.png"/><Relationship Id="rId199" Type="http://schemas.openxmlformats.org/officeDocument/2006/relationships/customXml" Target="../ink/ink281.xml"/><Relationship Id="rId19" Type="http://schemas.openxmlformats.org/officeDocument/2006/relationships/image" Target="../media/image190.png"/><Relationship Id="rId224" Type="http://schemas.openxmlformats.org/officeDocument/2006/relationships/customXml" Target="../ink/ink294.xml"/><Relationship Id="rId266" Type="http://schemas.openxmlformats.org/officeDocument/2006/relationships/image" Target="../media/image313.png"/><Relationship Id="rId431" Type="http://schemas.openxmlformats.org/officeDocument/2006/relationships/customXml" Target="../ink/ink398.xml"/><Relationship Id="rId473" Type="http://schemas.openxmlformats.org/officeDocument/2006/relationships/customXml" Target="../ink/ink420.xml"/><Relationship Id="rId30" Type="http://schemas.openxmlformats.org/officeDocument/2006/relationships/customXml" Target="../ink/ink197.xml"/><Relationship Id="rId126" Type="http://schemas.openxmlformats.org/officeDocument/2006/relationships/customXml" Target="../ink/ink244.xml"/><Relationship Id="rId168" Type="http://schemas.openxmlformats.org/officeDocument/2006/relationships/image" Target="../media/image265.png"/><Relationship Id="rId333" Type="http://schemas.openxmlformats.org/officeDocument/2006/relationships/customXml" Target="../ink/ink349.xml"/><Relationship Id="rId72" Type="http://schemas.openxmlformats.org/officeDocument/2006/relationships/customXml" Target="../ink/ink218.xml"/><Relationship Id="rId375" Type="http://schemas.openxmlformats.org/officeDocument/2006/relationships/customXml" Target="../ink/ink370.xml"/><Relationship Id="rId3" Type="http://schemas.openxmlformats.org/officeDocument/2006/relationships/image" Target="../media/image28.png"/><Relationship Id="rId235" Type="http://schemas.openxmlformats.org/officeDocument/2006/relationships/image" Target="../media/image298.png"/><Relationship Id="rId277" Type="http://schemas.openxmlformats.org/officeDocument/2006/relationships/customXml" Target="../ink/ink321.xml"/><Relationship Id="rId400" Type="http://schemas.openxmlformats.org/officeDocument/2006/relationships/image" Target="../media/image379.png"/><Relationship Id="rId442" Type="http://schemas.openxmlformats.org/officeDocument/2006/relationships/customXml" Target="../ink/ink404.xml"/><Relationship Id="rId484" Type="http://schemas.openxmlformats.org/officeDocument/2006/relationships/image" Target="../media/image419.png"/><Relationship Id="rId137" Type="http://schemas.openxmlformats.org/officeDocument/2006/relationships/customXml" Target="../ink/ink250.xml"/><Relationship Id="rId302" Type="http://schemas.openxmlformats.org/officeDocument/2006/relationships/image" Target="../media/image331.png"/><Relationship Id="rId344" Type="http://schemas.openxmlformats.org/officeDocument/2006/relationships/image" Target="../media/image351.png"/><Relationship Id="rId41" Type="http://schemas.openxmlformats.org/officeDocument/2006/relationships/image" Target="../media/image201.png"/><Relationship Id="rId83" Type="http://schemas.openxmlformats.org/officeDocument/2006/relationships/image" Target="../media/image223.png"/><Relationship Id="rId179" Type="http://schemas.openxmlformats.org/officeDocument/2006/relationships/customXml" Target="../ink/ink271.xml"/><Relationship Id="rId386" Type="http://schemas.openxmlformats.org/officeDocument/2006/relationships/image" Target="../media/image372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89.xml"/><Relationship Id="rId21" Type="http://schemas.openxmlformats.org/officeDocument/2006/relationships/customXml" Target="../ink/ink441.xml"/><Relationship Id="rId42" Type="http://schemas.openxmlformats.org/officeDocument/2006/relationships/image" Target="../media/image446.png"/><Relationship Id="rId63" Type="http://schemas.openxmlformats.org/officeDocument/2006/relationships/customXml" Target="../ink/ink462.xml"/><Relationship Id="rId84" Type="http://schemas.openxmlformats.org/officeDocument/2006/relationships/image" Target="../media/image466.png"/><Relationship Id="rId138" Type="http://schemas.openxmlformats.org/officeDocument/2006/relationships/image" Target="../media/image493.png"/><Relationship Id="rId159" Type="http://schemas.openxmlformats.org/officeDocument/2006/relationships/customXml" Target="../ink/ink510.xml"/><Relationship Id="rId170" Type="http://schemas.openxmlformats.org/officeDocument/2006/relationships/customXml" Target="../ink/ink516.xml"/><Relationship Id="rId191" Type="http://schemas.openxmlformats.org/officeDocument/2006/relationships/customXml" Target="../ink/ink527.xml"/><Relationship Id="rId205" Type="http://schemas.openxmlformats.org/officeDocument/2006/relationships/customXml" Target="../ink/ink534.xml"/><Relationship Id="rId226" Type="http://schemas.openxmlformats.org/officeDocument/2006/relationships/image" Target="../media/image536.png"/><Relationship Id="rId247" Type="http://schemas.openxmlformats.org/officeDocument/2006/relationships/customXml" Target="../ink/ink556.xml"/><Relationship Id="rId107" Type="http://schemas.openxmlformats.org/officeDocument/2006/relationships/customXml" Target="../ink/ink484.xml"/><Relationship Id="rId11" Type="http://schemas.openxmlformats.org/officeDocument/2006/relationships/customXml" Target="../ink/ink436.xml"/><Relationship Id="rId32" Type="http://schemas.openxmlformats.org/officeDocument/2006/relationships/image" Target="../media/image441.png"/><Relationship Id="rId53" Type="http://schemas.openxmlformats.org/officeDocument/2006/relationships/customXml" Target="../ink/ink457.xml"/><Relationship Id="rId74" Type="http://schemas.openxmlformats.org/officeDocument/2006/relationships/image" Target="../media/image461.png"/><Relationship Id="rId128" Type="http://schemas.openxmlformats.org/officeDocument/2006/relationships/image" Target="../media/image488.png"/><Relationship Id="rId149" Type="http://schemas.openxmlformats.org/officeDocument/2006/relationships/customXml" Target="../ink/ink505.xml"/><Relationship Id="rId5" Type="http://schemas.openxmlformats.org/officeDocument/2006/relationships/customXml" Target="../ink/ink433.xml"/><Relationship Id="rId95" Type="http://schemas.openxmlformats.org/officeDocument/2006/relationships/customXml" Target="../ink/ink478.xml"/><Relationship Id="rId160" Type="http://schemas.openxmlformats.org/officeDocument/2006/relationships/image" Target="../media/image504.png"/><Relationship Id="rId181" Type="http://schemas.openxmlformats.org/officeDocument/2006/relationships/customXml" Target="../ink/ink522.xml"/><Relationship Id="rId216" Type="http://schemas.openxmlformats.org/officeDocument/2006/relationships/image" Target="../media/image531.png"/><Relationship Id="rId237" Type="http://schemas.openxmlformats.org/officeDocument/2006/relationships/customXml" Target="../ink/ink550.xml"/><Relationship Id="rId22" Type="http://schemas.openxmlformats.org/officeDocument/2006/relationships/image" Target="../media/image436.png"/><Relationship Id="rId43" Type="http://schemas.openxmlformats.org/officeDocument/2006/relationships/customXml" Target="../ink/ink452.xml"/><Relationship Id="rId64" Type="http://schemas.openxmlformats.org/officeDocument/2006/relationships/image" Target="../media/image456.png"/><Relationship Id="rId118" Type="http://schemas.openxmlformats.org/officeDocument/2006/relationships/image" Target="../media/image483.png"/><Relationship Id="rId139" Type="http://schemas.openxmlformats.org/officeDocument/2006/relationships/customXml" Target="../ink/ink500.xml"/><Relationship Id="rId85" Type="http://schemas.openxmlformats.org/officeDocument/2006/relationships/customXml" Target="../ink/ink473.xml"/><Relationship Id="rId150" Type="http://schemas.openxmlformats.org/officeDocument/2006/relationships/image" Target="../media/image499.png"/><Relationship Id="rId171" Type="http://schemas.openxmlformats.org/officeDocument/2006/relationships/customXml" Target="../ink/ink517.xml"/><Relationship Id="rId192" Type="http://schemas.openxmlformats.org/officeDocument/2006/relationships/image" Target="../media/image519.png"/><Relationship Id="rId206" Type="http://schemas.openxmlformats.org/officeDocument/2006/relationships/image" Target="../media/image526.png"/><Relationship Id="rId227" Type="http://schemas.openxmlformats.org/officeDocument/2006/relationships/customXml" Target="../ink/ink545.xml"/><Relationship Id="rId248" Type="http://schemas.openxmlformats.org/officeDocument/2006/relationships/image" Target="../media/image546.png"/><Relationship Id="rId12" Type="http://schemas.openxmlformats.org/officeDocument/2006/relationships/image" Target="../media/image431.png"/><Relationship Id="rId33" Type="http://schemas.openxmlformats.org/officeDocument/2006/relationships/customXml" Target="../ink/ink447.xml"/><Relationship Id="rId108" Type="http://schemas.openxmlformats.org/officeDocument/2006/relationships/image" Target="../media/image478.png"/><Relationship Id="rId129" Type="http://schemas.openxmlformats.org/officeDocument/2006/relationships/customXml" Target="../ink/ink495.xml"/><Relationship Id="rId54" Type="http://schemas.openxmlformats.org/officeDocument/2006/relationships/image" Target="../media/image452.png"/><Relationship Id="rId75" Type="http://schemas.openxmlformats.org/officeDocument/2006/relationships/customXml" Target="../ink/ink468.xml"/><Relationship Id="rId96" Type="http://schemas.openxmlformats.org/officeDocument/2006/relationships/image" Target="../media/image472.png"/><Relationship Id="rId140" Type="http://schemas.openxmlformats.org/officeDocument/2006/relationships/image" Target="../media/image494.png"/><Relationship Id="rId161" Type="http://schemas.openxmlformats.org/officeDocument/2006/relationships/customXml" Target="../ink/ink511.xml"/><Relationship Id="rId182" Type="http://schemas.openxmlformats.org/officeDocument/2006/relationships/image" Target="../media/image514.png"/><Relationship Id="rId217" Type="http://schemas.openxmlformats.org/officeDocument/2006/relationships/customXml" Target="../ink/ink540.xml"/><Relationship Id="rId6" Type="http://schemas.openxmlformats.org/officeDocument/2006/relationships/image" Target="../media/image428.png"/><Relationship Id="rId238" Type="http://schemas.openxmlformats.org/officeDocument/2006/relationships/customXml" Target="../ink/ink551.xml"/><Relationship Id="rId23" Type="http://schemas.openxmlformats.org/officeDocument/2006/relationships/customXml" Target="../ink/ink442.xml"/><Relationship Id="rId119" Type="http://schemas.openxmlformats.org/officeDocument/2006/relationships/customXml" Target="../ink/ink490.xml"/><Relationship Id="rId44" Type="http://schemas.openxmlformats.org/officeDocument/2006/relationships/image" Target="../media/image447.png"/><Relationship Id="rId65" Type="http://schemas.openxmlformats.org/officeDocument/2006/relationships/customXml" Target="../ink/ink463.xml"/><Relationship Id="rId86" Type="http://schemas.openxmlformats.org/officeDocument/2006/relationships/image" Target="../media/image467.png"/><Relationship Id="rId130" Type="http://schemas.openxmlformats.org/officeDocument/2006/relationships/image" Target="../media/image489.png"/><Relationship Id="rId151" Type="http://schemas.openxmlformats.org/officeDocument/2006/relationships/customXml" Target="../ink/ink506.xml"/><Relationship Id="rId172" Type="http://schemas.openxmlformats.org/officeDocument/2006/relationships/image" Target="../media/image509.png"/><Relationship Id="rId193" Type="http://schemas.openxmlformats.org/officeDocument/2006/relationships/customXml" Target="../ink/ink528.xml"/><Relationship Id="rId207" Type="http://schemas.openxmlformats.org/officeDocument/2006/relationships/customXml" Target="../ink/ink535.xml"/><Relationship Id="rId228" Type="http://schemas.openxmlformats.org/officeDocument/2006/relationships/image" Target="../media/image537.png"/><Relationship Id="rId249" Type="http://schemas.openxmlformats.org/officeDocument/2006/relationships/customXml" Target="../ink/ink557.xml"/><Relationship Id="rId13" Type="http://schemas.openxmlformats.org/officeDocument/2006/relationships/customXml" Target="../ink/ink437.xml"/><Relationship Id="rId109" Type="http://schemas.openxmlformats.org/officeDocument/2006/relationships/customXml" Target="../ink/ink485.xml"/><Relationship Id="rId34" Type="http://schemas.openxmlformats.org/officeDocument/2006/relationships/image" Target="../media/image442.png"/><Relationship Id="rId55" Type="http://schemas.openxmlformats.org/officeDocument/2006/relationships/customXml" Target="../ink/ink458.xml"/><Relationship Id="rId76" Type="http://schemas.openxmlformats.org/officeDocument/2006/relationships/image" Target="../media/image462.png"/><Relationship Id="rId97" Type="http://schemas.openxmlformats.org/officeDocument/2006/relationships/customXml" Target="../ink/ink479.xml"/><Relationship Id="rId120" Type="http://schemas.openxmlformats.org/officeDocument/2006/relationships/image" Target="../media/image484.png"/><Relationship Id="rId141" Type="http://schemas.openxmlformats.org/officeDocument/2006/relationships/customXml" Target="../ink/ink501.xml"/><Relationship Id="rId7" Type="http://schemas.openxmlformats.org/officeDocument/2006/relationships/customXml" Target="../ink/ink434.xml"/><Relationship Id="rId162" Type="http://schemas.openxmlformats.org/officeDocument/2006/relationships/image" Target="../media/image505.png"/><Relationship Id="rId183" Type="http://schemas.openxmlformats.org/officeDocument/2006/relationships/customXml" Target="../ink/ink523.xml"/><Relationship Id="rId218" Type="http://schemas.openxmlformats.org/officeDocument/2006/relationships/image" Target="../media/image532.png"/><Relationship Id="rId239" Type="http://schemas.openxmlformats.org/officeDocument/2006/relationships/image" Target="../media/image542.png"/><Relationship Id="rId250" Type="http://schemas.openxmlformats.org/officeDocument/2006/relationships/image" Target="../media/image547.png"/><Relationship Id="rId24" Type="http://schemas.openxmlformats.org/officeDocument/2006/relationships/image" Target="../media/image437.png"/><Relationship Id="rId45" Type="http://schemas.openxmlformats.org/officeDocument/2006/relationships/customXml" Target="../ink/ink453.xml"/><Relationship Id="rId66" Type="http://schemas.openxmlformats.org/officeDocument/2006/relationships/image" Target="../media/image457.png"/><Relationship Id="rId87" Type="http://schemas.openxmlformats.org/officeDocument/2006/relationships/customXml" Target="../ink/ink474.xml"/><Relationship Id="rId110" Type="http://schemas.openxmlformats.org/officeDocument/2006/relationships/image" Target="../media/image479.png"/><Relationship Id="rId131" Type="http://schemas.openxmlformats.org/officeDocument/2006/relationships/customXml" Target="../ink/ink496.xml"/><Relationship Id="rId152" Type="http://schemas.openxmlformats.org/officeDocument/2006/relationships/image" Target="../media/image500.png"/><Relationship Id="rId173" Type="http://schemas.openxmlformats.org/officeDocument/2006/relationships/customXml" Target="../ink/ink518.xml"/><Relationship Id="rId194" Type="http://schemas.openxmlformats.org/officeDocument/2006/relationships/image" Target="../media/image520.png"/><Relationship Id="rId208" Type="http://schemas.openxmlformats.org/officeDocument/2006/relationships/image" Target="../media/image527.png"/><Relationship Id="rId229" Type="http://schemas.openxmlformats.org/officeDocument/2006/relationships/customXml" Target="../ink/ink546.xml"/><Relationship Id="rId240" Type="http://schemas.openxmlformats.org/officeDocument/2006/relationships/customXml" Target="../ink/ink552.xml"/><Relationship Id="rId14" Type="http://schemas.openxmlformats.org/officeDocument/2006/relationships/image" Target="../media/image432.png"/><Relationship Id="rId35" Type="http://schemas.openxmlformats.org/officeDocument/2006/relationships/customXml" Target="../ink/ink448.xml"/><Relationship Id="rId56" Type="http://schemas.openxmlformats.org/officeDocument/2006/relationships/image" Target="../media/image453.png"/><Relationship Id="rId77" Type="http://schemas.openxmlformats.org/officeDocument/2006/relationships/customXml" Target="../ink/ink469.xml"/><Relationship Id="rId100" Type="http://schemas.openxmlformats.org/officeDocument/2006/relationships/image" Target="../media/image474.png"/><Relationship Id="rId8" Type="http://schemas.openxmlformats.org/officeDocument/2006/relationships/image" Target="../media/image429.png"/><Relationship Id="rId98" Type="http://schemas.openxmlformats.org/officeDocument/2006/relationships/image" Target="../media/image473.png"/><Relationship Id="rId121" Type="http://schemas.openxmlformats.org/officeDocument/2006/relationships/customXml" Target="../ink/ink491.xml"/><Relationship Id="rId142" Type="http://schemas.openxmlformats.org/officeDocument/2006/relationships/image" Target="../media/image495.png"/><Relationship Id="rId163" Type="http://schemas.openxmlformats.org/officeDocument/2006/relationships/customXml" Target="../ink/ink512.xml"/><Relationship Id="rId184" Type="http://schemas.openxmlformats.org/officeDocument/2006/relationships/image" Target="../media/image515.png"/><Relationship Id="rId219" Type="http://schemas.openxmlformats.org/officeDocument/2006/relationships/customXml" Target="../ink/ink541.xml"/><Relationship Id="rId230" Type="http://schemas.openxmlformats.org/officeDocument/2006/relationships/image" Target="../media/image538.png"/><Relationship Id="rId251" Type="http://schemas.openxmlformats.org/officeDocument/2006/relationships/customXml" Target="../ink/ink558.xml"/><Relationship Id="rId25" Type="http://schemas.openxmlformats.org/officeDocument/2006/relationships/customXml" Target="../ink/ink443.xml"/><Relationship Id="rId46" Type="http://schemas.openxmlformats.org/officeDocument/2006/relationships/image" Target="../media/image448.png"/><Relationship Id="rId67" Type="http://schemas.openxmlformats.org/officeDocument/2006/relationships/customXml" Target="../ink/ink464.xml"/><Relationship Id="rId88" Type="http://schemas.openxmlformats.org/officeDocument/2006/relationships/image" Target="../media/image468.png"/><Relationship Id="rId111" Type="http://schemas.openxmlformats.org/officeDocument/2006/relationships/customXml" Target="../ink/ink486.xml"/><Relationship Id="rId132" Type="http://schemas.openxmlformats.org/officeDocument/2006/relationships/image" Target="../media/image490.png"/><Relationship Id="rId153" Type="http://schemas.openxmlformats.org/officeDocument/2006/relationships/customXml" Target="../ink/ink507.xml"/><Relationship Id="rId174" Type="http://schemas.openxmlformats.org/officeDocument/2006/relationships/image" Target="../media/image510.png"/><Relationship Id="rId195" Type="http://schemas.openxmlformats.org/officeDocument/2006/relationships/customXml" Target="../ink/ink529.xml"/><Relationship Id="rId209" Type="http://schemas.openxmlformats.org/officeDocument/2006/relationships/customXml" Target="../ink/ink536.xml"/><Relationship Id="rId220" Type="http://schemas.openxmlformats.org/officeDocument/2006/relationships/image" Target="../media/image533.png"/><Relationship Id="rId241" Type="http://schemas.openxmlformats.org/officeDocument/2006/relationships/image" Target="../media/image543.png"/><Relationship Id="rId15" Type="http://schemas.openxmlformats.org/officeDocument/2006/relationships/customXml" Target="../ink/ink438.xml"/><Relationship Id="rId36" Type="http://schemas.openxmlformats.org/officeDocument/2006/relationships/image" Target="../media/image443.png"/><Relationship Id="rId57" Type="http://schemas.openxmlformats.org/officeDocument/2006/relationships/customXml" Target="../ink/ink459.xml"/><Relationship Id="rId78" Type="http://schemas.openxmlformats.org/officeDocument/2006/relationships/image" Target="../media/image463.png"/><Relationship Id="rId99" Type="http://schemas.openxmlformats.org/officeDocument/2006/relationships/customXml" Target="../ink/ink480.xml"/><Relationship Id="rId101" Type="http://schemas.openxmlformats.org/officeDocument/2006/relationships/customXml" Target="../ink/ink481.xml"/><Relationship Id="rId122" Type="http://schemas.openxmlformats.org/officeDocument/2006/relationships/image" Target="../media/image485.png"/><Relationship Id="rId143" Type="http://schemas.openxmlformats.org/officeDocument/2006/relationships/customXml" Target="../ink/ink502.xml"/><Relationship Id="rId164" Type="http://schemas.openxmlformats.org/officeDocument/2006/relationships/image" Target="../media/image506.png"/><Relationship Id="rId185" Type="http://schemas.openxmlformats.org/officeDocument/2006/relationships/customXml" Target="../ink/ink524.xml"/><Relationship Id="rId4" Type="http://schemas.openxmlformats.org/officeDocument/2006/relationships/image" Target="../media/image427.png"/><Relationship Id="rId9" Type="http://schemas.openxmlformats.org/officeDocument/2006/relationships/customXml" Target="../ink/ink435.xml"/><Relationship Id="rId180" Type="http://schemas.openxmlformats.org/officeDocument/2006/relationships/image" Target="../media/image513.png"/><Relationship Id="rId210" Type="http://schemas.openxmlformats.org/officeDocument/2006/relationships/image" Target="../media/image528.png"/><Relationship Id="rId215" Type="http://schemas.openxmlformats.org/officeDocument/2006/relationships/customXml" Target="../ink/ink539.xml"/><Relationship Id="rId236" Type="http://schemas.openxmlformats.org/officeDocument/2006/relationships/image" Target="../media/image541.png"/><Relationship Id="rId26" Type="http://schemas.openxmlformats.org/officeDocument/2006/relationships/image" Target="../media/image438.png"/><Relationship Id="rId231" Type="http://schemas.openxmlformats.org/officeDocument/2006/relationships/customXml" Target="../ink/ink547.xml"/><Relationship Id="rId252" Type="http://schemas.openxmlformats.org/officeDocument/2006/relationships/image" Target="../media/image548.png"/><Relationship Id="rId47" Type="http://schemas.openxmlformats.org/officeDocument/2006/relationships/customXml" Target="../ink/ink454.xml"/><Relationship Id="rId68" Type="http://schemas.openxmlformats.org/officeDocument/2006/relationships/image" Target="../media/image458.png"/><Relationship Id="rId89" Type="http://schemas.openxmlformats.org/officeDocument/2006/relationships/customXml" Target="../ink/ink475.xml"/><Relationship Id="rId112" Type="http://schemas.openxmlformats.org/officeDocument/2006/relationships/image" Target="../media/image480.png"/><Relationship Id="rId133" Type="http://schemas.openxmlformats.org/officeDocument/2006/relationships/customXml" Target="../ink/ink497.xml"/><Relationship Id="rId154" Type="http://schemas.openxmlformats.org/officeDocument/2006/relationships/image" Target="../media/image501.png"/><Relationship Id="rId175" Type="http://schemas.openxmlformats.org/officeDocument/2006/relationships/customXml" Target="../ink/ink519.xml"/><Relationship Id="rId196" Type="http://schemas.openxmlformats.org/officeDocument/2006/relationships/image" Target="../media/image521.png"/><Relationship Id="rId200" Type="http://schemas.openxmlformats.org/officeDocument/2006/relationships/image" Target="../media/image523.png"/><Relationship Id="rId16" Type="http://schemas.openxmlformats.org/officeDocument/2006/relationships/image" Target="../media/image433.png"/><Relationship Id="rId221" Type="http://schemas.openxmlformats.org/officeDocument/2006/relationships/customXml" Target="../ink/ink542.xml"/><Relationship Id="rId242" Type="http://schemas.openxmlformats.org/officeDocument/2006/relationships/customXml" Target="../ink/ink553.xml"/><Relationship Id="rId37" Type="http://schemas.openxmlformats.org/officeDocument/2006/relationships/customXml" Target="../ink/ink449.xml"/><Relationship Id="rId58" Type="http://schemas.openxmlformats.org/officeDocument/2006/relationships/image" Target="../media/image454.png"/><Relationship Id="rId79" Type="http://schemas.openxmlformats.org/officeDocument/2006/relationships/customXml" Target="../ink/ink470.xml"/><Relationship Id="rId102" Type="http://schemas.openxmlformats.org/officeDocument/2006/relationships/image" Target="../media/image475.png"/><Relationship Id="rId123" Type="http://schemas.openxmlformats.org/officeDocument/2006/relationships/customXml" Target="../ink/ink492.xml"/><Relationship Id="rId144" Type="http://schemas.openxmlformats.org/officeDocument/2006/relationships/image" Target="../media/image496.png"/><Relationship Id="rId90" Type="http://schemas.openxmlformats.org/officeDocument/2006/relationships/image" Target="../media/image469.png"/><Relationship Id="rId165" Type="http://schemas.openxmlformats.org/officeDocument/2006/relationships/customXml" Target="../ink/ink513.xml"/><Relationship Id="rId186" Type="http://schemas.openxmlformats.org/officeDocument/2006/relationships/image" Target="../media/image516.png"/><Relationship Id="rId211" Type="http://schemas.openxmlformats.org/officeDocument/2006/relationships/customXml" Target="../ink/ink537.xml"/><Relationship Id="rId232" Type="http://schemas.openxmlformats.org/officeDocument/2006/relationships/image" Target="../media/image539.png"/><Relationship Id="rId27" Type="http://schemas.openxmlformats.org/officeDocument/2006/relationships/customXml" Target="../ink/ink444.xml"/><Relationship Id="rId48" Type="http://schemas.openxmlformats.org/officeDocument/2006/relationships/image" Target="../media/image449.png"/><Relationship Id="rId69" Type="http://schemas.openxmlformats.org/officeDocument/2006/relationships/customXml" Target="../ink/ink465.xml"/><Relationship Id="rId113" Type="http://schemas.openxmlformats.org/officeDocument/2006/relationships/customXml" Target="../ink/ink487.xml"/><Relationship Id="rId134" Type="http://schemas.openxmlformats.org/officeDocument/2006/relationships/image" Target="../media/image491.png"/><Relationship Id="rId80" Type="http://schemas.openxmlformats.org/officeDocument/2006/relationships/image" Target="../media/image464.png"/><Relationship Id="rId155" Type="http://schemas.openxmlformats.org/officeDocument/2006/relationships/customXml" Target="../ink/ink508.xml"/><Relationship Id="rId176" Type="http://schemas.openxmlformats.org/officeDocument/2006/relationships/image" Target="../media/image511.png"/><Relationship Id="rId197" Type="http://schemas.openxmlformats.org/officeDocument/2006/relationships/customXml" Target="../ink/ink530.xml"/><Relationship Id="rId201" Type="http://schemas.openxmlformats.org/officeDocument/2006/relationships/customXml" Target="../ink/ink532.xml"/><Relationship Id="rId222" Type="http://schemas.openxmlformats.org/officeDocument/2006/relationships/image" Target="../media/image534.png"/><Relationship Id="rId243" Type="http://schemas.openxmlformats.org/officeDocument/2006/relationships/image" Target="../media/image544.png"/><Relationship Id="rId17" Type="http://schemas.openxmlformats.org/officeDocument/2006/relationships/customXml" Target="../ink/ink439.xml"/><Relationship Id="rId38" Type="http://schemas.openxmlformats.org/officeDocument/2006/relationships/image" Target="../media/image444.png"/><Relationship Id="rId59" Type="http://schemas.openxmlformats.org/officeDocument/2006/relationships/customXml" Target="../ink/ink460.xml"/><Relationship Id="rId103" Type="http://schemas.openxmlformats.org/officeDocument/2006/relationships/customXml" Target="../ink/ink482.xml"/><Relationship Id="rId124" Type="http://schemas.openxmlformats.org/officeDocument/2006/relationships/image" Target="../media/image486.png"/><Relationship Id="rId70" Type="http://schemas.openxmlformats.org/officeDocument/2006/relationships/image" Target="../media/image459.png"/><Relationship Id="rId91" Type="http://schemas.openxmlformats.org/officeDocument/2006/relationships/customXml" Target="../ink/ink476.xml"/><Relationship Id="rId145" Type="http://schemas.openxmlformats.org/officeDocument/2006/relationships/customXml" Target="../ink/ink503.xml"/><Relationship Id="rId166" Type="http://schemas.openxmlformats.org/officeDocument/2006/relationships/image" Target="../media/image507.png"/><Relationship Id="rId187" Type="http://schemas.openxmlformats.org/officeDocument/2006/relationships/customXml" Target="../ink/ink525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529.png"/><Relationship Id="rId233" Type="http://schemas.openxmlformats.org/officeDocument/2006/relationships/customXml" Target="../ink/ink548.xml"/><Relationship Id="rId28" Type="http://schemas.openxmlformats.org/officeDocument/2006/relationships/image" Target="../media/image439.png"/><Relationship Id="rId49" Type="http://schemas.openxmlformats.org/officeDocument/2006/relationships/customXml" Target="../ink/ink455.xml"/><Relationship Id="rId114" Type="http://schemas.openxmlformats.org/officeDocument/2006/relationships/image" Target="../media/image481.png"/><Relationship Id="rId60" Type="http://schemas.openxmlformats.org/officeDocument/2006/relationships/image" Target="../media/image455.png"/><Relationship Id="rId81" Type="http://schemas.openxmlformats.org/officeDocument/2006/relationships/customXml" Target="../ink/ink471.xml"/><Relationship Id="rId135" Type="http://schemas.openxmlformats.org/officeDocument/2006/relationships/customXml" Target="../ink/ink498.xml"/><Relationship Id="rId156" Type="http://schemas.openxmlformats.org/officeDocument/2006/relationships/image" Target="../media/image502.png"/><Relationship Id="rId177" Type="http://schemas.openxmlformats.org/officeDocument/2006/relationships/customXml" Target="../ink/ink520.xml"/><Relationship Id="rId198" Type="http://schemas.openxmlformats.org/officeDocument/2006/relationships/image" Target="../media/image522.png"/><Relationship Id="rId202" Type="http://schemas.openxmlformats.org/officeDocument/2006/relationships/image" Target="../media/image524.png"/><Relationship Id="rId223" Type="http://schemas.openxmlformats.org/officeDocument/2006/relationships/customXml" Target="../ink/ink543.xml"/><Relationship Id="rId244" Type="http://schemas.openxmlformats.org/officeDocument/2006/relationships/customXml" Target="../ink/ink554.xml"/><Relationship Id="rId18" Type="http://schemas.openxmlformats.org/officeDocument/2006/relationships/image" Target="../media/image434.png"/><Relationship Id="rId39" Type="http://schemas.openxmlformats.org/officeDocument/2006/relationships/customXml" Target="../ink/ink450.xml"/><Relationship Id="rId50" Type="http://schemas.openxmlformats.org/officeDocument/2006/relationships/image" Target="../media/image450.png"/><Relationship Id="rId104" Type="http://schemas.openxmlformats.org/officeDocument/2006/relationships/image" Target="../media/image476.png"/><Relationship Id="rId125" Type="http://schemas.openxmlformats.org/officeDocument/2006/relationships/customXml" Target="../ink/ink493.xml"/><Relationship Id="rId146" Type="http://schemas.openxmlformats.org/officeDocument/2006/relationships/image" Target="../media/image497.png"/><Relationship Id="rId167" Type="http://schemas.openxmlformats.org/officeDocument/2006/relationships/customXml" Target="../ink/ink514.xml"/><Relationship Id="rId188" Type="http://schemas.openxmlformats.org/officeDocument/2006/relationships/image" Target="../media/image517.png"/><Relationship Id="rId71" Type="http://schemas.openxmlformats.org/officeDocument/2006/relationships/customXml" Target="../ink/ink466.xml"/><Relationship Id="rId92" Type="http://schemas.openxmlformats.org/officeDocument/2006/relationships/image" Target="../media/image470.png"/><Relationship Id="rId213" Type="http://schemas.openxmlformats.org/officeDocument/2006/relationships/customXml" Target="../ink/ink538.xml"/><Relationship Id="rId234" Type="http://schemas.openxmlformats.org/officeDocument/2006/relationships/image" Target="../media/image540.png"/><Relationship Id="rId2" Type="http://schemas.openxmlformats.org/officeDocument/2006/relationships/image" Target="../media/image426.png"/><Relationship Id="rId29" Type="http://schemas.openxmlformats.org/officeDocument/2006/relationships/customXml" Target="../ink/ink445.xml"/><Relationship Id="rId40" Type="http://schemas.openxmlformats.org/officeDocument/2006/relationships/image" Target="../media/image445.png"/><Relationship Id="rId115" Type="http://schemas.openxmlformats.org/officeDocument/2006/relationships/customXml" Target="../ink/ink488.xml"/><Relationship Id="rId136" Type="http://schemas.openxmlformats.org/officeDocument/2006/relationships/image" Target="../media/image492.png"/><Relationship Id="rId157" Type="http://schemas.openxmlformats.org/officeDocument/2006/relationships/customXml" Target="../ink/ink509.xml"/><Relationship Id="rId178" Type="http://schemas.openxmlformats.org/officeDocument/2006/relationships/image" Target="../media/image512.png"/><Relationship Id="rId61" Type="http://schemas.openxmlformats.org/officeDocument/2006/relationships/customXml" Target="../ink/ink461.xml"/><Relationship Id="rId82" Type="http://schemas.openxmlformats.org/officeDocument/2006/relationships/image" Target="../media/image465.png"/><Relationship Id="rId199" Type="http://schemas.openxmlformats.org/officeDocument/2006/relationships/customXml" Target="../ink/ink531.xml"/><Relationship Id="rId203" Type="http://schemas.openxmlformats.org/officeDocument/2006/relationships/customXml" Target="../ink/ink533.xml"/><Relationship Id="rId19" Type="http://schemas.openxmlformats.org/officeDocument/2006/relationships/customXml" Target="../ink/ink440.xml"/><Relationship Id="rId224" Type="http://schemas.openxmlformats.org/officeDocument/2006/relationships/image" Target="../media/image535.png"/><Relationship Id="rId245" Type="http://schemas.openxmlformats.org/officeDocument/2006/relationships/customXml" Target="../ink/ink555.xml"/><Relationship Id="rId30" Type="http://schemas.openxmlformats.org/officeDocument/2006/relationships/image" Target="../media/image440.png"/><Relationship Id="rId105" Type="http://schemas.openxmlformats.org/officeDocument/2006/relationships/customXml" Target="../ink/ink483.xml"/><Relationship Id="rId126" Type="http://schemas.openxmlformats.org/officeDocument/2006/relationships/image" Target="../media/image487.png"/><Relationship Id="rId147" Type="http://schemas.openxmlformats.org/officeDocument/2006/relationships/customXml" Target="../ink/ink504.xml"/><Relationship Id="rId168" Type="http://schemas.openxmlformats.org/officeDocument/2006/relationships/customXml" Target="../ink/ink515.xml"/><Relationship Id="rId51" Type="http://schemas.openxmlformats.org/officeDocument/2006/relationships/customXml" Target="../ink/ink456.xml"/><Relationship Id="rId72" Type="http://schemas.openxmlformats.org/officeDocument/2006/relationships/image" Target="../media/image460.png"/><Relationship Id="rId93" Type="http://schemas.openxmlformats.org/officeDocument/2006/relationships/customXml" Target="../ink/ink477.xml"/><Relationship Id="rId189" Type="http://schemas.openxmlformats.org/officeDocument/2006/relationships/customXml" Target="../ink/ink526.xml"/><Relationship Id="rId3" Type="http://schemas.openxmlformats.org/officeDocument/2006/relationships/customXml" Target="../ink/ink432.xml"/><Relationship Id="rId214" Type="http://schemas.openxmlformats.org/officeDocument/2006/relationships/image" Target="../media/image530.png"/><Relationship Id="rId235" Type="http://schemas.openxmlformats.org/officeDocument/2006/relationships/customXml" Target="../ink/ink549.xml"/><Relationship Id="rId116" Type="http://schemas.openxmlformats.org/officeDocument/2006/relationships/image" Target="../media/image482.png"/><Relationship Id="rId137" Type="http://schemas.openxmlformats.org/officeDocument/2006/relationships/customXml" Target="../ink/ink499.xml"/><Relationship Id="rId158" Type="http://schemas.openxmlformats.org/officeDocument/2006/relationships/image" Target="../media/image503.png"/><Relationship Id="rId20" Type="http://schemas.openxmlformats.org/officeDocument/2006/relationships/image" Target="../media/image435.png"/><Relationship Id="rId41" Type="http://schemas.openxmlformats.org/officeDocument/2006/relationships/customXml" Target="../ink/ink451.xml"/><Relationship Id="rId62" Type="http://schemas.openxmlformats.org/officeDocument/2006/relationships/image" Target="../media/image28.png"/><Relationship Id="rId83" Type="http://schemas.openxmlformats.org/officeDocument/2006/relationships/customXml" Target="../ink/ink472.xml"/><Relationship Id="rId179" Type="http://schemas.openxmlformats.org/officeDocument/2006/relationships/customXml" Target="../ink/ink521.xml"/><Relationship Id="rId190" Type="http://schemas.openxmlformats.org/officeDocument/2006/relationships/image" Target="../media/image518.png"/><Relationship Id="rId204" Type="http://schemas.openxmlformats.org/officeDocument/2006/relationships/image" Target="../media/image525.png"/><Relationship Id="rId225" Type="http://schemas.openxmlformats.org/officeDocument/2006/relationships/customXml" Target="../ink/ink544.xml"/><Relationship Id="rId246" Type="http://schemas.openxmlformats.org/officeDocument/2006/relationships/image" Target="../media/image545.png"/><Relationship Id="rId106" Type="http://schemas.openxmlformats.org/officeDocument/2006/relationships/image" Target="../media/image477.png"/><Relationship Id="rId127" Type="http://schemas.openxmlformats.org/officeDocument/2006/relationships/customXml" Target="../ink/ink494.xml"/><Relationship Id="rId10" Type="http://schemas.openxmlformats.org/officeDocument/2006/relationships/image" Target="../media/image430.png"/><Relationship Id="rId31" Type="http://schemas.openxmlformats.org/officeDocument/2006/relationships/customXml" Target="../ink/ink446.xml"/><Relationship Id="rId52" Type="http://schemas.openxmlformats.org/officeDocument/2006/relationships/image" Target="../media/image451.png"/><Relationship Id="rId73" Type="http://schemas.openxmlformats.org/officeDocument/2006/relationships/customXml" Target="../ink/ink467.xml"/><Relationship Id="rId94" Type="http://schemas.openxmlformats.org/officeDocument/2006/relationships/image" Target="../media/image471.png"/><Relationship Id="rId148" Type="http://schemas.openxmlformats.org/officeDocument/2006/relationships/image" Target="../media/image498.png"/><Relationship Id="rId169" Type="http://schemas.openxmlformats.org/officeDocument/2006/relationships/image" Target="../media/image508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05.png"/><Relationship Id="rId299" Type="http://schemas.openxmlformats.org/officeDocument/2006/relationships/image" Target="../media/image695.png"/><Relationship Id="rId21" Type="http://schemas.openxmlformats.org/officeDocument/2006/relationships/image" Target="../media/image558.png"/><Relationship Id="rId63" Type="http://schemas.openxmlformats.org/officeDocument/2006/relationships/image" Target="../media/image579.png"/><Relationship Id="rId159" Type="http://schemas.openxmlformats.org/officeDocument/2006/relationships/image" Target="../media/image626.png"/><Relationship Id="rId324" Type="http://schemas.openxmlformats.org/officeDocument/2006/relationships/image" Target="../media/image707.png"/><Relationship Id="rId170" Type="http://schemas.openxmlformats.org/officeDocument/2006/relationships/customXml" Target="../ink/ink643.xml"/><Relationship Id="rId226" Type="http://schemas.openxmlformats.org/officeDocument/2006/relationships/customXml" Target="../ink/ink671.xml"/><Relationship Id="rId268" Type="http://schemas.openxmlformats.org/officeDocument/2006/relationships/image" Target="../media/image680.png"/><Relationship Id="rId32" Type="http://schemas.openxmlformats.org/officeDocument/2006/relationships/customXml" Target="../ink/ink574.xml"/><Relationship Id="rId74" Type="http://schemas.openxmlformats.org/officeDocument/2006/relationships/customXml" Target="../ink/ink595.xml"/><Relationship Id="rId128" Type="http://schemas.openxmlformats.org/officeDocument/2006/relationships/customXml" Target="../ink/ink622.xml"/><Relationship Id="rId5" Type="http://schemas.openxmlformats.org/officeDocument/2006/relationships/image" Target="../media/image550.png"/><Relationship Id="rId181" Type="http://schemas.openxmlformats.org/officeDocument/2006/relationships/image" Target="../media/image637.png"/><Relationship Id="rId237" Type="http://schemas.openxmlformats.org/officeDocument/2006/relationships/image" Target="../media/image665.png"/><Relationship Id="rId279" Type="http://schemas.openxmlformats.org/officeDocument/2006/relationships/image" Target="../media/image685.png"/><Relationship Id="rId43" Type="http://schemas.openxmlformats.org/officeDocument/2006/relationships/image" Target="../media/image569.png"/><Relationship Id="rId139" Type="http://schemas.openxmlformats.org/officeDocument/2006/relationships/image" Target="../media/image616.png"/><Relationship Id="rId290" Type="http://schemas.openxmlformats.org/officeDocument/2006/relationships/customXml" Target="../ink/ink704.xml"/><Relationship Id="rId304" Type="http://schemas.openxmlformats.org/officeDocument/2006/relationships/customXml" Target="../ink/ink711.xml"/><Relationship Id="rId85" Type="http://schemas.openxmlformats.org/officeDocument/2006/relationships/image" Target="../media/image590.png"/><Relationship Id="rId150" Type="http://schemas.openxmlformats.org/officeDocument/2006/relationships/customXml" Target="../ink/ink633.xml"/><Relationship Id="rId192" Type="http://schemas.openxmlformats.org/officeDocument/2006/relationships/customXml" Target="../ink/ink654.xml"/><Relationship Id="rId206" Type="http://schemas.openxmlformats.org/officeDocument/2006/relationships/customXml" Target="../ink/ink661.xml"/><Relationship Id="rId248" Type="http://schemas.openxmlformats.org/officeDocument/2006/relationships/customXml" Target="../ink/ink682.xml"/><Relationship Id="rId12" Type="http://schemas.openxmlformats.org/officeDocument/2006/relationships/customXml" Target="../ink/ink564.xml"/><Relationship Id="rId108" Type="http://schemas.openxmlformats.org/officeDocument/2006/relationships/customXml" Target="../ink/ink612.xml"/><Relationship Id="rId315" Type="http://schemas.openxmlformats.org/officeDocument/2006/relationships/image" Target="../media/image703.png"/><Relationship Id="rId54" Type="http://schemas.openxmlformats.org/officeDocument/2006/relationships/customXml" Target="../ink/ink585.xml"/><Relationship Id="rId96" Type="http://schemas.openxmlformats.org/officeDocument/2006/relationships/customXml" Target="../ink/ink606.xml"/><Relationship Id="rId161" Type="http://schemas.openxmlformats.org/officeDocument/2006/relationships/image" Target="../media/image627.png"/><Relationship Id="rId217" Type="http://schemas.openxmlformats.org/officeDocument/2006/relationships/image" Target="../media/image655.png"/><Relationship Id="rId259" Type="http://schemas.openxmlformats.org/officeDocument/2006/relationships/customXml" Target="../ink/ink688.xml"/><Relationship Id="rId23" Type="http://schemas.openxmlformats.org/officeDocument/2006/relationships/image" Target="../media/image559.png"/><Relationship Id="rId119" Type="http://schemas.openxmlformats.org/officeDocument/2006/relationships/image" Target="../media/image606.png"/><Relationship Id="rId270" Type="http://schemas.openxmlformats.org/officeDocument/2006/relationships/customXml" Target="../ink/ink694.xml"/><Relationship Id="rId326" Type="http://schemas.openxmlformats.org/officeDocument/2006/relationships/image" Target="../media/image708.png"/><Relationship Id="rId65" Type="http://schemas.openxmlformats.org/officeDocument/2006/relationships/image" Target="../media/image580.png"/><Relationship Id="rId130" Type="http://schemas.openxmlformats.org/officeDocument/2006/relationships/customXml" Target="../ink/ink623.xml"/><Relationship Id="rId172" Type="http://schemas.openxmlformats.org/officeDocument/2006/relationships/customXml" Target="../ink/ink644.xml"/><Relationship Id="rId228" Type="http://schemas.openxmlformats.org/officeDocument/2006/relationships/customXml" Target="../ink/ink672.xml"/><Relationship Id="rId281" Type="http://schemas.openxmlformats.org/officeDocument/2006/relationships/image" Target="../media/image686.png"/><Relationship Id="rId34" Type="http://schemas.openxmlformats.org/officeDocument/2006/relationships/customXml" Target="../ink/ink575.xml"/><Relationship Id="rId76" Type="http://schemas.openxmlformats.org/officeDocument/2006/relationships/customXml" Target="../ink/ink596.xml"/><Relationship Id="rId141" Type="http://schemas.openxmlformats.org/officeDocument/2006/relationships/image" Target="../media/image617.png"/><Relationship Id="rId7" Type="http://schemas.openxmlformats.org/officeDocument/2006/relationships/image" Target="../media/image551.png"/><Relationship Id="rId162" Type="http://schemas.openxmlformats.org/officeDocument/2006/relationships/customXml" Target="../ink/ink639.xml"/><Relationship Id="rId183" Type="http://schemas.openxmlformats.org/officeDocument/2006/relationships/image" Target="../media/image638.png"/><Relationship Id="rId218" Type="http://schemas.openxmlformats.org/officeDocument/2006/relationships/customXml" Target="../ink/ink667.xml"/><Relationship Id="rId239" Type="http://schemas.openxmlformats.org/officeDocument/2006/relationships/image" Target="../media/image666.png"/><Relationship Id="rId250" Type="http://schemas.openxmlformats.org/officeDocument/2006/relationships/image" Target="../media/image671.png"/><Relationship Id="rId271" Type="http://schemas.openxmlformats.org/officeDocument/2006/relationships/image" Target="../media/image681.png"/><Relationship Id="rId292" Type="http://schemas.openxmlformats.org/officeDocument/2006/relationships/customXml" Target="../ink/ink705.xml"/><Relationship Id="rId306" Type="http://schemas.openxmlformats.org/officeDocument/2006/relationships/customXml" Target="../ink/ink712.xml"/><Relationship Id="rId24" Type="http://schemas.openxmlformats.org/officeDocument/2006/relationships/customXml" Target="../ink/ink570.xml"/><Relationship Id="rId45" Type="http://schemas.openxmlformats.org/officeDocument/2006/relationships/image" Target="../media/image570.png"/><Relationship Id="rId66" Type="http://schemas.openxmlformats.org/officeDocument/2006/relationships/customXml" Target="../ink/ink591.xml"/><Relationship Id="rId87" Type="http://schemas.openxmlformats.org/officeDocument/2006/relationships/image" Target="../media/image591.png"/><Relationship Id="rId110" Type="http://schemas.openxmlformats.org/officeDocument/2006/relationships/customXml" Target="../ink/ink613.xml"/><Relationship Id="rId131" Type="http://schemas.openxmlformats.org/officeDocument/2006/relationships/image" Target="../media/image612.png"/><Relationship Id="rId152" Type="http://schemas.openxmlformats.org/officeDocument/2006/relationships/customXml" Target="../ink/ink634.xml"/><Relationship Id="rId173" Type="http://schemas.openxmlformats.org/officeDocument/2006/relationships/image" Target="../media/image633.png"/><Relationship Id="rId194" Type="http://schemas.openxmlformats.org/officeDocument/2006/relationships/customXml" Target="../ink/ink655.xml"/><Relationship Id="rId208" Type="http://schemas.openxmlformats.org/officeDocument/2006/relationships/customXml" Target="../ink/ink662.xml"/><Relationship Id="rId229" Type="http://schemas.openxmlformats.org/officeDocument/2006/relationships/image" Target="../media/image661.png"/><Relationship Id="rId240" Type="http://schemas.openxmlformats.org/officeDocument/2006/relationships/customXml" Target="../ink/ink678.xml"/><Relationship Id="rId261" Type="http://schemas.openxmlformats.org/officeDocument/2006/relationships/customXml" Target="../ink/ink689.xml"/><Relationship Id="rId14" Type="http://schemas.openxmlformats.org/officeDocument/2006/relationships/customXml" Target="../ink/ink565.xml"/><Relationship Id="rId35" Type="http://schemas.openxmlformats.org/officeDocument/2006/relationships/image" Target="../media/image565.png"/><Relationship Id="rId56" Type="http://schemas.openxmlformats.org/officeDocument/2006/relationships/customXml" Target="../ink/ink586.xml"/><Relationship Id="rId77" Type="http://schemas.openxmlformats.org/officeDocument/2006/relationships/image" Target="../media/image586.png"/><Relationship Id="rId100" Type="http://schemas.openxmlformats.org/officeDocument/2006/relationships/customXml" Target="../ink/ink608.xml"/><Relationship Id="rId282" Type="http://schemas.openxmlformats.org/officeDocument/2006/relationships/customXml" Target="../ink/ink700.xml"/><Relationship Id="rId317" Type="http://schemas.openxmlformats.org/officeDocument/2006/relationships/image" Target="../media/image704.png"/><Relationship Id="rId8" Type="http://schemas.openxmlformats.org/officeDocument/2006/relationships/customXml" Target="../ink/ink562.xml"/><Relationship Id="rId98" Type="http://schemas.openxmlformats.org/officeDocument/2006/relationships/customXml" Target="../ink/ink607.xml"/><Relationship Id="rId121" Type="http://schemas.openxmlformats.org/officeDocument/2006/relationships/image" Target="../media/image607.png"/><Relationship Id="rId142" Type="http://schemas.openxmlformats.org/officeDocument/2006/relationships/customXml" Target="../ink/ink629.xml"/><Relationship Id="rId163" Type="http://schemas.openxmlformats.org/officeDocument/2006/relationships/image" Target="../media/image628.png"/><Relationship Id="rId184" Type="http://schemas.openxmlformats.org/officeDocument/2006/relationships/customXml" Target="../ink/ink650.xml"/><Relationship Id="rId219" Type="http://schemas.openxmlformats.org/officeDocument/2006/relationships/image" Target="../media/image656.png"/><Relationship Id="rId230" Type="http://schemas.openxmlformats.org/officeDocument/2006/relationships/customXml" Target="../ink/ink673.xml"/><Relationship Id="rId251" Type="http://schemas.openxmlformats.org/officeDocument/2006/relationships/customXml" Target="../ink/ink684.xml"/><Relationship Id="rId25" Type="http://schemas.openxmlformats.org/officeDocument/2006/relationships/image" Target="../media/image560.png"/><Relationship Id="rId46" Type="http://schemas.openxmlformats.org/officeDocument/2006/relationships/customXml" Target="../ink/ink581.xml"/><Relationship Id="rId67" Type="http://schemas.openxmlformats.org/officeDocument/2006/relationships/image" Target="../media/image581.png"/><Relationship Id="rId272" Type="http://schemas.openxmlformats.org/officeDocument/2006/relationships/customXml" Target="../ink/ink695.xml"/><Relationship Id="rId293" Type="http://schemas.openxmlformats.org/officeDocument/2006/relationships/image" Target="../media/image692.png"/><Relationship Id="rId307" Type="http://schemas.openxmlformats.org/officeDocument/2006/relationships/image" Target="../media/image699.png"/><Relationship Id="rId88" Type="http://schemas.openxmlformats.org/officeDocument/2006/relationships/customXml" Target="../ink/ink602.xml"/><Relationship Id="rId111" Type="http://schemas.openxmlformats.org/officeDocument/2006/relationships/image" Target="../media/image603.png"/><Relationship Id="rId132" Type="http://schemas.openxmlformats.org/officeDocument/2006/relationships/customXml" Target="../ink/ink624.xml"/><Relationship Id="rId153" Type="http://schemas.openxmlformats.org/officeDocument/2006/relationships/image" Target="../media/image623.png"/><Relationship Id="rId174" Type="http://schemas.openxmlformats.org/officeDocument/2006/relationships/customXml" Target="../ink/ink645.xml"/><Relationship Id="rId195" Type="http://schemas.openxmlformats.org/officeDocument/2006/relationships/image" Target="../media/image644.png"/><Relationship Id="rId209" Type="http://schemas.openxmlformats.org/officeDocument/2006/relationships/image" Target="../media/image651.png"/><Relationship Id="rId220" Type="http://schemas.openxmlformats.org/officeDocument/2006/relationships/customXml" Target="../ink/ink668.xml"/><Relationship Id="rId241" Type="http://schemas.openxmlformats.org/officeDocument/2006/relationships/image" Target="../media/image667.png"/><Relationship Id="rId15" Type="http://schemas.openxmlformats.org/officeDocument/2006/relationships/image" Target="../media/image555.png"/><Relationship Id="rId36" Type="http://schemas.openxmlformats.org/officeDocument/2006/relationships/customXml" Target="../ink/ink576.xml"/><Relationship Id="rId57" Type="http://schemas.openxmlformats.org/officeDocument/2006/relationships/image" Target="../media/image576.png"/><Relationship Id="rId262" Type="http://schemas.openxmlformats.org/officeDocument/2006/relationships/image" Target="../media/image677.png"/><Relationship Id="rId283" Type="http://schemas.openxmlformats.org/officeDocument/2006/relationships/image" Target="../media/image687.png"/><Relationship Id="rId318" Type="http://schemas.openxmlformats.org/officeDocument/2006/relationships/customXml" Target="../ink/ink718.xml"/><Relationship Id="rId78" Type="http://schemas.openxmlformats.org/officeDocument/2006/relationships/customXml" Target="../ink/ink597.xml"/><Relationship Id="rId99" Type="http://schemas.openxmlformats.org/officeDocument/2006/relationships/image" Target="../media/image597.png"/><Relationship Id="rId101" Type="http://schemas.openxmlformats.org/officeDocument/2006/relationships/image" Target="../media/image598.png"/><Relationship Id="rId122" Type="http://schemas.openxmlformats.org/officeDocument/2006/relationships/customXml" Target="../ink/ink619.xml"/><Relationship Id="rId143" Type="http://schemas.openxmlformats.org/officeDocument/2006/relationships/image" Target="../media/image618.png"/><Relationship Id="rId164" Type="http://schemas.openxmlformats.org/officeDocument/2006/relationships/customXml" Target="../ink/ink640.xml"/><Relationship Id="rId185" Type="http://schemas.openxmlformats.org/officeDocument/2006/relationships/image" Target="../media/image639.png"/><Relationship Id="rId9" Type="http://schemas.openxmlformats.org/officeDocument/2006/relationships/image" Target="../media/image552.png"/><Relationship Id="rId210" Type="http://schemas.openxmlformats.org/officeDocument/2006/relationships/customXml" Target="../ink/ink663.xml"/><Relationship Id="rId26" Type="http://schemas.openxmlformats.org/officeDocument/2006/relationships/customXml" Target="../ink/ink571.xml"/><Relationship Id="rId231" Type="http://schemas.openxmlformats.org/officeDocument/2006/relationships/image" Target="../media/image662.png"/><Relationship Id="rId252" Type="http://schemas.openxmlformats.org/officeDocument/2006/relationships/image" Target="../media/image672.png"/><Relationship Id="rId273" Type="http://schemas.openxmlformats.org/officeDocument/2006/relationships/image" Target="../media/image682.png"/><Relationship Id="rId294" Type="http://schemas.openxmlformats.org/officeDocument/2006/relationships/customXml" Target="../ink/ink706.xml"/><Relationship Id="rId308" Type="http://schemas.openxmlformats.org/officeDocument/2006/relationships/customXml" Target="../ink/ink713.xml"/><Relationship Id="rId47" Type="http://schemas.openxmlformats.org/officeDocument/2006/relationships/image" Target="../media/image571.png"/><Relationship Id="rId68" Type="http://schemas.openxmlformats.org/officeDocument/2006/relationships/customXml" Target="../ink/ink592.xml"/><Relationship Id="rId89" Type="http://schemas.openxmlformats.org/officeDocument/2006/relationships/image" Target="../media/image592.png"/><Relationship Id="rId112" Type="http://schemas.openxmlformats.org/officeDocument/2006/relationships/customXml" Target="../ink/ink614.xml"/><Relationship Id="rId133" Type="http://schemas.openxmlformats.org/officeDocument/2006/relationships/image" Target="../media/image613.png"/><Relationship Id="rId154" Type="http://schemas.openxmlformats.org/officeDocument/2006/relationships/customXml" Target="../ink/ink635.xml"/><Relationship Id="rId175" Type="http://schemas.openxmlformats.org/officeDocument/2006/relationships/image" Target="../media/image634.png"/><Relationship Id="rId196" Type="http://schemas.openxmlformats.org/officeDocument/2006/relationships/customXml" Target="../ink/ink656.xml"/><Relationship Id="rId200" Type="http://schemas.openxmlformats.org/officeDocument/2006/relationships/customXml" Target="../ink/ink658.xml"/><Relationship Id="rId16" Type="http://schemas.openxmlformats.org/officeDocument/2006/relationships/customXml" Target="../ink/ink566.xml"/><Relationship Id="rId221" Type="http://schemas.openxmlformats.org/officeDocument/2006/relationships/image" Target="../media/image657.png"/><Relationship Id="rId242" Type="http://schemas.openxmlformats.org/officeDocument/2006/relationships/customXml" Target="../ink/ink679.xml"/><Relationship Id="rId263" Type="http://schemas.openxmlformats.org/officeDocument/2006/relationships/customXml" Target="../ink/ink690.xml"/><Relationship Id="rId284" Type="http://schemas.openxmlformats.org/officeDocument/2006/relationships/customXml" Target="../ink/ink701.xml"/><Relationship Id="rId319" Type="http://schemas.openxmlformats.org/officeDocument/2006/relationships/customXml" Target="../ink/ink719.xml"/><Relationship Id="rId37" Type="http://schemas.openxmlformats.org/officeDocument/2006/relationships/image" Target="../media/image566.png"/><Relationship Id="rId58" Type="http://schemas.openxmlformats.org/officeDocument/2006/relationships/customXml" Target="../ink/ink587.xml"/><Relationship Id="rId79" Type="http://schemas.openxmlformats.org/officeDocument/2006/relationships/image" Target="../media/image587.png"/><Relationship Id="rId102" Type="http://schemas.openxmlformats.org/officeDocument/2006/relationships/customXml" Target="../ink/ink609.xml"/><Relationship Id="rId123" Type="http://schemas.openxmlformats.org/officeDocument/2006/relationships/image" Target="../media/image608.png"/><Relationship Id="rId144" Type="http://schemas.openxmlformats.org/officeDocument/2006/relationships/customXml" Target="../ink/ink630.xml"/><Relationship Id="rId90" Type="http://schemas.openxmlformats.org/officeDocument/2006/relationships/customXml" Target="../ink/ink603.xml"/><Relationship Id="rId165" Type="http://schemas.openxmlformats.org/officeDocument/2006/relationships/image" Target="../media/image629.png"/><Relationship Id="rId186" Type="http://schemas.openxmlformats.org/officeDocument/2006/relationships/customXml" Target="../ink/ink651.xml"/><Relationship Id="rId211" Type="http://schemas.openxmlformats.org/officeDocument/2006/relationships/image" Target="../media/image652.png"/><Relationship Id="rId232" Type="http://schemas.openxmlformats.org/officeDocument/2006/relationships/customXml" Target="../ink/ink674.xml"/><Relationship Id="rId253" Type="http://schemas.openxmlformats.org/officeDocument/2006/relationships/customXml" Target="../ink/ink685.xml"/><Relationship Id="rId274" Type="http://schemas.openxmlformats.org/officeDocument/2006/relationships/customXml" Target="../ink/ink696.xml"/><Relationship Id="rId295" Type="http://schemas.openxmlformats.org/officeDocument/2006/relationships/image" Target="../media/image693.png"/><Relationship Id="rId309" Type="http://schemas.openxmlformats.org/officeDocument/2006/relationships/image" Target="../media/image700.png"/><Relationship Id="rId27" Type="http://schemas.openxmlformats.org/officeDocument/2006/relationships/image" Target="../media/image561.png"/><Relationship Id="rId48" Type="http://schemas.openxmlformats.org/officeDocument/2006/relationships/customXml" Target="../ink/ink582.xml"/><Relationship Id="rId69" Type="http://schemas.openxmlformats.org/officeDocument/2006/relationships/image" Target="../media/image582.png"/><Relationship Id="rId113" Type="http://schemas.openxmlformats.org/officeDocument/2006/relationships/image" Target="../media/image604.png"/><Relationship Id="rId134" Type="http://schemas.openxmlformats.org/officeDocument/2006/relationships/customXml" Target="../ink/ink625.xml"/><Relationship Id="rId320" Type="http://schemas.openxmlformats.org/officeDocument/2006/relationships/image" Target="../media/image705.png"/><Relationship Id="rId80" Type="http://schemas.openxmlformats.org/officeDocument/2006/relationships/customXml" Target="../ink/ink598.xml"/><Relationship Id="rId155" Type="http://schemas.openxmlformats.org/officeDocument/2006/relationships/image" Target="../media/image624.png"/><Relationship Id="rId176" Type="http://schemas.openxmlformats.org/officeDocument/2006/relationships/customXml" Target="../ink/ink646.xml"/><Relationship Id="rId197" Type="http://schemas.openxmlformats.org/officeDocument/2006/relationships/image" Target="../media/image645.png"/><Relationship Id="rId201" Type="http://schemas.openxmlformats.org/officeDocument/2006/relationships/image" Target="../media/image647.png"/><Relationship Id="rId222" Type="http://schemas.openxmlformats.org/officeDocument/2006/relationships/customXml" Target="../ink/ink669.xml"/><Relationship Id="rId243" Type="http://schemas.openxmlformats.org/officeDocument/2006/relationships/image" Target="../media/image668.png"/><Relationship Id="rId264" Type="http://schemas.openxmlformats.org/officeDocument/2006/relationships/image" Target="../media/image678.png"/><Relationship Id="rId285" Type="http://schemas.openxmlformats.org/officeDocument/2006/relationships/image" Target="../media/image688.png"/><Relationship Id="rId17" Type="http://schemas.openxmlformats.org/officeDocument/2006/relationships/image" Target="../media/image556.png"/><Relationship Id="rId38" Type="http://schemas.openxmlformats.org/officeDocument/2006/relationships/customXml" Target="../ink/ink577.xml"/><Relationship Id="rId59" Type="http://schemas.openxmlformats.org/officeDocument/2006/relationships/image" Target="../media/image577.png"/><Relationship Id="rId103" Type="http://schemas.openxmlformats.org/officeDocument/2006/relationships/image" Target="../media/image599.png"/><Relationship Id="rId124" Type="http://schemas.openxmlformats.org/officeDocument/2006/relationships/customXml" Target="../ink/ink620.xml"/><Relationship Id="rId310" Type="http://schemas.openxmlformats.org/officeDocument/2006/relationships/customXml" Target="../ink/ink714.xml"/><Relationship Id="rId70" Type="http://schemas.openxmlformats.org/officeDocument/2006/relationships/customXml" Target="../ink/ink593.xml"/><Relationship Id="rId91" Type="http://schemas.openxmlformats.org/officeDocument/2006/relationships/image" Target="../media/image593.png"/><Relationship Id="rId145" Type="http://schemas.openxmlformats.org/officeDocument/2006/relationships/image" Target="../media/image619.png"/><Relationship Id="rId166" Type="http://schemas.openxmlformats.org/officeDocument/2006/relationships/customXml" Target="../ink/ink641.xml"/><Relationship Id="rId187" Type="http://schemas.openxmlformats.org/officeDocument/2006/relationships/image" Target="../media/image640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664.xml"/><Relationship Id="rId233" Type="http://schemas.openxmlformats.org/officeDocument/2006/relationships/image" Target="../media/image663.png"/><Relationship Id="rId254" Type="http://schemas.openxmlformats.org/officeDocument/2006/relationships/image" Target="../media/image673.png"/><Relationship Id="rId28" Type="http://schemas.openxmlformats.org/officeDocument/2006/relationships/customXml" Target="../ink/ink572.xml"/><Relationship Id="rId49" Type="http://schemas.openxmlformats.org/officeDocument/2006/relationships/image" Target="../media/image572.png"/><Relationship Id="rId114" Type="http://schemas.openxmlformats.org/officeDocument/2006/relationships/customXml" Target="../ink/ink615.xml"/><Relationship Id="rId275" Type="http://schemas.openxmlformats.org/officeDocument/2006/relationships/image" Target="../media/image683.png"/><Relationship Id="rId296" Type="http://schemas.openxmlformats.org/officeDocument/2006/relationships/customXml" Target="../ink/ink707.xml"/><Relationship Id="rId300" Type="http://schemas.openxmlformats.org/officeDocument/2006/relationships/customXml" Target="../ink/ink709.xml"/><Relationship Id="rId60" Type="http://schemas.openxmlformats.org/officeDocument/2006/relationships/customXml" Target="../ink/ink588.xml"/><Relationship Id="rId81" Type="http://schemas.openxmlformats.org/officeDocument/2006/relationships/image" Target="../media/image588.png"/><Relationship Id="rId135" Type="http://schemas.openxmlformats.org/officeDocument/2006/relationships/image" Target="../media/image614.png"/><Relationship Id="rId156" Type="http://schemas.openxmlformats.org/officeDocument/2006/relationships/customXml" Target="../ink/ink636.xml"/><Relationship Id="rId177" Type="http://schemas.openxmlformats.org/officeDocument/2006/relationships/image" Target="../media/image635.png"/><Relationship Id="rId198" Type="http://schemas.openxmlformats.org/officeDocument/2006/relationships/customXml" Target="../ink/ink657.xml"/><Relationship Id="rId321" Type="http://schemas.openxmlformats.org/officeDocument/2006/relationships/customXml" Target="../ink/ink720.xml"/><Relationship Id="rId202" Type="http://schemas.openxmlformats.org/officeDocument/2006/relationships/customXml" Target="../ink/ink659.xml"/><Relationship Id="rId223" Type="http://schemas.openxmlformats.org/officeDocument/2006/relationships/image" Target="../media/image658.png"/><Relationship Id="rId244" Type="http://schemas.openxmlformats.org/officeDocument/2006/relationships/customXml" Target="../ink/ink680.xml"/><Relationship Id="rId18" Type="http://schemas.openxmlformats.org/officeDocument/2006/relationships/customXml" Target="../ink/ink567.xml"/><Relationship Id="rId39" Type="http://schemas.openxmlformats.org/officeDocument/2006/relationships/image" Target="../media/image567.png"/><Relationship Id="rId265" Type="http://schemas.openxmlformats.org/officeDocument/2006/relationships/customXml" Target="../ink/ink691.xml"/><Relationship Id="rId286" Type="http://schemas.openxmlformats.org/officeDocument/2006/relationships/customXml" Target="../ink/ink702.xml"/><Relationship Id="rId50" Type="http://schemas.openxmlformats.org/officeDocument/2006/relationships/customXml" Target="../ink/ink583.xml"/><Relationship Id="rId104" Type="http://schemas.openxmlformats.org/officeDocument/2006/relationships/customXml" Target="../ink/ink610.xml"/><Relationship Id="rId125" Type="http://schemas.openxmlformats.org/officeDocument/2006/relationships/image" Target="../media/image609.png"/><Relationship Id="rId146" Type="http://schemas.openxmlformats.org/officeDocument/2006/relationships/customXml" Target="../ink/ink631.xml"/><Relationship Id="rId167" Type="http://schemas.openxmlformats.org/officeDocument/2006/relationships/image" Target="../media/image630.png"/><Relationship Id="rId188" Type="http://schemas.openxmlformats.org/officeDocument/2006/relationships/customXml" Target="../ink/ink652.xml"/><Relationship Id="rId311" Type="http://schemas.openxmlformats.org/officeDocument/2006/relationships/image" Target="../media/image701.png"/><Relationship Id="rId71" Type="http://schemas.openxmlformats.org/officeDocument/2006/relationships/image" Target="../media/image583.png"/><Relationship Id="rId92" Type="http://schemas.openxmlformats.org/officeDocument/2006/relationships/customXml" Target="../ink/ink604.xml"/><Relationship Id="rId213" Type="http://schemas.openxmlformats.org/officeDocument/2006/relationships/image" Target="../media/image653.png"/><Relationship Id="rId234" Type="http://schemas.openxmlformats.org/officeDocument/2006/relationships/customXml" Target="../ink/ink675.xml"/><Relationship Id="rId2" Type="http://schemas.openxmlformats.org/officeDocument/2006/relationships/customXml" Target="../ink/ink559.xml"/><Relationship Id="rId29" Type="http://schemas.openxmlformats.org/officeDocument/2006/relationships/image" Target="../media/image562.png"/><Relationship Id="rId255" Type="http://schemas.openxmlformats.org/officeDocument/2006/relationships/customXml" Target="../ink/ink686.xml"/><Relationship Id="rId276" Type="http://schemas.openxmlformats.org/officeDocument/2006/relationships/customXml" Target="../ink/ink697.xml"/><Relationship Id="rId297" Type="http://schemas.openxmlformats.org/officeDocument/2006/relationships/image" Target="../media/image694.png"/><Relationship Id="rId40" Type="http://schemas.openxmlformats.org/officeDocument/2006/relationships/customXml" Target="../ink/ink578.xml"/><Relationship Id="rId115" Type="http://schemas.openxmlformats.org/officeDocument/2006/relationships/image" Target="../media/image544.png"/><Relationship Id="rId136" Type="http://schemas.openxmlformats.org/officeDocument/2006/relationships/customXml" Target="../ink/ink626.xml"/><Relationship Id="rId157" Type="http://schemas.openxmlformats.org/officeDocument/2006/relationships/image" Target="../media/image625.png"/><Relationship Id="rId178" Type="http://schemas.openxmlformats.org/officeDocument/2006/relationships/customXml" Target="../ink/ink647.xml"/><Relationship Id="rId301" Type="http://schemas.openxmlformats.org/officeDocument/2006/relationships/image" Target="../media/image696.png"/><Relationship Id="rId322" Type="http://schemas.openxmlformats.org/officeDocument/2006/relationships/image" Target="../media/image706.png"/><Relationship Id="rId61" Type="http://schemas.openxmlformats.org/officeDocument/2006/relationships/image" Target="../media/image578.png"/><Relationship Id="rId82" Type="http://schemas.openxmlformats.org/officeDocument/2006/relationships/customXml" Target="../ink/ink599.xml"/><Relationship Id="rId199" Type="http://schemas.openxmlformats.org/officeDocument/2006/relationships/image" Target="../media/image646.png"/><Relationship Id="rId203" Type="http://schemas.openxmlformats.org/officeDocument/2006/relationships/image" Target="../media/image648.png"/><Relationship Id="rId19" Type="http://schemas.openxmlformats.org/officeDocument/2006/relationships/image" Target="../media/image557.png"/><Relationship Id="rId224" Type="http://schemas.openxmlformats.org/officeDocument/2006/relationships/customXml" Target="../ink/ink670.xml"/><Relationship Id="rId245" Type="http://schemas.openxmlformats.org/officeDocument/2006/relationships/image" Target="../media/image669.png"/><Relationship Id="rId266" Type="http://schemas.openxmlformats.org/officeDocument/2006/relationships/image" Target="../media/image679.png"/><Relationship Id="rId287" Type="http://schemas.openxmlformats.org/officeDocument/2006/relationships/image" Target="../media/image689.png"/><Relationship Id="rId30" Type="http://schemas.openxmlformats.org/officeDocument/2006/relationships/customXml" Target="../ink/ink573.xml"/><Relationship Id="rId105" Type="http://schemas.openxmlformats.org/officeDocument/2006/relationships/image" Target="../media/image600.png"/><Relationship Id="rId126" Type="http://schemas.openxmlformats.org/officeDocument/2006/relationships/customXml" Target="../ink/ink621.xml"/><Relationship Id="rId147" Type="http://schemas.openxmlformats.org/officeDocument/2006/relationships/image" Target="../media/image620.png"/><Relationship Id="rId168" Type="http://schemas.openxmlformats.org/officeDocument/2006/relationships/customXml" Target="../ink/ink642.xml"/><Relationship Id="rId312" Type="http://schemas.openxmlformats.org/officeDocument/2006/relationships/customXml" Target="../ink/ink715.xml"/><Relationship Id="rId51" Type="http://schemas.openxmlformats.org/officeDocument/2006/relationships/image" Target="../media/image573.png"/><Relationship Id="rId72" Type="http://schemas.openxmlformats.org/officeDocument/2006/relationships/customXml" Target="../ink/ink594.xml"/><Relationship Id="rId93" Type="http://schemas.openxmlformats.org/officeDocument/2006/relationships/image" Target="../media/image594.png"/><Relationship Id="rId189" Type="http://schemas.openxmlformats.org/officeDocument/2006/relationships/image" Target="../media/image641.png"/><Relationship Id="rId3" Type="http://schemas.openxmlformats.org/officeDocument/2006/relationships/image" Target="../media/image549.png"/><Relationship Id="rId214" Type="http://schemas.openxmlformats.org/officeDocument/2006/relationships/customXml" Target="../ink/ink665.xml"/><Relationship Id="rId235" Type="http://schemas.openxmlformats.org/officeDocument/2006/relationships/image" Target="../media/image664.png"/><Relationship Id="rId256" Type="http://schemas.openxmlformats.org/officeDocument/2006/relationships/image" Target="../media/image674.png"/><Relationship Id="rId277" Type="http://schemas.openxmlformats.org/officeDocument/2006/relationships/image" Target="../media/image684.png"/><Relationship Id="rId298" Type="http://schemas.openxmlformats.org/officeDocument/2006/relationships/customXml" Target="../ink/ink708.xml"/><Relationship Id="rId116" Type="http://schemas.openxmlformats.org/officeDocument/2006/relationships/customXml" Target="../ink/ink616.xml"/><Relationship Id="rId137" Type="http://schemas.openxmlformats.org/officeDocument/2006/relationships/image" Target="../media/image615.png"/><Relationship Id="rId158" Type="http://schemas.openxmlformats.org/officeDocument/2006/relationships/customXml" Target="../ink/ink637.xml"/><Relationship Id="rId302" Type="http://schemas.openxmlformats.org/officeDocument/2006/relationships/customXml" Target="../ink/ink710.xml"/><Relationship Id="rId323" Type="http://schemas.openxmlformats.org/officeDocument/2006/relationships/customXml" Target="../ink/ink721.xml"/><Relationship Id="rId20" Type="http://schemas.openxmlformats.org/officeDocument/2006/relationships/customXml" Target="../ink/ink568.xml"/><Relationship Id="rId41" Type="http://schemas.openxmlformats.org/officeDocument/2006/relationships/image" Target="../media/image568.png"/><Relationship Id="rId62" Type="http://schemas.openxmlformats.org/officeDocument/2006/relationships/customXml" Target="../ink/ink589.xml"/><Relationship Id="rId83" Type="http://schemas.openxmlformats.org/officeDocument/2006/relationships/image" Target="../media/image589.png"/><Relationship Id="rId179" Type="http://schemas.openxmlformats.org/officeDocument/2006/relationships/image" Target="../media/image636.png"/><Relationship Id="rId190" Type="http://schemas.openxmlformats.org/officeDocument/2006/relationships/customXml" Target="../ink/ink653.xml"/><Relationship Id="rId204" Type="http://schemas.openxmlformats.org/officeDocument/2006/relationships/customXml" Target="../ink/ink660.xml"/><Relationship Id="rId225" Type="http://schemas.openxmlformats.org/officeDocument/2006/relationships/image" Target="../media/image659.png"/><Relationship Id="rId246" Type="http://schemas.openxmlformats.org/officeDocument/2006/relationships/customXml" Target="../ink/ink681.xml"/><Relationship Id="rId267" Type="http://schemas.openxmlformats.org/officeDocument/2006/relationships/customXml" Target="../ink/ink692.xml"/><Relationship Id="rId288" Type="http://schemas.openxmlformats.org/officeDocument/2006/relationships/customXml" Target="../ink/ink703.xml"/><Relationship Id="rId106" Type="http://schemas.openxmlformats.org/officeDocument/2006/relationships/customXml" Target="../ink/ink611.xml"/><Relationship Id="rId127" Type="http://schemas.openxmlformats.org/officeDocument/2006/relationships/image" Target="../media/image610.png"/><Relationship Id="rId313" Type="http://schemas.openxmlformats.org/officeDocument/2006/relationships/image" Target="../media/image702.png"/><Relationship Id="rId10" Type="http://schemas.openxmlformats.org/officeDocument/2006/relationships/customXml" Target="../ink/ink563.xml"/><Relationship Id="rId31" Type="http://schemas.openxmlformats.org/officeDocument/2006/relationships/image" Target="../media/image563.png"/><Relationship Id="rId52" Type="http://schemas.openxmlformats.org/officeDocument/2006/relationships/customXml" Target="../ink/ink584.xml"/><Relationship Id="rId73" Type="http://schemas.openxmlformats.org/officeDocument/2006/relationships/image" Target="../media/image584.png"/><Relationship Id="rId94" Type="http://schemas.openxmlformats.org/officeDocument/2006/relationships/customXml" Target="../ink/ink605.xml"/><Relationship Id="rId148" Type="http://schemas.openxmlformats.org/officeDocument/2006/relationships/customXml" Target="../ink/ink632.xml"/><Relationship Id="rId169" Type="http://schemas.openxmlformats.org/officeDocument/2006/relationships/image" Target="../media/image631.png"/><Relationship Id="rId4" Type="http://schemas.openxmlformats.org/officeDocument/2006/relationships/customXml" Target="../ink/ink560.xml"/><Relationship Id="rId180" Type="http://schemas.openxmlformats.org/officeDocument/2006/relationships/customXml" Target="../ink/ink648.xml"/><Relationship Id="rId215" Type="http://schemas.openxmlformats.org/officeDocument/2006/relationships/image" Target="../media/image654.png"/><Relationship Id="rId236" Type="http://schemas.openxmlformats.org/officeDocument/2006/relationships/customXml" Target="../ink/ink676.xml"/><Relationship Id="rId257" Type="http://schemas.openxmlformats.org/officeDocument/2006/relationships/customXml" Target="../ink/ink687.xml"/><Relationship Id="rId278" Type="http://schemas.openxmlformats.org/officeDocument/2006/relationships/customXml" Target="../ink/ink698.xml"/><Relationship Id="rId303" Type="http://schemas.openxmlformats.org/officeDocument/2006/relationships/image" Target="../media/image697.png"/><Relationship Id="rId42" Type="http://schemas.openxmlformats.org/officeDocument/2006/relationships/customXml" Target="../ink/ink579.xml"/><Relationship Id="rId84" Type="http://schemas.openxmlformats.org/officeDocument/2006/relationships/customXml" Target="../ink/ink600.xml"/><Relationship Id="rId138" Type="http://schemas.openxmlformats.org/officeDocument/2006/relationships/customXml" Target="../ink/ink627.xml"/><Relationship Id="rId191" Type="http://schemas.openxmlformats.org/officeDocument/2006/relationships/image" Target="../media/image642.png"/><Relationship Id="rId205" Type="http://schemas.openxmlformats.org/officeDocument/2006/relationships/image" Target="../media/image649.png"/><Relationship Id="rId247" Type="http://schemas.openxmlformats.org/officeDocument/2006/relationships/image" Target="../media/image670.png"/><Relationship Id="rId107" Type="http://schemas.openxmlformats.org/officeDocument/2006/relationships/image" Target="../media/image601.png"/><Relationship Id="rId289" Type="http://schemas.openxmlformats.org/officeDocument/2006/relationships/image" Target="../media/image690.png"/><Relationship Id="rId11" Type="http://schemas.openxmlformats.org/officeDocument/2006/relationships/image" Target="../media/image553.png"/><Relationship Id="rId53" Type="http://schemas.openxmlformats.org/officeDocument/2006/relationships/image" Target="../media/image574.png"/><Relationship Id="rId149" Type="http://schemas.openxmlformats.org/officeDocument/2006/relationships/image" Target="../media/image621.png"/><Relationship Id="rId314" Type="http://schemas.openxmlformats.org/officeDocument/2006/relationships/customXml" Target="../ink/ink716.xml"/><Relationship Id="rId95" Type="http://schemas.openxmlformats.org/officeDocument/2006/relationships/image" Target="../media/image595.png"/><Relationship Id="rId160" Type="http://schemas.openxmlformats.org/officeDocument/2006/relationships/customXml" Target="../ink/ink638.xml"/><Relationship Id="rId216" Type="http://schemas.openxmlformats.org/officeDocument/2006/relationships/customXml" Target="../ink/ink666.xml"/><Relationship Id="rId258" Type="http://schemas.openxmlformats.org/officeDocument/2006/relationships/image" Target="../media/image675.png"/><Relationship Id="rId22" Type="http://schemas.openxmlformats.org/officeDocument/2006/relationships/customXml" Target="../ink/ink569.xml"/><Relationship Id="rId64" Type="http://schemas.openxmlformats.org/officeDocument/2006/relationships/customXml" Target="../ink/ink590.xml"/><Relationship Id="rId118" Type="http://schemas.openxmlformats.org/officeDocument/2006/relationships/customXml" Target="../ink/ink617.xml"/><Relationship Id="rId325" Type="http://schemas.openxmlformats.org/officeDocument/2006/relationships/customXml" Target="../ink/ink722.xml"/><Relationship Id="rId171" Type="http://schemas.openxmlformats.org/officeDocument/2006/relationships/image" Target="../media/image632.png"/><Relationship Id="rId227" Type="http://schemas.openxmlformats.org/officeDocument/2006/relationships/image" Target="../media/image660.png"/><Relationship Id="rId269" Type="http://schemas.openxmlformats.org/officeDocument/2006/relationships/customXml" Target="../ink/ink693.xml"/><Relationship Id="rId33" Type="http://schemas.openxmlformats.org/officeDocument/2006/relationships/image" Target="../media/image564.png"/><Relationship Id="rId129" Type="http://schemas.openxmlformats.org/officeDocument/2006/relationships/image" Target="../media/image611.png"/><Relationship Id="rId280" Type="http://schemas.openxmlformats.org/officeDocument/2006/relationships/customXml" Target="../ink/ink699.xml"/><Relationship Id="rId75" Type="http://schemas.openxmlformats.org/officeDocument/2006/relationships/image" Target="../media/image585.png"/><Relationship Id="rId140" Type="http://schemas.openxmlformats.org/officeDocument/2006/relationships/customXml" Target="../ink/ink628.xml"/><Relationship Id="rId182" Type="http://schemas.openxmlformats.org/officeDocument/2006/relationships/customXml" Target="../ink/ink649.xml"/><Relationship Id="rId6" Type="http://schemas.openxmlformats.org/officeDocument/2006/relationships/customXml" Target="../ink/ink561.xml"/><Relationship Id="rId238" Type="http://schemas.openxmlformats.org/officeDocument/2006/relationships/customXml" Target="../ink/ink677.xml"/><Relationship Id="rId291" Type="http://schemas.openxmlformats.org/officeDocument/2006/relationships/image" Target="../media/image691.png"/><Relationship Id="rId305" Type="http://schemas.openxmlformats.org/officeDocument/2006/relationships/image" Target="../media/image698.png"/><Relationship Id="rId44" Type="http://schemas.openxmlformats.org/officeDocument/2006/relationships/customXml" Target="../ink/ink580.xml"/><Relationship Id="rId86" Type="http://schemas.openxmlformats.org/officeDocument/2006/relationships/customXml" Target="../ink/ink601.xml"/><Relationship Id="rId151" Type="http://schemas.openxmlformats.org/officeDocument/2006/relationships/image" Target="../media/image622.png"/><Relationship Id="rId193" Type="http://schemas.openxmlformats.org/officeDocument/2006/relationships/image" Target="../media/image643.png"/><Relationship Id="rId207" Type="http://schemas.openxmlformats.org/officeDocument/2006/relationships/image" Target="../media/image650.png"/><Relationship Id="rId249" Type="http://schemas.openxmlformats.org/officeDocument/2006/relationships/customXml" Target="../ink/ink683.xml"/><Relationship Id="rId13" Type="http://schemas.openxmlformats.org/officeDocument/2006/relationships/image" Target="../media/image554.png"/><Relationship Id="rId109" Type="http://schemas.openxmlformats.org/officeDocument/2006/relationships/image" Target="../media/image602.png"/><Relationship Id="rId260" Type="http://schemas.openxmlformats.org/officeDocument/2006/relationships/image" Target="../media/image676.png"/><Relationship Id="rId316" Type="http://schemas.openxmlformats.org/officeDocument/2006/relationships/customXml" Target="../ink/ink717.xml"/><Relationship Id="rId55" Type="http://schemas.openxmlformats.org/officeDocument/2006/relationships/image" Target="../media/image575.png"/><Relationship Id="rId97" Type="http://schemas.openxmlformats.org/officeDocument/2006/relationships/image" Target="../media/image596.png"/><Relationship Id="rId120" Type="http://schemas.openxmlformats.org/officeDocument/2006/relationships/customXml" Target="../ink/ink618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81.xml"/><Relationship Id="rId21" Type="http://schemas.openxmlformats.org/officeDocument/2006/relationships/image" Target="../media/image718.png"/><Relationship Id="rId63" Type="http://schemas.openxmlformats.org/officeDocument/2006/relationships/image" Target="../media/image739.png"/><Relationship Id="rId159" Type="http://schemas.openxmlformats.org/officeDocument/2006/relationships/customXml" Target="../ink/ink802.xml"/><Relationship Id="rId170" Type="http://schemas.openxmlformats.org/officeDocument/2006/relationships/image" Target="../media/image791.png"/><Relationship Id="rId191" Type="http://schemas.openxmlformats.org/officeDocument/2006/relationships/customXml" Target="../ink/ink818.xml"/><Relationship Id="rId205" Type="http://schemas.openxmlformats.org/officeDocument/2006/relationships/customXml" Target="../ink/ink825.xml"/><Relationship Id="rId226" Type="http://schemas.openxmlformats.org/officeDocument/2006/relationships/image" Target="../media/image819.png"/><Relationship Id="rId247" Type="http://schemas.openxmlformats.org/officeDocument/2006/relationships/customXml" Target="../ink/ink846.xml"/><Relationship Id="rId107" Type="http://schemas.openxmlformats.org/officeDocument/2006/relationships/image" Target="../media/image760.png"/><Relationship Id="rId11" Type="http://schemas.openxmlformats.org/officeDocument/2006/relationships/image" Target="../media/image713.png"/><Relationship Id="rId32" Type="http://schemas.openxmlformats.org/officeDocument/2006/relationships/customXml" Target="../ink/ink738.xml"/><Relationship Id="rId53" Type="http://schemas.openxmlformats.org/officeDocument/2006/relationships/image" Target="../media/image734.png"/><Relationship Id="rId74" Type="http://schemas.openxmlformats.org/officeDocument/2006/relationships/customXml" Target="../ink/ink759.xml"/><Relationship Id="rId128" Type="http://schemas.openxmlformats.org/officeDocument/2006/relationships/image" Target="../media/image770.png"/><Relationship Id="rId149" Type="http://schemas.openxmlformats.org/officeDocument/2006/relationships/customXml" Target="../ink/ink797.xml"/><Relationship Id="rId5" Type="http://schemas.openxmlformats.org/officeDocument/2006/relationships/image" Target="../media/image710.png"/><Relationship Id="rId95" Type="http://schemas.openxmlformats.org/officeDocument/2006/relationships/image" Target="../media/image754.png"/><Relationship Id="rId160" Type="http://schemas.openxmlformats.org/officeDocument/2006/relationships/image" Target="../media/image786.png"/><Relationship Id="rId181" Type="http://schemas.openxmlformats.org/officeDocument/2006/relationships/customXml" Target="../ink/ink813.xml"/><Relationship Id="rId216" Type="http://schemas.openxmlformats.org/officeDocument/2006/relationships/image" Target="../media/image814.png"/><Relationship Id="rId237" Type="http://schemas.openxmlformats.org/officeDocument/2006/relationships/customXml" Target="../ink/ink841.xml"/><Relationship Id="rId258" Type="http://schemas.openxmlformats.org/officeDocument/2006/relationships/image" Target="../media/image835.png"/><Relationship Id="rId22" Type="http://schemas.openxmlformats.org/officeDocument/2006/relationships/customXml" Target="../ink/ink733.xml"/><Relationship Id="rId43" Type="http://schemas.openxmlformats.org/officeDocument/2006/relationships/image" Target="../media/image729.png"/><Relationship Id="rId64" Type="http://schemas.openxmlformats.org/officeDocument/2006/relationships/customXml" Target="../ink/ink754.xml"/><Relationship Id="rId118" Type="http://schemas.openxmlformats.org/officeDocument/2006/relationships/image" Target="../media/image765.png"/><Relationship Id="rId139" Type="http://schemas.openxmlformats.org/officeDocument/2006/relationships/customXml" Target="../ink/ink792.xml"/><Relationship Id="rId85" Type="http://schemas.openxmlformats.org/officeDocument/2006/relationships/image" Target="../media/image750.png"/><Relationship Id="rId150" Type="http://schemas.openxmlformats.org/officeDocument/2006/relationships/image" Target="../media/image781.png"/><Relationship Id="rId171" Type="http://schemas.openxmlformats.org/officeDocument/2006/relationships/customXml" Target="../ink/ink808.xml"/><Relationship Id="rId192" Type="http://schemas.openxmlformats.org/officeDocument/2006/relationships/image" Target="../media/image802.png"/><Relationship Id="rId206" Type="http://schemas.openxmlformats.org/officeDocument/2006/relationships/image" Target="../media/image809.png"/><Relationship Id="rId227" Type="http://schemas.openxmlformats.org/officeDocument/2006/relationships/customXml" Target="../ink/ink836.xml"/><Relationship Id="rId248" Type="http://schemas.openxmlformats.org/officeDocument/2006/relationships/image" Target="../media/image830.png"/><Relationship Id="rId12" Type="http://schemas.openxmlformats.org/officeDocument/2006/relationships/customXml" Target="../ink/ink728.xml"/><Relationship Id="rId33" Type="http://schemas.openxmlformats.org/officeDocument/2006/relationships/image" Target="../media/image724.png"/><Relationship Id="rId108" Type="http://schemas.openxmlformats.org/officeDocument/2006/relationships/customXml" Target="../ink/ink776.xml"/><Relationship Id="rId129" Type="http://schemas.openxmlformats.org/officeDocument/2006/relationships/customXml" Target="../ink/ink787.xml"/><Relationship Id="rId54" Type="http://schemas.openxmlformats.org/officeDocument/2006/relationships/customXml" Target="../ink/ink749.xml"/><Relationship Id="rId75" Type="http://schemas.openxmlformats.org/officeDocument/2006/relationships/image" Target="../media/image745.png"/><Relationship Id="rId96" Type="http://schemas.openxmlformats.org/officeDocument/2006/relationships/customXml" Target="../ink/ink770.xml"/><Relationship Id="rId140" Type="http://schemas.openxmlformats.org/officeDocument/2006/relationships/image" Target="../media/image776.png"/><Relationship Id="rId161" Type="http://schemas.openxmlformats.org/officeDocument/2006/relationships/customXml" Target="../ink/ink803.xml"/><Relationship Id="rId182" Type="http://schemas.openxmlformats.org/officeDocument/2006/relationships/image" Target="../media/image797.png"/><Relationship Id="rId217" Type="http://schemas.openxmlformats.org/officeDocument/2006/relationships/customXml" Target="../ink/ink831.xml"/><Relationship Id="rId6" Type="http://schemas.openxmlformats.org/officeDocument/2006/relationships/customXml" Target="../ink/ink725.xml"/><Relationship Id="rId238" Type="http://schemas.openxmlformats.org/officeDocument/2006/relationships/image" Target="../media/image825.png"/><Relationship Id="rId259" Type="http://schemas.openxmlformats.org/officeDocument/2006/relationships/customXml" Target="../ink/ink852.xml"/><Relationship Id="rId23" Type="http://schemas.openxmlformats.org/officeDocument/2006/relationships/image" Target="../media/image719.png"/><Relationship Id="rId119" Type="http://schemas.openxmlformats.org/officeDocument/2006/relationships/customXml" Target="../ink/ink782.xml"/><Relationship Id="rId44" Type="http://schemas.openxmlformats.org/officeDocument/2006/relationships/customXml" Target="../ink/ink744.xml"/><Relationship Id="rId65" Type="http://schemas.openxmlformats.org/officeDocument/2006/relationships/image" Target="../media/image740.png"/><Relationship Id="rId86" Type="http://schemas.openxmlformats.org/officeDocument/2006/relationships/customXml" Target="../ink/ink765.xml"/><Relationship Id="rId130" Type="http://schemas.openxmlformats.org/officeDocument/2006/relationships/image" Target="../media/image771.png"/><Relationship Id="rId151" Type="http://schemas.openxmlformats.org/officeDocument/2006/relationships/customXml" Target="../ink/ink798.xml"/><Relationship Id="rId172" Type="http://schemas.openxmlformats.org/officeDocument/2006/relationships/image" Target="../media/image792.png"/><Relationship Id="rId193" Type="http://schemas.openxmlformats.org/officeDocument/2006/relationships/customXml" Target="../ink/ink819.xml"/><Relationship Id="rId207" Type="http://schemas.openxmlformats.org/officeDocument/2006/relationships/customXml" Target="../ink/ink826.xml"/><Relationship Id="rId228" Type="http://schemas.openxmlformats.org/officeDocument/2006/relationships/image" Target="../media/image820.png"/><Relationship Id="rId249" Type="http://schemas.openxmlformats.org/officeDocument/2006/relationships/customXml" Target="../ink/ink847.xml"/><Relationship Id="rId13" Type="http://schemas.openxmlformats.org/officeDocument/2006/relationships/image" Target="../media/image714.png"/><Relationship Id="rId109" Type="http://schemas.openxmlformats.org/officeDocument/2006/relationships/image" Target="../media/image761.png"/><Relationship Id="rId260" Type="http://schemas.openxmlformats.org/officeDocument/2006/relationships/image" Target="../media/image836.png"/><Relationship Id="rId34" Type="http://schemas.openxmlformats.org/officeDocument/2006/relationships/customXml" Target="../ink/ink739.xml"/><Relationship Id="rId55" Type="http://schemas.openxmlformats.org/officeDocument/2006/relationships/image" Target="../media/image735.png"/><Relationship Id="rId76" Type="http://schemas.openxmlformats.org/officeDocument/2006/relationships/customXml" Target="../ink/ink760.xml"/><Relationship Id="rId97" Type="http://schemas.openxmlformats.org/officeDocument/2006/relationships/image" Target="../media/image755.png"/><Relationship Id="rId120" Type="http://schemas.openxmlformats.org/officeDocument/2006/relationships/image" Target="../media/image766.png"/><Relationship Id="rId141" Type="http://schemas.openxmlformats.org/officeDocument/2006/relationships/customXml" Target="../ink/ink793.xml"/><Relationship Id="rId7" Type="http://schemas.openxmlformats.org/officeDocument/2006/relationships/image" Target="../media/image711.png"/><Relationship Id="rId162" Type="http://schemas.openxmlformats.org/officeDocument/2006/relationships/image" Target="../media/image787.png"/><Relationship Id="rId183" Type="http://schemas.openxmlformats.org/officeDocument/2006/relationships/customXml" Target="../ink/ink814.xml"/><Relationship Id="rId218" Type="http://schemas.openxmlformats.org/officeDocument/2006/relationships/image" Target="../media/image815.png"/><Relationship Id="rId239" Type="http://schemas.openxmlformats.org/officeDocument/2006/relationships/customXml" Target="../ink/ink842.xml"/><Relationship Id="rId250" Type="http://schemas.openxmlformats.org/officeDocument/2006/relationships/image" Target="../media/image831.png"/><Relationship Id="rId24" Type="http://schemas.openxmlformats.org/officeDocument/2006/relationships/customXml" Target="../ink/ink734.xml"/><Relationship Id="rId45" Type="http://schemas.openxmlformats.org/officeDocument/2006/relationships/image" Target="../media/image730.png"/><Relationship Id="rId66" Type="http://schemas.openxmlformats.org/officeDocument/2006/relationships/customXml" Target="../ink/ink755.xml"/><Relationship Id="rId87" Type="http://schemas.openxmlformats.org/officeDocument/2006/relationships/image" Target="../media/image751.png"/><Relationship Id="rId110" Type="http://schemas.openxmlformats.org/officeDocument/2006/relationships/customXml" Target="../ink/ink777.xml"/><Relationship Id="rId131" Type="http://schemas.openxmlformats.org/officeDocument/2006/relationships/customXml" Target="../ink/ink788.xml"/><Relationship Id="rId152" Type="http://schemas.openxmlformats.org/officeDocument/2006/relationships/image" Target="../media/image782.png"/><Relationship Id="rId173" Type="http://schemas.openxmlformats.org/officeDocument/2006/relationships/customXml" Target="../ink/ink809.xml"/><Relationship Id="rId194" Type="http://schemas.openxmlformats.org/officeDocument/2006/relationships/image" Target="../media/image803.png"/><Relationship Id="rId208" Type="http://schemas.openxmlformats.org/officeDocument/2006/relationships/image" Target="../media/image810.png"/><Relationship Id="rId229" Type="http://schemas.openxmlformats.org/officeDocument/2006/relationships/customXml" Target="../ink/ink837.xml"/><Relationship Id="rId240" Type="http://schemas.openxmlformats.org/officeDocument/2006/relationships/image" Target="../media/image826.png"/><Relationship Id="rId261" Type="http://schemas.openxmlformats.org/officeDocument/2006/relationships/customXml" Target="../ink/ink853.xml"/><Relationship Id="rId14" Type="http://schemas.openxmlformats.org/officeDocument/2006/relationships/customXml" Target="../ink/ink729.xml"/><Relationship Id="rId35" Type="http://schemas.openxmlformats.org/officeDocument/2006/relationships/image" Target="../media/image725.png"/><Relationship Id="rId56" Type="http://schemas.openxmlformats.org/officeDocument/2006/relationships/customXml" Target="../ink/ink750.xml"/><Relationship Id="rId77" Type="http://schemas.openxmlformats.org/officeDocument/2006/relationships/image" Target="../media/image746.png"/><Relationship Id="rId100" Type="http://schemas.openxmlformats.org/officeDocument/2006/relationships/customXml" Target="../ink/ink772.xml"/><Relationship Id="rId8" Type="http://schemas.openxmlformats.org/officeDocument/2006/relationships/customXml" Target="../ink/ink726.xml"/><Relationship Id="rId98" Type="http://schemas.openxmlformats.org/officeDocument/2006/relationships/customXml" Target="../ink/ink771.xml"/><Relationship Id="rId121" Type="http://schemas.openxmlformats.org/officeDocument/2006/relationships/customXml" Target="../ink/ink783.xml"/><Relationship Id="rId142" Type="http://schemas.openxmlformats.org/officeDocument/2006/relationships/image" Target="../media/image777.png"/><Relationship Id="rId163" Type="http://schemas.openxmlformats.org/officeDocument/2006/relationships/customXml" Target="../ink/ink804.xml"/><Relationship Id="rId184" Type="http://schemas.openxmlformats.org/officeDocument/2006/relationships/image" Target="../media/image798.png"/><Relationship Id="rId219" Type="http://schemas.openxmlformats.org/officeDocument/2006/relationships/customXml" Target="../ink/ink832.xml"/><Relationship Id="rId230" Type="http://schemas.openxmlformats.org/officeDocument/2006/relationships/image" Target="../media/image821.png"/><Relationship Id="rId251" Type="http://schemas.openxmlformats.org/officeDocument/2006/relationships/customXml" Target="../ink/ink848.xml"/><Relationship Id="rId25" Type="http://schemas.openxmlformats.org/officeDocument/2006/relationships/image" Target="../media/image720.png"/><Relationship Id="rId46" Type="http://schemas.openxmlformats.org/officeDocument/2006/relationships/customXml" Target="../ink/ink745.xml"/><Relationship Id="rId67" Type="http://schemas.openxmlformats.org/officeDocument/2006/relationships/image" Target="../media/image741.png"/><Relationship Id="rId88" Type="http://schemas.openxmlformats.org/officeDocument/2006/relationships/customXml" Target="../ink/ink766.xml"/><Relationship Id="rId111" Type="http://schemas.openxmlformats.org/officeDocument/2006/relationships/image" Target="../media/image762.png"/><Relationship Id="rId132" Type="http://schemas.openxmlformats.org/officeDocument/2006/relationships/image" Target="../media/image772.png"/><Relationship Id="rId153" Type="http://schemas.openxmlformats.org/officeDocument/2006/relationships/customXml" Target="../ink/ink799.xml"/><Relationship Id="rId174" Type="http://schemas.openxmlformats.org/officeDocument/2006/relationships/image" Target="../media/image793.png"/><Relationship Id="rId195" Type="http://schemas.openxmlformats.org/officeDocument/2006/relationships/customXml" Target="../ink/ink820.xml"/><Relationship Id="rId209" Type="http://schemas.openxmlformats.org/officeDocument/2006/relationships/customXml" Target="../ink/ink827.xml"/><Relationship Id="rId220" Type="http://schemas.openxmlformats.org/officeDocument/2006/relationships/image" Target="../media/image816.png"/><Relationship Id="rId241" Type="http://schemas.openxmlformats.org/officeDocument/2006/relationships/customXml" Target="../ink/ink843.xml"/><Relationship Id="rId15" Type="http://schemas.openxmlformats.org/officeDocument/2006/relationships/image" Target="../media/image715.png"/><Relationship Id="rId36" Type="http://schemas.openxmlformats.org/officeDocument/2006/relationships/customXml" Target="../ink/ink740.xml"/><Relationship Id="rId57" Type="http://schemas.openxmlformats.org/officeDocument/2006/relationships/image" Target="../media/image736.png"/><Relationship Id="rId78" Type="http://schemas.openxmlformats.org/officeDocument/2006/relationships/customXml" Target="../ink/ink761.xml"/><Relationship Id="rId99" Type="http://schemas.openxmlformats.org/officeDocument/2006/relationships/image" Target="../media/image756.png"/><Relationship Id="rId101" Type="http://schemas.openxmlformats.org/officeDocument/2006/relationships/image" Target="../media/image757.png"/><Relationship Id="rId122" Type="http://schemas.openxmlformats.org/officeDocument/2006/relationships/image" Target="../media/image767.png"/><Relationship Id="rId143" Type="http://schemas.openxmlformats.org/officeDocument/2006/relationships/customXml" Target="../ink/ink794.xml"/><Relationship Id="rId164" Type="http://schemas.openxmlformats.org/officeDocument/2006/relationships/image" Target="../media/image788.png"/><Relationship Id="rId185" Type="http://schemas.openxmlformats.org/officeDocument/2006/relationships/customXml" Target="../ink/ink815.xml"/><Relationship Id="rId9" Type="http://schemas.openxmlformats.org/officeDocument/2006/relationships/image" Target="../media/image712.png"/><Relationship Id="rId210" Type="http://schemas.openxmlformats.org/officeDocument/2006/relationships/image" Target="../media/image811.png"/><Relationship Id="rId26" Type="http://schemas.openxmlformats.org/officeDocument/2006/relationships/customXml" Target="../ink/ink735.xml"/><Relationship Id="rId231" Type="http://schemas.openxmlformats.org/officeDocument/2006/relationships/customXml" Target="../ink/ink838.xml"/><Relationship Id="rId252" Type="http://schemas.openxmlformats.org/officeDocument/2006/relationships/image" Target="../media/image832.png"/><Relationship Id="rId47" Type="http://schemas.openxmlformats.org/officeDocument/2006/relationships/image" Target="../media/image731.png"/><Relationship Id="rId68" Type="http://schemas.openxmlformats.org/officeDocument/2006/relationships/customXml" Target="../ink/ink756.xml"/><Relationship Id="rId89" Type="http://schemas.openxmlformats.org/officeDocument/2006/relationships/image" Target="../media/image752.png"/><Relationship Id="rId112" Type="http://schemas.openxmlformats.org/officeDocument/2006/relationships/customXml" Target="../ink/ink778.xml"/><Relationship Id="rId133" Type="http://schemas.openxmlformats.org/officeDocument/2006/relationships/customXml" Target="../ink/ink789.xml"/><Relationship Id="rId154" Type="http://schemas.openxmlformats.org/officeDocument/2006/relationships/image" Target="../media/image783.png"/><Relationship Id="rId175" Type="http://schemas.openxmlformats.org/officeDocument/2006/relationships/customXml" Target="../ink/ink810.xml"/><Relationship Id="rId196" Type="http://schemas.openxmlformats.org/officeDocument/2006/relationships/image" Target="../media/image804.png"/><Relationship Id="rId200" Type="http://schemas.openxmlformats.org/officeDocument/2006/relationships/image" Target="../media/image806.png"/><Relationship Id="rId16" Type="http://schemas.openxmlformats.org/officeDocument/2006/relationships/customXml" Target="../ink/ink730.xml"/><Relationship Id="rId221" Type="http://schemas.openxmlformats.org/officeDocument/2006/relationships/customXml" Target="../ink/ink833.xml"/><Relationship Id="rId242" Type="http://schemas.openxmlformats.org/officeDocument/2006/relationships/image" Target="../media/image827.png"/><Relationship Id="rId37" Type="http://schemas.openxmlformats.org/officeDocument/2006/relationships/image" Target="../media/image726.png"/><Relationship Id="rId58" Type="http://schemas.openxmlformats.org/officeDocument/2006/relationships/customXml" Target="../ink/ink751.xml"/><Relationship Id="rId79" Type="http://schemas.openxmlformats.org/officeDocument/2006/relationships/image" Target="../media/image747.png"/><Relationship Id="rId102" Type="http://schemas.openxmlformats.org/officeDocument/2006/relationships/customXml" Target="../ink/ink773.xml"/><Relationship Id="rId123" Type="http://schemas.openxmlformats.org/officeDocument/2006/relationships/image" Target="../media/image768.png"/><Relationship Id="rId144" Type="http://schemas.openxmlformats.org/officeDocument/2006/relationships/image" Target="../media/image778.png"/><Relationship Id="rId90" Type="http://schemas.openxmlformats.org/officeDocument/2006/relationships/customXml" Target="../ink/ink767.xml"/><Relationship Id="rId165" Type="http://schemas.openxmlformats.org/officeDocument/2006/relationships/customXml" Target="../ink/ink805.xml"/><Relationship Id="rId186" Type="http://schemas.openxmlformats.org/officeDocument/2006/relationships/image" Target="../media/image799.png"/><Relationship Id="rId211" Type="http://schemas.openxmlformats.org/officeDocument/2006/relationships/customXml" Target="../ink/ink828.xml"/><Relationship Id="rId232" Type="http://schemas.openxmlformats.org/officeDocument/2006/relationships/image" Target="../media/image822.png"/><Relationship Id="rId253" Type="http://schemas.openxmlformats.org/officeDocument/2006/relationships/customXml" Target="../ink/ink849.xml"/><Relationship Id="rId27" Type="http://schemas.openxmlformats.org/officeDocument/2006/relationships/image" Target="../media/image721.png"/><Relationship Id="rId48" Type="http://schemas.openxmlformats.org/officeDocument/2006/relationships/customXml" Target="../ink/ink746.xml"/><Relationship Id="rId69" Type="http://schemas.openxmlformats.org/officeDocument/2006/relationships/image" Target="../media/image742.png"/><Relationship Id="rId113" Type="http://schemas.openxmlformats.org/officeDocument/2006/relationships/image" Target="../media/image763.png"/><Relationship Id="rId134" Type="http://schemas.openxmlformats.org/officeDocument/2006/relationships/image" Target="../media/image773.png"/><Relationship Id="rId80" Type="http://schemas.openxmlformats.org/officeDocument/2006/relationships/customXml" Target="../ink/ink762.xml"/><Relationship Id="rId155" Type="http://schemas.openxmlformats.org/officeDocument/2006/relationships/customXml" Target="../ink/ink800.xml"/><Relationship Id="rId176" Type="http://schemas.openxmlformats.org/officeDocument/2006/relationships/image" Target="../media/image794.png"/><Relationship Id="rId197" Type="http://schemas.openxmlformats.org/officeDocument/2006/relationships/customXml" Target="../ink/ink821.xml"/><Relationship Id="rId201" Type="http://schemas.openxmlformats.org/officeDocument/2006/relationships/customXml" Target="../ink/ink823.xml"/><Relationship Id="rId222" Type="http://schemas.openxmlformats.org/officeDocument/2006/relationships/image" Target="../media/image817.png"/><Relationship Id="rId243" Type="http://schemas.openxmlformats.org/officeDocument/2006/relationships/customXml" Target="../ink/ink844.xml"/><Relationship Id="rId17" Type="http://schemas.openxmlformats.org/officeDocument/2006/relationships/image" Target="../media/image716.png"/><Relationship Id="rId38" Type="http://schemas.openxmlformats.org/officeDocument/2006/relationships/customXml" Target="../ink/ink741.xml"/><Relationship Id="rId59" Type="http://schemas.openxmlformats.org/officeDocument/2006/relationships/image" Target="../media/image737.png"/><Relationship Id="rId103" Type="http://schemas.openxmlformats.org/officeDocument/2006/relationships/image" Target="../media/image758.png"/><Relationship Id="rId124" Type="http://schemas.openxmlformats.org/officeDocument/2006/relationships/customXml" Target="../ink/ink784.xml"/><Relationship Id="rId70" Type="http://schemas.openxmlformats.org/officeDocument/2006/relationships/customXml" Target="../ink/ink757.xml"/><Relationship Id="rId91" Type="http://schemas.openxmlformats.org/officeDocument/2006/relationships/image" Target="../media/image544.png"/><Relationship Id="rId145" Type="http://schemas.openxmlformats.org/officeDocument/2006/relationships/customXml" Target="../ink/ink795.xml"/><Relationship Id="rId166" Type="http://schemas.openxmlformats.org/officeDocument/2006/relationships/image" Target="../media/image789.png"/><Relationship Id="rId187" Type="http://schemas.openxmlformats.org/officeDocument/2006/relationships/customXml" Target="../ink/ink816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812.png"/><Relationship Id="rId233" Type="http://schemas.openxmlformats.org/officeDocument/2006/relationships/customXml" Target="../ink/ink839.xml"/><Relationship Id="rId254" Type="http://schemas.openxmlformats.org/officeDocument/2006/relationships/image" Target="../media/image833.png"/><Relationship Id="rId28" Type="http://schemas.openxmlformats.org/officeDocument/2006/relationships/customXml" Target="../ink/ink736.xml"/><Relationship Id="rId49" Type="http://schemas.openxmlformats.org/officeDocument/2006/relationships/image" Target="../media/image732.png"/><Relationship Id="rId114" Type="http://schemas.openxmlformats.org/officeDocument/2006/relationships/customXml" Target="../ink/ink779.xml"/><Relationship Id="rId60" Type="http://schemas.openxmlformats.org/officeDocument/2006/relationships/customXml" Target="../ink/ink752.xml"/><Relationship Id="rId81" Type="http://schemas.openxmlformats.org/officeDocument/2006/relationships/image" Target="../media/image748.png"/><Relationship Id="rId135" Type="http://schemas.openxmlformats.org/officeDocument/2006/relationships/customXml" Target="../ink/ink790.xml"/><Relationship Id="rId156" Type="http://schemas.openxmlformats.org/officeDocument/2006/relationships/image" Target="../media/image784.png"/><Relationship Id="rId177" Type="http://schemas.openxmlformats.org/officeDocument/2006/relationships/customXml" Target="../ink/ink811.xml"/><Relationship Id="rId198" Type="http://schemas.openxmlformats.org/officeDocument/2006/relationships/image" Target="../media/image805.png"/><Relationship Id="rId202" Type="http://schemas.openxmlformats.org/officeDocument/2006/relationships/image" Target="../media/image807.png"/><Relationship Id="rId223" Type="http://schemas.openxmlformats.org/officeDocument/2006/relationships/customXml" Target="../ink/ink834.xml"/><Relationship Id="rId244" Type="http://schemas.openxmlformats.org/officeDocument/2006/relationships/image" Target="../media/image828.png"/><Relationship Id="rId18" Type="http://schemas.openxmlformats.org/officeDocument/2006/relationships/customXml" Target="../ink/ink731.xml"/><Relationship Id="rId39" Type="http://schemas.openxmlformats.org/officeDocument/2006/relationships/image" Target="../media/image727.png"/><Relationship Id="rId50" Type="http://schemas.openxmlformats.org/officeDocument/2006/relationships/customXml" Target="../ink/ink747.xml"/><Relationship Id="rId104" Type="http://schemas.openxmlformats.org/officeDocument/2006/relationships/customXml" Target="../ink/ink774.xml"/><Relationship Id="rId125" Type="http://schemas.openxmlformats.org/officeDocument/2006/relationships/customXml" Target="../ink/ink785.xml"/><Relationship Id="rId146" Type="http://schemas.openxmlformats.org/officeDocument/2006/relationships/image" Target="../media/image779.png"/><Relationship Id="rId167" Type="http://schemas.openxmlformats.org/officeDocument/2006/relationships/customXml" Target="../ink/ink806.xml"/><Relationship Id="rId188" Type="http://schemas.openxmlformats.org/officeDocument/2006/relationships/image" Target="../media/image800.png"/><Relationship Id="rId71" Type="http://schemas.openxmlformats.org/officeDocument/2006/relationships/image" Target="../media/image743.png"/><Relationship Id="rId92" Type="http://schemas.openxmlformats.org/officeDocument/2006/relationships/customXml" Target="../ink/ink768.xml"/><Relationship Id="rId213" Type="http://schemas.openxmlformats.org/officeDocument/2006/relationships/customXml" Target="../ink/ink829.xml"/><Relationship Id="rId234" Type="http://schemas.openxmlformats.org/officeDocument/2006/relationships/image" Target="../media/image823.png"/><Relationship Id="rId2" Type="http://schemas.openxmlformats.org/officeDocument/2006/relationships/customXml" Target="../ink/ink723.xml"/><Relationship Id="rId29" Type="http://schemas.openxmlformats.org/officeDocument/2006/relationships/image" Target="../media/image722.png"/><Relationship Id="rId255" Type="http://schemas.openxmlformats.org/officeDocument/2006/relationships/customXml" Target="../ink/ink850.xml"/><Relationship Id="rId40" Type="http://schemas.openxmlformats.org/officeDocument/2006/relationships/customXml" Target="../ink/ink742.xml"/><Relationship Id="rId115" Type="http://schemas.openxmlformats.org/officeDocument/2006/relationships/image" Target="../media/image764.png"/><Relationship Id="rId136" Type="http://schemas.openxmlformats.org/officeDocument/2006/relationships/image" Target="../media/image774.png"/><Relationship Id="rId157" Type="http://schemas.openxmlformats.org/officeDocument/2006/relationships/customXml" Target="../ink/ink801.xml"/><Relationship Id="rId178" Type="http://schemas.openxmlformats.org/officeDocument/2006/relationships/image" Target="../media/image795.png"/><Relationship Id="rId61" Type="http://schemas.openxmlformats.org/officeDocument/2006/relationships/image" Target="../media/image738.png"/><Relationship Id="rId82" Type="http://schemas.openxmlformats.org/officeDocument/2006/relationships/customXml" Target="../ink/ink763.xml"/><Relationship Id="rId199" Type="http://schemas.openxmlformats.org/officeDocument/2006/relationships/customXml" Target="../ink/ink822.xml"/><Relationship Id="rId203" Type="http://schemas.openxmlformats.org/officeDocument/2006/relationships/customXml" Target="../ink/ink824.xml"/><Relationship Id="rId19" Type="http://schemas.openxmlformats.org/officeDocument/2006/relationships/image" Target="../media/image717.png"/><Relationship Id="rId224" Type="http://schemas.openxmlformats.org/officeDocument/2006/relationships/image" Target="../media/image818.png"/><Relationship Id="rId245" Type="http://schemas.openxmlformats.org/officeDocument/2006/relationships/customXml" Target="../ink/ink845.xml"/><Relationship Id="rId30" Type="http://schemas.openxmlformats.org/officeDocument/2006/relationships/customXml" Target="../ink/ink737.xml"/><Relationship Id="rId105" Type="http://schemas.openxmlformats.org/officeDocument/2006/relationships/image" Target="../media/image759.png"/><Relationship Id="rId126" Type="http://schemas.openxmlformats.org/officeDocument/2006/relationships/image" Target="../media/image769.png"/><Relationship Id="rId147" Type="http://schemas.openxmlformats.org/officeDocument/2006/relationships/customXml" Target="../ink/ink796.xml"/><Relationship Id="rId168" Type="http://schemas.openxmlformats.org/officeDocument/2006/relationships/image" Target="../media/image790.png"/><Relationship Id="rId51" Type="http://schemas.openxmlformats.org/officeDocument/2006/relationships/image" Target="../media/image733.png"/><Relationship Id="rId72" Type="http://schemas.openxmlformats.org/officeDocument/2006/relationships/customXml" Target="../ink/ink758.xml"/><Relationship Id="rId93" Type="http://schemas.openxmlformats.org/officeDocument/2006/relationships/image" Target="../media/image753.png"/><Relationship Id="rId189" Type="http://schemas.openxmlformats.org/officeDocument/2006/relationships/customXml" Target="../ink/ink817.xml"/><Relationship Id="rId3" Type="http://schemas.openxmlformats.org/officeDocument/2006/relationships/image" Target="../media/image709.png"/><Relationship Id="rId214" Type="http://schemas.openxmlformats.org/officeDocument/2006/relationships/image" Target="../media/image813.png"/><Relationship Id="rId235" Type="http://schemas.openxmlformats.org/officeDocument/2006/relationships/customXml" Target="../ink/ink840.xml"/><Relationship Id="rId256" Type="http://schemas.openxmlformats.org/officeDocument/2006/relationships/image" Target="../media/image834.png"/><Relationship Id="rId116" Type="http://schemas.openxmlformats.org/officeDocument/2006/relationships/customXml" Target="../ink/ink780.xml"/><Relationship Id="rId137" Type="http://schemas.openxmlformats.org/officeDocument/2006/relationships/customXml" Target="../ink/ink791.xml"/><Relationship Id="rId158" Type="http://schemas.openxmlformats.org/officeDocument/2006/relationships/image" Target="../media/image785.png"/><Relationship Id="rId20" Type="http://schemas.openxmlformats.org/officeDocument/2006/relationships/customXml" Target="../ink/ink732.xml"/><Relationship Id="rId41" Type="http://schemas.openxmlformats.org/officeDocument/2006/relationships/image" Target="../media/image728.png"/><Relationship Id="rId62" Type="http://schemas.openxmlformats.org/officeDocument/2006/relationships/customXml" Target="../ink/ink753.xml"/><Relationship Id="rId83" Type="http://schemas.openxmlformats.org/officeDocument/2006/relationships/image" Target="../media/image749.png"/><Relationship Id="rId179" Type="http://schemas.openxmlformats.org/officeDocument/2006/relationships/customXml" Target="../ink/ink812.xml"/><Relationship Id="rId190" Type="http://schemas.openxmlformats.org/officeDocument/2006/relationships/image" Target="../media/image801.png"/><Relationship Id="rId204" Type="http://schemas.openxmlformats.org/officeDocument/2006/relationships/image" Target="../media/image808.png"/><Relationship Id="rId225" Type="http://schemas.openxmlformats.org/officeDocument/2006/relationships/customXml" Target="../ink/ink835.xml"/><Relationship Id="rId246" Type="http://schemas.openxmlformats.org/officeDocument/2006/relationships/image" Target="../media/image829.png"/><Relationship Id="rId106" Type="http://schemas.openxmlformats.org/officeDocument/2006/relationships/customXml" Target="../ink/ink775.xml"/><Relationship Id="rId127" Type="http://schemas.openxmlformats.org/officeDocument/2006/relationships/customXml" Target="../ink/ink786.xml"/><Relationship Id="rId10" Type="http://schemas.openxmlformats.org/officeDocument/2006/relationships/customXml" Target="../ink/ink727.xml"/><Relationship Id="rId31" Type="http://schemas.openxmlformats.org/officeDocument/2006/relationships/image" Target="../media/image723.png"/><Relationship Id="rId52" Type="http://schemas.openxmlformats.org/officeDocument/2006/relationships/customXml" Target="../ink/ink748.xml"/><Relationship Id="rId73" Type="http://schemas.openxmlformats.org/officeDocument/2006/relationships/image" Target="../media/image744.png"/><Relationship Id="rId94" Type="http://schemas.openxmlformats.org/officeDocument/2006/relationships/customXml" Target="../ink/ink769.xml"/><Relationship Id="rId148" Type="http://schemas.openxmlformats.org/officeDocument/2006/relationships/image" Target="../media/image780.png"/><Relationship Id="rId169" Type="http://schemas.openxmlformats.org/officeDocument/2006/relationships/customXml" Target="../ink/ink807.xml"/><Relationship Id="rId4" Type="http://schemas.openxmlformats.org/officeDocument/2006/relationships/customXml" Target="../ink/ink724.xml"/><Relationship Id="rId180" Type="http://schemas.openxmlformats.org/officeDocument/2006/relationships/image" Target="../media/image796.png"/><Relationship Id="rId215" Type="http://schemas.openxmlformats.org/officeDocument/2006/relationships/customXml" Target="../ink/ink830.xml"/><Relationship Id="rId236" Type="http://schemas.openxmlformats.org/officeDocument/2006/relationships/image" Target="../media/image824.png"/><Relationship Id="rId257" Type="http://schemas.openxmlformats.org/officeDocument/2006/relationships/customXml" Target="../ink/ink851.xml"/><Relationship Id="rId42" Type="http://schemas.openxmlformats.org/officeDocument/2006/relationships/customXml" Target="../ink/ink743.xml"/><Relationship Id="rId84" Type="http://schemas.openxmlformats.org/officeDocument/2006/relationships/customXml" Target="../ink/ink764.xml"/><Relationship Id="rId138" Type="http://schemas.openxmlformats.org/officeDocument/2006/relationships/image" Target="../media/image775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11.xml"/><Relationship Id="rId21" Type="http://schemas.openxmlformats.org/officeDocument/2006/relationships/customXml" Target="../ink/ink863.xml"/><Relationship Id="rId42" Type="http://schemas.openxmlformats.org/officeDocument/2006/relationships/image" Target="../media/image857.png"/><Relationship Id="rId63" Type="http://schemas.openxmlformats.org/officeDocument/2006/relationships/customXml" Target="../ink/ink884.xml"/><Relationship Id="rId84" Type="http://schemas.openxmlformats.org/officeDocument/2006/relationships/image" Target="../media/image877.png"/><Relationship Id="rId138" Type="http://schemas.openxmlformats.org/officeDocument/2006/relationships/image" Target="../media/image904.png"/><Relationship Id="rId107" Type="http://schemas.openxmlformats.org/officeDocument/2006/relationships/customXml" Target="../ink/ink906.xml"/><Relationship Id="rId11" Type="http://schemas.openxmlformats.org/officeDocument/2006/relationships/customXml" Target="../ink/ink858.xml"/><Relationship Id="rId32" Type="http://schemas.openxmlformats.org/officeDocument/2006/relationships/image" Target="../media/image852.png"/><Relationship Id="rId53" Type="http://schemas.openxmlformats.org/officeDocument/2006/relationships/customXml" Target="../ink/ink879.xml"/><Relationship Id="rId74" Type="http://schemas.openxmlformats.org/officeDocument/2006/relationships/image" Target="../media/image544.png"/><Relationship Id="rId128" Type="http://schemas.openxmlformats.org/officeDocument/2006/relationships/image" Target="../media/image899.png"/><Relationship Id="rId5" Type="http://schemas.openxmlformats.org/officeDocument/2006/relationships/customXml" Target="../ink/ink855.xml"/><Relationship Id="rId90" Type="http://schemas.openxmlformats.org/officeDocument/2006/relationships/image" Target="../media/image880.png"/><Relationship Id="rId95" Type="http://schemas.openxmlformats.org/officeDocument/2006/relationships/customXml" Target="../ink/ink900.xml"/><Relationship Id="rId22" Type="http://schemas.openxmlformats.org/officeDocument/2006/relationships/image" Target="../media/image847.png"/><Relationship Id="rId27" Type="http://schemas.openxmlformats.org/officeDocument/2006/relationships/customXml" Target="../ink/ink866.xml"/><Relationship Id="rId43" Type="http://schemas.openxmlformats.org/officeDocument/2006/relationships/customXml" Target="../ink/ink874.xml"/><Relationship Id="rId48" Type="http://schemas.openxmlformats.org/officeDocument/2006/relationships/image" Target="../media/image860.png"/><Relationship Id="rId64" Type="http://schemas.openxmlformats.org/officeDocument/2006/relationships/image" Target="../media/image868.png"/><Relationship Id="rId69" Type="http://schemas.openxmlformats.org/officeDocument/2006/relationships/customXml" Target="../ink/ink887.xml"/><Relationship Id="rId113" Type="http://schemas.openxmlformats.org/officeDocument/2006/relationships/customXml" Target="../ink/ink909.xml"/><Relationship Id="rId118" Type="http://schemas.openxmlformats.org/officeDocument/2006/relationships/image" Target="../media/image894.png"/><Relationship Id="rId134" Type="http://schemas.openxmlformats.org/officeDocument/2006/relationships/image" Target="../media/image902.png"/><Relationship Id="rId139" Type="http://schemas.openxmlformats.org/officeDocument/2006/relationships/customXml" Target="../ink/ink922.xml"/><Relationship Id="rId80" Type="http://schemas.openxmlformats.org/officeDocument/2006/relationships/image" Target="../media/image875.png"/><Relationship Id="rId85" Type="http://schemas.openxmlformats.org/officeDocument/2006/relationships/customXml" Target="../ink/ink895.xml"/><Relationship Id="rId12" Type="http://schemas.openxmlformats.org/officeDocument/2006/relationships/image" Target="../media/image842.png"/><Relationship Id="rId17" Type="http://schemas.openxmlformats.org/officeDocument/2006/relationships/customXml" Target="../ink/ink861.xml"/><Relationship Id="rId33" Type="http://schemas.openxmlformats.org/officeDocument/2006/relationships/customXml" Target="../ink/ink869.xml"/><Relationship Id="rId38" Type="http://schemas.openxmlformats.org/officeDocument/2006/relationships/image" Target="../media/image855.png"/><Relationship Id="rId59" Type="http://schemas.openxmlformats.org/officeDocument/2006/relationships/customXml" Target="../ink/ink882.xml"/><Relationship Id="rId103" Type="http://schemas.openxmlformats.org/officeDocument/2006/relationships/customXml" Target="../ink/ink904.xml"/><Relationship Id="rId108" Type="http://schemas.openxmlformats.org/officeDocument/2006/relationships/image" Target="../media/image889.png"/><Relationship Id="rId124" Type="http://schemas.openxmlformats.org/officeDocument/2006/relationships/image" Target="../media/image897.png"/><Relationship Id="rId129" Type="http://schemas.openxmlformats.org/officeDocument/2006/relationships/customXml" Target="../ink/ink917.xml"/><Relationship Id="rId54" Type="http://schemas.openxmlformats.org/officeDocument/2006/relationships/image" Target="../media/image863.png"/><Relationship Id="rId70" Type="http://schemas.openxmlformats.org/officeDocument/2006/relationships/image" Target="../media/image871.png"/><Relationship Id="rId75" Type="http://schemas.openxmlformats.org/officeDocument/2006/relationships/customXml" Target="../ink/ink890.xml"/><Relationship Id="rId91" Type="http://schemas.openxmlformats.org/officeDocument/2006/relationships/customXml" Target="../ink/ink898.xml"/><Relationship Id="rId96" Type="http://schemas.openxmlformats.org/officeDocument/2006/relationships/image" Target="../media/image883.png"/><Relationship Id="rId140" Type="http://schemas.openxmlformats.org/officeDocument/2006/relationships/image" Target="../media/image905.png"/><Relationship Id="rId145" Type="http://schemas.openxmlformats.org/officeDocument/2006/relationships/customXml" Target="../ink/ink9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9.png"/><Relationship Id="rId23" Type="http://schemas.openxmlformats.org/officeDocument/2006/relationships/customXml" Target="../ink/ink864.xml"/><Relationship Id="rId28" Type="http://schemas.openxmlformats.org/officeDocument/2006/relationships/image" Target="../media/image850.png"/><Relationship Id="rId49" Type="http://schemas.openxmlformats.org/officeDocument/2006/relationships/customXml" Target="../ink/ink877.xml"/><Relationship Id="rId114" Type="http://schemas.openxmlformats.org/officeDocument/2006/relationships/image" Target="../media/image892.png"/><Relationship Id="rId119" Type="http://schemas.openxmlformats.org/officeDocument/2006/relationships/customXml" Target="../ink/ink912.xml"/><Relationship Id="rId44" Type="http://schemas.openxmlformats.org/officeDocument/2006/relationships/image" Target="../media/image858.png"/><Relationship Id="rId60" Type="http://schemas.openxmlformats.org/officeDocument/2006/relationships/image" Target="../media/image866.png"/><Relationship Id="rId65" Type="http://schemas.openxmlformats.org/officeDocument/2006/relationships/customXml" Target="../ink/ink885.xml"/><Relationship Id="rId81" Type="http://schemas.openxmlformats.org/officeDocument/2006/relationships/customXml" Target="../ink/ink893.xml"/><Relationship Id="rId86" Type="http://schemas.openxmlformats.org/officeDocument/2006/relationships/image" Target="../media/image878.png"/><Relationship Id="rId130" Type="http://schemas.openxmlformats.org/officeDocument/2006/relationships/image" Target="../media/image900.png"/><Relationship Id="rId135" Type="http://schemas.openxmlformats.org/officeDocument/2006/relationships/customXml" Target="../ink/ink920.xml"/><Relationship Id="rId13" Type="http://schemas.openxmlformats.org/officeDocument/2006/relationships/customXml" Target="../ink/ink859.xml"/><Relationship Id="rId18" Type="http://schemas.openxmlformats.org/officeDocument/2006/relationships/image" Target="../media/image845.png"/><Relationship Id="rId39" Type="http://schemas.openxmlformats.org/officeDocument/2006/relationships/customXml" Target="../ink/ink872.xml"/><Relationship Id="rId109" Type="http://schemas.openxmlformats.org/officeDocument/2006/relationships/customXml" Target="../ink/ink907.xml"/><Relationship Id="rId34" Type="http://schemas.openxmlformats.org/officeDocument/2006/relationships/image" Target="../media/image853.png"/><Relationship Id="rId50" Type="http://schemas.openxmlformats.org/officeDocument/2006/relationships/image" Target="../media/image861.png"/><Relationship Id="rId55" Type="http://schemas.openxmlformats.org/officeDocument/2006/relationships/customXml" Target="../ink/ink880.xml"/><Relationship Id="rId76" Type="http://schemas.openxmlformats.org/officeDocument/2006/relationships/image" Target="../media/image873.png"/><Relationship Id="rId97" Type="http://schemas.openxmlformats.org/officeDocument/2006/relationships/customXml" Target="../ink/ink901.xml"/><Relationship Id="rId104" Type="http://schemas.openxmlformats.org/officeDocument/2006/relationships/image" Target="../media/image887.png"/><Relationship Id="rId120" Type="http://schemas.openxmlformats.org/officeDocument/2006/relationships/image" Target="../media/image895.png"/><Relationship Id="rId125" Type="http://schemas.openxmlformats.org/officeDocument/2006/relationships/customXml" Target="../ink/ink915.xml"/><Relationship Id="rId141" Type="http://schemas.openxmlformats.org/officeDocument/2006/relationships/customXml" Target="../ink/ink923.xml"/><Relationship Id="rId146" Type="http://schemas.openxmlformats.org/officeDocument/2006/relationships/image" Target="../media/image908.png"/><Relationship Id="rId7" Type="http://schemas.openxmlformats.org/officeDocument/2006/relationships/customXml" Target="../ink/ink856.xml"/><Relationship Id="rId71" Type="http://schemas.openxmlformats.org/officeDocument/2006/relationships/customXml" Target="../ink/ink888.xml"/><Relationship Id="rId92" Type="http://schemas.openxmlformats.org/officeDocument/2006/relationships/image" Target="../media/image881.png"/><Relationship Id="rId2" Type="http://schemas.openxmlformats.org/officeDocument/2006/relationships/image" Target="../media/image837.png"/><Relationship Id="rId29" Type="http://schemas.openxmlformats.org/officeDocument/2006/relationships/customXml" Target="../ink/ink867.xml"/><Relationship Id="rId24" Type="http://schemas.openxmlformats.org/officeDocument/2006/relationships/image" Target="../media/image848.png"/><Relationship Id="rId40" Type="http://schemas.openxmlformats.org/officeDocument/2006/relationships/image" Target="../media/image856.png"/><Relationship Id="rId45" Type="http://schemas.openxmlformats.org/officeDocument/2006/relationships/customXml" Target="../ink/ink875.xml"/><Relationship Id="rId66" Type="http://schemas.openxmlformats.org/officeDocument/2006/relationships/image" Target="../media/image869.png"/><Relationship Id="rId87" Type="http://schemas.openxmlformats.org/officeDocument/2006/relationships/customXml" Target="../ink/ink896.xml"/><Relationship Id="rId110" Type="http://schemas.openxmlformats.org/officeDocument/2006/relationships/image" Target="../media/image890.png"/><Relationship Id="rId115" Type="http://schemas.openxmlformats.org/officeDocument/2006/relationships/customXml" Target="../ink/ink910.xml"/><Relationship Id="rId131" Type="http://schemas.openxmlformats.org/officeDocument/2006/relationships/customXml" Target="../ink/ink918.xml"/><Relationship Id="rId136" Type="http://schemas.openxmlformats.org/officeDocument/2006/relationships/image" Target="../media/image903.png"/><Relationship Id="rId61" Type="http://schemas.openxmlformats.org/officeDocument/2006/relationships/customXml" Target="../ink/ink883.xml"/><Relationship Id="rId82" Type="http://schemas.openxmlformats.org/officeDocument/2006/relationships/image" Target="../media/image876.png"/><Relationship Id="rId19" Type="http://schemas.openxmlformats.org/officeDocument/2006/relationships/customXml" Target="../ink/ink862.xml"/><Relationship Id="rId14" Type="http://schemas.openxmlformats.org/officeDocument/2006/relationships/image" Target="../media/image843.png"/><Relationship Id="rId30" Type="http://schemas.openxmlformats.org/officeDocument/2006/relationships/image" Target="../media/image851.png"/><Relationship Id="rId35" Type="http://schemas.openxmlformats.org/officeDocument/2006/relationships/customXml" Target="../ink/ink870.xml"/><Relationship Id="rId56" Type="http://schemas.openxmlformats.org/officeDocument/2006/relationships/image" Target="../media/image864.png"/><Relationship Id="rId77" Type="http://schemas.openxmlformats.org/officeDocument/2006/relationships/customXml" Target="../ink/ink891.xml"/><Relationship Id="rId100" Type="http://schemas.openxmlformats.org/officeDocument/2006/relationships/image" Target="../media/image885.png"/><Relationship Id="rId105" Type="http://schemas.openxmlformats.org/officeDocument/2006/relationships/customXml" Target="../ink/ink905.xml"/><Relationship Id="rId126" Type="http://schemas.openxmlformats.org/officeDocument/2006/relationships/image" Target="../media/image898.png"/><Relationship Id="rId147" Type="http://schemas.openxmlformats.org/officeDocument/2006/relationships/customXml" Target="../ink/ink926.xml"/><Relationship Id="rId8" Type="http://schemas.openxmlformats.org/officeDocument/2006/relationships/image" Target="../media/image840.png"/><Relationship Id="rId51" Type="http://schemas.openxmlformats.org/officeDocument/2006/relationships/customXml" Target="../ink/ink878.xml"/><Relationship Id="rId72" Type="http://schemas.openxmlformats.org/officeDocument/2006/relationships/image" Target="../media/image872.png"/><Relationship Id="rId93" Type="http://schemas.openxmlformats.org/officeDocument/2006/relationships/customXml" Target="../ink/ink899.xml"/><Relationship Id="rId98" Type="http://schemas.openxmlformats.org/officeDocument/2006/relationships/image" Target="../media/image884.png"/><Relationship Id="rId121" Type="http://schemas.openxmlformats.org/officeDocument/2006/relationships/customXml" Target="../ink/ink913.xml"/><Relationship Id="rId142" Type="http://schemas.openxmlformats.org/officeDocument/2006/relationships/image" Target="../media/image906.png"/><Relationship Id="rId3" Type="http://schemas.openxmlformats.org/officeDocument/2006/relationships/customXml" Target="../ink/ink854.xml"/><Relationship Id="rId25" Type="http://schemas.openxmlformats.org/officeDocument/2006/relationships/customXml" Target="../ink/ink865.xml"/><Relationship Id="rId46" Type="http://schemas.openxmlformats.org/officeDocument/2006/relationships/image" Target="../media/image859.png"/><Relationship Id="rId67" Type="http://schemas.openxmlformats.org/officeDocument/2006/relationships/customXml" Target="../ink/ink886.xml"/><Relationship Id="rId116" Type="http://schemas.openxmlformats.org/officeDocument/2006/relationships/image" Target="../media/image893.png"/><Relationship Id="rId137" Type="http://schemas.openxmlformats.org/officeDocument/2006/relationships/customXml" Target="../ink/ink921.xml"/><Relationship Id="rId20" Type="http://schemas.openxmlformats.org/officeDocument/2006/relationships/image" Target="../media/image846.png"/><Relationship Id="rId41" Type="http://schemas.openxmlformats.org/officeDocument/2006/relationships/customXml" Target="../ink/ink873.xml"/><Relationship Id="rId62" Type="http://schemas.openxmlformats.org/officeDocument/2006/relationships/image" Target="../media/image867.png"/><Relationship Id="rId83" Type="http://schemas.openxmlformats.org/officeDocument/2006/relationships/customXml" Target="../ink/ink894.xml"/><Relationship Id="rId88" Type="http://schemas.openxmlformats.org/officeDocument/2006/relationships/image" Target="../media/image879.png"/><Relationship Id="rId111" Type="http://schemas.openxmlformats.org/officeDocument/2006/relationships/customXml" Target="../ink/ink908.xml"/><Relationship Id="rId132" Type="http://schemas.openxmlformats.org/officeDocument/2006/relationships/image" Target="../media/image901.png"/><Relationship Id="rId15" Type="http://schemas.openxmlformats.org/officeDocument/2006/relationships/customXml" Target="../ink/ink860.xml"/><Relationship Id="rId36" Type="http://schemas.openxmlformats.org/officeDocument/2006/relationships/image" Target="../media/image854.png"/><Relationship Id="rId57" Type="http://schemas.openxmlformats.org/officeDocument/2006/relationships/customXml" Target="../ink/ink881.xml"/><Relationship Id="rId106" Type="http://schemas.openxmlformats.org/officeDocument/2006/relationships/image" Target="../media/image888.png"/><Relationship Id="rId127" Type="http://schemas.openxmlformats.org/officeDocument/2006/relationships/customXml" Target="../ink/ink916.xml"/><Relationship Id="rId10" Type="http://schemas.openxmlformats.org/officeDocument/2006/relationships/image" Target="../media/image841.png"/><Relationship Id="rId31" Type="http://schemas.openxmlformats.org/officeDocument/2006/relationships/customXml" Target="../ink/ink868.xml"/><Relationship Id="rId52" Type="http://schemas.openxmlformats.org/officeDocument/2006/relationships/image" Target="../media/image862.png"/><Relationship Id="rId73" Type="http://schemas.openxmlformats.org/officeDocument/2006/relationships/customXml" Target="../ink/ink889.xml"/><Relationship Id="rId78" Type="http://schemas.openxmlformats.org/officeDocument/2006/relationships/image" Target="../media/image874.png"/><Relationship Id="rId94" Type="http://schemas.openxmlformats.org/officeDocument/2006/relationships/image" Target="../media/image882.png"/><Relationship Id="rId99" Type="http://schemas.openxmlformats.org/officeDocument/2006/relationships/customXml" Target="../ink/ink902.xml"/><Relationship Id="rId101" Type="http://schemas.openxmlformats.org/officeDocument/2006/relationships/customXml" Target="../ink/ink903.xml"/><Relationship Id="rId122" Type="http://schemas.openxmlformats.org/officeDocument/2006/relationships/image" Target="../media/image896.png"/><Relationship Id="rId143" Type="http://schemas.openxmlformats.org/officeDocument/2006/relationships/customXml" Target="../ink/ink924.xml"/><Relationship Id="rId4" Type="http://schemas.openxmlformats.org/officeDocument/2006/relationships/image" Target="../media/image838.png"/><Relationship Id="rId9" Type="http://schemas.openxmlformats.org/officeDocument/2006/relationships/customXml" Target="../ink/ink857.xml"/><Relationship Id="rId26" Type="http://schemas.openxmlformats.org/officeDocument/2006/relationships/image" Target="../media/image849.png"/><Relationship Id="rId47" Type="http://schemas.openxmlformats.org/officeDocument/2006/relationships/customXml" Target="../ink/ink876.xml"/><Relationship Id="rId68" Type="http://schemas.openxmlformats.org/officeDocument/2006/relationships/image" Target="../media/image870.png"/><Relationship Id="rId89" Type="http://schemas.openxmlformats.org/officeDocument/2006/relationships/customXml" Target="../ink/ink897.xml"/><Relationship Id="rId112" Type="http://schemas.openxmlformats.org/officeDocument/2006/relationships/image" Target="../media/image891.png"/><Relationship Id="rId133" Type="http://schemas.openxmlformats.org/officeDocument/2006/relationships/customXml" Target="../ink/ink919.xml"/><Relationship Id="rId16" Type="http://schemas.openxmlformats.org/officeDocument/2006/relationships/image" Target="../media/image844.png"/><Relationship Id="rId37" Type="http://schemas.openxmlformats.org/officeDocument/2006/relationships/customXml" Target="../ink/ink871.xml"/><Relationship Id="rId58" Type="http://schemas.openxmlformats.org/officeDocument/2006/relationships/image" Target="../media/image865.png"/><Relationship Id="rId79" Type="http://schemas.openxmlformats.org/officeDocument/2006/relationships/customXml" Target="../ink/ink892.xml"/><Relationship Id="rId102" Type="http://schemas.openxmlformats.org/officeDocument/2006/relationships/image" Target="../media/image886.png"/><Relationship Id="rId123" Type="http://schemas.openxmlformats.org/officeDocument/2006/relationships/customXml" Target="../ink/ink914.xml"/><Relationship Id="rId144" Type="http://schemas.openxmlformats.org/officeDocument/2006/relationships/image" Target="../media/image907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21.png"/><Relationship Id="rId21" Type="http://schemas.openxmlformats.org/officeDocument/2006/relationships/customXml" Target="../ink/ink936.xml"/><Relationship Id="rId42" Type="http://schemas.openxmlformats.org/officeDocument/2006/relationships/image" Target="../media/image929.png"/><Relationship Id="rId47" Type="http://schemas.openxmlformats.org/officeDocument/2006/relationships/customXml" Target="../ink/ink949.xml"/><Relationship Id="rId63" Type="http://schemas.openxmlformats.org/officeDocument/2006/relationships/customXml" Target="../ink/ink957.xml"/><Relationship Id="rId68" Type="http://schemas.openxmlformats.org/officeDocument/2006/relationships/image" Target="../media/image942.png"/><Relationship Id="rId7" Type="http://schemas.openxmlformats.org/officeDocument/2006/relationships/customXml" Target="../ink/ink929.xml"/><Relationship Id="rId71" Type="http://schemas.openxmlformats.org/officeDocument/2006/relationships/customXml" Target="../ink/ink961.xml"/><Relationship Id="rId2" Type="http://schemas.openxmlformats.org/officeDocument/2006/relationships/image" Target="../media/image909.png"/><Relationship Id="rId16" Type="http://schemas.openxmlformats.org/officeDocument/2006/relationships/image" Target="../media/image916.png"/><Relationship Id="rId29" Type="http://schemas.openxmlformats.org/officeDocument/2006/relationships/customXml" Target="../ink/ink940.xml"/><Relationship Id="rId11" Type="http://schemas.openxmlformats.org/officeDocument/2006/relationships/customXml" Target="../ink/ink931.xml"/><Relationship Id="rId24" Type="http://schemas.openxmlformats.org/officeDocument/2006/relationships/image" Target="../media/image920.png"/><Relationship Id="rId32" Type="http://schemas.openxmlformats.org/officeDocument/2006/relationships/image" Target="../media/image924.png"/><Relationship Id="rId37" Type="http://schemas.openxmlformats.org/officeDocument/2006/relationships/customXml" Target="../ink/ink944.xml"/><Relationship Id="rId40" Type="http://schemas.openxmlformats.org/officeDocument/2006/relationships/image" Target="../media/image928.png"/><Relationship Id="rId45" Type="http://schemas.openxmlformats.org/officeDocument/2006/relationships/customXml" Target="../ink/ink948.xml"/><Relationship Id="rId53" Type="http://schemas.openxmlformats.org/officeDocument/2006/relationships/customXml" Target="../ink/ink952.xml"/><Relationship Id="rId58" Type="http://schemas.openxmlformats.org/officeDocument/2006/relationships/image" Target="../media/image937.png"/><Relationship Id="rId66" Type="http://schemas.openxmlformats.org/officeDocument/2006/relationships/image" Target="../media/image941.png"/><Relationship Id="rId5" Type="http://schemas.openxmlformats.org/officeDocument/2006/relationships/customXml" Target="../ink/ink928.xml"/><Relationship Id="rId61" Type="http://schemas.openxmlformats.org/officeDocument/2006/relationships/customXml" Target="../ink/ink956.xml"/><Relationship Id="rId19" Type="http://schemas.openxmlformats.org/officeDocument/2006/relationships/customXml" Target="../ink/ink935.xml"/><Relationship Id="rId14" Type="http://schemas.openxmlformats.org/officeDocument/2006/relationships/image" Target="../media/image915.png"/><Relationship Id="rId22" Type="http://schemas.openxmlformats.org/officeDocument/2006/relationships/image" Target="../media/image919.png"/><Relationship Id="rId27" Type="http://schemas.openxmlformats.org/officeDocument/2006/relationships/customXml" Target="../ink/ink939.xml"/><Relationship Id="rId30" Type="http://schemas.openxmlformats.org/officeDocument/2006/relationships/image" Target="../media/image923.png"/><Relationship Id="rId35" Type="http://schemas.openxmlformats.org/officeDocument/2006/relationships/customXml" Target="../ink/ink943.xml"/><Relationship Id="rId43" Type="http://schemas.openxmlformats.org/officeDocument/2006/relationships/customXml" Target="../ink/ink947.xml"/><Relationship Id="rId48" Type="http://schemas.openxmlformats.org/officeDocument/2006/relationships/image" Target="../media/image932.png"/><Relationship Id="rId56" Type="http://schemas.openxmlformats.org/officeDocument/2006/relationships/image" Target="../media/image936.png"/><Relationship Id="rId64" Type="http://schemas.openxmlformats.org/officeDocument/2006/relationships/image" Target="../media/image940.png"/><Relationship Id="rId69" Type="http://schemas.openxmlformats.org/officeDocument/2006/relationships/customXml" Target="../ink/ink960.xml"/><Relationship Id="rId8" Type="http://schemas.openxmlformats.org/officeDocument/2006/relationships/image" Target="../media/image912.png"/><Relationship Id="rId51" Type="http://schemas.openxmlformats.org/officeDocument/2006/relationships/customXml" Target="../ink/ink951.xml"/><Relationship Id="rId72" Type="http://schemas.openxmlformats.org/officeDocument/2006/relationships/image" Target="../media/image544.png"/><Relationship Id="rId3" Type="http://schemas.openxmlformats.org/officeDocument/2006/relationships/customXml" Target="../ink/ink927.xml"/><Relationship Id="rId12" Type="http://schemas.openxmlformats.org/officeDocument/2006/relationships/image" Target="../media/image914.png"/><Relationship Id="rId17" Type="http://schemas.openxmlformats.org/officeDocument/2006/relationships/customXml" Target="../ink/ink934.xml"/><Relationship Id="rId25" Type="http://schemas.openxmlformats.org/officeDocument/2006/relationships/customXml" Target="../ink/ink938.xml"/><Relationship Id="rId33" Type="http://schemas.openxmlformats.org/officeDocument/2006/relationships/customXml" Target="../ink/ink942.xml"/><Relationship Id="rId38" Type="http://schemas.openxmlformats.org/officeDocument/2006/relationships/image" Target="../media/image927.png"/><Relationship Id="rId46" Type="http://schemas.openxmlformats.org/officeDocument/2006/relationships/image" Target="../media/image931.png"/><Relationship Id="rId59" Type="http://schemas.openxmlformats.org/officeDocument/2006/relationships/customXml" Target="../ink/ink955.xml"/><Relationship Id="rId67" Type="http://schemas.openxmlformats.org/officeDocument/2006/relationships/customXml" Target="../ink/ink959.xml"/><Relationship Id="rId20" Type="http://schemas.openxmlformats.org/officeDocument/2006/relationships/image" Target="../media/image918.png"/><Relationship Id="rId41" Type="http://schemas.openxmlformats.org/officeDocument/2006/relationships/customXml" Target="../ink/ink946.xml"/><Relationship Id="rId54" Type="http://schemas.openxmlformats.org/officeDocument/2006/relationships/image" Target="../media/image935.png"/><Relationship Id="rId62" Type="http://schemas.openxmlformats.org/officeDocument/2006/relationships/image" Target="../media/image939.png"/><Relationship Id="rId70" Type="http://schemas.openxmlformats.org/officeDocument/2006/relationships/image" Target="../media/image9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1.png"/><Relationship Id="rId15" Type="http://schemas.openxmlformats.org/officeDocument/2006/relationships/customXml" Target="../ink/ink933.xml"/><Relationship Id="rId23" Type="http://schemas.openxmlformats.org/officeDocument/2006/relationships/customXml" Target="../ink/ink937.xml"/><Relationship Id="rId28" Type="http://schemas.openxmlformats.org/officeDocument/2006/relationships/image" Target="../media/image922.png"/><Relationship Id="rId36" Type="http://schemas.openxmlformats.org/officeDocument/2006/relationships/image" Target="../media/image926.png"/><Relationship Id="rId49" Type="http://schemas.openxmlformats.org/officeDocument/2006/relationships/customXml" Target="../ink/ink950.xml"/><Relationship Id="rId57" Type="http://schemas.openxmlformats.org/officeDocument/2006/relationships/customXml" Target="../ink/ink954.xml"/><Relationship Id="rId10" Type="http://schemas.openxmlformats.org/officeDocument/2006/relationships/image" Target="../media/image913.png"/><Relationship Id="rId31" Type="http://schemas.openxmlformats.org/officeDocument/2006/relationships/customXml" Target="../ink/ink941.xml"/><Relationship Id="rId44" Type="http://schemas.openxmlformats.org/officeDocument/2006/relationships/image" Target="../media/image930.png"/><Relationship Id="rId52" Type="http://schemas.openxmlformats.org/officeDocument/2006/relationships/image" Target="../media/image934.png"/><Relationship Id="rId60" Type="http://schemas.openxmlformats.org/officeDocument/2006/relationships/image" Target="../media/image938.png"/><Relationship Id="rId65" Type="http://schemas.openxmlformats.org/officeDocument/2006/relationships/customXml" Target="../ink/ink958.xml"/><Relationship Id="rId4" Type="http://schemas.openxmlformats.org/officeDocument/2006/relationships/image" Target="../media/image910.png"/><Relationship Id="rId9" Type="http://schemas.openxmlformats.org/officeDocument/2006/relationships/customXml" Target="../ink/ink930.xml"/><Relationship Id="rId13" Type="http://schemas.openxmlformats.org/officeDocument/2006/relationships/customXml" Target="../ink/ink932.xml"/><Relationship Id="rId18" Type="http://schemas.openxmlformats.org/officeDocument/2006/relationships/image" Target="../media/image917.png"/><Relationship Id="rId39" Type="http://schemas.openxmlformats.org/officeDocument/2006/relationships/customXml" Target="../ink/ink945.xml"/><Relationship Id="rId34" Type="http://schemas.openxmlformats.org/officeDocument/2006/relationships/image" Target="../media/image925.png"/><Relationship Id="rId50" Type="http://schemas.openxmlformats.org/officeDocument/2006/relationships/image" Target="../media/image933.png"/><Relationship Id="rId55" Type="http://schemas.openxmlformats.org/officeDocument/2006/relationships/customXml" Target="../ink/ink953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01.png"/><Relationship Id="rId299" Type="http://schemas.openxmlformats.org/officeDocument/2006/relationships/image" Target="../media/image1091.png"/><Relationship Id="rId21" Type="http://schemas.openxmlformats.org/officeDocument/2006/relationships/image" Target="../media/image953.png"/><Relationship Id="rId63" Type="http://schemas.openxmlformats.org/officeDocument/2006/relationships/image" Target="../media/image974.png"/><Relationship Id="rId159" Type="http://schemas.openxmlformats.org/officeDocument/2006/relationships/image" Target="../media/image1022.png"/><Relationship Id="rId324" Type="http://schemas.openxmlformats.org/officeDocument/2006/relationships/image" Target="../media/image1103.png"/><Relationship Id="rId366" Type="http://schemas.openxmlformats.org/officeDocument/2006/relationships/image" Target="../media/image1124.png"/><Relationship Id="rId170" Type="http://schemas.openxmlformats.org/officeDocument/2006/relationships/customXml" Target="../ink/ink1046.xml"/><Relationship Id="rId226" Type="http://schemas.openxmlformats.org/officeDocument/2006/relationships/customXml" Target="../ink/ink1074.xml"/><Relationship Id="rId433" Type="http://schemas.openxmlformats.org/officeDocument/2006/relationships/customXml" Target="../ink/ink1178.xml"/><Relationship Id="rId268" Type="http://schemas.openxmlformats.org/officeDocument/2006/relationships/customXml" Target="../ink/ink1095.xml"/><Relationship Id="rId475" Type="http://schemas.openxmlformats.org/officeDocument/2006/relationships/customXml" Target="../ink/ink1199.xml"/><Relationship Id="rId32" Type="http://schemas.openxmlformats.org/officeDocument/2006/relationships/customXml" Target="../ink/ink977.xml"/><Relationship Id="rId74" Type="http://schemas.openxmlformats.org/officeDocument/2006/relationships/customXml" Target="../ink/ink998.xml"/><Relationship Id="rId128" Type="http://schemas.openxmlformats.org/officeDocument/2006/relationships/customXml" Target="../ink/ink1025.xml"/><Relationship Id="rId335" Type="http://schemas.openxmlformats.org/officeDocument/2006/relationships/customXml" Target="../ink/ink1129.xml"/><Relationship Id="rId377" Type="http://schemas.openxmlformats.org/officeDocument/2006/relationships/customXml" Target="../ink/ink1150.xml"/><Relationship Id="rId5" Type="http://schemas.openxmlformats.org/officeDocument/2006/relationships/image" Target="../media/image945.png"/><Relationship Id="rId181" Type="http://schemas.openxmlformats.org/officeDocument/2006/relationships/image" Target="../media/image1033.png"/><Relationship Id="rId237" Type="http://schemas.openxmlformats.org/officeDocument/2006/relationships/image" Target="../media/image1060.png"/><Relationship Id="rId402" Type="http://schemas.openxmlformats.org/officeDocument/2006/relationships/image" Target="../media/image1142.png"/><Relationship Id="rId279" Type="http://schemas.openxmlformats.org/officeDocument/2006/relationships/image" Target="../media/image1081.png"/><Relationship Id="rId444" Type="http://schemas.openxmlformats.org/officeDocument/2006/relationships/image" Target="../media/image1163.png"/><Relationship Id="rId43" Type="http://schemas.openxmlformats.org/officeDocument/2006/relationships/image" Target="../media/image964.png"/><Relationship Id="rId139" Type="http://schemas.openxmlformats.org/officeDocument/2006/relationships/image" Target="../media/image1012.png"/><Relationship Id="rId290" Type="http://schemas.openxmlformats.org/officeDocument/2006/relationships/customXml" Target="../ink/ink1106.xml"/><Relationship Id="rId304" Type="http://schemas.openxmlformats.org/officeDocument/2006/relationships/customXml" Target="../ink/ink1113.xml"/><Relationship Id="rId346" Type="http://schemas.openxmlformats.org/officeDocument/2006/relationships/image" Target="../media/image1114.png"/><Relationship Id="rId388" Type="http://schemas.openxmlformats.org/officeDocument/2006/relationships/image" Target="../media/image1135.png"/><Relationship Id="rId85" Type="http://schemas.openxmlformats.org/officeDocument/2006/relationships/image" Target="../media/image985.png"/><Relationship Id="rId150" Type="http://schemas.openxmlformats.org/officeDocument/2006/relationships/customXml" Target="../ink/ink1036.xml"/><Relationship Id="rId192" Type="http://schemas.openxmlformats.org/officeDocument/2006/relationships/customXml" Target="../ink/ink1057.xml"/><Relationship Id="rId206" Type="http://schemas.openxmlformats.org/officeDocument/2006/relationships/customXml" Target="../ink/ink1064.xml"/><Relationship Id="rId413" Type="http://schemas.openxmlformats.org/officeDocument/2006/relationships/customXml" Target="../ink/ink1168.xml"/><Relationship Id="rId248" Type="http://schemas.openxmlformats.org/officeDocument/2006/relationships/customXml" Target="../ink/ink1085.xml"/><Relationship Id="rId455" Type="http://schemas.openxmlformats.org/officeDocument/2006/relationships/customXml" Target="../ink/ink1189.xml"/><Relationship Id="rId12" Type="http://schemas.openxmlformats.org/officeDocument/2006/relationships/customXml" Target="../ink/ink967.xml"/><Relationship Id="rId108" Type="http://schemas.openxmlformats.org/officeDocument/2006/relationships/customXml" Target="../ink/ink1015.xml"/><Relationship Id="rId315" Type="http://schemas.openxmlformats.org/officeDocument/2006/relationships/image" Target="../media/image1099.png"/><Relationship Id="rId357" Type="http://schemas.openxmlformats.org/officeDocument/2006/relationships/customXml" Target="../ink/ink1140.xml"/><Relationship Id="rId54" Type="http://schemas.openxmlformats.org/officeDocument/2006/relationships/customXml" Target="../ink/ink988.xml"/><Relationship Id="rId96" Type="http://schemas.openxmlformats.org/officeDocument/2006/relationships/customXml" Target="../ink/ink1009.xml"/><Relationship Id="rId161" Type="http://schemas.openxmlformats.org/officeDocument/2006/relationships/image" Target="../media/image1023.png"/><Relationship Id="rId217" Type="http://schemas.openxmlformats.org/officeDocument/2006/relationships/image" Target="../media/image1051.png"/><Relationship Id="rId399" Type="http://schemas.openxmlformats.org/officeDocument/2006/relationships/customXml" Target="../ink/ink1161.xml"/><Relationship Id="rId259" Type="http://schemas.openxmlformats.org/officeDocument/2006/relationships/image" Target="../media/image1071.png"/><Relationship Id="rId424" Type="http://schemas.openxmlformats.org/officeDocument/2006/relationships/image" Target="../media/image1153.png"/><Relationship Id="rId466" Type="http://schemas.openxmlformats.org/officeDocument/2006/relationships/image" Target="../media/image1174.png"/><Relationship Id="rId23" Type="http://schemas.openxmlformats.org/officeDocument/2006/relationships/image" Target="../media/image954.png"/><Relationship Id="rId119" Type="http://schemas.openxmlformats.org/officeDocument/2006/relationships/image" Target="../media/image1002.png"/><Relationship Id="rId270" Type="http://schemas.openxmlformats.org/officeDocument/2006/relationships/customXml" Target="../ink/ink1096.xml"/><Relationship Id="rId326" Type="http://schemas.openxmlformats.org/officeDocument/2006/relationships/image" Target="../media/image1104.png"/><Relationship Id="rId65" Type="http://schemas.openxmlformats.org/officeDocument/2006/relationships/image" Target="../media/image975.png"/><Relationship Id="rId130" Type="http://schemas.openxmlformats.org/officeDocument/2006/relationships/customXml" Target="../ink/ink1026.xml"/><Relationship Id="rId368" Type="http://schemas.openxmlformats.org/officeDocument/2006/relationships/image" Target="../media/image1125.png"/><Relationship Id="rId172" Type="http://schemas.openxmlformats.org/officeDocument/2006/relationships/customXml" Target="../ink/ink1047.xml"/><Relationship Id="rId228" Type="http://schemas.openxmlformats.org/officeDocument/2006/relationships/customXml" Target="../ink/ink1075.xml"/><Relationship Id="rId435" Type="http://schemas.openxmlformats.org/officeDocument/2006/relationships/customXml" Target="../ink/ink1179.xml"/><Relationship Id="rId477" Type="http://schemas.openxmlformats.org/officeDocument/2006/relationships/image" Target="../media/image1179.png"/><Relationship Id="rId281" Type="http://schemas.openxmlformats.org/officeDocument/2006/relationships/image" Target="../media/image1082.png"/><Relationship Id="rId337" Type="http://schemas.openxmlformats.org/officeDocument/2006/relationships/customXml" Target="../ink/ink1130.xml"/><Relationship Id="rId34" Type="http://schemas.openxmlformats.org/officeDocument/2006/relationships/customXml" Target="../ink/ink978.xml"/><Relationship Id="rId76" Type="http://schemas.openxmlformats.org/officeDocument/2006/relationships/customXml" Target="../ink/ink999.xml"/><Relationship Id="rId141" Type="http://schemas.openxmlformats.org/officeDocument/2006/relationships/image" Target="../media/image1013.png"/><Relationship Id="rId379" Type="http://schemas.openxmlformats.org/officeDocument/2006/relationships/customXml" Target="../ink/ink1151.xml"/><Relationship Id="rId7" Type="http://schemas.openxmlformats.org/officeDocument/2006/relationships/image" Target="../media/image946.png"/><Relationship Id="rId183" Type="http://schemas.openxmlformats.org/officeDocument/2006/relationships/image" Target="../media/image1034.png"/><Relationship Id="rId239" Type="http://schemas.openxmlformats.org/officeDocument/2006/relationships/image" Target="../media/image1061.png"/><Relationship Id="rId390" Type="http://schemas.openxmlformats.org/officeDocument/2006/relationships/image" Target="../media/image1136.png"/><Relationship Id="rId404" Type="http://schemas.openxmlformats.org/officeDocument/2006/relationships/image" Target="../media/image1143.png"/><Relationship Id="rId446" Type="http://schemas.openxmlformats.org/officeDocument/2006/relationships/image" Target="../media/image1164.png"/><Relationship Id="rId250" Type="http://schemas.openxmlformats.org/officeDocument/2006/relationships/customXml" Target="../ink/ink1086.xml"/><Relationship Id="rId292" Type="http://schemas.openxmlformats.org/officeDocument/2006/relationships/customXml" Target="../ink/ink1107.xml"/><Relationship Id="rId306" Type="http://schemas.openxmlformats.org/officeDocument/2006/relationships/customXml" Target="../ink/ink1114.xml"/><Relationship Id="rId45" Type="http://schemas.openxmlformats.org/officeDocument/2006/relationships/image" Target="../media/image965.png"/><Relationship Id="rId87" Type="http://schemas.openxmlformats.org/officeDocument/2006/relationships/image" Target="../media/image986.png"/><Relationship Id="rId110" Type="http://schemas.openxmlformats.org/officeDocument/2006/relationships/customXml" Target="../ink/ink1016.xml"/><Relationship Id="rId348" Type="http://schemas.openxmlformats.org/officeDocument/2006/relationships/image" Target="../media/image1115.png"/><Relationship Id="rId152" Type="http://schemas.openxmlformats.org/officeDocument/2006/relationships/customXml" Target="../ink/ink1037.xml"/><Relationship Id="rId194" Type="http://schemas.openxmlformats.org/officeDocument/2006/relationships/customXml" Target="../ink/ink1058.xml"/><Relationship Id="rId208" Type="http://schemas.openxmlformats.org/officeDocument/2006/relationships/customXml" Target="../ink/ink1065.xml"/><Relationship Id="rId415" Type="http://schemas.openxmlformats.org/officeDocument/2006/relationships/customXml" Target="../ink/ink1169.xml"/><Relationship Id="rId457" Type="http://schemas.openxmlformats.org/officeDocument/2006/relationships/customXml" Target="../ink/ink1190.xml"/><Relationship Id="rId261" Type="http://schemas.openxmlformats.org/officeDocument/2006/relationships/image" Target="../media/image1072.png"/><Relationship Id="rId14" Type="http://schemas.openxmlformats.org/officeDocument/2006/relationships/customXml" Target="../ink/ink968.xml"/><Relationship Id="rId56" Type="http://schemas.openxmlformats.org/officeDocument/2006/relationships/customXml" Target="../ink/ink989.xml"/><Relationship Id="rId317" Type="http://schemas.openxmlformats.org/officeDocument/2006/relationships/image" Target="../media/image1100.png"/><Relationship Id="rId359" Type="http://schemas.openxmlformats.org/officeDocument/2006/relationships/customXml" Target="../ink/ink1141.xml"/><Relationship Id="rId98" Type="http://schemas.openxmlformats.org/officeDocument/2006/relationships/customXml" Target="../ink/ink1010.xml"/><Relationship Id="rId121" Type="http://schemas.openxmlformats.org/officeDocument/2006/relationships/image" Target="../media/image1003.png"/><Relationship Id="rId163" Type="http://schemas.openxmlformats.org/officeDocument/2006/relationships/image" Target="../media/image1024.png"/><Relationship Id="rId219" Type="http://schemas.openxmlformats.org/officeDocument/2006/relationships/image" Target="../media/image1052.png"/><Relationship Id="rId370" Type="http://schemas.openxmlformats.org/officeDocument/2006/relationships/image" Target="../media/image1126.png"/><Relationship Id="rId426" Type="http://schemas.openxmlformats.org/officeDocument/2006/relationships/image" Target="../media/image1154.png"/><Relationship Id="rId230" Type="http://schemas.openxmlformats.org/officeDocument/2006/relationships/customXml" Target="../ink/ink1076.xml"/><Relationship Id="rId468" Type="http://schemas.openxmlformats.org/officeDocument/2006/relationships/image" Target="../media/image1175.png"/><Relationship Id="rId25" Type="http://schemas.openxmlformats.org/officeDocument/2006/relationships/image" Target="../media/image955.png"/><Relationship Id="rId67" Type="http://schemas.openxmlformats.org/officeDocument/2006/relationships/image" Target="../media/image976.png"/><Relationship Id="rId272" Type="http://schemas.openxmlformats.org/officeDocument/2006/relationships/customXml" Target="../ink/ink1097.xml"/><Relationship Id="rId328" Type="http://schemas.openxmlformats.org/officeDocument/2006/relationships/image" Target="../media/image1105.png"/><Relationship Id="rId132" Type="http://schemas.openxmlformats.org/officeDocument/2006/relationships/customXml" Target="../ink/ink1027.xml"/><Relationship Id="rId174" Type="http://schemas.openxmlformats.org/officeDocument/2006/relationships/customXml" Target="../ink/ink1048.xml"/><Relationship Id="rId381" Type="http://schemas.openxmlformats.org/officeDocument/2006/relationships/customXml" Target="../ink/ink1152.xml"/><Relationship Id="rId241" Type="http://schemas.openxmlformats.org/officeDocument/2006/relationships/image" Target="../media/image1062.png"/><Relationship Id="rId437" Type="http://schemas.openxmlformats.org/officeDocument/2006/relationships/customXml" Target="../ink/ink1180.xml"/><Relationship Id="rId479" Type="http://schemas.openxmlformats.org/officeDocument/2006/relationships/customXml" Target="../ink/ink1202.xml"/><Relationship Id="rId36" Type="http://schemas.openxmlformats.org/officeDocument/2006/relationships/customXml" Target="../ink/ink979.xml"/><Relationship Id="rId283" Type="http://schemas.openxmlformats.org/officeDocument/2006/relationships/image" Target="../media/image1083.png"/><Relationship Id="rId339" Type="http://schemas.openxmlformats.org/officeDocument/2006/relationships/customXml" Target="../ink/ink1131.xml"/><Relationship Id="rId78" Type="http://schemas.openxmlformats.org/officeDocument/2006/relationships/customXml" Target="../ink/ink1000.xml"/><Relationship Id="rId101" Type="http://schemas.openxmlformats.org/officeDocument/2006/relationships/image" Target="../media/image993.png"/><Relationship Id="rId143" Type="http://schemas.openxmlformats.org/officeDocument/2006/relationships/image" Target="../media/image1014.png"/><Relationship Id="rId185" Type="http://schemas.openxmlformats.org/officeDocument/2006/relationships/image" Target="../media/image1035.png"/><Relationship Id="rId350" Type="http://schemas.openxmlformats.org/officeDocument/2006/relationships/image" Target="../media/image1116.png"/><Relationship Id="rId406" Type="http://schemas.openxmlformats.org/officeDocument/2006/relationships/image" Target="../media/image1144.png"/><Relationship Id="rId9" Type="http://schemas.openxmlformats.org/officeDocument/2006/relationships/image" Target="../media/image947.png"/><Relationship Id="rId210" Type="http://schemas.openxmlformats.org/officeDocument/2006/relationships/customXml" Target="../ink/ink1066.xml"/><Relationship Id="rId392" Type="http://schemas.openxmlformats.org/officeDocument/2006/relationships/image" Target="../media/image1137.png"/><Relationship Id="rId448" Type="http://schemas.openxmlformats.org/officeDocument/2006/relationships/image" Target="../media/image1165.png"/><Relationship Id="rId252" Type="http://schemas.openxmlformats.org/officeDocument/2006/relationships/customXml" Target="../ink/ink1087.xml"/><Relationship Id="rId294" Type="http://schemas.openxmlformats.org/officeDocument/2006/relationships/customXml" Target="../ink/ink1108.xml"/><Relationship Id="rId308" Type="http://schemas.openxmlformats.org/officeDocument/2006/relationships/customXml" Target="../ink/ink1115.xml"/><Relationship Id="rId47" Type="http://schemas.openxmlformats.org/officeDocument/2006/relationships/image" Target="../media/image966.png"/><Relationship Id="rId89" Type="http://schemas.openxmlformats.org/officeDocument/2006/relationships/image" Target="../media/image987.png"/><Relationship Id="rId112" Type="http://schemas.openxmlformats.org/officeDocument/2006/relationships/customXml" Target="../ink/ink1017.xml"/><Relationship Id="rId154" Type="http://schemas.openxmlformats.org/officeDocument/2006/relationships/customXml" Target="../ink/ink1038.xml"/><Relationship Id="rId361" Type="http://schemas.openxmlformats.org/officeDocument/2006/relationships/customXml" Target="../ink/ink1142.xml"/><Relationship Id="rId196" Type="http://schemas.openxmlformats.org/officeDocument/2006/relationships/customXml" Target="../ink/ink1059.xml"/><Relationship Id="rId417" Type="http://schemas.openxmlformats.org/officeDocument/2006/relationships/customXml" Target="../ink/ink1170.xml"/><Relationship Id="rId459" Type="http://schemas.openxmlformats.org/officeDocument/2006/relationships/customXml" Target="../ink/ink1191.xml"/><Relationship Id="rId16" Type="http://schemas.openxmlformats.org/officeDocument/2006/relationships/customXml" Target="../ink/ink969.xml"/><Relationship Id="rId221" Type="http://schemas.openxmlformats.org/officeDocument/2006/relationships/image" Target="../media/image1053.png"/><Relationship Id="rId263" Type="http://schemas.openxmlformats.org/officeDocument/2006/relationships/image" Target="../media/image1073.png"/><Relationship Id="rId319" Type="http://schemas.openxmlformats.org/officeDocument/2006/relationships/customXml" Target="../ink/ink1121.xml"/><Relationship Id="rId470" Type="http://schemas.openxmlformats.org/officeDocument/2006/relationships/image" Target="../media/image1176.png"/><Relationship Id="rId58" Type="http://schemas.openxmlformats.org/officeDocument/2006/relationships/customXml" Target="../ink/ink990.xml"/><Relationship Id="rId123" Type="http://schemas.openxmlformats.org/officeDocument/2006/relationships/image" Target="../media/image1004.png"/><Relationship Id="rId330" Type="http://schemas.openxmlformats.org/officeDocument/2006/relationships/image" Target="../media/image1106.png"/><Relationship Id="rId165" Type="http://schemas.openxmlformats.org/officeDocument/2006/relationships/image" Target="../media/image1025.png"/><Relationship Id="rId372" Type="http://schemas.openxmlformats.org/officeDocument/2006/relationships/image" Target="../media/image1127.png"/><Relationship Id="rId428" Type="http://schemas.openxmlformats.org/officeDocument/2006/relationships/image" Target="../media/image1155.png"/><Relationship Id="rId232" Type="http://schemas.openxmlformats.org/officeDocument/2006/relationships/customXml" Target="../ink/ink1077.xml"/><Relationship Id="rId274" Type="http://schemas.openxmlformats.org/officeDocument/2006/relationships/customXml" Target="../ink/ink1098.xml"/><Relationship Id="rId27" Type="http://schemas.openxmlformats.org/officeDocument/2006/relationships/image" Target="../media/image956.png"/><Relationship Id="rId69" Type="http://schemas.openxmlformats.org/officeDocument/2006/relationships/image" Target="../media/image977.png"/><Relationship Id="rId134" Type="http://schemas.openxmlformats.org/officeDocument/2006/relationships/customXml" Target="../ink/ink1028.xml"/><Relationship Id="rId80" Type="http://schemas.openxmlformats.org/officeDocument/2006/relationships/customXml" Target="../ink/ink1001.xml"/><Relationship Id="rId176" Type="http://schemas.openxmlformats.org/officeDocument/2006/relationships/customXml" Target="../ink/ink1049.xml"/><Relationship Id="rId341" Type="http://schemas.openxmlformats.org/officeDocument/2006/relationships/customXml" Target="../ink/ink1132.xml"/><Relationship Id="rId383" Type="http://schemas.openxmlformats.org/officeDocument/2006/relationships/customXml" Target="../ink/ink1153.xml"/><Relationship Id="rId439" Type="http://schemas.openxmlformats.org/officeDocument/2006/relationships/customXml" Target="../ink/ink1181.xml"/><Relationship Id="rId201" Type="http://schemas.openxmlformats.org/officeDocument/2006/relationships/image" Target="../media/image1043.png"/><Relationship Id="rId243" Type="http://schemas.openxmlformats.org/officeDocument/2006/relationships/image" Target="../media/image1063.png"/><Relationship Id="rId285" Type="http://schemas.openxmlformats.org/officeDocument/2006/relationships/image" Target="../media/image1084.png"/><Relationship Id="rId450" Type="http://schemas.openxmlformats.org/officeDocument/2006/relationships/image" Target="../media/image1166.png"/><Relationship Id="rId38" Type="http://schemas.openxmlformats.org/officeDocument/2006/relationships/customXml" Target="../ink/ink980.xml"/><Relationship Id="rId103" Type="http://schemas.openxmlformats.org/officeDocument/2006/relationships/image" Target="../media/image994.png"/><Relationship Id="rId310" Type="http://schemas.openxmlformats.org/officeDocument/2006/relationships/customXml" Target="../ink/ink1116.xml"/><Relationship Id="rId91" Type="http://schemas.openxmlformats.org/officeDocument/2006/relationships/image" Target="../media/image988.png"/><Relationship Id="rId145" Type="http://schemas.openxmlformats.org/officeDocument/2006/relationships/image" Target="../media/image1015.png"/><Relationship Id="rId187" Type="http://schemas.openxmlformats.org/officeDocument/2006/relationships/image" Target="../media/image1036.png"/><Relationship Id="rId352" Type="http://schemas.openxmlformats.org/officeDocument/2006/relationships/image" Target="../media/image1117.png"/><Relationship Id="rId394" Type="http://schemas.openxmlformats.org/officeDocument/2006/relationships/image" Target="../media/image1138.png"/><Relationship Id="rId408" Type="http://schemas.openxmlformats.org/officeDocument/2006/relationships/image" Target="../media/image1145.png"/><Relationship Id="rId212" Type="http://schemas.openxmlformats.org/officeDocument/2006/relationships/customXml" Target="../ink/ink1067.xml"/><Relationship Id="rId254" Type="http://schemas.openxmlformats.org/officeDocument/2006/relationships/customXml" Target="../ink/ink1088.xml"/><Relationship Id="rId49" Type="http://schemas.openxmlformats.org/officeDocument/2006/relationships/image" Target="../media/image967.png"/><Relationship Id="rId114" Type="http://schemas.openxmlformats.org/officeDocument/2006/relationships/customXml" Target="../ink/ink1018.xml"/><Relationship Id="rId296" Type="http://schemas.openxmlformats.org/officeDocument/2006/relationships/customXml" Target="../ink/ink1109.xml"/><Relationship Id="rId461" Type="http://schemas.openxmlformats.org/officeDocument/2006/relationships/customXml" Target="../ink/ink1192.xml"/><Relationship Id="rId60" Type="http://schemas.openxmlformats.org/officeDocument/2006/relationships/customXml" Target="../ink/ink991.xml"/><Relationship Id="rId156" Type="http://schemas.openxmlformats.org/officeDocument/2006/relationships/customXml" Target="../ink/ink1039.xml"/><Relationship Id="rId198" Type="http://schemas.openxmlformats.org/officeDocument/2006/relationships/customXml" Target="../ink/ink1060.xml"/><Relationship Id="rId321" Type="http://schemas.openxmlformats.org/officeDocument/2006/relationships/customXml" Target="../ink/ink1122.xml"/><Relationship Id="rId363" Type="http://schemas.openxmlformats.org/officeDocument/2006/relationships/customXml" Target="../ink/ink1143.xml"/><Relationship Id="rId419" Type="http://schemas.openxmlformats.org/officeDocument/2006/relationships/customXml" Target="../ink/ink1171.xml"/><Relationship Id="rId223" Type="http://schemas.openxmlformats.org/officeDocument/2006/relationships/image" Target="../media/image1054.png"/><Relationship Id="rId430" Type="http://schemas.openxmlformats.org/officeDocument/2006/relationships/image" Target="../media/image1156.png"/><Relationship Id="rId18" Type="http://schemas.openxmlformats.org/officeDocument/2006/relationships/customXml" Target="../ink/ink970.xml"/><Relationship Id="rId265" Type="http://schemas.openxmlformats.org/officeDocument/2006/relationships/image" Target="../media/image1074.png"/><Relationship Id="rId472" Type="http://schemas.openxmlformats.org/officeDocument/2006/relationships/image" Target="../media/image1177.png"/><Relationship Id="rId125" Type="http://schemas.openxmlformats.org/officeDocument/2006/relationships/image" Target="../media/image1005.png"/><Relationship Id="rId167" Type="http://schemas.openxmlformats.org/officeDocument/2006/relationships/image" Target="../media/image1026.png"/><Relationship Id="rId332" Type="http://schemas.openxmlformats.org/officeDocument/2006/relationships/image" Target="../media/image1107.png"/><Relationship Id="rId374" Type="http://schemas.openxmlformats.org/officeDocument/2006/relationships/image" Target="../media/image1128.png"/><Relationship Id="rId71" Type="http://schemas.openxmlformats.org/officeDocument/2006/relationships/image" Target="../media/image978.png"/><Relationship Id="rId234" Type="http://schemas.openxmlformats.org/officeDocument/2006/relationships/customXml" Target="../ink/ink1078.xml"/><Relationship Id="rId2" Type="http://schemas.openxmlformats.org/officeDocument/2006/relationships/customXml" Target="../ink/ink962.xml"/><Relationship Id="rId29" Type="http://schemas.openxmlformats.org/officeDocument/2006/relationships/image" Target="../media/image957.png"/><Relationship Id="rId276" Type="http://schemas.openxmlformats.org/officeDocument/2006/relationships/customXml" Target="../ink/ink1099.xml"/><Relationship Id="rId441" Type="http://schemas.openxmlformats.org/officeDocument/2006/relationships/customXml" Target="../ink/ink1182.xml"/><Relationship Id="rId40" Type="http://schemas.openxmlformats.org/officeDocument/2006/relationships/customXml" Target="../ink/ink981.xml"/><Relationship Id="rId136" Type="http://schemas.openxmlformats.org/officeDocument/2006/relationships/customXml" Target="../ink/ink1029.xml"/><Relationship Id="rId178" Type="http://schemas.openxmlformats.org/officeDocument/2006/relationships/customXml" Target="../ink/ink1050.xml"/><Relationship Id="rId301" Type="http://schemas.openxmlformats.org/officeDocument/2006/relationships/image" Target="../media/image1092.png"/><Relationship Id="rId343" Type="http://schemas.openxmlformats.org/officeDocument/2006/relationships/customXml" Target="../ink/ink1133.xml"/><Relationship Id="rId82" Type="http://schemas.openxmlformats.org/officeDocument/2006/relationships/customXml" Target="../ink/ink1002.xml"/><Relationship Id="rId203" Type="http://schemas.openxmlformats.org/officeDocument/2006/relationships/image" Target="../media/image1044.png"/><Relationship Id="rId385" Type="http://schemas.openxmlformats.org/officeDocument/2006/relationships/customXml" Target="../ink/ink1154.xml"/><Relationship Id="rId245" Type="http://schemas.openxmlformats.org/officeDocument/2006/relationships/image" Target="../media/image1064.png"/><Relationship Id="rId287" Type="http://schemas.openxmlformats.org/officeDocument/2006/relationships/image" Target="../media/image1085.png"/><Relationship Id="rId410" Type="http://schemas.openxmlformats.org/officeDocument/2006/relationships/image" Target="../media/image1146.png"/><Relationship Id="rId452" Type="http://schemas.openxmlformats.org/officeDocument/2006/relationships/image" Target="../media/image1167.png"/><Relationship Id="rId105" Type="http://schemas.openxmlformats.org/officeDocument/2006/relationships/image" Target="../media/image995.png"/><Relationship Id="rId147" Type="http://schemas.openxmlformats.org/officeDocument/2006/relationships/image" Target="../media/image1016.png"/><Relationship Id="rId312" Type="http://schemas.openxmlformats.org/officeDocument/2006/relationships/customXml" Target="../ink/ink1117.xml"/><Relationship Id="rId354" Type="http://schemas.openxmlformats.org/officeDocument/2006/relationships/image" Target="../media/image1118.png"/><Relationship Id="rId51" Type="http://schemas.openxmlformats.org/officeDocument/2006/relationships/image" Target="../media/image968.png"/><Relationship Id="rId72" Type="http://schemas.openxmlformats.org/officeDocument/2006/relationships/customXml" Target="../ink/ink997.xml"/><Relationship Id="rId93" Type="http://schemas.openxmlformats.org/officeDocument/2006/relationships/image" Target="../media/image989.png"/><Relationship Id="rId189" Type="http://schemas.openxmlformats.org/officeDocument/2006/relationships/image" Target="../media/image1037.png"/><Relationship Id="rId375" Type="http://schemas.openxmlformats.org/officeDocument/2006/relationships/customXml" Target="../ink/ink1149.xml"/><Relationship Id="rId396" Type="http://schemas.openxmlformats.org/officeDocument/2006/relationships/image" Target="../media/image1139.png"/><Relationship Id="rId3" Type="http://schemas.openxmlformats.org/officeDocument/2006/relationships/image" Target="../media/image944.png"/><Relationship Id="rId214" Type="http://schemas.openxmlformats.org/officeDocument/2006/relationships/customXml" Target="../ink/ink1068.xml"/><Relationship Id="rId235" Type="http://schemas.openxmlformats.org/officeDocument/2006/relationships/image" Target="../media/image1059.png"/><Relationship Id="rId256" Type="http://schemas.openxmlformats.org/officeDocument/2006/relationships/customXml" Target="../ink/ink1089.xml"/><Relationship Id="rId277" Type="http://schemas.openxmlformats.org/officeDocument/2006/relationships/image" Target="../media/image1080.png"/><Relationship Id="rId298" Type="http://schemas.openxmlformats.org/officeDocument/2006/relationships/customXml" Target="../ink/ink1110.xml"/><Relationship Id="rId400" Type="http://schemas.openxmlformats.org/officeDocument/2006/relationships/image" Target="../media/image1141.png"/><Relationship Id="rId421" Type="http://schemas.openxmlformats.org/officeDocument/2006/relationships/customXml" Target="../ink/ink1172.xml"/><Relationship Id="rId442" Type="http://schemas.openxmlformats.org/officeDocument/2006/relationships/image" Target="../media/image1162.png"/><Relationship Id="rId463" Type="http://schemas.openxmlformats.org/officeDocument/2006/relationships/customXml" Target="../ink/ink1193.xml"/><Relationship Id="rId116" Type="http://schemas.openxmlformats.org/officeDocument/2006/relationships/customXml" Target="../ink/ink1019.xml"/><Relationship Id="rId137" Type="http://schemas.openxmlformats.org/officeDocument/2006/relationships/image" Target="../media/image1011.png"/><Relationship Id="rId158" Type="http://schemas.openxmlformats.org/officeDocument/2006/relationships/customXml" Target="../ink/ink1040.xml"/><Relationship Id="rId302" Type="http://schemas.openxmlformats.org/officeDocument/2006/relationships/customXml" Target="../ink/ink1112.xml"/><Relationship Id="rId323" Type="http://schemas.openxmlformats.org/officeDocument/2006/relationships/customXml" Target="../ink/ink1123.xml"/><Relationship Id="rId344" Type="http://schemas.openxmlformats.org/officeDocument/2006/relationships/image" Target="../media/image1113.png"/><Relationship Id="rId20" Type="http://schemas.openxmlformats.org/officeDocument/2006/relationships/customXml" Target="../ink/ink971.xml"/><Relationship Id="rId41" Type="http://schemas.openxmlformats.org/officeDocument/2006/relationships/image" Target="../media/image963.png"/><Relationship Id="rId62" Type="http://schemas.openxmlformats.org/officeDocument/2006/relationships/customXml" Target="../ink/ink992.xml"/><Relationship Id="rId83" Type="http://schemas.openxmlformats.org/officeDocument/2006/relationships/image" Target="../media/image984.png"/><Relationship Id="rId179" Type="http://schemas.openxmlformats.org/officeDocument/2006/relationships/image" Target="../media/image1032.png"/><Relationship Id="rId365" Type="http://schemas.openxmlformats.org/officeDocument/2006/relationships/customXml" Target="../ink/ink1144.xml"/><Relationship Id="rId386" Type="http://schemas.openxmlformats.org/officeDocument/2006/relationships/image" Target="../media/image1134.png"/><Relationship Id="rId190" Type="http://schemas.openxmlformats.org/officeDocument/2006/relationships/customXml" Target="../ink/ink1056.xml"/><Relationship Id="rId204" Type="http://schemas.openxmlformats.org/officeDocument/2006/relationships/customXml" Target="../ink/ink1063.xml"/><Relationship Id="rId225" Type="http://schemas.openxmlformats.org/officeDocument/2006/relationships/image" Target="../media/image544.png"/><Relationship Id="rId246" Type="http://schemas.openxmlformats.org/officeDocument/2006/relationships/customXml" Target="../ink/ink1084.xml"/><Relationship Id="rId267" Type="http://schemas.openxmlformats.org/officeDocument/2006/relationships/image" Target="../media/image1075.png"/><Relationship Id="rId288" Type="http://schemas.openxmlformats.org/officeDocument/2006/relationships/customXml" Target="../ink/ink1105.xml"/><Relationship Id="rId411" Type="http://schemas.openxmlformats.org/officeDocument/2006/relationships/customXml" Target="../ink/ink1167.xml"/><Relationship Id="rId432" Type="http://schemas.openxmlformats.org/officeDocument/2006/relationships/image" Target="../media/image1157.png"/><Relationship Id="rId453" Type="http://schemas.openxmlformats.org/officeDocument/2006/relationships/customXml" Target="../ink/ink1188.xml"/><Relationship Id="rId474" Type="http://schemas.openxmlformats.org/officeDocument/2006/relationships/image" Target="../media/image1178.png"/><Relationship Id="rId106" Type="http://schemas.openxmlformats.org/officeDocument/2006/relationships/customXml" Target="../ink/ink1014.xml"/><Relationship Id="rId127" Type="http://schemas.openxmlformats.org/officeDocument/2006/relationships/image" Target="../media/image1006.png"/><Relationship Id="rId313" Type="http://schemas.openxmlformats.org/officeDocument/2006/relationships/image" Target="../media/image1098.png"/><Relationship Id="rId10" Type="http://schemas.openxmlformats.org/officeDocument/2006/relationships/customXml" Target="../ink/ink966.xml"/><Relationship Id="rId31" Type="http://schemas.openxmlformats.org/officeDocument/2006/relationships/image" Target="../media/image958.png"/><Relationship Id="rId52" Type="http://schemas.openxmlformats.org/officeDocument/2006/relationships/customXml" Target="../ink/ink987.xml"/><Relationship Id="rId73" Type="http://schemas.openxmlformats.org/officeDocument/2006/relationships/image" Target="../media/image979.png"/><Relationship Id="rId94" Type="http://schemas.openxmlformats.org/officeDocument/2006/relationships/customXml" Target="../ink/ink1008.xml"/><Relationship Id="rId148" Type="http://schemas.openxmlformats.org/officeDocument/2006/relationships/customXml" Target="../ink/ink1035.xml"/><Relationship Id="rId169" Type="http://schemas.openxmlformats.org/officeDocument/2006/relationships/image" Target="../media/image1027.png"/><Relationship Id="rId334" Type="http://schemas.openxmlformats.org/officeDocument/2006/relationships/image" Target="../media/image1108.png"/><Relationship Id="rId355" Type="http://schemas.openxmlformats.org/officeDocument/2006/relationships/customXml" Target="../ink/ink1139.xml"/><Relationship Id="rId376" Type="http://schemas.openxmlformats.org/officeDocument/2006/relationships/image" Target="../media/image1129.png"/><Relationship Id="rId397" Type="http://schemas.openxmlformats.org/officeDocument/2006/relationships/customXml" Target="../ink/ink1160.xml"/><Relationship Id="rId4" Type="http://schemas.openxmlformats.org/officeDocument/2006/relationships/customXml" Target="../ink/ink963.xml"/><Relationship Id="rId180" Type="http://schemas.openxmlformats.org/officeDocument/2006/relationships/customXml" Target="../ink/ink1051.xml"/><Relationship Id="rId215" Type="http://schemas.openxmlformats.org/officeDocument/2006/relationships/image" Target="../media/image1050.png"/><Relationship Id="rId236" Type="http://schemas.openxmlformats.org/officeDocument/2006/relationships/customXml" Target="../ink/ink1079.xml"/><Relationship Id="rId257" Type="http://schemas.openxmlformats.org/officeDocument/2006/relationships/image" Target="../media/image1070.png"/><Relationship Id="rId278" Type="http://schemas.openxmlformats.org/officeDocument/2006/relationships/customXml" Target="../ink/ink1100.xml"/><Relationship Id="rId401" Type="http://schemas.openxmlformats.org/officeDocument/2006/relationships/customXml" Target="../ink/ink1162.xml"/><Relationship Id="rId422" Type="http://schemas.openxmlformats.org/officeDocument/2006/relationships/image" Target="../media/image1152.png"/><Relationship Id="rId443" Type="http://schemas.openxmlformats.org/officeDocument/2006/relationships/customXml" Target="../ink/ink1183.xml"/><Relationship Id="rId464" Type="http://schemas.openxmlformats.org/officeDocument/2006/relationships/image" Target="../media/image1173.png"/><Relationship Id="rId303" Type="http://schemas.openxmlformats.org/officeDocument/2006/relationships/image" Target="../media/image1093.png"/><Relationship Id="rId42" Type="http://schemas.openxmlformats.org/officeDocument/2006/relationships/customXml" Target="../ink/ink982.xml"/><Relationship Id="rId84" Type="http://schemas.openxmlformats.org/officeDocument/2006/relationships/customXml" Target="../ink/ink1003.xml"/><Relationship Id="rId138" Type="http://schemas.openxmlformats.org/officeDocument/2006/relationships/customXml" Target="../ink/ink1030.xml"/><Relationship Id="rId345" Type="http://schemas.openxmlformats.org/officeDocument/2006/relationships/customXml" Target="../ink/ink1134.xml"/><Relationship Id="rId387" Type="http://schemas.openxmlformats.org/officeDocument/2006/relationships/customXml" Target="../ink/ink1155.xml"/><Relationship Id="rId191" Type="http://schemas.openxmlformats.org/officeDocument/2006/relationships/image" Target="../media/image1038.png"/><Relationship Id="rId205" Type="http://schemas.openxmlformats.org/officeDocument/2006/relationships/image" Target="../media/image1045.png"/><Relationship Id="rId247" Type="http://schemas.openxmlformats.org/officeDocument/2006/relationships/image" Target="../media/image1065.png"/><Relationship Id="rId412" Type="http://schemas.openxmlformats.org/officeDocument/2006/relationships/image" Target="../media/image1147.png"/><Relationship Id="rId107" Type="http://schemas.openxmlformats.org/officeDocument/2006/relationships/image" Target="../media/image996.png"/><Relationship Id="rId289" Type="http://schemas.openxmlformats.org/officeDocument/2006/relationships/image" Target="../media/image1086.png"/><Relationship Id="rId454" Type="http://schemas.openxmlformats.org/officeDocument/2006/relationships/image" Target="../media/image1168.png"/><Relationship Id="rId11" Type="http://schemas.openxmlformats.org/officeDocument/2006/relationships/image" Target="../media/image948.png"/><Relationship Id="rId53" Type="http://schemas.openxmlformats.org/officeDocument/2006/relationships/image" Target="../media/image969.png"/><Relationship Id="rId149" Type="http://schemas.openxmlformats.org/officeDocument/2006/relationships/image" Target="../media/image1017.png"/><Relationship Id="rId314" Type="http://schemas.openxmlformats.org/officeDocument/2006/relationships/customXml" Target="../ink/ink1118.xml"/><Relationship Id="rId356" Type="http://schemas.openxmlformats.org/officeDocument/2006/relationships/image" Target="../media/image1119.png"/><Relationship Id="rId398" Type="http://schemas.openxmlformats.org/officeDocument/2006/relationships/image" Target="../media/image1140.png"/><Relationship Id="rId95" Type="http://schemas.openxmlformats.org/officeDocument/2006/relationships/image" Target="../media/image990.png"/><Relationship Id="rId160" Type="http://schemas.openxmlformats.org/officeDocument/2006/relationships/customXml" Target="../ink/ink1041.xml"/><Relationship Id="rId216" Type="http://schemas.openxmlformats.org/officeDocument/2006/relationships/customXml" Target="../ink/ink1069.xml"/><Relationship Id="rId423" Type="http://schemas.openxmlformats.org/officeDocument/2006/relationships/customXml" Target="../ink/ink1173.xml"/><Relationship Id="rId258" Type="http://schemas.openxmlformats.org/officeDocument/2006/relationships/customXml" Target="../ink/ink1090.xml"/><Relationship Id="rId465" Type="http://schemas.openxmlformats.org/officeDocument/2006/relationships/customXml" Target="../ink/ink1194.xml"/><Relationship Id="rId22" Type="http://schemas.openxmlformats.org/officeDocument/2006/relationships/customXml" Target="../ink/ink972.xml"/><Relationship Id="rId64" Type="http://schemas.openxmlformats.org/officeDocument/2006/relationships/customXml" Target="../ink/ink993.xml"/><Relationship Id="rId118" Type="http://schemas.openxmlformats.org/officeDocument/2006/relationships/customXml" Target="../ink/ink1020.xml"/><Relationship Id="rId325" Type="http://schemas.openxmlformats.org/officeDocument/2006/relationships/customXml" Target="../ink/ink1124.xml"/><Relationship Id="rId367" Type="http://schemas.openxmlformats.org/officeDocument/2006/relationships/customXml" Target="../ink/ink1145.xml"/><Relationship Id="rId171" Type="http://schemas.openxmlformats.org/officeDocument/2006/relationships/image" Target="../media/image1028.png"/><Relationship Id="rId227" Type="http://schemas.openxmlformats.org/officeDocument/2006/relationships/image" Target="../media/image1055.png"/><Relationship Id="rId269" Type="http://schemas.openxmlformats.org/officeDocument/2006/relationships/image" Target="../media/image1076.png"/><Relationship Id="rId434" Type="http://schemas.openxmlformats.org/officeDocument/2006/relationships/image" Target="../media/image1158.png"/><Relationship Id="rId476" Type="http://schemas.openxmlformats.org/officeDocument/2006/relationships/customXml" Target="../ink/ink1200.xml"/><Relationship Id="rId33" Type="http://schemas.openxmlformats.org/officeDocument/2006/relationships/image" Target="../media/image959.png"/><Relationship Id="rId129" Type="http://schemas.openxmlformats.org/officeDocument/2006/relationships/image" Target="../media/image1007.png"/><Relationship Id="rId280" Type="http://schemas.openxmlformats.org/officeDocument/2006/relationships/customXml" Target="../ink/ink1101.xml"/><Relationship Id="rId336" Type="http://schemas.openxmlformats.org/officeDocument/2006/relationships/image" Target="../media/image1109.png"/><Relationship Id="rId75" Type="http://schemas.openxmlformats.org/officeDocument/2006/relationships/image" Target="../media/image980.png"/><Relationship Id="rId140" Type="http://schemas.openxmlformats.org/officeDocument/2006/relationships/customXml" Target="../ink/ink1031.xml"/><Relationship Id="rId182" Type="http://schemas.openxmlformats.org/officeDocument/2006/relationships/customXml" Target="../ink/ink1052.xml"/><Relationship Id="rId378" Type="http://schemas.openxmlformats.org/officeDocument/2006/relationships/image" Target="../media/image1130.png"/><Relationship Id="rId403" Type="http://schemas.openxmlformats.org/officeDocument/2006/relationships/customXml" Target="../ink/ink1163.xml"/><Relationship Id="rId6" Type="http://schemas.openxmlformats.org/officeDocument/2006/relationships/customXml" Target="../ink/ink964.xml"/><Relationship Id="rId238" Type="http://schemas.openxmlformats.org/officeDocument/2006/relationships/customXml" Target="../ink/ink1080.xml"/><Relationship Id="rId445" Type="http://schemas.openxmlformats.org/officeDocument/2006/relationships/customXml" Target="../ink/ink1184.xml"/><Relationship Id="rId291" Type="http://schemas.openxmlformats.org/officeDocument/2006/relationships/image" Target="../media/image1087.png"/><Relationship Id="rId305" Type="http://schemas.openxmlformats.org/officeDocument/2006/relationships/image" Target="../media/image1094.png"/><Relationship Id="rId347" Type="http://schemas.openxmlformats.org/officeDocument/2006/relationships/customXml" Target="../ink/ink1135.xml"/><Relationship Id="rId44" Type="http://schemas.openxmlformats.org/officeDocument/2006/relationships/customXml" Target="../ink/ink983.xml"/><Relationship Id="rId86" Type="http://schemas.openxmlformats.org/officeDocument/2006/relationships/customXml" Target="../ink/ink1004.xml"/><Relationship Id="rId151" Type="http://schemas.openxmlformats.org/officeDocument/2006/relationships/image" Target="../media/image1018.png"/><Relationship Id="rId389" Type="http://schemas.openxmlformats.org/officeDocument/2006/relationships/customXml" Target="../ink/ink1156.xml"/><Relationship Id="rId193" Type="http://schemas.openxmlformats.org/officeDocument/2006/relationships/image" Target="../media/image1039.png"/><Relationship Id="rId207" Type="http://schemas.openxmlformats.org/officeDocument/2006/relationships/image" Target="../media/image1046.png"/><Relationship Id="rId249" Type="http://schemas.openxmlformats.org/officeDocument/2006/relationships/image" Target="../media/image1066.png"/><Relationship Id="rId414" Type="http://schemas.openxmlformats.org/officeDocument/2006/relationships/image" Target="../media/image1148.png"/><Relationship Id="rId456" Type="http://schemas.openxmlformats.org/officeDocument/2006/relationships/image" Target="../media/image1169.png"/><Relationship Id="rId13" Type="http://schemas.openxmlformats.org/officeDocument/2006/relationships/image" Target="../media/image949.png"/><Relationship Id="rId109" Type="http://schemas.openxmlformats.org/officeDocument/2006/relationships/image" Target="../media/image997.png"/><Relationship Id="rId260" Type="http://schemas.openxmlformats.org/officeDocument/2006/relationships/customXml" Target="../ink/ink1091.xml"/><Relationship Id="rId316" Type="http://schemas.openxmlformats.org/officeDocument/2006/relationships/customXml" Target="../ink/ink1119.xml"/><Relationship Id="rId55" Type="http://schemas.openxmlformats.org/officeDocument/2006/relationships/image" Target="../media/image970.png"/><Relationship Id="rId97" Type="http://schemas.openxmlformats.org/officeDocument/2006/relationships/image" Target="../media/image991.png"/><Relationship Id="rId120" Type="http://schemas.openxmlformats.org/officeDocument/2006/relationships/customXml" Target="../ink/ink1021.xml"/><Relationship Id="rId358" Type="http://schemas.openxmlformats.org/officeDocument/2006/relationships/image" Target="../media/image1120.png"/><Relationship Id="rId162" Type="http://schemas.openxmlformats.org/officeDocument/2006/relationships/customXml" Target="../ink/ink1042.xml"/><Relationship Id="rId218" Type="http://schemas.openxmlformats.org/officeDocument/2006/relationships/customXml" Target="../ink/ink1070.xml"/><Relationship Id="rId425" Type="http://schemas.openxmlformats.org/officeDocument/2006/relationships/customXml" Target="../ink/ink1174.xml"/><Relationship Id="rId467" Type="http://schemas.openxmlformats.org/officeDocument/2006/relationships/customXml" Target="../ink/ink1195.xml"/><Relationship Id="rId271" Type="http://schemas.openxmlformats.org/officeDocument/2006/relationships/image" Target="../media/image1077.png"/><Relationship Id="rId24" Type="http://schemas.openxmlformats.org/officeDocument/2006/relationships/customXml" Target="../ink/ink973.xml"/><Relationship Id="rId66" Type="http://schemas.openxmlformats.org/officeDocument/2006/relationships/customXml" Target="../ink/ink994.xml"/><Relationship Id="rId131" Type="http://schemas.openxmlformats.org/officeDocument/2006/relationships/image" Target="../media/image1008.png"/><Relationship Id="rId327" Type="http://schemas.openxmlformats.org/officeDocument/2006/relationships/customXml" Target="../ink/ink1125.xml"/><Relationship Id="rId369" Type="http://schemas.openxmlformats.org/officeDocument/2006/relationships/customXml" Target="../ink/ink1146.xml"/><Relationship Id="rId173" Type="http://schemas.openxmlformats.org/officeDocument/2006/relationships/image" Target="../media/image1029.png"/><Relationship Id="rId229" Type="http://schemas.openxmlformats.org/officeDocument/2006/relationships/image" Target="../media/image1056.png"/><Relationship Id="rId380" Type="http://schemas.openxmlformats.org/officeDocument/2006/relationships/image" Target="../media/image1131.png"/><Relationship Id="rId436" Type="http://schemas.openxmlformats.org/officeDocument/2006/relationships/image" Target="../media/image1159.png"/><Relationship Id="rId240" Type="http://schemas.openxmlformats.org/officeDocument/2006/relationships/customXml" Target="../ink/ink1081.xml"/><Relationship Id="rId478" Type="http://schemas.openxmlformats.org/officeDocument/2006/relationships/customXml" Target="../ink/ink1201.xml"/><Relationship Id="rId35" Type="http://schemas.openxmlformats.org/officeDocument/2006/relationships/image" Target="../media/image960.png"/><Relationship Id="rId77" Type="http://schemas.openxmlformats.org/officeDocument/2006/relationships/image" Target="../media/image981.png"/><Relationship Id="rId100" Type="http://schemas.openxmlformats.org/officeDocument/2006/relationships/customXml" Target="../ink/ink1011.xml"/><Relationship Id="rId282" Type="http://schemas.openxmlformats.org/officeDocument/2006/relationships/customXml" Target="../ink/ink1102.xml"/><Relationship Id="rId338" Type="http://schemas.openxmlformats.org/officeDocument/2006/relationships/image" Target="../media/image1110.png"/><Relationship Id="rId8" Type="http://schemas.openxmlformats.org/officeDocument/2006/relationships/customXml" Target="../ink/ink965.xml"/><Relationship Id="rId142" Type="http://schemas.openxmlformats.org/officeDocument/2006/relationships/customXml" Target="../ink/ink1032.xml"/><Relationship Id="rId184" Type="http://schemas.openxmlformats.org/officeDocument/2006/relationships/customXml" Target="../ink/ink1053.xml"/><Relationship Id="rId391" Type="http://schemas.openxmlformats.org/officeDocument/2006/relationships/customXml" Target="../ink/ink1157.xml"/><Relationship Id="rId405" Type="http://schemas.openxmlformats.org/officeDocument/2006/relationships/customXml" Target="../ink/ink1164.xml"/><Relationship Id="rId447" Type="http://schemas.openxmlformats.org/officeDocument/2006/relationships/customXml" Target="../ink/ink1185.xml"/><Relationship Id="rId251" Type="http://schemas.openxmlformats.org/officeDocument/2006/relationships/image" Target="../media/image1067.png"/><Relationship Id="rId46" Type="http://schemas.openxmlformats.org/officeDocument/2006/relationships/customXml" Target="../ink/ink984.xml"/><Relationship Id="rId293" Type="http://schemas.openxmlformats.org/officeDocument/2006/relationships/image" Target="../media/image1088.png"/><Relationship Id="rId307" Type="http://schemas.openxmlformats.org/officeDocument/2006/relationships/image" Target="../media/image1095.png"/><Relationship Id="rId349" Type="http://schemas.openxmlformats.org/officeDocument/2006/relationships/customXml" Target="../ink/ink1136.xml"/><Relationship Id="rId88" Type="http://schemas.openxmlformats.org/officeDocument/2006/relationships/customXml" Target="../ink/ink1005.xml"/><Relationship Id="rId111" Type="http://schemas.openxmlformats.org/officeDocument/2006/relationships/image" Target="../media/image998.png"/><Relationship Id="rId153" Type="http://schemas.openxmlformats.org/officeDocument/2006/relationships/image" Target="../media/image1019.png"/><Relationship Id="rId195" Type="http://schemas.openxmlformats.org/officeDocument/2006/relationships/image" Target="../media/image1040.png"/><Relationship Id="rId209" Type="http://schemas.openxmlformats.org/officeDocument/2006/relationships/image" Target="../media/image1047.png"/><Relationship Id="rId360" Type="http://schemas.openxmlformats.org/officeDocument/2006/relationships/image" Target="../media/image1121.png"/><Relationship Id="rId416" Type="http://schemas.openxmlformats.org/officeDocument/2006/relationships/image" Target="../media/image1149.png"/><Relationship Id="rId220" Type="http://schemas.openxmlformats.org/officeDocument/2006/relationships/customXml" Target="../ink/ink1071.xml"/><Relationship Id="rId458" Type="http://schemas.openxmlformats.org/officeDocument/2006/relationships/image" Target="../media/image1170.png"/><Relationship Id="rId15" Type="http://schemas.openxmlformats.org/officeDocument/2006/relationships/image" Target="../media/image950.png"/><Relationship Id="rId57" Type="http://schemas.openxmlformats.org/officeDocument/2006/relationships/image" Target="../media/image971.png"/><Relationship Id="rId262" Type="http://schemas.openxmlformats.org/officeDocument/2006/relationships/customXml" Target="../ink/ink1092.xml"/><Relationship Id="rId318" Type="http://schemas.openxmlformats.org/officeDocument/2006/relationships/customXml" Target="../ink/ink1120.xml"/><Relationship Id="rId99" Type="http://schemas.openxmlformats.org/officeDocument/2006/relationships/image" Target="../media/image992.png"/><Relationship Id="rId122" Type="http://schemas.openxmlformats.org/officeDocument/2006/relationships/customXml" Target="../ink/ink1022.xml"/><Relationship Id="rId164" Type="http://schemas.openxmlformats.org/officeDocument/2006/relationships/customXml" Target="../ink/ink1043.xml"/><Relationship Id="rId371" Type="http://schemas.openxmlformats.org/officeDocument/2006/relationships/customXml" Target="../ink/ink1147.xml"/><Relationship Id="rId427" Type="http://schemas.openxmlformats.org/officeDocument/2006/relationships/customXml" Target="../ink/ink1175.xml"/><Relationship Id="rId469" Type="http://schemas.openxmlformats.org/officeDocument/2006/relationships/customXml" Target="../ink/ink1196.xml"/><Relationship Id="rId26" Type="http://schemas.openxmlformats.org/officeDocument/2006/relationships/customXml" Target="../ink/ink974.xml"/><Relationship Id="rId231" Type="http://schemas.openxmlformats.org/officeDocument/2006/relationships/image" Target="../media/image1057.png"/><Relationship Id="rId273" Type="http://schemas.openxmlformats.org/officeDocument/2006/relationships/image" Target="../media/image1078.png"/><Relationship Id="rId329" Type="http://schemas.openxmlformats.org/officeDocument/2006/relationships/customXml" Target="../ink/ink1126.xml"/><Relationship Id="rId480" Type="http://schemas.openxmlformats.org/officeDocument/2006/relationships/image" Target="../media/image1180.png"/><Relationship Id="rId68" Type="http://schemas.openxmlformats.org/officeDocument/2006/relationships/customXml" Target="../ink/ink995.xml"/><Relationship Id="rId133" Type="http://schemas.openxmlformats.org/officeDocument/2006/relationships/image" Target="../media/image1009.png"/><Relationship Id="rId175" Type="http://schemas.openxmlformats.org/officeDocument/2006/relationships/image" Target="../media/image1030.png"/><Relationship Id="rId340" Type="http://schemas.openxmlformats.org/officeDocument/2006/relationships/image" Target="../media/image1111.png"/><Relationship Id="rId200" Type="http://schemas.openxmlformats.org/officeDocument/2006/relationships/customXml" Target="../ink/ink1061.xml"/><Relationship Id="rId382" Type="http://schemas.openxmlformats.org/officeDocument/2006/relationships/image" Target="../media/image1132.png"/><Relationship Id="rId438" Type="http://schemas.openxmlformats.org/officeDocument/2006/relationships/image" Target="../media/image1160.png"/><Relationship Id="rId242" Type="http://schemas.openxmlformats.org/officeDocument/2006/relationships/customXml" Target="../ink/ink1082.xml"/><Relationship Id="rId284" Type="http://schemas.openxmlformats.org/officeDocument/2006/relationships/customXml" Target="../ink/ink1103.xml"/><Relationship Id="rId37" Type="http://schemas.openxmlformats.org/officeDocument/2006/relationships/image" Target="../media/image961.png"/><Relationship Id="rId79" Type="http://schemas.openxmlformats.org/officeDocument/2006/relationships/image" Target="../media/image982.png"/><Relationship Id="rId102" Type="http://schemas.openxmlformats.org/officeDocument/2006/relationships/customXml" Target="../ink/ink1012.xml"/><Relationship Id="rId144" Type="http://schemas.openxmlformats.org/officeDocument/2006/relationships/customXml" Target="../ink/ink1033.xml"/><Relationship Id="rId90" Type="http://schemas.openxmlformats.org/officeDocument/2006/relationships/customXml" Target="../ink/ink1006.xml"/><Relationship Id="rId186" Type="http://schemas.openxmlformats.org/officeDocument/2006/relationships/customXml" Target="../ink/ink1054.xml"/><Relationship Id="rId351" Type="http://schemas.openxmlformats.org/officeDocument/2006/relationships/customXml" Target="../ink/ink1137.xml"/><Relationship Id="rId393" Type="http://schemas.openxmlformats.org/officeDocument/2006/relationships/customXml" Target="../ink/ink1158.xml"/><Relationship Id="rId407" Type="http://schemas.openxmlformats.org/officeDocument/2006/relationships/customXml" Target="../ink/ink1165.xml"/><Relationship Id="rId449" Type="http://schemas.openxmlformats.org/officeDocument/2006/relationships/customXml" Target="../ink/ink1186.xml"/><Relationship Id="rId211" Type="http://schemas.openxmlformats.org/officeDocument/2006/relationships/image" Target="../media/image1048.png"/><Relationship Id="rId253" Type="http://schemas.openxmlformats.org/officeDocument/2006/relationships/image" Target="../media/image1068.png"/><Relationship Id="rId295" Type="http://schemas.openxmlformats.org/officeDocument/2006/relationships/image" Target="../media/image1089.png"/><Relationship Id="rId309" Type="http://schemas.openxmlformats.org/officeDocument/2006/relationships/image" Target="../media/image1096.png"/><Relationship Id="rId460" Type="http://schemas.openxmlformats.org/officeDocument/2006/relationships/image" Target="../media/image1171.png"/><Relationship Id="rId48" Type="http://schemas.openxmlformats.org/officeDocument/2006/relationships/customXml" Target="../ink/ink985.xml"/><Relationship Id="rId113" Type="http://schemas.openxmlformats.org/officeDocument/2006/relationships/image" Target="../media/image999.png"/><Relationship Id="rId320" Type="http://schemas.openxmlformats.org/officeDocument/2006/relationships/image" Target="../media/image1101.png"/><Relationship Id="rId155" Type="http://schemas.openxmlformats.org/officeDocument/2006/relationships/image" Target="../media/image1020.png"/><Relationship Id="rId197" Type="http://schemas.openxmlformats.org/officeDocument/2006/relationships/image" Target="../media/image1041.png"/><Relationship Id="rId362" Type="http://schemas.openxmlformats.org/officeDocument/2006/relationships/image" Target="../media/image1122.png"/><Relationship Id="rId418" Type="http://schemas.openxmlformats.org/officeDocument/2006/relationships/image" Target="../media/image1150.png"/><Relationship Id="rId222" Type="http://schemas.openxmlformats.org/officeDocument/2006/relationships/customXml" Target="../ink/ink1072.xml"/><Relationship Id="rId264" Type="http://schemas.openxmlformats.org/officeDocument/2006/relationships/customXml" Target="../ink/ink1093.xml"/><Relationship Id="rId471" Type="http://schemas.openxmlformats.org/officeDocument/2006/relationships/customXml" Target="../ink/ink1197.xml"/><Relationship Id="rId17" Type="http://schemas.openxmlformats.org/officeDocument/2006/relationships/image" Target="../media/image951.png"/><Relationship Id="rId59" Type="http://schemas.openxmlformats.org/officeDocument/2006/relationships/image" Target="../media/image972.png"/><Relationship Id="rId124" Type="http://schemas.openxmlformats.org/officeDocument/2006/relationships/customXml" Target="../ink/ink1023.xml"/><Relationship Id="rId70" Type="http://schemas.openxmlformats.org/officeDocument/2006/relationships/customXml" Target="../ink/ink996.xml"/><Relationship Id="rId166" Type="http://schemas.openxmlformats.org/officeDocument/2006/relationships/customXml" Target="../ink/ink1044.xml"/><Relationship Id="rId331" Type="http://schemas.openxmlformats.org/officeDocument/2006/relationships/customXml" Target="../ink/ink1127.xml"/><Relationship Id="rId373" Type="http://schemas.openxmlformats.org/officeDocument/2006/relationships/customXml" Target="../ink/ink1148.xml"/><Relationship Id="rId429" Type="http://schemas.openxmlformats.org/officeDocument/2006/relationships/customXml" Target="../ink/ink1176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1058.png"/><Relationship Id="rId440" Type="http://schemas.openxmlformats.org/officeDocument/2006/relationships/image" Target="../media/image1161.png"/><Relationship Id="rId28" Type="http://schemas.openxmlformats.org/officeDocument/2006/relationships/customXml" Target="../ink/ink975.xml"/><Relationship Id="rId275" Type="http://schemas.openxmlformats.org/officeDocument/2006/relationships/image" Target="../media/image1079.png"/><Relationship Id="rId300" Type="http://schemas.openxmlformats.org/officeDocument/2006/relationships/customXml" Target="../ink/ink1111.xml"/><Relationship Id="rId81" Type="http://schemas.openxmlformats.org/officeDocument/2006/relationships/image" Target="../media/image983.png"/><Relationship Id="rId135" Type="http://schemas.openxmlformats.org/officeDocument/2006/relationships/image" Target="../media/image1010.png"/><Relationship Id="rId177" Type="http://schemas.openxmlformats.org/officeDocument/2006/relationships/image" Target="../media/image1031.png"/><Relationship Id="rId342" Type="http://schemas.openxmlformats.org/officeDocument/2006/relationships/image" Target="../media/image1112.png"/><Relationship Id="rId384" Type="http://schemas.openxmlformats.org/officeDocument/2006/relationships/image" Target="../media/image1133.png"/><Relationship Id="rId202" Type="http://schemas.openxmlformats.org/officeDocument/2006/relationships/customXml" Target="../ink/ink1062.xml"/><Relationship Id="rId244" Type="http://schemas.openxmlformats.org/officeDocument/2006/relationships/customXml" Target="../ink/ink1083.xml"/><Relationship Id="rId39" Type="http://schemas.openxmlformats.org/officeDocument/2006/relationships/image" Target="../media/image962.png"/><Relationship Id="rId286" Type="http://schemas.openxmlformats.org/officeDocument/2006/relationships/customXml" Target="../ink/ink1104.xml"/><Relationship Id="rId451" Type="http://schemas.openxmlformats.org/officeDocument/2006/relationships/customXml" Target="../ink/ink1187.xml"/><Relationship Id="rId50" Type="http://schemas.openxmlformats.org/officeDocument/2006/relationships/customXml" Target="../ink/ink986.xml"/><Relationship Id="rId104" Type="http://schemas.openxmlformats.org/officeDocument/2006/relationships/customXml" Target="../ink/ink1013.xml"/><Relationship Id="rId146" Type="http://schemas.openxmlformats.org/officeDocument/2006/relationships/customXml" Target="../ink/ink1034.xml"/><Relationship Id="rId188" Type="http://schemas.openxmlformats.org/officeDocument/2006/relationships/customXml" Target="../ink/ink1055.xml"/><Relationship Id="rId311" Type="http://schemas.openxmlformats.org/officeDocument/2006/relationships/image" Target="../media/image1097.png"/><Relationship Id="rId353" Type="http://schemas.openxmlformats.org/officeDocument/2006/relationships/customXml" Target="../ink/ink1138.xml"/><Relationship Id="rId395" Type="http://schemas.openxmlformats.org/officeDocument/2006/relationships/customXml" Target="../ink/ink1159.xml"/><Relationship Id="rId409" Type="http://schemas.openxmlformats.org/officeDocument/2006/relationships/customXml" Target="../ink/ink1166.xml"/><Relationship Id="rId92" Type="http://schemas.openxmlformats.org/officeDocument/2006/relationships/customXml" Target="../ink/ink1007.xml"/><Relationship Id="rId213" Type="http://schemas.openxmlformats.org/officeDocument/2006/relationships/image" Target="../media/image1049.png"/><Relationship Id="rId420" Type="http://schemas.openxmlformats.org/officeDocument/2006/relationships/image" Target="../media/image1151.png"/><Relationship Id="rId255" Type="http://schemas.openxmlformats.org/officeDocument/2006/relationships/image" Target="../media/image1069.png"/><Relationship Id="rId297" Type="http://schemas.openxmlformats.org/officeDocument/2006/relationships/image" Target="../media/image1090.png"/><Relationship Id="rId462" Type="http://schemas.openxmlformats.org/officeDocument/2006/relationships/image" Target="../media/image1172.png"/><Relationship Id="rId115" Type="http://schemas.openxmlformats.org/officeDocument/2006/relationships/image" Target="../media/image1000.png"/><Relationship Id="rId157" Type="http://schemas.openxmlformats.org/officeDocument/2006/relationships/image" Target="../media/image1021.png"/><Relationship Id="rId322" Type="http://schemas.openxmlformats.org/officeDocument/2006/relationships/image" Target="../media/image1102.png"/><Relationship Id="rId364" Type="http://schemas.openxmlformats.org/officeDocument/2006/relationships/image" Target="../media/image1123.png"/><Relationship Id="rId61" Type="http://schemas.openxmlformats.org/officeDocument/2006/relationships/image" Target="../media/image973.png"/><Relationship Id="rId199" Type="http://schemas.openxmlformats.org/officeDocument/2006/relationships/image" Target="../media/image1042.png"/><Relationship Id="rId19" Type="http://schemas.openxmlformats.org/officeDocument/2006/relationships/image" Target="../media/image952.png"/><Relationship Id="rId224" Type="http://schemas.openxmlformats.org/officeDocument/2006/relationships/customXml" Target="../ink/ink1073.xml"/><Relationship Id="rId266" Type="http://schemas.openxmlformats.org/officeDocument/2006/relationships/customXml" Target="../ink/ink1094.xml"/><Relationship Id="rId431" Type="http://schemas.openxmlformats.org/officeDocument/2006/relationships/customXml" Target="../ink/ink1177.xml"/><Relationship Id="rId473" Type="http://schemas.openxmlformats.org/officeDocument/2006/relationships/customXml" Target="../ink/ink1198.xml"/><Relationship Id="rId30" Type="http://schemas.openxmlformats.org/officeDocument/2006/relationships/customXml" Target="../ink/ink976.xml"/><Relationship Id="rId126" Type="http://schemas.openxmlformats.org/officeDocument/2006/relationships/customXml" Target="../ink/ink1024.xml"/><Relationship Id="rId168" Type="http://schemas.openxmlformats.org/officeDocument/2006/relationships/customXml" Target="../ink/ink1045.xml"/><Relationship Id="rId333" Type="http://schemas.openxmlformats.org/officeDocument/2006/relationships/customXml" Target="../ink/ink1128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61.xml"/><Relationship Id="rId299" Type="http://schemas.openxmlformats.org/officeDocument/2006/relationships/customXml" Target="../ink/ink1352.xml"/><Relationship Id="rId21" Type="http://schemas.openxmlformats.org/officeDocument/2006/relationships/image" Target="../media/image1189.png"/><Relationship Id="rId63" Type="http://schemas.openxmlformats.org/officeDocument/2006/relationships/customXml" Target="../ink/ink1234.xml"/><Relationship Id="rId159" Type="http://schemas.openxmlformats.org/officeDocument/2006/relationships/customXml" Target="../ink/ink1282.xml"/><Relationship Id="rId170" Type="http://schemas.openxmlformats.org/officeDocument/2006/relationships/image" Target="../media/image1263.png"/><Relationship Id="rId226" Type="http://schemas.openxmlformats.org/officeDocument/2006/relationships/image" Target="../media/image1291.png"/><Relationship Id="rId268" Type="http://schemas.openxmlformats.org/officeDocument/2006/relationships/image" Target="../media/image1312.png"/><Relationship Id="rId32" Type="http://schemas.openxmlformats.org/officeDocument/2006/relationships/customXml" Target="../ink/ink1218.xml"/><Relationship Id="rId74" Type="http://schemas.openxmlformats.org/officeDocument/2006/relationships/image" Target="../media/image1215.png"/><Relationship Id="rId128" Type="http://schemas.openxmlformats.org/officeDocument/2006/relationships/image" Target="../media/image1242.png"/><Relationship Id="rId5" Type="http://schemas.openxmlformats.org/officeDocument/2006/relationships/image" Target="../media/image1182.png"/><Relationship Id="rId181" Type="http://schemas.openxmlformats.org/officeDocument/2006/relationships/customXml" Target="../ink/ink1293.xml"/><Relationship Id="rId237" Type="http://schemas.openxmlformats.org/officeDocument/2006/relationships/customXml" Target="../ink/ink1321.xml"/><Relationship Id="rId279" Type="http://schemas.openxmlformats.org/officeDocument/2006/relationships/customXml" Target="../ink/ink1342.xml"/><Relationship Id="rId43" Type="http://schemas.openxmlformats.org/officeDocument/2006/relationships/image" Target="../media/image1200.png"/><Relationship Id="rId139" Type="http://schemas.openxmlformats.org/officeDocument/2006/relationships/customXml" Target="../ink/ink1272.xml"/><Relationship Id="rId290" Type="http://schemas.openxmlformats.org/officeDocument/2006/relationships/image" Target="../media/image1323.png"/><Relationship Id="rId85" Type="http://schemas.openxmlformats.org/officeDocument/2006/relationships/customXml" Target="../ink/ink1245.xml"/><Relationship Id="rId150" Type="http://schemas.openxmlformats.org/officeDocument/2006/relationships/image" Target="../media/image1253.png"/><Relationship Id="rId192" Type="http://schemas.openxmlformats.org/officeDocument/2006/relationships/image" Target="../media/image1274.png"/><Relationship Id="rId206" Type="http://schemas.openxmlformats.org/officeDocument/2006/relationships/image" Target="../media/image1281.png"/><Relationship Id="rId248" Type="http://schemas.openxmlformats.org/officeDocument/2006/relationships/image" Target="../media/image1302.png"/><Relationship Id="rId12" Type="http://schemas.openxmlformats.org/officeDocument/2006/relationships/customXml" Target="../ink/ink1208.xml"/><Relationship Id="rId108" Type="http://schemas.openxmlformats.org/officeDocument/2006/relationships/image" Target="../media/image1232.png"/><Relationship Id="rId54" Type="http://schemas.openxmlformats.org/officeDocument/2006/relationships/image" Target="../media/image1205.png"/><Relationship Id="rId75" Type="http://schemas.openxmlformats.org/officeDocument/2006/relationships/customXml" Target="../ink/ink1240.xml"/><Relationship Id="rId96" Type="http://schemas.openxmlformats.org/officeDocument/2006/relationships/image" Target="../media/image1226.png"/><Relationship Id="rId140" Type="http://schemas.openxmlformats.org/officeDocument/2006/relationships/image" Target="../media/image1248.png"/><Relationship Id="rId161" Type="http://schemas.openxmlformats.org/officeDocument/2006/relationships/customXml" Target="../ink/ink1283.xml"/><Relationship Id="rId182" Type="http://schemas.openxmlformats.org/officeDocument/2006/relationships/image" Target="../media/image1269.png"/><Relationship Id="rId217" Type="http://schemas.openxmlformats.org/officeDocument/2006/relationships/customXml" Target="../ink/ink1311.xml"/><Relationship Id="rId6" Type="http://schemas.openxmlformats.org/officeDocument/2006/relationships/customXml" Target="../ink/ink1205.xml"/><Relationship Id="rId238" Type="http://schemas.openxmlformats.org/officeDocument/2006/relationships/image" Target="../media/image1297.png"/><Relationship Id="rId259" Type="http://schemas.openxmlformats.org/officeDocument/2006/relationships/customXml" Target="../ink/ink1332.xml"/><Relationship Id="rId23" Type="http://schemas.openxmlformats.org/officeDocument/2006/relationships/image" Target="../media/image1190.png"/><Relationship Id="rId119" Type="http://schemas.openxmlformats.org/officeDocument/2006/relationships/customXml" Target="../ink/ink1262.xml"/><Relationship Id="rId270" Type="http://schemas.openxmlformats.org/officeDocument/2006/relationships/image" Target="../media/image1313.png"/><Relationship Id="rId291" Type="http://schemas.openxmlformats.org/officeDocument/2006/relationships/customXml" Target="../ink/ink1348.xml"/><Relationship Id="rId44" Type="http://schemas.openxmlformats.org/officeDocument/2006/relationships/customXml" Target="../ink/ink1224.xml"/><Relationship Id="rId65" Type="http://schemas.openxmlformats.org/officeDocument/2006/relationships/customXml" Target="../ink/ink1235.xml"/><Relationship Id="rId86" Type="http://schemas.openxmlformats.org/officeDocument/2006/relationships/image" Target="../media/image1221.png"/><Relationship Id="rId130" Type="http://schemas.openxmlformats.org/officeDocument/2006/relationships/image" Target="../media/image1243.png"/><Relationship Id="rId151" Type="http://schemas.openxmlformats.org/officeDocument/2006/relationships/customXml" Target="../ink/ink1278.xml"/><Relationship Id="rId172" Type="http://schemas.openxmlformats.org/officeDocument/2006/relationships/image" Target="../media/image1264.png"/><Relationship Id="rId193" Type="http://schemas.openxmlformats.org/officeDocument/2006/relationships/customXml" Target="../ink/ink1299.xml"/><Relationship Id="rId207" Type="http://schemas.openxmlformats.org/officeDocument/2006/relationships/customXml" Target="../ink/ink1306.xml"/><Relationship Id="rId228" Type="http://schemas.openxmlformats.org/officeDocument/2006/relationships/image" Target="../media/image1292.png"/><Relationship Id="rId249" Type="http://schemas.openxmlformats.org/officeDocument/2006/relationships/customXml" Target="../ink/ink1327.xml"/><Relationship Id="rId13" Type="http://schemas.openxmlformats.org/officeDocument/2006/relationships/image" Target="../media/image1185.png"/><Relationship Id="rId109" Type="http://schemas.openxmlformats.org/officeDocument/2006/relationships/customXml" Target="../ink/ink1257.xml"/><Relationship Id="rId260" Type="http://schemas.openxmlformats.org/officeDocument/2006/relationships/image" Target="../media/image1308.png"/><Relationship Id="rId281" Type="http://schemas.openxmlformats.org/officeDocument/2006/relationships/customXml" Target="../ink/ink1343.xml"/><Relationship Id="rId34" Type="http://schemas.openxmlformats.org/officeDocument/2006/relationships/customXml" Target="../ink/ink1219.xml"/><Relationship Id="rId55" Type="http://schemas.openxmlformats.org/officeDocument/2006/relationships/customXml" Target="../ink/ink1230.xml"/><Relationship Id="rId76" Type="http://schemas.openxmlformats.org/officeDocument/2006/relationships/image" Target="../media/image1216.png"/><Relationship Id="rId97" Type="http://schemas.openxmlformats.org/officeDocument/2006/relationships/customXml" Target="../ink/ink1251.xml"/><Relationship Id="rId120" Type="http://schemas.openxmlformats.org/officeDocument/2006/relationships/image" Target="../media/image1238.png"/><Relationship Id="rId141" Type="http://schemas.openxmlformats.org/officeDocument/2006/relationships/customXml" Target="../ink/ink1273.xml"/><Relationship Id="rId7" Type="http://schemas.openxmlformats.org/officeDocument/2006/relationships/image" Target="../media/image1183.png"/><Relationship Id="rId162" Type="http://schemas.openxmlformats.org/officeDocument/2006/relationships/image" Target="../media/image1259.png"/><Relationship Id="rId183" Type="http://schemas.openxmlformats.org/officeDocument/2006/relationships/customXml" Target="../ink/ink1294.xml"/><Relationship Id="rId218" Type="http://schemas.openxmlformats.org/officeDocument/2006/relationships/image" Target="../media/image1287.png"/><Relationship Id="rId239" Type="http://schemas.openxmlformats.org/officeDocument/2006/relationships/customXml" Target="../ink/ink1322.xml"/><Relationship Id="rId250" Type="http://schemas.openxmlformats.org/officeDocument/2006/relationships/image" Target="../media/image1303.png"/><Relationship Id="rId271" Type="http://schemas.openxmlformats.org/officeDocument/2006/relationships/customXml" Target="../ink/ink1338.xml"/><Relationship Id="rId292" Type="http://schemas.openxmlformats.org/officeDocument/2006/relationships/image" Target="../media/image1324.png"/><Relationship Id="rId24" Type="http://schemas.openxmlformats.org/officeDocument/2006/relationships/customXml" Target="../ink/ink1214.xml"/><Relationship Id="rId45" Type="http://schemas.openxmlformats.org/officeDocument/2006/relationships/image" Target="../media/image1201.png"/><Relationship Id="rId66" Type="http://schemas.openxmlformats.org/officeDocument/2006/relationships/image" Target="../media/image1211.png"/><Relationship Id="rId87" Type="http://schemas.openxmlformats.org/officeDocument/2006/relationships/customXml" Target="../ink/ink1246.xml"/><Relationship Id="rId110" Type="http://schemas.openxmlformats.org/officeDocument/2006/relationships/image" Target="../media/image1233.png"/><Relationship Id="rId131" Type="http://schemas.openxmlformats.org/officeDocument/2006/relationships/customXml" Target="../ink/ink1268.xml"/><Relationship Id="rId152" Type="http://schemas.openxmlformats.org/officeDocument/2006/relationships/image" Target="../media/image1254.png"/><Relationship Id="rId173" Type="http://schemas.openxmlformats.org/officeDocument/2006/relationships/customXml" Target="../ink/ink1289.xml"/><Relationship Id="rId194" Type="http://schemas.openxmlformats.org/officeDocument/2006/relationships/image" Target="../media/image1275.png"/><Relationship Id="rId208" Type="http://schemas.openxmlformats.org/officeDocument/2006/relationships/image" Target="../media/image1282.png"/><Relationship Id="rId229" Type="http://schemas.openxmlformats.org/officeDocument/2006/relationships/customXml" Target="../ink/ink1317.xml"/><Relationship Id="rId240" Type="http://schemas.openxmlformats.org/officeDocument/2006/relationships/image" Target="../media/image1298.png"/><Relationship Id="rId261" Type="http://schemas.openxmlformats.org/officeDocument/2006/relationships/customXml" Target="../ink/ink1333.xml"/><Relationship Id="rId14" Type="http://schemas.openxmlformats.org/officeDocument/2006/relationships/customXml" Target="../ink/ink1209.xml"/><Relationship Id="rId35" Type="http://schemas.openxmlformats.org/officeDocument/2006/relationships/image" Target="../media/image1196.png"/><Relationship Id="rId56" Type="http://schemas.openxmlformats.org/officeDocument/2006/relationships/image" Target="../media/image1206.png"/><Relationship Id="rId77" Type="http://schemas.openxmlformats.org/officeDocument/2006/relationships/customXml" Target="../ink/ink1241.xml"/><Relationship Id="rId100" Type="http://schemas.openxmlformats.org/officeDocument/2006/relationships/image" Target="../media/image1228.png"/><Relationship Id="rId282" Type="http://schemas.openxmlformats.org/officeDocument/2006/relationships/image" Target="../media/image1319.png"/><Relationship Id="rId8" Type="http://schemas.openxmlformats.org/officeDocument/2006/relationships/customXml" Target="../ink/ink1206.xml"/><Relationship Id="rId98" Type="http://schemas.openxmlformats.org/officeDocument/2006/relationships/image" Target="../media/image1227.png"/><Relationship Id="rId121" Type="http://schemas.openxmlformats.org/officeDocument/2006/relationships/customXml" Target="../ink/ink1263.xml"/><Relationship Id="rId142" Type="http://schemas.openxmlformats.org/officeDocument/2006/relationships/image" Target="../media/image1249.png"/><Relationship Id="rId163" Type="http://schemas.openxmlformats.org/officeDocument/2006/relationships/customXml" Target="../ink/ink1284.xml"/><Relationship Id="rId184" Type="http://schemas.openxmlformats.org/officeDocument/2006/relationships/image" Target="../media/image1270.png"/><Relationship Id="rId219" Type="http://schemas.openxmlformats.org/officeDocument/2006/relationships/customXml" Target="../ink/ink1312.xml"/><Relationship Id="rId230" Type="http://schemas.openxmlformats.org/officeDocument/2006/relationships/image" Target="../media/image1293.png"/><Relationship Id="rId251" Type="http://schemas.openxmlformats.org/officeDocument/2006/relationships/customXml" Target="../ink/ink1328.xml"/><Relationship Id="rId25" Type="http://schemas.openxmlformats.org/officeDocument/2006/relationships/image" Target="../media/image1191.png"/><Relationship Id="rId46" Type="http://schemas.openxmlformats.org/officeDocument/2006/relationships/customXml" Target="../ink/ink1225.xml"/><Relationship Id="rId67" Type="http://schemas.openxmlformats.org/officeDocument/2006/relationships/customXml" Target="../ink/ink1236.xml"/><Relationship Id="rId272" Type="http://schemas.openxmlformats.org/officeDocument/2006/relationships/image" Target="../media/image1314.png"/><Relationship Id="rId293" Type="http://schemas.openxmlformats.org/officeDocument/2006/relationships/customXml" Target="../ink/ink1349.xml"/><Relationship Id="rId88" Type="http://schemas.openxmlformats.org/officeDocument/2006/relationships/image" Target="../media/image1222.png"/><Relationship Id="rId111" Type="http://schemas.openxmlformats.org/officeDocument/2006/relationships/customXml" Target="../ink/ink1258.xml"/><Relationship Id="rId132" Type="http://schemas.openxmlformats.org/officeDocument/2006/relationships/image" Target="../media/image1244.png"/><Relationship Id="rId153" Type="http://schemas.openxmlformats.org/officeDocument/2006/relationships/customXml" Target="../ink/ink1279.xml"/><Relationship Id="rId174" Type="http://schemas.openxmlformats.org/officeDocument/2006/relationships/image" Target="../media/image1265.png"/><Relationship Id="rId195" Type="http://schemas.openxmlformats.org/officeDocument/2006/relationships/customXml" Target="../ink/ink1300.xml"/><Relationship Id="rId209" Type="http://schemas.openxmlformats.org/officeDocument/2006/relationships/customXml" Target="../ink/ink1307.xml"/><Relationship Id="rId220" Type="http://schemas.openxmlformats.org/officeDocument/2006/relationships/image" Target="../media/image1288.png"/><Relationship Id="rId241" Type="http://schemas.openxmlformats.org/officeDocument/2006/relationships/customXml" Target="../ink/ink1323.xml"/><Relationship Id="rId15" Type="http://schemas.openxmlformats.org/officeDocument/2006/relationships/image" Target="../media/image1186.png"/><Relationship Id="rId36" Type="http://schemas.openxmlformats.org/officeDocument/2006/relationships/customXml" Target="../ink/ink1220.xml"/><Relationship Id="rId57" Type="http://schemas.openxmlformats.org/officeDocument/2006/relationships/customXml" Target="../ink/ink1231.xml"/><Relationship Id="rId262" Type="http://schemas.openxmlformats.org/officeDocument/2006/relationships/image" Target="../media/image1309.png"/><Relationship Id="rId283" Type="http://schemas.openxmlformats.org/officeDocument/2006/relationships/customXml" Target="../ink/ink1344.xml"/><Relationship Id="rId78" Type="http://schemas.openxmlformats.org/officeDocument/2006/relationships/image" Target="../media/image1217.png"/><Relationship Id="rId99" Type="http://schemas.openxmlformats.org/officeDocument/2006/relationships/customXml" Target="../ink/ink1252.xml"/><Relationship Id="rId101" Type="http://schemas.openxmlformats.org/officeDocument/2006/relationships/customXml" Target="../ink/ink1253.xml"/><Relationship Id="rId122" Type="http://schemas.openxmlformats.org/officeDocument/2006/relationships/image" Target="../media/image1239.png"/><Relationship Id="rId143" Type="http://schemas.openxmlformats.org/officeDocument/2006/relationships/customXml" Target="../ink/ink1274.xml"/><Relationship Id="rId164" Type="http://schemas.openxmlformats.org/officeDocument/2006/relationships/image" Target="../media/image1260.png"/><Relationship Id="rId185" Type="http://schemas.openxmlformats.org/officeDocument/2006/relationships/customXml" Target="../ink/ink1295.xml"/><Relationship Id="rId9" Type="http://schemas.openxmlformats.org/officeDocument/2006/relationships/image" Target="../media/image1184.png"/><Relationship Id="rId210" Type="http://schemas.openxmlformats.org/officeDocument/2006/relationships/image" Target="../media/image1283.png"/><Relationship Id="rId26" Type="http://schemas.openxmlformats.org/officeDocument/2006/relationships/customXml" Target="../ink/ink1215.xml"/><Relationship Id="rId231" Type="http://schemas.openxmlformats.org/officeDocument/2006/relationships/customXml" Target="../ink/ink1318.xml"/><Relationship Id="rId252" Type="http://schemas.openxmlformats.org/officeDocument/2006/relationships/image" Target="../media/image1304.png"/><Relationship Id="rId273" Type="http://schemas.openxmlformats.org/officeDocument/2006/relationships/customXml" Target="../ink/ink1339.xml"/><Relationship Id="rId294" Type="http://schemas.openxmlformats.org/officeDocument/2006/relationships/image" Target="../media/image1325.png"/><Relationship Id="rId47" Type="http://schemas.openxmlformats.org/officeDocument/2006/relationships/image" Target="../media/image1202.png"/><Relationship Id="rId68" Type="http://schemas.openxmlformats.org/officeDocument/2006/relationships/image" Target="../media/image1212.png"/><Relationship Id="rId89" Type="http://schemas.openxmlformats.org/officeDocument/2006/relationships/customXml" Target="../ink/ink1247.xml"/><Relationship Id="rId112" Type="http://schemas.openxmlformats.org/officeDocument/2006/relationships/image" Target="../media/image1234.png"/><Relationship Id="rId133" Type="http://schemas.openxmlformats.org/officeDocument/2006/relationships/customXml" Target="../ink/ink1269.xml"/><Relationship Id="rId154" Type="http://schemas.openxmlformats.org/officeDocument/2006/relationships/image" Target="../media/image1255.png"/><Relationship Id="rId175" Type="http://schemas.openxmlformats.org/officeDocument/2006/relationships/customXml" Target="../ink/ink1290.xml"/><Relationship Id="rId196" Type="http://schemas.openxmlformats.org/officeDocument/2006/relationships/image" Target="../media/image1276.png"/><Relationship Id="rId200" Type="http://schemas.openxmlformats.org/officeDocument/2006/relationships/image" Target="../media/image1278.png"/><Relationship Id="rId16" Type="http://schemas.openxmlformats.org/officeDocument/2006/relationships/customXml" Target="../ink/ink1210.xml"/><Relationship Id="rId221" Type="http://schemas.openxmlformats.org/officeDocument/2006/relationships/customXml" Target="../ink/ink1313.xml"/><Relationship Id="rId242" Type="http://schemas.openxmlformats.org/officeDocument/2006/relationships/image" Target="../media/image1299.png"/><Relationship Id="rId263" Type="http://schemas.openxmlformats.org/officeDocument/2006/relationships/customXml" Target="../ink/ink1334.xml"/><Relationship Id="rId284" Type="http://schemas.openxmlformats.org/officeDocument/2006/relationships/image" Target="../media/image1320.png"/><Relationship Id="rId37" Type="http://schemas.openxmlformats.org/officeDocument/2006/relationships/image" Target="../media/image1197.png"/><Relationship Id="rId58" Type="http://schemas.openxmlformats.org/officeDocument/2006/relationships/image" Target="../media/image1207.png"/><Relationship Id="rId79" Type="http://schemas.openxmlformats.org/officeDocument/2006/relationships/customXml" Target="../ink/ink1242.xml"/><Relationship Id="rId102" Type="http://schemas.openxmlformats.org/officeDocument/2006/relationships/image" Target="../media/image1229.png"/><Relationship Id="rId123" Type="http://schemas.openxmlformats.org/officeDocument/2006/relationships/customXml" Target="../ink/ink1264.xml"/><Relationship Id="rId144" Type="http://schemas.openxmlformats.org/officeDocument/2006/relationships/image" Target="../media/image1250.png"/><Relationship Id="rId90" Type="http://schemas.openxmlformats.org/officeDocument/2006/relationships/image" Target="../media/image1223.png"/><Relationship Id="rId165" Type="http://schemas.openxmlformats.org/officeDocument/2006/relationships/customXml" Target="../ink/ink1285.xml"/><Relationship Id="rId186" Type="http://schemas.openxmlformats.org/officeDocument/2006/relationships/image" Target="../media/image1271.png"/><Relationship Id="rId211" Type="http://schemas.openxmlformats.org/officeDocument/2006/relationships/customXml" Target="../ink/ink1308.xml"/><Relationship Id="rId232" Type="http://schemas.openxmlformats.org/officeDocument/2006/relationships/image" Target="../media/image1294.png"/><Relationship Id="rId253" Type="http://schemas.openxmlformats.org/officeDocument/2006/relationships/customXml" Target="../ink/ink1329.xml"/><Relationship Id="rId274" Type="http://schemas.openxmlformats.org/officeDocument/2006/relationships/image" Target="../media/image1315.png"/><Relationship Id="rId295" Type="http://schemas.openxmlformats.org/officeDocument/2006/relationships/customXml" Target="../ink/ink1350.xml"/><Relationship Id="rId27" Type="http://schemas.openxmlformats.org/officeDocument/2006/relationships/image" Target="../media/image1192.png"/><Relationship Id="rId48" Type="http://schemas.openxmlformats.org/officeDocument/2006/relationships/customXml" Target="../ink/ink1226.xml"/><Relationship Id="rId69" Type="http://schemas.openxmlformats.org/officeDocument/2006/relationships/customXml" Target="../ink/ink1237.xml"/><Relationship Id="rId113" Type="http://schemas.openxmlformats.org/officeDocument/2006/relationships/customXml" Target="../ink/ink1259.xml"/><Relationship Id="rId134" Type="http://schemas.openxmlformats.org/officeDocument/2006/relationships/image" Target="../media/image1245.png"/><Relationship Id="rId80" Type="http://schemas.openxmlformats.org/officeDocument/2006/relationships/image" Target="../media/image1218.png"/><Relationship Id="rId155" Type="http://schemas.openxmlformats.org/officeDocument/2006/relationships/customXml" Target="../ink/ink1280.xml"/><Relationship Id="rId176" Type="http://schemas.openxmlformats.org/officeDocument/2006/relationships/image" Target="../media/image1266.png"/><Relationship Id="rId197" Type="http://schemas.openxmlformats.org/officeDocument/2006/relationships/customXml" Target="../ink/ink1301.xml"/><Relationship Id="rId201" Type="http://schemas.openxmlformats.org/officeDocument/2006/relationships/customXml" Target="../ink/ink1303.xml"/><Relationship Id="rId222" Type="http://schemas.openxmlformats.org/officeDocument/2006/relationships/image" Target="../media/image1289.png"/><Relationship Id="rId243" Type="http://schemas.openxmlformats.org/officeDocument/2006/relationships/customXml" Target="../ink/ink1324.xml"/><Relationship Id="rId264" Type="http://schemas.openxmlformats.org/officeDocument/2006/relationships/image" Target="../media/image1310.png"/><Relationship Id="rId285" Type="http://schemas.openxmlformats.org/officeDocument/2006/relationships/customXml" Target="../ink/ink1345.xml"/><Relationship Id="rId17" Type="http://schemas.openxmlformats.org/officeDocument/2006/relationships/image" Target="../media/image1187.png"/><Relationship Id="rId38" Type="http://schemas.openxmlformats.org/officeDocument/2006/relationships/customXml" Target="../ink/ink1221.xml"/><Relationship Id="rId59" Type="http://schemas.openxmlformats.org/officeDocument/2006/relationships/customXml" Target="../ink/ink1232.xml"/><Relationship Id="rId103" Type="http://schemas.openxmlformats.org/officeDocument/2006/relationships/customXml" Target="../ink/ink1254.xml"/><Relationship Id="rId124" Type="http://schemas.openxmlformats.org/officeDocument/2006/relationships/image" Target="../media/image1240.png"/><Relationship Id="rId70" Type="http://schemas.openxmlformats.org/officeDocument/2006/relationships/image" Target="../media/image1213.png"/><Relationship Id="rId91" Type="http://schemas.openxmlformats.org/officeDocument/2006/relationships/customXml" Target="../ink/ink1248.xml"/><Relationship Id="rId145" Type="http://schemas.openxmlformats.org/officeDocument/2006/relationships/customXml" Target="../ink/ink1275.xml"/><Relationship Id="rId166" Type="http://schemas.openxmlformats.org/officeDocument/2006/relationships/image" Target="../media/image1261.png"/><Relationship Id="rId187" Type="http://schemas.openxmlformats.org/officeDocument/2006/relationships/customXml" Target="../ink/ink1296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284.png"/><Relationship Id="rId233" Type="http://schemas.openxmlformats.org/officeDocument/2006/relationships/customXml" Target="../ink/ink1319.xml"/><Relationship Id="rId254" Type="http://schemas.openxmlformats.org/officeDocument/2006/relationships/image" Target="../media/image1305.png"/><Relationship Id="rId28" Type="http://schemas.openxmlformats.org/officeDocument/2006/relationships/customXml" Target="../ink/ink1216.xml"/><Relationship Id="rId49" Type="http://schemas.openxmlformats.org/officeDocument/2006/relationships/image" Target="../media/image1203.png"/><Relationship Id="rId114" Type="http://schemas.openxmlformats.org/officeDocument/2006/relationships/image" Target="../media/image1235.png"/><Relationship Id="rId275" Type="http://schemas.openxmlformats.org/officeDocument/2006/relationships/customXml" Target="../ink/ink1340.xml"/><Relationship Id="rId296" Type="http://schemas.openxmlformats.org/officeDocument/2006/relationships/image" Target="../media/image1326.png"/><Relationship Id="rId300" Type="http://schemas.openxmlformats.org/officeDocument/2006/relationships/image" Target="../media/image1328.png"/><Relationship Id="rId60" Type="http://schemas.openxmlformats.org/officeDocument/2006/relationships/image" Target="../media/image1208.png"/><Relationship Id="rId81" Type="http://schemas.openxmlformats.org/officeDocument/2006/relationships/customXml" Target="../ink/ink1243.xml"/><Relationship Id="rId135" Type="http://schemas.openxmlformats.org/officeDocument/2006/relationships/customXml" Target="../ink/ink1270.xml"/><Relationship Id="rId156" Type="http://schemas.openxmlformats.org/officeDocument/2006/relationships/image" Target="../media/image1256.png"/><Relationship Id="rId177" Type="http://schemas.openxmlformats.org/officeDocument/2006/relationships/customXml" Target="../ink/ink1291.xml"/><Relationship Id="rId198" Type="http://schemas.openxmlformats.org/officeDocument/2006/relationships/image" Target="../media/image1277.png"/><Relationship Id="rId202" Type="http://schemas.openxmlformats.org/officeDocument/2006/relationships/image" Target="../media/image1279.png"/><Relationship Id="rId223" Type="http://schemas.openxmlformats.org/officeDocument/2006/relationships/customXml" Target="../ink/ink1314.xml"/><Relationship Id="rId244" Type="http://schemas.openxmlformats.org/officeDocument/2006/relationships/image" Target="../media/image1300.png"/><Relationship Id="rId18" Type="http://schemas.openxmlformats.org/officeDocument/2006/relationships/customXml" Target="../ink/ink1211.xml"/><Relationship Id="rId39" Type="http://schemas.openxmlformats.org/officeDocument/2006/relationships/image" Target="../media/image1198.png"/><Relationship Id="rId265" Type="http://schemas.openxmlformats.org/officeDocument/2006/relationships/customXml" Target="../ink/ink1335.xml"/><Relationship Id="rId286" Type="http://schemas.openxmlformats.org/officeDocument/2006/relationships/image" Target="../media/image1321.png"/><Relationship Id="rId50" Type="http://schemas.openxmlformats.org/officeDocument/2006/relationships/customXml" Target="../ink/ink1227.xml"/><Relationship Id="rId104" Type="http://schemas.openxmlformats.org/officeDocument/2006/relationships/image" Target="../media/image1230.png"/><Relationship Id="rId125" Type="http://schemas.openxmlformats.org/officeDocument/2006/relationships/customXml" Target="../ink/ink1265.xml"/><Relationship Id="rId146" Type="http://schemas.openxmlformats.org/officeDocument/2006/relationships/image" Target="../media/image1251.png"/><Relationship Id="rId167" Type="http://schemas.openxmlformats.org/officeDocument/2006/relationships/customXml" Target="../ink/ink1286.xml"/><Relationship Id="rId188" Type="http://schemas.openxmlformats.org/officeDocument/2006/relationships/image" Target="../media/image1272.png"/><Relationship Id="rId71" Type="http://schemas.openxmlformats.org/officeDocument/2006/relationships/customXml" Target="../ink/ink1238.xml"/><Relationship Id="rId92" Type="http://schemas.openxmlformats.org/officeDocument/2006/relationships/image" Target="../media/image1224.png"/><Relationship Id="rId213" Type="http://schemas.openxmlformats.org/officeDocument/2006/relationships/customXml" Target="../ink/ink1309.xml"/><Relationship Id="rId234" Type="http://schemas.openxmlformats.org/officeDocument/2006/relationships/image" Target="../media/image1295.png"/><Relationship Id="rId2" Type="http://schemas.openxmlformats.org/officeDocument/2006/relationships/customXml" Target="../ink/ink1203.xml"/><Relationship Id="rId29" Type="http://schemas.openxmlformats.org/officeDocument/2006/relationships/image" Target="../media/image1193.png"/><Relationship Id="rId255" Type="http://schemas.openxmlformats.org/officeDocument/2006/relationships/customXml" Target="../ink/ink1330.xml"/><Relationship Id="rId276" Type="http://schemas.openxmlformats.org/officeDocument/2006/relationships/image" Target="../media/image1316.png"/><Relationship Id="rId297" Type="http://schemas.openxmlformats.org/officeDocument/2006/relationships/customXml" Target="../ink/ink1351.xml"/><Relationship Id="rId40" Type="http://schemas.openxmlformats.org/officeDocument/2006/relationships/customXml" Target="../ink/ink1222.xml"/><Relationship Id="rId115" Type="http://schemas.openxmlformats.org/officeDocument/2006/relationships/customXml" Target="../ink/ink1260.xml"/><Relationship Id="rId136" Type="http://schemas.openxmlformats.org/officeDocument/2006/relationships/image" Target="../media/image1246.png"/><Relationship Id="rId157" Type="http://schemas.openxmlformats.org/officeDocument/2006/relationships/customXml" Target="../ink/ink1281.xml"/><Relationship Id="rId178" Type="http://schemas.openxmlformats.org/officeDocument/2006/relationships/image" Target="../media/image1267.png"/><Relationship Id="rId61" Type="http://schemas.openxmlformats.org/officeDocument/2006/relationships/customXml" Target="../ink/ink1233.xml"/><Relationship Id="rId82" Type="http://schemas.openxmlformats.org/officeDocument/2006/relationships/image" Target="../media/image1219.png"/><Relationship Id="rId199" Type="http://schemas.openxmlformats.org/officeDocument/2006/relationships/customXml" Target="../ink/ink1302.xml"/><Relationship Id="rId203" Type="http://schemas.openxmlformats.org/officeDocument/2006/relationships/customXml" Target="../ink/ink1304.xml"/><Relationship Id="rId19" Type="http://schemas.openxmlformats.org/officeDocument/2006/relationships/image" Target="../media/image1188.png"/><Relationship Id="rId224" Type="http://schemas.openxmlformats.org/officeDocument/2006/relationships/image" Target="../media/image1290.png"/><Relationship Id="rId245" Type="http://schemas.openxmlformats.org/officeDocument/2006/relationships/customXml" Target="../ink/ink1325.xml"/><Relationship Id="rId266" Type="http://schemas.openxmlformats.org/officeDocument/2006/relationships/image" Target="../media/image1311.png"/><Relationship Id="rId287" Type="http://schemas.openxmlformats.org/officeDocument/2006/relationships/customXml" Target="../ink/ink1346.xml"/><Relationship Id="rId30" Type="http://schemas.openxmlformats.org/officeDocument/2006/relationships/customXml" Target="../ink/ink1217.xml"/><Relationship Id="rId105" Type="http://schemas.openxmlformats.org/officeDocument/2006/relationships/customXml" Target="../ink/ink1255.xml"/><Relationship Id="rId126" Type="http://schemas.openxmlformats.org/officeDocument/2006/relationships/image" Target="../media/image1241.png"/><Relationship Id="rId147" Type="http://schemas.openxmlformats.org/officeDocument/2006/relationships/customXml" Target="../ink/ink1276.xml"/><Relationship Id="rId168" Type="http://schemas.openxmlformats.org/officeDocument/2006/relationships/image" Target="../media/image1262.png"/><Relationship Id="rId51" Type="http://schemas.openxmlformats.org/officeDocument/2006/relationships/image" Target="../media/image1204.png"/><Relationship Id="rId72" Type="http://schemas.openxmlformats.org/officeDocument/2006/relationships/image" Target="../media/image1214.png"/><Relationship Id="rId93" Type="http://schemas.openxmlformats.org/officeDocument/2006/relationships/customXml" Target="../ink/ink1249.xml"/><Relationship Id="rId189" Type="http://schemas.openxmlformats.org/officeDocument/2006/relationships/customXml" Target="../ink/ink1297.xml"/><Relationship Id="rId3" Type="http://schemas.openxmlformats.org/officeDocument/2006/relationships/image" Target="../media/image1181.png"/><Relationship Id="rId214" Type="http://schemas.openxmlformats.org/officeDocument/2006/relationships/image" Target="../media/image1285.png"/><Relationship Id="rId235" Type="http://schemas.openxmlformats.org/officeDocument/2006/relationships/customXml" Target="../ink/ink1320.xml"/><Relationship Id="rId256" Type="http://schemas.openxmlformats.org/officeDocument/2006/relationships/image" Target="../media/image1306.png"/><Relationship Id="rId277" Type="http://schemas.openxmlformats.org/officeDocument/2006/relationships/customXml" Target="../ink/ink1341.xml"/><Relationship Id="rId298" Type="http://schemas.openxmlformats.org/officeDocument/2006/relationships/image" Target="../media/image1327.png"/><Relationship Id="rId116" Type="http://schemas.openxmlformats.org/officeDocument/2006/relationships/image" Target="../media/image1236.png"/><Relationship Id="rId137" Type="http://schemas.openxmlformats.org/officeDocument/2006/relationships/customXml" Target="../ink/ink1271.xml"/><Relationship Id="rId158" Type="http://schemas.openxmlformats.org/officeDocument/2006/relationships/image" Target="../media/image1257.png"/><Relationship Id="rId20" Type="http://schemas.openxmlformats.org/officeDocument/2006/relationships/customXml" Target="../ink/ink1212.xml"/><Relationship Id="rId41" Type="http://schemas.openxmlformats.org/officeDocument/2006/relationships/image" Target="../media/image1199.png"/><Relationship Id="rId62" Type="http://schemas.openxmlformats.org/officeDocument/2006/relationships/image" Target="../media/image1209.png"/><Relationship Id="rId83" Type="http://schemas.openxmlformats.org/officeDocument/2006/relationships/customXml" Target="../ink/ink1244.xml"/><Relationship Id="rId179" Type="http://schemas.openxmlformats.org/officeDocument/2006/relationships/customXml" Target="../ink/ink1292.xml"/><Relationship Id="rId190" Type="http://schemas.openxmlformats.org/officeDocument/2006/relationships/image" Target="../media/image1273.png"/><Relationship Id="rId204" Type="http://schemas.openxmlformats.org/officeDocument/2006/relationships/image" Target="../media/image1280.png"/><Relationship Id="rId225" Type="http://schemas.openxmlformats.org/officeDocument/2006/relationships/customXml" Target="../ink/ink1315.xml"/><Relationship Id="rId246" Type="http://schemas.openxmlformats.org/officeDocument/2006/relationships/image" Target="../media/image1301.png"/><Relationship Id="rId267" Type="http://schemas.openxmlformats.org/officeDocument/2006/relationships/customXml" Target="../ink/ink1336.xml"/><Relationship Id="rId288" Type="http://schemas.openxmlformats.org/officeDocument/2006/relationships/image" Target="../media/image1322.png"/><Relationship Id="rId106" Type="http://schemas.openxmlformats.org/officeDocument/2006/relationships/image" Target="../media/image1231.png"/><Relationship Id="rId127" Type="http://schemas.openxmlformats.org/officeDocument/2006/relationships/customXml" Target="../ink/ink1266.xml"/><Relationship Id="rId10" Type="http://schemas.openxmlformats.org/officeDocument/2006/relationships/customXml" Target="../ink/ink1207.xml"/><Relationship Id="rId31" Type="http://schemas.openxmlformats.org/officeDocument/2006/relationships/image" Target="../media/image1194.png"/><Relationship Id="rId52" Type="http://schemas.openxmlformats.org/officeDocument/2006/relationships/customXml" Target="../ink/ink1228.xml"/><Relationship Id="rId73" Type="http://schemas.openxmlformats.org/officeDocument/2006/relationships/customXml" Target="../ink/ink1239.xml"/><Relationship Id="rId94" Type="http://schemas.openxmlformats.org/officeDocument/2006/relationships/image" Target="../media/image1225.png"/><Relationship Id="rId148" Type="http://schemas.openxmlformats.org/officeDocument/2006/relationships/image" Target="../media/image1252.png"/><Relationship Id="rId169" Type="http://schemas.openxmlformats.org/officeDocument/2006/relationships/customXml" Target="../ink/ink1287.xml"/><Relationship Id="rId4" Type="http://schemas.openxmlformats.org/officeDocument/2006/relationships/customXml" Target="../ink/ink1204.xml"/><Relationship Id="rId180" Type="http://schemas.openxmlformats.org/officeDocument/2006/relationships/image" Target="../media/image1268.png"/><Relationship Id="rId215" Type="http://schemas.openxmlformats.org/officeDocument/2006/relationships/customXml" Target="../ink/ink1310.xml"/><Relationship Id="rId236" Type="http://schemas.openxmlformats.org/officeDocument/2006/relationships/image" Target="../media/image1296.png"/><Relationship Id="rId257" Type="http://schemas.openxmlformats.org/officeDocument/2006/relationships/customXml" Target="../ink/ink1331.xml"/><Relationship Id="rId278" Type="http://schemas.openxmlformats.org/officeDocument/2006/relationships/image" Target="../media/image1317.png"/><Relationship Id="rId42" Type="http://schemas.openxmlformats.org/officeDocument/2006/relationships/customXml" Target="../ink/ink1223.xml"/><Relationship Id="rId84" Type="http://schemas.openxmlformats.org/officeDocument/2006/relationships/image" Target="../media/image1220.png"/><Relationship Id="rId138" Type="http://schemas.openxmlformats.org/officeDocument/2006/relationships/image" Target="../media/image1247.png"/><Relationship Id="rId191" Type="http://schemas.openxmlformats.org/officeDocument/2006/relationships/customXml" Target="../ink/ink1298.xml"/><Relationship Id="rId205" Type="http://schemas.openxmlformats.org/officeDocument/2006/relationships/customXml" Target="../ink/ink1305.xml"/><Relationship Id="rId247" Type="http://schemas.openxmlformats.org/officeDocument/2006/relationships/customXml" Target="../ink/ink1326.xml"/><Relationship Id="rId107" Type="http://schemas.openxmlformats.org/officeDocument/2006/relationships/customXml" Target="../ink/ink1256.xml"/><Relationship Id="rId289" Type="http://schemas.openxmlformats.org/officeDocument/2006/relationships/customXml" Target="../ink/ink1347.xml"/><Relationship Id="rId11" Type="http://schemas.openxmlformats.org/officeDocument/2006/relationships/image" Target="../media/image544.png"/><Relationship Id="rId53" Type="http://schemas.openxmlformats.org/officeDocument/2006/relationships/customXml" Target="../ink/ink1229.xml"/><Relationship Id="rId149" Type="http://schemas.openxmlformats.org/officeDocument/2006/relationships/customXml" Target="../ink/ink1277.xml"/><Relationship Id="rId95" Type="http://schemas.openxmlformats.org/officeDocument/2006/relationships/customXml" Target="../ink/ink1250.xml"/><Relationship Id="rId160" Type="http://schemas.openxmlformats.org/officeDocument/2006/relationships/image" Target="../media/image1258.png"/><Relationship Id="rId216" Type="http://schemas.openxmlformats.org/officeDocument/2006/relationships/image" Target="../media/image1286.png"/><Relationship Id="rId258" Type="http://schemas.openxmlformats.org/officeDocument/2006/relationships/image" Target="../media/image1307.png"/><Relationship Id="rId22" Type="http://schemas.openxmlformats.org/officeDocument/2006/relationships/customXml" Target="../ink/ink1213.xml"/><Relationship Id="rId64" Type="http://schemas.openxmlformats.org/officeDocument/2006/relationships/image" Target="../media/image1210.png"/><Relationship Id="rId118" Type="http://schemas.openxmlformats.org/officeDocument/2006/relationships/image" Target="../media/image1237.png"/><Relationship Id="rId171" Type="http://schemas.openxmlformats.org/officeDocument/2006/relationships/customXml" Target="../ink/ink1288.xml"/><Relationship Id="rId227" Type="http://schemas.openxmlformats.org/officeDocument/2006/relationships/customXml" Target="../ink/ink1316.xml"/><Relationship Id="rId269" Type="http://schemas.openxmlformats.org/officeDocument/2006/relationships/customXml" Target="../ink/ink1337.xml"/><Relationship Id="rId33" Type="http://schemas.openxmlformats.org/officeDocument/2006/relationships/image" Target="../media/image1195.png"/><Relationship Id="rId129" Type="http://schemas.openxmlformats.org/officeDocument/2006/relationships/customXml" Target="../ink/ink1267.xml"/><Relationship Id="rId280" Type="http://schemas.openxmlformats.org/officeDocument/2006/relationships/image" Target="../media/image1318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44.png"/><Relationship Id="rId299" Type="http://schemas.openxmlformats.org/officeDocument/2006/relationships/customXml" Target="../ink/ink1503.xml"/><Relationship Id="rId21" Type="http://schemas.openxmlformats.org/officeDocument/2006/relationships/image" Target="../media/image1338.png"/><Relationship Id="rId63" Type="http://schemas.openxmlformats.org/officeDocument/2006/relationships/image" Target="../media/image1359.png"/><Relationship Id="rId159" Type="http://schemas.openxmlformats.org/officeDocument/2006/relationships/image" Target="../media/image1406.png"/><Relationship Id="rId170" Type="http://schemas.openxmlformats.org/officeDocument/2006/relationships/customXml" Target="../ink/ink1437.xml"/><Relationship Id="rId226" Type="http://schemas.openxmlformats.org/officeDocument/2006/relationships/customXml" Target="../ink/ink1466.xml"/><Relationship Id="rId268" Type="http://schemas.openxmlformats.org/officeDocument/2006/relationships/customXml" Target="../ink/ink1487.xml"/><Relationship Id="rId32" Type="http://schemas.openxmlformats.org/officeDocument/2006/relationships/customXml" Target="../ink/ink1368.xml"/><Relationship Id="rId74" Type="http://schemas.openxmlformats.org/officeDocument/2006/relationships/customXml" Target="../ink/ink1389.xml"/><Relationship Id="rId128" Type="http://schemas.openxmlformats.org/officeDocument/2006/relationships/customXml" Target="../ink/ink1416.xml"/><Relationship Id="rId5" Type="http://schemas.openxmlformats.org/officeDocument/2006/relationships/image" Target="../media/image1330.png"/><Relationship Id="rId181" Type="http://schemas.openxmlformats.org/officeDocument/2006/relationships/image" Target="../media/image1417.png"/><Relationship Id="rId237" Type="http://schemas.openxmlformats.org/officeDocument/2006/relationships/image" Target="../media/image1444.png"/><Relationship Id="rId279" Type="http://schemas.openxmlformats.org/officeDocument/2006/relationships/image" Target="../media/image1465.png"/><Relationship Id="rId43" Type="http://schemas.openxmlformats.org/officeDocument/2006/relationships/image" Target="../media/image1349.png"/><Relationship Id="rId139" Type="http://schemas.openxmlformats.org/officeDocument/2006/relationships/image" Target="../media/image1396.png"/><Relationship Id="rId290" Type="http://schemas.openxmlformats.org/officeDocument/2006/relationships/customXml" Target="../ink/ink1498.xml"/><Relationship Id="rId304" Type="http://schemas.openxmlformats.org/officeDocument/2006/relationships/image" Target="../media/image1477.png"/><Relationship Id="rId85" Type="http://schemas.openxmlformats.org/officeDocument/2006/relationships/image" Target="../media/image1370.png"/><Relationship Id="rId150" Type="http://schemas.openxmlformats.org/officeDocument/2006/relationships/customXml" Target="../ink/ink1427.xml"/><Relationship Id="rId192" Type="http://schemas.openxmlformats.org/officeDocument/2006/relationships/customXml" Target="../ink/ink1448.xml"/><Relationship Id="rId206" Type="http://schemas.openxmlformats.org/officeDocument/2006/relationships/image" Target="../media/image1429.png"/><Relationship Id="rId248" Type="http://schemas.openxmlformats.org/officeDocument/2006/relationships/customXml" Target="../ink/ink1477.xml"/><Relationship Id="rId12" Type="http://schemas.openxmlformats.org/officeDocument/2006/relationships/customXml" Target="../ink/ink1358.xml"/><Relationship Id="rId108" Type="http://schemas.openxmlformats.org/officeDocument/2006/relationships/customXml" Target="../ink/ink1406.xml"/><Relationship Id="rId54" Type="http://schemas.openxmlformats.org/officeDocument/2006/relationships/customXml" Target="../ink/ink1379.xml"/><Relationship Id="rId96" Type="http://schemas.openxmlformats.org/officeDocument/2006/relationships/customXml" Target="../ink/ink1400.xml"/><Relationship Id="rId161" Type="http://schemas.openxmlformats.org/officeDocument/2006/relationships/image" Target="../media/image1407.png"/><Relationship Id="rId217" Type="http://schemas.openxmlformats.org/officeDocument/2006/relationships/customXml" Target="../ink/ink1461.xml"/><Relationship Id="rId259" Type="http://schemas.openxmlformats.org/officeDocument/2006/relationships/image" Target="../media/image1455.png"/><Relationship Id="rId23" Type="http://schemas.openxmlformats.org/officeDocument/2006/relationships/image" Target="../media/image1339.png"/><Relationship Id="rId119" Type="http://schemas.openxmlformats.org/officeDocument/2006/relationships/image" Target="../media/image1386.png"/><Relationship Id="rId270" Type="http://schemas.openxmlformats.org/officeDocument/2006/relationships/customXml" Target="../ink/ink1488.xml"/><Relationship Id="rId65" Type="http://schemas.openxmlformats.org/officeDocument/2006/relationships/image" Target="../media/image1360.png"/><Relationship Id="rId130" Type="http://schemas.openxmlformats.org/officeDocument/2006/relationships/customXml" Target="../ink/ink1417.xml"/><Relationship Id="rId172" Type="http://schemas.openxmlformats.org/officeDocument/2006/relationships/customXml" Target="../ink/ink1438.xml"/><Relationship Id="rId193" Type="http://schemas.openxmlformats.org/officeDocument/2006/relationships/image" Target="../media/image1423.png"/><Relationship Id="rId207" Type="http://schemas.openxmlformats.org/officeDocument/2006/relationships/customXml" Target="../ink/ink1456.xml"/><Relationship Id="rId228" Type="http://schemas.openxmlformats.org/officeDocument/2006/relationships/customXml" Target="../ink/ink1467.xml"/><Relationship Id="rId249" Type="http://schemas.openxmlformats.org/officeDocument/2006/relationships/image" Target="../media/image1450.png"/><Relationship Id="rId13" Type="http://schemas.openxmlformats.org/officeDocument/2006/relationships/image" Target="../media/image1334.png"/><Relationship Id="rId109" Type="http://schemas.openxmlformats.org/officeDocument/2006/relationships/image" Target="../media/image1382.png"/><Relationship Id="rId260" Type="http://schemas.openxmlformats.org/officeDocument/2006/relationships/customXml" Target="../ink/ink1483.xml"/><Relationship Id="rId281" Type="http://schemas.openxmlformats.org/officeDocument/2006/relationships/image" Target="../media/image1466.png"/><Relationship Id="rId34" Type="http://schemas.openxmlformats.org/officeDocument/2006/relationships/customXml" Target="../ink/ink1369.xml"/><Relationship Id="rId55" Type="http://schemas.openxmlformats.org/officeDocument/2006/relationships/image" Target="../media/image1355.png"/><Relationship Id="rId76" Type="http://schemas.openxmlformats.org/officeDocument/2006/relationships/customXml" Target="../ink/ink1390.xml"/><Relationship Id="rId97" Type="http://schemas.openxmlformats.org/officeDocument/2006/relationships/image" Target="../media/image1376.png"/><Relationship Id="rId120" Type="http://schemas.openxmlformats.org/officeDocument/2006/relationships/customXml" Target="../ink/ink1412.xml"/><Relationship Id="rId141" Type="http://schemas.openxmlformats.org/officeDocument/2006/relationships/image" Target="../media/image1397.png"/><Relationship Id="rId7" Type="http://schemas.openxmlformats.org/officeDocument/2006/relationships/image" Target="../media/image1331.png"/><Relationship Id="rId162" Type="http://schemas.openxmlformats.org/officeDocument/2006/relationships/customXml" Target="../ink/ink1433.xml"/><Relationship Id="rId183" Type="http://schemas.openxmlformats.org/officeDocument/2006/relationships/image" Target="../media/image1418.png"/><Relationship Id="rId218" Type="http://schemas.openxmlformats.org/officeDocument/2006/relationships/customXml" Target="../ink/ink1462.xml"/><Relationship Id="rId239" Type="http://schemas.openxmlformats.org/officeDocument/2006/relationships/image" Target="../media/image1445.png"/><Relationship Id="rId250" Type="http://schemas.openxmlformats.org/officeDocument/2006/relationships/customXml" Target="../ink/ink1478.xml"/><Relationship Id="rId271" Type="http://schemas.openxmlformats.org/officeDocument/2006/relationships/image" Target="../media/image1461.png"/><Relationship Id="rId292" Type="http://schemas.openxmlformats.org/officeDocument/2006/relationships/customXml" Target="../ink/ink1499.xml"/><Relationship Id="rId306" Type="http://schemas.openxmlformats.org/officeDocument/2006/relationships/image" Target="../media/image1478.png"/><Relationship Id="rId24" Type="http://schemas.openxmlformats.org/officeDocument/2006/relationships/customXml" Target="../ink/ink1364.xml"/><Relationship Id="rId45" Type="http://schemas.openxmlformats.org/officeDocument/2006/relationships/image" Target="../media/image1350.png"/><Relationship Id="rId66" Type="http://schemas.openxmlformats.org/officeDocument/2006/relationships/customXml" Target="../ink/ink1385.xml"/><Relationship Id="rId87" Type="http://schemas.openxmlformats.org/officeDocument/2006/relationships/image" Target="../media/image1371.png"/><Relationship Id="rId110" Type="http://schemas.openxmlformats.org/officeDocument/2006/relationships/customXml" Target="../ink/ink1407.xml"/><Relationship Id="rId131" Type="http://schemas.openxmlformats.org/officeDocument/2006/relationships/image" Target="../media/image1392.png"/><Relationship Id="rId152" Type="http://schemas.openxmlformats.org/officeDocument/2006/relationships/customXml" Target="../ink/ink1428.xml"/><Relationship Id="rId173" Type="http://schemas.openxmlformats.org/officeDocument/2006/relationships/image" Target="../media/image1413.png"/><Relationship Id="rId194" Type="http://schemas.openxmlformats.org/officeDocument/2006/relationships/customXml" Target="../ink/ink1449.xml"/><Relationship Id="rId208" Type="http://schemas.openxmlformats.org/officeDocument/2006/relationships/image" Target="../media/image1430.png"/><Relationship Id="rId229" Type="http://schemas.openxmlformats.org/officeDocument/2006/relationships/image" Target="../media/image1440.png"/><Relationship Id="rId240" Type="http://schemas.openxmlformats.org/officeDocument/2006/relationships/customXml" Target="../ink/ink1473.xml"/><Relationship Id="rId261" Type="http://schemas.openxmlformats.org/officeDocument/2006/relationships/image" Target="../media/image1456.png"/><Relationship Id="rId14" Type="http://schemas.openxmlformats.org/officeDocument/2006/relationships/customXml" Target="../ink/ink1359.xml"/><Relationship Id="rId35" Type="http://schemas.openxmlformats.org/officeDocument/2006/relationships/image" Target="../media/image1345.png"/><Relationship Id="rId56" Type="http://schemas.openxmlformats.org/officeDocument/2006/relationships/customXml" Target="../ink/ink1380.xml"/><Relationship Id="rId77" Type="http://schemas.openxmlformats.org/officeDocument/2006/relationships/image" Target="../media/image1366.png"/><Relationship Id="rId100" Type="http://schemas.openxmlformats.org/officeDocument/2006/relationships/customXml" Target="../ink/ink1402.xml"/><Relationship Id="rId282" Type="http://schemas.openxmlformats.org/officeDocument/2006/relationships/customXml" Target="../ink/ink1494.xml"/><Relationship Id="rId8" Type="http://schemas.openxmlformats.org/officeDocument/2006/relationships/customXml" Target="../ink/ink1356.xml"/><Relationship Id="rId98" Type="http://schemas.openxmlformats.org/officeDocument/2006/relationships/customXml" Target="../ink/ink1401.xml"/><Relationship Id="rId121" Type="http://schemas.openxmlformats.org/officeDocument/2006/relationships/image" Target="../media/image1387.png"/><Relationship Id="rId142" Type="http://schemas.openxmlformats.org/officeDocument/2006/relationships/customXml" Target="../ink/ink1423.xml"/><Relationship Id="rId163" Type="http://schemas.openxmlformats.org/officeDocument/2006/relationships/image" Target="../media/image1408.png"/><Relationship Id="rId184" Type="http://schemas.openxmlformats.org/officeDocument/2006/relationships/customXml" Target="../ink/ink1444.xml"/><Relationship Id="rId219" Type="http://schemas.openxmlformats.org/officeDocument/2006/relationships/image" Target="../media/image1435.png"/><Relationship Id="rId230" Type="http://schemas.openxmlformats.org/officeDocument/2006/relationships/customXml" Target="../ink/ink1468.xml"/><Relationship Id="rId251" Type="http://schemas.openxmlformats.org/officeDocument/2006/relationships/image" Target="../media/image1451.png"/><Relationship Id="rId25" Type="http://schemas.openxmlformats.org/officeDocument/2006/relationships/image" Target="../media/image1340.png"/><Relationship Id="rId46" Type="http://schemas.openxmlformats.org/officeDocument/2006/relationships/customXml" Target="../ink/ink1375.xml"/><Relationship Id="rId67" Type="http://schemas.openxmlformats.org/officeDocument/2006/relationships/image" Target="../media/image1361.png"/><Relationship Id="rId272" Type="http://schemas.openxmlformats.org/officeDocument/2006/relationships/customXml" Target="../ink/ink1489.xml"/><Relationship Id="rId293" Type="http://schemas.openxmlformats.org/officeDocument/2006/relationships/image" Target="../media/image1472.png"/><Relationship Id="rId307" Type="http://schemas.openxmlformats.org/officeDocument/2006/relationships/customXml" Target="../ink/ink1507.xml"/><Relationship Id="rId88" Type="http://schemas.openxmlformats.org/officeDocument/2006/relationships/customXml" Target="../ink/ink1396.xml"/><Relationship Id="rId111" Type="http://schemas.openxmlformats.org/officeDocument/2006/relationships/image" Target="../media/image1383.png"/><Relationship Id="rId132" Type="http://schemas.openxmlformats.org/officeDocument/2006/relationships/customXml" Target="../ink/ink1418.xml"/><Relationship Id="rId153" Type="http://schemas.openxmlformats.org/officeDocument/2006/relationships/image" Target="../media/image1403.png"/><Relationship Id="rId174" Type="http://schemas.openxmlformats.org/officeDocument/2006/relationships/customXml" Target="../ink/ink1439.xml"/><Relationship Id="rId195" Type="http://schemas.openxmlformats.org/officeDocument/2006/relationships/image" Target="../media/image1424.png"/><Relationship Id="rId209" Type="http://schemas.openxmlformats.org/officeDocument/2006/relationships/customXml" Target="../ink/ink1457.xml"/><Relationship Id="rId220" Type="http://schemas.openxmlformats.org/officeDocument/2006/relationships/customXml" Target="../ink/ink1463.xml"/><Relationship Id="rId241" Type="http://schemas.openxmlformats.org/officeDocument/2006/relationships/image" Target="../media/image1446.png"/><Relationship Id="rId15" Type="http://schemas.openxmlformats.org/officeDocument/2006/relationships/image" Target="../media/image1335.png"/><Relationship Id="rId36" Type="http://schemas.openxmlformats.org/officeDocument/2006/relationships/customXml" Target="../ink/ink1370.xml"/><Relationship Id="rId57" Type="http://schemas.openxmlformats.org/officeDocument/2006/relationships/image" Target="../media/image1356.png"/><Relationship Id="rId262" Type="http://schemas.openxmlformats.org/officeDocument/2006/relationships/customXml" Target="../ink/ink1484.xml"/><Relationship Id="rId283" Type="http://schemas.openxmlformats.org/officeDocument/2006/relationships/image" Target="../media/image1467.png"/><Relationship Id="rId78" Type="http://schemas.openxmlformats.org/officeDocument/2006/relationships/customXml" Target="../ink/ink1391.xml"/><Relationship Id="rId99" Type="http://schemas.openxmlformats.org/officeDocument/2006/relationships/image" Target="../media/image1377.png"/><Relationship Id="rId101" Type="http://schemas.openxmlformats.org/officeDocument/2006/relationships/image" Target="../media/image1378.png"/><Relationship Id="rId122" Type="http://schemas.openxmlformats.org/officeDocument/2006/relationships/customXml" Target="../ink/ink1413.xml"/><Relationship Id="rId143" Type="http://schemas.openxmlformats.org/officeDocument/2006/relationships/image" Target="../media/image1398.png"/><Relationship Id="rId164" Type="http://schemas.openxmlformats.org/officeDocument/2006/relationships/customXml" Target="../ink/ink1434.xml"/><Relationship Id="rId185" Type="http://schemas.openxmlformats.org/officeDocument/2006/relationships/image" Target="../media/image1419.png"/><Relationship Id="rId9" Type="http://schemas.openxmlformats.org/officeDocument/2006/relationships/image" Target="../media/image1332.png"/><Relationship Id="rId210" Type="http://schemas.openxmlformats.org/officeDocument/2006/relationships/image" Target="../media/image1431.png"/><Relationship Id="rId26" Type="http://schemas.openxmlformats.org/officeDocument/2006/relationships/customXml" Target="../ink/ink1365.xml"/><Relationship Id="rId231" Type="http://schemas.openxmlformats.org/officeDocument/2006/relationships/image" Target="../media/image1441.png"/><Relationship Id="rId252" Type="http://schemas.openxmlformats.org/officeDocument/2006/relationships/customXml" Target="../ink/ink1479.xml"/><Relationship Id="rId273" Type="http://schemas.openxmlformats.org/officeDocument/2006/relationships/image" Target="../media/image1462.png"/><Relationship Id="rId294" Type="http://schemas.openxmlformats.org/officeDocument/2006/relationships/customXml" Target="../ink/ink1500.xml"/><Relationship Id="rId308" Type="http://schemas.openxmlformats.org/officeDocument/2006/relationships/image" Target="../media/image1479.png"/><Relationship Id="rId47" Type="http://schemas.openxmlformats.org/officeDocument/2006/relationships/image" Target="../media/image1351.png"/><Relationship Id="rId68" Type="http://schemas.openxmlformats.org/officeDocument/2006/relationships/customXml" Target="../ink/ink1386.xml"/><Relationship Id="rId89" Type="http://schemas.openxmlformats.org/officeDocument/2006/relationships/image" Target="../media/image1372.png"/><Relationship Id="rId112" Type="http://schemas.openxmlformats.org/officeDocument/2006/relationships/customXml" Target="../ink/ink1408.xml"/><Relationship Id="rId133" Type="http://schemas.openxmlformats.org/officeDocument/2006/relationships/image" Target="../media/image1393.png"/><Relationship Id="rId154" Type="http://schemas.openxmlformats.org/officeDocument/2006/relationships/customXml" Target="../ink/ink1429.xml"/><Relationship Id="rId175" Type="http://schemas.openxmlformats.org/officeDocument/2006/relationships/image" Target="../media/image1414.png"/><Relationship Id="rId196" Type="http://schemas.openxmlformats.org/officeDocument/2006/relationships/customXml" Target="../ink/ink1450.xml"/><Relationship Id="rId200" Type="http://schemas.openxmlformats.org/officeDocument/2006/relationships/image" Target="../media/image1426.png"/><Relationship Id="rId16" Type="http://schemas.openxmlformats.org/officeDocument/2006/relationships/customXml" Target="../ink/ink1360.xml"/><Relationship Id="rId221" Type="http://schemas.openxmlformats.org/officeDocument/2006/relationships/image" Target="../media/image1436.png"/><Relationship Id="rId242" Type="http://schemas.openxmlformats.org/officeDocument/2006/relationships/customXml" Target="../ink/ink1474.xml"/><Relationship Id="rId263" Type="http://schemas.openxmlformats.org/officeDocument/2006/relationships/image" Target="../media/image1457.png"/><Relationship Id="rId284" Type="http://schemas.openxmlformats.org/officeDocument/2006/relationships/customXml" Target="../ink/ink1495.xml"/><Relationship Id="rId37" Type="http://schemas.openxmlformats.org/officeDocument/2006/relationships/image" Target="../media/image1346.png"/><Relationship Id="rId58" Type="http://schemas.openxmlformats.org/officeDocument/2006/relationships/customXml" Target="../ink/ink1381.xml"/><Relationship Id="rId79" Type="http://schemas.openxmlformats.org/officeDocument/2006/relationships/image" Target="../media/image1367.png"/><Relationship Id="rId102" Type="http://schemas.openxmlformats.org/officeDocument/2006/relationships/customXml" Target="../ink/ink1403.xml"/><Relationship Id="rId123" Type="http://schemas.openxmlformats.org/officeDocument/2006/relationships/image" Target="../media/image1388.png"/><Relationship Id="rId144" Type="http://schemas.openxmlformats.org/officeDocument/2006/relationships/customXml" Target="../ink/ink1424.xml"/><Relationship Id="rId90" Type="http://schemas.openxmlformats.org/officeDocument/2006/relationships/customXml" Target="../ink/ink1397.xml"/><Relationship Id="rId165" Type="http://schemas.openxmlformats.org/officeDocument/2006/relationships/image" Target="../media/image1409.png"/><Relationship Id="rId186" Type="http://schemas.openxmlformats.org/officeDocument/2006/relationships/customXml" Target="../ink/ink1445.xml"/><Relationship Id="rId211" Type="http://schemas.openxmlformats.org/officeDocument/2006/relationships/customXml" Target="../ink/ink1458.xml"/><Relationship Id="rId232" Type="http://schemas.openxmlformats.org/officeDocument/2006/relationships/customXml" Target="../ink/ink1469.xml"/><Relationship Id="rId253" Type="http://schemas.openxmlformats.org/officeDocument/2006/relationships/image" Target="../media/image1452.png"/><Relationship Id="rId274" Type="http://schemas.openxmlformats.org/officeDocument/2006/relationships/customXml" Target="../ink/ink1490.xml"/><Relationship Id="rId295" Type="http://schemas.openxmlformats.org/officeDocument/2006/relationships/image" Target="../media/image1473.png"/><Relationship Id="rId309" Type="http://schemas.openxmlformats.org/officeDocument/2006/relationships/customXml" Target="../ink/ink1508.xml"/><Relationship Id="rId27" Type="http://schemas.openxmlformats.org/officeDocument/2006/relationships/image" Target="../media/image1341.png"/><Relationship Id="rId48" Type="http://schemas.openxmlformats.org/officeDocument/2006/relationships/customXml" Target="../ink/ink1376.xml"/><Relationship Id="rId69" Type="http://schemas.openxmlformats.org/officeDocument/2006/relationships/image" Target="../media/image1362.png"/><Relationship Id="rId113" Type="http://schemas.openxmlformats.org/officeDocument/2006/relationships/image" Target="../media/image1384.png"/><Relationship Id="rId134" Type="http://schemas.openxmlformats.org/officeDocument/2006/relationships/customXml" Target="../ink/ink1419.xml"/><Relationship Id="rId80" Type="http://schemas.openxmlformats.org/officeDocument/2006/relationships/customXml" Target="../ink/ink1392.xml"/><Relationship Id="rId155" Type="http://schemas.openxmlformats.org/officeDocument/2006/relationships/image" Target="../media/image1404.png"/><Relationship Id="rId176" Type="http://schemas.openxmlformats.org/officeDocument/2006/relationships/customXml" Target="../ink/ink1440.xml"/><Relationship Id="rId197" Type="http://schemas.openxmlformats.org/officeDocument/2006/relationships/customXml" Target="../ink/ink1451.xml"/><Relationship Id="rId201" Type="http://schemas.openxmlformats.org/officeDocument/2006/relationships/customXml" Target="../ink/ink1453.xml"/><Relationship Id="rId222" Type="http://schemas.openxmlformats.org/officeDocument/2006/relationships/customXml" Target="../ink/ink1464.xml"/><Relationship Id="rId243" Type="http://schemas.openxmlformats.org/officeDocument/2006/relationships/image" Target="../media/image1447.png"/><Relationship Id="rId264" Type="http://schemas.openxmlformats.org/officeDocument/2006/relationships/customXml" Target="../ink/ink1485.xml"/><Relationship Id="rId285" Type="http://schemas.openxmlformats.org/officeDocument/2006/relationships/image" Target="../media/image1468.png"/><Relationship Id="rId17" Type="http://schemas.openxmlformats.org/officeDocument/2006/relationships/image" Target="../media/image1336.png"/><Relationship Id="rId38" Type="http://schemas.openxmlformats.org/officeDocument/2006/relationships/customXml" Target="../ink/ink1371.xml"/><Relationship Id="rId59" Type="http://schemas.openxmlformats.org/officeDocument/2006/relationships/image" Target="../media/image1357.png"/><Relationship Id="rId103" Type="http://schemas.openxmlformats.org/officeDocument/2006/relationships/image" Target="../media/image1379.png"/><Relationship Id="rId124" Type="http://schemas.openxmlformats.org/officeDocument/2006/relationships/customXml" Target="../ink/ink1414.xml"/><Relationship Id="rId310" Type="http://schemas.openxmlformats.org/officeDocument/2006/relationships/image" Target="../media/image1480.png"/><Relationship Id="rId70" Type="http://schemas.openxmlformats.org/officeDocument/2006/relationships/customXml" Target="../ink/ink1387.xml"/><Relationship Id="rId91" Type="http://schemas.openxmlformats.org/officeDocument/2006/relationships/image" Target="../media/image1373.png"/><Relationship Id="rId145" Type="http://schemas.openxmlformats.org/officeDocument/2006/relationships/image" Target="../media/image1399.png"/><Relationship Id="rId166" Type="http://schemas.openxmlformats.org/officeDocument/2006/relationships/customXml" Target="../ink/ink1435.xml"/><Relationship Id="rId187" Type="http://schemas.openxmlformats.org/officeDocument/2006/relationships/image" Target="../media/image1420.png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432.png"/><Relationship Id="rId233" Type="http://schemas.openxmlformats.org/officeDocument/2006/relationships/image" Target="../media/image1442.png"/><Relationship Id="rId254" Type="http://schemas.openxmlformats.org/officeDocument/2006/relationships/customXml" Target="../ink/ink1480.xml"/><Relationship Id="rId28" Type="http://schemas.openxmlformats.org/officeDocument/2006/relationships/customXml" Target="../ink/ink1366.xml"/><Relationship Id="rId49" Type="http://schemas.openxmlformats.org/officeDocument/2006/relationships/image" Target="../media/image1352.png"/><Relationship Id="rId114" Type="http://schemas.openxmlformats.org/officeDocument/2006/relationships/customXml" Target="../ink/ink1409.xml"/><Relationship Id="rId275" Type="http://schemas.openxmlformats.org/officeDocument/2006/relationships/image" Target="../media/image1463.png"/><Relationship Id="rId296" Type="http://schemas.openxmlformats.org/officeDocument/2006/relationships/customXml" Target="../ink/ink1501.xml"/><Relationship Id="rId300" Type="http://schemas.openxmlformats.org/officeDocument/2006/relationships/image" Target="../media/image1475.png"/><Relationship Id="rId60" Type="http://schemas.openxmlformats.org/officeDocument/2006/relationships/customXml" Target="../ink/ink1382.xml"/><Relationship Id="rId81" Type="http://schemas.openxmlformats.org/officeDocument/2006/relationships/image" Target="../media/image1368.png"/><Relationship Id="rId135" Type="http://schemas.openxmlformats.org/officeDocument/2006/relationships/image" Target="../media/image1394.png"/><Relationship Id="rId156" Type="http://schemas.openxmlformats.org/officeDocument/2006/relationships/customXml" Target="../ink/ink1430.xml"/><Relationship Id="rId177" Type="http://schemas.openxmlformats.org/officeDocument/2006/relationships/image" Target="../media/image1415.png"/><Relationship Id="rId198" Type="http://schemas.openxmlformats.org/officeDocument/2006/relationships/image" Target="../media/image1425.png"/><Relationship Id="rId202" Type="http://schemas.openxmlformats.org/officeDocument/2006/relationships/image" Target="../media/image1427.png"/><Relationship Id="rId223" Type="http://schemas.openxmlformats.org/officeDocument/2006/relationships/image" Target="../media/image1437.png"/><Relationship Id="rId244" Type="http://schemas.openxmlformats.org/officeDocument/2006/relationships/customXml" Target="../ink/ink1475.xml"/><Relationship Id="rId18" Type="http://schemas.openxmlformats.org/officeDocument/2006/relationships/customXml" Target="../ink/ink1361.xml"/><Relationship Id="rId39" Type="http://schemas.openxmlformats.org/officeDocument/2006/relationships/image" Target="../media/image1347.png"/><Relationship Id="rId265" Type="http://schemas.openxmlformats.org/officeDocument/2006/relationships/image" Target="../media/image1458.png"/><Relationship Id="rId286" Type="http://schemas.openxmlformats.org/officeDocument/2006/relationships/customXml" Target="../ink/ink1496.xml"/><Relationship Id="rId50" Type="http://schemas.openxmlformats.org/officeDocument/2006/relationships/customXml" Target="../ink/ink1377.xml"/><Relationship Id="rId104" Type="http://schemas.openxmlformats.org/officeDocument/2006/relationships/customXml" Target="../ink/ink1404.xml"/><Relationship Id="rId125" Type="http://schemas.openxmlformats.org/officeDocument/2006/relationships/image" Target="../media/image1389.png"/><Relationship Id="rId146" Type="http://schemas.openxmlformats.org/officeDocument/2006/relationships/customXml" Target="../ink/ink1425.xml"/><Relationship Id="rId167" Type="http://schemas.openxmlformats.org/officeDocument/2006/relationships/image" Target="../media/image1410.png"/><Relationship Id="rId188" Type="http://schemas.openxmlformats.org/officeDocument/2006/relationships/customXml" Target="../ink/ink1446.xml"/><Relationship Id="rId311" Type="http://schemas.openxmlformats.org/officeDocument/2006/relationships/customXml" Target="../ink/ink1509.xml"/><Relationship Id="rId71" Type="http://schemas.openxmlformats.org/officeDocument/2006/relationships/image" Target="../media/image1363.png"/><Relationship Id="rId92" Type="http://schemas.openxmlformats.org/officeDocument/2006/relationships/customXml" Target="../ink/ink1398.xml"/><Relationship Id="rId213" Type="http://schemas.openxmlformats.org/officeDocument/2006/relationships/customXml" Target="../ink/ink1459.xml"/><Relationship Id="rId234" Type="http://schemas.openxmlformats.org/officeDocument/2006/relationships/customXml" Target="../ink/ink1470.xml"/><Relationship Id="rId2" Type="http://schemas.openxmlformats.org/officeDocument/2006/relationships/customXml" Target="../ink/ink1353.xml"/><Relationship Id="rId29" Type="http://schemas.openxmlformats.org/officeDocument/2006/relationships/image" Target="../media/image1342.png"/><Relationship Id="rId255" Type="http://schemas.openxmlformats.org/officeDocument/2006/relationships/image" Target="../media/image1453.png"/><Relationship Id="rId276" Type="http://schemas.openxmlformats.org/officeDocument/2006/relationships/customXml" Target="../ink/ink1491.xml"/><Relationship Id="rId297" Type="http://schemas.openxmlformats.org/officeDocument/2006/relationships/image" Target="../media/image1474.png"/><Relationship Id="rId40" Type="http://schemas.openxmlformats.org/officeDocument/2006/relationships/customXml" Target="../ink/ink1372.xml"/><Relationship Id="rId115" Type="http://schemas.openxmlformats.org/officeDocument/2006/relationships/image" Target="../media/image1385.png"/><Relationship Id="rId136" Type="http://schemas.openxmlformats.org/officeDocument/2006/relationships/customXml" Target="../ink/ink1420.xml"/><Relationship Id="rId157" Type="http://schemas.openxmlformats.org/officeDocument/2006/relationships/image" Target="../media/image1405.png"/><Relationship Id="rId178" Type="http://schemas.openxmlformats.org/officeDocument/2006/relationships/customXml" Target="../ink/ink1441.xml"/><Relationship Id="rId301" Type="http://schemas.openxmlformats.org/officeDocument/2006/relationships/customXml" Target="../ink/ink1504.xml"/><Relationship Id="rId61" Type="http://schemas.openxmlformats.org/officeDocument/2006/relationships/image" Target="../media/image1358.png"/><Relationship Id="rId82" Type="http://schemas.openxmlformats.org/officeDocument/2006/relationships/customXml" Target="../ink/ink1393.xml"/><Relationship Id="rId199" Type="http://schemas.openxmlformats.org/officeDocument/2006/relationships/customXml" Target="../ink/ink1452.xml"/><Relationship Id="rId203" Type="http://schemas.openxmlformats.org/officeDocument/2006/relationships/customXml" Target="../ink/ink1454.xml"/><Relationship Id="rId19" Type="http://schemas.openxmlformats.org/officeDocument/2006/relationships/image" Target="../media/image1337.png"/><Relationship Id="rId224" Type="http://schemas.openxmlformats.org/officeDocument/2006/relationships/customXml" Target="../ink/ink1465.xml"/><Relationship Id="rId245" Type="http://schemas.openxmlformats.org/officeDocument/2006/relationships/image" Target="../media/image1448.png"/><Relationship Id="rId266" Type="http://schemas.openxmlformats.org/officeDocument/2006/relationships/customXml" Target="../ink/ink1486.xml"/><Relationship Id="rId287" Type="http://schemas.openxmlformats.org/officeDocument/2006/relationships/image" Target="../media/image1469.png"/><Relationship Id="rId30" Type="http://schemas.openxmlformats.org/officeDocument/2006/relationships/customXml" Target="../ink/ink1367.xml"/><Relationship Id="rId105" Type="http://schemas.openxmlformats.org/officeDocument/2006/relationships/image" Target="../media/image1380.png"/><Relationship Id="rId126" Type="http://schemas.openxmlformats.org/officeDocument/2006/relationships/customXml" Target="../ink/ink1415.xml"/><Relationship Id="rId147" Type="http://schemas.openxmlformats.org/officeDocument/2006/relationships/image" Target="../media/image1400.png"/><Relationship Id="rId168" Type="http://schemas.openxmlformats.org/officeDocument/2006/relationships/customXml" Target="../ink/ink1436.xml"/><Relationship Id="rId312" Type="http://schemas.openxmlformats.org/officeDocument/2006/relationships/image" Target="../media/image1481.png"/><Relationship Id="rId51" Type="http://schemas.openxmlformats.org/officeDocument/2006/relationships/image" Target="../media/image1353.png"/><Relationship Id="rId72" Type="http://schemas.openxmlformats.org/officeDocument/2006/relationships/customXml" Target="../ink/ink1388.xml"/><Relationship Id="rId93" Type="http://schemas.openxmlformats.org/officeDocument/2006/relationships/image" Target="../media/image1374.png"/><Relationship Id="rId189" Type="http://schemas.openxmlformats.org/officeDocument/2006/relationships/image" Target="../media/image1421.png"/><Relationship Id="rId3" Type="http://schemas.openxmlformats.org/officeDocument/2006/relationships/image" Target="../media/image1329.png"/><Relationship Id="rId214" Type="http://schemas.openxmlformats.org/officeDocument/2006/relationships/image" Target="../media/image1433.png"/><Relationship Id="rId235" Type="http://schemas.openxmlformats.org/officeDocument/2006/relationships/image" Target="../media/image1443.png"/><Relationship Id="rId256" Type="http://schemas.openxmlformats.org/officeDocument/2006/relationships/customXml" Target="../ink/ink1481.xml"/><Relationship Id="rId277" Type="http://schemas.openxmlformats.org/officeDocument/2006/relationships/image" Target="../media/image1464.png"/><Relationship Id="rId298" Type="http://schemas.openxmlformats.org/officeDocument/2006/relationships/customXml" Target="../ink/ink1502.xml"/><Relationship Id="rId116" Type="http://schemas.openxmlformats.org/officeDocument/2006/relationships/customXml" Target="../ink/ink1410.xml"/><Relationship Id="rId137" Type="http://schemas.openxmlformats.org/officeDocument/2006/relationships/image" Target="../media/image1395.png"/><Relationship Id="rId158" Type="http://schemas.openxmlformats.org/officeDocument/2006/relationships/customXml" Target="../ink/ink1431.xml"/><Relationship Id="rId302" Type="http://schemas.openxmlformats.org/officeDocument/2006/relationships/image" Target="../media/image1476.png"/><Relationship Id="rId20" Type="http://schemas.openxmlformats.org/officeDocument/2006/relationships/customXml" Target="../ink/ink1362.xml"/><Relationship Id="rId41" Type="http://schemas.openxmlformats.org/officeDocument/2006/relationships/image" Target="../media/image1348.png"/><Relationship Id="rId62" Type="http://schemas.openxmlformats.org/officeDocument/2006/relationships/customXml" Target="../ink/ink1383.xml"/><Relationship Id="rId83" Type="http://schemas.openxmlformats.org/officeDocument/2006/relationships/image" Target="../media/image1369.png"/><Relationship Id="rId179" Type="http://schemas.openxmlformats.org/officeDocument/2006/relationships/image" Target="../media/image1416.png"/><Relationship Id="rId190" Type="http://schemas.openxmlformats.org/officeDocument/2006/relationships/customXml" Target="../ink/ink1447.xml"/><Relationship Id="rId204" Type="http://schemas.openxmlformats.org/officeDocument/2006/relationships/image" Target="../media/image1428.png"/><Relationship Id="rId225" Type="http://schemas.openxmlformats.org/officeDocument/2006/relationships/image" Target="../media/image1438.png"/><Relationship Id="rId246" Type="http://schemas.openxmlformats.org/officeDocument/2006/relationships/customXml" Target="../ink/ink1476.xml"/><Relationship Id="rId267" Type="http://schemas.openxmlformats.org/officeDocument/2006/relationships/image" Target="../media/image1459.png"/><Relationship Id="rId288" Type="http://schemas.openxmlformats.org/officeDocument/2006/relationships/customXml" Target="../ink/ink1497.xml"/><Relationship Id="rId106" Type="http://schemas.openxmlformats.org/officeDocument/2006/relationships/customXml" Target="../ink/ink1405.xml"/><Relationship Id="rId127" Type="http://schemas.openxmlformats.org/officeDocument/2006/relationships/image" Target="../media/image1390.png"/><Relationship Id="rId313" Type="http://schemas.openxmlformats.org/officeDocument/2006/relationships/customXml" Target="../ink/ink1510.xml"/><Relationship Id="rId10" Type="http://schemas.openxmlformats.org/officeDocument/2006/relationships/customXml" Target="../ink/ink1357.xml"/><Relationship Id="rId31" Type="http://schemas.openxmlformats.org/officeDocument/2006/relationships/image" Target="../media/image1343.png"/><Relationship Id="rId52" Type="http://schemas.openxmlformats.org/officeDocument/2006/relationships/customXml" Target="../ink/ink1378.xml"/><Relationship Id="rId73" Type="http://schemas.openxmlformats.org/officeDocument/2006/relationships/image" Target="../media/image1364.png"/><Relationship Id="rId94" Type="http://schemas.openxmlformats.org/officeDocument/2006/relationships/customXml" Target="../ink/ink1399.xml"/><Relationship Id="rId148" Type="http://schemas.openxmlformats.org/officeDocument/2006/relationships/customXml" Target="../ink/ink1426.xml"/><Relationship Id="rId169" Type="http://schemas.openxmlformats.org/officeDocument/2006/relationships/image" Target="../media/image1411.png"/><Relationship Id="rId4" Type="http://schemas.openxmlformats.org/officeDocument/2006/relationships/customXml" Target="../ink/ink1354.xml"/><Relationship Id="rId180" Type="http://schemas.openxmlformats.org/officeDocument/2006/relationships/customXml" Target="../ink/ink1442.xml"/><Relationship Id="rId215" Type="http://schemas.openxmlformats.org/officeDocument/2006/relationships/customXml" Target="../ink/ink1460.xml"/><Relationship Id="rId236" Type="http://schemas.openxmlformats.org/officeDocument/2006/relationships/customXml" Target="../ink/ink1471.xml"/><Relationship Id="rId257" Type="http://schemas.openxmlformats.org/officeDocument/2006/relationships/image" Target="../media/image1454.png"/><Relationship Id="rId278" Type="http://schemas.openxmlformats.org/officeDocument/2006/relationships/customXml" Target="../ink/ink1492.xml"/><Relationship Id="rId303" Type="http://schemas.openxmlformats.org/officeDocument/2006/relationships/customXml" Target="../ink/ink1505.xml"/><Relationship Id="rId42" Type="http://schemas.openxmlformats.org/officeDocument/2006/relationships/customXml" Target="../ink/ink1373.xml"/><Relationship Id="rId84" Type="http://schemas.openxmlformats.org/officeDocument/2006/relationships/customXml" Target="../ink/ink1394.xml"/><Relationship Id="rId138" Type="http://schemas.openxmlformats.org/officeDocument/2006/relationships/customXml" Target="../ink/ink1421.xml"/><Relationship Id="rId191" Type="http://schemas.openxmlformats.org/officeDocument/2006/relationships/image" Target="../media/image1422.png"/><Relationship Id="rId205" Type="http://schemas.openxmlformats.org/officeDocument/2006/relationships/customXml" Target="../ink/ink1455.xml"/><Relationship Id="rId247" Type="http://schemas.openxmlformats.org/officeDocument/2006/relationships/image" Target="../media/image1449.png"/><Relationship Id="rId107" Type="http://schemas.openxmlformats.org/officeDocument/2006/relationships/image" Target="../media/image1381.png"/><Relationship Id="rId289" Type="http://schemas.openxmlformats.org/officeDocument/2006/relationships/image" Target="../media/image1470.png"/><Relationship Id="rId11" Type="http://schemas.openxmlformats.org/officeDocument/2006/relationships/image" Target="../media/image1333.png"/><Relationship Id="rId53" Type="http://schemas.openxmlformats.org/officeDocument/2006/relationships/image" Target="../media/image1354.png"/><Relationship Id="rId149" Type="http://schemas.openxmlformats.org/officeDocument/2006/relationships/image" Target="../media/image1401.png"/><Relationship Id="rId314" Type="http://schemas.openxmlformats.org/officeDocument/2006/relationships/image" Target="../media/image1482.png"/><Relationship Id="rId95" Type="http://schemas.openxmlformats.org/officeDocument/2006/relationships/image" Target="../media/image1375.png"/><Relationship Id="rId160" Type="http://schemas.openxmlformats.org/officeDocument/2006/relationships/customXml" Target="../ink/ink1432.xml"/><Relationship Id="rId216" Type="http://schemas.openxmlformats.org/officeDocument/2006/relationships/image" Target="../media/image1434.png"/><Relationship Id="rId258" Type="http://schemas.openxmlformats.org/officeDocument/2006/relationships/customXml" Target="../ink/ink1482.xml"/><Relationship Id="rId22" Type="http://schemas.openxmlformats.org/officeDocument/2006/relationships/customXml" Target="../ink/ink1363.xml"/><Relationship Id="rId64" Type="http://schemas.openxmlformats.org/officeDocument/2006/relationships/customXml" Target="../ink/ink1384.xml"/><Relationship Id="rId118" Type="http://schemas.openxmlformats.org/officeDocument/2006/relationships/customXml" Target="../ink/ink1411.xml"/><Relationship Id="rId171" Type="http://schemas.openxmlformats.org/officeDocument/2006/relationships/image" Target="../media/image1412.png"/><Relationship Id="rId227" Type="http://schemas.openxmlformats.org/officeDocument/2006/relationships/image" Target="../media/image1439.png"/><Relationship Id="rId269" Type="http://schemas.openxmlformats.org/officeDocument/2006/relationships/image" Target="../media/image1460.png"/><Relationship Id="rId33" Type="http://schemas.openxmlformats.org/officeDocument/2006/relationships/image" Target="../media/image1344.png"/><Relationship Id="rId129" Type="http://schemas.openxmlformats.org/officeDocument/2006/relationships/image" Target="../media/image1391.png"/><Relationship Id="rId280" Type="http://schemas.openxmlformats.org/officeDocument/2006/relationships/customXml" Target="../ink/ink1493.xml"/><Relationship Id="rId75" Type="http://schemas.openxmlformats.org/officeDocument/2006/relationships/image" Target="../media/image1365.png"/><Relationship Id="rId140" Type="http://schemas.openxmlformats.org/officeDocument/2006/relationships/customXml" Target="../ink/ink1422.xml"/><Relationship Id="rId182" Type="http://schemas.openxmlformats.org/officeDocument/2006/relationships/customXml" Target="../ink/ink1443.xml"/><Relationship Id="rId6" Type="http://schemas.openxmlformats.org/officeDocument/2006/relationships/customXml" Target="../ink/ink1355.xml"/><Relationship Id="rId238" Type="http://schemas.openxmlformats.org/officeDocument/2006/relationships/customXml" Target="../ink/ink1472.xml"/><Relationship Id="rId291" Type="http://schemas.openxmlformats.org/officeDocument/2006/relationships/image" Target="../media/image1471.png"/><Relationship Id="rId305" Type="http://schemas.openxmlformats.org/officeDocument/2006/relationships/customXml" Target="../ink/ink1506.xml"/><Relationship Id="rId44" Type="http://schemas.openxmlformats.org/officeDocument/2006/relationships/customXml" Target="../ink/ink1374.xml"/><Relationship Id="rId86" Type="http://schemas.openxmlformats.org/officeDocument/2006/relationships/customXml" Target="../ink/ink1395.xml"/><Relationship Id="rId151" Type="http://schemas.openxmlformats.org/officeDocument/2006/relationships/image" Target="../media/image140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5EB247B-BC24-4BAE-B61C-58455279A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972"/>
            <a:ext cx="10961370" cy="206787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C6A49BD4-C6DB-4E59-AEC1-7A170DB7C0B3}"/>
                  </a:ext>
                </a:extLst>
              </p14:cNvPr>
              <p14:cNvContentPartPr/>
              <p14:nvPr/>
            </p14:nvContentPartPr>
            <p14:xfrm>
              <a:off x="11467350" y="2659500"/>
              <a:ext cx="10800" cy="216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C6A49BD4-C6DB-4E59-AEC1-7A170DB7C0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58350" y="2650500"/>
                <a:ext cx="2844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4CEB9E57-E14F-47A7-A1A9-39DA7902AAB9}"/>
                  </a:ext>
                </a:extLst>
              </p14:cNvPr>
              <p14:cNvContentPartPr/>
              <p14:nvPr/>
            </p14:nvContentPartPr>
            <p14:xfrm>
              <a:off x="12203550" y="3545460"/>
              <a:ext cx="19800" cy="324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4CEB9E57-E14F-47A7-A1A9-39DA7902AA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194910" y="3536460"/>
                <a:ext cx="3744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8E01ED13-2EB5-4E13-B988-3C30C1B11B26}"/>
                  </a:ext>
                </a:extLst>
              </p14:cNvPr>
              <p14:cNvContentPartPr/>
              <p14:nvPr/>
            </p14:nvContentPartPr>
            <p14:xfrm>
              <a:off x="9454230" y="598860"/>
              <a:ext cx="91440" cy="10188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8E01ED13-2EB5-4E13-B988-3C30C1B11B2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445230" y="590220"/>
                <a:ext cx="109080" cy="11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upo 19">
            <a:extLst>
              <a:ext uri="{FF2B5EF4-FFF2-40B4-BE49-F238E27FC236}">
                <a16:creationId xmlns:a16="http://schemas.microsoft.com/office/drawing/2014/main" id="{342FA975-2C38-449F-A4A4-8245BD56F449}"/>
              </a:ext>
            </a:extLst>
          </p:cNvPr>
          <p:cNvGrpSpPr/>
          <p:nvPr/>
        </p:nvGrpSpPr>
        <p:grpSpPr>
          <a:xfrm>
            <a:off x="1011150" y="2575260"/>
            <a:ext cx="2689200" cy="316800"/>
            <a:chOff x="1011150" y="2575260"/>
            <a:chExt cx="268920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CB0BAB0B-7B2E-4F14-9848-47428D9A4338}"/>
                    </a:ext>
                  </a:extLst>
                </p14:cNvPr>
                <p14:cNvContentPartPr/>
                <p14:nvPr/>
              </p14:nvContentPartPr>
              <p14:xfrm>
                <a:off x="1011150" y="2617380"/>
                <a:ext cx="218880" cy="27468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CB0BAB0B-7B2E-4F14-9848-47428D9A433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02150" y="2608740"/>
                  <a:ext cx="2365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89CF03C3-026B-44E7-9B47-C298F6F156F2}"/>
                    </a:ext>
                  </a:extLst>
                </p14:cNvPr>
                <p14:cNvContentPartPr/>
                <p14:nvPr/>
              </p14:nvContentPartPr>
              <p14:xfrm>
                <a:off x="1339830" y="2700180"/>
                <a:ext cx="110160" cy="3564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89CF03C3-026B-44E7-9B47-C298F6F156F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30830" y="2691180"/>
                  <a:ext cx="1278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FA3523A9-9931-4A1E-8AA1-7CD1EF0D4B86}"/>
                    </a:ext>
                  </a:extLst>
                </p14:cNvPr>
                <p14:cNvContentPartPr/>
                <p14:nvPr/>
              </p14:nvContentPartPr>
              <p14:xfrm>
                <a:off x="1342710" y="2815380"/>
                <a:ext cx="89640" cy="2808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FA3523A9-9931-4A1E-8AA1-7CD1EF0D4B8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34070" y="2806740"/>
                  <a:ext cx="1072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BD9AEFD6-12D2-40ED-B056-50B490BD49E3}"/>
                    </a:ext>
                  </a:extLst>
                </p14:cNvPr>
                <p14:cNvContentPartPr/>
                <p14:nvPr/>
              </p14:nvContentPartPr>
              <p14:xfrm>
                <a:off x="1649070" y="2684340"/>
                <a:ext cx="110160" cy="16020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BD9AEFD6-12D2-40ED-B056-50B490BD49E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40070" y="2675340"/>
                  <a:ext cx="1278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62A3F480-5E1A-44A5-A252-0F743E6DB681}"/>
                    </a:ext>
                  </a:extLst>
                </p14:cNvPr>
                <p14:cNvContentPartPr/>
                <p14:nvPr/>
              </p14:nvContentPartPr>
              <p14:xfrm>
                <a:off x="1771470" y="2684340"/>
                <a:ext cx="215640" cy="16200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62A3F480-5E1A-44A5-A252-0F743E6DB68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762470" y="2675340"/>
                  <a:ext cx="2332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F9976678-98DA-4705-82E4-013583A6CAD1}"/>
                    </a:ext>
                  </a:extLst>
                </p14:cNvPr>
                <p14:cNvContentPartPr/>
                <p14:nvPr/>
              </p14:nvContentPartPr>
              <p14:xfrm>
                <a:off x="2028870" y="2575260"/>
                <a:ext cx="71280" cy="24444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F9976678-98DA-4705-82E4-013583A6CAD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020230" y="2566620"/>
                  <a:ext cx="889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412B95B7-72F9-4941-8B9B-E994FBBF0F72}"/>
                    </a:ext>
                  </a:extLst>
                </p14:cNvPr>
                <p14:cNvContentPartPr/>
                <p14:nvPr/>
              </p14:nvContentPartPr>
              <p14:xfrm>
                <a:off x="2015550" y="2614140"/>
                <a:ext cx="630720" cy="21132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412B95B7-72F9-4941-8B9B-E994FBBF0F7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06910" y="2605140"/>
                  <a:ext cx="6483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47C960E3-225E-49FE-A5FA-7A27E86C8247}"/>
                    </a:ext>
                  </a:extLst>
                </p14:cNvPr>
                <p14:cNvContentPartPr/>
                <p14:nvPr/>
              </p14:nvContentPartPr>
              <p14:xfrm>
                <a:off x="2815830" y="2604780"/>
                <a:ext cx="136800" cy="18720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47C960E3-225E-49FE-A5FA-7A27E86C824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806830" y="2596140"/>
                  <a:ext cx="1544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80243C6A-EB03-4D2A-AF38-EF40605AD2B2}"/>
                    </a:ext>
                  </a:extLst>
                </p14:cNvPr>
                <p14:cNvContentPartPr/>
                <p14:nvPr/>
              </p14:nvContentPartPr>
              <p14:xfrm>
                <a:off x="3106710" y="2602980"/>
                <a:ext cx="163440" cy="16020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80243C6A-EB03-4D2A-AF38-EF40605AD2B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098070" y="2594340"/>
                  <a:ext cx="1810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C22521A4-79B5-4B90-B21E-90DCBD16058E}"/>
                    </a:ext>
                  </a:extLst>
                </p14:cNvPr>
                <p14:cNvContentPartPr/>
                <p14:nvPr/>
              </p14:nvContentPartPr>
              <p14:xfrm>
                <a:off x="3274110" y="2623500"/>
                <a:ext cx="426240" cy="19080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C22521A4-79B5-4B90-B21E-90DCBD16058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265110" y="2614500"/>
                  <a:ext cx="44388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4795C3B-4467-41BE-A7F6-560AE89058DC}"/>
              </a:ext>
            </a:extLst>
          </p:cNvPr>
          <p:cNvGrpSpPr/>
          <p:nvPr/>
        </p:nvGrpSpPr>
        <p:grpSpPr>
          <a:xfrm>
            <a:off x="1042830" y="3148020"/>
            <a:ext cx="1393200" cy="205200"/>
            <a:chOff x="1042830" y="3148020"/>
            <a:chExt cx="1393200" cy="2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480773B2-9787-44F5-AD34-F6E2087E6EC6}"/>
                    </a:ext>
                  </a:extLst>
                </p14:cNvPr>
                <p14:cNvContentPartPr/>
                <p14:nvPr/>
              </p14:nvContentPartPr>
              <p14:xfrm>
                <a:off x="1042830" y="3149100"/>
                <a:ext cx="167040" cy="20412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480773B2-9787-44F5-AD34-F6E2087E6EC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34190" y="3140460"/>
                  <a:ext cx="1846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963332F4-0B9C-418B-B90A-FE3B8F6CCAFE}"/>
                    </a:ext>
                  </a:extLst>
                </p14:cNvPr>
                <p14:cNvContentPartPr/>
                <p14:nvPr/>
              </p14:nvContentPartPr>
              <p14:xfrm>
                <a:off x="1350990" y="3200940"/>
                <a:ext cx="111240" cy="792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963332F4-0B9C-418B-B90A-FE3B8F6CCAF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342350" y="3191940"/>
                  <a:ext cx="1288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41435FDD-AB82-4CEB-A680-CC87F9942520}"/>
                    </a:ext>
                  </a:extLst>
                </p14:cNvPr>
                <p14:cNvContentPartPr/>
                <p14:nvPr/>
              </p14:nvContentPartPr>
              <p14:xfrm>
                <a:off x="1415790" y="3244140"/>
                <a:ext cx="131760" cy="3168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41435FDD-AB82-4CEB-A680-CC87F994252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06790" y="3235500"/>
                  <a:ext cx="1494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1A729001-4840-49DB-B9C7-5CDC79A60B56}"/>
                    </a:ext>
                  </a:extLst>
                </p14:cNvPr>
                <p14:cNvContentPartPr/>
                <p14:nvPr/>
              </p14:nvContentPartPr>
              <p14:xfrm>
                <a:off x="1694070" y="3163140"/>
                <a:ext cx="123480" cy="16416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1A729001-4840-49DB-B9C7-5CDC79A60B5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685430" y="3154140"/>
                  <a:ext cx="1411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705B3DC9-A658-42B4-B430-A5576EB1D9F0}"/>
                    </a:ext>
                  </a:extLst>
                </p14:cNvPr>
                <p14:cNvContentPartPr/>
                <p14:nvPr/>
              </p14:nvContentPartPr>
              <p14:xfrm>
                <a:off x="1883070" y="3148020"/>
                <a:ext cx="243720" cy="16992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705B3DC9-A658-42B4-B430-A5576EB1D9F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874430" y="3139380"/>
                  <a:ext cx="2613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2413357E-0999-4633-930B-EFE0A14F9204}"/>
                    </a:ext>
                  </a:extLst>
                </p14:cNvPr>
                <p14:cNvContentPartPr/>
                <p14:nvPr/>
              </p14:nvContentPartPr>
              <p14:xfrm>
                <a:off x="2209230" y="3177180"/>
                <a:ext cx="226800" cy="15480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2413357E-0999-4633-930B-EFE0A14F920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200230" y="3168180"/>
                  <a:ext cx="24444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C1050689-46AB-4A41-85BC-3A9BC695C15F}"/>
              </a:ext>
            </a:extLst>
          </p:cNvPr>
          <p:cNvGrpSpPr/>
          <p:nvPr/>
        </p:nvGrpSpPr>
        <p:grpSpPr>
          <a:xfrm>
            <a:off x="3783870" y="3168900"/>
            <a:ext cx="1383480" cy="215640"/>
            <a:chOff x="3783870" y="3168900"/>
            <a:chExt cx="1383480" cy="21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AC569F3A-B130-420D-B071-1828C11BA29A}"/>
                    </a:ext>
                  </a:extLst>
                </p14:cNvPr>
                <p14:cNvContentPartPr/>
                <p14:nvPr/>
              </p14:nvContentPartPr>
              <p14:xfrm>
                <a:off x="3783870" y="3179700"/>
                <a:ext cx="209520" cy="13968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AC569F3A-B130-420D-B071-1828C11BA29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774870" y="3171060"/>
                  <a:ext cx="2271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5A0DFC83-CA00-4340-AB97-FE5E7104BA42}"/>
                    </a:ext>
                  </a:extLst>
                </p14:cNvPr>
                <p14:cNvContentPartPr/>
                <p14:nvPr/>
              </p14:nvContentPartPr>
              <p14:xfrm>
                <a:off x="4050270" y="3215700"/>
                <a:ext cx="104040" cy="504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5A0DFC83-CA00-4340-AB97-FE5E7104BA4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041630" y="3206700"/>
                  <a:ext cx="1216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CF33D051-3A97-4139-A5F3-887A8D217DF3}"/>
                    </a:ext>
                  </a:extLst>
                </p14:cNvPr>
                <p14:cNvContentPartPr/>
                <p14:nvPr/>
              </p14:nvContentPartPr>
              <p14:xfrm>
                <a:off x="4096710" y="3260700"/>
                <a:ext cx="96840" cy="2916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CF33D051-3A97-4139-A5F3-887A8D217DF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087710" y="3252060"/>
                  <a:ext cx="1144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ECE0D8E2-7FB3-44F9-97C1-1FD8DE3619C0}"/>
                    </a:ext>
                  </a:extLst>
                </p14:cNvPr>
                <p14:cNvContentPartPr/>
                <p14:nvPr/>
              </p14:nvContentPartPr>
              <p14:xfrm>
                <a:off x="4333950" y="3209940"/>
                <a:ext cx="199800" cy="17460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ECE0D8E2-7FB3-44F9-97C1-1FD8DE3619C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324950" y="3201300"/>
                  <a:ext cx="2174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F4EA1AB4-966C-44C3-B64F-D8CDC5A2325A}"/>
                    </a:ext>
                  </a:extLst>
                </p14:cNvPr>
                <p14:cNvContentPartPr/>
                <p14:nvPr/>
              </p14:nvContentPartPr>
              <p14:xfrm>
                <a:off x="4565430" y="3196260"/>
                <a:ext cx="138240" cy="12168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F4EA1AB4-966C-44C3-B64F-D8CDC5A2325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556790" y="3187620"/>
                  <a:ext cx="1558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E858849B-9F9A-4CBD-BCA4-1114E310A0CF}"/>
                    </a:ext>
                  </a:extLst>
                </p14:cNvPr>
                <p14:cNvContentPartPr/>
                <p14:nvPr/>
              </p14:nvContentPartPr>
              <p14:xfrm>
                <a:off x="4799070" y="3168900"/>
                <a:ext cx="278640" cy="13572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E858849B-9F9A-4CBD-BCA4-1114E310A0C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790430" y="3160260"/>
                  <a:ext cx="2962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A872FC76-79EB-4422-9F1E-682D5CA662E3}"/>
                    </a:ext>
                  </a:extLst>
                </p14:cNvPr>
                <p14:cNvContentPartPr/>
                <p14:nvPr/>
              </p14:nvContentPartPr>
              <p14:xfrm>
                <a:off x="4917150" y="3191580"/>
                <a:ext cx="205920" cy="16416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A872FC76-79EB-4422-9F1E-682D5CA662E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908510" y="3182580"/>
                  <a:ext cx="2235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421CF5C8-DF1A-47A0-A53B-A1496B6B964C}"/>
                    </a:ext>
                  </a:extLst>
                </p14:cNvPr>
                <p14:cNvContentPartPr/>
                <p14:nvPr/>
              </p14:nvContentPartPr>
              <p14:xfrm>
                <a:off x="5166990" y="3315420"/>
                <a:ext cx="360" cy="36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421CF5C8-DF1A-47A0-A53B-A1496B6B964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157990" y="33064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A75F374B-5DEC-4A2E-8F91-FA46823050AF}"/>
              </a:ext>
            </a:extLst>
          </p:cNvPr>
          <p:cNvGrpSpPr/>
          <p:nvPr/>
        </p:nvGrpSpPr>
        <p:grpSpPr>
          <a:xfrm>
            <a:off x="5886990" y="2563380"/>
            <a:ext cx="861840" cy="382680"/>
            <a:chOff x="5886990" y="2563380"/>
            <a:chExt cx="861840" cy="38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1AACDFB1-FAD8-430E-9BAF-F047CC391258}"/>
                    </a:ext>
                  </a:extLst>
                </p14:cNvPr>
                <p14:cNvContentPartPr/>
                <p14:nvPr/>
              </p14:nvContentPartPr>
              <p14:xfrm>
                <a:off x="5886990" y="2604780"/>
                <a:ext cx="320760" cy="25020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1AACDFB1-FAD8-430E-9BAF-F047CC39125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877990" y="2596140"/>
                  <a:ext cx="3384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66A5C660-561E-4F3F-8802-C0B8A140ECCD}"/>
                    </a:ext>
                  </a:extLst>
                </p14:cNvPr>
                <p14:cNvContentPartPr/>
                <p14:nvPr/>
              </p14:nvContentPartPr>
              <p14:xfrm>
                <a:off x="5917590" y="2591820"/>
                <a:ext cx="236520" cy="35424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66A5C660-561E-4F3F-8802-C0B8A140ECC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908950" y="2583180"/>
                  <a:ext cx="25416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771EFA46-9265-4BD0-A13B-8F0EE2F00D34}"/>
                    </a:ext>
                  </a:extLst>
                </p14:cNvPr>
                <p14:cNvContentPartPr/>
                <p14:nvPr/>
              </p14:nvContentPartPr>
              <p14:xfrm>
                <a:off x="6359310" y="2563380"/>
                <a:ext cx="389520" cy="27360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771EFA46-9265-4BD0-A13B-8F0EE2F00D3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350670" y="2554380"/>
                  <a:ext cx="407160" cy="29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44F4C737-91AC-4F7B-8B73-6D8A54A66088}"/>
              </a:ext>
            </a:extLst>
          </p:cNvPr>
          <p:cNvGrpSpPr/>
          <p:nvPr/>
        </p:nvGrpSpPr>
        <p:grpSpPr>
          <a:xfrm>
            <a:off x="6940710" y="2560860"/>
            <a:ext cx="1270800" cy="412200"/>
            <a:chOff x="6940710" y="2560860"/>
            <a:chExt cx="1270800" cy="41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89E458C6-4771-4057-BDB5-2B20B37550F1}"/>
                    </a:ext>
                  </a:extLst>
                </p14:cNvPr>
                <p14:cNvContentPartPr/>
                <p14:nvPr/>
              </p14:nvContentPartPr>
              <p14:xfrm>
                <a:off x="6968430" y="2600100"/>
                <a:ext cx="31320" cy="37296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89E458C6-4771-4057-BDB5-2B20B37550F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959790" y="2591460"/>
                  <a:ext cx="489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63B376C9-4081-46CD-84FD-1C92FD24500A}"/>
                    </a:ext>
                  </a:extLst>
                </p14:cNvPr>
                <p14:cNvContentPartPr/>
                <p14:nvPr/>
              </p14:nvContentPartPr>
              <p14:xfrm>
                <a:off x="6940710" y="2560860"/>
                <a:ext cx="168840" cy="23904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63B376C9-4081-46CD-84FD-1C92FD24500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931710" y="2551860"/>
                  <a:ext cx="1864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F9D11AF9-CF30-415F-939D-E98270E47D32}"/>
                    </a:ext>
                  </a:extLst>
                </p14:cNvPr>
                <p14:cNvContentPartPr/>
                <p14:nvPr/>
              </p14:nvContentPartPr>
              <p14:xfrm>
                <a:off x="7118910" y="2691900"/>
                <a:ext cx="154080" cy="16272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F9D11AF9-CF30-415F-939D-E98270E47D3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110270" y="2682900"/>
                  <a:ext cx="1717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1838C11D-8297-4B7F-B66E-01E1A0F3FA9C}"/>
                    </a:ext>
                  </a:extLst>
                </p14:cNvPr>
                <p14:cNvContentPartPr/>
                <p14:nvPr/>
              </p14:nvContentPartPr>
              <p14:xfrm>
                <a:off x="7349670" y="2708460"/>
                <a:ext cx="33120" cy="10368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1838C11D-8297-4B7F-B66E-01E1A0F3FA9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340670" y="2699460"/>
                  <a:ext cx="507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F50BB471-3E7F-4AC3-90A7-C34E558C4BF8}"/>
                    </a:ext>
                  </a:extLst>
                </p14:cNvPr>
                <p14:cNvContentPartPr/>
                <p14:nvPr/>
              </p14:nvContentPartPr>
              <p14:xfrm>
                <a:off x="7428510" y="2684340"/>
                <a:ext cx="96840" cy="18900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F50BB471-3E7F-4AC3-90A7-C34E558C4BF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419870" y="2675340"/>
                  <a:ext cx="1144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A4292A7E-6ADD-4E7F-BE8C-15B0C614B5A8}"/>
                    </a:ext>
                  </a:extLst>
                </p14:cNvPr>
                <p14:cNvContentPartPr/>
                <p14:nvPr/>
              </p14:nvContentPartPr>
              <p14:xfrm>
                <a:off x="7584750" y="2689740"/>
                <a:ext cx="85320" cy="18972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A4292A7E-6ADD-4E7F-BE8C-15B0C614B5A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575750" y="2681100"/>
                  <a:ext cx="1029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2A445E0E-1F73-4A1A-A979-209FBD71E099}"/>
                    </a:ext>
                  </a:extLst>
                </p14:cNvPr>
                <p14:cNvContentPartPr/>
                <p14:nvPr/>
              </p14:nvContentPartPr>
              <p14:xfrm>
                <a:off x="7742070" y="2734380"/>
                <a:ext cx="258120" cy="20376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2A445E0E-1F73-4A1A-A979-209FBD71E09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733070" y="2725380"/>
                  <a:ext cx="2757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71077A0F-C521-4858-89D6-408A37BA65C9}"/>
                    </a:ext>
                  </a:extLst>
                </p14:cNvPr>
                <p14:cNvContentPartPr/>
                <p14:nvPr/>
              </p14:nvContentPartPr>
              <p14:xfrm>
                <a:off x="8098110" y="2606580"/>
                <a:ext cx="113400" cy="31896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71077A0F-C521-4858-89D6-408A37BA65C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089470" y="2597940"/>
                  <a:ext cx="131040" cy="33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391F5425-3BB1-45E2-807A-2F813B2C44A6}"/>
              </a:ext>
            </a:extLst>
          </p:cNvPr>
          <p:cNvGrpSpPr/>
          <p:nvPr/>
        </p:nvGrpSpPr>
        <p:grpSpPr>
          <a:xfrm>
            <a:off x="8425710" y="2544660"/>
            <a:ext cx="542880" cy="360720"/>
            <a:chOff x="8425710" y="2544660"/>
            <a:chExt cx="542880" cy="36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B41EF84F-3BB2-4AB5-A518-2B03EA1DF9C6}"/>
                    </a:ext>
                  </a:extLst>
                </p14:cNvPr>
                <p14:cNvContentPartPr/>
                <p14:nvPr/>
              </p14:nvContentPartPr>
              <p14:xfrm>
                <a:off x="8425710" y="2707380"/>
                <a:ext cx="39600" cy="18252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B41EF84F-3BB2-4AB5-A518-2B03EA1DF9C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416710" y="2698740"/>
                  <a:ext cx="572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AEC18C63-CB02-49C5-AB41-94A7DB7DA29E}"/>
                    </a:ext>
                  </a:extLst>
                </p14:cNvPr>
                <p14:cNvContentPartPr/>
                <p14:nvPr/>
              </p14:nvContentPartPr>
              <p14:xfrm>
                <a:off x="8515350" y="2697300"/>
                <a:ext cx="177120" cy="165240"/>
              </p14:xfrm>
            </p:contentPart>
          </mc:Choice>
          <mc:Fallback xmlns=""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AEC18C63-CB02-49C5-AB41-94A7DB7DA29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506350" y="2688300"/>
                  <a:ext cx="1947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4CF04A03-D60B-4B00-8681-209E36358E40}"/>
                    </a:ext>
                  </a:extLst>
                </p14:cNvPr>
                <p14:cNvContentPartPr/>
                <p14:nvPr/>
              </p14:nvContentPartPr>
              <p14:xfrm>
                <a:off x="8726310" y="2681460"/>
                <a:ext cx="144720" cy="13068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4CF04A03-D60B-4B00-8681-209E36358E4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717670" y="2672820"/>
                  <a:ext cx="1623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F7982B5E-9DE3-4393-A704-A18462F610F5}"/>
                    </a:ext>
                  </a:extLst>
                </p14:cNvPr>
                <p14:cNvContentPartPr/>
                <p14:nvPr/>
              </p14:nvContentPartPr>
              <p14:xfrm>
                <a:off x="8878950" y="2544660"/>
                <a:ext cx="89640" cy="360720"/>
              </p14:xfrm>
            </p:contentPart>
          </mc:Choice>
          <mc:Fallback xmlns=""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F7982B5E-9DE3-4393-A704-A18462F610F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869950" y="2536020"/>
                  <a:ext cx="107280" cy="37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upo 74">
            <a:extLst>
              <a:ext uri="{FF2B5EF4-FFF2-40B4-BE49-F238E27FC236}">
                <a16:creationId xmlns:a16="http://schemas.microsoft.com/office/drawing/2014/main" id="{5C3016F8-100B-48E7-94FD-7A3750650E89}"/>
              </a:ext>
            </a:extLst>
          </p:cNvPr>
          <p:cNvGrpSpPr/>
          <p:nvPr/>
        </p:nvGrpSpPr>
        <p:grpSpPr>
          <a:xfrm>
            <a:off x="1435230" y="3895740"/>
            <a:ext cx="1260720" cy="466560"/>
            <a:chOff x="1435230" y="3895740"/>
            <a:chExt cx="1260720" cy="46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9132EF70-FC8C-4E01-8C69-46F75A0E861A}"/>
                    </a:ext>
                  </a:extLst>
                </p14:cNvPr>
                <p14:cNvContentPartPr/>
                <p14:nvPr/>
              </p14:nvContentPartPr>
              <p14:xfrm>
                <a:off x="1487790" y="3967740"/>
                <a:ext cx="25920" cy="39456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9132EF70-FC8C-4E01-8C69-46F75A0E861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478790" y="3958740"/>
                  <a:ext cx="4356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AF0C2CFD-867A-495C-9B26-58CFFC2BE1C4}"/>
                    </a:ext>
                  </a:extLst>
                </p14:cNvPr>
                <p14:cNvContentPartPr/>
                <p14:nvPr/>
              </p14:nvContentPartPr>
              <p14:xfrm>
                <a:off x="1435230" y="3972780"/>
                <a:ext cx="181080" cy="21096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AF0C2CFD-867A-495C-9B26-58CFFC2BE1C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426590" y="3963780"/>
                  <a:ext cx="1987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A1597A53-D5B2-4A7C-A72B-F2F8E56D5F8F}"/>
                    </a:ext>
                  </a:extLst>
                </p14:cNvPr>
                <p14:cNvContentPartPr/>
                <p14:nvPr/>
              </p14:nvContentPartPr>
              <p14:xfrm>
                <a:off x="1693710" y="3969540"/>
                <a:ext cx="122760" cy="23760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A1597A53-D5B2-4A7C-A72B-F2F8E56D5F8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685070" y="3960540"/>
                  <a:ext cx="1404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23344076-EBE6-4C8B-A7B6-8D814DBDB2F8}"/>
                    </a:ext>
                  </a:extLst>
                </p14:cNvPr>
                <p14:cNvContentPartPr/>
                <p14:nvPr/>
              </p14:nvContentPartPr>
              <p14:xfrm>
                <a:off x="1892430" y="4004460"/>
                <a:ext cx="141120" cy="15840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23344076-EBE6-4C8B-A7B6-8D814DBDB2F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883430" y="3995820"/>
                  <a:ext cx="1587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1B88FD6C-0F03-47D6-9AB7-7394F7D15DCB}"/>
                    </a:ext>
                  </a:extLst>
                </p14:cNvPr>
                <p14:cNvContentPartPr/>
                <p14:nvPr/>
              </p14:nvContentPartPr>
              <p14:xfrm>
                <a:off x="1911510" y="3963060"/>
                <a:ext cx="137160" cy="19332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1B88FD6C-0F03-47D6-9AB7-7394F7D15DC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902870" y="3954060"/>
                  <a:ext cx="1548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5FCD92F1-6369-4738-B1BF-2C0075D5F201}"/>
                    </a:ext>
                  </a:extLst>
                </p14:cNvPr>
                <p14:cNvContentPartPr/>
                <p14:nvPr/>
              </p14:nvContentPartPr>
              <p14:xfrm>
                <a:off x="2196270" y="3994380"/>
                <a:ext cx="135000" cy="17856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5FCD92F1-6369-4738-B1BF-2C0075D5F20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187630" y="3985740"/>
                  <a:ext cx="1526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F9BAC7FF-A65D-490F-84AA-E32821413F54}"/>
                    </a:ext>
                  </a:extLst>
                </p14:cNvPr>
                <p14:cNvContentPartPr/>
                <p14:nvPr/>
              </p14:nvContentPartPr>
              <p14:xfrm>
                <a:off x="2436750" y="4003380"/>
                <a:ext cx="121680" cy="19656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F9BAC7FF-A65D-490F-84AA-E32821413F5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427750" y="3994740"/>
                  <a:ext cx="1393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65C7B310-E2C5-49CE-B45D-7386EF2BC869}"/>
                    </a:ext>
                  </a:extLst>
                </p14:cNvPr>
                <p14:cNvContentPartPr/>
                <p14:nvPr/>
              </p14:nvContentPartPr>
              <p14:xfrm>
                <a:off x="2405070" y="4085820"/>
                <a:ext cx="169920" cy="5292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65C7B310-E2C5-49CE-B45D-7386EF2BC86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396070" y="4077180"/>
                  <a:ext cx="1875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70BE5371-2BA2-4338-9903-ADFFA227727E}"/>
                    </a:ext>
                  </a:extLst>
                </p14:cNvPr>
                <p14:cNvContentPartPr/>
                <p14:nvPr/>
              </p14:nvContentPartPr>
              <p14:xfrm>
                <a:off x="2632950" y="3895740"/>
                <a:ext cx="63000" cy="26640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70BE5371-2BA2-4338-9903-ADFFA227727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623950" y="3886740"/>
                  <a:ext cx="8064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36FEA606-7E92-469B-A14A-39E27A98F2FE}"/>
              </a:ext>
            </a:extLst>
          </p:cNvPr>
          <p:cNvGrpSpPr/>
          <p:nvPr/>
        </p:nvGrpSpPr>
        <p:grpSpPr>
          <a:xfrm>
            <a:off x="1446750" y="3610260"/>
            <a:ext cx="805320" cy="240480"/>
            <a:chOff x="1446750" y="3610260"/>
            <a:chExt cx="80532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6F67EAAA-75A2-4083-A80E-D890CE2481C7}"/>
                    </a:ext>
                  </a:extLst>
                </p14:cNvPr>
                <p14:cNvContentPartPr/>
                <p14:nvPr/>
              </p14:nvContentPartPr>
              <p14:xfrm>
                <a:off x="1458990" y="3677580"/>
                <a:ext cx="12600" cy="360"/>
              </p14:xfrm>
            </p:contentPart>
          </mc:Choice>
          <mc:Fallback xmlns=""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6F67EAAA-75A2-4083-A80E-D890CE2481C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449990" y="3668580"/>
                  <a:ext cx="30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520DDE71-1FBD-4AC9-8A1A-F3030242944A}"/>
                    </a:ext>
                  </a:extLst>
                </p14:cNvPr>
                <p14:cNvContentPartPr/>
                <p14:nvPr/>
              </p14:nvContentPartPr>
              <p14:xfrm>
                <a:off x="1446750" y="3610260"/>
                <a:ext cx="213120" cy="240480"/>
              </p14:xfrm>
            </p:contentPart>
          </mc:Choice>
          <mc:Fallback xmlns=""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520DDE71-1FBD-4AC9-8A1A-F3030242944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437750" y="3601620"/>
                  <a:ext cx="2307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A778A860-8263-4AED-8463-D748C9CC0E76}"/>
                    </a:ext>
                  </a:extLst>
                </p14:cNvPr>
                <p14:cNvContentPartPr/>
                <p14:nvPr/>
              </p14:nvContentPartPr>
              <p14:xfrm>
                <a:off x="1679670" y="3726540"/>
                <a:ext cx="119520" cy="360"/>
              </p14:xfrm>
            </p:contentPart>
          </mc:Choice>
          <mc:Fallback xmlns=""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A778A860-8263-4AED-8463-D748C9CC0E7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671030" y="3717540"/>
                  <a:ext cx="137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F62EE3CA-104D-4BD0-BCD4-4DD4211B2CED}"/>
                    </a:ext>
                  </a:extLst>
                </p14:cNvPr>
                <p14:cNvContentPartPr/>
                <p14:nvPr/>
              </p14:nvContentPartPr>
              <p14:xfrm>
                <a:off x="1736190" y="3773700"/>
                <a:ext cx="109080" cy="1980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F62EE3CA-104D-4BD0-BCD4-4DD4211B2CE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727550" y="3764700"/>
                  <a:ext cx="1267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8BB9D87F-0AAA-4475-8F9F-89FEFBABFB94}"/>
                    </a:ext>
                  </a:extLst>
                </p14:cNvPr>
                <p14:cNvContentPartPr/>
                <p14:nvPr/>
              </p14:nvContentPartPr>
              <p14:xfrm>
                <a:off x="1907910" y="3693420"/>
                <a:ext cx="36000" cy="10728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8BB9D87F-0AAA-4475-8F9F-89FEFBABFB9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899270" y="3684420"/>
                  <a:ext cx="536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F878E65E-59C9-4E48-B64D-D97DFF50A37C}"/>
                    </a:ext>
                  </a:extLst>
                </p14:cNvPr>
                <p14:cNvContentPartPr/>
                <p14:nvPr/>
              </p14:nvContentPartPr>
              <p14:xfrm>
                <a:off x="2000070" y="3646620"/>
                <a:ext cx="252000" cy="19116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F878E65E-59C9-4E48-B64D-D97DFF50A37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991430" y="3637620"/>
                  <a:ext cx="26964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upo 84">
            <a:extLst>
              <a:ext uri="{FF2B5EF4-FFF2-40B4-BE49-F238E27FC236}">
                <a16:creationId xmlns:a16="http://schemas.microsoft.com/office/drawing/2014/main" id="{FD8ADC32-DE49-437A-9911-16940ADD4D3F}"/>
              </a:ext>
            </a:extLst>
          </p:cNvPr>
          <p:cNvGrpSpPr/>
          <p:nvPr/>
        </p:nvGrpSpPr>
        <p:grpSpPr>
          <a:xfrm>
            <a:off x="967230" y="3562020"/>
            <a:ext cx="250920" cy="375480"/>
            <a:chOff x="967230" y="3562020"/>
            <a:chExt cx="250920" cy="37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B095EC51-C045-415C-BA2C-575187187090}"/>
                    </a:ext>
                  </a:extLst>
                </p14:cNvPr>
                <p14:cNvContentPartPr/>
                <p14:nvPr/>
              </p14:nvContentPartPr>
              <p14:xfrm>
                <a:off x="967230" y="3668580"/>
                <a:ext cx="204480" cy="13644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B095EC51-C045-415C-BA2C-57518718709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58230" y="3659580"/>
                  <a:ext cx="2221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0DBDBEFE-C967-4042-9F75-99777AB0E248}"/>
                    </a:ext>
                  </a:extLst>
                </p14:cNvPr>
                <p14:cNvContentPartPr/>
                <p14:nvPr/>
              </p14:nvContentPartPr>
              <p14:xfrm>
                <a:off x="1138590" y="3562020"/>
                <a:ext cx="79560" cy="37548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0DBDBEFE-C967-4042-9F75-99777AB0E24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29590" y="3553380"/>
                  <a:ext cx="97200" cy="39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86" name="Entrada de lápiz 85">
                <a:extLst>
                  <a:ext uri="{FF2B5EF4-FFF2-40B4-BE49-F238E27FC236}">
                    <a16:creationId xmlns:a16="http://schemas.microsoft.com/office/drawing/2014/main" id="{ED11B96D-5F4D-4E78-875C-0F97D9E822CB}"/>
                  </a:ext>
                </a:extLst>
              </p14:cNvPr>
              <p14:cNvContentPartPr/>
              <p14:nvPr/>
            </p14:nvContentPartPr>
            <p14:xfrm>
              <a:off x="2880630" y="3972420"/>
              <a:ext cx="107280" cy="14040"/>
            </p14:xfrm>
          </p:contentPart>
        </mc:Choice>
        <mc:Fallback xmlns="">
          <p:pic>
            <p:nvPicPr>
              <p:cNvPr id="86" name="Entrada de lápiz 85">
                <a:extLst>
                  <a:ext uri="{FF2B5EF4-FFF2-40B4-BE49-F238E27FC236}">
                    <a16:creationId xmlns:a16="http://schemas.microsoft.com/office/drawing/2014/main" id="{ED11B96D-5F4D-4E78-875C-0F97D9E822CB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2871630" y="3963420"/>
                <a:ext cx="12492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87" name="Entrada de lápiz 86">
                <a:extLst>
                  <a:ext uri="{FF2B5EF4-FFF2-40B4-BE49-F238E27FC236}">
                    <a16:creationId xmlns:a16="http://schemas.microsoft.com/office/drawing/2014/main" id="{58572A7B-2797-4489-A94A-A5723853F5DD}"/>
                  </a:ext>
                </a:extLst>
              </p14:cNvPr>
              <p14:cNvContentPartPr/>
              <p14:nvPr/>
            </p14:nvContentPartPr>
            <p14:xfrm>
              <a:off x="2912310" y="4082220"/>
              <a:ext cx="130680" cy="3960"/>
            </p14:xfrm>
          </p:contentPart>
        </mc:Choice>
        <mc:Fallback xmlns="">
          <p:pic>
            <p:nvPicPr>
              <p:cNvPr id="87" name="Entrada de lápiz 86">
                <a:extLst>
                  <a:ext uri="{FF2B5EF4-FFF2-40B4-BE49-F238E27FC236}">
                    <a16:creationId xmlns:a16="http://schemas.microsoft.com/office/drawing/2014/main" id="{58572A7B-2797-4489-A94A-A5723853F5DD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2903310" y="4073580"/>
                <a:ext cx="14832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88" name="Entrada de lápiz 87">
                <a:extLst>
                  <a:ext uri="{FF2B5EF4-FFF2-40B4-BE49-F238E27FC236}">
                    <a16:creationId xmlns:a16="http://schemas.microsoft.com/office/drawing/2014/main" id="{BB51B0AC-DC93-49A6-90B7-9A6170953584}"/>
                  </a:ext>
                </a:extLst>
              </p14:cNvPr>
              <p14:cNvContentPartPr/>
              <p14:nvPr/>
            </p14:nvContentPartPr>
            <p14:xfrm>
              <a:off x="2011590" y="1191780"/>
              <a:ext cx="84600" cy="145800"/>
            </p14:xfrm>
          </p:contentPart>
        </mc:Choice>
        <mc:Fallback xmlns="">
          <p:pic>
            <p:nvPicPr>
              <p:cNvPr id="88" name="Entrada de lápiz 87">
                <a:extLst>
                  <a:ext uri="{FF2B5EF4-FFF2-40B4-BE49-F238E27FC236}">
                    <a16:creationId xmlns:a16="http://schemas.microsoft.com/office/drawing/2014/main" id="{BB51B0AC-DC93-49A6-90B7-9A6170953584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2002590" y="1183140"/>
                <a:ext cx="102240" cy="16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upo 101">
            <a:extLst>
              <a:ext uri="{FF2B5EF4-FFF2-40B4-BE49-F238E27FC236}">
                <a16:creationId xmlns:a16="http://schemas.microsoft.com/office/drawing/2014/main" id="{87F29D52-2E61-488C-A43F-C64DA6766D83}"/>
              </a:ext>
            </a:extLst>
          </p:cNvPr>
          <p:cNvGrpSpPr/>
          <p:nvPr/>
        </p:nvGrpSpPr>
        <p:grpSpPr>
          <a:xfrm>
            <a:off x="3142350" y="3501900"/>
            <a:ext cx="2170800" cy="327600"/>
            <a:chOff x="3142350" y="3501900"/>
            <a:chExt cx="2170800" cy="32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1295F5D7-E6C3-4190-9FC9-85F84793DEDF}"/>
                    </a:ext>
                  </a:extLst>
                </p14:cNvPr>
                <p14:cNvContentPartPr/>
                <p14:nvPr/>
              </p14:nvContentPartPr>
              <p14:xfrm>
                <a:off x="3142350" y="3645900"/>
                <a:ext cx="166680" cy="182160"/>
              </p14:xfrm>
            </p:contentPart>
          </mc:Choice>
          <mc:Fallback xmlns=""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1295F5D7-E6C3-4190-9FC9-85F84793DED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133710" y="3636900"/>
                  <a:ext cx="1843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3B918F8E-8D81-4876-A72E-0CF1273C79FD}"/>
                    </a:ext>
                  </a:extLst>
                </p14:cNvPr>
                <p14:cNvContentPartPr/>
                <p14:nvPr/>
              </p14:nvContentPartPr>
              <p14:xfrm>
                <a:off x="3222630" y="3636900"/>
                <a:ext cx="102960" cy="19260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3B918F8E-8D81-4876-A72E-0CF1273C79F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213630" y="3628260"/>
                  <a:ext cx="1206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00D35490-9F7F-44C6-BA2A-FEE9147AB820}"/>
                    </a:ext>
                  </a:extLst>
                </p14:cNvPr>
                <p14:cNvContentPartPr/>
                <p14:nvPr/>
              </p14:nvContentPartPr>
              <p14:xfrm>
                <a:off x="3359070" y="3643380"/>
                <a:ext cx="255600" cy="102240"/>
              </p14:xfrm>
            </p:contentPart>
          </mc:Choice>
          <mc:Fallback xmlns=""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00D35490-9F7F-44C6-BA2A-FEE9147AB82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350430" y="3634740"/>
                  <a:ext cx="2732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B66B420E-6455-43E7-B494-012CED14D589}"/>
                    </a:ext>
                  </a:extLst>
                </p14:cNvPr>
                <p14:cNvContentPartPr/>
                <p14:nvPr/>
              </p14:nvContentPartPr>
              <p14:xfrm>
                <a:off x="3785670" y="3581820"/>
                <a:ext cx="123840" cy="21204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B66B420E-6455-43E7-B494-012CED14D58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776670" y="3572820"/>
                  <a:ext cx="1414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551C78B4-3FA7-44B4-9E7E-2F0A95B3E408}"/>
                    </a:ext>
                  </a:extLst>
                </p14:cNvPr>
                <p14:cNvContentPartPr/>
                <p14:nvPr/>
              </p14:nvContentPartPr>
              <p14:xfrm>
                <a:off x="3946590" y="3658140"/>
                <a:ext cx="160920" cy="8208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551C78B4-3FA7-44B4-9E7E-2F0A95B3E40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937950" y="3649500"/>
                  <a:ext cx="1785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3FF68A65-50B3-4205-8437-3CC04EB075F2}"/>
                    </a:ext>
                  </a:extLst>
                </p14:cNvPr>
                <p14:cNvContentPartPr/>
                <p14:nvPr/>
              </p14:nvContentPartPr>
              <p14:xfrm>
                <a:off x="4155030" y="3725460"/>
                <a:ext cx="54720" cy="50400"/>
              </p14:xfrm>
            </p:contentPart>
          </mc:Choice>
          <mc:Fallback xmlns=""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3FF68A65-50B3-4205-8437-3CC04EB075F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146390" y="3716820"/>
                  <a:ext cx="723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DC01D3C7-23A8-4EAD-8A40-72C7EADF6A88}"/>
                    </a:ext>
                  </a:extLst>
                </p14:cNvPr>
                <p14:cNvContentPartPr/>
                <p14:nvPr/>
              </p14:nvContentPartPr>
              <p14:xfrm>
                <a:off x="4236390" y="3646260"/>
                <a:ext cx="48600" cy="130680"/>
              </p14:xfrm>
            </p:contentPart>
          </mc:Choice>
          <mc:Fallback xmlns=""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DC01D3C7-23A8-4EAD-8A40-72C7EADF6A8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227390" y="3637260"/>
                  <a:ext cx="662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EA0BAF5F-00DD-46AE-844B-D8AE000E6ED1}"/>
                    </a:ext>
                  </a:extLst>
                </p14:cNvPr>
                <p14:cNvContentPartPr/>
                <p14:nvPr/>
              </p14:nvContentPartPr>
              <p14:xfrm>
                <a:off x="4359150" y="3599100"/>
                <a:ext cx="89640" cy="181800"/>
              </p14:xfrm>
            </p:contentPart>
          </mc:Choice>
          <mc:Fallback xmlns=""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EA0BAF5F-00DD-46AE-844B-D8AE000E6ED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350510" y="3590100"/>
                  <a:ext cx="1072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8E2B49E2-5A50-4CC4-87D8-547D1645F22F}"/>
                    </a:ext>
                  </a:extLst>
                </p14:cNvPr>
                <p14:cNvContentPartPr/>
                <p14:nvPr/>
              </p14:nvContentPartPr>
              <p14:xfrm>
                <a:off x="4475430" y="3610260"/>
                <a:ext cx="253440" cy="142560"/>
              </p14:xfrm>
            </p:contentPart>
          </mc:Choice>
          <mc:Fallback xmlns=""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8E2B49E2-5A50-4CC4-87D8-547D1645F22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466430" y="3601620"/>
                  <a:ext cx="2710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0AFB0D00-7906-4617-8FB0-4F368029295F}"/>
                    </a:ext>
                  </a:extLst>
                </p14:cNvPr>
                <p14:cNvContentPartPr/>
                <p14:nvPr/>
              </p14:nvContentPartPr>
              <p14:xfrm>
                <a:off x="4772430" y="3534300"/>
                <a:ext cx="70200" cy="248760"/>
              </p14:xfrm>
            </p:contentPart>
          </mc:Choice>
          <mc:Fallback xmlns=""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0AFB0D00-7906-4617-8FB0-4F368029295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763430" y="3525660"/>
                  <a:ext cx="878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74DD5F93-74F4-4EF3-97D8-B9716150B00B}"/>
                    </a:ext>
                  </a:extLst>
                </p14:cNvPr>
                <p14:cNvContentPartPr/>
                <p14:nvPr/>
              </p14:nvContentPartPr>
              <p14:xfrm>
                <a:off x="4943070" y="3590820"/>
                <a:ext cx="136800" cy="161640"/>
              </p14:xfrm>
            </p:contentPart>
          </mc:Choice>
          <mc:Fallback xmlns=""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74DD5F93-74F4-4EF3-97D8-B9716150B00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934070" y="3581820"/>
                  <a:ext cx="1544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7F60C30D-4A66-46E2-BAD9-77E9D6A472A7}"/>
                    </a:ext>
                  </a:extLst>
                </p14:cNvPr>
                <p14:cNvContentPartPr/>
                <p14:nvPr/>
              </p14:nvContentPartPr>
              <p14:xfrm>
                <a:off x="5106150" y="3586860"/>
                <a:ext cx="152280" cy="112680"/>
              </p14:xfrm>
            </p:contentPart>
          </mc:Choice>
          <mc:Fallback xmlns=""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7F60C30D-4A66-46E2-BAD9-77E9D6A472A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097510" y="3578220"/>
                  <a:ext cx="1699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3BFD54E8-4CB2-43BB-9333-AE62FB8DCBC9}"/>
                    </a:ext>
                  </a:extLst>
                </p14:cNvPr>
                <p14:cNvContentPartPr/>
                <p14:nvPr/>
              </p14:nvContentPartPr>
              <p14:xfrm>
                <a:off x="5265630" y="3501900"/>
                <a:ext cx="47520" cy="241560"/>
              </p14:xfrm>
            </p:contentPart>
          </mc:Choice>
          <mc:Fallback xmlns=""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3BFD54E8-4CB2-43BB-9333-AE62FB8DCBC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256630" y="3493260"/>
                  <a:ext cx="65160" cy="25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14ED2502-6BE4-49FA-900E-F2C6EEAD1CBC}"/>
              </a:ext>
            </a:extLst>
          </p:cNvPr>
          <p:cNvGrpSpPr/>
          <p:nvPr/>
        </p:nvGrpSpPr>
        <p:grpSpPr>
          <a:xfrm>
            <a:off x="7092630" y="3237660"/>
            <a:ext cx="1916280" cy="827280"/>
            <a:chOff x="7092630" y="3237660"/>
            <a:chExt cx="1916280" cy="82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2E7839EA-A3C0-4CFF-B639-8FE609994453}"/>
                    </a:ext>
                  </a:extLst>
                </p14:cNvPr>
                <p14:cNvContentPartPr/>
                <p14:nvPr/>
              </p14:nvContentPartPr>
              <p14:xfrm>
                <a:off x="7092630" y="3266100"/>
                <a:ext cx="177480" cy="32580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2E7839EA-A3C0-4CFF-B639-8FE60999445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083630" y="3257100"/>
                  <a:ext cx="1951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E5B186C4-2D83-48F5-9BF7-2B58D7ACDE53}"/>
                    </a:ext>
                  </a:extLst>
                </p14:cNvPr>
                <p14:cNvContentPartPr/>
                <p14:nvPr/>
              </p14:nvContentPartPr>
              <p14:xfrm>
                <a:off x="7346430" y="3438180"/>
                <a:ext cx="96840" cy="1332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E5B186C4-2D83-48F5-9BF7-2B58D7ACDE5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337430" y="3429540"/>
                  <a:ext cx="1144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509E1411-86F3-4686-B6C2-C5E97B2641A2}"/>
                    </a:ext>
                  </a:extLst>
                </p14:cNvPr>
                <p14:cNvContentPartPr/>
                <p14:nvPr/>
              </p14:nvContentPartPr>
              <p14:xfrm>
                <a:off x="7351470" y="3530700"/>
                <a:ext cx="117360" cy="1404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509E1411-86F3-4686-B6C2-C5E97B2641A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342830" y="3521700"/>
                  <a:ext cx="1350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DA3D6663-BBC0-4977-8761-6D4A9EABFC90}"/>
                    </a:ext>
                  </a:extLst>
                </p14:cNvPr>
                <p14:cNvContentPartPr/>
                <p14:nvPr/>
              </p14:nvContentPartPr>
              <p14:xfrm>
                <a:off x="7630470" y="3405420"/>
                <a:ext cx="146520" cy="258840"/>
              </p14:xfrm>
            </p:contentPart>
          </mc:Choice>
          <mc:Fallback xmlns=""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DA3D6663-BBC0-4977-8761-6D4A9EABFC9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621830" y="3396420"/>
                  <a:ext cx="1641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291AB6F0-0088-4214-B9A7-33DF15E3BFF9}"/>
                    </a:ext>
                  </a:extLst>
                </p14:cNvPr>
                <p14:cNvContentPartPr/>
                <p14:nvPr/>
              </p14:nvContentPartPr>
              <p14:xfrm>
                <a:off x="7777710" y="3428820"/>
                <a:ext cx="273600" cy="14652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291AB6F0-0088-4214-B9A7-33DF15E3BFF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769070" y="3420180"/>
                  <a:ext cx="2912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1EDFA6F6-0121-42C9-9A29-6EB9A2E256EF}"/>
                    </a:ext>
                  </a:extLst>
                </p14:cNvPr>
                <p14:cNvContentPartPr/>
                <p14:nvPr/>
              </p14:nvContentPartPr>
              <p14:xfrm>
                <a:off x="8069670" y="3308940"/>
                <a:ext cx="54720" cy="222120"/>
              </p14:xfrm>
            </p:contentPart>
          </mc:Choice>
          <mc:Fallback xmlns=""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1EDFA6F6-0121-42C9-9A29-6EB9A2E256E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060670" y="3299940"/>
                  <a:ext cx="723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80191CDA-17AF-4404-AB5E-BB064E066640}"/>
                    </a:ext>
                  </a:extLst>
                </p14:cNvPr>
                <p14:cNvContentPartPr/>
                <p14:nvPr/>
              </p14:nvContentPartPr>
              <p14:xfrm>
                <a:off x="8074710" y="3400020"/>
                <a:ext cx="203760" cy="151560"/>
              </p14:xfrm>
            </p:contentPart>
          </mc:Choice>
          <mc:Fallback xmlns=""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80191CDA-17AF-4404-AB5E-BB064E06664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065710" y="3391020"/>
                  <a:ext cx="2214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19AEB3E4-3E13-46F7-AF92-E2357640D6CF}"/>
                    </a:ext>
                  </a:extLst>
                </p14:cNvPr>
                <p14:cNvContentPartPr/>
                <p14:nvPr/>
              </p14:nvContentPartPr>
              <p14:xfrm>
                <a:off x="8292870" y="3392100"/>
                <a:ext cx="151920" cy="15372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19AEB3E4-3E13-46F7-AF92-E2357640D6CF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283870" y="3383100"/>
                  <a:ext cx="1695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6D7B52EA-6B1B-4E36-A2AB-95BEE73ED5FC}"/>
                    </a:ext>
                  </a:extLst>
                </p14:cNvPr>
                <p14:cNvContentPartPr/>
                <p14:nvPr/>
              </p14:nvContentPartPr>
              <p14:xfrm>
                <a:off x="8482590" y="3237660"/>
                <a:ext cx="47520" cy="351360"/>
              </p14:xfrm>
            </p:contentPart>
          </mc:Choice>
          <mc:Fallback xmlns=""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6D7B52EA-6B1B-4E36-A2AB-95BEE73ED5F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473590" y="3229020"/>
                  <a:ext cx="6516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47285AFE-E150-47BE-9090-40C38047F9B9}"/>
                    </a:ext>
                  </a:extLst>
                </p14:cNvPr>
                <p14:cNvContentPartPr/>
                <p14:nvPr/>
              </p14:nvContentPartPr>
              <p14:xfrm>
                <a:off x="7110990" y="3803940"/>
                <a:ext cx="138960" cy="261000"/>
              </p14:xfrm>
            </p:contentPart>
          </mc:Choice>
          <mc:Fallback xmlns=""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47285AFE-E150-47BE-9090-40C38047F9B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102350" y="3795300"/>
                  <a:ext cx="1566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A7DE82D7-9029-4AC2-8CE0-BC887656D8C0}"/>
                    </a:ext>
                  </a:extLst>
                </p14:cNvPr>
                <p14:cNvContentPartPr/>
                <p14:nvPr/>
              </p14:nvContentPartPr>
              <p14:xfrm>
                <a:off x="7325910" y="3850380"/>
                <a:ext cx="168840" cy="72360"/>
              </p14:xfrm>
            </p:contentPart>
          </mc:Choice>
          <mc:Fallback xmlns=""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A7DE82D7-9029-4AC2-8CE0-BC887656D8C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316910" y="3841380"/>
                  <a:ext cx="1864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3B43C298-C5A1-4593-911E-4CE32E1CEC56}"/>
                    </a:ext>
                  </a:extLst>
                </p14:cNvPr>
                <p14:cNvContentPartPr/>
                <p14:nvPr/>
              </p14:nvContentPartPr>
              <p14:xfrm>
                <a:off x="7586910" y="3832740"/>
                <a:ext cx="160560" cy="111240"/>
              </p14:xfrm>
            </p:contentPart>
          </mc:Choice>
          <mc:Fallback xmlns=""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3B43C298-C5A1-4593-911E-4CE32E1CEC56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577910" y="3824100"/>
                  <a:ext cx="1782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4612EAD3-0744-48E6-8582-A5BF5807FAB2}"/>
                    </a:ext>
                  </a:extLst>
                </p14:cNvPr>
                <p14:cNvContentPartPr/>
                <p14:nvPr/>
              </p14:nvContentPartPr>
              <p14:xfrm>
                <a:off x="7754670" y="3835620"/>
                <a:ext cx="434160" cy="112680"/>
              </p14:xfrm>
            </p:contentPart>
          </mc:Choice>
          <mc:Fallback xmlns=""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4612EAD3-0744-48E6-8582-A5BF5807FAB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746030" y="3826620"/>
                  <a:ext cx="4518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04617034-0B55-4DE7-AC98-0597AA3FA3AF}"/>
                    </a:ext>
                  </a:extLst>
                </p14:cNvPr>
                <p14:cNvContentPartPr/>
                <p14:nvPr/>
              </p14:nvContentPartPr>
              <p14:xfrm>
                <a:off x="8205030" y="3738420"/>
                <a:ext cx="279720" cy="144360"/>
              </p14:xfrm>
            </p:contentPart>
          </mc:Choice>
          <mc:Fallback xmlns=""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04617034-0B55-4DE7-AC98-0597AA3FA3AF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196390" y="3729780"/>
                  <a:ext cx="297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3D111185-223B-4197-B629-9CBC3AAAB9B3}"/>
                    </a:ext>
                  </a:extLst>
                </p14:cNvPr>
                <p14:cNvContentPartPr/>
                <p14:nvPr/>
              </p14:nvContentPartPr>
              <p14:xfrm>
                <a:off x="8478270" y="3793140"/>
                <a:ext cx="98280" cy="71640"/>
              </p14:xfrm>
            </p:contentPart>
          </mc:Choice>
          <mc:Fallback xmlns=""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3D111185-223B-4197-B629-9CBC3AAAB9B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469270" y="3784140"/>
                  <a:ext cx="1159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B010E6FA-03D8-440D-ABC8-3B83AFCB4859}"/>
                    </a:ext>
                  </a:extLst>
                </p14:cNvPr>
                <p14:cNvContentPartPr/>
                <p14:nvPr/>
              </p14:nvContentPartPr>
              <p14:xfrm>
                <a:off x="8668350" y="3680100"/>
                <a:ext cx="173160" cy="196920"/>
              </p14:xfrm>
            </p:contentPart>
          </mc:Choice>
          <mc:Fallback xmlns=""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B010E6FA-03D8-440D-ABC8-3B83AFCB4859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659350" y="3671460"/>
                  <a:ext cx="1908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090A27A8-CA65-4E14-B250-64B5DD2A05FA}"/>
                    </a:ext>
                  </a:extLst>
                </p14:cNvPr>
                <p14:cNvContentPartPr/>
                <p14:nvPr/>
              </p14:nvContentPartPr>
              <p14:xfrm>
                <a:off x="8915670" y="3713580"/>
                <a:ext cx="93240" cy="95400"/>
              </p14:xfrm>
            </p:contentPart>
          </mc:Choice>
          <mc:Fallback xmlns=""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090A27A8-CA65-4E14-B250-64B5DD2A05F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906670" y="3704940"/>
                  <a:ext cx="11088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300262BE-3E7A-4AA7-B9CB-495111D7A39D}"/>
              </a:ext>
            </a:extLst>
          </p:cNvPr>
          <p:cNvGrpSpPr/>
          <p:nvPr/>
        </p:nvGrpSpPr>
        <p:grpSpPr>
          <a:xfrm>
            <a:off x="3289950" y="3963060"/>
            <a:ext cx="1676160" cy="363240"/>
            <a:chOff x="3289950" y="3963060"/>
            <a:chExt cx="167616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52D6514D-F7B9-4FB1-9837-41A2ED55BDAD}"/>
                    </a:ext>
                  </a:extLst>
                </p14:cNvPr>
                <p14:cNvContentPartPr/>
                <p14:nvPr/>
              </p14:nvContentPartPr>
              <p14:xfrm>
                <a:off x="3297870" y="4026420"/>
                <a:ext cx="26640" cy="29988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52D6514D-F7B9-4FB1-9837-41A2ED55BDA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289230" y="4017780"/>
                  <a:ext cx="442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D167696F-AEF5-4470-8531-CBF5904A4F85}"/>
                    </a:ext>
                  </a:extLst>
                </p14:cNvPr>
                <p14:cNvContentPartPr/>
                <p14:nvPr/>
              </p14:nvContentPartPr>
              <p14:xfrm>
                <a:off x="3289950" y="4003740"/>
                <a:ext cx="135360" cy="12420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D167696F-AEF5-4470-8531-CBF5904A4F8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280950" y="3994740"/>
                  <a:ext cx="1530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87ABA787-9F0C-45EE-AE98-49E4B2DB4EE0}"/>
                    </a:ext>
                  </a:extLst>
                </p14:cNvPr>
                <p14:cNvContentPartPr/>
                <p14:nvPr/>
              </p14:nvContentPartPr>
              <p14:xfrm>
                <a:off x="3483990" y="4019580"/>
                <a:ext cx="32760" cy="265680"/>
              </p14:xfrm>
            </p:contentPart>
          </mc:Choice>
          <mc:Fallback xmlns=""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87ABA787-9F0C-45EE-AE98-49E4B2DB4EE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474990" y="4010940"/>
                  <a:ext cx="5040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1DDC27E3-CC73-4791-8EA9-661728FC0D13}"/>
                    </a:ext>
                  </a:extLst>
                </p14:cNvPr>
                <p14:cNvContentPartPr/>
                <p14:nvPr/>
              </p14:nvContentPartPr>
              <p14:xfrm>
                <a:off x="3468870" y="3990780"/>
                <a:ext cx="117720" cy="140040"/>
              </p14:xfrm>
            </p:contentPart>
          </mc:Choice>
          <mc:Fallback xmlns=""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1DDC27E3-CC73-4791-8EA9-661728FC0D1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460230" y="3981780"/>
                  <a:ext cx="1353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2B2C5890-3B9C-40E0-A6D2-2729FD75C526}"/>
                    </a:ext>
                  </a:extLst>
                </p14:cNvPr>
                <p14:cNvContentPartPr/>
                <p14:nvPr/>
              </p14:nvContentPartPr>
              <p14:xfrm>
                <a:off x="3625110" y="3996180"/>
                <a:ext cx="175320" cy="117360"/>
              </p14:xfrm>
            </p:contentPart>
          </mc:Choice>
          <mc:Fallback xmlns=""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2B2C5890-3B9C-40E0-A6D2-2729FD75C52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616110" y="3987540"/>
                  <a:ext cx="1929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FE32F8EF-592A-4C54-BA00-DC3F960C277C}"/>
                    </a:ext>
                  </a:extLst>
                </p14:cNvPr>
                <p14:cNvContentPartPr/>
                <p14:nvPr/>
              </p14:nvContentPartPr>
              <p14:xfrm>
                <a:off x="3829590" y="3965940"/>
                <a:ext cx="48600" cy="141840"/>
              </p14:xfrm>
            </p:contentPart>
          </mc:Choice>
          <mc:Fallback xmlns=""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FE32F8EF-592A-4C54-BA00-DC3F960C277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820590" y="3956940"/>
                  <a:ext cx="662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6DD445B9-39BF-4D8C-B289-09C0AA15ED96}"/>
                    </a:ext>
                  </a:extLst>
                </p14:cNvPr>
                <p14:cNvContentPartPr/>
                <p14:nvPr/>
              </p14:nvContentPartPr>
              <p14:xfrm>
                <a:off x="3926070" y="3987900"/>
                <a:ext cx="81720" cy="177840"/>
              </p14:xfrm>
            </p:contentPart>
          </mc:Choice>
          <mc:Fallback xmlns=""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6DD445B9-39BF-4D8C-B289-09C0AA15ED9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917430" y="3979260"/>
                  <a:ext cx="993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013BD8ED-CCFA-4F89-A906-BA0C44FD14D4}"/>
                    </a:ext>
                  </a:extLst>
                </p14:cNvPr>
                <p14:cNvContentPartPr/>
                <p14:nvPr/>
              </p14:nvContentPartPr>
              <p14:xfrm>
                <a:off x="4169430" y="3963060"/>
                <a:ext cx="77400" cy="233280"/>
              </p14:xfrm>
            </p:contentPart>
          </mc:Choice>
          <mc:Fallback xmlns=""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013BD8ED-CCFA-4F89-A906-BA0C44FD14D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160790" y="3954060"/>
                  <a:ext cx="950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4E20B2FE-AB13-4295-9E98-18BF8325D7BD}"/>
                    </a:ext>
                  </a:extLst>
                </p14:cNvPr>
                <p14:cNvContentPartPr/>
                <p14:nvPr/>
              </p14:nvContentPartPr>
              <p14:xfrm>
                <a:off x="4369950" y="4028580"/>
                <a:ext cx="111600" cy="147240"/>
              </p14:xfrm>
            </p:contentPart>
          </mc:Choice>
          <mc:Fallback xmlns=""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4E20B2FE-AB13-4295-9E98-18BF8325D7BD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361310" y="4019940"/>
                  <a:ext cx="1292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A0F44C9A-E9B8-4C40-AD9B-F59D208D56D5}"/>
                    </a:ext>
                  </a:extLst>
                </p14:cNvPr>
                <p14:cNvContentPartPr/>
                <p14:nvPr/>
              </p14:nvContentPartPr>
              <p14:xfrm>
                <a:off x="4510350" y="4189500"/>
                <a:ext cx="79560" cy="86400"/>
              </p14:xfrm>
            </p:contentPart>
          </mc:Choice>
          <mc:Fallback xmlns=""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A0F44C9A-E9B8-4C40-AD9B-F59D208D56D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501710" y="4180500"/>
                  <a:ext cx="97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A5329557-85B5-42E8-A69E-5D6CE1600179}"/>
                    </a:ext>
                  </a:extLst>
                </p14:cNvPr>
                <p14:cNvContentPartPr/>
                <p14:nvPr/>
              </p14:nvContentPartPr>
              <p14:xfrm>
                <a:off x="4650030" y="4016700"/>
                <a:ext cx="8640" cy="176760"/>
              </p14:xfrm>
            </p:contentPart>
          </mc:Choice>
          <mc:Fallback xmlns=""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A5329557-85B5-42E8-A69E-5D6CE1600179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641390" y="4007700"/>
                  <a:ext cx="262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CAA42872-279C-4517-8D1D-109303A901D7}"/>
                    </a:ext>
                  </a:extLst>
                </p14:cNvPr>
                <p14:cNvContentPartPr/>
                <p14:nvPr/>
              </p14:nvContentPartPr>
              <p14:xfrm>
                <a:off x="4746870" y="4040820"/>
                <a:ext cx="133920" cy="140040"/>
              </p14:xfrm>
            </p:contentPart>
          </mc:Choice>
          <mc:Fallback xmlns=""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CAA42872-279C-4517-8D1D-109303A901D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737870" y="4031820"/>
                  <a:ext cx="1515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12C3F902-7017-4CB5-9BCD-4E3AA94FAA82}"/>
                    </a:ext>
                  </a:extLst>
                </p14:cNvPr>
                <p14:cNvContentPartPr/>
                <p14:nvPr/>
              </p14:nvContentPartPr>
              <p14:xfrm>
                <a:off x="4913190" y="3963060"/>
                <a:ext cx="52920" cy="334800"/>
              </p14:xfrm>
            </p:contentPart>
          </mc:Choice>
          <mc:Fallback xmlns=""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12C3F902-7017-4CB5-9BCD-4E3AA94FAA8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904190" y="3954060"/>
                  <a:ext cx="70560" cy="35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upo 140">
            <a:extLst>
              <a:ext uri="{FF2B5EF4-FFF2-40B4-BE49-F238E27FC236}">
                <a16:creationId xmlns:a16="http://schemas.microsoft.com/office/drawing/2014/main" id="{4A94177E-27C1-4A98-9D93-6C62F9150E9B}"/>
              </a:ext>
            </a:extLst>
          </p:cNvPr>
          <p:cNvGrpSpPr/>
          <p:nvPr/>
        </p:nvGrpSpPr>
        <p:grpSpPr>
          <a:xfrm>
            <a:off x="2978910" y="4569300"/>
            <a:ext cx="139320" cy="55800"/>
            <a:chOff x="2978910" y="4569300"/>
            <a:chExt cx="139320" cy="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E6AECED6-BBE0-45F6-B21F-5448F4DEA849}"/>
                    </a:ext>
                  </a:extLst>
                </p14:cNvPr>
                <p14:cNvContentPartPr/>
                <p14:nvPr/>
              </p14:nvContentPartPr>
              <p14:xfrm>
                <a:off x="2978910" y="4569300"/>
                <a:ext cx="95760" cy="3240"/>
              </p14:xfrm>
            </p:contentPart>
          </mc:Choice>
          <mc:Fallback xmlns=""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E6AECED6-BBE0-45F6-B21F-5448F4DEA84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970270" y="4560300"/>
                  <a:ext cx="1134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A5753DC2-26D9-4E3B-B51F-67BD031D3FBA}"/>
                    </a:ext>
                  </a:extLst>
                </p14:cNvPr>
                <p14:cNvContentPartPr/>
                <p14:nvPr/>
              </p14:nvContentPartPr>
              <p14:xfrm>
                <a:off x="3009870" y="4620060"/>
                <a:ext cx="108360" cy="5040"/>
              </p14:xfrm>
            </p:contentPart>
          </mc:Choice>
          <mc:Fallback xmlns=""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A5753DC2-26D9-4E3B-B51F-67BD031D3FB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001230" y="4611060"/>
                  <a:ext cx="12600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upo 147">
            <a:extLst>
              <a:ext uri="{FF2B5EF4-FFF2-40B4-BE49-F238E27FC236}">
                <a16:creationId xmlns:a16="http://schemas.microsoft.com/office/drawing/2014/main" id="{76365C86-7DF4-4E69-B1C2-1F544AEE8451}"/>
              </a:ext>
            </a:extLst>
          </p:cNvPr>
          <p:cNvGrpSpPr/>
          <p:nvPr/>
        </p:nvGrpSpPr>
        <p:grpSpPr>
          <a:xfrm>
            <a:off x="3283110" y="4510980"/>
            <a:ext cx="821880" cy="234000"/>
            <a:chOff x="3283110" y="4510980"/>
            <a:chExt cx="82188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BBBAC3DB-14E6-4525-B3F4-A9A278B766EF}"/>
                    </a:ext>
                  </a:extLst>
                </p14:cNvPr>
                <p14:cNvContentPartPr/>
                <p14:nvPr/>
              </p14:nvContentPartPr>
              <p14:xfrm>
                <a:off x="3283110" y="4553460"/>
                <a:ext cx="181080" cy="126360"/>
              </p14:xfrm>
            </p:contentPart>
          </mc:Choice>
          <mc:Fallback xmlns=""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BBBAC3DB-14E6-4525-B3F4-A9A278B766E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274110" y="4544460"/>
                  <a:ext cx="1987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82894BFB-E519-49DF-97D6-0E82AD98AE7F}"/>
                    </a:ext>
                  </a:extLst>
                </p14:cNvPr>
                <p14:cNvContentPartPr/>
                <p14:nvPr/>
              </p14:nvContentPartPr>
              <p14:xfrm>
                <a:off x="3510990" y="4669740"/>
                <a:ext cx="33120" cy="75240"/>
              </p14:xfrm>
            </p:contentPart>
          </mc:Choice>
          <mc:Fallback xmlns=""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82894BFB-E519-49DF-97D6-0E82AD98AE7F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502350" y="4661100"/>
                  <a:ext cx="507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71C970D7-B640-45A1-BCE0-A36C48BB9A17}"/>
                    </a:ext>
                  </a:extLst>
                </p14:cNvPr>
                <p14:cNvContentPartPr/>
                <p14:nvPr/>
              </p14:nvContentPartPr>
              <p14:xfrm>
                <a:off x="3581190" y="4552380"/>
                <a:ext cx="129240" cy="141840"/>
              </p14:xfrm>
            </p:contentPart>
          </mc:Choice>
          <mc:Fallback xmlns=""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71C970D7-B640-45A1-BCE0-A36C48BB9A1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572190" y="4543740"/>
                  <a:ext cx="146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724DE38D-127A-49CF-B35C-94FDCAA499A7}"/>
                    </a:ext>
                  </a:extLst>
                </p14:cNvPr>
                <p14:cNvContentPartPr/>
                <p14:nvPr/>
              </p14:nvContentPartPr>
              <p14:xfrm>
                <a:off x="3745710" y="4535820"/>
                <a:ext cx="160200" cy="92520"/>
              </p14:xfrm>
            </p:contentPart>
          </mc:Choice>
          <mc:Fallback xmlns=""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724DE38D-127A-49CF-B35C-94FDCAA499A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736710" y="4527180"/>
                  <a:ext cx="1778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3CA7CA15-133F-4BE1-82FF-844362E61427}"/>
                    </a:ext>
                  </a:extLst>
                </p14:cNvPr>
                <p14:cNvContentPartPr/>
                <p14:nvPr/>
              </p14:nvContentPartPr>
              <p14:xfrm>
                <a:off x="3881070" y="4520340"/>
                <a:ext cx="47520" cy="181440"/>
              </p14:xfrm>
            </p:contentPart>
          </mc:Choice>
          <mc:Fallback xmlns=""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3CA7CA15-133F-4BE1-82FF-844362E6142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872070" y="4511340"/>
                  <a:ext cx="65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C635FBE7-9833-415E-B2B5-F9B4D131C172}"/>
                    </a:ext>
                  </a:extLst>
                </p14:cNvPr>
                <p14:cNvContentPartPr/>
                <p14:nvPr/>
              </p14:nvContentPartPr>
              <p14:xfrm>
                <a:off x="3981510" y="4510980"/>
                <a:ext cx="123480" cy="176040"/>
              </p14:xfrm>
            </p:contentPart>
          </mc:Choice>
          <mc:Fallback xmlns=""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C635FBE7-9833-415E-B2B5-F9B4D131C17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972870" y="4501980"/>
                  <a:ext cx="14112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upo 173">
            <a:extLst>
              <a:ext uri="{FF2B5EF4-FFF2-40B4-BE49-F238E27FC236}">
                <a16:creationId xmlns:a16="http://schemas.microsoft.com/office/drawing/2014/main" id="{17EB5F3D-7945-44DD-86D9-A1BB518BFA92}"/>
              </a:ext>
            </a:extLst>
          </p:cNvPr>
          <p:cNvGrpSpPr/>
          <p:nvPr/>
        </p:nvGrpSpPr>
        <p:grpSpPr>
          <a:xfrm>
            <a:off x="7475670" y="4156020"/>
            <a:ext cx="2119320" cy="500760"/>
            <a:chOff x="7475670" y="4156020"/>
            <a:chExt cx="2119320" cy="50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64B0AD71-40E1-4539-9277-FFCB036BF70A}"/>
                    </a:ext>
                  </a:extLst>
                </p14:cNvPr>
                <p14:cNvContentPartPr/>
                <p14:nvPr/>
              </p14:nvContentPartPr>
              <p14:xfrm>
                <a:off x="7513470" y="4365900"/>
                <a:ext cx="50040" cy="290880"/>
              </p14:xfrm>
            </p:contentPart>
          </mc:Choice>
          <mc:Fallback xmlns=""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64B0AD71-40E1-4539-9277-FFCB036BF70A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504470" y="4356900"/>
                  <a:ext cx="676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FBBC7C16-2CC1-4ECB-89A1-6F748269DCEF}"/>
                    </a:ext>
                  </a:extLst>
                </p14:cNvPr>
                <p14:cNvContentPartPr/>
                <p14:nvPr/>
              </p14:nvContentPartPr>
              <p14:xfrm>
                <a:off x="7475670" y="4358700"/>
                <a:ext cx="174600" cy="165600"/>
              </p14:xfrm>
            </p:contentPart>
          </mc:Choice>
          <mc:Fallback xmlns=""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FBBC7C16-2CC1-4ECB-89A1-6F748269DCEF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467030" y="4349700"/>
                  <a:ext cx="1922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12E281EF-9A5D-4553-B1AB-D6BD58AA3865}"/>
                    </a:ext>
                  </a:extLst>
                </p14:cNvPr>
                <p14:cNvContentPartPr/>
                <p14:nvPr/>
              </p14:nvContentPartPr>
              <p14:xfrm>
                <a:off x="7684470" y="4337100"/>
                <a:ext cx="83520" cy="194400"/>
              </p14:xfrm>
            </p:contentPart>
          </mc:Choice>
          <mc:Fallback xmlns=""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12E281EF-9A5D-4553-B1AB-D6BD58AA386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675470" y="4328460"/>
                  <a:ext cx="1011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5613F625-F204-4D50-9BCE-201EBC86B54F}"/>
                    </a:ext>
                  </a:extLst>
                </p14:cNvPr>
                <p14:cNvContentPartPr/>
                <p14:nvPr/>
              </p14:nvContentPartPr>
              <p14:xfrm>
                <a:off x="7809750" y="4375980"/>
                <a:ext cx="204840" cy="122400"/>
              </p14:xfrm>
            </p:contentPart>
          </mc:Choice>
          <mc:Fallback xmlns=""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5613F625-F204-4D50-9BCE-201EBC86B54F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800750" y="4367340"/>
                  <a:ext cx="2224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4C648DAA-08B0-425F-8BA3-DC0CB7F155CF}"/>
                    </a:ext>
                  </a:extLst>
                </p14:cNvPr>
                <p14:cNvContentPartPr/>
                <p14:nvPr/>
              </p14:nvContentPartPr>
              <p14:xfrm>
                <a:off x="7890750" y="4347540"/>
                <a:ext cx="248760" cy="168480"/>
              </p14:xfrm>
            </p:contentPart>
          </mc:Choice>
          <mc:Fallback xmlns=""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4C648DAA-08B0-425F-8BA3-DC0CB7F155C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882110" y="4338540"/>
                  <a:ext cx="2664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B5D848A0-9550-4152-8F34-D38F77801AE8}"/>
                    </a:ext>
                  </a:extLst>
                </p14:cNvPr>
                <p14:cNvContentPartPr/>
                <p14:nvPr/>
              </p14:nvContentPartPr>
              <p14:xfrm>
                <a:off x="8057070" y="4397220"/>
                <a:ext cx="130680" cy="21600"/>
              </p14:xfrm>
            </p:contentPart>
          </mc:Choice>
          <mc:Fallback xmlns=""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B5D848A0-9550-4152-8F34-D38F77801AE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048430" y="4388580"/>
                  <a:ext cx="1483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7F83AF90-E630-486A-BED7-993A72F01C88}"/>
                    </a:ext>
                  </a:extLst>
                </p14:cNvPr>
                <p14:cNvContentPartPr/>
                <p14:nvPr/>
              </p14:nvContentPartPr>
              <p14:xfrm>
                <a:off x="8278470" y="4288140"/>
                <a:ext cx="111960" cy="182880"/>
              </p14:xfrm>
            </p:contentPart>
          </mc:Choice>
          <mc:Fallback xmlns=""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7F83AF90-E630-486A-BED7-993A72F01C8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269470" y="4279500"/>
                  <a:ext cx="1296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23FCCBD5-6AA4-4082-B7BB-033FE04F280A}"/>
                    </a:ext>
                  </a:extLst>
                </p14:cNvPr>
                <p14:cNvContentPartPr/>
                <p14:nvPr/>
              </p14:nvContentPartPr>
              <p14:xfrm>
                <a:off x="8453790" y="4293900"/>
                <a:ext cx="55800" cy="212040"/>
              </p14:xfrm>
            </p:contentPart>
          </mc:Choice>
          <mc:Fallback xmlns=""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23FCCBD5-6AA4-4082-B7BB-033FE04F280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444790" y="4284900"/>
                  <a:ext cx="734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9AA37A67-022D-4BCB-B4D8-FA49D45FB2B7}"/>
                    </a:ext>
                  </a:extLst>
                </p14:cNvPr>
                <p14:cNvContentPartPr/>
                <p14:nvPr/>
              </p14:nvContentPartPr>
              <p14:xfrm>
                <a:off x="8689950" y="4366980"/>
                <a:ext cx="109080" cy="6840"/>
              </p14:xfrm>
            </p:contentPart>
          </mc:Choice>
          <mc:Fallback xmlns=""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9AA37A67-022D-4BCB-B4D8-FA49D45FB2B7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680950" y="4357980"/>
                  <a:ext cx="1267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BA3956DE-EA8A-4522-B155-6EAF2EA9CE3D}"/>
                    </a:ext>
                  </a:extLst>
                </p14:cNvPr>
                <p14:cNvContentPartPr/>
                <p14:nvPr/>
              </p14:nvContentPartPr>
              <p14:xfrm>
                <a:off x="8672310" y="4413060"/>
                <a:ext cx="189360" cy="48240"/>
              </p14:xfrm>
            </p:contentPart>
          </mc:Choice>
          <mc:Fallback xmlns=""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BA3956DE-EA8A-4522-B155-6EAF2EA9CE3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663670" y="4404060"/>
                  <a:ext cx="207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31E7DAD4-6039-4989-B776-0B1324DFB702}"/>
                    </a:ext>
                  </a:extLst>
                </p14:cNvPr>
                <p14:cNvContentPartPr/>
                <p14:nvPr/>
              </p14:nvContentPartPr>
              <p14:xfrm>
                <a:off x="8932230" y="4156020"/>
                <a:ext cx="195480" cy="278280"/>
              </p14:xfrm>
            </p:contentPart>
          </mc:Choice>
          <mc:Fallback xmlns=""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31E7DAD4-6039-4989-B776-0B1324DFB702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923590" y="4147380"/>
                  <a:ext cx="2131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FF484A32-56F7-4133-B38B-420E5958B0D7}"/>
                    </a:ext>
                  </a:extLst>
                </p14:cNvPr>
                <p14:cNvContentPartPr/>
                <p14:nvPr/>
              </p14:nvContentPartPr>
              <p14:xfrm>
                <a:off x="9183870" y="4257540"/>
                <a:ext cx="130320" cy="207720"/>
              </p14:xfrm>
            </p:contentPart>
          </mc:Choice>
          <mc:Fallback xmlns=""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FF484A32-56F7-4133-B38B-420E5958B0D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175230" y="4248540"/>
                  <a:ext cx="1479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6B3A7286-545E-46B2-9B9C-8A8B7F4DBD9E}"/>
                    </a:ext>
                  </a:extLst>
                </p14:cNvPr>
                <p14:cNvContentPartPr/>
                <p14:nvPr/>
              </p14:nvContentPartPr>
              <p14:xfrm>
                <a:off x="9351270" y="4258620"/>
                <a:ext cx="122760" cy="115200"/>
              </p14:xfrm>
            </p:contentPart>
          </mc:Choice>
          <mc:Fallback xmlns=""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6B3A7286-545E-46B2-9B9C-8A8B7F4DBD9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342630" y="4249980"/>
                  <a:ext cx="1404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0323E0FC-A6CF-4161-9A1A-CDFE36ABAA91}"/>
                    </a:ext>
                  </a:extLst>
                </p14:cNvPr>
                <p14:cNvContentPartPr/>
                <p14:nvPr/>
              </p14:nvContentPartPr>
              <p14:xfrm>
                <a:off x="9473670" y="4229100"/>
                <a:ext cx="121320" cy="156600"/>
              </p14:xfrm>
            </p:contentPart>
          </mc:Choice>
          <mc:Fallback xmlns=""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0323E0FC-A6CF-4161-9A1A-CDFE36ABAA91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464670" y="4220460"/>
                  <a:ext cx="13896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upo 172">
            <a:extLst>
              <a:ext uri="{FF2B5EF4-FFF2-40B4-BE49-F238E27FC236}">
                <a16:creationId xmlns:a16="http://schemas.microsoft.com/office/drawing/2014/main" id="{55B86426-B43C-4F23-BC9A-429DAF85098F}"/>
              </a:ext>
            </a:extLst>
          </p:cNvPr>
          <p:cNvGrpSpPr/>
          <p:nvPr/>
        </p:nvGrpSpPr>
        <p:grpSpPr>
          <a:xfrm>
            <a:off x="9819630" y="4156020"/>
            <a:ext cx="358920" cy="294480"/>
            <a:chOff x="9819630" y="4156020"/>
            <a:chExt cx="35892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139CDFE2-C8FA-4B64-A6F7-4E945A976F18}"/>
                    </a:ext>
                  </a:extLst>
                </p14:cNvPr>
                <p14:cNvContentPartPr/>
                <p14:nvPr/>
              </p14:nvContentPartPr>
              <p14:xfrm>
                <a:off x="9819630" y="4156020"/>
                <a:ext cx="101880" cy="277560"/>
              </p14:xfrm>
            </p:contentPart>
          </mc:Choice>
          <mc:Fallback xmlns=""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139CDFE2-C8FA-4B64-A6F7-4E945A976F18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810990" y="4147380"/>
                  <a:ext cx="1195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5582ABB0-4C69-4573-8CEA-787C83472BAE}"/>
                    </a:ext>
                  </a:extLst>
                </p14:cNvPr>
                <p14:cNvContentPartPr/>
                <p14:nvPr/>
              </p14:nvContentPartPr>
              <p14:xfrm>
                <a:off x="9979110" y="4209660"/>
                <a:ext cx="94680" cy="192600"/>
              </p14:xfrm>
            </p:contentPart>
          </mc:Choice>
          <mc:Fallback xmlns=""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5582ABB0-4C69-4573-8CEA-787C83472BAE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970110" y="4201020"/>
                  <a:ext cx="1123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E7B6E8FA-9850-4B01-82E9-3F806F95551B}"/>
                    </a:ext>
                  </a:extLst>
                </p14:cNvPr>
                <p14:cNvContentPartPr/>
                <p14:nvPr/>
              </p14:nvContentPartPr>
              <p14:xfrm>
                <a:off x="10152630" y="4354020"/>
                <a:ext cx="25920" cy="96480"/>
              </p14:xfrm>
            </p:contentPart>
          </mc:Choice>
          <mc:Fallback xmlns=""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E7B6E8FA-9850-4B01-82E9-3F806F95551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143630" y="4345020"/>
                  <a:ext cx="4356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upo 171">
            <a:extLst>
              <a:ext uri="{FF2B5EF4-FFF2-40B4-BE49-F238E27FC236}">
                <a16:creationId xmlns:a16="http://schemas.microsoft.com/office/drawing/2014/main" id="{E6A7ED5F-91D6-4893-8425-192CE33BC1D1}"/>
              </a:ext>
            </a:extLst>
          </p:cNvPr>
          <p:cNvGrpSpPr/>
          <p:nvPr/>
        </p:nvGrpSpPr>
        <p:grpSpPr>
          <a:xfrm>
            <a:off x="10405350" y="4046220"/>
            <a:ext cx="318600" cy="346680"/>
            <a:chOff x="10405350" y="4046220"/>
            <a:chExt cx="31860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A9B74169-47AA-4D4B-A684-9010EAD960D1}"/>
                    </a:ext>
                  </a:extLst>
                </p14:cNvPr>
                <p14:cNvContentPartPr/>
                <p14:nvPr/>
              </p14:nvContentPartPr>
              <p14:xfrm>
                <a:off x="10405350" y="4212540"/>
                <a:ext cx="32040" cy="146520"/>
              </p14:xfrm>
            </p:contentPart>
          </mc:Choice>
          <mc:Fallback xmlns=""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A9B74169-47AA-4D4B-A684-9010EAD960D1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396350" y="4203540"/>
                  <a:ext cx="496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CFD4E6E8-6F75-4DC6-9C19-AC1ABEC2846D}"/>
                    </a:ext>
                  </a:extLst>
                </p14:cNvPr>
                <p14:cNvContentPartPr/>
                <p14:nvPr/>
              </p14:nvContentPartPr>
              <p14:xfrm>
                <a:off x="10461870" y="4227300"/>
                <a:ext cx="111960" cy="141120"/>
              </p14:xfrm>
            </p:contentPart>
          </mc:Choice>
          <mc:Fallback xmlns=""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CFD4E6E8-6F75-4DC6-9C19-AC1ABEC2846D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453230" y="4218300"/>
                  <a:ext cx="1296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5F75F482-0AB8-4E72-86C0-EE57B4096B68}"/>
                    </a:ext>
                  </a:extLst>
                </p14:cNvPr>
                <p14:cNvContentPartPr/>
                <p14:nvPr/>
              </p14:nvContentPartPr>
              <p14:xfrm>
                <a:off x="10629990" y="4046220"/>
                <a:ext cx="93960" cy="346680"/>
              </p14:xfrm>
            </p:contentPart>
          </mc:Choice>
          <mc:Fallback xmlns=""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5F75F482-0AB8-4E72-86C0-EE57B4096B68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621350" y="4037220"/>
                  <a:ext cx="111600" cy="36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175" name="Entrada de lápiz 174">
                <a:extLst>
                  <a:ext uri="{FF2B5EF4-FFF2-40B4-BE49-F238E27FC236}">
                    <a16:creationId xmlns:a16="http://schemas.microsoft.com/office/drawing/2014/main" id="{F5E43E98-B858-400B-9A2D-584388890C93}"/>
                  </a:ext>
                </a:extLst>
              </p14:cNvPr>
              <p14:cNvContentPartPr/>
              <p14:nvPr/>
            </p14:nvContentPartPr>
            <p14:xfrm>
              <a:off x="9412110" y="4136220"/>
              <a:ext cx="28440" cy="21240"/>
            </p14:xfrm>
          </p:contentPart>
        </mc:Choice>
        <mc:Fallback xmlns="">
          <p:pic>
            <p:nvPicPr>
              <p:cNvPr id="175" name="Entrada de lápiz 174">
                <a:extLst>
                  <a:ext uri="{FF2B5EF4-FFF2-40B4-BE49-F238E27FC236}">
                    <a16:creationId xmlns:a16="http://schemas.microsoft.com/office/drawing/2014/main" id="{F5E43E98-B858-400B-9A2D-584388890C93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9403110" y="4127220"/>
                <a:ext cx="4608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upo 194">
            <a:extLst>
              <a:ext uri="{FF2B5EF4-FFF2-40B4-BE49-F238E27FC236}">
                <a16:creationId xmlns:a16="http://schemas.microsoft.com/office/drawing/2014/main" id="{D0E2255F-9CBB-46C5-B1EC-52C5D95FE03F}"/>
              </a:ext>
            </a:extLst>
          </p:cNvPr>
          <p:cNvGrpSpPr/>
          <p:nvPr/>
        </p:nvGrpSpPr>
        <p:grpSpPr>
          <a:xfrm>
            <a:off x="5069430" y="3951180"/>
            <a:ext cx="1199160" cy="409680"/>
            <a:chOff x="5069430" y="3951180"/>
            <a:chExt cx="1199160" cy="40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0899AD1C-3BCE-486D-8B1B-0BA6FE337CCA}"/>
                    </a:ext>
                  </a:extLst>
                </p14:cNvPr>
                <p14:cNvContentPartPr/>
                <p14:nvPr/>
              </p14:nvContentPartPr>
              <p14:xfrm>
                <a:off x="5069430" y="4119300"/>
                <a:ext cx="107280" cy="1440"/>
              </p14:xfrm>
            </p:contentPart>
          </mc:Choice>
          <mc:Fallback xmlns=""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0899AD1C-3BCE-486D-8B1B-0BA6FE337CCA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060430" y="4110300"/>
                  <a:ext cx="1249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A3BFDCA1-544E-4433-AF50-2D13852483C2}"/>
                    </a:ext>
                  </a:extLst>
                </p14:cNvPr>
                <p14:cNvContentPartPr/>
                <p14:nvPr/>
              </p14:nvContentPartPr>
              <p14:xfrm>
                <a:off x="5116590" y="4162500"/>
                <a:ext cx="105120" cy="26280"/>
              </p14:xfrm>
            </p:contentPart>
          </mc:Choice>
          <mc:Fallback xmlns=""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A3BFDCA1-544E-4433-AF50-2D13852483C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107590" y="4153860"/>
                  <a:ext cx="1227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E10D50D7-3A92-486E-AFAB-7DC64C2169CD}"/>
                    </a:ext>
                  </a:extLst>
                </p14:cNvPr>
                <p14:cNvContentPartPr/>
                <p14:nvPr/>
              </p14:nvContentPartPr>
              <p14:xfrm>
                <a:off x="5290830" y="4065300"/>
                <a:ext cx="128880" cy="295560"/>
              </p14:xfrm>
            </p:contentPart>
          </mc:Choice>
          <mc:Fallback xmlns=""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E10D50D7-3A92-486E-AFAB-7DC64C2169C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282190" y="4056660"/>
                  <a:ext cx="1465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9F8F25CF-DA17-4BA0-8B14-55B83A6F81D4}"/>
                    </a:ext>
                  </a:extLst>
                </p14:cNvPr>
                <p14:cNvContentPartPr/>
                <p14:nvPr/>
              </p14:nvContentPartPr>
              <p14:xfrm>
                <a:off x="5450310" y="4057380"/>
                <a:ext cx="101160" cy="201600"/>
              </p14:xfrm>
            </p:contentPart>
          </mc:Choice>
          <mc:Fallback xmlns=""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9F8F25CF-DA17-4BA0-8B14-55B83A6F81D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441670" y="4048380"/>
                  <a:ext cx="118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0F3116BD-0981-4EAD-9C4A-BF3788463D71}"/>
                    </a:ext>
                  </a:extLst>
                </p14:cNvPr>
                <p14:cNvContentPartPr/>
                <p14:nvPr/>
              </p14:nvContentPartPr>
              <p14:xfrm>
                <a:off x="5571630" y="4072140"/>
                <a:ext cx="140040" cy="190800"/>
              </p14:xfrm>
            </p:contentPart>
          </mc:Choice>
          <mc:Fallback xmlns=""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0F3116BD-0981-4EAD-9C4A-BF3788463D7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562630" y="4063140"/>
                  <a:ext cx="1576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0D31DD50-1E2B-4145-B97D-58065A71F907}"/>
                    </a:ext>
                  </a:extLst>
                </p14:cNvPr>
                <p14:cNvContentPartPr/>
                <p14:nvPr/>
              </p14:nvContentPartPr>
              <p14:xfrm>
                <a:off x="5780070" y="4033260"/>
                <a:ext cx="118440" cy="118800"/>
              </p14:xfrm>
            </p:contentPart>
          </mc:Choice>
          <mc:Fallback xmlns=""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0D31DD50-1E2B-4145-B97D-58065A71F90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771430" y="4024620"/>
                  <a:ext cx="1360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8BB433DF-67C2-4769-B8E9-0C9CB8A2DB01}"/>
                    </a:ext>
                  </a:extLst>
                </p14:cNvPr>
                <p14:cNvContentPartPr/>
                <p14:nvPr/>
              </p14:nvContentPartPr>
              <p14:xfrm>
                <a:off x="5812830" y="4221900"/>
                <a:ext cx="125640" cy="11520"/>
              </p14:xfrm>
            </p:contentPart>
          </mc:Choice>
          <mc:Fallback xmlns=""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8BB433DF-67C2-4769-B8E9-0C9CB8A2DB0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804190" y="4212900"/>
                  <a:ext cx="1432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90D45341-DD90-4E2B-BD93-1A4259C013FF}"/>
                    </a:ext>
                  </a:extLst>
                </p14:cNvPr>
                <p14:cNvContentPartPr/>
                <p14:nvPr/>
              </p14:nvContentPartPr>
              <p14:xfrm>
                <a:off x="6045750" y="4023180"/>
                <a:ext cx="95400" cy="185040"/>
              </p14:xfrm>
            </p:contentPart>
          </mc:Choice>
          <mc:Fallback xmlns=""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90D45341-DD90-4E2B-BD93-1A4259C013F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037110" y="4014180"/>
                  <a:ext cx="1130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5C202E79-0F3D-4B7A-9A79-4784EDDE77C4}"/>
                    </a:ext>
                  </a:extLst>
                </p14:cNvPr>
                <p14:cNvContentPartPr/>
                <p14:nvPr/>
              </p14:nvContentPartPr>
              <p14:xfrm>
                <a:off x="6222870" y="3951180"/>
                <a:ext cx="45720" cy="302400"/>
              </p14:xfrm>
            </p:contentPart>
          </mc:Choice>
          <mc:Fallback xmlns=""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5C202E79-0F3D-4B7A-9A79-4784EDDE77C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213870" y="3942180"/>
                  <a:ext cx="63360" cy="32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upo 197">
            <a:extLst>
              <a:ext uri="{FF2B5EF4-FFF2-40B4-BE49-F238E27FC236}">
                <a16:creationId xmlns:a16="http://schemas.microsoft.com/office/drawing/2014/main" id="{A4B1AA3F-0C6F-476D-B82D-31E3E9E4D7ED}"/>
              </a:ext>
            </a:extLst>
          </p:cNvPr>
          <p:cNvGrpSpPr/>
          <p:nvPr/>
        </p:nvGrpSpPr>
        <p:grpSpPr>
          <a:xfrm>
            <a:off x="865350" y="5027580"/>
            <a:ext cx="239760" cy="313560"/>
            <a:chOff x="865350" y="5027580"/>
            <a:chExt cx="239760" cy="31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E1DB2B6F-EB19-4DEC-9818-6A79A2CA02CA}"/>
                    </a:ext>
                  </a:extLst>
                </p14:cNvPr>
                <p14:cNvContentPartPr/>
                <p14:nvPr/>
              </p14:nvContentPartPr>
              <p14:xfrm>
                <a:off x="865350" y="5039100"/>
                <a:ext cx="123480" cy="215280"/>
              </p14:xfrm>
            </p:contentPart>
          </mc:Choice>
          <mc:Fallback xmlns=""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E1DB2B6F-EB19-4DEC-9818-6A79A2CA02C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56350" y="5030460"/>
                  <a:ext cx="1411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A52AA9D4-4B08-4EDB-86C4-74741C62F83E}"/>
                    </a:ext>
                  </a:extLst>
                </p14:cNvPr>
                <p14:cNvContentPartPr/>
                <p14:nvPr/>
              </p14:nvContentPartPr>
              <p14:xfrm>
                <a:off x="1016190" y="5027580"/>
                <a:ext cx="88920" cy="313560"/>
              </p14:xfrm>
            </p:contentPart>
          </mc:Choice>
          <mc:Fallback xmlns=""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A52AA9D4-4B08-4EDB-86C4-74741C62F83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07550" y="5018580"/>
                  <a:ext cx="106560" cy="33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99" name="Entrada de lápiz 198">
                <a:extLst>
                  <a:ext uri="{FF2B5EF4-FFF2-40B4-BE49-F238E27FC236}">
                    <a16:creationId xmlns:a16="http://schemas.microsoft.com/office/drawing/2014/main" id="{5FE066C6-F585-4776-8231-741FFD1D8101}"/>
                  </a:ext>
                </a:extLst>
              </p14:cNvPr>
              <p14:cNvContentPartPr/>
              <p14:nvPr/>
            </p14:nvContentPartPr>
            <p14:xfrm>
              <a:off x="6431310" y="1754820"/>
              <a:ext cx="99000" cy="67320"/>
            </p14:xfrm>
          </p:contentPart>
        </mc:Choice>
        <mc:Fallback xmlns="">
          <p:pic>
            <p:nvPicPr>
              <p:cNvPr id="199" name="Entrada de lápiz 198">
                <a:extLst>
                  <a:ext uri="{FF2B5EF4-FFF2-40B4-BE49-F238E27FC236}">
                    <a16:creationId xmlns:a16="http://schemas.microsoft.com/office/drawing/2014/main" id="{5FE066C6-F585-4776-8231-741FFD1D8101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6422310" y="1745820"/>
                <a:ext cx="116640" cy="8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upo 203">
            <a:extLst>
              <a:ext uri="{FF2B5EF4-FFF2-40B4-BE49-F238E27FC236}">
                <a16:creationId xmlns:a16="http://schemas.microsoft.com/office/drawing/2014/main" id="{CD824FF3-74F9-48E1-9C28-A55867AB9C0C}"/>
              </a:ext>
            </a:extLst>
          </p:cNvPr>
          <p:cNvGrpSpPr/>
          <p:nvPr/>
        </p:nvGrpSpPr>
        <p:grpSpPr>
          <a:xfrm>
            <a:off x="1426950" y="5058900"/>
            <a:ext cx="483840" cy="198720"/>
            <a:chOff x="1426950" y="5058900"/>
            <a:chExt cx="483840" cy="19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DFD56A51-9017-48A8-8A48-9C01104B1895}"/>
                    </a:ext>
                  </a:extLst>
                </p14:cNvPr>
                <p14:cNvContentPartPr/>
                <p14:nvPr/>
              </p14:nvContentPartPr>
              <p14:xfrm>
                <a:off x="1426950" y="5116140"/>
                <a:ext cx="162720" cy="141480"/>
              </p14:xfrm>
            </p:contentPart>
          </mc:Choice>
          <mc:Fallback xmlns=""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DFD56A51-9017-48A8-8A48-9C01104B189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418310" y="5107140"/>
                  <a:ext cx="1803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448365A8-DC92-41A3-B7FA-452480E1DCBF}"/>
                    </a:ext>
                  </a:extLst>
                </p14:cNvPr>
                <p14:cNvContentPartPr/>
                <p14:nvPr/>
              </p14:nvContentPartPr>
              <p14:xfrm>
                <a:off x="1619190" y="5149260"/>
                <a:ext cx="113400" cy="13320"/>
              </p14:xfrm>
            </p:contentPart>
          </mc:Choice>
          <mc:Fallback xmlns=""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448365A8-DC92-41A3-B7FA-452480E1DCB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610190" y="5140620"/>
                  <a:ext cx="1310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616FA496-CD05-46E3-930D-B9DA968684D8}"/>
                    </a:ext>
                  </a:extLst>
                </p14:cNvPr>
                <p14:cNvContentPartPr/>
                <p14:nvPr/>
              </p14:nvContentPartPr>
              <p14:xfrm>
                <a:off x="1649790" y="5192820"/>
                <a:ext cx="123480" cy="29160"/>
              </p14:xfrm>
            </p:contentPart>
          </mc:Choice>
          <mc:Fallback xmlns=""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616FA496-CD05-46E3-930D-B9DA968684D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641150" y="5183820"/>
                  <a:ext cx="1411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41AFC725-1F55-4DDA-A937-DF81BECE836E}"/>
                    </a:ext>
                  </a:extLst>
                </p14:cNvPr>
                <p14:cNvContentPartPr/>
                <p14:nvPr/>
              </p14:nvContentPartPr>
              <p14:xfrm>
                <a:off x="1757430" y="5058900"/>
                <a:ext cx="153360" cy="176760"/>
              </p14:xfrm>
            </p:contentPart>
          </mc:Choice>
          <mc:Fallback xmlns=""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41AFC725-1F55-4DDA-A937-DF81BECE836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748430" y="5049900"/>
                  <a:ext cx="17100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upo 209">
            <a:extLst>
              <a:ext uri="{FF2B5EF4-FFF2-40B4-BE49-F238E27FC236}">
                <a16:creationId xmlns:a16="http://schemas.microsoft.com/office/drawing/2014/main" id="{E5E50B08-0224-41D9-B984-8C7FF6B4F95E}"/>
              </a:ext>
            </a:extLst>
          </p:cNvPr>
          <p:cNvGrpSpPr/>
          <p:nvPr/>
        </p:nvGrpSpPr>
        <p:grpSpPr>
          <a:xfrm>
            <a:off x="2502630" y="5080140"/>
            <a:ext cx="744840" cy="194760"/>
            <a:chOff x="2502630" y="5080140"/>
            <a:chExt cx="744840" cy="19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CCCDB321-0F45-41C9-872A-C2C24D5343B4}"/>
                    </a:ext>
                  </a:extLst>
                </p14:cNvPr>
                <p14:cNvContentPartPr/>
                <p14:nvPr/>
              </p14:nvContentPartPr>
              <p14:xfrm>
                <a:off x="2502630" y="5080140"/>
                <a:ext cx="189360" cy="183240"/>
              </p14:xfrm>
            </p:contentPart>
          </mc:Choice>
          <mc:Fallback xmlns=""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CCCDB321-0F45-41C9-872A-C2C24D5343B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493630" y="5071140"/>
                  <a:ext cx="2070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BD05124D-2915-42F3-896A-6EBAFEDF07BF}"/>
                    </a:ext>
                  </a:extLst>
                </p14:cNvPr>
                <p14:cNvContentPartPr/>
                <p14:nvPr/>
              </p14:nvContentPartPr>
              <p14:xfrm>
                <a:off x="2579670" y="5085540"/>
                <a:ext cx="106920" cy="189360"/>
              </p14:xfrm>
            </p:contentPart>
          </mc:Choice>
          <mc:Fallback xmlns=""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BD05124D-2915-42F3-896A-6EBAFEDF07B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571030" y="5076900"/>
                  <a:ext cx="1245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7838F514-F288-4A87-83F4-03FA24E101B8}"/>
                    </a:ext>
                  </a:extLst>
                </p14:cNvPr>
                <p14:cNvContentPartPr/>
                <p14:nvPr/>
              </p14:nvContentPartPr>
              <p14:xfrm>
                <a:off x="2765430" y="5155740"/>
                <a:ext cx="129600" cy="14040"/>
              </p14:xfrm>
            </p:contentPart>
          </mc:Choice>
          <mc:Fallback xmlns=""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7838F514-F288-4A87-83F4-03FA24E101B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756430" y="5147100"/>
                  <a:ext cx="147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A1DFC783-0CC9-4AC7-AA8D-848CED41E4C1}"/>
                    </a:ext>
                  </a:extLst>
                </p14:cNvPr>
                <p14:cNvContentPartPr/>
                <p14:nvPr/>
              </p14:nvContentPartPr>
              <p14:xfrm>
                <a:off x="2802510" y="5202900"/>
                <a:ext cx="149400" cy="43920"/>
              </p14:xfrm>
            </p:contentPart>
          </mc:Choice>
          <mc:Fallback xmlns=""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A1DFC783-0CC9-4AC7-AA8D-848CED41E4C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793510" y="5194260"/>
                  <a:ext cx="1670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966CD7BE-D964-406E-A77C-287FC85AAB8D}"/>
                    </a:ext>
                  </a:extLst>
                </p14:cNvPr>
                <p14:cNvContentPartPr/>
                <p14:nvPr/>
              </p14:nvContentPartPr>
              <p14:xfrm>
                <a:off x="3020310" y="5098140"/>
                <a:ext cx="227160" cy="176400"/>
              </p14:xfrm>
            </p:contentPart>
          </mc:Choice>
          <mc:Fallback xmlns=""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966CD7BE-D964-406E-A77C-287FC85AAB8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011310" y="5089140"/>
                  <a:ext cx="244800" cy="19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235" name="Entrada de lápiz 234">
                <a:extLst>
                  <a:ext uri="{FF2B5EF4-FFF2-40B4-BE49-F238E27FC236}">
                    <a16:creationId xmlns:a16="http://schemas.microsoft.com/office/drawing/2014/main" id="{2E048735-30D8-4258-AF62-64CC7733E042}"/>
                  </a:ext>
                </a:extLst>
              </p14:cNvPr>
              <p14:cNvContentPartPr/>
              <p14:nvPr/>
            </p14:nvContentPartPr>
            <p14:xfrm>
              <a:off x="7459830" y="5005260"/>
              <a:ext cx="124920" cy="151200"/>
            </p14:xfrm>
          </p:contentPart>
        </mc:Choice>
        <mc:Fallback xmlns="">
          <p:pic>
            <p:nvPicPr>
              <p:cNvPr id="235" name="Entrada de lápiz 234">
                <a:extLst>
                  <a:ext uri="{FF2B5EF4-FFF2-40B4-BE49-F238E27FC236}">
                    <a16:creationId xmlns:a16="http://schemas.microsoft.com/office/drawing/2014/main" id="{2E048735-30D8-4258-AF62-64CC7733E042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7451190" y="4996260"/>
                <a:ext cx="142560" cy="16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3" name="Grupo 242">
            <a:extLst>
              <a:ext uri="{FF2B5EF4-FFF2-40B4-BE49-F238E27FC236}">
                <a16:creationId xmlns:a16="http://schemas.microsoft.com/office/drawing/2014/main" id="{6BB0293B-8D37-484E-BBF1-B05F9207E9C6}"/>
              </a:ext>
            </a:extLst>
          </p:cNvPr>
          <p:cNvGrpSpPr/>
          <p:nvPr/>
        </p:nvGrpSpPr>
        <p:grpSpPr>
          <a:xfrm>
            <a:off x="7071030" y="4995540"/>
            <a:ext cx="272520" cy="264960"/>
            <a:chOff x="7071030" y="4995540"/>
            <a:chExt cx="272520" cy="26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1C4F335E-ABDF-4D52-B0CB-C48A341E6DDC}"/>
                    </a:ext>
                  </a:extLst>
                </p14:cNvPr>
                <p14:cNvContentPartPr/>
                <p14:nvPr/>
              </p14:nvContentPartPr>
              <p14:xfrm>
                <a:off x="7071030" y="5003460"/>
                <a:ext cx="128520" cy="137880"/>
              </p14:xfrm>
            </p:contentPart>
          </mc:Choice>
          <mc:Fallback xmlns=""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1C4F335E-ABDF-4D52-B0CB-C48A341E6DD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062390" y="4994460"/>
                  <a:ext cx="1461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55D43C2D-517B-4842-A360-767972FD8C60}"/>
                    </a:ext>
                  </a:extLst>
                </p14:cNvPr>
                <p14:cNvContentPartPr/>
                <p14:nvPr/>
              </p14:nvContentPartPr>
              <p14:xfrm>
                <a:off x="7201710" y="5139180"/>
                <a:ext cx="95760" cy="121320"/>
              </p14:xfrm>
            </p:contentPart>
          </mc:Choice>
          <mc:Fallback xmlns=""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55D43C2D-517B-4842-A360-767972FD8C6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192710" y="5130540"/>
                  <a:ext cx="1134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AC7C4EF5-4A4E-4835-8740-DEAF8D68F699}"/>
                    </a:ext>
                  </a:extLst>
                </p14:cNvPr>
                <p14:cNvContentPartPr/>
                <p14:nvPr/>
              </p14:nvContentPartPr>
              <p14:xfrm>
                <a:off x="7290990" y="5000580"/>
                <a:ext cx="52560" cy="59040"/>
              </p14:xfrm>
            </p:contentPart>
          </mc:Choice>
          <mc:Fallback xmlns=""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AC7C4EF5-4A4E-4835-8740-DEAF8D68F69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282350" y="4991940"/>
                  <a:ext cx="702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7A8AE512-18C8-4779-9690-D98238B4AAC0}"/>
                    </a:ext>
                  </a:extLst>
                </p14:cNvPr>
                <p14:cNvContentPartPr/>
                <p14:nvPr/>
              </p14:nvContentPartPr>
              <p14:xfrm>
                <a:off x="7279830" y="4995540"/>
                <a:ext cx="54000" cy="49680"/>
              </p14:xfrm>
            </p:contentPart>
          </mc:Choice>
          <mc:Fallback xmlns=""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7A8AE512-18C8-4779-9690-D98238B4AAC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270830" y="4986900"/>
                  <a:ext cx="7164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upo 241">
            <a:extLst>
              <a:ext uri="{FF2B5EF4-FFF2-40B4-BE49-F238E27FC236}">
                <a16:creationId xmlns:a16="http://schemas.microsoft.com/office/drawing/2014/main" id="{D7E1502A-C37B-4DB1-B250-31E9BEB77E8A}"/>
              </a:ext>
            </a:extLst>
          </p:cNvPr>
          <p:cNvGrpSpPr/>
          <p:nvPr/>
        </p:nvGrpSpPr>
        <p:grpSpPr>
          <a:xfrm>
            <a:off x="4540230" y="4971060"/>
            <a:ext cx="2477880" cy="302400"/>
            <a:chOff x="4540230" y="4971060"/>
            <a:chExt cx="2477880" cy="30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92F7E0B3-AAD3-4C90-A369-E3ACEC8CBEB2}"/>
                    </a:ext>
                  </a:extLst>
                </p14:cNvPr>
                <p14:cNvContentPartPr/>
                <p14:nvPr/>
              </p14:nvContentPartPr>
              <p14:xfrm>
                <a:off x="4540230" y="5058900"/>
                <a:ext cx="148320" cy="174600"/>
              </p14:xfrm>
            </p:contentPart>
          </mc:Choice>
          <mc:Fallback xmlns=""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92F7E0B3-AAD3-4C90-A369-E3ACEC8CBEB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531590" y="5049900"/>
                  <a:ext cx="1659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EB9FCF72-BFA1-4D1F-A382-B572FDABD615}"/>
                    </a:ext>
                  </a:extLst>
                </p14:cNvPr>
                <p14:cNvContentPartPr/>
                <p14:nvPr/>
              </p14:nvContentPartPr>
              <p14:xfrm>
                <a:off x="4550670" y="5060700"/>
                <a:ext cx="124560" cy="179640"/>
              </p14:xfrm>
            </p:contentPart>
          </mc:Choice>
          <mc:Fallback xmlns=""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EB9FCF72-BFA1-4D1F-A382-B572FDABD61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542030" y="5051700"/>
                  <a:ext cx="1422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D80E3721-EE89-49E7-A284-680A8C339395}"/>
                    </a:ext>
                  </a:extLst>
                </p14:cNvPr>
                <p14:cNvContentPartPr/>
                <p14:nvPr/>
              </p14:nvContentPartPr>
              <p14:xfrm>
                <a:off x="4749750" y="5116500"/>
                <a:ext cx="249840" cy="110880"/>
              </p14:xfrm>
            </p:contentPart>
          </mc:Choice>
          <mc:Fallback xmlns=""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D80E3721-EE89-49E7-A284-680A8C339395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741110" y="5107860"/>
                  <a:ext cx="2674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D41353E9-1FC5-40FC-B2B0-595A0C740EF1}"/>
                    </a:ext>
                  </a:extLst>
                </p14:cNvPr>
                <p14:cNvContentPartPr/>
                <p14:nvPr/>
              </p14:nvContentPartPr>
              <p14:xfrm>
                <a:off x="5067270" y="4986900"/>
                <a:ext cx="196560" cy="230400"/>
              </p14:xfrm>
            </p:contentPart>
          </mc:Choice>
          <mc:Fallback xmlns=""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D41353E9-1FC5-40FC-B2B0-595A0C740EF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058270" y="4977900"/>
                  <a:ext cx="2142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E33EF2E2-3F4F-41EB-8C5D-1D21157998D9}"/>
                    </a:ext>
                  </a:extLst>
                </p14:cNvPr>
                <p14:cNvContentPartPr/>
                <p14:nvPr/>
              </p14:nvContentPartPr>
              <p14:xfrm>
                <a:off x="5281830" y="5119020"/>
                <a:ext cx="43560" cy="88200"/>
              </p14:xfrm>
            </p:contentPart>
          </mc:Choice>
          <mc:Fallback xmlns=""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E33EF2E2-3F4F-41EB-8C5D-1D21157998D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273190" y="5110020"/>
                  <a:ext cx="612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C712333C-BDF0-4123-9222-C3F49CFA374F}"/>
                    </a:ext>
                  </a:extLst>
                </p14:cNvPr>
                <p14:cNvContentPartPr/>
                <p14:nvPr/>
              </p14:nvContentPartPr>
              <p14:xfrm>
                <a:off x="5368230" y="5113620"/>
                <a:ext cx="161640" cy="130680"/>
              </p14:xfrm>
            </p:contentPart>
          </mc:Choice>
          <mc:Fallback xmlns=""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C712333C-BDF0-4123-9222-C3F49CFA374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359230" y="5104620"/>
                  <a:ext cx="1792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A9B307EB-F565-4B07-A249-B6EDD2E28073}"/>
                    </a:ext>
                  </a:extLst>
                </p14:cNvPr>
                <p14:cNvContentPartPr/>
                <p14:nvPr/>
              </p14:nvContentPartPr>
              <p14:xfrm>
                <a:off x="5555070" y="4984740"/>
                <a:ext cx="102960" cy="226800"/>
              </p14:xfrm>
            </p:contentPart>
          </mc:Choice>
          <mc:Fallback xmlns=""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A9B307EB-F565-4B07-A249-B6EDD2E2807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546430" y="4976100"/>
                  <a:ext cx="1206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57900909-2EA6-468F-9FD7-9D4588F59647}"/>
                    </a:ext>
                  </a:extLst>
                </p14:cNvPr>
                <p14:cNvContentPartPr/>
                <p14:nvPr/>
              </p14:nvContentPartPr>
              <p14:xfrm>
                <a:off x="5728230" y="5098500"/>
                <a:ext cx="126000" cy="131400"/>
              </p14:xfrm>
            </p:contentPart>
          </mc:Choice>
          <mc:Fallback xmlns=""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57900909-2EA6-468F-9FD7-9D4588F5964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719230" y="5089860"/>
                  <a:ext cx="1436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ADEBAABB-5F11-4D9F-87BD-76FCB8692596}"/>
                    </a:ext>
                  </a:extLst>
                </p14:cNvPr>
                <p14:cNvContentPartPr/>
                <p14:nvPr/>
              </p14:nvContentPartPr>
              <p14:xfrm>
                <a:off x="5915790" y="5188140"/>
                <a:ext cx="19800" cy="85320"/>
              </p14:xfrm>
            </p:contentPart>
          </mc:Choice>
          <mc:Fallback xmlns=""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ADEBAABB-5F11-4D9F-87BD-76FCB869259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906790" y="5179500"/>
                  <a:ext cx="374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5757D329-E4C5-438F-B705-0072B1FEEB6F}"/>
                    </a:ext>
                  </a:extLst>
                </p14:cNvPr>
                <p14:cNvContentPartPr/>
                <p14:nvPr/>
              </p14:nvContentPartPr>
              <p14:xfrm>
                <a:off x="6030630" y="5066820"/>
                <a:ext cx="101160" cy="165600"/>
              </p14:xfrm>
            </p:contentPart>
          </mc:Choice>
          <mc:Fallback xmlns=""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5757D329-E4C5-438F-B705-0072B1FEEB6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021990" y="5057820"/>
                  <a:ext cx="1188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8A72CD28-17E4-49F1-8F11-280582703F52}"/>
                    </a:ext>
                  </a:extLst>
                </p14:cNvPr>
                <p14:cNvContentPartPr/>
                <p14:nvPr/>
              </p14:nvContentPartPr>
              <p14:xfrm>
                <a:off x="6227910" y="4986900"/>
                <a:ext cx="66240" cy="259200"/>
              </p14:xfrm>
            </p:contentPart>
          </mc:Choice>
          <mc:Fallback xmlns=""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8A72CD28-17E4-49F1-8F11-280582703F5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218910" y="4977900"/>
                  <a:ext cx="838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2542CEA9-46B0-4B10-A8D3-82350F56B433}"/>
                    </a:ext>
                  </a:extLst>
                </p14:cNvPr>
                <p14:cNvContentPartPr/>
                <p14:nvPr/>
              </p14:nvContentPartPr>
              <p14:xfrm>
                <a:off x="6376950" y="5070060"/>
                <a:ext cx="146160" cy="360"/>
              </p14:xfrm>
            </p:contentPart>
          </mc:Choice>
          <mc:Fallback xmlns=""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2542CEA9-46B0-4B10-A8D3-82350F56B43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367950" y="5061060"/>
                  <a:ext cx="163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8B7298E4-28CF-40AD-99BE-4DF4D3154F5D}"/>
                    </a:ext>
                  </a:extLst>
                </p14:cNvPr>
                <p14:cNvContentPartPr/>
                <p14:nvPr/>
              </p14:nvContentPartPr>
              <p14:xfrm>
                <a:off x="6405390" y="5142060"/>
                <a:ext cx="152280" cy="16200"/>
              </p14:xfrm>
            </p:contentPart>
          </mc:Choice>
          <mc:Fallback xmlns=""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8B7298E4-28CF-40AD-99BE-4DF4D3154F5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396750" y="5133060"/>
                  <a:ext cx="1699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B1B07EAC-5387-482A-B487-ECEFFE3CF798}"/>
                    </a:ext>
                  </a:extLst>
                </p14:cNvPr>
                <p14:cNvContentPartPr/>
                <p14:nvPr/>
              </p14:nvContentPartPr>
              <p14:xfrm>
                <a:off x="6673590" y="4971060"/>
                <a:ext cx="180000" cy="234360"/>
              </p14:xfrm>
            </p:contentPart>
          </mc:Choice>
          <mc:Fallback xmlns=""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B1B07EAC-5387-482A-B487-ECEFFE3CF798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664950" y="4962060"/>
                  <a:ext cx="1976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0D5DD080-4F31-4327-98AB-C6B9343E23DB}"/>
                    </a:ext>
                  </a:extLst>
                </p14:cNvPr>
                <p14:cNvContentPartPr/>
                <p14:nvPr/>
              </p14:nvContentPartPr>
              <p14:xfrm>
                <a:off x="6943950" y="4974660"/>
                <a:ext cx="74160" cy="250920"/>
              </p14:xfrm>
            </p:contentPart>
          </mc:Choice>
          <mc:Fallback xmlns=""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0D5DD080-4F31-4327-98AB-C6B9343E23D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934950" y="4966020"/>
                  <a:ext cx="918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5AF8F6F0-348E-4B84-99F2-B1182B4FEF7F}"/>
                    </a:ext>
                  </a:extLst>
                </p14:cNvPr>
                <p14:cNvContentPartPr/>
                <p14:nvPr/>
              </p14:nvContentPartPr>
              <p14:xfrm>
                <a:off x="5878710" y="5041620"/>
                <a:ext cx="51480" cy="44280"/>
              </p14:xfrm>
            </p:contentPart>
          </mc:Choice>
          <mc:Fallback xmlns=""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5AF8F6F0-348E-4B84-99F2-B1182B4FEF7F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870070" y="5032980"/>
                  <a:ext cx="69120" cy="6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261" name="Entrada de lápiz 260">
                <a:extLst>
                  <a:ext uri="{FF2B5EF4-FFF2-40B4-BE49-F238E27FC236}">
                    <a16:creationId xmlns:a16="http://schemas.microsoft.com/office/drawing/2014/main" id="{32323ABC-3ADE-4F53-AD2D-DE43024A6BEA}"/>
                  </a:ext>
                </a:extLst>
              </p14:cNvPr>
              <p14:cNvContentPartPr/>
              <p14:nvPr/>
            </p14:nvContentPartPr>
            <p14:xfrm>
              <a:off x="4654350" y="496260"/>
              <a:ext cx="4850640" cy="148320"/>
            </p14:xfrm>
          </p:contentPart>
        </mc:Choice>
        <mc:Fallback xmlns="">
          <p:pic>
            <p:nvPicPr>
              <p:cNvPr id="261" name="Entrada de lápiz 260">
                <a:extLst>
                  <a:ext uri="{FF2B5EF4-FFF2-40B4-BE49-F238E27FC236}">
                    <a16:creationId xmlns:a16="http://schemas.microsoft.com/office/drawing/2014/main" id="{32323ABC-3ADE-4F53-AD2D-DE43024A6BEA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4600350" y="388620"/>
                <a:ext cx="495828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262" name="Entrada de lápiz 261">
                <a:extLst>
                  <a:ext uri="{FF2B5EF4-FFF2-40B4-BE49-F238E27FC236}">
                    <a16:creationId xmlns:a16="http://schemas.microsoft.com/office/drawing/2014/main" id="{0FFE79BB-4236-4D7A-B5A6-1BAC3CB8BFB3}"/>
                  </a:ext>
                </a:extLst>
              </p14:cNvPr>
              <p14:cNvContentPartPr/>
              <p14:nvPr/>
            </p14:nvContentPartPr>
            <p14:xfrm>
              <a:off x="7662870" y="5083740"/>
              <a:ext cx="24840" cy="49320"/>
            </p14:xfrm>
          </p:contentPart>
        </mc:Choice>
        <mc:Fallback xmlns="">
          <p:pic>
            <p:nvPicPr>
              <p:cNvPr id="262" name="Entrada de lápiz 261">
                <a:extLst>
                  <a:ext uri="{FF2B5EF4-FFF2-40B4-BE49-F238E27FC236}">
                    <a16:creationId xmlns:a16="http://schemas.microsoft.com/office/drawing/2014/main" id="{0FFE79BB-4236-4D7A-B5A6-1BAC3CB8BFB3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7653870" y="5075100"/>
                <a:ext cx="42480" cy="6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3" name="Grupo 282">
            <a:extLst>
              <a:ext uri="{FF2B5EF4-FFF2-40B4-BE49-F238E27FC236}">
                <a16:creationId xmlns:a16="http://schemas.microsoft.com/office/drawing/2014/main" id="{C34CE976-990A-4D0A-9AAF-D44C293D4EA0}"/>
              </a:ext>
            </a:extLst>
          </p:cNvPr>
          <p:cNvGrpSpPr/>
          <p:nvPr/>
        </p:nvGrpSpPr>
        <p:grpSpPr>
          <a:xfrm>
            <a:off x="7835670" y="4906260"/>
            <a:ext cx="589680" cy="358920"/>
            <a:chOff x="7835670" y="4906260"/>
            <a:chExt cx="589680" cy="35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8EFEFC90-4236-4D19-82E0-D7D260CE575C}"/>
                    </a:ext>
                  </a:extLst>
                </p14:cNvPr>
                <p14:cNvContentPartPr/>
                <p14:nvPr/>
              </p14:nvContentPartPr>
              <p14:xfrm>
                <a:off x="7835670" y="5021820"/>
                <a:ext cx="126000" cy="109080"/>
              </p14:xfrm>
            </p:contentPart>
          </mc:Choice>
          <mc:Fallback xmlns=""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8EFEFC90-4236-4D19-82E0-D7D260CE575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827030" y="5013180"/>
                  <a:ext cx="1436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80" name="Entrada de lápiz 279">
                  <a:extLst>
                    <a:ext uri="{FF2B5EF4-FFF2-40B4-BE49-F238E27FC236}">
                      <a16:creationId xmlns:a16="http://schemas.microsoft.com/office/drawing/2014/main" id="{23A4127C-5816-45B5-8586-9957306F109C}"/>
                    </a:ext>
                  </a:extLst>
                </p14:cNvPr>
                <p14:cNvContentPartPr/>
                <p14:nvPr/>
              </p14:nvContentPartPr>
              <p14:xfrm>
                <a:off x="8022150" y="4993380"/>
                <a:ext cx="155520" cy="162360"/>
              </p14:xfrm>
            </p:contentPart>
          </mc:Choice>
          <mc:Fallback xmlns="">
            <p:pic>
              <p:nvPicPr>
                <p:cNvPr id="280" name="Entrada de lápiz 279">
                  <a:extLst>
                    <a:ext uri="{FF2B5EF4-FFF2-40B4-BE49-F238E27FC236}">
                      <a16:creationId xmlns:a16="http://schemas.microsoft.com/office/drawing/2014/main" id="{23A4127C-5816-45B5-8586-9957306F109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013510" y="4984380"/>
                  <a:ext cx="1731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2D417AA8-3D33-422C-920C-68A603413D81}"/>
                    </a:ext>
                  </a:extLst>
                </p14:cNvPr>
                <p14:cNvContentPartPr/>
                <p14:nvPr/>
              </p14:nvContentPartPr>
              <p14:xfrm>
                <a:off x="8200710" y="4982940"/>
                <a:ext cx="95400" cy="181800"/>
              </p14:xfrm>
            </p:contentPart>
          </mc:Choice>
          <mc:Fallback xmlns=""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2D417AA8-3D33-422C-920C-68A603413D81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191710" y="4974300"/>
                  <a:ext cx="1130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A8C3DD90-4B5E-489A-91CF-9DD624BD8400}"/>
                    </a:ext>
                  </a:extLst>
                </p14:cNvPr>
                <p14:cNvContentPartPr/>
                <p14:nvPr/>
              </p14:nvContentPartPr>
              <p14:xfrm>
                <a:off x="8352990" y="4906260"/>
                <a:ext cx="72360" cy="358920"/>
              </p14:xfrm>
            </p:contentPart>
          </mc:Choice>
          <mc:Fallback xmlns=""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A8C3DD90-4B5E-489A-91CF-9DD624BD840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344350" y="4897620"/>
                  <a:ext cx="90000" cy="376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0476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o 23">
            <a:extLst>
              <a:ext uri="{FF2B5EF4-FFF2-40B4-BE49-F238E27FC236}">
                <a16:creationId xmlns:a16="http://schemas.microsoft.com/office/drawing/2014/main" id="{1B4B5457-E6EC-4692-8902-7B0961CC8AAA}"/>
              </a:ext>
            </a:extLst>
          </p:cNvPr>
          <p:cNvGrpSpPr/>
          <p:nvPr/>
        </p:nvGrpSpPr>
        <p:grpSpPr>
          <a:xfrm>
            <a:off x="564390" y="318060"/>
            <a:ext cx="1288440" cy="510840"/>
            <a:chOff x="564390" y="318060"/>
            <a:chExt cx="1288440" cy="51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A4AC193B-91A9-4ADF-A05E-4F4F2327A2D9}"/>
                    </a:ext>
                  </a:extLst>
                </p14:cNvPr>
                <p14:cNvContentPartPr/>
                <p14:nvPr/>
              </p14:nvContentPartPr>
              <p14:xfrm>
                <a:off x="583830" y="386460"/>
                <a:ext cx="3600" cy="1440"/>
              </p14:xfrm>
            </p:contentPart>
          </mc:Choice>
          <mc:Fallback xmlns=""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A4AC193B-91A9-4ADF-A05E-4F4F2327A2D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4830" y="377820"/>
                  <a:ext cx="212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E8836233-4CDE-46B9-9391-16FBF40525EE}"/>
                    </a:ext>
                  </a:extLst>
                </p14:cNvPr>
                <p14:cNvContentPartPr/>
                <p14:nvPr/>
              </p14:nvContentPartPr>
              <p14:xfrm>
                <a:off x="586710" y="386460"/>
                <a:ext cx="45720" cy="44244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E8836233-4CDE-46B9-9391-16FBF40525E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8070" y="377820"/>
                  <a:ext cx="6336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08AFA473-5E7C-440F-A3D7-68BCB171F278}"/>
                    </a:ext>
                  </a:extLst>
                </p14:cNvPr>
                <p14:cNvContentPartPr/>
                <p14:nvPr/>
              </p14:nvContentPartPr>
              <p14:xfrm>
                <a:off x="564390" y="369180"/>
                <a:ext cx="203760" cy="20340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08AFA473-5E7C-440F-A3D7-68BCB171F27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5390" y="360180"/>
                  <a:ext cx="2214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B1716CDF-60CA-4410-AE23-5F7A30D1BA62}"/>
                    </a:ext>
                  </a:extLst>
                </p14:cNvPr>
                <p14:cNvContentPartPr/>
                <p14:nvPr/>
              </p14:nvContentPartPr>
              <p14:xfrm>
                <a:off x="840510" y="339300"/>
                <a:ext cx="132840" cy="27900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B1716CDF-60CA-4410-AE23-5F7A30D1BA6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1870" y="330660"/>
                  <a:ext cx="15048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9668C40B-534D-4C04-99DB-12625D29FAB7}"/>
                    </a:ext>
                  </a:extLst>
                </p14:cNvPr>
                <p14:cNvContentPartPr/>
                <p14:nvPr/>
              </p14:nvContentPartPr>
              <p14:xfrm>
                <a:off x="993510" y="365220"/>
                <a:ext cx="147240" cy="22320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9668C40B-534D-4C04-99DB-12625D29FAB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84870" y="356580"/>
                  <a:ext cx="1648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C0649768-948B-4FF3-9A7A-6132BFC2CCFC}"/>
                    </a:ext>
                  </a:extLst>
                </p14:cNvPr>
                <p14:cNvContentPartPr/>
                <p14:nvPr/>
              </p14:nvContentPartPr>
              <p14:xfrm>
                <a:off x="1165230" y="442980"/>
                <a:ext cx="176040" cy="7992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C0649768-948B-4FF3-9A7A-6132BFC2CCF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56230" y="433980"/>
                  <a:ext cx="1936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3F28D98D-0638-47A0-8465-ED74C5D3E336}"/>
                    </a:ext>
                  </a:extLst>
                </p14:cNvPr>
                <p14:cNvContentPartPr/>
                <p14:nvPr/>
              </p14:nvContentPartPr>
              <p14:xfrm>
                <a:off x="1389150" y="391140"/>
                <a:ext cx="193320" cy="17928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3F28D98D-0638-47A0-8465-ED74C5D3E33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80150" y="382140"/>
                  <a:ext cx="2109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743927CE-1E6F-4A6B-B9EA-504D290594A9}"/>
                    </a:ext>
                  </a:extLst>
                </p14:cNvPr>
                <p14:cNvContentPartPr/>
                <p14:nvPr/>
              </p14:nvContentPartPr>
              <p14:xfrm>
                <a:off x="1621350" y="318060"/>
                <a:ext cx="51840" cy="25128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743927CE-1E6F-4A6B-B9EA-504D290594A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12350" y="309420"/>
                  <a:ext cx="694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785AC4B6-C3A0-440D-B028-6B5E9DF98AB7}"/>
                    </a:ext>
                  </a:extLst>
                </p14:cNvPr>
                <p14:cNvContentPartPr/>
                <p14:nvPr/>
              </p14:nvContentPartPr>
              <p14:xfrm>
                <a:off x="1740510" y="464940"/>
                <a:ext cx="112320" cy="6120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785AC4B6-C3A0-440D-B028-6B5E9DF98AB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31510" y="456300"/>
                  <a:ext cx="12996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CCA9551-538D-4E5F-95E1-3E2AA6860AA0}"/>
              </a:ext>
            </a:extLst>
          </p:cNvPr>
          <p:cNvGrpSpPr/>
          <p:nvPr/>
        </p:nvGrpSpPr>
        <p:grpSpPr>
          <a:xfrm>
            <a:off x="2300670" y="224820"/>
            <a:ext cx="572040" cy="721080"/>
            <a:chOff x="2300670" y="224820"/>
            <a:chExt cx="572040" cy="72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E9CA1206-DBF8-49BC-9FC1-540CCB63410B}"/>
                    </a:ext>
                  </a:extLst>
                </p14:cNvPr>
                <p14:cNvContentPartPr/>
                <p14:nvPr/>
              </p14:nvContentPartPr>
              <p14:xfrm>
                <a:off x="2300670" y="235980"/>
                <a:ext cx="110520" cy="70704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E9CA1206-DBF8-49BC-9FC1-540CCB6341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92030" y="226980"/>
                  <a:ext cx="128160" cy="72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D1E11F42-67E2-4658-8025-81768B151F1E}"/>
                    </a:ext>
                  </a:extLst>
                </p14:cNvPr>
                <p14:cNvContentPartPr/>
                <p14:nvPr/>
              </p14:nvContentPartPr>
              <p14:xfrm>
                <a:off x="2482830" y="260820"/>
                <a:ext cx="45360" cy="3096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D1E11F42-67E2-4658-8025-81768B151F1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74190" y="252180"/>
                  <a:ext cx="630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36E55C12-A897-403C-AAC9-8370E02779CD}"/>
                    </a:ext>
                  </a:extLst>
                </p14:cNvPr>
                <p14:cNvContentPartPr/>
                <p14:nvPr/>
              </p14:nvContentPartPr>
              <p14:xfrm>
                <a:off x="2501550" y="265500"/>
                <a:ext cx="115920" cy="21600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36E55C12-A897-403C-AAC9-8370E02779C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92550" y="256500"/>
                  <a:ext cx="1335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86A9001E-7EF7-4B0A-B586-95E73D8C1E50}"/>
                    </a:ext>
                  </a:extLst>
                </p14:cNvPr>
                <p14:cNvContentPartPr/>
                <p14:nvPr/>
              </p14:nvContentPartPr>
              <p14:xfrm>
                <a:off x="2484990" y="681660"/>
                <a:ext cx="191520" cy="13464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86A9001E-7EF7-4B0A-B586-95E73D8C1E5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76350" y="672660"/>
                  <a:ext cx="2091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E901F020-1BE2-463F-9C90-7136F7043656}"/>
                    </a:ext>
                  </a:extLst>
                </p14:cNvPr>
                <p14:cNvContentPartPr/>
                <p14:nvPr/>
              </p14:nvContentPartPr>
              <p14:xfrm>
                <a:off x="2709990" y="224820"/>
                <a:ext cx="162720" cy="72108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E901F020-1BE2-463F-9C90-7136F704365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00990" y="216180"/>
                  <a:ext cx="180360" cy="73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D635C571-8A34-4C54-B932-A109CB861E4D}"/>
              </a:ext>
            </a:extLst>
          </p:cNvPr>
          <p:cNvGrpSpPr/>
          <p:nvPr/>
        </p:nvGrpSpPr>
        <p:grpSpPr>
          <a:xfrm>
            <a:off x="3068190" y="440100"/>
            <a:ext cx="291240" cy="324720"/>
            <a:chOff x="3068190" y="440100"/>
            <a:chExt cx="29124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0812AB05-5A49-4964-B083-2DB9F888A479}"/>
                    </a:ext>
                  </a:extLst>
                </p14:cNvPr>
                <p14:cNvContentPartPr/>
                <p14:nvPr/>
              </p14:nvContentPartPr>
              <p14:xfrm>
                <a:off x="3068190" y="440100"/>
                <a:ext cx="174600" cy="14436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0812AB05-5A49-4964-B083-2DB9F888A47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59550" y="431100"/>
                  <a:ext cx="1922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16523A17-7B5C-488E-9F7E-8C371EA811F7}"/>
                    </a:ext>
                  </a:extLst>
                </p14:cNvPr>
                <p14:cNvContentPartPr/>
                <p14:nvPr/>
              </p14:nvContentPartPr>
              <p14:xfrm>
                <a:off x="3232710" y="580500"/>
                <a:ext cx="126720" cy="18432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16523A17-7B5C-488E-9F7E-8C371EA811F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24070" y="571860"/>
                  <a:ext cx="14436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475F98E1-B19C-4DF5-8ED4-BC03AE3BA6F6}"/>
              </a:ext>
            </a:extLst>
          </p:cNvPr>
          <p:cNvGrpSpPr/>
          <p:nvPr/>
        </p:nvGrpSpPr>
        <p:grpSpPr>
          <a:xfrm>
            <a:off x="3536910" y="217260"/>
            <a:ext cx="762480" cy="403560"/>
            <a:chOff x="3536910" y="217260"/>
            <a:chExt cx="76248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728EBFDD-2F83-4D3A-A906-064E1E939403}"/>
                    </a:ext>
                  </a:extLst>
                </p14:cNvPr>
                <p14:cNvContentPartPr/>
                <p14:nvPr/>
              </p14:nvContentPartPr>
              <p14:xfrm>
                <a:off x="3536910" y="425340"/>
                <a:ext cx="126720" cy="17172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728EBFDD-2F83-4D3A-A906-064E1E93940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27910" y="416340"/>
                  <a:ext cx="1443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163FF3B6-EA28-4155-BF3F-69174CCB2B5C}"/>
                    </a:ext>
                  </a:extLst>
                </p14:cNvPr>
                <p14:cNvContentPartPr/>
                <p14:nvPr/>
              </p14:nvContentPartPr>
              <p14:xfrm>
                <a:off x="3763710" y="435420"/>
                <a:ext cx="189720" cy="17244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163FF3B6-EA28-4155-BF3F-69174CCB2B5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54710" y="426780"/>
                  <a:ext cx="2073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2414E35D-A177-4F26-9361-5FB57DB923BA}"/>
                    </a:ext>
                  </a:extLst>
                </p14:cNvPr>
                <p14:cNvContentPartPr/>
                <p14:nvPr/>
              </p14:nvContentPartPr>
              <p14:xfrm>
                <a:off x="3994830" y="400500"/>
                <a:ext cx="108000" cy="22032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2414E35D-A177-4F26-9361-5FB57DB923B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86190" y="391500"/>
                  <a:ext cx="1256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C15E05B3-A40A-40ED-AD09-C27605B308F8}"/>
                    </a:ext>
                  </a:extLst>
                </p14:cNvPr>
                <p14:cNvContentPartPr/>
                <p14:nvPr/>
              </p14:nvContentPartPr>
              <p14:xfrm>
                <a:off x="4076190" y="217260"/>
                <a:ext cx="223200" cy="12420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C15E05B3-A40A-40ED-AD09-C27605B308F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67190" y="208260"/>
                  <a:ext cx="24084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8A725DC7-CA85-48C2-A885-4D4DB6B07248}"/>
              </a:ext>
            </a:extLst>
          </p:cNvPr>
          <p:cNvGrpSpPr/>
          <p:nvPr/>
        </p:nvGrpSpPr>
        <p:grpSpPr>
          <a:xfrm>
            <a:off x="4502430" y="163980"/>
            <a:ext cx="1720800" cy="514800"/>
            <a:chOff x="4502430" y="163980"/>
            <a:chExt cx="1720800" cy="51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8F90CE3B-A796-4359-9675-47663D0B059A}"/>
                    </a:ext>
                  </a:extLst>
                </p14:cNvPr>
                <p14:cNvContentPartPr/>
                <p14:nvPr/>
              </p14:nvContentPartPr>
              <p14:xfrm>
                <a:off x="4502430" y="371700"/>
                <a:ext cx="79560" cy="22392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8F90CE3B-A796-4359-9675-47663D0B059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493430" y="363060"/>
                  <a:ext cx="972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B655F7B4-6504-4A6D-A9BD-3E407649D1DF}"/>
                    </a:ext>
                  </a:extLst>
                </p14:cNvPr>
                <p14:cNvContentPartPr/>
                <p14:nvPr/>
              </p14:nvContentPartPr>
              <p14:xfrm>
                <a:off x="4719870" y="429660"/>
                <a:ext cx="147240" cy="15948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B655F7B4-6504-4A6D-A9BD-3E407649D1D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11230" y="420660"/>
                  <a:ext cx="1648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8B918A1E-16DB-4D7B-AF16-C23C43FE5B75}"/>
                    </a:ext>
                  </a:extLst>
                </p14:cNvPr>
                <p14:cNvContentPartPr/>
                <p14:nvPr/>
              </p14:nvContentPartPr>
              <p14:xfrm>
                <a:off x="4937670" y="524340"/>
                <a:ext cx="101160" cy="2160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8B918A1E-16DB-4D7B-AF16-C23C43FE5B7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29030" y="515340"/>
                  <a:ext cx="1188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1E62FD13-942F-4B03-962A-302E75D8E20C}"/>
                    </a:ext>
                  </a:extLst>
                </p14:cNvPr>
                <p14:cNvContentPartPr/>
                <p14:nvPr/>
              </p14:nvContentPartPr>
              <p14:xfrm>
                <a:off x="5085990" y="455940"/>
                <a:ext cx="162360" cy="22284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1E62FD13-942F-4B03-962A-302E75D8E20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76990" y="447300"/>
                  <a:ext cx="1800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F8E08212-6680-4866-AFBB-6837760A69AD}"/>
                    </a:ext>
                  </a:extLst>
                </p14:cNvPr>
                <p14:cNvContentPartPr/>
                <p14:nvPr/>
              </p14:nvContentPartPr>
              <p14:xfrm>
                <a:off x="5316750" y="451260"/>
                <a:ext cx="143280" cy="12636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F8E08212-6680-4866-AFBB-6837760A69A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308110" y="442260"/>
                  <a:ext cx="1609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12A3C8C8-BEEF-40D4-8391-09FF4F128494}"/>
                    </a:ext>
                  </a:extLst>
                </p14:cNvPr>
                <p14:cNvContentPartPr/>
                <p14:nvPr/>
              </p14:nvContentPartPr>
              <p14:xfrm>
                <a:off x="5533470" y="403020"/>
                <a:ext cx="151200" cy="14400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12A3C8C8-BEEF-40D4-8391-09FF4F12849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24830" y="394380"/>
                  <a:ext cx="168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BDF5F007-975A-4704-8A8D-A0ADD218DB24}"/>
                    </a:ext>
                  </a:extLst>
                </p14:cNvPr>
                <p14:cNvContentPartPr/>
                <p14:nvPr/>
              </p14:nvContentPartPr>
              <p14:xfrm>
                <a:off x="5806350" y="398700"/>
                <a:ext cx="103320" cy="18468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BDF5F007-975A-4704-8A8D-A0ADD218DB2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97710" y="389700"/>
                  <a:ext cx="1209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FF7B821C-4E14-4DFF-8D01-FD62054B622C}"/>
                    </a:ext>
                  </a:extLst>
                </p14:cNvPr>
                <p14:cNvContentPartPr/>
                <p14:nvPr/>
              </p14:nvContentPartPr>
              <p14:xfrm>
                <a:off x="5965830" y="358020"/>
                <a:ext cx="96840" cy="29124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FF7B821C-4E14-4DFF-8D01-FD62054B622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957190" y="349020"/>
                  <a:ext cx="1144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BC19BA6F-BC90-4C0D-8178-C551DA8930F9}"/>
                    </a:ext>
                  </a:extLst>
                </p14:cNvPr>
                <p14:cNvContentPartPr/>
                <p14:nvPr/>
              </p14:nvContentPartPr>
              <p14:xfrm>
                <a:off x="6108030" y="163980"/>
                <a:ext cx="115200" cy="174960"/>
              </p14:xfrm>
            </p:contentPart>
          </mc:Choice>
          <mc:Fallback xmlns=""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BC19BA6F-BC90-4C0D-8178-C551DA8930F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099030" y="154980"/>
                  <a:ext cx="13284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D33F7B16-4CF9-4A5A-A705-9F814E613B4D}"/>
              </a:ext>
            </a:extLst>
          </p:cNvPr>
          <p:cNvGrpSpPr/>
          <p:nvPr/>
        </p:nvGrpSpPr>
        <p:grpSpPr>
          <a:xfrm>
            <a:off x="1794870" y="1397340"/>
            <a:ext cx="145080" cy="102240"/>
            <a:chOff x="1794870" y="1397340"/>
            <a:chExt cx="145080" cy="10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44292B52-11D2-417D-96B1-337C7BC16245}"/>
                    </a:ext>
                  </a:extLst>
                </p14:cNvPr>
                <p14:cNvContentPartPr/>
                <p14:nvPr/>
              </p14:nvContentPartPr>
              <p14:xfrm>
                <a:off x="1822590" y="1397340"/>
                <a:ext cx="89640" cy="1224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44292B52-11D2-417D-96B1-337C7BC1624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813590" y="1388340"/>
                  <a:ext cx="1072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1B2412AD-F4A6-4018-A31D-FF6C59E07F8D}"/>
                    </a:ext>
                  </a:extLst>
                </p14:cNvPr>
                <p14:cNvContentPartPr/>
                <p14:nvPr/>
              </p14:nvContentPartPr>
              <p14:xfrm>
                <a:off x="1794870" y="1483380"/>
                <a:ext cx="145080" cy="16200"/>
              </p14:xfrm>
            </p:contentPart>
          </mc:Choice>
          <mc:Fallback xmlns=""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1B2412AD-F4A6-4018-A31D-FF6C59E07F8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785870" y="1474380"/>
                  <a:ext cx="16272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D0B0C7BC-22D5-46AD-819E-2BC4DACA4AC0}"/>
              </a:ext>
            </a:extLst>
          </p:cNvPr>
          <p:cNvGrpSpPr/>
          <p:nvPr/>
        </p:nvGrpSpPr>
        <p:grpSpPr>
          <a:xfrm>
            <a:off x="2274390" y="1257660"/>
            <a:ext cx="727920" cy="271440"/>
            <a:chOff x="2274390" y="1257660"/>
            <a:chExt cx="727920" cy="27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65B9F08D-896B-4811-87D3-6D059D5B330B}"/>
                    </a:ext>
                  </a:extLst>
                </p14:cNvPr>
                <p14:cNvContentPartPr/>
                <p14:nvPr/>
              </p14:nvContentPartPr>
              <p14:xfrm>
                <a:off x="2274390" y="1269180"/>
                <a:ext cx="140760" cy="14832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65B9F08D-896B-4811-87D3-6D059D5B330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265750" y="1260540"/>
                  <a:ext cx="1584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6AE29BF5-D1D2-4090-8033-EAD6452B4B5D}"/>
                    </a:ext>
                  </a:extLst>
                </p14:cNvPr>
                <p14:cNvContentPartPr/>
                <p14:nvPr/>
              </p14:nvContentPartPr>
              <p14:xfrm>
                <a:off x="2441790" y="1406700"/>
                <a:ext cx="35280" cy="12240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6AE29BF5-D1D2-4090-8033-EAD6452B4B5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433150" y="1397700"/>
                  <a:ext cx="52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D9F1F674-49B6-43C4-8041-7C4DC439F94E}"/>
                    </a:ext>
                  </a:extLst>
                </p14:cNvPr>
                <p14:cNvContentPartPr/>
                <p14:nvPr/>
              </p14:nvContentPartPr>
              <p14:xfrm>
                <a:off x="2523150" y="1284300"/>
                <a:ext cx="128520" cy="160920"/>
              </p14:xfrm>
            </p:contentPart>
          </mc:Choice>
          <mc:Fallback xmlns=""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D9F1F674-49B6-43C4-8041-7C4DC439F94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14150" y="1275660"/>
                  <a:ext cx="1461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609AA697-DCB8-4EF2-9C73-321943BD4D4E}"/>
                    </a:ext>
                  </a:extLst>
                </p14:cNvPr>
                <p14:cNvContentPartPr/>
                <p14:nvPr/>
              </p14:nvContentPartPr>
              <p14:xfrm>
                <a:off x="2709270" y="1283580"/>
                <a:ext cx="150480" cy="153000"/>
              </p14:xfrm>
            </p:contentPart>
          </mc:Choice>
          <mc:Fallback xmlns=""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609AA697-DCB8-4EF2-9C73-321943BD4D4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00630" y="1274940"/>
                  <a:ext cx="1681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BC3AE56D-B64C-419B-9C0E-D5CFBE93DF06}"/>
                    </a:ext>
                  </a:extLst>
                </p14:cNvPr>
                <p14:cNvContentPartPr/>
                <p14:nvPr/>
              </p14:nvContentPartPr>
              <p14:xfrm>
                <a:off x="2882070" y="1257660"/>
                <a:ext cx="120240" cy="18504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BC3AE56D-B64C-419B-9C0E-D5CFBE93DF0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73430" y="1249020"/>
                  <a:ext cx="137880" cy="20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13BCB2DB-C762-4C47-BE61-2C1ED38DD3A7}"/>
              </a:ext>
            </a:extLst>
          </p:cNvPr>
          <p:cNvGrpSpPr/>
          <p:nvPr/>
        </p:nvGrpSpPr>
        <p:grpSpPr>
          <a:xfrm>
            <a:off x="3050910" y="1224900"/>
            <a:ext cx="214920" cy="222840"/>
            <a:chOff x="3050910" y="1224900"/>
            <a:chExt cx="214920" cy="22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A889A7E1-E8FD-4F58-A68B-8741F8718ECF}"/>
                    </a:ext>
                  </a:extLst>
                </p14:cNvPr>
                <p14:cNvContentPartPr/>
                <p14:nvPr/>
              </p14:nvContentPartPr>
              <p14:xfrm>
                <a:off x="3050910" y="1224900"/>
                <a:ext cx="120600" cy="22284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A889A7E1-E8FD-4F58-A68B-8741F8718EC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41910" y="1215900"/>
                  <a:ext cx="1382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C6F4893E-8B90-4ED2-A937-A92E76BC2054}"/>
                    </a:ext>
                  </a:extLst>
                </p14:cNvPr>
                <p14:cNvContentPartPr/>
                <p14:nvPr/>
              </p14:nvContentPartPr>
              <p14:xfrm>
                <a:off x="3228750" y="1425060"/>
                <a:ext cx="37080" cy="1836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C6F4893E-8B90-4ED2-A937-A92E76BC205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19750" y="1416060"/>
                  <a:ext cx="54720" cy="36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1" name="Imagen 50">
            <a:extLst>
              <a:ext uri="{FF2B5EF4-FFF2-40B4-BE49-F238E27FC236}">
                <a16:creationId xmlns:a16="http://schemas.microsoft.com/office/drawing/2014/main" id="{DB7D5D2A-EF5B-40E5-9CA6-7A90DDC76B03}"/>
              </a:ext>
            </a:extLst>
      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88042" y="1666875"/>
            <a:ext cx="8029575" cy="1762125"/>
          </a:xfrm>
          <a:prstGeom prst="rect">
            <a:avLst/>
          </a:prstGeom>
        </p:spPr>
      </p:pic>
      <p:pic>
        <p:nvPicPr>
          <p:cNvPr id="52" name="Imagen 51">
            <a:extLst>
              <a:ext uri="{FF2B5EF4-FFF2-40B4-BE49-F238E27FC236}">
                <a16:creationId xmlns:a16="http://schemas.microsoft.com/office/drawing/2014/main" id="{764935B1-4F99-4505-B8DC-C8B6A42CE3AB}"/>
              </a:ext>
            </a:extLst>
      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88042" y="3411390"/>
            <a:ext cx="8172450" cy="1343025"/>
          </a:xfrm>
          <a:prstGeom prst="rect">
            <a:avLst/>
          </a:prstGeom>
        </p:spPr>
      </p:pic>
      <p:grpSp>
        <p:nvGrpSpPr>
          <p:cNvPr id="90" name="Grupo 89">
            <a:extLst>
              <a:ext uri="{FF2B5EF4-FFF2-40B4-BE49-F238E27FC236}">
                <a16:creationId xmlns:a16="http://schemas.microsoft.com/office/drawing/2014/main" id="{6B20B079-D4DF-498E-B726-2F690E1AEB18}"/>
              </a:ext>
            </a:extLst>
          </p:cNvPr>
          <p:cNvGrpSpPr/>
          <p:nvPr/>
        </p:nvGrpSpPr>
        <p:grpSpPr>
          <a:xfrm>
            <a:off x="8288550" y="1881540"/>
            <a:ext cx="2664360" cy="356760"/>
            <a:chOff x="8288550" y="1881540"/>
            <a:chExt cx="2664360" cy="35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D97C49C4-7165-409D-982A-21F0B1E0A06F}"/>
                    </a:ext>
                  </a:extLst>
                </p14:cNvPr>
                <p14:cNvContentPartPr/>
                <p14:nvPr/>
              </p14:nvContentPartPr>
              <p14:xfrm>
                <a:off x="8324910" y="1974060"/>
                <a:ext cx="124920" cy="26424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D97C49C4-7165-409D-982A-21F0B1E0A06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316270" y="1965420"/>
                  <a:ext cx="1425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67125968-B5DF-435D-82BC-FF18E65179E3}"/>
                    </a:ext>
                  </a:extLst>
                </p14:cNvPr>
                <p14:cNvContentPartPr/>
                <p14:nvPr/>
              </p14:nvContentPartPr>
              <p14:xfrm>
                <a:off x="8288550" y="1969380"/>
                <a:ext cx="244440" cy="20664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67125968-B5DF-435D-82BC-FF18E65179E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79910" y="1960380"/>
                  <a:ext cx="2620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25C99805-BBDA-4CC4-8E81-980CFC583F84}"/>
                    </a:ext>
                  </a:extLst>
                </p14:cNvPr>
                <p14:cNvContentPartPr/>
                <p14:nvPr/>
              </p14:nvContentPartPr>
              <p14:xfrm>
                <a:off x="8585190" y="2109780"/>
                <a:ext cx="123480" cy="144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25C99805-BBDA-4CC4-8E81-980CFC583F8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576190" y="2100780"/>
                  <a:ext cx="1411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7158333E-BA95-4FDF-A96F-675BBAB1136F}"/>
                    </a:ext>
                  </a:extLst>
                </p14:cNvPr>
                <p14:cNvContentPartPr/>
                <p14:nvPr/>
              </p14:nvContentPartPr>
              <p14:xfrm>
                <a:off x="8613990" y="2167740"/>
                <a:ext cx="111240" cy="684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7158333E-BA95-4FDF-A96F-675BBAB1136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604990" y="2159100"/>
                  <a:ext cx="128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76D57009-A38F-4AE5-B812-C740D58917B0}"/>
                    </a:ext>
                  </a:extLst>
                </p14:cNvPr>
                <p14:cNvContentPartPr/>
                <p14:nvPr/>
              </p14:nvContentPartPr>
              <p14:xfrm>
                <a:off x="8800830" y="1909980"/>
                <a:ext cx="9720" cy="10584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76D57009-A38F-4AE5-B812-C740D58917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791830" y="1901340"/>
                  <a:ext cx="273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1BF24F8F-6701-4234-A248-E303C07E2812}"/>
                    </a:ext>
                  </a:extLst>
                </p14:cNvPr>
                <p14:cNvContentPartPr/>
                <p14:nvPr/>
              </p14:nvContentPartPr>
              <p14:xfrm>
                <a:off x="8839710" y="1935900"/>
                <a:ext cx="6480" cy="11232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1BF24F8F-6701-4234-A248-E303C07E281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31070" y="1927260"/>
                  <a:ext cx="241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28139629-6C02-488A-A063-F001FE7E7CA0}"/>
                    </a:ext>
                  </a:extLst>
                </p14:cNvPr>
                <p14:cNvContentPartPr/>
                <p14:nvPr/>
              </p14:nvContentPartPr>
              <p14:xfrm>
                <a:off x="9020790" y="1986660"/>
                <a:ext cx="43560" cy="22500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28139629-6C02-488A-A063-F001FE7E7CA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11790" y="1978020"/>
                  <a:ext cx="612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1A2E9D7F-D262-460D-9C92-E8E3207DC8A1}"/>
                    </a:ext>
                  </a:extLst>
                </p14:cNvPr>
                <p14:cNvContentPartPr/>
                <p14:nvPr/>
              </p14:nvContentPartPr>
              <p14:xfrm>
                <a:off x="9116190" y="1994220"/>
                <a:ext cx="12600" cy="17208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1A2E9D7F-D262-460D-9C92-E8E3207DC8A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107190" y="1985220"/>
                  <a:ext cx="302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850D3A70-CD7D-4983-928B-D830166B650A}"/>
                    </a:ext>
                  </a:extLst>
                </p14:cNvPr>
                <p14:cNvContentPartPr/>
                <p14:nvPr/>
              </p14:nvContentPartPr>
              <p14:xfrm>
                <a:off x="8930070" y="2099340"/>
                <a:ext cx="296280" cy="5400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850D3A70-CD7D-4983-928B-D830166B650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921430" y="2090700"/>
                  <a:ext cx="3139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476080D3-370A-4181-BAFB-6F04535C73CF}"/>
                    </a:ext>
                  </a:extLst>
                </p14:cNvPr>
                <p14:cNvContentPartPr/>
                <p14:nvPr/>
              </p14:nvContentPartPr>
              <p14:xfrm>
                <a:off x="9377190" y="1966140"/>
                <a:ext cx="352440" cy="20448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476080D3-370A-4181-BAFB-6F04535C73C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368550" y="1957500"/>
                  <a:ext cx="3700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721FEEF2-D068-45D5-8787-721A977C8ACA}"/>
                    </a:ext>
                  </a:extLst>
                </p14:cNvPr>
                <p14:cNvContentPartPr/>
                <p14:nvPr/>
              </p14:nvContentPartPr>
              <p14:xfrm>
                <a:off x="9867150" y="1903500"/>
                <a:ext cx="299160" cy="23400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721FEEF2-D068-45D5-8787-721A977C8AC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858510" y="1894860"/>
                  <a:ext cx="3168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047CA60C-7D1E-408D-8435-44F8E6FEBA40}"/>
                    </a:ext>
                  </a:extLst>
                </p14:cNvPr>
                <p14:cNvContentPartPr/>
                <p14:nvPr/>
              </p14:nvContentPartPr>
              <p14:xfrm>
                <a:off x="10245870" y="1881540"/>
                <a:ext cx="45720" cy="24516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047CA60C-7D1E-408D-8435-44F8E6FEBA4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236870" y="1872540"/>
                  <a:ext cx="633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AC735271-6F13-473D-8BEA-474514EBBA83}"/>
                    </a:ext>
                  </a:extLst>
                </p14:cNvPr>
                <p14:cNvContentPartPr/>
                <p14:nvPr/>
              </p14:nvContentPartPr>
              <p14:xfrm>
                <a:off x="10251990" y="1996380"/>
                <a:ext cx="204840" cy="11952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AC735271-6F13-473D-8BEA-474514EBBA8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243350" y="1987380"/>
                  <a:ext cx="2224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014F79DB-F154-4970-A6BC-48A0DA4EEE21}"/>
                    </a:ext>
                  </a:extLst>
                </p14:cNvPr>
                <p14:cNvContentPartPr/>
                <p14:nvPr/>
              </p14:nvContentPartPr>
              <p14:xfrm>
                <a:off x="10502550" y="1984860"/>
                <a:ext cx="121680" cy="13788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014F79DB-F154-4970-A6BC-48A0DA4EEE2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493910" y="1976220"/>
                  <a:ext cx="1393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25053187-8259-4344-9C90-3B7D139F819C}"/>
                    </a:ext>
                  </a:extLst>
                </p14:cNvPr>
                <p14:cNvContentPartPr/>
                <p14:nvPr/>
              </p14:nvContentPartPr>
              <p14:xfrm>
                <a:off x="10641510" y="1900980"/>
                <a:ext cx="59040" cy="161280"/>
              </p14:xfrm>
            </p:contentPart>
          </mc:Choice>
          <mc:Fallback xmlns=""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25053187-8259-4344-9C90-3B7D139F819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632510" y="1891980"/>
                  <a:ext cx="766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51AC2350-4D4E-48ED-9DAD-A39D90717D9E}"/>
                    </a:ext>
                  </a:extLst>
                </p14:cNvPr>
                <p14:cNvContentPartPr/>
                <p14:nvPr/>
              </p14:nvContentPartPr>
              <p14:xfrm>
                <a:off x="10654830" y="1960740"/>
                <a:ext cx="298080" cy="15192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51AC2350-4D4E-48ED-9DAD-A39D90717D9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645830" y="1952100"/>
                  <a:ext cx="315720" cy="16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2" name="Entrada de lápiz 71">
                <a:extLst>
                  <a:ext uri="{FF2B5EF4-FFF2-40B4-BE49-F238E27FC236}">
                    <a16:creationId xmlns:a16="http://schemas.microsoft.com/office/drawing/2014/main" id="{5E20FD5E-0DA4-43F7-A166-E8F99A6DBBAA}"/>
                  </a:ext>
                </a:extLst>
              </p14:cNvPr>
              <p14:cNvContentPartPr/>
              <p14:nvPr/>
            </p14:nvContentPartPr>
            <p14:xfrm>
              <a:off x="11147670" y="1943100"/>
              <a:ext cx="337680" cy="128160"/>
            </p14:xfrm>
          </p:contentPart>
        </mc:Choice>
        <mc:Fallback xmlns="">
          <p:pic>
            <p:nvPicPr>
              <p:cNvPr id="72" name="Entrada de lápiz 71">
                <a:extLst>
                  <a:ext uri="{FF2B5EF4-FFF2-40B4-BE49-F238E27FC236}">
                    <a16:creationId xmlns:a16="http://schemas.microsoft.com/office/drawing/2014/main" id="{5E20FD5E-0DA4-43F7-A166-E8F99A6DBBA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1139030" y="1934460"/>
                <a:ext cx="355320" cy="14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upo 88">
            <a:extLst>
              <a:ext uri="{FF2B5EF4-FFF2-40B4-BE49-F238E27FC236}">
                <a16:creationId xmlns:a16="http://schemas.microsoft.com/office/drawing/2014/main" id="{F51B39DC-F164-4B19-8446-7324A8609A0D}"/>
              </a:ext>
            </a:extLst>
          </p:cNvPr>
          <p:cNvGrpSpPr/>
          <p:nvPr/>
        </p:nvGrpSpPr>
        <p:grpSpPr>
          <a:xfrm>
            <a:off x="8334630" y="2382300"/>
            <a:ext cx="289800" cy="220320"/>
            <a:chOff x="8334630" y="2382300"/>
            <a:chExt cx="289800" cy="2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E4E3E0C6-63B1-487C-A0E9-913F2C9FC923}"/>
                    </a:ext>
                  </a:extLst>
                </p14:cNvPr>
                <p14:cNvContentPartPr/>
                <p14:nvPr/>
              </p14:nvContentPartPr>
              <p14:xfrm>
                <a:off x="8334630" y="2382300"/>
                <a:ext cx="90720" cy="205560"/>
              </p14:xfrm>
            </p:contentPart>
          </mc:Choice>
          <mc:Fallback xmlns=""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E4E3E0C6-63B1-487C-A0E9-913F2C9FC92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325630" y="2373300"/>
                  <a:ext cx="1083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ECAC44EB-2305-4B4B-B470-B42533CAAE22}"/>
                    </a:ext>
                  </a:extLst>
                </p14:cNvPr>
                <p14:cNvContentPartPr/>
                <p14:nvPr/>
              </p14:nvContentPartPr>
              <p14:xfrm>
                <a:off x="8433270" y="2492100"/>
                <a:ext cx="191160" cy="11052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ECAC44EB-2305-4B4B-B470-B42533CAAE2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424630" y="2483460"/>
                  <a:ext cx="20880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upo 87">
            <a:extLst>
              <a:ext uri="{FF2B5EF4-FFF2-40B4-BE49-F238E27FC236}">
                <a16:creationId xmlns:a16="http://schemas.microsoft.com/office/drawing/2014/main" id="{EFA24ED7-4A51-4219-9C45-AA57B6ADD2E0}"/>
              </a:ext>
            </a:extLst>
          </p:cNvPr>
          <p:cNvGrpSpPr/>
          <p:nvPr/>
        </p:nvGrpSpPr>
        <p:grpSpPr>
          <a:xfrm>
            <a:off x="8860230" y="2386980"/>
            <a:ext cx="1038960" cy="224640"/>
            <a:chOff x="8860230" y="2386980"/>
            <a:chExt cx="103896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E54A1285-F21D-438E-8ED0-57007A9F4A45}"/>
                    </a:ext>
                  </a:extLst>
                </p14:cNvPr>
                <p14:cNvContentPartPr/>
                <p14:nvPr/>
              </p14:nvContentPartPr>
              <p14:xfrm>
                <a:off x="8860230" y="2500380"/>
                <a:ext cx="221040" cy="101160"/>
              </p14:xfrm>
            </p:contentPart>
          </mc:Choice>
          <mc:Fallback xmlns=""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E54A1285-F21D-438E-8ED0-57007A9F4A4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851590" y="2491740"/>
                  <a:ext cx="2386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52C30017-92C3-4C0E-8437-DC02692ACA51}"/>
                    </a:ext>
                  </a:extLst>
                </p14:cNvPr>
                <p14:cNvContentPartPr/>
                <p14:nvPr/>
              </p14:nvContentPartPr>
              <p14:xfrm>
                <a:off x="9128430" y="2494980"/>
                <a:ext cx="241560" cy="103320"/>
              </p14:xfrm>
            </p:contentPart>
          </mc:Choice>
          <mc:Fallback xmlns=""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52C30017-92C3-4C0E-8437-DC02692ACA5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119790" y="2486340"/>
                  <a:ext cx="2592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4BECE258-5722-410D-B456-CEFABC61F3EC}"/>
                    </a:ext>
                  </a:extLst>
                </p14:cNvPr>
                <p14:cNvContentPartPr/>
                <p14:nvPr/>
              </p14:nvContentPartPr>
              <p14:xfrm>
                <a:off x="9373590" y="2478420"/>
                <a:ext cx="52560" cy="133200"/>
              </p14:xfrm>
            </p:contentPart>
          </mc:Choice>
          <mc:Fallback xmlns=""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4BECE258-5722-410D-B456-CEFABC61F3E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364590" y="2469420"/>
                  <a:ext cx="702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053445DE-E91D-4A06-8BD6-47742347A36B}"/>
                    </a:ext>
                  </a:extLst>
                </p14:cNvPr>
                <p14:cNvContentPartPr/>
                <p14:nvPr/>
              </p14:nvContentPartPr>
              <p14:xfrm>
                <a:off x="9547470" y="2386980"/>
                <a:ext cx="49680" cy="176760"/>
              </p14:xfrm>
            </p:contentPart>
          </mc:Choice>
          <mc:Fallback xmlns=""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053445DE-E91D-4A06-8BD6-47742347A36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538830" y="2377980"/>
                  <a:ext cx="673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DB1E4E0A-1AA8-4F08-8FA3-9CEE1F8452F0}"/>
                    </a:ext>
                  </a:extLst>
                </p14:cNvPr>
                <p14:cNvContentPartPr/>
                <p14:nvPr/>
              </p14:nvContentPartPr>
              <p14:xfrm>
                <a:off x="9549630" y="2466540"/>
                <a:ext cx="349560" cy="10872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DB1E4E0A-1AA8-4F08-8FA3-9CEE1F8452F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540630" y="2457900"/>
                  <a:ext cx="36720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upo 86">
            <a:extLst>
              <a:ext uri="{FF2B5EF4-FFF2-40B4-BE49-F238E27FC236}">
                <a16:creationId xmlns:a16="http://schemas.microsoft.com/office/drawing/2014/main" id="{60A252DA-00A6-4C60-A51F-A37850BAC7FA}"/>
              </a:ext>
            </a:extLst>
          </p:cNvPr>
          <p:cNvGrpSpPr/>
          <p:nvPr/>
        </p:nvGrpSpPr>
        <p:grpSpPr>
          <a:xfrm>
            <a:off x="8336430" y="2952180"/>
            <a:ext cx="1029600" cy="285840"/>
            <a:chOff x="8336430" y="2952180"/>
            <a:chExt cx="1029600" cy="28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381C4056-58CB-48F6-98DC-8C9EB1B767C3}"/>
                    </a:ext>
                  </a:extLst>
                </p14:cNvPr>
                <p14:cNvContentPartPr/>
                <p14:nvPr/>
              </p14:nvContentPartPr>
              <p14:xfrm>
                <a:off x="8336430" y="3007620"/>
                <a:ext cx="174960" cy="22392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381C4056-58CB-48F6-98DC-8C9EB1B767C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327790" y="2998620"/>
                  <a:ext cx="1926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5013F067-450C-403E-A4DC-046A919F12AF}"/>
                    </a:ext>
                  </a:extLst>
                </p14:cNvPr>
                <p14:cNvContentPartPr/>
                <p14:nvPr/>
              </p14:nvContentPartPr>
              <p14:xfrm>
                <a:off x="8387550" y="3007620"/>
                <a:ext cx="131040" cy="23040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5013F067-450C-403E-A4DC-046A919F12A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378550" y="2998980"/>
                  <a:ext cx="1486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A64D298A-8931-40CA-B7BA-646980D1698F}"/>
                    </a:ext>
                  </a:extLst>
                </p14:cNvPr>
                <p14:cNvContentPartPr/>
                <p14:nvPr/>
              </p14:nvContentPartPr>
              <p14:xfrm>
                <a:off x="8702190" y="3094380"/>
                <a:ext cx="360" cy="360"/>
              </p14:xfrm>
            </p:contentPart>
          </mc:Choice>
          <mc:Fallback xmlns=""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A64D298A-8931-40CA-B7BA-646980D1698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693550" y="30857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01DD14DE-1699-4C7D-A667-29D5CC526212}"/>
                    </a:ext>
                  </a:extLst>
                </p14:cNvPr>
                <p14:cNvContentPartPr/>
                <p14:nvPr/>
              </p14:nvContentPartPr>
              <p14:xfrm>
                <a:off x="8661870" y="3049020"/>
                <a:ext cx="311400" cy="14004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01DD14DE-1699-4C7D-A667-29D5CC52621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652870" y="3040380"/>
                  <a:ext cx="329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3FA1DD44-95B5-4E54-9973-ADA38E4F7D66}"/>
                    </a:ext>
                  </a:extLst>
                </p14:cNvPr>
                <p14:cNvContentPartPr/>
                <p14:nvPr/>
              </p14:nvContentPartPr>
              <p14:xfrm>
                <a:off x="9090630" y="2974500"/>
                <a:ext cx="42480" cy="22752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3FA1DD44-95B5-4E54-9973-ADA38E4F7D6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081630" y="2965500"/>
                  <a:ext cx="601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8EC6D57C-4923-4E98-AA15-6359C8DB49FF}"/>
                    </a:ext>
                  </a:extLst>
                </p14:cNvPr>
                <p14:cNvContentPartPr/>
                <p14:nvPr/>
              </p14:nvContentPartPr>
              <p14:xfrm>
                <a:off x="9093510" y="2988180"/>
                <a:ext cx="203760" cy="210240"/>
              </p14:xfrm>
            </p:contentPart>
          </mc:Choice>
          <mc:Fallback xmlns=""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8EC6D57C-4923-4E98-AA15-6359C8DB49F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084870" y="2979540"/>
                  <a:ext cx="2214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3A941B10-6FD7-4210-8139-F6827DFB1AD5}"/>
                    </a:ext>
                  </a:extLst>
                </p14:cNvPr>
                <p14:cNvContentPartPr/>
                <p14:nvPr/>
              </p14:nvContentPartPr>
              <p14:xfrm>
                <a:off x="9332910" y="2952180"/>
                <a:ext cx="33120" cy="275760"/>
              </p14:xfrm>
            </p:contentPart>
          </mc:Choice>
          <mc:Fallback xmlns=""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3A941B10-6FD7-4210-8139-F6827DFB1AD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323910" y="2943540"/>
                  <a:ext cx="50760" cy="29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909CBD94-8647-4F94-BEB6-348709CE655E}"/>
              </a:ext>
            </a:extLst>
          </p:cNvPr>
          <p:cNvGrpSpPr/>
          <p:nvPr/>
        </p:nvGrpSpPr>
        <p:grpSpPr>
          <a:xfrm>
            <a:off x="1997190" y="3418740"/>
            <a:ext cx="427680" cy="273960"/>
            <a:chOff x="1997190" y="3418740"/>
            <a:chExt cx="427680" cy="27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B3041534-803B-4CDA-846C-6648469EDDC0}"/>
                    </a:ext>
                  </a:extLst>
                </p14:cNvPr>
                <p14:cNvContentPartPr/>
                <p14:nvPr/>
              </p14:nvContentPartPr>
              <p14:xfrm>
                <a:off x="1997190" y="3418740"/>
                <a:ext cx="141120" cy="273960"/>
              </p14:xfrm>
            </p:contentPart>
          </mc:Choice>
          <mc:Fallback xmlns=""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B3041534-803B-4CDA-846C-6648469EDDC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988190" y="3410100"/>
                  <a:ext cx="1587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68F1A7E5-C860-4D9A-A2C2-F7BEA16DEB14}"/>
                    </a:ext>
                  </a:extLst>
                </p14:cNvPr>
                <p14:cNvContentPartPr/>
                <p14:nvPr/>
              </p14:nvContentPartPr>
              <p14:xfrm>
                <a:off x="2165670" y="3532500"/>
                <a:ext cx="66960" cy="22680"/>
              </p14:xfrm>
            </p:contentPart>
          </mc:Choice>
          <mc:Fallback xmlns=""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68F1A7E5-C860-4D9A-A2C2-F7BEA16DEB1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156670" y="3523500"/>
                  <a:ext cx="846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030BDB4F-9827-4AFC-82EC-B0A0CC72727D}"/>
                    </a:ext>
                  </a:extLst>
                </p14:cNvPr>
                <p14:cNvContentPartPr/>
                <p14:nvPr/>
              </p14:nvContentPartPr>
              <p14:xfrm>
                <a:off x="2194470" y="3570300"/>
                <a:ext cx="81360" cy="60480"/>
              </p14:xfrm>
            </p:contentPart>
          </mc:Choice>
          <mc:Fallback xmlns=""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030BDB4F-9827-4AFC-82EC-B0A0CC72727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185470" y="3561660"/>
                  <a:ext cx="990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628BE711-2735-41E8-A4B1-37697C24AF1D}"/>
                    </a:ext>
                  </a:extLst>
                </p14:cNvPr>
                <p14:cNvContentPartPr/>
                <p14:nvPr/>
              </p14:nvContentPartPr>
              <p14:xfrm>
                <a:off x="2330910" y="3468420"/>
                <a:ext cx="93960" cy="163440"/>
              </p14:xfrm>
            </p:contentPart>
          </mc:Choice>
          <mc:Fallback xmlns=""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628BE711-2735-41E8-A4B1-37697C24AF1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322270" y="3459420"/>
                  <a:ext cx="11160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upo 131">
            <a:extLst>
              <a:ext uri="{FF2B5EF4-FFF2-40B4-BE49-F238E27FC236}">
                <a16:creationId xmlns:a16="http://schemas.microsoft.com/office/drawing/2014/main" id="{F6881F8C-FDC1-42BA-B917-8278142EFDB8}"/>
              </a:ext>
            </a:extLst>
          </p:cNvPr>
          <p:cNvGrpSpPr/>
          <p:nvPr/>
        </p:nvGrpSpPr>
        <p:grpSpPr>
          <a:xfrm>
            <a:off x="6432390" y="3410460"/>
            <a:ext cx="463320" cy="247320"/>
            <a:chOff x="6432390" y="3410460"/>
            <a:chExt cx="463320" cy="24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A44E27E8-9187-43C3-831A-2B3BC361C443}"/>
                    </a:ext>
                  </a:extLst>
                </p14:cNvPr>
                <p14:cNvContentPartPr/>
                <p14:nvPr/>
              </p14:nvContentPartPr>
              <p14:xfrm>
                <a:off x="6435630" y="3410460"/>
                <a:ext cx="19800" cy="208440"/>
              </p14:xfrm>
            </p:contentPart>
          </mc:Choice>
          <mc:Fallback xmlns=""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A44E27E8-9187-43C3-831A-2B3BC361C44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426630" y="3401820"/>
                  <a:ext cx="374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9AF619B5-AAF9-48C6-B40D-35AF75D026B2}"/>
                    </a:ext>
                  </a:extLst>
                </p14:cNvPr>
                <p14:cNvContentPartPr/>
                <p14:nvPr/>
              </p14:nvContentPartPr>
              <p14:xfrm>
                <a:off x="6432390" y="3427740"/>
                <a:ext cx="131760" cy="196560"/>
              </p14:xfrm>
            </p:contentPart>
          </mc:Choice>
          <mc:Fallback xmlns=""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9AF619B5-AAF9-48C6-B40D-35AF75D026B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423390" y="3418740"/>
                  <a:ext cx="1494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A7D46B98-06C0-4AD0-8D85-3D7866D66DA8}"/>
                    </a:ext>
                  </a:extLst>
                </p14:cNvPr>
                <p14:cNvContentPartPr/>
                <p14:nvPr/>
              </p14:nvContentPartPr>
              <p14:xfrm>
                <a:off x="6621390" y="3518460"/>
                <a:ext cx="71280" cy="11520"/>
              </p14:xfrm>
            </p:contentPart>
          </mc:Choice>
          <mc:Fallback xmlns=""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A7D46B98-06C0-4AD0-8D85-3D7866D66DA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612390" y="3509820"/>
                  <a:ext cx="889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0F6D7C76-0418-4329-97A8-A806729E1D67}"/>
                    </a:ext>
                  </a:extLst>
                </p14:cNvPr>
                <p14:cNvContentPartPr/>
                <p14:nvPr/>
              </p14:nvContentPartPr>
              <p14:xfrm>
                <a:off x="6649110" y="3569580"/>
                <a:ext cx="94680" cy="43920"/>
              </p14:xfrm>
            </p:contentPart>
          </mc:Choice>
          <mc:Fallback xmlns=""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0F6D7C76-0418-4329-97A8-A806729E1D6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640110" y="3560580"/>
                  <a:ext cx="1123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7C10A0B8-61C2-4F41-8B87-993DE49B4496}"/>
                    </a:ext>
                  </a:extLst>
                </p14:cNvPr>
                <p14:cNvContentPartPr/>
                <p14:nvPr/>
              </p14:nvContentPartPr>
              <p14:xfrm>
                <a:off x="6839910" y="3474180"/>
                <a:ext cx="55800" cy="183600"/>
              </p14:xfrm>
            </p:contentPart>
          </mc:Choice>
          <mc:Fallback xmlns=""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7C10A0B8-61C2-4F41-8B87-993DE49B449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831270" y="3465180"/>
                  <a:ext cx="73440" cy="20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36" name="Entrada de lápiz 135">
                <a:extLst>
                  <a:ext uri="{FF2B5EF4-FFF2-40B4-BE49-F238E27FC236}">
                    <a16:creationId xmlns:a16="http://schemas.microsoft.com/office/drawing/2014/main" id="{97A1392D-3B4D-427B-8FF6-CFF3847F2998}"/>
                  </a:ext>
                </a:extLst>
              </p14:cNvPr>
              <p14:cNvContentPartPr/>
              <p14:nvPr/>
            </p14:nvContentPartPr>
            <p14:xfrm>
              <a:off x="1790910" y="4072140"/>
              <a:ext cx="2194200" cy="73080"/>
            </p14:xfrm>
          </p:contentPart>
        </mc:Choice>
        <mc:Fallback xmlns="">
          <p:pic>
            <p:nvPicPr>
              <p:cNvPr id="136" name="Entrada de lápiz 135">
                <a:extLst>
                  <a:ext uri="{FF2B5EF4-FFF2-40B4-BE49-F238E27FC236}">
                    <a16:creationId xmlns:a16="http://schemas.microsoft.com/office/drawing/2014/main" id="{97A1392D-3B4D-427B-8FF6-CFF3847F2998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1736910" y="3964140"/>
                <a:ext cx="230184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37" name="Entrada de lápiz 136">
                <a:extLst>
                  <a:ext uri="{FF2B5EF4-FFF2-40B4-BE49-F238E27FC236}">
                    <a16:creationId xmlns:a16="http://schemas.microsoft.com/office/drawing/2014/main" id="{65C068A4-E5B0-4DBA-A0DF-346B2DCE7D40}"/>
                  </a:ext>
                </a:extLst>
              </p14:cNvPr>
              <p14:cNvContentPartPr/>
              <p14:nvPr/>
            </p14:nvContentPartPr>
            <p14:xfrm>
              <a:off x="944190" y="4292100"/>
              <a:ext cx="726480" cy="23400"/>
            </p14:xfrm>
          </p:contentPart>
        </mc:Choice>
        <mc:Fallback xmlns="">
          <p:pic>
            <p:nvPicPr>
              <p:cNvPr id="137" name="Entrada de lápiz 136">
                <a:extLst>
                  <a:ext uri="{FF2B5EF4-FFF2-40B4-BE49-F238E27FC236}">
                    <a16:creationId xmlns:a16="http://schemas.microsoft.com/office/drawing/2014/main" id="{65C068A4-E5B0-4DBA-A0DF-346B2DCE7D40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890550" y="4184100"/>
                <a:ext cx="83412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38" name="Entrada de lápiz 137">
                <a:extLst>
                  <a:ext uri="{FF2B5EF4-FFF2-40B4-BE49-F238E27FC236}">
                    <a16:creationId xmlns:a16="http://schemas.microsoft.com/office/drawing/2014/main" id="{73A67B86-3608-4C66-A4DA-0778729C525E}"/>
                  </a:ext>
                </a:extLst>
              </p14:cNvPr>
              <p14:cNvContentPartPr/>
              <p14:nvPr/>
            </p14:nvContentPartPr>
            <p14:xfrm>
              <a:off x="6714270" y="4030380"/>
              <a:ext cx="988920" cy="69120"/>
            </p14:xfrm>
          </p:contentPart>
        </mc:Choice>
        <mc:Fallback xmlns="">
          <p:pic>
            <p:nvPicPr>
              <p:cNvPr id="138" name="Entrada de lápiz 137">
                <a:extLst>
                  <a:ext uri="{FF2B5EF4-FFF2-40B4-BE49-F238E27FC236}">
                    <a16:creationId xmlns:a16="http://schemas.microsoft.com/office/drawing/2014/main" id="{73A67B86-3608-4C66-A4DA-0778729C525E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6660270" y="3922380"/>
                <a:ext cx="1096560" cy="28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8" name="Grupo 177">
            <a:extLst>
              <a:ext uri="{FF2B5EF4-FFF2-40B4-BE49-F238E27FC236}">
                <a16:creationId xmlns:a16="http://schemas.microsoft.com/office/drawing/2014/main" id="{2D794363-663A-4EDF-9CD2-1D9A51056814}"/>
              </a:ext>
            </a:extLst>
          </p:cNvPr>
          <p:cNvGrpSpPr/>
          <p:nvPr/>
        </p:nvGrpSpPr>
        <p:grpSpPr>
          <a:xfrm>
            <a:off x="298350" y="4921020"/>
            <a:ext cx="1155600" cy="324360"/>
            <a:chOff x="298350" y="4921020"/>
            <a:chExt cx="1155600" cy="32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81061456-32CE-4C36-9A7F-DBB7B5413A2B}"/>
                    </a:ext>
                  </a:extLst>
                </p14:cNvPr>
                <p14:cNvContentPartPr/>
                <p14:nvPr/>
              </p14:nvContentPartPr>
              <p14:xfrm>
                <a:off x="298350" y="4927860"/>
                <a:ext cx="140760" cy="317520"/>
              </p14:xfrm>
            </p:contentPart>
          </mc:Choice>
          <mc:Fallback xmlns=""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81061456-32CE-4C36-9A7F-DBB7B5413A2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89710" y="4919220"/>
                  <a:ext cx="1584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E1D8E394-8AD7-4C02-9E4C-EBC66155603F}"/>
                    </a:ext>
                  </a:extLst>
                </p14:cNvPr>
                <p14:cNvContentPartPr/>
                <p14:nvPr/>
              </p14:nvContentPartPr>
              <p14:xfrm>
                <a:off x="469710" y="4921020"/>
                <a:ext cx="106200" cy="212760"/>
              </p14:xfrm>
            </p:contentPart>
          </mc:Choice>
          <mc:Fallback xmlns=""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E1D8E394-8AD7-4C02-9E4C-EBC66155603F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61070" y="4912380"/>
                  <a:ext cx="1238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61080A92-ADCD-46AC-B82C-72DF0497294A}"/>
                    </a:ext>
                  </a:extLst>
                </p14:cNvPr>
                <p14:cNvContentPartPr/>
                <p14:nvPr/>
              </p14:nvContentPartPr>
              <p14:xfrm>
                <a:off x="621630" y="4969980"/>
                <a:ext cx="125640" cy="165600"/>
              </p14:xfrm>
            </p:contentPart>
          </mc:Choice>
          <mc:Fallback xmlns=""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61080A92-ADCD-46AC-B82C-72DF0497294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12990" y="4961340"/>
                  <a:ext cx="1432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28BFAAFD-E893-47FB-9C4B-A9ADCF79CE01}"/>
                    </a:ext>
                  </a:extLst>
                </p14:cNvPr>
                <p14:cNvContentPartPr/>
                <p14:nvPr/>
              </p14:nvContentPartPr>
              <p14:xfrm>
                <a:off x="621630" y="4946940"/>
                <a:ext cx="299160" cy="186120"/>
              </p14:xfrm>
            </p:contentPart>
          </mc:Choice>
          <mc:Fallback xmlns=""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28BFAAFD-E893-47FB-9C4B-A9ADCF79CE0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12990" y="4938300"/>
                  <a:ext cx="3168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913F6E73-DBA6-4888-8EF2-8427D7720D8F}"/>
                    </a:ext>
                  </a:extLst>
                </p14:cNvPr>
                <p14:cNvContentPartPr/>
                <p14:nvPr/>
              </p14:nvContentPartPr>
              <p14:xfrm>
                <a:off x="809910" y="5064300"/>
                <a:ext cx="151200" cy="35640"/>
              </p14:xfrm>
            </p:contentPart>
          </mc:Choice>
          <mc:Fallback xmlns=""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913F6E73-DBA6-4888-8EF2-8427D7720D8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00910" y="5055660"/>
                  <a:ext cx="1688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8CD0D9D4-BE84-405B-A865-C6E21226D3F5}"/>
                    </a:ext>
                  </a:extLst>
                </p14:cNvPr>
                <p14:cNvContentPartPr/>
                <p14:nvPr/>
              </p14:nvContentPartPr>
              <p14:xfrm>
                <a:off x="942390" y="5003460"/>
                <a:ext cx="131040" cy="87120"/>
              </p14:xfrm>
            </p:contentPart>
          </mc:Choice>
          <mc:Fallback xmlns=""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8CD0D9D4-BE84-405B-A865-C6E21226D3F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33750" y="4994460"/>
                  <a:ext cx="1486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03BE81CC-37A6-4938-92B2-C654E7C99F65}"/>
                    </a:ext>
                  </a:extLst>
                </p14:cNvPr>
                <p14:cNvContentPartPr/>
                <p14:nvPr/>
              </p14:nvContentPartPr>
              <p14:xfrm>
                <a:off x="1153710" y="4923900"/>
                <a:ext cx="60480" cy="272880"/>
              </p14:xfrm>
            </p:contentPart>
          </mc:Choice>
          <mc:Fallback xmlns=""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03BE81CC-37A6-4938-92B2-C654E7C99F6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145070" y="4915260"/>
                  <a:ext cx="781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F7DEEB85-4AEE-45F5-8623-9A947BF97395}"/>
                    </a:ext>
                  </a:extLst>
                </p14:cNvPr>
                <p14:cNvContentPartPr/>
                <p14:nvPr/>
              </p14:nvContentPartPr>
              <p14:xfrm>
                <a:off x="1308870" y="5045940"/>
                <a:ext cx="145080" cy="81720"/>
              </p14:xfrm>
            </p:contentPart>
          </mc:Choice>
          <mc:Fallback xmlns=""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F7DEEB85-4AEE-45F5-8623-9A947BF9739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300230" y="5036940"/>
                  <a:ext cx="162720" cy="9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88" name="Entrada de lápiz 187">
                <a:extLst>
                  <a:ext uri="{FF2B5EF4-FFF2-40B4-BE49-F238E27FC236}">
                    <a16:creationId xmlns:a16="http://schemas.microsoft.com/office/drawing/2014/main" id="{FECD2452-25CE-4CB5-9581-BDF26D22883B}"/>
                  </a:ext>
                </a:extLst>
              </p14:cNvPr>
              <p14:cNvContentPartPr/>
              <p14:nvPr/>
            </p14:nvContentPartPr>
            <p14:xfrm>
              <a:off x="1582470" y="4531140"/>
              <a:ext cx="105840" cy="105120"/>
            </p14:xfrm>
          </p:contentPart>
        </mc:Choice>
        <mc:Fallback xmlns="">
          <p:pic>
            <p:nvPicPr>
              <p:cNvPr id="188" name="Entrada de lápiz 187">
                <a:extLst>
                  <a:ext uri="{FF2B5EF4-FFF2-40B4-BE49-F238E27FC236}">
                    <a16:creationId xmlns:a16="http://schemas.microsoft.com/office/drawing/2014/main" id="{FECD2452-25CE-4CB5-9581-BDF26D22883B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1573830" y="4522500"/>
                <a:ext cx="12348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89" name="Entrada de lápiz 188">
                <a:extLst>
                  <a:ext uri="{FF2B5EF4-FFF2-40B4-BE49-F238E27FC236}">
                    <a16:creationId xmlns:a16="http://schemas.microsoft.com/office/drawing/2014/main" id="{6C407EA2-42CF-4730-A36A-4BD04FF93CC1}"/>
                  </a:ext>
                </a:extLst>
              </p14:cNvPr>
              <p14:cNvContentPartPr/>
              <p14:nvPr/>
            </p14:nvContentPartPr>
            <p14:xfrm>
              <a:off x="1721790" y="4468500"/>
              <a:ext cx="53640" cy="173880"/>
            </p14:xfrm>
          </p:contentPart>
        </mc:Choice>
        <mc:Fallback xmlns="">
          <p:pic>
            <p:nvPicPr>
              <p:cNvPr id="189" name="Entrada de lápiz 188">
                <a:extLst>
                  <a:ext uri="{FF2B5EF4-FFF2-40B4-BE49-F238E27FC236}">
                    <a16:creationId xmlns:a16="http://schemas.microsoft.com/office/drawing/2014/main" id="{6C407EA2-42CF-4730-A36A-4BD04FF93CC1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1713150" y="4459500"/>
                <a:ext cx="7128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90" name="Entrada de lápiz 189">
                <a:extLst>
                  <a:ext uri="{FF2B5EF4-FFF2-40B4-BE49-F238E27FC236}">
                    <a16:creationId xmlns:a16="http://schemas.microsoft.com/office/drawing/2014/main" id="{0C049271-5EB3-4DB6-A9DA-616F8A6C92BD}"/>
                  </a:ext>
                </a:extLst>
              </p14:cNvPr>
              <p14:cNvContentPartPr/>
              <p14:nvPr/>
            </p14:nvContentPartPr>
            <p14:xfrm>
              <a:off x="1853910" y="4555980"/>
              <a:ext cx="88200" cy="104040"/>
            </p14:xfrm>
          </p:contentPart>
        </mc:Choice>
        <mc:Fallback xmlns="">
          <p:pic>
            <p:nvPicPr>
              <p:cNvPr id="190" name="Entrada de lápiz 189">
                <a:extLst>
                  <a:ext uri="{FF2B5EF4-FFF2-40B4-BE49-F238E27FC236}">
                    <a16:creationId xmlns:a16="http://schemas.microsoft.com/office/drawing/2014/main" id="{0C049271-5EB3-4DB6-A9DA-616F8A6C92BD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1845270" y="4546980"/>
                <a:ext cx="10584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91" name="Entrada de lápiz 190">
                <a:extLst>
                  <a:ext uri="{FF2B5EF4-FFF2-40B4-BE49-F238E27FC236}">
                    <a16:creationId xmlns:a16="http://schemas.microsoft.com/office/drawing/2014/main" id="{93055644-2953-460C-8935-86C3FE4EEE62}"/>
                  </a:ext>
                </a:extLst>
              </p14:cNvPr>
              <p14:cNvContentPartPr/>
              <p14:nvPr/>
            </p14:nvContentPartPr>
            <p14:xfrm>
              <a:off x="1979910" y="4562820"/>
              <a:ext cx="264960" cy="100440"/>
            </p14:xfrm>
          </p:contentPart>
        </mc:Choice>
        <mc:Fallback xmlns="">
          <p:pic>
            <p:nvPicPr>
              <p:cNvPr id="191" name="Entrada de lápiz 190">
                <a:extLst>
                  <a:ext uri="{FF2B5EF4-FFF2-40B4-BE49-F238E27FC236}">
                    <a16:creationId xmlns:a16="http://schemas.microsoft.com/office/drawing/2014/main" id="{93055644-2953-460C-8935-86C3FE4EEE62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1971270" y="4553820"/>
                <a:ext cx="28260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92" name="Entrada de lápiz 191">
                <a:extLst>
                  <a:ext uri="{FF2B5EF4-FFF2-40B4-BE49-F238E27FC236}">
                    <a16:creationId xmlns:a16="http://schemas.microsoft.com/office/drawing/2014/main" id="{B1892CA3-CAF0-4179-8AB4-3AF5A31B5F07}"/>
                  </a:ext>
                </a:extLst>
              </p14:cNvPr>
              <p14:cNvContentPartPr/>
              <p14:nvPr/>
            </p14:nvContentPartPr>
            <p14:xfrm>
              <a:off x="2274750" y="4549860"/>
              <a:ext cx="96120" cy="186120"/>
            </p14:xfrm>
          </p:contentPart>
        </mc:Choice>
        <mc:Fallback xmlns="">
          <p:pic>
            <p:nvPicPr>
              <p:cNvPr id="192" name="Entrada de lápiz 191">
                <a:extLst>
                  <a:ext uri="{FF2B5EF4-FFF2-40B4-BE49-F238E27FC236}">
                    <a16:creationId xmlns:a16="http://schemas.microsoft.com/office/drawing/2014/main" id="{B1892CA3-CAF0-4179-8AB4-3AF5A31B5F07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2266110" y="4541220"/>
                <a:ext cx="11376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93" name="Entrada de lápiz 192">
                <a:extLst>
                  <a:ext uri="{FF2B5EF4-FFF2-40B4-BE49-F238E27FC236}">
                    <a16:creationId xmlns:a16="http://schemas.microsoft.com/office/drawing/2014/main" id="{9438647D-8439-4666-9011-B52622B5DBC1}"/>
                  </a:ext>
                </a:extLst>
              </p14:cNvPr>
              <p14:cNvContentPartPr/>
              <p14:nvPr/>
            </p14:nvContentPartPr>
            <p14:xfrm>
              <a:off x="2374110" y="4578300"/>
              <a:ext cx="74160" cy="85320"/>
            </p14:xfrm>
          </p:contentPart>
        </mc:Choice>
        <mc:Fallback xmlns="">
          <p:pic>
            <p:nvPicPr>
              <p:cNvPr id="193" name="Entrada de lápiz 192">
                <a:extLst>
                  <a:ext uri="{FF2B5EF4-FFF2-40B4-BE49-F238E27FC236}">
                    <a16:creationId xmlns:a16="http://schemas.microsoft.com/office/drawing/2014/main" id="{9438647D-8439-4666-9011-B52622B5DBC1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2365110" y="4569660"/>
                <a:ext cx="9180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94" name="Entrada de lápiz 193">
                <a:extLst>
                  <a:ext uri="{FF2B5EF4-FFF2-40B4-BE49-F238E27FC236}">
                    <a16:creationId xmlns:a16="http://schemas.microsoft.com/office/drawing/2014/main" id="{21485219-3C76-484A-843D-03CE8A5F691B}"/>
                  </a:ext>
                </a:extLst>
              </p14:cNvPr>
              <p14:cNvContentPartPr/>
              <p14:nvPr/>
            </p14:nvContentPartPr>
            <p14:xfrm>
              <a:off x="2400030" y="4548060"/>
              <a:ext cx="107640" cy="89280"/>
            </p14:xfrm>
          </p:contentPart>
        </mc:Choice>
        <mc:Fallback xmlns="">
          <p:pic>
            <p:nvPicPr>
              <p:cNvPr id="194" name="Entrada de lápiz 193">
                <a:extLst>
                  <a:ext uri="{FF2B5EF4-FFF2-40B4-BE49-F238E27FC236}">
                    <a16:creationId xmlns:a16="http://schemas.microsoft.com/office/drawing/2014/main" id="{21485219-3C76-484A-843D-03CE8A5F691B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2391390" y="4539060"/>
                <a:ext cx="12528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95" name="Entrada de lápiz 194">
                <a:extLst>
                  <a:ext uri="{FF2B5EF4-FFF2-40B4-BE49-F238E27FC236}">
                    <a16:creationId xmlns:a16="http://schemas.microsoft.com/office/drawing/2014/main" id="{0EC720E9-8D0B-465F-B7B0-1E79F0818AF0}"/>
                  </a:ext>
                </a:extLst>
              </p14:cNvPr>
              <p14:cNvContentPartPr/>
              <p14:nvPr/>
            </p14:nvContentPartPr>
            <p14:xfrm>
              <a:off x="2607750" y="4514940"/>
              <a:ext cx="172440" cy="139320"/>
            </p14:xfrm>
          </p:contentPart>
        </mc:Choice>
        <mc:Fallback xmlns="">
          <p:pic>
            <p:nvPicPr>
              <p:cNvPr id="195" name="Entrada de lápiz 194">
                <a:extLst>
                  <a:ext uri="{FF2B5EF4-FFF2-40B4-BE49-F238E27FC236}">
                    <a16:creationId xmlns:a16="http://schemas.microsoft.com/office/drawing/2014/main" id="{0EC720E9-8D0B-465F-B7B0-1E79F0818AF0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2599110" y="4506300"/>
                <a:ext cx="19008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96" name="Entrada de lápiz 195">
                <a:extLst>
                  <a:ext uri="{FF2B5EF4-FFF2-40B4-BE49-F238E27FC236}">
                    <a16:creationId xmlns:a16="http://schemas.microsoft.com/office/drawing/2014/main" id="{3A87A181-A301-416A-9B6F-68486D74DBD5}"/>
                  </a:ext>
                </a:extLst>
              </p14:cNvPr>
              <p14:cNvContentPartPr/>
              <p14:nvPr/>
            </p14:nvContentPartPr>
            <p14:xfrm>
              <a:off x="2815470" y="4542300"/>
              <a:ext cx="158040" cy="83880"/>
            </p14:xfrm>
          </p:contentPart>
        </mc:Choice>
        <mc:Fallback xmlns="">
          <p:pic>
            <p:nvPicPr>
              <p:cNvPr id="196" name="Entrada de lápiz 195">
                <a:extLst>
                  <a:ext uri="{FF2B5EF4-FFF2-40B4-BE49-F238E27FC236}">
                    <a16:creationId xmlns:a16="http://schemas.microsoft.com/office/drawing/2014/main" id="{3A87A181-A301-416A-9B6F-68486D74DBD5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2806470" y="4533660"/>
                <a:ext cx="17568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97" name="Entrada de lápiz 196">
                <a:extLst>
                  <a:ext uri="{FF2B5EF4-FFF2-40B4-BE49-F238E27FC236}">
                    <a16:creationId xmlns:a16="http://schemas.microsoft.com/office/drawing/2014/main" id="{4936F32E-85C5-4264-B945-3810A604EFC7}"/>
                  </a:ext>
                </a:extLst>
              </p14:cNvPr>
              <p14:cNvContentPartPr/>
              <p14:nvPr/>
            </p14:nvContentPartPr>
            <p14:xfrm>
              <a:off x="3013830" y="4606020"/>
              <a:ext cx="360" cy="360"/>
            </p14:xfrm>
          </p:contentPart>
        </mc:Choice>
        <mc:Fallback xmlns="">
          <p:pic>
            <p:nvPicPr>
              <p:cNvPr id="197" name="Entrada de lápiz 196">
                <a:extLst>
                  <a:ext uri="{FF2B5EF4-FFF2-40B4-BE49-F238E27FC236}">
                    <a16:creationId xmlns:a16="http://schemas.microsoft.com/office/drawing/2014/main" id="{4936F32E-85C5-4264-B945-3810A604EF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05190" y="459738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upo 201">
            <a:extLst>
              <a:ext uri="{FF2B5EF4-FFF2-40B4-BE49-F238E27FC236}">
                <a16:creationId xmlns:a16="http://schemas.microsoft.com/office/drawing/2014/main" id="{BFAFA1DE-89D3-4A19-A58E-BB211E06609D}"/>
              </a:ext>
            </a:extLst>
          </p:cNvPr>
          <p:cNvGrpSpPr/>
          <p:nvPr/>
        </p:nvGrpSpPr>
        <p:grpSpPr>
          <a:xfrm>
            <a:off x="1588230" y="4986900"/>
            <a:ext cx="425880" cy="305280"/>
            <a:chOff x="1588230" y="4986900"/>
            <a:chExt cx="425880" cy="30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5A72F214-C2CF-4A6B-801B-FAE7C0E0E925}"/>
                    </a:ext>
                  </a:extLst>
                </p14:cNvPr>
                <p14:cNvContentPartPr/>
                <p14:nvPr/>
              </p14:nvContentPartPr>
              <p14:xfrm>
                <a:off x="1588230" y="4986900"/>
                <a:ext cx="121320" cy="127440"/>
              </p14:xfrm>
            </p:contentPart>
          </mc:Choice>
          <mc:Fallback xmlns=""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5A72F214-C2CF-4A6B-801B-FAE7C0E0E92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579230" y="4977900"/>
                  <a:ext cx="1389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A3EADFCD-ECF3-4B36-97C1-5C6BBC794E3D}"/>
                    </a:ext>
                  </a:extLst>
                </p14:cNvPr>
                <p14:cNvContentPartPr/>
                <p14:nvPr/>
              </p14:nvContentPartPr>
              <p14:xfrm>
                <a:off x="1719630" y="5166180"/>
                <a:ext cx="97920" cy="126000"/>
              </p14:xfrm>
            </p:contentPart>
          </mc:Choice>
          <mc:Fallback xmlns=""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A3EADFCD-ECF3-4B36-97C1-5C6BBC794E3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710990" y="5157180"/>
                  <a:ext cx="115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527F8285-A8B7-4994-962A-FD3BE7CF4D5C}"/>
                    </a:ext>
                  </a:extLst>
                </p14:cNvPr>
                <p14:cNvContentPartPr/>
                <p14:nvPr/>
              </p14:nvContentPartPr>
              <p14:xfrm>
                <a:off x="1914030" y="5031900"/>
                <a:ext cx="100080" cy="154080"/>
              </p14:xfrm>
            </p:contentPart>
          </mc:Choice>
          <mc:Fallback xmlns=""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527F8285-A8B7-4994-962A-FD3BE7CF4D5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905030" y="5023260"/>
                  <a:ext cx="11772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upo 209">
            <a:extLst>
              <a:ext uri="{FF2B5EF4-FFF2-40B4-BE49-F238E27FC236}">
                <a16:creationId xmlns:a16="http://schemas.microsoft.com/office/drawing/2014/main" id="{42D68365-308F-4C8D-81E1-159399ED8412}"/>
              </a:ext>
            </a:extLst>
          </p:cNvPr>
          <p:cNvGrpSpPr/>
          <p:nvPr/>
        </p:nvGrpSpPr>
        <p:grpSpPr>
          <a:xfrm>
            <a:off x="9488070" y="2824740"/>
            <a:ext cx="1967400" cy="450360"/>
            <a:chOff x="9488070" y="2824740"/>
            <a:chExt cx="1967400" cy="45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7D6047E7-6A8A-458B-A665-47CCCB17FB9F}"/>
                    </a:ext>
                  </a:extLst>
                </p14:cNvPr>
                <p14:cNvContentPartPr/>
                <p14:nvPr/>
              </p14:nvContentPartPr>
              <p14:xfrm>
                <a:off x="9488070" y="3027060"/>
                <a:ext cx="182520" cy="156240"/>
              </p14:xfrm>
            </p:contentPart>
          </mc:Choice>
          <mc:Fallback xmlns=""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7D6047E7-6A8A-458B-A665-47CCCB17FB9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479070" y="3018420"/>
                  <a:ext cx="2001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9588CD43-23C5-4DF1-A7B9-2350A731C8F6}"/>
                    </a:ext>
                  </a:extLst>
                </p14:cNvPr>
                <p14:cNvContentPartPr/>
                <p14:nvPr/>
              </p14:nvContentPartPr>
              <p14:xfrm>
                <a:off x="9720270" y="3073140"/>
                <a:ext cx="73440" cy="324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9588CD43-23C5-4DF1-A7B9-2350A731C8F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711270" y="3064500"/>
                  <a:ext cx="910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E7D8EC73-B051-4A7C-8E89-BD7E737B0C97}"/>
                    </a:ext>
                  </a:extLst>
                </p14:cNvPr>
                <p14:cNvContentPartPr/>
                <p14:nvPr/>
              </p14:nvContentPartPr>
              <p14:xfrm>
                <a:off x="9720270" y="3076020"/>
                <a:ext cx="124560" cy="6336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E7D8EC73-B051-4A7C-8E89-BD7E737B0C9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711270" y="3067380"/>
                  <a:ext cx="1422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8E9C48CE-2566-43AC-80C6-5831D3CE9434}"/>
                    </a:ext>
                  </a:extLst>
                </p14:cNvPr>
                <p14:cNvContentPartPr/>
                <p14:nvPr/>
              </p14:nvContentPartPr>
              <p14:xfrm>
                <a:off x="9881550" y="3025980"/>
                <a:ext cx="128520" cy="162000"/>
              </p14:xfrm>
            </p:contentPart>
          </mc:Choice>
          <mc:Fallback xmlns=""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8E9C48CE-2566-43AC-80C6-5831D3CE943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872550" y="3017340"/>
                  <a:ext cx="1461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29BFD30F-AE50-44D8-B0B1-3F99597E8CB1}"/>
                    </a:ext>
                  </a:extLst>
                </p14:cNvPr>
                <p14:cNvContentPartPr/>
                <p14:nvPr/>
              </p14:nvContentPartPr>
              <p14:xfrm>
                <a:off x="10044630" y="3034260"/>
                <a:ext cx="73800" cy="137160"/>
              </p14:xfrm>
            </p:contentPart>
          </mc:Choice>
          <mc:Fallback xmlns=""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29BFD30F-AE50-44D8-B0B1-3F99597E8CB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035990" y="3025620"/>
                  <a:ext cx="914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6C6200BA-376F-47B1-A0E0-CFB6C42D05B0}"/>
                    </a:ext>
                  </a:extLst>
                </p14:cNvPr>
                <p14:cNvContentPartPr/>
                <p14:nvPr/>
              </p14:nvContentPartPr>
              <p14:xfrm>
                <a:off x="10133190" y="3199140"/>
                <a:ext cx="39240" cy="75960"/>
              </p14:xfrm>
            </p:contentPart>
          </mc:Choice>
          <mc:Fallback xmlns=""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6C6200BA-376F-47B1-A0E0-CFB6C42D05B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124190" y="3190140"/>
                  <a:ext cx="568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CA2FF2EB-B4C4-4F84-9384-C2E3F521917A}"/>
                    </a:ext>
                  </a:extLst>
                </p14:cNvPr>
                <p14:cNvContentPartPr/>
                <p14:nvPr/>
              </p14:nvContentPartPr>
              <p14:xfrm>
                <a:off x="10251270" y="3062340"/>
                <a:ext cx="96840" cy="122400"/>
              </p14:xfrm>
            </p:contentPart>
          </mc:Choice>
          <mc:Fallback xmlns=""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CA2FF2EB-B4C4-4F84-9384-C2E3F521917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242270" y="3053340"/>
                  <a:ext cx="1144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F560DB31-C269-441E-B1D6-12E702617EB9}"/>
                    </a:ext>
                  </a:extLst>
                </p14:cNvPr>
                <p14:cNvContentPartPr/>
                <p14:nvPr/>
              </p14:nvContentPartPr>
              <p14:xfrm>
                <a:off x="10415430" y="3075300"/>
                <a:ext cx="71280" cy="1440"/>
              </p14:xfrm>
            </p:contentPart>
          </mc:Choice>
          <mc:Fallback xmlns=""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F560DB31-C269-441E-B1D6-12E702617EB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406790" y="3066300"/>
                  <a:ext cx="889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2B123940-A90D-4769-B395-459AD75DDC7D}"/>
                    </a:ext>
                  </a:extLst>
                </p14:cNvPr>
                <p14:cNvContentPartPr/>
                <p14:nvPr/>
              </p14:nvContentPartPr>
              <p14:xfrm>
                <a:off x="10447470" y="3152700"/>
                <a:ext cx="71280" cy="5760"/>
              </p14:xfrm>
            </p:contentPart>
          </mc:Choice>
          <mc:Fallback xmlns=""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2B123940-A90D-4769-B395-459AD75DDC7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438470" y="3144060"/>
                  <a:ext cx="88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BF69A903-0B93-4FA6-BD32-9004082DCDBA}"/>
                    </a:ext>
                  </a:extLst>
                </p14:cNvPr>
                <p14:cNvContentPartPr/>
                <p14:nvPr/>
              </p14:nvContentPartPr>
              <p14:xfrm>
                <a:off x="10563390" y="2994660"/>
                <a:ext cx="117000" cy="146520"/>
              </p14:xfrm>
            </p:contentPart>
          </mc:Choice>
          <mc:Fallback xmlns=""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BF69A903-0B93-4FA6-BD32-9004082DCDB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554390" y="2986020"/>
                  <a:ext cx="1346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45F28549-3CB0-4F25-86A1-FF0459C884EB}"/>
                    </a:ext>
                  </a:extLst>
                </p14:cNvPr>
                <p14:cNvContentPartPr/>
                <p14:nvPr/>
              </p14:nvContentPartPr>
              <p14:xfrm>
                <a:off x="10669230" y="3154500"/>
                <a:ext cx="65160" cy="9828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45F28549-3CB0-4F25-86A1-FF0459C884E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660230" y="3145860"/>
                  <a:ext cx="828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42047CBC-5917-47C8-8662-141C49B8417A}"/>
                    </a:ext>
                  </a:extLst>
                </p14:cNvPr>
                <p14:cNvContentPartPr/>
                <p14:nvPr/>
              </p14:nvContentPartPr>
              <p14:xfrm>
                <a:off x="10825470" y="2958660"/>
                <a:ext cx="219240" cy="16380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42047CBC-5917-47C8-8662-141C49B8417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816470" y="2950020"/>
                  <a:ext cx="2368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A3C68567-9C38-4F8F-BEC6-8814DFAAE319}"/>
                    </a:ext>
                  </a:extLst>
                </p14:cNvPr>
                <p14:cNvContentPartPr/>
                <p14:nvPr/>
              </p14:nvContentPartPr>
              <p14:xfrm>
                <a:off x="11058390" y="2966940"/>
                <a:ext cx="53640" cy="6840"/>
              </p14:xfrm>
            </p:contentPart>
          </mc:Choice>
          <mc:Fallback xmlns=""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A3C68567-9C38-4F8F-BEC6-8814DFAAE31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049750" y="2958300"/>
                  <a:ext cx="71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F263F437-CA17-4B2C-B94E-B416933F61F9}"/>
                    </a:ext>
                  </a:extLst>
                </p14:cNvPr>
                <p14:cNvContentPartPr/>
                <p14:nvPr/>
              </p14:nvContentPartPr>
              <p14:xfrm>
                <a:off x="11068830" y="3026340"/>
                <a:ext cx="68040" cy="864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F263F437-CA17-4B2C-B94E-B416933F61F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059830" y="3017340"/>
                  <a:ext cx="856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313F6C51-3EB0-424D-BE43-B626748067B0}"/>
                    </a:ext>
                  </a:extLst>
                </p14:cNvPr>
                <p14:cNvContentPartPr/>
                <p14:nvPr/>
              </p14:nvContentPartPr>
              <p14:xfrm>
                <a:off x="11189070" y="2926620"/>
                <a:ext cx="97200" cy="14400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313F6C51-3EB0-424D-BE43-B626748067B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180070" y="2917980"/>
                  <a:ext cx="114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569C2970-0A6C-4326-A0E6-55BF5E0899DE}"/>
                    </a:ext>
                  </a:extLst>
                </p14:cNvPr>
                <p14:cNvContentPartPr/>
                <p14:nvPr/>
              </p14:nvContentPartPr>
              <p14:xfrm>
                <a:off x="11342070" y="2824740"/>
                <a:ext cx="113400" cy="28224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569C2970-0A6C-4326-A0E6-55BF5E0899D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333070" y="2816100"/>
                  <a:ext cx="1310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3EC1421C-F6C6-455C-A82B-4466E85F9440}"/>
                    </a:ext>
                  </a:extLst>
                </p14:cNvPr>
                <p14:cNvContentPartPr/>
                <p14:nvPr/>
              </p14:nvContentPartPr>
              <p14:xfrm>
                <a:off x="10765710" y="2992860"/>
                <a:ext cx="74160" cy="101160"/>
              </p14:xfrm>
            </p:contentPart>
          </mc:Choice>
          <mc:Fallback xmlns=""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3EC1421C-F6C6-455C-A82B-4466E85F944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757070" y="2984220"/>
                  <a:ext cx="918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C087A91E-6C71-4510-81C4-A42159435B5F}"/>
                    </a:ext>
                  </a:extLst>
                </p14:cNvPr>
                <p14:cNvContentPartPr/>
                <p14:nvPr/>
              </p14:nvContentPartPr>
              <p14:xfrm>
                <a:off x="10866510" y="2953260"/>
                <a:ext cx="360" cy="360"/>
              </p14:xfrm>
            </p:contentPart>
          </mc:Choice>
          <mc:Fallback xmlns=""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C087A91E-6C71-4510-81C4-A42159435B5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857510" y="29442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565D0B1A-04B2-4666-B111-1229DF05D5FA}"/>
                    </a:ext>
                  </a:extLst>
                </p14:cNvPr>
                <p14:cNvContentPartPr/>
                <p14:nvPr/>
              </p14:nvContentPartPr>
              <p14:xfrm>
                <a:off x="10807830" y="3054060"/>
                <a:ext cx="59760" cy="39960"/>
              </p14:xfrm>
            </p:contentPart>
          </mc:Choice>
          <mc:Fallback xmlns=""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565D0B1A-04B2-4666-B111-1229DF05D5FA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799190" y="3045060"/>
                  <a:ext cx="7740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upo 224">
            <a:extLst>
              <a:ext uri="{FF2B5EF4-FFF2-40B4-BE49-F238E27FC236}">
                <a16:creationId xmlns:a16="http://schemas.microsoft.com/office/drawing/2014/main" id="{A8696A95-D36D-46CC-BC68-6410AFE9C11B}"/>
              </a:ext>
            </a:extLst>
          </p:cNvPr>
          <p:cNvGrpSpPr/>
          <p:nvPr/>
        </p:nvGrpSpPr>
        <p:grpSpPr>
          <a:xfrm>
            <a:off x="1752750" y="4204980"/>
            <a:ext cx="1104120" cy="210240"/>
            <a:chOff x="1752750" y="4204980"/>
            <a:chExt cx="110412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6B362C6E-BFB9-4651-BCA1-1E9625E44355}"/>
                    </a:ext>
                  </a:extLst>
                </p14:cNvPr>
                <p14:cNvContentPartPr/>
                <p14:nvPr/>
              </p14:nvContentPartPr>
              <p14:xfrm>
                <a:off x="1872990" y="4305780"/>
                <a:ext cx="43560" cy="66960"/>
              </p14:xfrm>
            </p:contentPart>
          </mc:Choice>
          <mc:Fallback xmlns=""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6B362C6E-BFB9-4651-BCA1-1E9625E4435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863990" y="4297140"/>
                  <a:ext cx="612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F9B75F68-FF05-4B17-AD72-CC670797131D}"/>
                    </a:ext>
                  </a:extLst>
                </p14:cNvPr>
                <p14:cNvContentPartPr/>
                <p14:nvPr/>
              </p14:nvContentPartPr>
              <p14:xfrm>
                <a:off x="1902510" y="4293900"/>
                <a:ext cx="112320" cy="108360"/>
              </p14:xfrm>
            </p:contentPart>
          </mc:Choice>
          <mc:Fallback xmlns=""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F9B75F68-FF05-4B17-AD72-CC670797131D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893870" y="4284900"/>
                  <a:ext cx="1299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BB96BF5E-31B3-4C8D-B6EB-48A9C8D7997F}"/>
                    </a:ext>
                  </a:extLst>
                </p14:cNvPr>
                <p14:cNvContentPartPr/>
                <p14:nvPr/>
              </p14:nvContentPartPr>
              <p14:xfrm>
                <a:off x="1974510" y="4285620"/>
                <a:ext cx="159480" cy="129600"/>
              </p14:xfrm>
            </p:contentPart>
          </mc:Choice>
          <mc:Fallback xmlns=""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BB96BF5E-31B3-4C8D-B6EB-48A9C8D7997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965870" y="4276620"/>
                  <a:ext cx="1771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F4A96D79-2EEF-4701-A8A3-F1D57211EA26}"/>
                    </a:ext>
                  </a:extLst>
                </p14:cNvPr>
                <p14:cNvContentPartPr/>
                <p14:nvPr/>
              </p14:nvContentPartPr>
              <p14:xfrm>
                <a:off x="2131830" y="4277340"/>
                <a:ext cx="199800" cy="134280"/>
              </p14:xfrm>
            </p:contentPart>
          </mc:Choice>
          <mc:Fallback xmlns=""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F4A96D79-2EEF-4701-A8A3-F1D57211EA26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122830" y="4268340"/>
                  <a:ext cx="2174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1003C9C0-629E-44D3-A469-493476DCED13}"/>
                    </a:ext>
                  </a:extLst>
                </p14:cNvPr>
                <p14:cNvContentPartPr/>
                <p14:nvPr/>
              </p14:nvContentPartPr>
              <p14:xfrm>
                <a:off x="2273310" y="4277340"/>
                <a:ext cx="360720" cy="129600"/>
              </p14:xfrm>
            </p:contentPart>
          </mc:Choice>
          <mc:Fallback xmlns=""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1003C9C0-629E-44D3-A469-493476DCED13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264670" y="4268340"/>
                  <a:ext cx="3783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D08EA7C5-D061-4823-AC78-19D32BBBE45F}"/>
                    </a:ext>
                  </a:extLst>
                </p14:cNvPr>
                <p14:cNvContentPartPr/>
                <p14:nvPr/>
              </p14:nvContentPartPr>
              <p14:xfrm>
                <a:off x="2590830" y="4275180"/>
                <a:ext cx="100080" cy="96480"/>
              </p14:xfrm>
            </p:contentPart>
          </mc:Choice>
          <mc:Fallback xmlns=""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D08EA7C5-D061-4823-AC78-19D32BBBE45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581830" y="4266540"/>
                  <a:ext cx="117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89231312-35CE-42A5-AB1D-B92E0C2CD4F5}"/>
                    </a:ext>
                  </a:extLst>
                </p14:cNvPr>
                <p14:cNvContentPartPr/>
                <p14:nvPr/>
              </p14:nvContentPartPr>
              <p14:xfrm>
                <a:off x="2670750" y="4250340"/>
                <a:ext cx="186120" cy="162000"/>
              </p14:xfrm>
            </p:contentPart>
          </mc:Choice>
          <mc:Fallback xmlns=""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89231312-35CE-42A5-AB1D-B92E0C2CD4F5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662110" y="4241700"/>
                  <a:ext cx="2037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9A154086-6C2B-438E-9EB4-47E2B534ED6F}"/>
                    </a:ext>
                  </a:extLst>
                </p14:cNvPr>
                <p14:cNvContentPartPr/>
                <p14:nvPr/>
              </p14:nvContentPartPr>
              <p14:xfrm>
                <a:off x="1821510" y="4233780"/>
                <a:ext cx="190440" cy="98280"/>
              </p14:xfrm>
            </p:contentPart>
          </mc:Choice>
          <mc:Fallback xmlns=""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9A154086-6C2B-438E-9EB4-47E2B534ED6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812510" y="4224780"/>
                  <a:ext cx="2080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A502E5FA-06B2-4C4B-8611-E8512172CBEC}"/>
                    </a:ext>
                  </a:extLst>
                </p14:cNvPr>
                <p14:cNvContentPartPr/>
                <p14:nvPr/>
              </p14:nvContentPartPr>
              <p14:xfrm>
                <a:off x="1972350" y="4267980"/>
                <a:ext cx="192600" cy="69480"/>
              </p14:xfrm>
            </p:contentPart>
          </mc:Choice>
          <mc:Fallback xmlns=""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A502E5FA-06B2-4C4B-8611-E8512172CBEC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963710" y="4258980"/>
                  <a:ext cx="2102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87E51009-F150-4F11-9C50-74B4CD591354}"/>
                    </a:ext>
                  </a:extLst>
                </p14:cNvPr>
                <p14:cNvContentPartPr/>
                <p14:nvPr/>
              </p14:nvContentPartPr>
              <p14:xfrm>
                <a:off x="2103030" y="4248540"/>
                <a:ext cx="372240" cy="111240"/>
              </p14:xfrm>
            </p:contentPart>
          </mc:Choice>
          <mc:Fallback xmlns=""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87E51009-F150-4F11-9C50-74B4CD59135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094030" y="4239900"/>
                  <a:ext cx="3898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BD87B257-D920-4A2F-96EE-6E8700A6E673}"/>
                    </a:ext>
                  </a:extLst>
                </p14:cNvPr>
                <p14:cNvContentPartPr/>
                <p14:nvPr/>
              </p14:nvContentPartPr>
              <p14:xfrm>
                <a:off x="2453310" y="4291020"/>
                <a:ext cx="255960" cy="79920"/>
              </p14:xfrm>
            </p:contentPart>
          </mc:Choice>
          <mc:Fallback xmlns=""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BD87B257-D920-4A2F-96EE-6E8700A6E673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444310" y="4282380"/>
                  <a:ext cx="2736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DBDFC19B-440C-4D77-A4AF-53CD43CBEF86}"/>
                    </a:ext>
                  </a:extLst>
                </p14:cNvPr>
                <p14:cNvContentPartPr/>
                <p14:nvPr/>
              </p14:nvContentPartPr>
              <p14:xfrm>
                <a:off x="1784430" y="4225500"/>
                <a:ext cx="92880" cy="113400"/>
              </p14:xfrm>
            </p:contentPart>
          </mc:Choice>
          <mc:Fallback xmlns=""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DBDFC19B-440C-4D77-A4AF-53CD43CBEF86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775790" y="4216500"/>
                  <a:ext cx="1105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107D01B9-B380-4A0A-8C1E-27D75C4A7477}"/>
                    </a:ext>
                  </a:extLst>
                </p14:cNvPr>
                <p14:cNvContentPartPr/>
                <p14:nvPr/>
              </p14:nvContentPartPr>
              <p14:xfrm>
                <a:off x="1849230" y="4221900"/>
                <a:ext cx="178200" cy="101160"/>
              </p14:xfrm>
            </p:contentPart>
          </mc:Choice>
          <mc:Fallback xmlns=""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107D01B9-B380-4A0A-8C1E-27D75C4A7477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840230" y="4212900"/>
                  <a:ext cx="1958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44EAAF20-9CA5-4F5D-94D2-5BEC5C28BA52}"/>
                    </a:ext>
                  </a:extLst>
                </p14:cNvPr>
                <p14:cNvContentPartPr/>
                <p14:nvPr/>
              </p14:nvContentPartPr>
              <p14:xfrm>
                <a:off x="2032110" y="4263300"/>
                <a:ext cx="190440" cy="97200"/>
              </p14:xfrm>
            </p:contentPart>
          </mc:Choice>
          <mc:Fallback xmlns=""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44EAAF20-9CA5-4F5D-94D2-5BEC5C28BA52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023110" y="4254660"/>
                  <a:ext cx="2080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C9D9089D-27D9-461A-89F6-8E0ACDF28745}"/>
                    </a:ext>
                  </a:extLst>
                </p14:cNvPr>
                <p14:cNvContentPartPr/>
                <p14:nvPr/>
              </p14:nvContentPartPr>
              <p14:xfrm>
                <a:off x="2227230" y="4249620"/>
                <a:ext cx="204840" cy="104760"/>
              </p14:xfrm>
            </p:contentPart>
          </mc:Choice>
          <mc:Fallback xmlns=""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C9D9089D-27D9-461A-89F6-8E0ACDF2874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218230" y="4240620"/>
                  <a:ext cx="2224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FDDEC4DB-46D2-4909-833C-0E7135602B7B}"/>
                    </a:ext>
                  </a:extLst>
                </p14:cNvPr>
                <p14:cNvContentPartPr/>
                <p14:nvPr/>
              </p14:nvContentPartPr>
              <p14:xfrm>
                <a:off x="2423430" y="4264380"/>
                <a:ext cx="149400" cy="101160"/>
              </p14:xfrm>
            </p:contentPart>
          </mc:Choice>
          <mc:Fallback xmlns=""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FDDEC4DB-46D2-4909-833C-0E7135602B7B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414430" y="4255380"/>
                  <a:ext cx="1670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963BC32F-2294-4EA1-8D56-19F7E2D0F086}"/>
                    </a:ext>
                  </a:extLst>
                </p14:cNvPr>
                <p14:cNvContentPartPr/>
                <p14:nvPr/>
              </p14:nvContentPartPr>
              <p14:xfrm>
                <a:off x="2578590" y="4262580"/>
                <a:ext cx="162720" cy="91800"/>
              </p14:xfrm>
            </p:contentPart>
          </mc:Choice>
          <mc:Fallback xmlns=""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963BC32F-2294-4EA1-8D56-19F7E2D0F08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569590" y="4253580"/>
                  <a:ext cx="1803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CF30E0A1-012E-40CC-A962-7C1065FD04D3}"/>
                    </a:ext>
                  </a:extLst>
                </p14:cNvPr>
                <p14:cNvContentPartPr/>
                <p14:nvPr/>
              </p14:nvContentPartPr>
              <p14:xfrm>
                <a:off x="2764350" y="4237380"/>
                <a:ext cx="82440" cy="91800"/>
              </p14:xfrm>
            </p:contentPart>
          </mc:Choice>
          <mc:Fallback xmlns=""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CF30E0A1-012E-40CC-A962-7C1065FD04D3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755710" y="4228740"/>
                  <a:ext cx="1000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64315999-ADEA-401B-9814-116023395800}"/>
                    </a:ext>
                  </a:extLst>
                </p14:cNvPr>
                <p14:cNvContentPartPr/>
                <p14:nvPr/>
              </p14:nvContentPartPr>
              <p14:xfrm>
                <a:off x="1780470" y="4204980"/>
                <a:ext cx="93960" cy="98280"/>
              </p14:xfrm>
            </p:contentPart>
          </mc:Choice>
          <mc:Fallback xmlns=""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64315999-ADEA-401B-9814-116023395800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771470" y="4196340"/>
                  <a:ext cx="1116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50970078-2A07-4B99-AF33-8ECC017D9A4A}"/>
                    </a:ext>
                  </a:extLst>
                </p14:cNvPr>
                <p14:cNvContentPartPr/>
                <p14:nvPr/>
              </p14:nvContentPartPr>
              <p14:xfrm>
                <a:off x="1764990" y="4273380"/>
                <a:ext cx="81360" cy="71640"/>
              </p14:xfrm>
            </p:contentPart>
          </mc:Choice>
          <mc:Fallback xmlns=""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50970078-2A07-4B99-AF33-8ECC017D9A4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756350" y="4264740"/>
                  <a:ext cx="990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9A09FAA9-04DB-4A8B-A289-D14645282521}"/>
                    </a:ext>
                  </a:extLst>
                </p14:cNvPr>
                <p14:cNvContentPartPr/>
                <p14:nvPr/>
              </p14:nvContentPartPr>
              <p14:xfrm>
                <a:off x="1752750" y="4289220"/>
                <a:ext cx="286920" cy="81720"/>
              </p14:xfrm>
            </p:contentPart>
          </mc:Choice>
          <mc:Fallback xmlns=""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9A09FAA9-04DB-4A8B-A289-D14645282521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743750" y="4280220"/>
                  <a:ext cx="3045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DF547413-01E1-4572-9C7F-0136E619CD2B}"/>
                    </a:ext>
                  </a:extLst>
                </p14:cNvPr>
                <p14:cNvContentPartPr/>
                <p14:nvPr/>
              </p14:nvContentPartPr>
              <p14:xfrm>
                <a:off x="1891350" y="4289940"/>
                <a:ext cx="348480" cy="95400"/>
              </p14:xfrm>
            </p:contentPart>
          </mc:Choice>
          <mc:Fallback xmlns=""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DF547413-01E1-4572-9C7F-0136E619CD2B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882350" y="4281300"/>
                  <a:ext cx="3661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8356A3A6-4BC7-4286-AE73-F7A902EEB762}"/>
                    </a:ext>
                  </a:extLst>
                </p14:cNvPr>
                <p14:cNvContentPartPr/>
                <p14:nvPr/>
              </p14:nvContentPartPr>
              <p14:xfrm>
                <a:off x="2156310" y="4276260"/>
                <a:ext cx="377280" cy="128880"/>
              </p14:xfrm>
            </p:contentPart>
          </mc:Choice>
          <mc:Fallback xmlns=""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8356A3A6-4BC7-4286-AE73-F7A902EEB762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147670" y="4267620"/>
                  <a:ext cx="3949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1F5A9F5C-6DDC-416F-A6B1-0B94F1D53642}"/>
                    </a:ext>
                  </a:extLst>
                </p14:cNvPr>
                <p14:cNvContentPartPr/>
                <p14:nvPr/>
              </p14:nvContentPartPr>
              <p14:xfrm>
                <a:off x="1799910" y="4236300"/>
                <a:ext cx="1026720" cy="171360"/>
              </p14:xfrm>
            </p:contentPart>
          </mc:Choice>
          <mc:Fallback xmlns=""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1F5A9F5C-6DDC-416F-A6B1-0B94F1D5364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790910" y="4227660"/>
                  <a:ext cx="1044360" cy="18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236" name="Entrada de lápiz 235">
                <a:extLst>
                  <a:ext uri="{FF2B5EF4-FFF2-40B4-BE49-F238E27FC236}">
                    <a16:creationId xmlns:a16="http://schemas.microsoft.com/office/drawing/2014/main" id="{6FD61760-D40E-4191-B0D4-8FAA11083019}"/>
                  </a:ext>
                </a:extLst>
              </p14:cNvPr>
              <p14:cNvContentPartPr/>
              <p14:nvPr/>
            </p14:nvContentPartPr>
            <p14:xfrm>
              <a:off x="1335150" y="5482980"/>
              <a:ext cx="41400" cy="273960"/>
            </p14:xfrm>
          </p:contentPart>
        </mc:Choice>
        <mc:Fallback xmlns="">
          <p:pic>
            <p:nvPicPr>
              <p:cNvPr id="236" name="Entrada de lápiz 235">
                <a:extLst>
                  <a:ext uri="{FF2B5EF4-FFF2-40B4-BE49-F238E27FC236}">
                    <a16:creationId xmlns:a16="http://schemas.microsoft.com/office/drawing/2014/main" id="{6FD61760-D40E-4191-B0D4-8FAA11083019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1326150" y="5473980"/>
                <a:ext cx="59040" cy="29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upo 249">
            <a:extLst>
              <a:ext uri="{FF2B5EF4-FFF2-40B4-BE49-F238E27FC236}">
                <a16:creationId xmlns:a16="http://schemas.microsoft.com/office/drawing/2014/main" id="{20F5F76A-47C1-49D1-8EE3-26E4DD27E1F1}"/>
              </a:ext>
            </a:extLst>
          </p:cNvPr>
          <p:cNvGrpSpPr/>
          <p:nvPr/>
        </p:nvGrpSpPr>
        <p:grpSpPr>
          <a:xfrm>
            <a:off x="4413870" y="3389580"/>
            <a:ext cx="129600" cy="826200"/>
            <a:chOff x="4413870" y="3389580"/>
            <a:chExt cx="129600" cy="82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06C5D5F3-549E-43EB-885F-60684597B81D}"/>
                    </a:ext>
                  </a:extLst>
                </p14:cNvPr>
                <p14:cNvContentPartPr/>
                <p14:nvPr/>
              </p14:nvContentPartPr>
              <p14:xfrm>
                <a:off x="4446270" y="3389580"/>
                <a:ext cx="46080" cy="747000"/>
              </p14:xfrm>
            </p:contentPart>
          </mc:Choice>
          <mc:Fallback xmlns=""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06C5D5F3-549E-43EB-885F-60684597B81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437630" y="3380580"/>
                  <a:ext cx="63720" cy="76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021E51A7-72C5-4F17-B16B-3FB3FC850459}"/>
                    </a:ext>
                  </a:extLst>
                </p14:cNvPr>
                <p14:cNvContentPartPr/>
                <p14:nvPr/>
              </p14:nvContentPartPr>
              <p14:xfrm>
                <a:off x="4413870" y="4197780"/>
                <a:ext cx="129600" cy="18000"/>
              </p14:xfrm>
            </p:contentPart>
          </mc:Choice>
          <mc:Fallback xmlns=""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021E51A7-72C5-4F17-B16B-3FB3FC850459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405230" y="4188780"/>
                  <a:ext cx="14724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upo 248">
            <a:extLst>
              <a:ext uri="{FF2B5EF4-FFF2-40B4-BE49-F238E27FC236}">
                <a16:creationId xmlns:a16="http://schemas.microsoft.com/office/drawing/2014/main" id="{0F775E58-2890-40A1-A10D-2CC76794F69C}"/>
              </a:ext>
            </a:extLst>
          </p:cNvPr>
          <p:cNvGrpSpPr/>
          <p:nvPr/>
        </p:nvGrpSpPr>
        <p:grpSpPr>
          <a:xfrm>
            <a:off x="4427190" y="4312260"/>
            <a:ext cx="143280" cy="543960"/>
            <a:chOff x="4427190" y="4312260"/>
            <a:chExt cx="143280" cy="54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BF37FA15-21AD-4EC5-B67E-40B2F8E75CD9}"/>
                    </a:ext>
                  </a:extLst>
                </p14:cNvPr>
                <p14:cNvContentPartPr/>
                <p14:nvPr/>
              </p14:nvContentPartPr>
              <p14:xfrm>
                <a:off x="4427190" y="4312260"/>
                <a:ext cx="143280" cy="15120"/>
              </p14:xfrm>
            </p:contentPart>
          </mc:Choice>
          <mc:Fallback xmlns=""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BF37FA15-21AD-4EC5-B67E-40B2F8E75CD9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418550" y="4303620"/>
                  <a:ext cx="1609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46" name="Entrada de lápiz 245">
                  <a:extLst>
                    <a:ext uri="{FF2B5EF4-FFF2-40B4-BE49-F238E27FC236}">
                      <a16:creationId xmlns:a16="http://schemas.microsoft.com/office/drawing/2014/main" id="{63179F20-A5D2-4D42-BE8C-538E3571477A}"/>
                    </a:ext>
                  </a:extLst>
                </p14:cNvPr>
                <p14:cNvContentPartPr/>
                <p14:nvPr/>
              </p14:nvContentPartPr>
              <p14:xfrm>
                <a:off x="4515750" y="4400820"/>
                <a:ext cx="10800" cy="455400"/>
              </p14:xfrm>
            </p:contentPart>
          </mc:Choice>
          <mc:Fallback xmlns="">
            <p:pic>
              <p:nvPicPr>
                <p:cNvPr id="246" name="Entrada de lápiz 245">
                  <a:extLst>
                    <a:ext uri="{FF2B5EF4-FFF2-40B4-BE49-F238E27FC236}">
                      <a16:creationId xmlns:a16="http://schemas.microsoft.com/office/drawing/2014/main" id="{63179F20-A5D2-4D42-BE8C-538E3571477A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506750" y="4392180"/>
                  <a:ext cx="28440" cy="47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247" name="Entrada de lápiz 246">
                <a:extLst>
                  <a:ext uri="{FF2B5EF4-FFF2-40B4-BE49-F238E27FC236}">
                    <a16:creationId xmlns:a16="http://schemas.microsoft.com/office/drawing/2014/main" id="{4D9CB425-4097-4008-9C3A-48B64BD441CB}"/>
                  </a:ext>
                </a:extLst>
              </p14:cNvPr>
              <p14:cNvContentPartPr/>
              <p14:nvPr/>
            </p14:nvContentPartPr>
            <p14:xfrm>
              <a:off x="4387230" y="5043060"/>
              <a:ext cx="173880" cy="94680"/>
            </p14:xfrm>
          </p:contentPart>
        </mc:Choice>
        <mc:Fallback xmlns="">
          <p:pic>
            <p:nvPicPr>
              <p:cNvPr id="247" name="Entrada de lápiz 246">
                <a:extLst>
                  <a:ext uri="{FF2B5EF4-FFF2-40B4-BE49-F238E27FC236}">
                    <a16:creationId xmlns:a16="http://schemas.microsoft.com/office/drawing/2014/main" id="{4D9CB425-4097-4008-9C3A-48B64BD441CB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4378590" y="5034420"/>
                <a:ext cx="19152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248" name="Entrada de lápiz 247">
                <a:extLst>
                  <a:ext uri="{FF2B5EF4-FFF2-40B4-BE49-F238E27FC236}">
                    <a16:creationId xmlns:a16="http://schemas.microsoft.com/office/drawing/2014/main" id="{DF250EFF-EBFB-4680-BACF-128A522D102C}"/>
                  </a:ext>
                </a:extLst>
              </p14:cNvPr>
              <p14:cNvContentPartPr/>
              <p14:nvPr/>
            </p14:nvContentPartPr>
            <p14:xfrm>
              <a:off x="4497030" y="5310180"/>
              <a:ext cx="11520" cy="609120"/>
            </p14:xfrm>
          </p:contentPart>
        </mc:Choice>
        <mc:Fallback xmlns="">
          <p:pic>
            <p:nvPicPr>
              <p:cNvPr id="248" name="Entrada de lápiz 247">
                <a:extLst>
                  <a:ext uri="{FF2B5EF4-FFF2-40B4-BE49-F238E27FC236}">
                    <a16:creationId xmlns:a16="http://schemas.microsoft.com/office/drawing/2014/main" id="{DF250EFF-EBFB-4680-BACF-128A522D102C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4488390" y="5301180"/>
                <a:ext cx="29160" cy="62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7" name="Grupo 256">
            <a:extLst>
              <a:ext uri="{FF2B5EF4-FFF2-40B4-BE49-F238E27FC236}">
                <a16:creationId xmlns:a16="http://schemas.microsoft.com/office/drawing/2014/main" id="{E7851483-5444-4B93-A3BE-A027543F6F57}"/>
              </a:ext>
            </a:extLst>
          </p:cNvPr>
          <p:cNvGrpSpPr/>
          <p:nvPr/>
        </p:nvGrpSpPr>
        <p:grpSpPr>
          <a:xfrm>
            <a:off x="359910" y="5330340"/>
            <a:ext cx="962640" cy="588600"/>
            <a:chOff x="359910" y="5330340"/>
            <a:chExt cx="962640" cy="58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39671DFF-DCC1-4A5E-AF69-273A233490E9}"/>
                    </a:ext>
                  </a:extLst>
                </p14:cNvPr>
                <p14:cNvContentPartPr/>
                <p14:nvPr/>
              </p14:nvContentPartPr>
              <p14:xfrm>
                <a:off x="480150" y="5566140"/>
                <a:ext cx="37800" cy="352800"/>
              </p14:xfrm>
            </p:contentPart>
          </mc:Choice>
          <mc:Fallback xmlns=""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39671DFF-DCC1-4A5E-AF69-273A233490E9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71150" y="5557500"/>
                  <a:ext cx="5544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5ECA1885-5072-452B-988F-2506CD28E3AC}"/>
                    </a:ext>
                  </a:extLst>
                </p14:cNvPr>
                <p14:cNvContentPartPr/>
                <p14:nvPr/>
              </p14:nvContentPartPr>
              <p14:xfrm>
                <a:off x="447030" y="5530140"/>
                <a:ext cx="105120" cy="196200"/>
              </p14:xfrm>
            </p:contentPart>
          </mc:Choice>
          <mc:Fallback xmlns=""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5ECA1885-5072-452B-988F-2506CD28E3AC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438390" y="5521140"/>
                  <a:ext cx="1227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93BEB927-0013-4863-9CA2-3EDBDB8E99A8}"/>
                    </a:ext>
                  </a:extLst>
                </p14:cNvPr>
                <p14:cNvContentPartPr/>
                <p14:nvPr/>
              </p14:nvContentPartPr>
              <p14:xfrm>
                <a:off x="600390" y="5501340"/>
                <a:ext cx="142920" cy="264240"/>
              </p14:xfrm>
            </p:contentPart>
          </mc:Choice>
          <mc:Fallback xmlns=""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93BEB927-0013-4863-9CA2-3EDBDB8E99A8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91390" y="5492700"/>
                  <a:ext cx="1605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8C58663C-71BE-478D-A0D8-C83B4A5498AA}"/>
                    </a:ext>
                  </a:extLst>
                </p14:cNvPr>
                <p14:cNvContentPartPr/>
                <p14:nvPr/>
              </p14:nvContentPartPr>
              <p14:xfrm>
                <a:off x="766710" y="5528340"/>
                <a:ext cx="174960" cy="195840"/>
              </p14:xfrm>
            </p:contentPart>
          </mc:Choice>
          <mc:Fallback xmlns=""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8C58663C-71BE-478D-A0D8-C83B4A5498AA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757710" y="5519340"/>
                  <a:ext cx="1926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FA8B0EF4-83DC-49D1-981C-84671030868A}"/>
                    </a:ext>
                  </a:extLst>
                </p14:cNvPr>
                <p14:cNvContentPartPr/>
                <p14:nvPr/>
              </p14:nvContentPartPr>
              <p14:xfrm>
                <a:off x="724590" y="5509620"/>
                <a:ext cx="180000" cy="238680"/>
              </p14:xfrm>
            </p:contentPart>
          </mc:Choice>
          <mc:Fallback xmlns=""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FA8B0EF4-83DC-49D1-981C-84671030868A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715590" y="5500980"/>
                  <a:ext cx="1976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C045C408-8872-4B1E-B539-1903523E9969}"/>
                    </a:ext>
                  </a:extLst>
                </p14:cNvPr>
                <p14:cNvContentPartPr/>
                <p14:nvPr/>
              </p14:nvContentPartPr>
              <p14:xfrm>
                <a:off x="905310" y="5626980"/>
                <a:ext cx="109080" cy="2160"/>
              </p14:xfrm>
            </p:contentPart>
          </mc:Choice>
          <mc:Fallback xmlns=""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C045C408-8872-4B1E-B539-1903523E9969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96310" y="5618340"/>
                  <a:ext cx="1267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AD1CC1D2-9139-476C-AE97-582E9AF12FC8}"/>
                    </a:ext>
                  </a:extLst>
                </p14:cNvPr>
                <p14:cNvContentPartPr/>
                <p14:nvPr/>
              </p14:nvContentPartPr>
              <p14:xfrm>
                <a:off x="952470" y="5665860"/>
                <a:ext cx="126720" cy="15120"/>
              </p14:xfrm>
            </p:contentPart>
          </mc:Choice>
          <mc:Fallback xmlns=""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AD1CC1D2-9139-476C-AE97-582E9AF12FC8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43830" y="5656860"/>
                  <a:ext cx="1443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7DA29CCB-0B57-4B06-B410-80CAC009303E}"/>
                    </a:ext>
                  </a:extLst>
                </p14:cNvPr>
                <p14:cNvContentPartPr/>
                <p14:nvPr/>
              </p14:nvContentPartPr>
              <p14:xfrm>
                <a:off x="1122030" y="5542740"/>
                <a:ext cx="18000" cy="140040"/>
              </p14:xfrm>
            </p:contentPart>
          </mc:Choice>
          <mc:Fallback xmlns=""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7DA29CCB-0B57-4B06-B410-80CAC009303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113030" y="5534100"/>
                  <a:ext cx="356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2D75FD0C-77CA-4CCF-9BC1-D403A5A01FCA}"/>
                    </a:ext>
                  </a:extLst>
                </p14:cNvPr>
                <p14:cNvContentPartPr/>
                <p14:nvPr/>
              </p14:nvContentPartPr>
              <p14:xfrm>
                <a:off x="1060470" y="5709420"/>
                <a:ext cx="133920" cy="2160"/>
              </p14:xfrm>
            </p:contentPart>
          </mc:Choice>
          <mc:Fallback xmlns=""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2D75FD0C-77CA-4CCF-9BC1-D403A5A01FCA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051470" y="5700420"/>
                  <a:ext cx="1515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51" name="Entrada de lápiz 250">
                  <a:extLst>
                    <a:ext uri="{FF2B5EF4-FFF2-40B4-BE49-F238E27FC236}">
                      <a16:creationId xmlns:a16="http://schemas.microsoft.com/office/drawing/2014/main" id="{AE616077-7619-4165-8858-0CDD50A19808}"/>
                    </a:ext>
                  </a:extLst>
                </p14:cNvPr>
                <p14:cNvContentPartPr/>
                <p14:nvPr/>
              </p14:nvContentPartPr>
              <p14:xfrm>
                <a:off x="405990" y="5421060"/>
                <a:ext cx="2520" cy="92880"/>
              </p14:xfrm>
            </p:contentPart>
          </mc:Choice>
          <mc:Fallback xmlns="">
            <p:pic>
              <p:nvPicPr>
                <p:cNvPr id="251" name="Entrada de lápiz 250">
                  <a:extLst>
                    <a:ext uri="{FF2B5EF4-FFF2-40B4-BE49-F238E27FC236}">
                      <a16:creationId xmlns:a16="http://schemas.microsoft.com/office/drawing/2014/main" id="{AE616077-7619-4165-8858-0CDD50A19808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97350" y="5412060"/>
                  <a:ext cx="201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26DE2D8E-5AAF-4072-8A78-C7C2D157DC42}"/>
                    </a:ext>
                  </a:extLst>
                </p14:cNvPr>
                <p14:cNvContentPartPr/>
                <p14:nvPr/>
              </p14:nvContentPartPr>
              <p14:xfrm>
                <a:off x="359910" y="5425740"/>
                <a:ext cx="128880" cy="5760"/>
              </p14:xfrm>
            </p:contentPart>
          </mc:Choice>
          <mc:Fallback xmlns=""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26DE2D8E-5AAF-4072-8A78-C7C2D157DC42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50910" y="5416740"/>
                  <a:ext cx="146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EFB1D401-EE52-4146-A3EE-6B6A5CE13D44}"/>
                    </a:ext>
                  </a:extLst>
                </p14:cNvPr>
                <p14:cNvContentPartPr/>
                <p14:nvPr/>
              </p14:nvContentPartPr>
              <p14:xfrm>
                <a:off x="814950" y="5355540"/>
                <a:ext cx="204840" cy="32760"/>
              </p14:xfrm>
            </p:contentPart>
          </mc:Choice>
          <mc:Fallback xmlns=""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EFB1D401-EE52-4146-A3EE-6B6A5CE13D4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05950" y="5346540"/>
                  <a:ext cx="2224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DBF9A5D9-49E5-4A94-9726-D45B83F3EF90}"/>
                    </a:ext>
                  </a:extLst>
                </p14:cNvPr>
                <p14:cNvContentPartPr/>
                <p14:nvPr/>
              </p14:nvContentPartPr>
              <p14:xfrm>
                <a:off x="1269990" y="5382180"/>
                <a:ext cx="37440" cy="52200"/>
              </p14:xfrm>
            </p:contentPart>
          </mc:Choice>
          <mc:Fallback xmlns=""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DBF9A5D9-49E5-4A94-9726-D45B83F3EF90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260990" y="5373540"/>
                  <a:ext cx="550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881A70B6-B5A8-43D2-BEAE-AD4DA9BC68EB}"/>
                    </a:ext>
                  </a:extLst>
                </p14:cNvPr>
                <p14:cNvContentPartPr/>
                <p14:nvPr/>
              </p14:nvContentPartPr>
              <p14:xfrm>
                <a:off x="418590" y="5404500"/>
                <a:ext cx="102960" cy="29160"/>
              </p14:xfrm>
            </p:contentPart>
          </mc:Choice>
          <mc:Fallback xmlns=""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881A70B6-B5A8-43D2-BEAE-AD4DA9BC68EB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409590" y="5395500"/>
                  <a:ext cx="1206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F8C67391-CFE7-48A9-A00D-764B466A2F3F}"/>
                    </a:ext>
                  </a:extLst>
                </p14:cNvPr>
                <p14:cNvContentPartPr/>
                <p14:nvPr/>
              </p14:nvContentPartPr>
              <p14:xfrm>
                <a:off x="386550" y="5330340"/>
                <a:ext cx="936000" cy="191520"/>
              </p14:xfrm>
            </p:contentPart>
          </mc:Choice>
          <mc:Fallback xmlns=""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F8C67391-CFE7-48A9-A00D-764B466A2F3F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77910" y="5321700"/>
                  <a:ext cx="953640" cy="20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upo 260">
            <a:extLst>
              <a:ext uri="{FF2B5EF4-FFF2-40B4-BE49-F238E27FC236}">
                <a16:creationId xmlns:a16="http://schemas.microsoft.com/office/drawing/2014/main" id="{5ED5BFD1-7462-4A3B-83CE-56171B34DEAA}"/>
              </a:ext>
            </a:extLst>
          </p:cNvPr>
          <p:cNvGrpSpPr/>
          <p:nvPr/>
        </p:nvGrpSpPr>
        <p:grpSpPr>
          <a:xfrm>
            <a:off x="2321550" y="5037660"/>
            <a:ext cx="264960" cy="153720"/>
            <a:chOff x="2321550" y="5037660"/>
            <a:chExt cx="264960" cy="1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BFA4660E-6CE9-4AC7-9DE7-34F3ED38F2E8}"/>
                    </a:ext>
                  </a:extLst>
                </p14:cNvPr>
                <p14:cNvContentPartPr/>
                <p14:nvPr/>
              </p14:nvContentPartPr>
              <p14:xfrm>
                <a:off x="2321550" y="5039460"/>
                <a:ext cx="107280" cy="141480"/>
              </p14:xfrm>
            </p:contentPart>
          </mc:Choice>
          <mc:Fallback xmlns=""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BFA4660E-6CE9-4AC7-9DE7-34F3ED38F2E8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312910" y="5030460"/>
                  <a:ext cx="124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0EF61787-140A-409B-880D-D09D7C4DA520}"/>
                    </a:ext>
                  </a:extLst>
                </p14:cNvPr>
                <p14:cNvContentPartPr/>
                <p14:nvPr/>
              </p14:nvContentPartPr>
              <p14:xfrm>
                <a:off x="2486070" y="5037660"/>
                <a:ext cx="100440" cy="153720"/>
              </p14:xfrm>
            </p:contentPart>
          </mc:Choice>
          <mc:Fallback xmlns=""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0EF61787-140A-409B-880D-D09D7C4DA520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477070" y="5029020"/>
                  <a:ext cx="11808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9">
            <p14:nvContentPartPr>
              <p14:cNvPr id="262" name="Entrada de lápiz 261">
                <a:extLst>
                  <a:ext uri="{FF2B5EF4-FFF2-40B4-BE49-F238E27FC236}">
                    <a16:creationId xmlns:a16="http://schemas.microsoft.com/office/drawing/2014/main" id="{2C8EC7E6-02D3-42BC-A87A-BDF0840475B6}"/>
                  </a:ext>
                </a:extLst>
              </p14:cNvPr>
              <p14:cNvContentPartPr/>
              <p14:nvPr/>
            </p14:nvContentPartPr>
            <p14:xfrm>
              <a:off x="2121390" y="5018940"/>
              <a:ext cx="96480" cy="156240"/>
            </p14:xfrm>
          </p:contentPart>
        </mc:Choice>
        <mc:Fallback xmlns="">
          <p:pic>
            <p:nvPicPr>
              <p:cNvPr id="262" name="Entrada de lápiz 261">
                <a:extLst>
                  <a:ext uri="{FF2B5EF4-FFF2-40B4-BE49-F238E27FC236}">
                    <a16:creationId xmlns:a16="http://schemas.microsoft.com/office/drawing/2014/main" id="{2C8EC7E6-02D3-42BC-A87A-BDF0840475B6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2112390" y="5010300"/>
                <a:ext cx="114120" cy="17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5" name="Grupo 284">
            <a:extLst>
              <a:ext uri="{FF2B5EF4-FFF2-40B4-BE49-F238E27FC236}">
                <a16:creationId xmlns:a16="http://schemas.microsoft.com/office/drawing/2014/main" id="{B7426C05-899C-47C1-84AF-290ACDA6B620}"/>
              </a:ext>
            </a:extLst>
          </p:cNvPr>
          <p:cNvGrpSpPr/>
          <p:nvPr/>
        </p:nvGrpSpPr>
        <p:grpSpPr>
          <a:xfrm>
            <a:off x="8219430" y="3631500"/>
            <a:ext cx="3315960" cy="833760"/>
            <a:chOff x="8219430" y="3631500"/>
            <a:chExt cx="3315960" cy="83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B6E8BED6-9400-49DC-8CD2-8FD13EBB3749}"/>
                    </a:ext>
                  </a:extLst>
                </p14:cNvPr>
                <p14:cNvContentPartPr/>
                <p14:nvPr/>
              </p14:nvContentPartPr>
              <p14:xfrm>
                <a:off x="8219430" y="3761460"/>
                <a:ext cx="20880" cy="342000"/>
              </p14:xfrm>
            </p:contentPart>
          </mc:Choice>
          <mc:Fallback xmlns=""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B6E8BED6-9400-49DC-8CD2-8FD13EBB3749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210790" y="3752820"/>
                  <a:ext cx="385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D5EA0FD4-7867-4BE0-A90C-706B4E98F6C3}"/>
                    </a:ext>
                  </a:extLst>
                </p14:cNvPr>
                <p14:cNvContentPartPr/>
                <p14:nvPr/>
              </p14:nvContentPartPr>
              <p14:xfrm>
                <a:off x="8227710" y="3747420"/>
                <a:ext cx="129600" cy="19584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D5EA0FD4-7867-4BE0-A90C-706B4E98F6C3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218710" y="3738780"/>
                  <a:ext cx="1472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D828FC18-632D-4DF9-A1C5-4A17D27A60FE}"/>
                    </a:ext>
                  </a:extLst>
                </p14:cNvPr>
                <p14:cNvContentPartPr/>
                <p14:nvPr/>
              </p14:nvContentPartPr>
              <p14:xfrm>
                <a:off x="8424270" y="3729420"/>
                <a:ext cx="90360" cy="207000"/>
              </p14:xfrm>
            </p:contentPart>
          </mc:Choice>
          <mc:Fallback xmlns=""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D828FC18-632D-4DF9-A1C5-4A17D27A60FE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415630" y="3720420"/>
                  <a:ext cx="1080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5E380E38-524D-4C5D-A81A-D47835F7FDD4}"/>
                    </a:ext>
                  </a:extLst>
                </p14:cNvPr>
                <p14:cNvContentPartPr/>
                <p14:nvPr/>
              </p14:nvContentPartPr>
              <p14:xfrm>
                <a:off x="8573670" y="3734820"/>
                <a:ext cx="142200" cy="148320"/>
              </p14:xfrm>
            </p:contentPart>
          </mc:Choice>
          <mc:Fallback xmlns=""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5E380E38-524D-4C5D-A81A-D47835F7FDD4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8565030" y="3726180"/>
                  <a:ext cx="1598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31DCD2D9-87E7-4A70-9916-F75F8A8B2662}"/>
                    </a:ext>
                  </a:extLst>
                </p14:cNvPr>
                <p14:cNvContentPartPr/>
                <p14:nvPr/>
              </p14:nvContentPartPr>
              <p14:xfrm>
                <a:off x="8590230" y="3687660"/>
                <a:ext cx="249840" cy="19332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31DCD2D9-87E7-4A70-9916-F75F8A8B2662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581590" y="3679020"/>
                  <a:ext cx="2674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DBB8529E-F8D6-4152-B99F-EE02941A3163}"/>
                    </a:ext>
                  </a:extLst>
                </p14:cNvPr>
                <p14:cNvContentPartPr/>
                <p14:nvPr/>
              </p14:nvContentPartPr>
              <p14:xfrm>
                <a:off x="8784270" y="3796740"/>
                <a:ext cx="77400" cy="8640"/>
              </p14:xfrm>
            </p:contentPart>
          </mc:Choice>
          <mc:Fallback xmlns=""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DBB8529E-F8D6-4152-B99F-EE02941A3163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8775630" y="3788100"/>
                  <a:ext cx="95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9BEDBEBD-776A-4411-9181-662341B843F0}"/>
                    </a:ext>
                  </a:extLst>
                </p14:cNvPr>
                <p14:cNvContentPartPr/>
                <p14:nvPr/>
              </p14:nvContentPartPr>
              <p14:xfrm>
                <a:off x="8939790" y="3697020"/>
                <a:ext cx="126360" cy="149760"/>
              </p14:xfrm>
            </p:contentPart>
          </mc:Choice>
          <mc:Fallback xmlns=""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9BEDBEBD-776A-4411-9181-662341B843F0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8930790" y="3688020"/>
                  <a:ext cx="1440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C69D0BD7-BF7E-4FA9-AFEE-D4DD3DF94F79}"/>
                    </a:ext>
                  </a:extLst>
                </p14:cNvPr>
                <p14:cNvContentPartPr/>
                <p14:nvPr/>
              </p14:nvContentPartPr>
              <p14:xfrm>
                <a:off x="9059670" y="3631500"/>
                <a:ext cx="75240" cy="265680"/>
              </p14:xfrm>
            </p:contentPart>
          </mc:Choice>
          <mc:Fallback xmlns=""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C69D0BD7-BF7E-4FA9-AFEE-D4DD3DF94F79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050670" y="3622500"/>
                  <a:ext cx="928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63" name="Entrada de lápiz 262">
                  <a:extLst>
                    <a:ext uri="{FF2B5EF4-FFF2-40B4-BE49-F238E27FC236}">
                      <a16:creationId xmlns:a16="http://schemas.microsoft.com/office/drawing/2014/main" id="{FFB593FF-B6A3-4994-BE6F-F33AA8669F2F}"/>
                    </a:ext>
                  </a:extLst>
                </p14:cNvPr>
                <p14:cNvContentPartPr/>
                <p14:nvPr/>
              </p14:nvContentPartPr>
              <p14:xfrm>
                <a:off x="8323470" y="4254300"/>
                <a:ext cx="149040" cy="200880"/>
              </p14:xfrm>
            </p:contentPart>
          </mc:Choice>
          <mc:Fallback xmlns="">
            <p:pic>
              <p:nvPicPr>
                <p:cNvPr id="263" name="Entrada de lápiz 262">
                  <a:extLst>
                    <a:ext uri="{FF2B5EF4-FFF2-40B4-BE49-F238E27FC236}">
                      <a16:creationId xmlns:a16="http://schemas.microsoft.com/office/drawing/2014/main" id="{FFB593FF-B6A3-4994-BE6F-F33AA8669F2F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8314830" y="4245300"/>
                  <a:ext cx="1666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64" name="Entrada de lápiz 263">
                  <a:extLst>
                    <a:ext uri="{FF2B5EF4-FFF2-40B4-BE49-F238E27FC236}">
                      <a16:creationId xmlns:a16="http://schemas.microsoft.com/office/drawing/2014/main" id="{8507A550-737A-4D0A-AE34-EEBC58585C25}"/>
                    </a:ext>
                  </a:extLst>
                </p14:cNvPr>
                <p14:cNvContentPartPr/>
                <p14:nvPr/>
              </p14:nvContentPartPr>
              <p14:xfrm>
                <a:off x="8330310" y="4236660"/>
                <a:ext cx="147240" cy="228600"/>
              </p14:xfrm>
            </p:contentPart>
          </mc:Choice>
          <mc:Fallback xmlns="">
            <p:pic>
              <p:nvPicPr>
                <p:cNvPr id="264" name="Entrada de lápiz 263">
                  <a:extLst>
                    <a:ext uri="{FF2B5EF4-FFF2-40B4-BE49-F238E27FC236}">
                      <a16:creationId xmlns:a16="http://schemas.microsoft.com/office/drawing/2014/main" id="{8507A550-737A-4D0A-AE34-EEBC58585C25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321670" y="4227660"/>
                  <a:ext cx="1648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B2E93C88-9763-40FC-A1FC-371FED6C28F0}"/>
                    </a:ext>
                  </a:extLst>
                </p14:cNvPr>
                <p14:cNvContentPartPr/>
                <p14:nvPr/>
              </p14:nvContentPartPr>
              <p14:xfrm>
                <a:off x="8494830" y="4266900"/>
                <a:ext cx="267480" cy="150120"/>
              </p14:xfrm>
            </p:contentPart>
          </mc:Choice>
          <mc:Fallback xmlns=""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B2E93C88-9763-40FC-A1FC-371FED6C28F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485830" y="4258260"/>
                  <a:ext cx="2851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66645EF6-8554-4D47-85C7-32D5708CB512}"/>
                    </a:ext>
                  </a:extLst>
                </p14:cNvPr>
                <p14:cNvContentPartPr/>
                <p14:nvPr/>
              </p14:nvContentPartPr>
              <p14:xfrm>
                <a:off x="8894430" y="4249620"/>
                <a:ext cx="37440" cy="167760"/>
              </p14:xfrm>
            </p:contentPart>
          </mc:Choice>
          <mc:Fallback xmlns=""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66645EF6-8554-4D47-85C7-32D5708CB512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885430" y="4240620"/>
                  <a:ext cx="550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D0D00EF0-F253-4345-A7ED-44CFA1A15429}"/>
                    </a:ext>
                  </a:extLst>
                </p14:cNvPr>
                <p14:cNvContentPartPr/>
                <p14:nvPr/>
              </p14:nvContentPartPr>
              <p14:xfrm>
                <a:off x="8916750" y="4168260"/>
                <a:ext cx="201600" cy="230400"/>
              </p14:xfrm>
            </p:contentPart>
          </mc:Choice>
          <mc:Fallback xmlns=""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D0D00EF0-F253-4345-A7ED-44CFA1A15429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908110" y="4159260"/>
                  <a:ext cx="2192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629DF0C9-B4FD-4141-B8A7-7C6C92D2CBE5}"/>
                    </a:ext>
                  </a:extLst>
                </p14:cNvPr>
                <p14:cNvContentPartPr/>
                <p14:nvPr/>
              </p14:nvContentPartPr>
              <p14:xfrm>
                <a:off x="9162270" y="4181220"/>
                <a:ext cx="91800" cy="231480"/>
              </p14:xfrm>
            </p:contentPart>
          </mc:Choice>
          <mc:Fallback xmlns=""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629DF0C9-B4FD-4141-B8A7-7C6C92D2CBE5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153630" y="4172220"/>
                  <a:ext cx="1094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F200FA5F-13B4-4CCD-B54B-57FDC868F7EE}"/>
                    </a:ext>
                  </a:extLst>
                </p14:cNvPr>
                <p14:cNvContentPartPr/>
                <p14:nvPr/>
              </p14:nvContentPartPr>
              <p14:xfrm>
                <a:off x="9294750" y="4197060"/>
                <a:ext cx="164160" cy="203760"/>
              </p14:xfrm>
            </p:contentPart>
          </mc:Choice>
          <mc:Fallback xmlns=""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F200FA5F-13B4-4CCD-B54B-57FDC868F7EE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9286110" y="4188420"/>
                  <a:ext cx="1818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9486C6DB-9FE8-4ED4-90E1-132D2F1E4330}"/>
                    </a:ext>
                  </a:extLst>
                </p14:cNvPr>
                <p14:cNvContentPartPr/>
                <p14:nvPr/>
              </p14:nvContentPartPr>
              <p14:xfrm>
                <a:off x="9570150" y="4244940"/>
                <a:ext cx="167760" cy="72360"/>
              </p14:xfrm>
            </p:contentPart>
          </mc:Choice>
          <mc:Fallback xmlns=""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9486C6DB-9FE8-4ED4-90E1-132D2F1E4330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9561150" y="4235940"/>
                  <a:ext cx="1854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A642C0DF-91F8-4E41-88C5-6D44687075CE}"/>
                    </a:ext>
                  </a:extLst>
                </p14:cNvPr>
                <p14:cNvContentPartPr/>
                <p14:nvPr/>
              </p14:nvContentPartPr>
              <p14:xfrm>
                <a:off x="9790110" y="4157100"/>
                <a:ext cx="154440" cy="176040"/>
              </p14:xfrm>
            </p:contentPart>
          </mc:Choice>
          <mc:Fallback xmlns=""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A642C0DF-91F8-4E41-88C5-6D44687075CE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781110" y="4148100"/>
                  <a:ext cx="1720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5CA2E6D1-7C76-48E0-BA89-47076CC00C6E}"/>
                    </a:ext>
                  </a:extLst>
                </p14:cNvPr>
                <p14:cNvContentPartPr/>
                <p14:nvPr/>
              </p14:nvContentPartPr>
              <p14:xfrm>
                <a:off x="10021230" y="4113180"/>
                <a:ext cx="96480" cy="177120"/>
              </p14:xfrm>
            </p:contentPart>
          </mc:Choice>
          <mc:Fallback xmlns=""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5CA2E6D1-7C76-48E0-BA89-47076CC00C6E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012590" y="4104540"/>
                  <a:ext cx="1141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73" name="Entrada de lápiz 272">
                  <a:extLst>
                    <a:ext uri="{FF2B5EF4-FFF2-40B4-BE49-F238E27FC236}">
                      <a16:creationId xmlns:a16="http://schemas.microsoft.com/office/drawing/2014/main" id="{3D85F891-5E36-45D2-8F82-205FA925C785}"/>
                    </a:ext>
                  </a:extLst>
                </p14:cNvPr>
                <p14:cNvContentPartPr/>
                <p14:nvPr/>
              </p14:nvContentPartPr>
              <p14:xfrm>
                <a:off x="10151550" y="4266180"/>
                <a:ext cx="23040" cy="91080"/>
              </p14:xfrm>
            </p:contentPart>
          </mc:Choice>
          <mc:Fallback xmlns="">
            <p:pic>
              <p:nvPicPr>
                <p:cNvPr id="273" name="Entrada de lápiz 272">
                  <a:extLst>
                    <a:ext uri="{FF2B5EF4-FFF2-40B4-BE49-F238E27FC236}">
                      <a16:creationId xmlns:a16="http://schemas.microsoft.com/office/drawing/2014/main" id="{3D85F891-5E36-45D2-8F82-205FA925C785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142550" y="4257180"/>
                  <a:ext cx="406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74" name="Entrada de lápiz 273">
                  <a:extLst>
                    <a:ext uri="{FF2B5EF4-FFF2-40B4-BE49-F238E27FC236}">
                      <a16:creationId xmlns:a16="http://schemas.microsoft.com/office/drawing/2014/main" id="{16F8D04C-6F89-46D9-AEDE-1A1DE47F9F29}"/>
                    </a:ext>
                  </a:extLst>
                </p14:cNvPr>
                <p14:cNvContentPartPr/>
                <p14:nvPr/>
              </p14:nvContentPartPr>
              <p14:xfrm>
                <a:off x="10302390" y="4154940"/>
                <a:ext cx="113400" cy="131040"/>
              </p14:xfrm>
            </p:contentPart>
          </mc:Choice>
          <mc:Fallback xmlns="">
            <p:pic>
              <p:nvPicPr>
                <p:cNvPr id="274" name="Entrada de lápiz 273">
                  <a:extLst>
                    <a:ext uri="{FF2B5EF4-FFF2-40B4-BE49-F238E27FC236}">
                      <a16:creationId xmlns:a16="http://schemas.microsoft.com/office/drawing/2014/main" id="{16F8D04C-6F89-46D9-AEDE-1A1DE47F9F29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293750" y="4146300"/>
                  <a:ext cx="1310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EFB285B5-B06E-4740-80E4-1ABB2016B52E}"/>
                    </a:ext>
                  </a:extLst>
                </p14:cNvPr>
                <p14:cNvContentPartPr/>
                <p14:nvPr/>
              </p14:nvContentPartPr>
              <p14:xfrm>
                <a:off x="10450350" y="4174740"/>
                <a:ext cx="124560" cy="66960"/>
              </p14:xfrm>
            </p:contentPart>
          </mc:Choice>
          <mc:Fallback xmlns=""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EFB285B5-B06E-4740-80E4-1ABB2016B52E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441710" y="4165740"/>
                  <a:ext cx="1422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34A77F03-E955-40D6-92ED-2C70F1E0C6A7}"/>
                    </a:ext>
                  </a:extLst>
                </p14:cNvPr>
                <p14:cNvContentPartPr/>
                <p14:nvPr/>
              </p14:nvContentPartPr>
              <p14:xfrm>
                <a:off x="10621710" y="4081860"/>
                <a:ext cx="115200" cy="202320"/>
              </p14:xfrm>
            </p:contentPart>
          </mc:Choice>
          <mc:Fallback xmlns=""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34A77F03-E955-40D6-92ED-2C70F1E0C6A7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613070" y="4072860"/>
                  <a:ext cx="1328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80" name="Entrada de lápiz 279">
                  <a:extLst>
                    <a:ext uri="{FF2B5EF4-FFF2-40B4-BE49-F238E27FC236}">
                      <a16:creationId xmlns:a16="http://schemas.microsoft.com/office/drawing/2014/main" id="{881FB67E-CA57-4836-AD03-322000590CF0}"/>
                    </a:ext>
                  </a:extLst>
                </p14:cNvPr>
                <p14:cNvContentPartPr/>
                <p14:nvPr/>
              </p14:nvContentPartPr>
              <p14:xfrm>
                <a:off x="10740150" y="4244940"/>
                <a:ext cx="50760" cy="73440"/>
              </p14:xfrm>
            </p:contentPart>
          </mc:Choice>
          <mc:Fallback xmlns="">
            <p:pic>
              <p:nvPicPr>
                <p:cNvPr id="280" name="Entrada de lápiz 279">
                  <a:extLst>
                    <a:ext uri="{FF2B5EF4-FFF2-40B4-BE49-F238E27FC236}">
                      <a16:creationId xmlns:a16="http://schemas.microsoft.com/office/drawing/2014/main" id="{881FB67E-CA57-4836-AD03-322000590CF0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731150" y="4235940"/>
                  <a:ext cx="684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001CAB63-8FC5-4D8D-A7C1-44F3D178F752}"/>
                    </a:ext>
                  </a:extLst>
                </p14:cNvPr>
                <p14:cNvContentPartPr/>
                <p14:nvPr/>
              </p14:nvContentPartPr>
              <p14:xfrm>
                <a:off x="10893870" y="4095540"/>
                <a:ext cx="141120" cy="209880"/>
              </p14:xfrm>
            </p:contentPart>
          </mc:Choice>
          <mc:Fallback xmlns=""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001CAB63-8FC5-4D8D-A7C1-44F3D178F752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885230" y="4086540"/>
                  <a:ext cx="1587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90A67E40-7035-43B4-953B-B48E919725B3}"/>
                    </a:ext>
                  </a:extLst>
                </p14:cNvPr>
                <p14:cNvContentPartPr/>
                <p14:nvPr/>
              </p14:nvContentPartPr>
              <p14:xfrm>
                <a:off x="11125350" y="4121100"/>
                <a:ext cx="102960" cy="66960"/>
              </p14:xfrm>
            </p:contentPart>
          </mc:Choice>
          <mc:Fallback xmlns=""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90A67E40-7035-43B4-953B-B48E919725B3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1116350" y="4112100"/>
                  <a:ext cx="1206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D524B186-FAA6-4A60-8337-5EE7F809AA08}"/>
                    </a:ext>
                  </a:extLst>
                </p14:cNvPr>
                <p14:cNvContentPartPr/>
                <p14:nvPr/>
              </p14:nvContentPartPr>
              <p14:xfrm>
                <a:off x="11275110" y="4081860"/>
                <a:ext cx="147240" cy="156600"/>
              </p14:xfrm>
            </p:contentPart>
          </mc:Choice>
          <mc:Fallback xmlns=""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D524B186-FAA6-4A60-8337-5EE7F809AA08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1266470" y="4072860"/>
                  <a:ext cx="164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84" name="Entrada de lápiz 283">
                  <a:extLst>
                    <a:ext uri="{FF2B5EF4-FFF2-40B4-BE49-F238E27FC236}">
                      <a16:creationId xmlns:a16="http://schemas.microsoft.com/office/drawing/2014/main" id="{E07F0E45-B633-434D-910C-D3B1FE245827}"/>
                    </a:ext>
                  </a:extLst>
                </p14:cNvPr>
                <p14:cNvContentPartPr/>
                <p14:nvPr/>
              </p14:nvContentPartPr>
              <p14:xfrm>
                <a:off x="11448630" y="3971340"/>
                <a:ext cx="86760" cy="276480"/>
              </p14:xfrm>
            </p:contentPart>
          </mc:Choice>
          <mc:Fallback xmlns="">
            <p:pic>
              <p:nvPicPr>
                <p:cNvPr id="284" name="Entrada de lápiz 283">
                  <a:extLst>
                    <a:ext uri="{FF2B5EF4-FFF2-40B4-BE49-F238E27FC236}">
                      <a16:creationId xmlns:a16="http://schemas.microsoft.com/office/drawing/2014/main" id="{E07F0E45-B633-434D-910C-D3B1FE245827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1439990" y="3962700"/>
                  <a:ext cx="104400" cy="29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5">
            <p14:nvContentPartPr>
              <p14:cNvPr id="300" name="Entrada de lápiz 299">
                <a:extLst>
                  <a:ext uri="{FF2B5EF4-FFF2-40B4-BE49-F238E27FC236}">
                    <a16:creationId xmlns:a16="http://schemas.microsoft.com/office/drawing/2014/main" id="{B205CDEC-A0EB-416D-9446-CD12DB3EE926}"/>
                  </a:ext>
                </a:extLst>
              </p14:cNvPr>
              <p14:cNvContentPartPr/>
              <p14:nvPr/>
            </p14:nvContentPartPr>
            <p14:xfrm>
              <a:off x="6276150" y="5083740"/>
              <a:ext cx="55800" cy="113040"/>
            </p14:xfrm>
          </p:contentPart>
        </mc:Choice>
        <mc:Fallback xmlns="">
          <p:pic>
            <p:nvPicPr>
              <p:cNvPr id="300" name="Entrada de lápiz 299">
                <a:extLst>
                  <a:ext uri="{FF2B5EF4-FFF2-40B4-BE49-F238E27FC236}">
                    <a16:creationId xmlns:a16="http://schemas.microsoft.com/office/drawing/2014/main" id="{B205CDEC-A0EB-416D-9446-CD12DB3EE926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6267150" y="5075100"/>
                <a:ext cx="7344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7">
            <p14:nvContentPartPr>
              <p14:cNvPr id="301" name="Entrada de lápiz 300">
                <a:extLst>
                  <a:ext uri="{FF2B5EF4-FFF2-40B4-BE49-F238E27FC236}">
                    <a16:creationId xmlns:a16="http://schemas.microsoft.com/office/drawing/2014/main" id="{C05D3B0A-923D-4885-9DFA-C7DC37B0308C}"/>
                  </a:ext>
                </a:extLst>
              </p14:cNvPr>
              <p14:cNvContentPartPr/>
              <p14:nvPr/>
            </p14:nvContentPartPr>
            <p14:xfrm>
              <a:off x="6399630" y="4951620"/>
              <a:ext cx="129600" cy="165960"/>
            </p14:xfrm>
          </p:contentPart>
        </mc:Choice>
        <mc:Fallback xmlns="">
          <p:pic>
            <p:nvPicPr>
              <p:cNvPr id="301" name="Entrada de lápiz 300">
                <a:extLst>
                  <a:ext uri="{FF2B5EF4-FFF2-40B4-BE49-F238E27FC236}">
                    <a16:creationId xmlns:a16="http://schemas.microsoft.com/office/drawing/2014/main" id="{C05D3B0A-923D-4885-9DFA-C7DC37B0308C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6390990" y="4942980"/>
                <a:ext cx="14724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9">
            <p14:nvContentPartPr>
              <p14:cNvPr id="302" name="Entrada de lápiz 301">
                <a:extLst>
                  <a:ext uri="{FF2B5EF4-FFF2-40B4-BE49-F238E27FC236}">
                    <a16:creationId xmlns:a16="http://schemas.microsoft.com/office/drawing/2014/main" id="{1433364C-623E-475A-8677-2A3A4A75B6DA}"/>
                  </a:ext>
                </a:extLst>
              </p14:cNvPr>
              <p14:cNvContentPartPr/>
              <p14:nvPr/>
            </p14:nvContentPartPr>
            <p14:xfrm>
              <a:off x="6570990" y="4937220"/>
              <a:ext cx="180000" cy="181800"/>
            </p14:xfrm>
          </p:contentPart>
        </mc:Choice>
        <mc:Fallback xmlns="">
          <p:pic>
            <p:nvPicPr>
              <p:cNvPr id="302" name="Entrada de lápiz 301">
                <a:extLst>
                  <a:ext uri="{FF2B5EF4-FFF2-40B4-BE49-F238E27FC236}">
                    <a16:creationId xmlns:a16="http://schemas.microsoft.com/office/drawing/2014/main" id="{1433364C-623E-475A-8677-2A3A4A75B6DA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6561990" y="4928580"/>
                <a:ext cx="197640" cy="19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5" name="Grupo 304">
            <a:extLst>
              <a:ext uri="{FF2B5EF4-FFF2-40B4-BE49-F238E27FC236}">
                <a16:creationId xmlns:a16="http://schemas.microsoft.com/office/drawing/2014/main" id="{BBD53CDE-C494-45D7-975A-14B646818E6A}"/>
              </a:ext>
            </a:extLst>
          </p:cNvPr>
          <p:cNvGrpSpPr/>
          <p:nvPr/>
        </p:nvGrpSpPr>
        <p:grpSpPr>
          <a:xfrm>
            <a:off x="4777470" y="4832460"/>
            <a:ext cx="1397880" cy="379080"/>
            <a:chOff x="4777470" y="4832460"/>
            <a:chExt cx="1397880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43EEAFB5-1A76-4326-A91C-AA5821627DBC}"/>
                    </a:ext>
                  </a:extLst>
                </p14:cNvPr>
                <p14:cNvContentPartPr/>
                <p14:nvPr/>
              </p14:nvContentPartPr>
              <p14:xfrm>
                <a:off x="4777470" y="4941180"/>
                <a:ext cx="33120" cy="270360"/>
              </p14:xfrm>
            </p:contentPart>
          </mc:Choice>
          <mc:Fallback xmlns=""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43EEAFB5-1A76-4326-A91C-AA5821627DBC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4768830" y="4932540"/>
                  <a:ext cx="507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46F7A525-2006-4642-83C5-818220320A66}"/>
                    </a:ext>
                  </a:extLst>
                </p14:cNvPr>
                <p14:cNvContentPartPr/>
                <p14:nvPr/>
              </p14:nvContentPartPr>
              <p14:xfrm>
                <a:off x="4778550" y="4902300"/>
                <a:ext cx="117360" cy="149400"/>
              </p14:xfrm>
            </p:contentPart>
          </mc:Choice>
          <mc:Fallback xmlns=""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46F7A525-2006-4642-83C5-818220320A66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4769910" y="4893660"/>
                  <a:ext cx="1350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88" name="Entrada de lápiz 287">
                  <a:extLst>
                    <a:ext uri="{FF2B5EF4-FFF2-40B4-BE49-F238E27FC236}">
                      <a16:creationId xmlns:a16="http://schemas.microsoft.com/office/drawing/2014/main" id="{4D6F57E7-FA13-4E28-849E-E665E10ADA22}"/>
                    </a:ext>
                  </a:extLst>
                </p14:cNvPr>
                <p14:cNvContentPartPr/>
                <p14:nvPr/>
              </p14:nvContentPartPr>
              <p14:xfrm>
                <a:off x="4976190" y="4892580"/>
                <a:ext cx="91440" cy="206280"/>
              </p14:xfrm>
            </p:contentPart>
          </mc:Choice>
          <mc:Fallback xmlns="">
            <p:pic>
              <p:nvPicPr>
                <p:cNvPr id="288" name="Entrada de lápiz 287">
                  <a:extLst>
                    <a:ext uri="{FF2B5EF4-FFF2-40B4-BE49-F238E27FC236}">
                      <a16:creationId xmlns:a16="http://schemas.microsoft.com/office/drawing/2014/main" id="{4D6F57E7-FA13-4E28-849E-E665E10ADA22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4967190" y="4883580"/>
                  <a:ext cx="1090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89" name="Entrada de lápiz 288">
                  <a:extLst>
                    <a:ext uri="{FF2B5EF4-FFF2-40B4-BE49-F238E27FC236}">
                      <a16:creationId xmlns:a16="http://schemas.microsoft.com/office/drawing/2014/main" id="{7C6ECF5F-D14B-4C94-AFBF-88E4C979394F}"/>
                    </a:ext>
                  </a:extLst>
                </p14:cNvPr>
                <p14:cNvContentPartPr/>
                <p14:nvPr/>
              </p14:nvContentPartPr>
              <p14:xfrm>
                <a:off x="5124870" y="4962780"/>
                <a:ext cx="112320" cy="140040"/>
              </p14:xfrm>
            </p:contentPart>
          </mc:Choice>
          <mc:Fallback xmlns="">
            <p:pic>
              <p:nvPicPr>
                <p:cNvPr id="289" name="Entrada de lápiz 288">
                  <a:extLst>
                    <a:ext uri="{FF2B5EF4-FFF2-40B4-BE49-F238E27FC236}">
                      <a16:creationId xmlns:a16="http://schemas.microsoft.com/office/drawing/2014/main" id="{7C6ECF5F-D14B-4C94-AFBF-88E4C979394F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5115870" y="4953780"/>
                  <a:ext cx="1299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90" name="Entrada de lápiz 289">
                  <a:extLst>
                    <a:ext uri="{FF2B5EF4-FFF2-40B4-BE49-F238E27FC236}">
                      <a16:creationId xmlns:a16="http://schemas.microsoft.com/office/drawing/2014/main" id="{D7BB905B-4AA4-4B6E-9031-94197852EE5A}"/>
                    </a:ext>
                  </a:extLst>
                </p14:cNvPr>
                <p14:cNvContentPartPr/>
                <p14:nvPr/>
              </p14:nvContentPartPr>
              <p14:xfrm>
                <a:off x="5118750" y="4937940"/>
                <a:ext cx="121680" cy="158400"/>
              </p14:xfrm>
            </p:contentPart>
          </mc:Choice>
          <mc:Fallback xmlns="">
            <p:pic>
              <p:nvPicPr>
                <p:cNvPr id="290" name="Entrada de lápiz 289">
                  <a:extLst>
                    <a:ext uri="{FF2B5EF4-FFF2-40B4-BE49-F238E27FC236}">
                      <a16:creationId xmlns:a16="http://schemas.microsoft.com/office/drawing/2014/main" id="{D7BB905B-4AA4-4B6E-9031-94197852EE5A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5109750" y="4928940"/>
                  <a:ext cx="1393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91" name="Entrada de lápiz 290">
                  <a:extLst>
                    <a:ext uri="{FF2B5EF4-FFF2-40B4-BE49-F238E27FC236}">
                      <a16:creationId xmlns:a16="http://schemas.microsoft.com/office/drawing/2014/main" id="{B89F41AA-EACF-4963-8419-F38A6734DA39}"/>
                    </a:ext>
                  </a:extLst>
                </p14:cNvPr>
                <p14:cNvContentPartPr/>
                <p14:nvPr/>
              </p14:nvContentPartPr>
              <p14:xfrm>
                <a:off x="5318910" y="4987620"/>
                <a:ext cx="141120" cy="58680"/>
              </p14:xfrm>
            </p:contentPart>
          </mc:Choice>
          <mc:Fallback xmlns="">
            <p:pic>
              <p:nvPicPr>
                <p:cNvPr id="291" name="Entrada de lápiz 290">
                  <a:extLst>
                    <a:ext uri="{FF2B5EF4-FFF2-40B4-BE49-F238E27FC236}">
                      <a16:creationId xmlns:a16="http://schemas.microsoft.com/office/drawing/2014/main" id="{B89F41AA-EACF-4963-8419-F38A6734DA39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5309910" y="4978980"/>
                  <a:ext cx="1587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94" name="Entrada de lápiz 293">
                  <a:extLst>
                    <a:ext uri="{FF2B5EF4-FFF2-40B4-BE49-F238E27FC236}">
                      <a16:creationId xmlns:a16="http://schemas.microsoft.com/office/drawing/2014/main" id="{C2A969E9-392A-4E52-9ECD-D9F601331C82}"/>
                    </a:ext>
                  </a:extLst>
                </p14:cNvPr>
                <p14:cNvContentPartPr/>
                <p14:nvPr/>
              </p14:nvContentPartPr>
              <p14:xfrm>
                <a:off x="5513310" y="4912020"/>
                <a:ext cx="129600" cy="165600"/>
              </p14:xfrm>
            </p:contentPart>
          </mc:Choice>
          <mc:Fallback xmlns="">
            <p:pic>
              <p:nvPicPr>
                <p:cNvPr id="294" name="Entrada de lápiz 293">
                  <a:extLst>
                    <a:ext uri="{FF2B5EF4-FFF2-40B4-BE49-F238E27FC236}">
                      <a16:creationId xmlns:a16="http://schemas.microsoft.com/office/drawing/2014/main" id="{C2A969E9-392A-4E52-9ECD-D9F601331C82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5504310" y="4903020"/>
                  <a:ext cx="1472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EA619044-DAC7-4308-B1C5-49152D1CFA3A}"/>
                    </a:ext>
                  </a:extLst>
                </p14:cNvPr>
                <p14:cNvContentPartPr/>
                <p14:nvPr/>
              </p14:nvContentPartPr>
              <p14:xfrm>
                <a:off x="5674230" y="4832460"/>
                <a:ext cx="67680" cy="302400"/>
              </p14:xfrm>
            </p:contentPart>
          </mc:Choice>
          <mc:Fallback xmlns=""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EA619044-DAC7-4308-B1C5-49152D1CFA3A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665590" y="4823820"/>
                  <a:ext cx="853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96" name="Entrada de lápiz 295">
                  <a:extLst>
                    <a:ext uri="{FF2B5EF4-FFF2-40B4-BE49-F238E27FC236}">
                      <a16:creationId xmlns:a16="http://schemas.microsoft.com/office/drawing/2014/main" id="{BD22D757-E4BF-4132-AA07-0A849727EA8F}"/>
                    </a:ext>
                  </a:extLst>
                </p14:cNvPr>
                <p14:cNvContentPartPr/>
                <p14:nvPr/>
              </p14:nvContentPartPr>
              <p14:xfrm>
                <a:off x="5884830" y="4984740"/>
                <a:ext cx="91800" cy="5760"/>
              </p14:xfrm>
            </p:contentPart>
          </mc:Choice>
          <mc:Fallback xmlns="">
            <p:pic>
              <p:nvPicPr>
                <p:cNvPr id="296" name="Entrada de lápiz 295">
                  <a:extLst>
                    <a:ext uri="{FF2B5EF4-FFF2-40B4-BE49-F238E27FC236}">
                      <a16:creationId xmlns:a16="http://schemas.microsoft.com/office/drawing/2014/main" id="{BD22D757-E4BF-4132-AA07-0A849727EA8F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5875830" y="4976100"/>
                  <a:ext cx="109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97" name="Entrada de lápiz 296">
                  <a:extLst>
                    <a:ext uri="{FF2B5EF4-FFF2-40B4-BE49-F238E27FC236}">
                      <a16:creationId xmlns:a16="http://schemas.microsoft.com/office/drawing/2014/main" id="{8DA32989-D837-4D1E-92E9-C491C1C8EF09}"/>
                    </a:ext>
                  </a:extLst>
                </p14:cNvPr>
                <p14:cNvContentPartPr/>
                <p14:nvPr/>
              </p14:nvContentPartPr>
              <p14:xfrm>
                <a:off x="5865390" y="5054220"/>
                <a:ext cx="108360" cy="5040"/>
              </p14:xfrm>
            </p:contentPart>
          </mc:Choice>
          <mc:Fallback xmlns="">
            <p:pic>
              <p:nvPicPr>
                <p:cNvPr id="297" name="Entrada de lápiz 296">
                  <a:extLst>
                    <a:ext uri="{FF2B5EF4-FFF2-40B4-BE49-F238E27FC236}">
                      <a16:creationId xmlns:a16="http://schemas.microsoft.com/office/drawing/2014/main" id="{8DA32989-D837-4D1E-92E9-C491C1C8EF09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856390" y="5045220"/>
                  <a:ext cx="1260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04" name="Entrada de lápiz 303">
                  <a:extLst>
                    <a:ext uri="{FF2B5EF4-FFF2-40B4-BE49-F238E27FC236}">
                      <a16:creationId xmlns:a16="http://schemas.microsoft.com/office/drawing/2014/main" id="{CFFEC47A-3973-4103-9A75-92F8048D28AD}"/>
                    </a:ext>
                  </a:extLst>
                </p14:cNvPr>
                <p14:cNvContentPartPr/>
                <p14:nvPr/>
              </p14:nvContentPartPr>
              <p14:xfrm>
                <a:off x="6073470" y="4919940"/>
                <a:ext cx="101880" cy="136080"/>
              </p14:xfrm>
            </p:contentPart>
          </mc:Choice>
          <mc:Fallback xmlns="">
            <p:pic>
              <p:nvPicPr>
                <p:cNvPr id="304" name="Entrada de lápiz 303">
                  <a:extLst>
                    <a:ext uri="{FF2B5EF4-FFF2-40B4-BE49-F238E27FC236}">
                      <a16:creationId xmlns:a16="http://schemas.microsoft.com/office/drawing/2014/main" id="{CFFEC47A-3973-4103-9A75-92F8048D28AD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6064470" y="4910940"/>
                  <a:ext cx="11952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upo 309">
            <a:extLst>
              <a:ext uri="{FF2B5EF4-FFF2-40B4-BE49-F238E27FC236}">
                <a16:creationId xmlns:a16="http://schemas.microsoft.com/office/drawing/2014/main" id="{51E981BD-A305-487D-B750-0ADD02A05F4E}"/>
              </a:ext>
            </a:extLst>
          </p:cNvPr>
          <p:cNvGrpSpPr/>
          <p:nvPr/>
        </p:nvGrpSpPr>
        <p:grpSpPr>
          <a:xfrm>
            <a:off x="2951190" y="4931460"/>
            <a:ext cx="565200" cy="246240"/>
            <a:chOff x="2951190" y="4931460"/>
            <a:chExt cx="5652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06" name="Entrada de lápiz 305">
                  <a:extLst>
                    <a:ext uri="{FF2B5EF4-FFF2-40B4-BE49-F238E27FC236}">
                      <a16:creationId xmlns:a16="http://schemas.microsoft.com/office/drawing/2014/main" id="{FA16AE2A-44A2-4C95-A03A-016420AC90FC}"/>
                    </a:ext>
                  </a:extLst>
                </p14:cNvPr>
                <p14:cNvContentPartPr/>
                <p14:nvPr/>
              </p14:nvContentPartPr>
              <p14:xfrm>
                <a:off x="2951190" y="5021460"/>
                <a:ext cx="331200" cy="156240"/>
              </p14:xfrm>
            </p:contentPart>
          </mc:Choice>
          <mc:Fallback xmlns="">
            <p:pic>
              <p:nvPicPr>
                <p:cNvPr id="306" name="Entrada de lápiz 305">
                  <a:extLst>
                    <a:ext uri="{FF2B5EF4-FFF2-40B4-BE49-F238E27FC236}">
                      <a16:creationId xmlns:a16="http://schemas.microsoft.com/office/drawing/2014/main" id="{FA16AE2A-44A2-4C95-A03A-016420AC90FC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942550" y="5012460"/>
                  <a:ext cx="3488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07" name="Entrada de lápiz 306">
                  <a:extLst>
                    <a:ext uri="{FF2B5EF4-FFF2-40B4-BE49-F238E27FC236}">
                      <a16:creationId xmlns:a16="http://schemas.microsoft.com/office/drawing/2014/main" id="{D5B21D4C-39EB-428F-B134-C2BFEC922B9F}"/>
                    </a:ext>
                  </a:extLst>
                </p14:cNvPr>
                <p14:cNvContentPartPr/>
                <p14:nvPr/>
              </p14:nvContentPartPr>
              <p14:xfrm>
                <a:off x="3422790" y="4931460"/>
                <a:ext cx="13680" cy="243360"/>
              </p14:xfrm>
            </p:contentPart>
          </mc:Choice>
          <mc:Fallback xmlns="">
            <p:pic>
              <p:nvPicPr>
                <p:cNvPr id="307" name="Entrada de lápiz 306">
                  <a:extLst>
                    <a:ext uri="{FF2B5EF4-FFF2-40B4-BE49-F238E27FC236}">
                      <a16:creationId xmlns:a16="http://schemas.microsoft.com/office/drawing/2014/main" id="{D5B21D4C-39EB-428F-B134-C2BFEC922B9F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3413790" y="4922460"/>
                  <a:ext cx="313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08" name="Entrada de lápiz 307">
                  <a:extLst>
                    <a:ext uri="{FF2B5EF4-FFF2-40B4-BE49-F238E27FC236}">
                      <a16:creationId xmlns:a16="http://schemas.microsoft.com/office/drawing/2014/main" id="{918784BC-F510-4759-81BF-48FCA5ED74CE}"/>
                    </a:ext>
                  </a:extLst>
                </p14:cNvPr>
                <p14:cNvContentPartPr/>
                <p14:nvPr/>
              </p14:nvContentPartPr>
              <p14:xfrm>
                <a:off x="3503790" y="4933260"/>
                <a:ext cx="12600" cy="226800"/>
              </p14:xfrm>
            </p:contentPart>
          </mc:Choice>
          <mc:Fallback xmlns="">
            <p:pic>
              <p:nvPicPr>
                <p:cNvPr id="308" name="Entrada de lápiz 307">
                  <a:extLst>
                    <a:ext uri="{FF2B5EF4-FFF2-40B4-BE49-F238E27FC236}">
                      <a16:creationId xmlns:a16="http://schemas.microsoft.com/office/drawing/2014/main" id="{918784BC-F510-4759-81BF-48FCA5ED74CE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3495150" y="4924260"/>
                  <a:ext cx="302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09" name="Entrada de lápiz 308">
                  <a:extLst>
                    <a:ext uri="{FF2B5EF4-FFF2-40B4-BE49-F238E27FC236}">
                      <a16:creationId xmlns:a16="http://schemas.microsoft.com/office/drawing/2014/main" id="{41A81556-A0BA-4059-89AD-207D1573408C}"/>
                    </a:ext>
                  </a:extLst>
                </p14:cNvPr>
                <p14:cNvContentPartPr/>
                <p14:nvPr/>
              </p14:nvContentPartPr>
              <p14:xfrm>
                <a:off x="3400110" y="5107860"/>
                <a:ext cx="99000" cy="8640"/>
              </p14:xfrm>
            </p:contentPart>
          </mc:Choice>
          <mc:Fallback xmlns="">
            <p:pic>
              <p:nvPicPr>
                <p:cNvPr id="309" name="Entrada de lápiz 308">
                  <a:extLst>
                    <a:ext uri="{FF2B5EF4-FFF2-40B4-BE49-F238E27FC236}">
                      <a16:creationId xmlns:a16="http://schemas.microsoft.com/office/drawing/2014/main" id="{41A81556-A0BA-4059-89AD-207D1573408C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3391470" y="5098860"/>
                  <a:ext cx="116640" cy="26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18" name="Rectángulo 317">
            <a:extLst>
              <a:ext uri="{FF2B5EF4-FFF2-40B4-BE49-F238E27FC236}">
                <a16:creationId xmlns:a16="http://schemas.microsoft.com/office/drawing/2014/main" id="{95881C85-0B48-4E42-AB47-8D8028C257A6}"/>
              </a:ext>
            </a:extLst>
          </p:cNvPr>
          <p:cNvSpPr/>
          <p:nvPr/>
        </p:nvSpPr>
        <p:spPr>
          <a:xfrm>
            <a:off x="1458450" y="5370225"/>
            <a:ext cx="2967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0" i="0" dirty="0" err="1">
                <a:solidFill>
                  <a:srgbClr val="202124"/>
                </a:solidFill>
                <a:effectLst/>
                <a:latin typeface="Roboto"/>
              </a:rPr>
              <a:t>dhyper</a:t>
            </a:r>
            <a:r>
              <a:rPr lang="pt-BR" b="0" i="0" dirty="0">
                <a:solidFill>
                  <a:srgbClr val="202124"/>
                </a:solidFill>
                <a:effectLst/>
                <a:latin typeface="Roboto"/>
              </a:rPr>
              <a:t>(x=0,m=3,n=22,k=3)</a:t>
            </a:r>
            <a:endParaRPr lang="es-ES" dirty="0"/>
          </a:p>
        </p:txBody>
      </p:sp>
      <p:grpSp>
        <p:nvGrpSpPr>
          <p:cNvPr id="331" name="Grupo 330">
            <a:extLst>
              <a:ext uri="{FF2B5EF4-FFF2-40B4-BE49-F238E27FC236}">
                <a16:creationId xmlns:a16="http://schemas.microsoft.com/office/drawing/2014/main" id="{0988E77A-4DB8-4D55-B9FE-3F6459FF8BB1}"/>
              </a:ext>
            </a:extLst>
          </p:cNvPr>
          <p:cNvGrpSpPr/>
          <p:nvPr/>
        </p:nvGrpSpPr>
        <p:grpSpPr>
          <a:xfrm>
            <a:off x="1496790" y="5820300"/>
            <a:ext cx="1600920" cy="187920"/>
            <a:chOff x="1496790" y="5820300"/>
            <a:chExt cx="1600920" cy="18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19" name="Entrada de lápiz 318">
                  <a:extLst>
                    <a:ext uri="{FF2B5EF4-FFF2-40B4-BE49-F238E27FC236}">
                      <a16:creationId xmlns:a16="http://schemas.microsoft.com/office/drawing/2014/main" id="{FAD234C2-EC0F-4C7A-AF5E-970736370E7E}"/>
                    </a:ext>
                  </a:extLst>
                </p14:cNvPr>
                <p14:cNvContentPartPr/>
                <p14:nvPr/>
              </p14:nvContentPartPr>
              <p14:xfrm>
                <a:off x="1496790" y="5840460"/>
                <a:ext cx="237600" cy="114120"/>
              </p14:xfrm>
            </p:contentPart>
          </mc:Choice>
          <mc:Fallback xmlns="">
            <p:pic>
              <p:nvPicPr>
                <p:cNvPr id="319" name="Entrada de lápiz 318">
                  <a:extLst>
                    <a:ext uri="{FF2B5EF4-FFF2-40B4-BE49-F238E27FC236}">
                      <a16:creationId xmlns:a16="http://schemas.microsoft.com/office/drawing/2014/main" id="{FAD234C2-EC0F-4C7A-AF5E-970736370E7E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488150" y="5831820"/>
                  <a:ext cx="2552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22" name="Entrada de lápiz 321">
                  <a:extLst>
                    <a:ext uri="{FF2B5EF4-FFF2-40B4-BE49-F238E27FC236}">
                      <a16:creationId xmlns:a16="http://schemas.microsoft.com/office/drawing/2014/main" id="{644DCAAA-B3D6-432C-8CE2-994BDC207842}"/>
                    </a:ext>
                  </a:extLst>
                </p14:cNvPr>
                <p14:cNvContentPartPr/>
                <p14:nvPr/>
              </p14:nvContentPartPr>
              <p14:xfrm>
                <a:off x="1831590" y="5869260"/>
                <a:ext cx="66960" cy="360"/>
              </p14:xfrm>
            </p:contentPart>
          </mc:Choice>
          <mc:Fallback xmlns="">
            <p:pic>
              <p:nvPicPr>
                <p:cNvPr id="322" name="Entrada de lápiz 321">
                  <a:extLst>
                    <a:ext uri="{FF2B5EF4-FFF2-40B4-BE49-F238E27FC236}">
                      <a16:creationId xmlns:a16="http://schemas.microsoft.com/office/drawing/2014/main" id="{644DCAAA-B3D6-432C-8CE2-994BDC20784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822950" y="5860260"/>
                  <a:ext cx="84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23" name="Entrada de lápiz 322">
                  <a:extLst>
                    <a:ext uri="{FF2B5EF4-FFF2-40B4-BE49-F238E27FC236}">
                      <a16:creationId xmlns:a16="http://schemas.microsoft.com/office/drawing/2014/main" id="{168CE3CF-E2FF-48A5-8A2C-F5EB2B9C29CB}"/>
                    </a:ext>
                  </a:extLst>
                </p14:cNvPr>
                <p14:cNvContentPartPr/>
                <p14:nvPr/>
              </p14:nvContentPartPr>
              <p14:xfrm>
                <a:off x="1838070" y="5912460"/>
                <a:ext cx="155520" cy="38160"/>
              </p14:xfrm>
            </p:contentPart>
          </mc:Choice>
          <mc:Fallback xmlns="">
            <p:pic>
              <p:nvPicPr>
                <p:cNvPr id="323" name="Entrada de lápiz 322">
                  <a:extLst>
                    <a:ext uri="{FF2B5EF4-FFF2-40B4-BE49-F238E27FC236}">
                      <a16:creationId xmlns:a16="http://schemas.microsoft.com/office/drawing/2014/main" id="{168CE3CF-E2FF-48A5-8A2C-F5EB2B9C29CB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829070" y="5903820"/>
                  <a:ext cx="1731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24" name="Entrada de lápiz 323">
                  <a:extLst>
                    <a:ext uri="{FF2B5EF4-FFF2-40B4-BE49-F238E27FC236}">
                      <a16:creationId xmlns:a16="http://schemas.microsoft.com/office/drawing/2014/main" id="{260C9FB3-6D31-4C90-A3D3-A629FDB7E67F}"/>
                    </a:ext>
                  </a:extLst>
                </p14:cNvPr>
                <p14:cNvContentPartPr/>
                <p14:nvPr/>
              </p14:nvContentPartPr>
              <p14:xfrm>
                <a:off x="2072070" y="5869260"/>
                <a:ext cx="203760" cy="112320"/>
              </p14:xfrm>
            </p:contentPart>
          </mc:Choice>
          <mc:Fallback xmlns="">
            <p:pic>
              <p:nvPicPr>
                <p:cNvPr id="324" name="Entrada de lápiz 323">
                  <a:extLst>
                    <a:ext uri="{FF2B5EF4-FFF2-40B4-BE49-F238E27FC236}">
                      <a16:creationId xmlns:a16="http://schemas.microsoft.com/office/drawing/2014/main" id="{260C9FB3-6D31-4C90-A3D3-A629FDB7E67F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2063430" y="5860260"/>
                  <a:ext cx="2214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25" name="Entrada de lápiz 324">
                  <a:extLst>
                    <a:ext uri="{FF2B5EF4-FFF2-40B4-BE49-F238E27FC236}">
                      <a16:creationId xmlns:a16="http://schemas.microsoft.com/office/drawing/2014/main" id="{467E5D9F-56E4-44B6-B5EF-D809E149A053}"/>
                    </a:ext>
                  </a:extLst>
                </p14:cNvPr>
                <p14:cNvContentPartPr/>
                <p14:nvPr/>
              </p14:nvContentPartPr>
              <p14:xfrm>
                <a:off x="2282670" y="5884020"/>
                <a:ext cx="85680" cy="111600"/>
              </p14:xfrm>
            </p:contentPart>
          </mc:Choice>
          <mc:Fallback xmlns="">
            <p:pic>
              <p:nvPicPr>
                <p:cNvPr id="325" name="Entrada de lápiz 324">
                  <a:extLst>
                    <a:ext uri="{FF2B5EF4-FFF2-40B4-BE49-F238E27FC236}">
                      <a16:creationId xmlns:a16="http://schemas.microsoft.com/office/drawing/2014/main" id="{467E5D9F-56E4-44B6-B5EF-D809E149A053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273670" y="5875020"/>
                  <a:ext cx="1033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26" name="Entrada de lápiz 325">
                  <a:extLst>
                    <a:ext uri="{FF2B5EF4-FFF2-40B4-BE49-F238E27FC236}">
                      <a16:creationId xmlns:a16="http://schemas.microsoft.com/office/drawing/2014/main" id="{691D3AB7-A233-4046-88BD-C83E73B2181F}"/>
                    </a:ext>
                  </a:extLst>
                </p14:cNvPr>
                <p14:cNvContentPartPr/>
                <p14:nvPr/>
              </p14:nvContentPartPr>
              <p14:xfrm>
                <a:off x="2429550" y="5907060"/>
                <a:ext cx="115560" cy="101160"/>
              </p14:xfrm>
            </p:contentPart>
          </mc:Choice>
          <mc:Fallback xmlns="">
            <p:pic>
              <p:nvPicPr>
                <p:cNvPr id="326" name="Entrada de lápiz 325">
                  <a:extLst>
                    <a:ext uri="{FF2B5EF4-FFF2-40B4-BE49-F238E27FC236}">
                      <a16:creationId xmlns:a16="http://schemas.microsoft.com/office/drawing/2014/main" id="{691D3AB7-A233-4046-88BD-C83E73B2181F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420550" y="5898060"/>
                  <a:ext cx="1332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27" name="Entrada de lápiz 326">
                  <a:extLst>
                    <a:ext uri="{FF2B5EF4-FFF2-40B4-BE49-F238E27FC236}">
                      <a16:creationId xmlns:a16="http://schemas.microsoft.com/office/drawing/2014/main" id="{D1DF34DA-80A5-4C03-AB0B-E8D87E8BC7C0}"/>
                    </a:ext>
                  </a:extLst>
                </p14:cNvPr>
                <p14:cNvContentPartPr/>
                <p14:nvPr/>
              </p14:nvContentPartPr>
              <p14:xfrm>
                <a:off x="2577510" y="5904180"/>
                <a:ext cx="73080" cy="93600"/>
              </p14:xfrm>
            </p:contentPart>
          </mc:Choice>
          <mc:Fallback xmlns="">
            <p:pic>
              <p:nvPicPr>
                <p:cNvPr id="327" name="Entrada de lápiz 326">
                  <a:extLst>
                    <a:ext uri="{FF2B5EF4-FFF2-40B4-BE49-F238E27FC236}">
                      <a16:creationId xmlns:a16="http://schemas.microsoft.com/office/drawing/2014/main" id="{D1DF34DA-80A5-4C03-AB0B-E8D87E8BC7C0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568870" y="5895540"/>
                  <a:ext cx="907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28" name="Entrada de lápiz 327">
                  <a:extLst>
                    <a:ext uri="{FF2B5EF4-FFF2-40B4-BE49-F238E27FC236}">
                      <a16:creationId xmlns:a16="http://schemas.microsoft.com/office/drawing/2014/main" id="{D841CF45-B566-425F-986D-2763DCA8D492}"/>
                    </a:ext>
                  </a:extLst>
                </p14:cNvPr>
                <p14:cNvContentPartPr/>
                <p14:nvPr/>
              </p14:nvContentPartPr>
              <p14:xfrm>
                <a:off x="2771550" y="5820300"/>
                <a:ext cx="36360" cy="162360"/>
              </p14:xfrm>
            </p:contentPart>
          </mc:Choice>
          <mc:Fallback xmlns="">
            <p:pic>
              <p:nvPicPr>
                <p:cNvPr id="328" name="Entrada de lápiz 327">
                  <a:extLst>
                    <a:ext uri="{FF2B5EF4-FFF2-40B4-BE49-F238E27FC236}">
                      <a16:creationId xmlns:a16="http://schemas.microsoft.com/office/drawing/2014/main" id="{D841CF45-B566-425F-986D-2763DCA8D492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762910" y="5811300"/>
                  <a:ext cx="540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29" name="Entrada de lápiz 328">
                  <a:extLst>
                    <a:ext uri="{FF2B5EF4-FFF2-40B4-BE49-F238E27FC236}">
                      <a16:creationId xmlns:a16="http://schemas.microsoft.com/office/drawing/2014/main" id="{CB900B59-93D4-4ADD-AAC8-AC13BE3FEDCA}"/>
                    </a:ext>
                  </a:extLst>
                </p14:cNvPr>
                <p14:cNvContentPartPr/>
                <p14:nvPr/>
              </p14:nvContentPartPr>
              <p14:xfrm>
                <a:off x="2737710" y="5875740"/>
                <a:ext cx="195480" cy="111240"/>
              </p14:xfrm>
            </p:contentPart>
          </mc:Choice>
          <mc:Fallback xmlns="">
            <p:pic>
              <p:nvPicPr>
                <p:cNvPr id="329" name="Entrada de lápiz 328">
                  <a:extLst>
                    <a:ext uri="{FF2B5EF4-FFF2-40B4-BE49-F238E27FC236}">
                      <a16:creationId xmlns:a16="http://schemas.microsoft.com/office/drawing/2014/main" id="{CB900B59-93D4-4ADD-AAC8-AC13BE3FEDC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728710" y="5866740"/>
                  <a:ext cx="2131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30" name="Entrada de lápiz 329">
                  <a:extLst>
                    <a:ext uri="{FF2B5EF4-FFF2-40B4-BE49-F238E27FC236}">
                      <a16:creationId xmlns:a16="http://schemas.microsoft.com/office/drawing/2014/main" id="{79453127-B2D5-4415-97FC-9C4D3BAF935C}"/>
                    </a:ext>
                  </a:extLst>
                </p14:cNvPr>
                <p14:cNvContentPartPr/>
                <p14:nvPr/>
              </p14:nvContentPartPr>
              <p14:xfrm>
                <a:off x="2974230" y="5905260"/>
                <a:ext cx="123480" cy="100080"/>
              </p14:xfrm>
            </p:contentPart>
          </mc:Choice>
          <mc:Fallback xmlns="">
            <p:pic>
              <p:nvPicPr>
                <p:cNvPr id="330" name="Entrada de lápiz 329">
                  <a:extLst>
                    <a:ext uri="{FF2B5EF4-FFF2-40B4-BE49-F238E27FC236}">
                      <a16:creationId xmlns:a16="http://schemas.microsoft.com/office/drawing/2014/main" id="{79453127-B2D5-4415-97FC-9C4D3BAF935C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2965230" y="5896260"/>
                  <a:ext cx="141120" cy="11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0">
            <p14:nvContentPartPr>
              <p14:cNvPr id="338" name="Entrada de lápiz 337">
                <a:extLst>
                  <a:ext uri="{FF2B5EF4-FFF2-40B4-BE49-F238E27FC236}">
                    <a16:creationId xmlns:a16="http://schemas.microsoft.com/office/drawing/2014/main" id="{00CFBFC5-0FBF-4F4B-A2B5-743C9D83F13D}"/>
                  </a:ext>
                </a:extLst>
              </p14:cNvPr>
              <p14:cNvContentPartPr/>
              <p14:nvPr/>
            </p14:nvContentPartPr>
            <p14:xfrm>
              <a:off x="3403350" y="5663700"/>
              <a:ext cx="10800" cy="68040"/>
            </p14:xfrm>
          </p:contentPart>
        </mc:Choice>
        <mc:Fallback xmlns="">
          <p:pic>
            <p:nvPicPr>
              <p:cNvPr id="338" name="Entrada de lápiz 337">
                <a:extLst>
                  <a:ext uri="{FF2B5EF4-FFF2-40B4-BE49-F238E27FC236}">
                    <a16:creationId xmlns:a16="http://schemas.microsoft.com/office/drawing/2014/main" id="{00CFBFC5-0FBF-4F4B-A2B5-743C9D83F13D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3394350" y="5654700"/>
                <a:ext cx="28440" cy="8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3" name="Grupo 342">
            <a:extLst>
              <a:ext uri="{FF2B5EF4-FFF2-40B4-BE49-F238E27FC236}">
                <a16:creationId xmlns:a16="http://schemas.microsoft.com/office/drawing/2014/main" id="{EE7CD419-4B05-42C7-A1AC-6521BEB60454}"/>
              </a:ext>
            </a:extLst>
          </p:cNvPr>
          <p:cNvGrpSpPr/>
          <p:nvPr/>
        </p:nvGrpSpPr>
        <p:grpSpPr>
          <a:xfrm>
            <a:off x="4793310" y="5429340"/>
            <a:ext cx="1026000" cy="305280"/>
            <a:chOff x="4793310" y="5429340"/>
            <a:chExt cx="1026000" cy="30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32" name="Entrada de lápiz 331">
                  <a:extLst>
                    <a:ext uri="{FF2B5EF4-FFF2-40B4-BE49-F238E27FC236}">
                      <a16:creationId xmlns:a16="http://schemas.microsoft.com/office/drawing/2014/main" id="{EB211D6D-6DF5-4F22-8B34-9D18867F8C2D}"/>
                    </a:ext>
                  </a:extLst>
                </p14:cNvPr>
                <p14:cNvContentPartPr/>
                <p14:nvPr/>
              </p14:nvContentPartPr>
              <p14:xfrm>
                <a:off x="4793310" y="5474700"/>
                <a:ext cx="171720" cy="153720"/>
              </p14:xfrm>
            </p:contentPart>
          </mc:Choice>
          <mc:Fallback xmlns="">
            <p:pic>
              <p:nvPicPr>
                <p:cNvPr id="332" name="Entrada de lápiz 331">
                  <a:extLst>
                    <a:ext uri="{FF2B5EF4-FFF2-40B4-BE49-F238E27FC236}">
                      <a16:creationId xmlns:a16="http://schemas.microsoft.com/office/drawing/2014/main" id="{EB211D6D-6DF5-4F22-8B34-9D18867F8C2D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784310" y="5465700"/>
                  <a:ext cx="1893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33" name="Entrada de lápiz 332">
                  <a:extLst>
                    <a:ext uri="{FF2B5EF4-FFF2-40B4-BE49-F238E27FC236}">
                      <a16:creationId xmlns:a16="http://schemas.microsoft.com/office/drawing/2014/main" id="{7F055634-3FDA-4842-9D2B-46C886517892}"/>
                    </a:ext>
                  </a:extLst>
                </p14:cNvPr>
                <p14:cNvContentPartPr/>
                <p14:nvPr/>
              </p14:nvContentPartPr>
              <p14:xfrm>
                <a:off x="5007510" y="5540220"/>
                <a:ext cx="97920" cy="360"/>
              </p14:xfrm>
            </p:contentPart>
          </mc:Choice>
          <mc:Fallback xmlns="">
            <p:pic>
              <p:nvPicPr>
                <p:cNvPr id="333" name="Entrada de lápiz 332">
                  <a:extLst>
                    <a:ext uri="{FF2B5EF4-FFF2-40B4-BE49-F238E27FC236}">
                      <a16:creationId xmlns:a16="http://schemas.microsoft.com/office/drawing/2014/main" id="{7F055634-3FDA-4842-9D2B-46C886517892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998870" y="5531220"/>
                  <a:ext cx="115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34" name="Entrada de lápiz 333">
                  <a:extLst>
                    <a:ext uri="{FF2B5EF4-FFF2-40B4-BE49-F238E27FC236}">
                      <a16:creationId xmlns:a16="http://schemas.microsoft.com/office/drawing/2014/main" id="{CE37E505-7A96-4390-82BD-38FCF45E48F8}"/>
                    </a:ext>
                  </a:extLst>
                </p14:cNvPr>
                <p14:cNvContentPartPr/>
                <p14:nvPr/>
              </p14:nvContentPartPr>
              <p14:xfrm>
                <a:off x="5038470" y="5565060"/>
                <a:ext cx="156600" cy="55800"/>
              </p14:xfrm>
            </p:contentPart>
          </mc:Choice>
          <mc:Fallback xmlns="">
            <p:pic>
              <p:nvPicPr>
                <p:cNvPr id="334" name="Entrada de lápiz 333">
                  <a:extLst>
                    <a:ext uri="{FF2B5EF4-FFF2-40B4-BE49-F238E27FC236}">
                      <a16:creationId xmlns:a16="http://schemas.microsoft.com/office/drawing/2014/main" id="{CE37E505-7A96-4390-82BD-38FCF45E48F8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5029470" y="5556420"/>
                  <a:ext cx="1742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35" name="Entrada de lápiz 334">
                  <a:extLst>
                    <a:ext uri="{FF2B5EF4-FFF2-40B4-BE49-F238E27FC236}">
                      <a16:creationId xmlns:a16="http://schemas.microsoft.com/office/drawing/2014/main" id="{F3D01D91-45F7-477B-8169-B5F27D5082AE}"/>
                    </a:ext>
                  </a:extLst>
                </p14:cNvPr>
                <p14:cNvContentPartPr/>
                <p14:nvPr/>
              </p14:nvContentPartPr>
              <p14:xfrm>
                <a:off x="5291550" y="5431500"/>
                <a:ext cx="153360" cy="195840"/>
              </p14:xfrm>
            </p:contentPart>
          </mc:Choice>
          <mc:Fallback xmlns="">
            <p:pic>
              <p:nvPicPr>
                <p:cNvPr id="335" name="Entrada de lápiz 334">
                  <a:extLst>
                    <a:ext uri="{FF2B5EF4-FFF2-40B4-BE49-F238E27FC236}">
                      <a16:creationId xmlns:a16="http://schemas.microsoft.com/office/drawing/2014/main" id="{F3D01D91-45F7-477B-8169-B5F27D5082AE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282550" y="5422860"/>
                  <a:ext cx="1710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36" name="Entrada de lápiz 335">
                  <a:extLst>
                    <a:ext uri="{FF2B5EF4-FFF2-40B4-BE49-F238E27FC236}">
                      <a16:creationId xmlns:a16="http://schemas.microsoft.com/office/drawing/2014/main" id="{A4D0DC5B-BDD5-46E0-BEAB-CA73CF1C4150}"/>
                    </a:ext>
                  </a:extLst>
                </p14:cNvPr>
                <p14:cNvContentPartPr/>
                <p14:nvPr/>
              </p14:nvContentPartPr>
              <p14:xfrm>
                <a:off x="5508990" y="5546700"/>
                <a:ext cx="114480" cy="8280"/>
              </p14:xfrm>
            </p:contentPart>
          </mc:Choice>
          <mc:Fallback xmlns="">
            <p:pic>
              <p:nvPicPr>
                <p:cNvPr id="336" name="Entrada de lápiz 335">
                  <a:extLst>
                    <a:ext uri="{FF2B5EF4-FFF2-40B4-BE49-F238E27FC236}">
                      <a16:creationId xmlns:a16="http://schemas.microsoft.com/office/drawing/2014/main" id="{A4D0DC5B-BDD5-46E0-BEAB-CA73CF1C4150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499990" y="5537700"/>
                  <a:ext cx="1321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39" name="Entrada de lápiz 338">
                  <a:extLst>
                    <a:ext uri="{FF2B5EF4-FFF2-40B4-BE49-F238E27FC236}">
                      <a16:creationId xmlns:a16="http://schemas.microsoft.com/office/drawing/2014/main" id="{63F82D5E-7095-4563-B85C-F215D40DF884}"/>
                    </a:ext>
                  </a:extLst>
                </p14:cNvPr>
                <p14:cNvContentPartPr/>
                <p14:nvPr/>
              </p14:nvContentPartPr>
              <p14:xfrm>
                <a:off x="5025870" y="5681700"/>
                <a:ext cx="7560" cy="52920"/>
              </p14:xfrm>
            </p:contentPart>
          </mc:Choice>
          <mc:Fallback xmlns="">
            <p:pic>
              <p:nvPicPr>
                <p:cNvPr id="339" name="Entrada de lápiz 338">
                  <a:extLst>
                    <a:ext uri="{FF2B5EF4-FFF2-40B4-BE49-F238E27FC236}">
                      <a16:creationId xmlns:a16="http://schemas.microsoft.com/office/drawing/2014/main" id="{63F82D5E-7095-4563-B85C-F215D40DF884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5017230" y="5673060"/>
                  <a:ext cx="252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40" name="Entrada de lápiz 339">
                  <a:extLst>
                    <a:ext uri="{FF2B5EF4-FFF2-40B4-BE49-F238E27FC236}">
                      <a16:creationId xmlns:a16="http://schemas.microsoft.com/office/drawing/2014/main" id="{D7F58486-939D-4817-990C-971AB109756D}"/>
                    </a:ext>
                  </a:extLst>
                </p14:cNvPr>
                <p14:cNvContentPartPr/>
                <p14:nvPr/>
              </p14:nvContentPartPr>
              <p14:xfrm>
                <a:off x="5659830" y="5429340"/>
                <a:ext cx="104040" cy="183240"/>
              </p14:xfrm>
            </p:contentPart>
          </mc:Choice>
          <mc:Fallback xmlns="">
            <p:pic>
              <p:nvPicPr>
                <p:cNvPr id="340" name="Entrada de lápiz 339">
                  <a:extLst>
                    <a:ext uri="{FF2B5EF4-FFF2-40B4-BE49-F238E27FC236}">
                      <a16:creationId xmlns:a16="http://schemas.microsoft.com/office/drawing/2014/main" id="{D7F58486-939D-4817-990C-971AB109756D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5651190" y="5420340"/>
                  <a:ext cx="121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41" name="Entrada de lápiz 340">
                  <a:extLst>
                    <a:ext uri="{FF2B5EF4-FFF2-40B4-BE49-F238E27FC236}">
                      <a16:creationId xmlns:a16="http://schemas.microsoft.com/office/drawing/2014/main" id="{C124A107-F8DD-49A2-87E0-13A6EAF0AF8F}"/>
                    </a:ext>
                  </a:extLst>
                </p14:cNvPr>
                <p14:cNvContentPartPr/>
                <p14:nvPr/>
              </p14:nvContentPartPr>
              <p14:xfrm>
                <a:off x="5818950" y="5624100"/>
                <a:ext cx="360" cy="360"/>
              </p14:xfrm>
            </p:contentPart>
          </mc:Choice>
          <mc:Fallback xmlns="">
            <p:pic>
              <p:nvPicPr>
                <p:cNvPr id="341" name="Entrada de lápiz 340">
                  <a:extLst>
                    <a:ext uri="{FF2B5EF4-FFF2-40B4-BE49-F238E27FC236}">
                      <a16:creationId xmlns:a16="http://schemas.microsoft.com/office/drawing/2014/main" id="{C124A107-F8DD-49A2-87E0-13A6EAF0AF8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10310" y="56154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0" name="Grupo 359">
            <a:extLst>
              <a:ext uri="{FF2B5EF4-FFF2-40B4-BE49-F238E27FC236}">
                <a16:creationId xmlns:a16="http://schemas.microsoft.com/office/drawing/2014/main" id="{D7C926A3-6E74-40D6-8BD6-52606A136C26}"/>
              </a:ext>
            </a:extLst>
          </p:cNvPr>
          <p:cNvGrpSpPr/>
          <p:nvPr/>
        </p:nvGrpSpPr>
        <p:grpSpPr>
          <a:xfrm>
            <a:off x="6331590" y="5401260"/>
            <a:ext cx="203760" cy="201960"/>
            <a:chOff x="6331590" y="5401260"/>
            <a:chExt cx="203760" cy="20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44" name="Entrada de lápiz 343">
                  <a:extLst>
                    <a:ext uri="{FF2B5EF4-FFF2-40B4-BE49-F238E27FC236}">
                      <a16:creationId xmlns:a16="http://schemas.microsoft.com/office/drawing/2014/main" id="{4923B0FA-5F79-4E00-92BD-C8EABB61EF39}"/>
                    </a:ext>
                  </a:extLst>
                </p14:cNvPr>
                <p14:cNvContentPartPr/>
                <p14:nvPr/>
              </p14:nvContentPartPr>
              <p14:xfrm>
                <a:off x="6331590" y="5401260"/>
                <a:ext cx="19080" cy="194760"/>
              </p14:xfrm>
            </p:contentPart>
          </mc:Choice>
          <mc:Fallback xmlns="">
            <p:pic>
              <p:nvPicPr>
                <p:cNvPr id="344" name="Entrada de lápiz 343">
                  <a:extLst>
                    <a:ext uri="{FF2B5EF4-FFF2-40B4-BE49-F238E27FC236}">
                      <a16:creationId xmlns:a16="http://schemas.microsoft.com/office/drawing/2014/main" id="{4923B0FA-5F79-4E00-92BD-C8EABB61EF39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6322950" y="5392260"/>
                  <a:ext cx="367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45" name="Entrada de lápiz 344">
                  <a:extLst>
                    <a:ext uri="{FF2B5EF4-FFF2-40B4-BE49-F238E27FC236}">
                      <a16:creationId xmlns:a16="http://schemas.microsoft.com/office/drawing/2014/main" id="{FF9489B0-F1BB-4FA4-98F9-5C7F2DFDB0E1}"/>
                    </a:ext>
                  </a:extLst>
                </p14:cNvPr>
                <p14:cNvContentPartPr/>
                <p14:nvPr/>
              </p14:nvContentPartPr>
              <p14:xfrm>
                <a:off x="6366510" y="5412780"/>
                <a:ext cx="168840" cy="190440"/>
              </p14:xfrm>
            </p:contentPart>
          </mc:Choice>
          <mc:Fallback xmlns="">
            <p:pic>
              <p:nvPicPr>
                <p:cNvPr id="345" name="Entrada de lápiz 344">
                  <a:extLst>
                    <a:ext uri="{FF2B5EF4-FFF2-40B4-BE49-F238E27FC236}">
                      <a16:creationId xmlns:a16="http://schemas.microsoft.com/office/drawing/2014/main" id="{FF9489B0-F1BB-4FA4-98F9-5C7F2DFDB0E1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6357870" y="5403780"/>
                  <a:ext cx="186480" cy="20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9" name="Grupo 358">
            <a:extLst>
              <a:ext uri="{FF2B5EF4-FFF2-40B4-BE49-F238E27FC236}">
                <a16:creationId xmlns:a16="http://schemas.microsoft.com/office/drawing/2014/main" id="{CEB999FF-AC1D-4D13-A972-0E75F355E4E3}"/>
              </a:ext>
            </a:extLst>
          </p:cNvPr>
          <p:cNvGrpSpPr/>
          <p:nvPr/>
        </p:nvGrpSpPr>
        <p:grpSpPr>
          <a:xfrm>
            <a:off x="6816870" y="5264820"/>
            <a:ext cx="1787400" cy="318960"/>
            <a:chOff x="6816870" y="5264820"/>
            <a:chExt cx="1787400" cy="3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46" name="Entrada de lápiz 345">
                  <a:extLst>
                    <a:ext uri="{FF2B5EF4-FFF2-40B4-BE49-F238E27FC236}">
                      <a16:creationId xmlns:a16="http://schemas.microsoft.com/office/drawing/2014/main" id="{57C41A25-B8AE-4819-A618-BCE5F786F292}"/>
                    </a:ext>
                  </a:extLst>
                </p14:cNvPr>
                <p14:cNvContentPartPr/>
                <p14:nvPr/>
              </p14:nvContentPartPr>
              <p14:xfrm>
                <a:off x="6816870" y="5451300"/>
                <a:ext cx="154080" cy="132480"/>
              </p14:xfrm>
            </p:contentPart>
          </mc:Choice>
          <mc:Fallback xmlns="">
            <p:pic>
              <p:nvPicPr>
                <p:cNvPr id="346" name="Entrada de lápiz 345">
                  <a:extLst>
                    <a:ext uri="{FF2B5EF4-FFF2-40B4-BE49-F238E27FC236}">
                      <a16:creationId xmlns:a16="http://schemas.microsoft.com/office/drawing/2014/main" id="{57C41A25-B8AE-4819-A618-BCE5F786F292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6807870" y="5442660"/>
                  <a:ext cx="1717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47" name="Entrada de lápiz 346">
                  <a:extLst>
                    <a:ext uri="{FF2B5EF4-FFF2-40B4-BE49-F238E27FC236}">
                      <a16:creationId xmlns:a16="http://schemas.microsoft.com/office/drawing/2014/main" id="{C2CE6736-56E8-4CC4-866A-B6285D1996B4}"/>
                    </a:ext>
                  </a:extLst>
                </p14:cNvPr>
                <p14:cNvContentPartPr/>
                <p14:nvPr/>
              </p14:nvContentPartPr>
              <p14:xfrm>
                <a:off x="6974910" y="5402340"/>
                <a:ext cx="228960" cy="146520"/>
              </p14:xfrm>
            </p:contentPart>
          </mc:Choice>
          <mc:Fallback xmlns="">
            <p:pic>
              <p:nvPicPr>
                <p:cNvPr id="347" name="Entrada de lápiz 346">
                  <a:extLst>
                    <a:ext uri="{FF2B5EF4-FFF2-40B4-BE49-F238E27FC236}">
                      <a16:creationId xmlns:a16="http://schemas.microsoft.com/office/drawing/2014/main" id="{C2CE6736-56E8-4CC4-866A-B6285D1996B4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6966270" y="5393700"/>
                  <a:ext cx="2466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48" name="Entrada de lápiz 347">
                  <a:extLst>
                    <a:ext uri="{FF2B5EF4-FFF2-40B4-BE49-F238E27FC236}">
                      <a16:creationId xmlns:a16="http://schemas.microsoft.com/office/drawing/2014/main" id="{F9907F9C-8206-4C34-AE2C-090A34124618}"/>
                    </a:ext>
                  </a:extLst>
                </p14:cNvPr>
                <p14:cNvContentPartPr/>
                <p14:nvPr/>
              </p14:nvContentPartPr>
              <p14:xfrm>
                <a:off x="7232670" y="5410980"/>
                <a:ext cx="116280" cy="101160"/>
              </p14:xfrm>
            </p:contentPart>
          </mc:Choice>
          <mc:Fallback xmlns="">
            <p:pic>
              <p:nvPicPr>
                <p:cNvPr id="348" name="Entrada de lápiz 347">
                  <a:extLst>
                    <a:ext uri="{FF2B5EF4-FFF2-40B4-BE49-F238E27FC236}">
                      <a16:creationId xmlns:a16="http://schemas.microsoft.com/office/drawing/2014/main" id="{F9907F9C-8206-4C34-AE2C-090A34124618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7224030" y="5401980"/>
                  <a:ext cx="1339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49" name="Entrada de lápiz 348">
                  <a:extLst>
                    <a:ext uri="{FF2B5EF4-FFF2-40B4-BE49-F238E27FC236}">
                      <a16:creationId xmlns:a16="http://schemas.microsoft.com/office/drawing/2014/main" id="{8A5BE066-166D-42D2-B11B-DA47E918F080}"/>
                    </a:ext>
                  </a:extLst>
                </p14:cNvPr>
                <p14:cNvContentPartPr/>
                <p14:nvPr/>
              </p14:nvContentPartPr>
              <p14:xfrm>
                <a:off x="7415550" y="5410980"/>
                <a:ext cx="95400" cy="102600"/>
              </p14:xfrm>
            </p:contentPart>
          </mc:Choice>
          <mc:Fallback xmlns="">
            <p:pic>
              <p:nvPicPr>
                <p:cNvPr id="349" name="Entrada de lápiz 348">
                  <a:extLst>
                    <a:ext uri="{FF2B5EF4-FFF2-40B4-BE49-F238E27FC236}">
                      <a16:creationId xmlns:a16="http://schemas.microsoft.com/office/drawing/2014/main" id="{8A5BE066-166D-42D2-B11B-DA47E918F080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7406910" y="5401980"/>
                  <a:ext cx="1130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50" name="Entrada de lápiz 349">
                  <a:extLst>
                    <a:ext uri="{FF2B5EF4-FFF2-40B4-BE49-F238E27FC236}">
                      <a16:creationId xmlns:a16="http://schemas.microsoft.com/office/drawing/2014/main" id="{0CF5AAB0-37FB-439E-B92C-BA1CABA2F9A7}"/>
                    </a:ext>
                  </a:extLst>
                </p14:cNvPr>
                <p14:cNvContentPartPr/>
                <p14:nvPr/>
              </p14:nvContentPartPr>
              <p14:xfrm>
                <a:off x="7517070" y="5295420"/>
                <a:ext cx="43560" cy="171360"/>
              </p14:xfrm>
            </p:contentPart>
          </mc:Choice>
          <mc:Fallback xmlns="">
            <p:pic>
              <p:nvPicPr>
                <p:cNvPr id="350" name="Entrada de lápiz 349">
                  <a:extLst>
                    <a:ext uri="{FF2B5EF4-FFF2-40B4-BE49-F238E27FC236}">
                      <a16:creationId xmlns:a16="http://schemas.microsoft.com/office/drawing/2014/main" id="{0CF5AAB0-37FB-439E-B92C-BA1CABA2F9A7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7508070" y="5286420"/>
                  <a:ext cx="612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51" name="Entrada de lápiz 350">
                  <a:extLst>
                    <a:ext uri="{FF2B5EF4-FFF2-40B4-BE49-F238E27FC236}">
                      <a16:creationId xmlns:a16="http://schemas.microsoft.com/office/drawing/2014/main" id="{4C0A5ED2-BC61-4A5E-BB06-E5A654ECC113}"/>
                    </a:ext>
                  </a:extLst>
                </p14:cNvPr>
                <p14:cNvContentPartPr/>
                <p14:nvPr/>
              </p14:nvContentPartPr>
              <p14:xfrm>
                <a:off x="7598070" y="5380020"/>
                <a:ext cx="255960" cy="123840"/>
              </p14:xfrm>
            </p:contentPart>
          </mc:Choice>
          <mc:Fallback xmlns="">
            <p:pic>
              <p:nvPicPr>
                <p:cNvPr id="351" name="Entrada de lápiz 350">
                  <a:extLst>
                    <a:ext uri="{FF2B5EF4-FFF2-40B4-BE49-F238E27FC236}">
                      <a16:creationId xmlns:a16="http://schemas.microsoft.com/office/drawing/2014/main" id="{4C0A5ED2-BC61-4A5E-BB06-E5A654ECC113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7589070" y="5371020"/>
                  <a:ext cx="2736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52" name="Entrada de lápiz 351">
                  <a:extLst>
                    <a:ext uri="{FF2B5EF4-FFF2-40B4-BE49-F238E27FC236}">
                      <a16:creationId xmlns:a16="http://schemas.microsoft.com/office/drawing/2014/main" id="{116E3E45-98F7-4490-AFAB-0358B64BE60E}"/>
                    </a:ext>
                  </a:extLst>
                </p14:cNvPr>
                <p14:cNvContentPartPr/>
                <p14:nvPr/>
              </p14:nvContentPartPr>
              <p14:xfrm>
                <a:off x="7849710" y="5314860"/>
                <a:ext cx="15840" cy="32760"/>
              </p14:xfrm>
            </p:contentPart>
          </mc:Choice>
          <mc:Fallback xmlns="">
            <p:pic>
              <p:nvPicPr>
                <p:cNvPr id="352" name="Entrada de lápiz 351">
                  <a:extLst>
                    <a:ext uri="{FF2B5EF4-FFF2-40B4-BE49-F238E27FC236}">
                      <a16:creationId xmlns:a16="http://schemas.microsoft.com/office/drawing/2014/main" id="{116E3E45-98F7-4490-AFAB-0358B64BE60E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7840710" y="5305860"/>
                  <a:ext cx="334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53" name="Entrada de lápiz 352">
                  <a:extLst>
                    <a:ext uri="{FF2B5EF4-FFF2-40B4-BE49-F238E27FC236}">
                      <a16:creationId xmlns:a16="http://schemas.microsoft.com/office/drawing/2014/main" id="{601EEEEB-722D-40E7-8047-C3AEE52F9C16}"/>
                    </a:ext>
                  </a:extLst>
                </p14:cNvPr>
                <p14:cNvContentPartPr/>
                <p14:nvPr/>
              </p14:nvContentPartPr>
              <p14:xfrm>
                <a:off x="7940070" y="5357340"/>
                <a:ext cx="56160" cy="124200"/>
              </p14:xfrm>
            </p:contentPart>
          </mc:Choice>
          <mc:Fallback xmlns="">
            <p:pic>
              <p:nvPicPr>
                <p:cNvPr id="353" name="Entrada de lápiz 352">
                  <a:extLst>
                    <a:ext uri="{FF2B5EF4-FFF2-40B4-BE49-F238E27FC236}">
                      <a16:creationId xmlns:a16="http://schemas.microsoft.com/office/drawing/2014/main" id="{601EEEEB-722D-40E7-8047-C3AEE52F9C16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7931070" y="5348340"/>
                  <a:ext cx="738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54" name="Entrada de lápiz 353">
                  <a:extLst>
                    <a:ext uri="{FF2B5EF4-FFF2-40B4-BE49-F238E27FC236}">
                      <a16:creationId xmlns:a16="http://schemas.microsoft.com/office/drawing/2014/main" id="{C0B413E7-3239-493E-96EF-15BB8E14A3E3}"/>
                    </a:ext>
                  </a:extLst>
                </p14:cNvPr>
                <p14:cNvContentPartPr/>
                <p14:nvPr/>
              </p14:nvContentPartPr>
              <p14:xfrm>
                <a:off x="8129070" y="5264820"/>
                <a:ext cx="47520" cy="201600"/>
              </p14:xfrm>
            </p:contentPart>
          </mc:Choice>
          <mc:Fallback xmlns="">
            <p:pic>
              <p:nvPicPr>
                <p:cNvPr id="354" name="Entrada de lápiz 353">
                  <a:extLst>
                    <a:ext uri="{FF2B5EF4-FFF2-40B4-BE49-F238E27FC236}">
                      <a16:creationId xmlns:a16="http://schemas.microsoft.com/office/drawing/2014/main" id="{C0B413E7-3239-493E-96EF-15BB8E14A3E3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8120430" y="5256180"/>
                  <a:ext cx="651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55" name="Entrada de lápiz 354">
                  <a:extLst>
                    <a:ext uri="{FF2B5EF4-FFF2-40B4-BE49-F238E27FC236}">
                      <a16:creationId xmlns:a16="http://schemas.microsoft.com/office/drawing/2014/main" id="{DD47FD58-193B-475A-9C4C-BAF7CFD54AD7}"/>
                    </a:ext>
                  </a:extLst>
                </p14:cNvPr>
                <p14:cNvContentPartPr/>
                <p14:nvPr/>
              </p14:nvContentPartPr>
              <p14:xfrm>
                <a:off x="8126910" y="5375700"/>
                <a:ext cx="183240" cy="83520"/>
              </p14:xfrm>
            </p:contentPart>
          </mc:Choice>
          <mc:Fallback xmlns="">
            <p:pic>
              <p:nvPicPr>
                <p:cNvPr id="355" name="Entrada de lápiz 354">
                  <a:extLst>
                    <a:ext uri="{FF2B5EF4-FFF2-40B4-BE49-F238E27FC236}">
                      <a16:creationId xmlns:a16="http://schemas.microsoft.com/office/drawing/2014/main" id="{DD47FD58-193B-475A-9C4C-BAF7CFD54AD7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8118270" y="5367060"/>
                  <a:ext cx="2008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56" name="Entrada de lápiz 355">
                  <a:extLst>
                    <a:ext uri="{FF2B5EF4-FFF2-40B4-BE49-F238E27FC236}">
                      <a16:creationId xmlns:a16="http://schemas.microsoft.com/office/drawing/2014/main" id="{DBE4DFA6-2132-4085-8752-F6D41C8790D2}"/>
                    </a:ext>
                  </a:extLst>
                </p14:cNvPr>
                <p14:cNvContentPartPr/>
                <p14:nvPr/>
              </p14:nvContentPartPr>
              <p14:xfrm>
                <a:off x="8359110" y="5350860"/>
                <a:ext cx="167760" cy="115560"/>
              </p14:xfrm>
            </p:contentPart>
          </mc:Choice>
          <mc:Fallback xmlns="">
            <p:pic>
              <p:nvPicPr>
                <p:cNvPr id="356" name="Entrada de lápiz 355">
                  <a:extLst>
                    <a:ext uri="{FF2B5EF4-FFF2-40B4-BE49-F238E27FC236}">
                      <a16:creationId xmlns:a16="http://schemas.microsoft.com/office/drawing/2014/main" id="{DBE4DFA6-2132-4085-8752-F6D41C8790D2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8350470" y="5341860"/>
                  <a:ext cx="1854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57" name="Entrada de lápiz 356">
                  <a:extLst>
                    <a:ext uri="{FF2B5EF4-FFF2-40B4-BE49-F238E27FC236}">
                      <a16:creationId xmlns:a16="http://schemas.microsoft.com/office/drawing/2014/main" id="{EE55F9F5-BBCA-40AD-AA5A-D6F60B3841E6}"/>
                    </a:ext>
                  </a:extLst>
                </p14:cNvPr>
                <p14:cNvContentPartPr/>
                <p14:nvPr/>
              </p14:nvContentPartPr>
              <p14:xfrm>
                <a:off x="8496990" y="5345820"/>
                <a:ext cx="107280" cy="93960"/>
              </p14:xfrm>
            </p:contentPart>
          </mc:Choice>
          <mc:Fallback xmlns="">
            <p:pic>
              <p:nvPicPr>
                <p:cNvPr id="357" name="Entrada de lápiz 356">
                  <a:extLst>
                    <a:ext uri="{FF2B5EF4-FFF2-40B4-BE49-F238E27FC236}">
                      <a16:creationId xmlns:a16="http://schemas.microsoft.com/office/drawing/2014/main" id="{EE55F9F5-BBCA-40AD-AA5A-D6F60B3841E6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8487990" y="5336820"/>
                  <a:ext cx="1249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58" name="Entrada de lápiz 357">
                  <a:extLst>
                    <a:ext uri="{FF2B5EF4-FFF2-40B4-BE49-F238E27FC236}">
                      <a16:creationId xmlns:a16="http://schemas.microsoft.com/office/drawing/2014/main" id="{16156CDD-2F37-4865-87F4-A769421BC4A0}"/>
                    </a:ext>
                  </a:extLst>
                </p14:cNvPr>
                <p14:cNvContentPartPr/>
                <p14:nvPr/>
              </p14:nvContentPartPr>
              <p14:xfrm>
                <a:off x="8155710" y="5291460"/>
                <a:ext cx="41760" cy="24480"/>
              </p14:xfrm>
            </p:contentPart>
          </mc:Choice>
          <mc:Fallback xmlns="">
            <p:pic>
              <p:nvPicPr>
                <p:cNvPr id="358" name="Entrada de lápiz 357">
                  <a:extLst>
                    <a:ext uri="{FF2B5EF4-FFF2-40B4-BE49-F238E27FC236}">
                      <a16:creationId xmlns:a16="http://schemas.microsoft.com/office/drawing/2014/main" id="{16156CDD-2F37-4865-87F4-A769421BC4A0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8147070" y="5282820"/>
                  <a:ext cx="59400" cy="42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57787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3405D46-F0E6-49B8-B508-6E88D58D0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07" y="276225"/>
            <a:ext cx="8239125" cy="3152775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C497BC0D-DE2C-45F5-A58B-AFF0842F783A}"/>
              </a:ext>
            </a:extLst>
          </p:cNvPr>
          <p:cNvGrpSpPr/>
          <p:nvPr/>
        </p:nvGrpSpPr>
        <p:grpSpPr>
          <a:xfrm>
            <a:off x="1016910" y="1837260"/>
            <a:ext cx="313920" cy="1559880"/>
            <a:chOff x="1016910" y="1837260"/>
            <a:chExt cx="313920" cy="155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4A4044D6-911D-4DD1-B605-C211C570A896}"/>
                    </a:ext>
                  </a:extLst>
                </p14:cNvPr>
                <p14:cNvContentPartPr/>
                <p14:nvPr/>
              </p14:nvContentPartPr>
              <p14:xfrm>
                <a:off x="1016910" y="1837260"/>
                <a:ext cx="313920" cy="1320480"/>
              </p14:xfrm>
            </p:contentPart>
          </mc:Choice>
          <mc:Fallback xmlns=""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4A4044D6-911D-4DD1-B605-C211C570A89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08270" y="1828260"/>
                  <a:ext cx="331560" cy="13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D938C6DC-B566-4BC4-8A3F-E3220C6E42C3}"/>
                    </a:ext>
                  </a:extLst>
                </p14:cNvPr>
                <p14:cNvContentPartPr/>
                <p14:nvPr/>
              </p14:nvContentPartPr>
              <p14:xfrm>
                <a:off x="1216350" y="3049380"/>
                <a:ext cx="73800" cy="34776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D938C6DC-B566-4BC4-8A3F-E3220C6E42C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07710" y="3040380"/>
                  <a:ext cx="91440" cy="36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1B04B3A0-7276-475E-B107-A14F27C872FF}"/>
              </a:ext>
            </a:extLst>
          </p:cNvPr>
          <p:cNvGrpSpPr/>
          <p:nvPr/>
        </p:nvGrpSpPr>
        <p:grpSpPr>
          <a:xfrm>
            <a:off x="2519910" y="3978900"/>
            <a:ext cx="1535040" cy="382680"/>
            <a:chOff x="2519910" y="3978900"/>
            <a:chExt cx="1535040" cy="38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BB119CA3-A65E-472F-82B6-2BE3E4AFAD3F}"/>
                    </a:ext>
                  </a:extLst>
                </p14:cNvPr>
                <p14:cNvContentPartPr/>
                <p14:nvPr/>
              </p14:nvContentPartPr>
              <p14:xfrm>
                <a:off x="2519910" y="3992940"/>
                <a:ext cx="143280" cy="30816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BB119CA3-A65E-472F-82B6-2BE3E4AFAD3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11270" y="3984300"/>
                  <a:ext cx="1609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E650D268-B117-4D36-AFF0-622CACCA8246}"/>
                    </a:ext>
                  </a:extLst>
                </p14:cNvPr>
                <p14:cNvContentPartPr/>
                <p14:nvPr/>
              </p14:nvContentPartPr>
              <p14:xfrm>
                <a:off x="2725470" y="4044420"/>
                <a:ext cx="444960" cy="31716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E650D268-B117-4D36-AFF0-622CACCA824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16470" y="4035420"/>
                  <a:ext cx="46260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7BAA1FC9-A2F1-48E8-8120-0533C79B8286}"/>
                    </a:ext>
                  </a:extLst>
                </p14:cNvPr>
                <p14:cNvContentPartPr/>
                <p14:nvPr/>
              </p14:nvContentPartPr>
              <p14:xfrm>
                <a:off x="3125790" y="3978900"/>
                <a:ext cx="394920" cy="275760"/>
              </p14:xfrm>
            </p:contentPart>
          </mc:Choice>
          <mc:Fallback xmlns=""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7BAA1FC9-A2F1-48E8-8120-0533C79B828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117150" y="3969900"/>
                  <a:ext cx="4125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13C56FA5-4F0F-4D11-B2AF-48EA63893B36}"/>
                    </a:ext>
                  </a:extLst>
                </p14:cNvPr>
                <p14:cNvContentPartPr/>
                <p14:nvPr/>
              </p14:nvContentPartPr>
              <p14:xfrm>
                <a:off x="3588030" y="4005540"/>
                <a:ext cx="182160" cy="187920"/>
              </p14:xfrm>
            </p:contentPart>
          </mc:Choice>
          <mc:Fallback xmlns=""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13C56FA5-4F0F-4D11-B2AF-48EA63893B3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579390" y="3996900"/>
                  <a:ext cx="1998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4BC99CB4-AAC0-4260-BD92-1CF208CF0CEE}"/>
                    </a:ext>
                  </a:extLst>
                </p14:cNvPr>
                <p14:cNvContentPartPr/>
                <p14:nvPr/>
              </p14:nvContentPartPr>
              <p14:xfrm>
                <a:off x="3596310" y="3986100"/>
                <a:ext cx="167760" cy="220320"/>
              </p14:xfrm>
            </p:contentPart>
          </mc:Choice>
          <mc:Fallback xmlns=""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4BC99CB4-AAC0-4260-BD92-1CF208CF0CE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87670" y="3977460"/>
                  <a:ext cx="1854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2261CE59-534C-413B-8AEB-82BA330C65E0}"/>
                    </a:ext>
                  </a:extLst>
                </p14:cNvPr>
                <p14:cNvContentPartPr/>
                <p14:nvPr/>
              </p14:nvContentPartPr>
              <p14:xfrm>
                <a:off x="3854790" y="3990780"/>
                <a:ext cx="200160" cy="21672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2261CE59-534C-413B-8AEB-82BA330C65E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845790" y="3981780"/>
                  <a:ext cx="217800" cy="23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1853CD6E-4133-4974-9AEA-F0604EEE73CC}"/>
              </a:ext>
            </a:extLst>
          </p:cNvPr>
          <p:cNvGrpSpPr/>
          <p:nvPr/>
        </p:nvGrpSpPr>
        <p:grpSpPr>
          <a:xfrm>
            <a:off x="4236750" y="3783780"/>
            <a:ext cx="370440" cy="477000"/>
            <a:chOff x="4236750" y="3783780"/>
            <a:chExt cx="370440" cy="47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0DADDF7E-7947-4E3B-A6D4-C400EA3F24DB}"/>
                    </a:ext>
                  </a:extLst>
                </p14:cNvPr>
                <p14:cNvContentPartPr/>
                <p14:nvPr/>
              </p14:nvContentPartPr>
              <p14:xfrm>
                <a:off x="4236750" y="3959100"/>
                <a:ext cx="114120" cy="22860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0DADDF7E-7947-4E3B-A6D4-C400EA3F24D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227750" y="3950460"/>
                  <a:ext cx="1317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82C0C8F9-4FEF-4C1D-861F-9372A2A50E1F}"/>
                    </a:ext>
                  </a:extLst>
                </p14:cNvPr>
                <p14:cNvContentPartPr/>
                <p14:nvPr/>
              </p14:nvContentPartPr>
              <p14:xfrm>
                <a:off x="4475430" y="3783780"/>
                <a:ext cx="131760" cy="477000"/>
              </p14:xfrm>
            </p:contentPart>
          </mc:Choice>
          <mc:Fallback xmlns=""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82C0C8F9-4FEF-4C1D-861F-9372A2A50E1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466790" y="3775140"/>
                  <a:ext cx="149400" cy="49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6CC16E79-AFE7-47CC-A1EF-CCC233D21A60}"/>
              </a:ext>
            </a:extLst>
          </p:cNvPr>
          <p:cNvGrpSpPr/>
          <p:nvPr/>
        </p:nvGrpSpPr>
        <p:grpSpPr>
          <a:xfrm>
            <a:off x="456030" y="3976020"/>
            <a:ext cx="1679040" cy="520560"/>
            <a:chOff x="456030" y="3976020"/>
            <a:chExt cx="1679040" cy="52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EBA41EA2-484B-462D-A7B6-FBBC84B9CB12}"/>
                    </a:ext>
                  </a:extLst>
                </p14:cNvPr>
                <p14:cNvContentPartPr/>
                <p14:nvPr/>
              </p14:nvContentPartPr>
              <p14:xfrm>
                <a:off x="456030" y="3981780"/>
                <a:ext cx="249120" cy="51480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EBA41EA2-484B-462D-A7B6-FBBC84B9CB1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47390" y="3972780"/>
                  <a:ext cx="26676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FBC989C1-8C2B-4803-A7C6-620A0E503B78}"/>
                    </a:ext>
                  </a:extLst>
                </p14:cNvPr>
                <p14:cNvContentPartPr/>
                <p14:nvPr/>
              </p14:nvContentPartPr>
              <p14:xfrm>
                <a:off x="690750" y="4036140"/>
                <a:ext cx="153360" cy="34020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FBC989C1-8C2B-4803-A7C6-620A0E503B7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81750" y="4027140"/>
                  <a:ext cx="17100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22FA526E-3112-4AFF-B885-890356A44315}"/>
                    </a:ext>
                  </a:extLst>
                </p14:cNvPr>
                <p14:cNvContentPartPr/>
                <p14:nvPr/>
              </p14:nvContentPartPr>
              <p14:xfrm>
                <a:off x="874350" y="4091580"/>
                <a:ext cx="178920" cy="28404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22FA526E-3112-4AFF-B885-890356A4431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65710" y="4082580"/>
                  <a:ext cx="1965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3BC12367-566D-41CC-BEA9-46BED212BEA1}"/>
                    </a:ext>
                  </a:extLst>
                </p14:cNvPr>
                <p14:cNvContentPartPr/>
                <p14:nvPr/>
              </p14:nvContentPartPr>
              <p14:xfrm>
                <a:off x="913590" y="4104540"/>
                <a:ext cx="126720" cy="27864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3BC12367-566D-41CC-BEA9-46BED212BEA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04590" y="4095540"/>
                  <a:ext cx="1443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3632F46B-5333-4EF4-9DB0-F822BAA0166B}"/>
                    </a:ext>
                  </a:extLst>
                </p14:cNvPr>
                <p14:cNvContentPartPr/>
                <p14:nvPr/>
              </p14:nvContentPartPr>
              <p14:xfrm>
                <a:off x="1119870" y="4121820"/>
                <a:ext cx="197640" cy="25308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3632F46B-5333-4EF4-9DB0-F822BAA0166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11230" y="4113180"/>
                  <a:ext cx="215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F603FB4D-10CE-4CA5-87FC-F834395B3718}"/>
                    </a:ext>
                  </a:extLst>
                </p14:cNvPr>
                <p14:cNvContentPartPr/>
                <p14:nvPr/>
              </p14:nvContentPartPr>
              <p14:xfrm>
                <a:off x="1445670" y="4064220"/>
                <a:ext cx="145440" cy="29088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F603FB4D-10CE-4CA5-87FC-F834395B371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37030" y="4055580"/>
                  <a:ext cx="1630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7CA4DC81-5C28-4185-A4D3-A49389029198}"/>
                    </a:ext>
                  </a:extLst>
                </p14:cNvPr>
                <p14:cNvContentPartPr/>
                <p14:nvPr/>
              </p14:nvContentPartPr>
              <p14:xfrm>
                <a:off x="1714590" y="3976020"/>
                <a:ext cx="53640" cy="38628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7CA4DC81-5C28-4185-A4D3-A4938902919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705950" y="3967020"/>
                  <a:ext cx="7128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DEB8DA13-42A8-4D76-85E6-4BF064FBF667}"/>
                    </a:ext>
                  </a:extLst>
                </p14:cNvPr>
                <p14:cNvContentPartPr/>
                <p14:nvPr/>
              </p14:nvContentPartPr>
              <p14:xfrm>
                <a:off x="1919070" y="4152420"/>
                <a:ext cx="149400" cy="22680"/>
              </p14:xfrm>
            </p:contentPart>
          </mc:Choice>
          <mc:Fallback xmlns=""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DEB8DA13-42A8-4D76-85E6-4BF064FBF66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910070" y="4143780"/>
                  <a:ext cx="167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D4EEAD84-69B5-4B08-89AF-77CFD38EE497}"/>
                    </a:ext>
                  </a:extLst>
                </p14:cNvPr>
                <p14:cNvContentPartPr/>
                <p14:nvPr/>
              </p14:nvContentPartPr>
              <p14:xfrm>
                <a:off x="1965150" y="4240260"/>
                <a:ext cx="169920" cy="3960"/>
              </p14:xfrm>
            </p:contentPart>
          </mc:Choice>
          <mc:Fallback xmlns=""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D4EEAD84-69B5-4B08-89AF-77CFD38EE49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956510" y="4231260"/>
                  <a:ext cx="18756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1E174010-8E06-4E09-8EF7-EABA8ED37F09}"/>
              </a:ext>
            </a:extLst>
          </p:cNvPr>
          <p:cNvGrpSpPr/>
          <p:nvPr/>
        </p:nvGrpSpPr>
        <p:grpSpPr>
          <a:xfrm>
            <a:off x="1549350" y="3325500"/>
            <a:ext cx="1663200" cy="419760"/>
            <a:chOff x="1549350" y="3325500"/>
            <a:chExt cx="1663200" cy="41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90D19AD4-8973-4B79-BE0F-957340066797}"/>
                    </a:ext>
                  </a:extLst>
                </p14:cNvPr>
                <p14:cNvContentPartPr/>
                <p14:nvPr/>
              </p14:nvContentPartPr>
              <p14:xfrm>
                <a:off x="1549350" y="3374460"/>
                <a:ext cx="159120" cy="37080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90D19AD4-8973-4B79-BE0F-95734006679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540710" y="3365820"/>
                  <a:ext cx="17676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3505D1A8-F3C5-44E1-8306-B240BCE7DCA8}"/>
                    </a:ext>
                  </a:extLst>
                </p14:cNvPr>
                <p14:cNvContentPartPr/>
                <p14:nvPr/>
              </p14:nvContentPartPr>
              <p14:xfrm>
                <a:off x="1718910" y="3446460"/>
                <a:ext cx="196560" cy="15372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3505D1A8-F3C5-44E1-8306-B240BCE7DCA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709910" y="3437460"/>
                  <a:ext cx="2142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B6EF33C8-0053-48DC-A7B7-62311ECD65A2}"/>
                    </a:ext>
                  </a:extLst>
                </p14:cNvPr>
                <p14:cNvContentPartPr/>
                <p14:nvPr/>
              </p14:nvContentPartPr>
              <p14:xfrm>
                <a:off x="1921950" y="3466980"/>
                <a:ext cx="86400" cy="12420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B6EF33C8-0053-48DC-A7B7-62311ECD65A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912950" y="3457980"/>
                  <a:ext cx="1040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9844CE68-1649-4C22-ACBD-2488EABD44BB}"/>
                    </a:ext>
                  </a:extLst>
                </p14:cNvPr>
                <p14:cNvContentPartPr/>
                <p14:nvPr/>
              </p14:nvContentPartPr>
              <p14:xfrm>
                <a:off x="2040390" y="3465540"/>
                <a:ext cx="206640" cy="12204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9844CE68-1649-4C22-ACBD-2488EABD44B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031390" y="3456540"/>
                  <a:ext cx="2242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5269D52B-D8DC-4AB7-A03F-91207D0120CE}"/>
                    </a:ext>
                  </a:extLst>
                </p14:cNvPr>
                <p14:cNvContentPartPr/>
                <p14:nvPr/>
              </p14:nvContentPartPr>
              <p14:xfrm>
                <a:off x="2295990" y="3471660"/>
                <a:ext cx="144000" cy="12636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5269D52B-D8DC-4AB7-A03F-91207D0120C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287350" y="3462660"/>
                  <a:ext cx="1616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20F1E934-58CC-4799-B42B-8263FFB5D90F}"/>
                    </a:ext>
                  </a:extLst>
                </p14:cNvPr>
                <p14:cNvContentPartPr/>
                <p14:nvPr/>
              </p14:nvContentPartPr>
              <p14:xfrm>
                <a:off x="2428470" y="3325500"/>
                <a:ext cx="47520" cy="10656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20F1E934-58CC-4799-B42B-8263FFB5D90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419830" y="3316860"/>
                  <a:ext cx="65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EF03482E-69D8-44AF-A43F-B74AF5E48A4F}"/>
                    </a:ext>
                  </a:extLst>
                </p14:cNvPr>
                <p14:cNvContentPartPr/>
                <p14:nvPr/>
              </p14:nvContentPartPr>
              <p14:xfrm>
                <a:off x="2558070" y="3344940"/>
                <a:ext cx="14760" cy="25812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EF03482E-69D8-44AF-A43F-B74AF5E48A4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549070" y="3336300"/>
                  <a:ext cx="324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5D98841A-2020-4E3B-90A5-967F41DE7A94}"/>
                    </a:ext>
                  </a:extLst>
                </p14:cNvPr>
                <p14:cNvContentPartPr/>
                <p14:nvPr/>
              </p14:nvContentPartPr>
              <p14:xfrm>
                <a:off x="2517750" y="3499380"/>
                <a:ext cx="222120" cy="10440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5D98841A-2020-4E3B-90A5-967F41DE7A9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509110" y="3490740"/>
                  <a:ext cx="2397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03377114-DA30-4D26-88DC-C431EF51F2B5}"/>
                    </a:ext>
                  </a:extLst>
                </p14:cNvPr>
                <p14:cNvContentPartPr/>
                <p14:nvPr/>
              </p14:nvContentPartPr>
              <p14:xfrm>
                <a:off x="2779470" y="3475620"/>
                <a:ext cx="138600" cy="12924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03377114-DA30-4D26-88DC-C431EF51F2B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770470" y="3466620"/>
                  <a:ext cx="1562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BA0C35DD-95D3-48A9-9527-9BE5B4B43F22}"/>
                    </a:ext>
                  </a:extLst>
                </p14:cNvPr>
                <p14:cNvContentPartPr/>
                <p14:nvPr/>
              </p14:nvContentPartPr>
              <p14:xfrm>
                <a:off x="2938950" y="3485340"/>
                <a:ext cx="137160" cy="14076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BA0C35DD-95D3-48A9-9527-9BE5B4B43F2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930310" y="3476700"/>
                  <a:ext cx="1548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49799C3A-4D8D-4C0C-8BBE-CB524A39FD6A}"/>
                    </a:ext>
                  </a:extLst>
                </p14:cNvPr>
                <p14:cNvContentPartPr/>
                <p14:nvPr/>
              </p14:nvContentPartPr>
              <p14:xfrm>
                <a:off x="3212190" y="3613860"/>
                <a:ext cx="360" cy="360"/>
              </p14:xfrm>
            </p:contentPart>
          </mc:Choice>
          <mc:Fallback xmlns=""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49799C3A-4D8D-4C0C-8BBE-CB524A39FD6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203550" y="36048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DBD93F3E-16BA-4C6A-AA99-C9F5C3BE9226}"/>
                    </a:ext>
                  </a:extLst>
                </p14:cNvPr>
                <p14:cNvContentPartPr/>
                <p14:nvPr/>
              </p14:nvContentPartPr>
              <p14:xfrm>
                <a:off x="2686230" y="3377340"/>
                <a:ext cx="50040" cy="4932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DBD93F3E-16BA-4C6A-AA99-C9F5C3BE922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677590" y="3368340"/>
                  <a:ext cx="6768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upo 71">
            <a:extLst>
              <a:ext uri="{FF2B5EF4-FFF2-40B4-BE49-F238E27FC236}">
                <a16:creationId xmlns:a16="http://schemas.microsoft.com/office/drawing/2014/main" id="{D16E041F-9CE7-4F0B-98D4-7B91C2120670}"/>
              </a:ext>
            </a:extLst>
          </p:cNvPr>
          <p:cNvGrpSpPr/>
          <p:nvPr/>
        </p:nvGrpSpPr>
        <p:grpSpPr>
          <a:xfrm>
            <a:off x="2673990" y="2021940"/>
            <a:ext cx="1117080" cy="248760"/>
            <a:chOff x="2673990" y="2021940"/>
            <a:chExt cx="111708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C5BF439B-D3EB-4F86-BEF8-D4593769AB3C}"/>
                    </a:ext>
                  </a:extLst>
                </p14:cNvPr>
                <p14:cNvContentPartPr/>
                <p14:nvPr/>
              </p14:nvContentPartPr>
              <p14:xfrm>
                <a:off x="2673990" y="2021940"/>
                <a:ext cx="183240" cy="200880"/>
              </p14:xfrm>
            </p:contentPart>
          </mc:Choice>
          <mc:Fallback xmlns=""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C5BF439B-D3EB-4F86-BEF8-D4593769AB3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664990" y="2012940"/>
                  <a:ext cx="2008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C230BBCB-BFB5-4AC9-BB1E-57D964D6779D}"/>
                    </a:ext>
                  </a:extLst>
                </p14:cNvPr>
                <p14:cNvContentPartPr/>
                <p14:nvPr/>
              </p14:nvContentPartPr>
              <p14:xfrm>
                <a:off x="2757150" y="2055060"/>
                <a:ext cx="146160" cy="16200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C230BBCB-BFB5-4AC9-BB1E-57D964D6779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748510" y="2046420"/>
                  <a:ext cx="1638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8B78A52D-24A0-4017-95A3-6DE82F9303C4}"/>
                    </a:ext>
                  </a:extLst>
                </p14:cNvPr>
                <p14:cNvContentPartPr/>
                <p14:nvPr/>
              </p14:nvContentPartPr>
              <p14:xfrm>
                <a:off x="2846430" y="2048580"/>
                <a:ext cx="176040" cy="16380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8B78A52D-24A0-4017-95A3-6DE82F9303C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837790" y="2039940"/>
                  <a:ext cx="1936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B1F5A2AC-CC22-4FE8-9165-3D8DDCCDFEE9}"/>
                    </a:ext>
                  </a:extLst>
                </p14:cNvPr>
                <p14:cNvContentPartPr/>
                <p14:nvPr/>
              </p14:nvContentPartPr>
              <p14:xfrm>
                <a:off x="2942190" y="2051460"/>
                <a:ext cx="218880" cy="155520"/>
              </p14:xfrm>
            </p:contentPart>
          </mc:Choice>
          <mc:Fallback xmlns=""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B1F5A2AC-CC22-4FE8-9165-3D8DDCCDFEE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933550" y="2042460"/>
                  <a:ext cx="236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9405EB79-A77D-4828-99BD-2B3C22943015}"/>
                    </a:ext>
                  </a:extLst>
                </p14:cNvPr>
                <p14:cNvContentPartPr/>
                <p14:nvPr/>
              </p14:nvContentPartPr>
              <p14:xfrm>
                <a:off x="3018510" y="2089260"/>
                <a:ext cx="214560" cy="14292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9405EB79-A77D-4828-99BD-2B3C2294301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009870" y="2080620"/>
                  <a:ext cx="2322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A2F4D047-B47C-4522-B069-093E9A34B406}"/>
                    </a:ext>
                  </a:extLst>
                </p14:cNvPr>
                <p14:cNvContentPartPr/>
                <p14:nvPr/>
              </p14:nvContentPartPr>
              <p14:xfrm>
                <a:off x="3145950" y="2058660"/>
                <a:ext cx="253440" cy="15516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A2F4D047-B47C-4522-B069-093E9A34B40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137310" y="2050020"/>
                  <a:ext cx="2710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B763F67E-D74D-4ED8-8821-C828914842AD}"/>
                    </a:ext>
                  </a:extLst>
                </p14:cNvPr>
                <p14:cNvContentPartPr/>
                <p14:nvPr/>
              </p14:nvContentPartPr>
              <p14:xfrm>
                <a:off x="3248190" y="2039580"/>
                <a:ext cx="303120" cy="19944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B763F67E-D74D-4ED8-8821-C828914842A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239550" y="2030580"/>
                  <a:ext cx="3207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010B5AA6-388B-4D51-9F24-7B515F03AD8F}"/>
                    </a:ext>
                  </a:extLst>
                </p14:cNvPr>
                <p14:cNvContentPartPr/>
                <p14:nvPr/>
              </p14:nvContentPartPr>
              <p14:xfrm>
                <a:off x="3379590" y="2083860"/>
                <a:ext cx="259200" cy="13608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010B5AA6-388B-4D51-9F24-7B515F03AD8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370950" y="2074860"/>
                  <a:ext cx="2768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1986B873-B187-485D-92AE-67C1F3B83EFC}"/>
                    </a:ext>
                  </a:extLst>
                </p14:cNvPr>
                <p14:cNvContentPartPr/>
                <p14:nvPr/>
              </p14:nvContentPartPr>
              <p14:xfrm>
                <a:off x="3486510" y="2065140"/>
                <a:ext cx="304560" cy="205560"/>
              </p14:xfrm>
            </p:contentPart>
          </mc:Choice>
          <mc:Fallback xmlns=""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1986B873-B187-485D-92AE-67C1F3B83EF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477510" y="2056500"/>
                  <a:ext cx="3222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6082163B-8587-45A8-9E9E-0D54E8EA9D20}"/>
                    </a:ext>
                  </a:extLst>
                </p14:cNvPr>
                <p14:cNvContentPartPr/>
                <p14:nvPr/>
              </p14:nvContentPartPr>
              <p14:xfrm>
                <a:off x="2677230" y="2078100"/>
                <a:ext cx="129240" cy="12708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6082163B-8587-45A8-9E9E-0D54E8EA9D2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668230" y="2069460"/>
                  <a:ext cx="1468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8F2D8E4D-2453-434E-8BA2-876927F93723}"/>
                    </a:ext>
                  </a:extLst>
                </p14:cNvPr>
                <p14:cNvContentPartPr/>
                <p14:nvPr/>
              </p14:nvContentPartPr>
              <p14:xfrm>
                <a:off x="2733750" y="2077380"/>
                <a:ext cx="147240" cy="11880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8F2D8E4D-2453-434E-8BA2-876927F9372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724750" y="2068380"/>
                  <a:ext cx="1648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3B5C9B5F-E3F6-4577-815F-7CA5B96A0F72}"/>
                    </a:ext>
                  </a:extLst>
                </p14:cNvPr>
                <p14:cNvContentPartPr/>
                <p14:nvPr/>
              </p14:nvContentPartPr>
              <p14:xfrm>
                <a:off x="2824110" y="2071620"/>
                <a:ext cx="149400" cy="12960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3B5C9B5F-E3F6-4577-815F-7CA5B96A0F7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815110" y="2062980"/>
                  <a:ext cx="1670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5C931286-BA54-4CF6-8B40-65D1F4EF6E33}"/>
                    </a:ext>
                  </a:extLst>
                </p14:cNvPr>
                <p14:cNvContentPartPr/>
                <p14:nvPr/>
              </p14:nvContentPartPr>
              <p14:xfrm>
                <a:off x="2958390" y="2091060"/>
                <a:ext cx="221040" cy="87120"/>
              </p14:xfrm>
            </p:contentPart>
          </mc:Choice>
          <mc:Fallback xmlns=""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5C931286-BA54-4CF6-8B40-65D1F4EF6E3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949750" y="2082420"/>
                  <a:ext cx="2386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B02CFC41-1959-4E68-AB4A-3E6721CAB591}"/>
                    </a:ext>
                  </a:extLst>
                </p14:cNvPr>
                <p14:cNvContentPartPr/>
                <p14:nvPr/>
              </p14:nvContentPartPr>
              <p14:xfrm>
                <a:off x="3189510" y="2066220"/>
                <a:ext cx="213120" cy="86400"/>
              </p14:xfrm>
            </p:contentPart>
          </mc:Choice>
          <mc:Fallback xmlns=""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B02CFC41-1959-4E68-AB4A-3E6721CAB59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180870" y="2057580"/>
                  <a:ext cx="2307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DF0BA1EB-14C9-42B1-90FC-533F56EB53AA}"/>
                    </a:ext>
                  </a:extLst>
                </p14:cNvPr>
                <p14:cNvContentPartPr/>
                <p14:nvPr/>
              </p14:nvContentPartPr>
              <p14:xfrm>
                <a:off x="3400110" y="2049660"/>
                <a:ext cx="167760" cy="90000"/>
              </p14:xfrm>
            </p:contentPart>
          </mc:Choice>
          <mc:Fallback xmlns=""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DF0BA1EB-14C9-42B1-90FC-533F56EB53A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391470" y="2040660"/>
                  <a:ext cx="1854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B2FCFEBF-2A10-48D4-AFFA-768A6A62CB16}"/>
                    </a:ext>
                  </a:extLst>
                </p14:cNvPr>
                <p14:cNvContentPartPr/>
                <p14:nvPr/>
              </p14:nvContentPartPr>
              <p14:xfrm>
                <a:off x="3585150" y="2070900"/>
                <a:ext cx="148320" cy="106560"/>
              </p14:xfrm>
            </p:contentPart>
          </mc:Choice>
          <mc:Fallback xmlns=""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B2FCFEBF-2A10-48D4-AFFA-768A6A62CB1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576150" y="2061900"/>
                  <a:ext cx="16596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upo 74">
            <a:extLst>
              <a:ext uri="{FF2B5EF4-FFF2-40B4-BE49-F238E27FC236}">
                <a16:creationId xmlns:a16="http://schemas.microsoft.com/office/drawing/2014/main" id="{D50F1F42-1900-4DA5-9F25-FCC3571BEF7C}"/>
              </a:ext>
            </a:extLst>
          </p:cNvPr>
          <p:cNvGrpSpPr/>
          <p:nvPr/>
        </p:nvGrpSpPr>
        <p:grpSpPr>
          <a:xfrm>
            <a:off x="1967310" y="4664340"/>
            <a:ext cx="165600" cy="120600"/>
            <a:chOff x="1967310" y="4664340"/>
            <a:chExt cx="165600" cy="12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D9D65F73-8F5D-44C5-A7BE-673F22CBD9D2}"/>
                    </a:ext>
                  </a:extLst>
                </p14:cNvPr>
                <p14:cNvContentPartPr/>
                <p14:nvPr/>
              </p14:nvContentPartPr>
              <p14:xfrm>
                <a:off x="1970550" y="4664340"/>
                <a:ext cx="152280" cy="16560"/>
              </p14:xfrm>
            </p:contentPart>
          </mc:Choice>
          <mc:Fallback xmlns=""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D9D65F73-8F5D-44C5-A7BE-673F22CBD9D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961910" y="4655340"/>
                  <a:ext cx="169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9E7E770B-DEFA-42E9-A24D-911A324C1071}"/>
                    </a:ext>
                  </a:extLst>
                </p14:cNvPr>
                <p14:cNvContentPartPr/>
                <p14:nvPr/>
              </p14:nvContentPartPr>
              <p14:xfrm>
                <a:off x="1967310" y="4768740"/>
                <a:ext cx="165600" cy="16200"/>
              </p14:xfrm>
            </p:contentPart>
          </mc:Choice>
          <mc:Fallback xmlns=""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9E7E770B-DEFA-42E9-A24D-911A324C107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958670" y="4759740"/>
                  <a:ext cx="18324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upo 83">
            <a:extLst>
              <a:ext uri="{FF2B5EF4-FFF2-40B4-BE49-F238E27FC236}">
                <a16:creationId xmlns:a16="http://schemas.microsoft.com/office/drawing/2014/main" id="{83CFBEF0-2E3F-41EF-9DF6-E6943E5C4A8F}"/>
              </a:ext>
            </a:extLst>
          </p:cNvPr>
          <p:cNvGrpSpPr/>
          <p:nvPr/>
        </p:nvGrpSpPr>
        <p:grpSpPr>
          <a:xfrm>
            <a:off x="2385990" y="4594140"/>
            <a:ext cx="1089720" cy="370800"/>
            <a:chOff x="2385990" y="4594140"/>
            <a:chExt cx="1089720" cy="37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ECF4D365-3249-4E43-B424-6F0E7FC176DD}"/>
                    </a:ext>
                  </a:extLst>
                </p14:cNvPr>
                <p14:cNvContentPartPr/>
                <p14:nvPr/>
              </p14:nvContentPartPr>
              <p14:xfrm>
                <a:off x="2385990" y="4637340"/>
                <a:ext cx="172440" cy="159480"/>
              </p14:xfrm>
            </p:contentPart>
          </mc:Choice>
          <mc:Fallback xmlns=""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ECF4D365-3249-4E43-B424-6F0E7FC176D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377350" y="4628700"/>
                  <a:ext cx="1900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AF37C70E-A7BC-4697-9269-03F4D097C922}"/>
                    </a:ext>
                  </a:extLst>
                </p14:cNvPr>
                <p14:cNvContentPartPr/>
                <p14:nvPr/>
              </p14:nvContentPartPr>
              <p14:xfrm>
                <a:off x="2612430" y="4738140"/>
                <a:ext cx="75240" cy="226800"/>
              </p14:xfrm>
            </p:contentPart>
          </mc:Choice>
          <mc:Fallback xmlns=""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AF37C70E-A7BC-4697-9269-03F4D097C92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603790" y="4729500"/>
                  <a:ext cx="928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89497776-DFB9-4280-AE68-4F637AD6C518}"/>
                    </a:ext>
                  </a:extLst>
                </p14:cNvPr>
                <p14:cNvContentPartPr/>
                <p14:nvPr/>
              </p14:nvContentPartPr>
              <p14:xfrm>
                <a:off x="2800350" y="4594140"/>
                <a:ext cx="95400" cy="113040"/>
              </p14:xfrm>
            </p:contentPart>
          </mc:Choice>
          <mc:Fallback xmlns=""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89497776-DFB9-4280-AE68-4F637AD6C51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791350" y="4585140"/>
                  <a:ext cx="113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C3938DA7-0E6F-4F4F-80BD-681B1EF9CA16}"/>
                    </a:ext>
                  </a:extLst>
                </p14:cNvPr>
                <p14:cNvContentPartPr/>
                <p14:nvPr/>
              </p14:nvContentPartPr>
              <p14:xfrm>
                <a:off x="2778030" y="4687380"/>
                <a:ext cx="155520" cy="155520"/>
              </p14:xfrm>
            </p:contentPart>
          </mc:Choice>
          <mc:Fallback xmlns=""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C3938DA7-0E6F-4F4F-80BD-681B1EF9CA1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769030" y="4678740"/>
                  <a:ext cx="1731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B40FFE9D-336C-4BA7-BDF9-A2CDA502D101}"/>
                    </a:ext>
                  </a:extLst>
                </p14:cNvPr>
                <p14:cNvContentPartPr/>
                <p14:nvPr/>
              </p14:nvContentPartPr>
              <p14:xfrm>
                <a:off x="3051630" y="4614660"/>
                <a:ext cx="126360" cy="230760"/>
              </p14:xfrm>
            </p:contentPart>
          </mc:Choice>
          <mc:Fallback xmlns=""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B40FFE9D-336C-4BA7-BDF9-A2CDA502D10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042630" y="4606020"/>
                  <a:ext cx="1440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D9622557-7474-40DB-859B-49C745F90F03}"/>
                    </a:ext>
                  </a:extLst>
                </p14:cNvPr>
                <p14:cNvContentPartPr/>
                <p14:nvPr/>
              </p14:nvContentPartPr>
              <p14:xfrm>
                <a:off x="3224430" y="4605300"/>
                <a:ext cx="123480" cy="25488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D9622557-7474-40DB-859B-49C745F90F0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215790" y="4596660"/>
                  <a:ext cx="1411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C17E720E-212F-44F8-90A6-F1933818F443}"/>
                    </a:ext>
                  </a:extLst>
                </p14:cNvPr>
                <p14:cNvContentPartPr/>
                <p14:nvPr/>
              </p14:nvContentPartPr>
              <p14:xfrm>
                <a:off x="3209310" y="4726260"/>
                <a:ext cx="198720" cy="43920"/>
              </p14:xfrm>
            </p:contentPart>
          </mc:Choice>
          <mc:Fallback xmlns=""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C17E720E-212F-44F8-90A6-F1933818F44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200310" y="4717260"/>
                  <a:ext cx="2163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E5781677-17AF-4372-97F5-C1DA4F5A2CB6}"/>
                    </a:ext>
                  </a:extLst>
                </p14:cNvPr>
                <p14:cNvContentPartPr/>
                <p14:nvPr/>
              </p14:nvContentPartPr>
              <p14:xfrm>
                <a:off x="3473190" y="4808340"/>
                <a:ext cx="2520" cy="972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E5781677-17AF-4372-97F5-C1DA4F5A2CB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464190" y="4799700"/>
                  <a:ext cx="2016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upo 90">
            <a:extLst>
              <a:ext uri="{FF2B5EF4-FFF2-40B4-BE49-F238E27FC236}">
                <a16:creationId xmlns:a16="http://schemas.microsoft.com/office/drawing/2014/main" id="{26B13EB7-928E-4C46-A96D-B68FD2D4A9D9}"/>
              </a:ext>
            </a:extLst>
          </p:cNvPr>
          <p:cNvGrpSpPr/>
          <p:nvPr/>
        </p:nvGrpSpPr>
        <p:grpSpPr>
          <a:xfrm>
            <a:off x="5806710" y="3895380"/>
            <a:ext cx="1297080" cy="482760"/>
            <a:chOff x="5806710" y="3895380"/>
            <a:chExt cx="1297080" cy="48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247E0213-E28E-4902-8D03-0AA10D26E9FA}"/>
                    </a:ext>
                  </a:extLst>
                </p14:cNvPr>
                <p14:cNvContentPartPr/>
                <p14:nvPr/>
              </p14:nvContentPartPr>
              <p14:xfrm>
                <a:off x="5890590" y="3916620"/>
                <a:ext cx="51840" cy="461520"/>
              </p14:xfrm>
            </p:contentPart>
          </mc:Choice>
          <mc:Fallback xmlns=""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247E0213-E28E-4902-8D03-0AA10D26E9F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881950" y="3907980"/>
                  <a:ext cx="6948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596EED71-E097-4AF8-BC33-8D40E5D83943}"/>
                    </a:ext>
                  </a:extLst>
                </p14:cNvPr>
                <p14:cNvContentPartPr/>
                <p14:nvPr/>
              </p14:nvContentPartPr>
              <p14:xfrm>
                <a:off x="5806710" y="3895380"/>
                <a:ext cx="250200" cy="217440"/>
              </p14:xfrm>
            </p:contentPart>
          </mc:Choice>
          <mc:Fallback xmlns=""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596EED71-E097-4AF8-BC33-8D40E5D8394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798070" y="3886740"/>
                  <a:ext cx="2678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4E1507C3-9517-4E73-B5D5-8B5016AAF4F9}"/>
                    </a:ext>
                  </a:extLst>
                </p14:cNvPr>
                <p14:cNvContentPartPr/>
                <p14:nvPr/>
              </p14:nvContentPartPr>
              <p14:xfrm>
                <a:off x="6197310" y="3901140"/>
                <a:ext cx="187920" cy="416160"/>
              </p14:xfrm>
            </p:contentPart>
          </mc:Choice>
          <mc:Fallback xmlns=""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4E1507C3-9517-4E73-B5D5-8B5016AAF4F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188670" y="3892140"/>
                  <a:ext cx="20556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209606D9-83DE-496C-93F8-ABBCCF8393D7}"/>
                    </a:ext>
                  </a:extLst>
                </p14:cNvPr>
                <p14:cNvContentPartPr/>
                <p14:nvPr/>
              </p14:nvContentPartPr>
              <p14:xfrm>
                <a:off x="6503310" y="3907620"/>
                <a:ext cx="181080" cy="187200"/>
              </p14:xfrm>
            </p:contentPart>
          </mc:Choice>
          <mc:Fallback xmlns=""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209606D9-83DE-496C-93F8-ABBCCF8393D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494310" y="3898620"/>
                  <a:ext cx="1987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F0579CFA-9408-498A-AD59-C6176699A69B}"/>
                    </a:ext>
                  </a:extLst>
                </p14:cNvPr>
                <p14:cNvContentPartPr/>
                <p14:nvPr/>
              </p14:nvContentPartPr>
              <p14:xfrm>
                <a:off x="6688350" y="3936060"/>
                <a:ext cx="122760" cy="148680"/>
              </p14:xfrm>
            </p:contentPart>
          </mc:Choice>
          <mc:Fallback xmlns=""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F0579CFA-9408-498A-AD59-C6176699A69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679350" y="3927060"/>
                  <a:ext cx="1404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F761E137-9F76-4541-80DC-B40BAE4B3559}"/>
                    </a:ext>
                  </a:extLst>
                </p14:cNvPr>
                <p14:cNvContentPartPr/>
                <p14:nvPr/>
              </p14:nvContentPartPr>
              <p14:xfrm>
                <a:off x="6859710" y="3948300"/>
                <a:ext cx="244080" cy="19152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F761E137-9F76-4541-80DC-B40BAE4B355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850710" y="3939660"/>
                  <a:ext cx="261720" cy="20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upo 107">
            <a:extLst>
              <a:ext uri="{FF2B5EF4-FFF2-40B4-BE49-F238E27FC236}">
                <a16:creationId xmlns:a16="http://schemas.microsoft.com/office/drawing/2014/main" id="{94D17E8C-B2F8-4B55-8C59-EFFD1B984945}"/>
              </a:ext>
            </a:extLst>
          </p:cNvPr>
          <p:cNvGrpSpPr/>
          <p:nvPr/>
        </p:nvGrpSpPr>
        <p:grpSpPr>
          <a:xfrm>
            <a:off x="7490070" y="3850020"/>
            <a:ext cx="1114920" cy="358200"/>
            <a:chOff x="7490070" y="3850020"/>
            <a:chExt cx="111492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E7E5EC15-92E4-4058-9593-C59AB18E597F}"/>
                    </a:ext>
                  </a:extLst>
                </p14:cNvPr>
                <p14:cNvContentPartPr/>
                <p14:nvPr/>
              </p14:nvContentPartPr>
              <p14:xfrm>
                <a:off x="7490070" y="3864060"/>
                <a:ext cx="148320" cy="34416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E7E5EC15-92E4-4058-9593-C59AB18E597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481430" y="3855420"/>
                  <a:ext cx="16596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D53BAF9A-4FA8-41D8-AFBB-24818F7D8F78}"/>
                    </a:ext>
                  </a:extLst>
                </p14:cNvPr>
                <p14:cNvContentPartPr/>
                <p14:nvPr/>
              </p14:nvContentPartPr>
              <p14:xfrm>
                <a:off x="7636950" y="3885660"/>
                <a:ext cx="171720" cy="23184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D53BAF9A-4FA8-41D8-AFBB-24818F7D8F7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628310" y="3877020"/>
                  <a:ext cx="1893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6B995DB1-454C-4170-AD9B-6137A10685B1}"/>
                    </a:ext>
                  </a:extLst>
                </p14:cNvPr>
                <p14:cNvContentPartPr/>
                <p14:nvPr/>
              </p14:nvContentPartPr>
              <p14:xfrm>
                <a:off x="7911270" y="4088700"/>
                <a:ext cx="48600" cy="77040"/>
              </p14:xfrm>
            </p:contentPart>
          </mc:Choice>
          <mc:Fallback xmlns=""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6B995DB1-454C-4170-AD9B-6137A10685B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902630" y="4080060"/>
                  <a:ext cx="662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F0436F29-DD74-44FD-B089-9B4A88EA3991}"/>
                    </a:ext>
                  </a:extLst>
                </p14:cNvPr>
                <p14:cNvContentPartPr/>
                <p14:nvPr/>
              </p14:nvContentPartPr>
              <p14:xfrm>
                <a:off x="7999470" y="3879900"/>
                <a:ext cx="114120" cy="158760"/>
              </p14:xfrm>
            </p:contentPart>
          </mc:Choice>
          <mc:Fallback xmlns=""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F0436F29-DD74-44FD-B089-9B4A88EA399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990470" y="3870900"/>
                  <a:ext cx="1317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B7823E67-44FA-4645-91B7-8148173BA745}"/>
                    </a:ext>
                  </a:extLst>
                </p14:cNvPr>
                <p14:cNvContentPartPr/>
                <p14:nvPr/>
              </p14:nvContentPartPr>
              <p14:xfrm>
                <a:off x="8190630" y="3982500"/>
                <a:ext cx="69120" cy="56880"/>
              </p14:xfrm>
            </p:contentPart>
          </mc:Choice>
          <mc:Fallback xmlns=""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B7823E67-44FA-4645-91B7-8148173BA74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181990" y="3973500"/>
                  <a:ext cx="867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425E24CD-EB45-4EDC-AF8C-5749545479A5}"/>
                    </a:ext>
                  </a:extLst>
                </p14:cNvPr>
                <p14:cNvContentPartPr/>
                <p14:nvPr/>
              </p14:nvContentPartPr>
              <p14:xfrm>
                <a:off x="8310870" y="3850020"/>
                <a:ext cx="181080" cy="168480"/>
              </p14:xfrm>
            </p:contentPart>
          </mc:Choice>
          <mc:Fallback xmlns=""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425E24CD-EB45-4EDC-AF8C-5749545479A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302230" y="3841020"/>
                  <a:ext cx="1987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973DD7CE-07E5-4387-8F1D-669EDA87E8A5}"/>
                    </a:ext>
                  </a:extLst>
                </p14:cNvPr>
                <p14:cNvContentPartPr/>
                <p14:nvPr/>
              </p14:nvContentPartPr>
              <p14:xfrm>
                <a:off x="8538750" y="3992580"/>
                <a:ext cx="66240" cy="199800"/>
              </p14:xfrm>
            </p:contentPart>
          </mc:Choice>
          <mc:Fallback xmlns=""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973DD7CE-07E5-4387-8F1D-669EDA87E8A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530110" y="3983940"/>
                  <a:ext cx="8388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06FB764-8E60-433C-84AB-1CAEBF096290}"/>
              </a:ext>
            </a:extLst>
          </p:cNvPr>
          <p:cNvGrpSpPr/>
          <p:nvPr/>
        </p:nvGrpSpPr>
        <p:grpSpPr>
          <a:xfrm>
            <a:off x="8861310" y="3610260"/>
            <a:ext cx="1843200" cy="380160"/>
            <a:chOff x="8861310" y="3610260"/>
            <a:chExt cx="1843200" cy="38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49FC4A75-1584-476F-B28A-87FAB7D96A83}"/>
                    </a:ext>
                  </a:extLst>
                </p14:cNvPr>
                <p14:cNvContentPartPr/>
                <p14:nvPr/>
              </p14:nvContentPartPr>
              <p14:xfrm>
                <a:off x="8861310" y="3718260"/>
                <a:ext cx="101880" cy="256320"/>
              </p14:xfrm>
            </p:contentPart>
          </mc:Choice>
          <mc:Fallback xmlns=""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49FC4A75-1584-476F-B28A-87FAB7D96A8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852670" y="3709260"/>
                  <a:ext cx="1195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CB01DEF8-9527-4F37-AE68-73FC28CF451A}"/>
                    </a:ext>
                  </a:extLst>
                </p14:cNvPr>
                <p14:cNvContentPartPr/>
                <p14:nvPr/>
              </p14:nvContentPartPr>
              <p14:xfrm>
                <a:off x="9007110" y="3842820"/>
                <a:ext cx="123120" cy="147600"/>
              </p14:xfrm>
            </p:contentPart>
          </mc:Choice>
          <mc:Fallback xmlns=""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CB01DEF8-9527-4F37-AE68-73FC28CF451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998470" y="3834180"/>
                  <a:ext cx="1407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F7E2D063-CCEC-4518-96D0-654905FD8273}"/>
                    </a:ext>
                  </a:extLst>
                </p14:cNvPr>
                <p14:cNvContentPartPr/>
                <p14:nvPr/>
              </p14:nvContentPartPr>
              <p14:xfrm>
                <a:off x="9141750" y="3790980"/>
                <a:ext cx="424440" cy="158040"/>
              </p14:xfrm>
            </p:contentPart>
          </mc:Choice>
          <mc:Fallback xmlns=""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F7E2D063-CCEC-4518-96D0-654905FD8273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133110" y="3781980"/>
                  <a:ext cx="4420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70C6CA3C-6012-4AFF-B0F7-7B78B480E5F3}"/>
                    </a:ext>
                  </a:extLst>
                </p14:cNvPr>
                <p14:cNvContentPartPr/>
                <p14:nvPr/>
              </p14:nvContentPartPr>
              <p14:xfrm>
                <a:off x="9705870" y="3716460"/>
                <a:ext cx="180000" cy="19260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70C6CA3C-6012-4AFF-B0F7-7B78B480E5F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696870" y="3707460"/>
                  <a:ext cx="1976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AA2ECE58-9BF5-4A31-BE77-26E4AFFA2C73}"/>
                    </a:ext>
                  </a:extLst>
                </p14:cNvPr>
                <p14:cNvContentPartPr/>
                <p14:nvPr/>
              </p14:nvContentPartPr>
              <p14:xfrm>
                <a:off x="9780750" y="3709980"/>
                <a:ext cx="399960" cy="17172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AA2ECE58-9BF5-4A31-BE77-26E4AFFA2C7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771750" y="3700980"/>
                  <a:ext cx="4176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E97E2422-567D-455C-A333-537E8172C69F}"/>
                    </a:ext>
                  </a:extLst>
                </p14:cNvPr>
                <p14:cNvContentPartPr/>
                <p14:nvPr/>
              </p14:nvContentPartPr>
              <p14:xfrm>
                <a:off x="10251990" y="3610980"/>
                <a:ext cx="80640" cy="24336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E97E2422-567D-455C-A333-537E8172C69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243350" y="3602340"/>
                  <a:ext cx="982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A483BA4E-719E-4E49-8D0D-BE978CB03F91}"/>
                    </a:ext>
                  </a:extLst>
                </p14:cNvPr>
                <p14:cNvContentPartPr/>
                <p14:nvPr/>
              </p14:nvContentPartPr>
              <p14:xfrm>
                <a:off x="10253070" y="3749580"/>
                <a:ext cx="9720" cy="103680"/>
              </p14:xfrm>
            </p:contentPart>
          </mc:Choice>
          <mc:Fallback xmlns=""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A483BA4E-719E-4E49-8D0D-BE978CB03F9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244430" y="3740940"/>
                  <a:ext cx="273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46929D30-0FB7-4DBF-A62D-93F630B865AF}"/>
                    </a:ext>
                  </a:extLst>
                </p14:cNvPr>
                <p14:cNvContentPartPr/>
                <p14:nvPr/>
              </p14:nvContentPartPr>
              <p14:xfrm>
                <a:off x="10251990" y="3617460"/>
                <a:ext cx="20880" cy="144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46929D30-0FB7-4DBF-A62D-93F630B865A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243350" y="3608820"/>
                  <a:ext cx="385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A027C7C8-10F2-4699-8651-06D2163A9CBC}"/>
                    </a:ext>
                  </a:extLst>
                </p14:cNvPr>
                <p14:cNvContentPartPr/>
                <p14:nvPr/>
              </p14:nvContentPartPr>
              <p14:xfrm>
                <a:off x="10397070" y="3610260"/>
                <a:ext cx="36360" cy="214560"/>
              </p14:xfrm>
            </p:contentPart>
          </mc:Choice>
          <mc:Fallback xmlns=""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A027C7C8-10F2-4699-8651-06D2163A9CB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388070" y="3601260"/>
                  <a:ext cx="540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BC8855DA-FF6B-4805-A9B8-368926604E80}"/>
                    </a:ext>
                  </a:extLst>
                </p14:cNvPr>
                <p14:cNvContentPartPr/>
                <p14:nvPr/>
              </p14:nvContentPartPr>
              <p14:xfrm>
                <a:off x="10521270" y="3705300"/>
                <a:ext cx="183240" cy="74160"/>
              </p14:xfrm>
            </p:contentPart>
          </mc:Choice>
          <mc:Fallback xmlns=""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BC8855DA-FF6B-4805-A9B8-368926604E8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512270" y="3696300"/>
                  <a:ext cx="20088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9B5C390D-41DA-4E76-AEA8-3E0BED2FC268}"/>
              </a:ext>
            </a:extLst>
          </p:cNvPr>
          <p:cNvGrpSpPr/>
          <p:nvPr/>
        </p:nvGrpSpPr>
        <p:grpSpPr>
          <a:xfrm>
            <a:off x="10867590" y="3483540"/>
            <a:ext cx="442800" cy="437400"/>
            <a:chOff x="10867590" y="3483540"/>
            <a:chExt cx="442800" cy="43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06D0E459-C421-4EE8-A2B9-6E5CBE787D0E}"/>
                    </a:ext>
                  </a:extLst>
                </p14:cNvPr>
                <p14:cNvContentPartPr/>
                <p14:nvPr/>
              </p14:nvContentPartPr>
              <p14:xfrm>
                <a:off x="10873710" y="3632220"/>
                <a:ext cx="30240" cy="19980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06D0E459-C421-4EE8-A2B9-6E5CBE787D0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864710" y="3623580"/>
                  <a:ext cx="478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8CD74980-F28B-4DE5-81B4-BBBEA14B53ED}"/>
                    </a:ext>
                  </a:extLst>
                </p14:cNvPr>
                <p14:cNvContentPartPr/>
                <p14:nvPr/>
              </p14:nvContentPartPr>
              <p14:xfrm>
                <a:off x="10867590" y="3622140"/>
                <a:ext cx="125640" cy="149040"/>
              </p14:xfrm>
            </p:contentPart>
          </mc:Choice>
          <mc:Fallback xmlns=""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8CD74980-F28B-4DE5-81B4-BBBEA14B53E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858590" y="3613140"/>
                  <a:ext cx="1432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92FF14AA-1C2A-4E34-9A88-8C6EAF375D47}"/>
                    </a:ext>
                  </a:extLst>
                </p14:cNvPr>
                <p14:cNvContentPartPr/>
                <p14:nvPr/>
              </p14:nvContentPartPr>
              <p14:xfrm>
                <a:off x="11098350" y="3798540"/>
                <a:ext cx="360" cy="360"/>
              </p14:xfrm>
            </p:contentPart>
          </mc:Choice>
          <mc:Fallback xmlns=""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92FF14AA-1C2A-4E34-9A88-8C6EAF375D4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089710" y="37899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CFE446F4-40DC-41D7-AEF2-2A951DE0225A}"/>
                    </a:ext>
                  </a:extLst>
                </p14:cNvPr>
                <p14:cNvContentPartPr/>
                <p14:nvPr/>
              </p14:nvContentPartPr>
              <p14:xfrm>
                <a:off x="11171430" y="3483540"/>
                <a:ext cx="113760" cy="406800"/>
              </p14:xfrm>
            </p:contentPart>
          </mc:Choice>
          <mc:Fallback xmlns=""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CFE446F4-40DC-41D7-AEF2-2A951DE0225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162790" y="3474540"/>
                  <a:ext cx="13140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9646ED8E-4632-4870-9485-99DFEEF1FD87}"/>
                    </a:ext>
                  </a:extLst>
                </p14:cNvPr>
                <p14:cNvContentPartPr/>
                <p14:nvPr/>
              </p14:nvContentPartPr>
              <p14:xfrm>
                <a:off x="11310030" y="3920580"/>
                <a:ext cx="360" cy="360"/>
              </p14:xfrm>
            </p:contentPart>
          </mc:Choice>
          <mc:Fallback xmlns=""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9646ED8E-4632-4870-9485-99DFEEF1FD8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301390" y="39115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19" name="Entrada de lápiz 118">
                <a:extLst>
                  <a:ext uri="{FF2B5EF4-FFF2-40B4-BE49-F238E27FC236}">
                    <a16:creationId xmlns:a16="http://schemas.microsoft.com/office/drawing/2014/main" id="{73FBEB95-42AE-4C37-9BF5-10C321648100}"/>
                  </a:ext>
                </a:extLst>
              </p14:cNvPr>
              <p14:cNvContentPartPr/>
              <p14:nvPr/>
            </p14:nvContentPartPr>
            <p14:xfrm>
              <a:off x="5931990" y="4647420"/>
              <a:ext cx="137160" cy="398160"/>
            </p14:xfrm>
          </p:contentPart>
        </mc:Choice>
        <mc:Fallback xmlns="">
          <p:pic>
            <p:nvPicPr>
              <p:cNvPr id="119" name="Entrada de lápiz 118">
                <a:extLst>
                  <a:ext uri="{FF2B5EF4-FFF2-40B4-BE49-F238E27FC236}">
                    <a16:creationId xmlns:a16="http://schemas.microsoft.com/office/drawing/2014/main" id="{73FBEB95-42AE-4C37-9BF5-10C321648100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5923350" y="4638780"/>
                <a:ext cx="154800" cy="41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upo 133">
            <a:extLst>
              <a:ext uri="{FF2B5EF4-FFF2-40B4-BE49-F238E27FC236}">
                <a16:creationId xmlns:a16="http://schemas.microsoft.com/office/drawing/2014/main" id="{927F8544-5333-4067-BA7B-9ED3E582D62A}"/>
              </a:ext>
            </a:extLst>
          </p:cNvPr>
          <p:cNvGrpSpPr/>
          <p:nvPr/>
        </p:nvGrpSpPr>
        <p:grpSpPr>
          <a:xfrm>
            <a:off x="6282630" y="4447260"/>
            <a:ext cx="1935720" cy="529920"/>
            <a:chOff x="6282630" y="4447260"/>
            <a:chExt cx="1935720" cy="52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4ED90B01-BE1E-471B-AD41-78CFC9D57963}"/>
                    </a:ext>
                  </a:extLst>
                </p14:cNvPr>
                <p14:cNvContentPartPr/>
                <p14:nvPr/>
              </p14:nvContentPartPr>
              <p14:xfrm>
                <a:off x="6282630" y="4636620"/>
                <a:ext cx="113760" cy="340560"/>
              </p14:xfrm>
            </p:contentPart>
          </mc:Choice>
          <mc:Fallback xmlns=""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4ED90B01-BE1E-471B-AD41-78CFC9D57963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273630" y="4627620"/>
                  <a:ext cx="1314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CA4CFEF2-E9FA-4301-B74A-342F3D30E635}"/>
                    </a:ext>
                  </a:extLst>
                </p14:cNvPr>
                <p14:cNvContentPartPr/>
                <p14:nvPr/>
              </p14:nvContentPartPr>
              <p14:xfrm>
                <a:off x="6423030" y="4666140"/>
                <a:ext cx="171720" cy="155520"/>
              </p14:xfrm>
            </p:contentPart>
          </mc:Choice>
          <mc:Fallback xmlns=""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CA4CFEF2-E9FA-4301-B74A-342F3D30E63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414030" y="4657500"/>
                  <a:ext cx="1893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21237925-9447-468E-A7E3-30209772BB1C}"/>
                    </a:ext>
                  </a:extLst>
                </p14:cNvPr>
                <p14:cNvContentPartPr/>
                <p14:nvPr/>
              </p14:nvContentPartPr>
              <p14:xfrm>
                <a:off x="6621030" y="4670820"/>
                <a:ext cx="117720" cy="140760"/>
              </p14:xfrm>
            </p:contentPart>
          </mc:Choice>
          <mc:Fallback xmlns=""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21237925-9447-468E-A7E3-30209772BB1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612390" y="4661820"/>
                  <a:ext cx="1353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33B13A99-829A-4C2A-98F7-97F4EDCC3DAE}"/>
                    </a:ext>
                  </a:extLst>
                </p14:cNvPr>
                <p14:cNvContentPartPr/>
                <p14:nvPr/>
              </p14:nvContentPartPr>
              <p14:xfrm>
                <a:off x="6751710" y="4664700"/>
                <a:ext cx="303480" cy="115200"/>
              </p14:xfrm>
            </p:contentPart>
          </mc:Choice>
          <mc:Fallback xmlns=""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33B13A99-829A-4C2A-98F7-97F4EDCC3DA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742710" y="4655700"/>
                  <a:ext cx="3211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58485F9B-CAD8-4BAC-966E-E5C9D7DB1ECF}"/>
                    </a:ext>
                  </a:extLst>
                </p14:cNvPr>
                <p14:cNvContentPartPr/>
                <p14:nvPr/>
              </p14:nvContentPartPr>
              <p14:xfrm>
                <a:off x="7159590" y="4548780"/>
                <a:ext cx="101880" cy="257040"/>
              </p14:xfrm>
            </p:contentPart>
          </mc:Choice>
          <mc:Fallback xmlns=""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58485F9B-CAD8-4BAC-966E-E5C9D7DB1ECF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150590" y="4540140"/>
                  <a:ext cx="1195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FC97CDED-8B9E-492E-95C8-87EE23B4D6B0}"/>
                    </a:ext>
                  </a:extLst>
                </p14:cNvPr>
                <p14:cNvContentPartPr/>
                <p14:nvPr/>
              </p14:nvContentPartPr>
              <p14:xfrm>
                <a:off x="7370190" y="4570020"/>
                <a:ext cx="125640" cy="195120"/>
              </p14:xfrm>
            </p:contentPart>
          </mc:Choice>
          <mc:Fallback xmlns=""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FC97CDED-8B9E-492E-95C8-87EE23B4D6B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361190" y="4561020"/>
                  <a:ext cx="1432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E956E35A-12B6-45E1-999E-F68A491BCCCC}"/>
                    </a:ext>
                  </a:extLst>
                </p14:cNvPr>
                <p14:cNvContentPartPr/>
                <p14:nvPr/>
              </p14:nvContentPartPr>
              <p14:xfrm>
                <a:off x="7612470" y="4703220"/>
                <a:ext cx="14760" cy="119520"/>
              </p14:xfrm>
            </p:contentPart>
          </mc:Choice>
          <mc:Fallback xmlns=""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E956E35A-12B6-45E1-999E-F68A491BCCC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603470" y="4694220"/>
                  <a:ext cx="324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4FFCF334-2A7A-4A1F-850E-C6C9694D182F}"/>
                    </a:ext>
                  </a:extLst>
                </p14:cNvPr>
                <p14:cNvContentPartPr/>
                <p14:nvPr/>
              </p14:nvContentPartPr>
              <p14:xfrm>
                <a:off x="7735590" y="4622580"/>
                <a:ext cx="83880" cy="103680"/>
              </p14:xfrm>
            </p:contentPart>
          </mc:Choice>
          <mc:Fallback xmlns=""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4FFCF334-2A7A-4A1F-850E-C6C9694D182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726590" y="4613940"/>
                  <a:ext cx="1015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DE3ACD17-D0F8-40E2-BC22-2B170DAFD4DA}"/>
                    </a:ext>
                  </a:extLst>
                </p14:cNvPr>
                <p14:cNvContentPartPr/>
                <p14:nvPr/>
              </p14:nvContentPartPr>
              <p14:xfrm>
                <a:off x="7879590" y="4664340"/>
                <a:ext cx="45720" cy="23040"/>
              </p14:xfrm>
            </p:contentPart>
          </mc:Choice>
          <mc:Fallback xmlns=""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DE3ACD17-D0F8-40E2-BC22-2B170DAFD4D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870590" y="4655340"/>
                  <a:ext cx="633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A3207F8D-39E0-4064-B511-F49A810CAC6E}"/>
                    </a:ext>
                  </a:extLst>
                </p14:cNvPr>
                <p14:cNvContentPartPr/>
                <p14:nvPr/>
              </p14:nvContentPartPr>
              <p14:xfrm>
                <a:off x="7993710" y="4574340"/>
                <a:ext cx="154080" cy="142920"/>
              </p14:xfrm>
            </p:contentPart>
          </mc:Choice>
          <mc:Fallback xmlns=""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A3207F8D-39E0-4064-B511-F49A810CAC6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985070" y="4565340"/>
                  <a:ext cx="1717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8A77BA95-79E2-41B9-AE80-8CCB61EE89E6}"/>
                    </a:ext>
                  </a:extLst>
                </p14:cNvPr>
                <p14:cNvContentPartPr/>
                <p14:nvPr/>
              </p14:nvContentPartPr>
              <p14:xfrm>
                <a:off x="8152830" y="4447260"/>
                <a:ext cx="65520" cy="318960"/>
              </p14:xfrm>
            </p:contentPart>
          </mc:Choice>
          <mc:Fallback xmlns=""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8A77BA95-79E2-41B9-AE80-8CCB61EE89E6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143830" y="4438260"/>
                  <a:ext cx="83160" cy="33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35" name="Entrada de lápiz 134">
                <a:extLst>
                  <a:ext uri="{FF2B5EF4-FFF2-40B4-BE49-F238E27FC236}">
                    <a16:creationId xmlns:a16="http://schemas.microsoft.com/office/drawing/2014/main" id="{4B16525E-2606-4E43-B984-59AF58FB2CC8}"/>
                  </a:ext>
                </a:extLst>
              </p14:cNvPr>
              <p14:cNvContentPartPr/>
              <p14:nvPr/>
            </p14:nvContentPartPr>
            <p14:xfrm>
              <a:off x="5113350" y="4710780"/>
              <a:ext cx="163800" cy="250560"/>
            </p14:xfrm>
          </p:contentPart>
        </mc:Choice>
        <mc:Fallback xmlns="">
          <p:pic>
            <p:nvPicPr>
              <p:cNvPr id="135" name="Entrada de lápiz 134">
                <a:extLst>
                  <a:ext uri="{FF2B5EF4-FFF2-40B4-BE49-F238E27FC236}">
                    <a16:creationId xmlns:a16="http://schemas.microsoft.com/office/drawing/2014/main" id="{4B16525E-2606-4E43-B984-59AF58FB2CC8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5104710" y="4702140"/>
                <a:ext cx="18144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36" name="Entrada de lápiz 135">
                <a:extLst>
                  <a:ext uri="{FF2B5EF4-FFF2-40B4-BE49-F238E27FC236}">
                    <a16:creationId xmlns:a16="http://schemas.microsoft.com/office/drawing/2014/main" id="{B0A7E426-45FC-4CFB-93CA-DC1A884F56C5}"/>
                  </a:ext>
                </a:extLst>
              </p14:cNvPr>
              <p14:cNvContentPartPr/>
              <p14:nvPr/>
            </p14:nvContentPartPr>
            <p14:xfrm>
              <a:off x="5469030" y="4798260"/>
              <a:ext cx="126720" cy="14400"/>
            </p14:xfrm>
          </p:contentPart>
        </mc:Choice>
        <mc:Fallback xmlns="">
          <p:pic>
            <p:nvPicPr>
              <p:cNvPr id="136" name="Entrada de lápiz 135">
                <a:extLst>
                  <a:ext uri="{FF2B5EF4-FFF2-40B4-BE49-F238E27FC236}">
                    <a16:creationId xmlns:a16="http://schemas.microsoft.com/office/drawing/2014/main" id="{B0A7E426-45FC-4CFB-93CA-DC1A884F56C5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5460390" y="4789620"/>
                <a:ext cx="144360" cy="3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upo 62">
            <a:extLst>
              <a:ext uri="{FF2B5EF4-FFF2-40B4-BE49-F238E27FC236}">
                <a16:creationId xmlns:a16="http://schemas.microsoft.com/office/drawing/2014/main" id="{CD4C2C6B-6F83-4EC6-A9EA-DB478A97D8D0}"/>
              </a:ext>
            </a:extLst>
          </p:cNvPr>
          <p:cNvGrpSpPr/>
          <p:nvPr/>
        </p:nvGrpSpPr>
        <p:grpSpPr>
          <a:xfrm>
            <a:off x="5076574" y="5265026"/>
            <a:ext cx="2690280" cy="449280"/>
            <a:chOff x="5076574" y="5265026"/>
            <a:chExt cx="2690280" cy="44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A4C28A19-A6B7-43C6-B661-A88CD09A711B}"/>
                    </a:ext>
                  </a:extLst>
                </p14:cNvPr>
                <p14:cNvContentPartPr/>
                <p14:nvPr/>
              </p14:nvContentPartPr>
              <p14:xfrm>
                <a:off x="5076574" y="5379866"/>
                <a:ext cx="211320" cy="30420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A4C28A19-A6B7-43C6-B661-A88CD09A711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067934" y="5371226"/>
                  <a:ext cx="22896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5E25B169-75C0-4AF2-BE17-C95F6E6B106A}"/>
                    </a:ext>
                  </a:extLst>
                </p14:cNvPr>
                <p14:cNvContentPartPr/>
                <p14:nvPr/>
              </p14:nvContentPartPr>
              <p14:xfrm>
                <a:off x="5416054" y="5465546"/>
                <a:ext cx="245520" cy="25920"/>
              </p14:xfrm>
            </p:contentPart>
          </mc:Choice>
          <mc:Fallback xmlns=""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5E25B169-75C0-4AF2-BE17-C95F6E6B106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407054" y="5456546"/>
                  <a:ext cx="2631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89AF4820-C33D-464A-932A-652D93164CE0}"/>
                    </a:ext>
                  </a:extLst>
                </p14:cNvPr>
                <p14:cNvContentPartPr/>
                <p14:nvPr/>
              </p14:nvContentPartPr>
              <p14:xfrm>
                <a:off x="5788654" y="5358266"/>
                <a:ext cx="231120" cy="356040"/>
              </p14:xfrm>
            </p:contentPart>
          </mc:Choice>
          <mc:Fallback xmlns=""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89AF4820-C33D-464A-932A-652D93164CE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780014" y="5349626"/>
                  <a:ext cx="2487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56F2A2BE-21F4-47F0-85AA-1B263A1FE31E}"/>
                    </a:ext>
                  </a:extLst>
                </p14:cNvPr>
                <p14:cNvContentPartPr/>
                <p14:nvPr/>
              </p14:nvContentPartPr>
              <p14:xfrm>
                <a:off x="6117334" y="5374466"/>
                <a:ext cx="216000" cy="213480"/>
              </p14:xfrm>
            </p:contentPart>
          </mc:Choice>
          <mc:Fallback xmlns=""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56F2A2BE-21F4-47F0-85AA-1B263A1FE31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108694" y="5365466"/>
                  <a:ext cx="2336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560E45F8-3BCA-4770-9F60-FA86AD87B028}"/>
                    </a:ext>
                  </a:extLst>
                </p14:cNvPr>
                <p14:cNvContentPartPr/>
                <p14:nvPr/>
              </p14:nvContentPartPr>
              <p14:xfrm>
                <a:off x="6313894" y="5265026"/>
                <a:ext cx="213840" cy="303480"/>
              </p14:xfrm>
            </p:contentPart>
          </mc:Choice>
          <mc:Fallback xmlns=""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560E45F8-3BCA-4770-9F60-FA86AD87B02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305254" y="5256386"/>
                  <a:ext cx="23148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0B12EEE4-B731-479A-8DCC-BFB9E9262BA8}"/>
                    </a:ext>
                  </a:extLst>
                </p14:cNvPr>
                <p14:cNvContentPartPr/>
                <p14:nvPr/>
              </p14:nvContentPartPr>
              <p14:xfrm>
                <a:off x="6593614" y="5404346"/>
                <a:ext cx="75240" cy="138600"/>
              </p14:xfrm>
            </p:contentPart>
          </mc:Choice>
          <mc:Fallback xmlns=""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0B12EEE4-B731-479A-8DCC-BFB9E9262BA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584974" y="5395346"/>
                  <a:ext cx="928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8436B1CC-5BD0-439F-9C0B-7D9C26B844B7}"/>
                    </a:ext>
                  </a:extLst>
                </p14:cNvPr>
                <p14:cNvContentPartPr/>
                <p14:nvPr/>
              </p14:nvContentPartPr>
              <p14:xfrm>
                <a:off x="6687934" y="5401106"/>
                <a:ext cx="151560" cy="174600"/>
              </p14:xfrm>
            </p:contentPart>
          </mc:Choice>
          <mc:Fallback xmlns=""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8436B1CC-5BD0-439F-9C0B-7D9C26B844B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678934" y="5392106"/>
                  <a:ext cx="1692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1971C1A0-22B4-4BB5-9059-33A9915BFFCC}"/>
                    </a:ext>
                  </a:extLst>
                </p14:cNvPr>
                <p14:cNvContentPartPr/>
                <p14:nvPr/>
              </p14:nvContentPartPr>
              <p14:xfrm>
                <a:off x="6854974" y="5437466"/>
                <a:ext cx="132480" cy="150480"/>
              </p14:xfrm>
            </p:contentPart>
          </mc:Choice>
          <mc:Fallback xmlns=""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1971C1A0-22B4-4BB5-9059-33A9915BFFC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845974" y="5428826"/>
                  <a:ext cx="150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380B1FA3-C594-4471-ABA5-5E64ED89A61C}"/>
                    </a:ext>
                  </a:extLst>
                </p14:cNvPr>
                <p14:cNvContentPartPr/>
                <p14:nvPr/>
              </p14:nvContentPartPr>
              <p14:xfrm>
                <a:off x="7054774" y="5458346"/>
                <a:ext cx="299160" cy="13464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380B1FA3-C594-4471-ABA5-5E64ED89A61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045774" y="5449706"/>
                  <a:ext cx="3168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AB18728B-5B8A-4CE1-8758-613B288D545E}"/>
                    </a:ext>
                  </a:extLst>
                </p14:cNvPr>
                <p14:cNvContentPartPr/>
                <p14:nvPr/>
              </p14:nvContentPartPr>
              <p14:xfrm>
                <a:off x="7379854" y="5321906"/>
                <a:ext cx="147960" cy="26820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AB18728B-5B8A-4CE1-8758-613B288D545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370854" y="5312906"/>
                  <a:ext cx="1656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A0B0B445-B466-4826-AF40-1015CB6753AA}"/>
                    </a:ext>
                  </a:extLst>
                </p14:cNvPr>
                <p14:cNvContentPartPr/>
                <p14:nvPr/>
              </p14:nvContentPartPr>
              <p14:xfrm>
                <a:off x="7492534" y="5340986"/>
                <a:ext cx="145800" cy="231840"/>
              </p14:xfrm>
            </p:contentPart>
          </mc:Choice>
          <mc:Fallback xmlns=""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A0B0B445-B466-4826-AF40-1015CB6753AA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483894" y="5332346"/>
                  <a:ext cx="1634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F02D58FF-9E45-40F2-ACF0-8C2ECBB7979F}"/>
                    </a:ext>
                  </a:extLst>
                </p14:cNvPr>
                <p14:cNvContentPartPr/>
                <p14:nvPr/>
              </p14:nvContentPartPr>
              <p14:xfrm>
                <a:off x="7726174" y="5533946"/>
                <a:ext cx="40680" cy="16092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F02D58FF-9E45-40F2-ACF0-8C2ECBB7979F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717534" y="5524946"/>
                  <a:ext cx="5832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770EB71B-0CAB-4618-9E20-4AFE3FDF3DE3}"/>
              </a:ext>
            </a:extLst>
          </p:cNvPr>
          <p:cNvGrpSpPr/>
          <p:nvPr/>
        </p:nvGrpSpPr>
        <p:grpSpPr>
          <a:xfrm>
            <a:off x="7926334" y="5319026"/>
            <a:ext cx="171720" cy="302040"/>
            <a:chOff x="7926334" y="5319026"/>
            <a:chExt cx="171720" cy="30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1C3FE154-5831-4034-9822-3E08BD8E1389}"/>
                    </a:ext>
                  </a:extLst>
                </p14:cNvPr>
                <p14:cNvContentPartPr/>
                <p14:nvPr/>
              </p14:nvContentPartPr>
              <p14:xfrm>
                <a:off x="7958374" y="5332706"/>
                <a:ext cx="360" cy="36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1C3FE154-5831-4034-9822-3E08BD8E1389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949734" y="532370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CC46B11A-07FC-4FC5-8CF2-75DE8E4C335E}"/>
                    </a:ext>
                  </a:extLst>
                </p14:cNvPr>
                <p14:cNvContentPartPr/>
                <p14:nvPr/>
              </p14:nvContentPartPr>
              <p14:xfrm>
                <a:off x="7926334" y="5319026"/>
                <a:ext cx="127800" cy="17892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CC46B11A-07FC-4FC5-8CF2-75DE8E4C335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917694" y="5310386"/>
                  <a:ext cx="1454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4462E9E7-4DD1-44BB-ACF9-A6C58860403D}"/>
                    </a:ext>
                  </a:extLst>
                </p14:cNvPr>
                <p14:cNvContentPartPr/>
                <p14:nvPr/>
              </p14:nvContentPartPr>
              <p14:xfrm>
                <a:off x="8072854" y="5488946"/>
                <a:ext cx="25200" cy="13212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4462E9E7-4DD1-44BB-ACF9-A6C58860403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063854" y="5479946"/>
                  <a:ext cx="4284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upo 138">
            <a:extLst>
              <a:ext uri="{FF2B5EF4-FFF2-40B4-BE49-F238E27FC236}">
                <a16:creationId xmlns:a16="http://schemas.microsoft.com/office/drawing/2014/main" id="{96897510-BF90-4B2C-82E0-F9F225FB04B2}"/>
              </a:ext>
            </a:extLst>
          </p:cNvPr>
          <p:cNvGrpSpPr/>
          <p:nvPr/>
        </p:nvGrpSpPr>
        <p:grpSpPr>
          <a:xfrm>
            <a:off x="8294254" y="5183666"/>
            <a:ext cx="547200" cy="388080"/>
            <a:chOff x="8294254" y="5183666"/>
            <a:chExt cx="547200" cy="3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38BB841B-BE85-455A-96B3-6A37FB4866AF}"/>
                    </a:ext>
                  </a:extLst>
                </p14:cNvPr>
                <p14:cNvContentPartPr/>
                <p14:nvPr/>
              </p14:nvContentPartPr>
              <p14:xfrm>
                <a:off x="8294254" y="5327306"/>
                <a:ext cx="115560" cy="110880"/>
              </p14:xfrm>
            </p:contentPart>
          </mc:Choice>
          <mc:Fallback xmlns=""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38BB841B-BE85-455A-96B3-6A37FB4866A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285254" y="5318306"/>
                  <a:ext cx="1332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B6365669-FBFB-40A9-8EB5-A5C953970BFD}"/>
                    </a:ext>
                  </a:extLst>
                </p14:cNvPr>
                <p14:cNvContentPartPr/>
                <p14:nvPr/>
              </p14:nvContentPartPr>
              <p14:xfrm>
                <a:off x="8439694" y="5454746"/>
                <a:ext cx="27720" cy="117000"/>
              </p14:xfrm>
            </p:contentPart>
          </mc:Choice>
          <mc:Fallback xmlns=""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B6365669-FBFB-40A9-8EB5-A5C953970BF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430694" y="5445746"/>
                  <a:ext cx="453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D59AE680-9F11-4360-A578-69FD48434C29}"/>
                    </a:ext>
                  </a:extLst>
                </p14:cNvPr>
                <p14:cNvContentPartPr/>
                <p14:nvPr/>
              </p14:nvContentPartPr>
              <p14:xfrm>
                <a:off x="8565694" y="5338826"/>
                <a:ext cx="163800" cy="163440"/>
              </p14:xfrm>
            </p:contentPart>
          </mc:Choice>
          <mc:Fallback xmlns=""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D59AE680-9F11-4360-A578-69FD48434C2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557054" y="5330186"/>
                  <a:ext cx="181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CB5C5845-E12A-48D1-A343-807500477D9C}"/>
                    </a:ext>
                  </a:extLst>
                </p14:cNvPr>
                <p14:cNvContentPartPr/>
                <p14:nvPr/>
              </p14:nvContentPartPr>
              <p14:xfrm>
                <a:off x="8806534" y="5183666"/>
                <a:ext cx="34920" cy="318600"/>
              </p14:xfrm>
            </p:contentPart>
          </mc:Choice>
          <mc:Fallback xmlns=""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CB5C5845-E12A-48D1-A343-807500477D9C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797534" y="5174666"/>
                  <a:ext cx="52560" cy="33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38" name="Entrada de lápiz 137">
                <a:extLst>
                  <a:ext uri="{FF2B5EF4-FFF2-40B4-BE49-F238E27FC236}">
                    <a16:creationId xmlns:a16="http://schemas.microsoft.com/office/drawing/2014/main" id="{2864367E-8EC4-4B64-9571-D0B9DC45E345}"/>
                  </a:ext>
                </a:extLst>
              </p14:cNvPr>
              <p14:cNvContentPartPr/>
              <p14:nvPr/>
            </p14:nvContentPartPr>
            <p14:xfrm>
              <a:off x="9021814" y="5529626"/>
              <a:ext cx="360" cy="360"/>
            </p14:xfrm>
          </p:contentPart>
        </mc:Choice>
        <mc:Fallback xmlns="">
          <p:pic>
            <p:nvPicPr>
              <p:cNvPr id="138" name="Entrada de lápiz 137">
                <a:extLst>
                  <a:ext uri="{FF2B5EF4-FFF2-40B4-BE49-F238E27FC236}">
                    <a16:creationId xmlns:a16="http://schemas.microsoft.com/office/drawing/2014/main" id="{2864367E-8EC4-4B64-9571-D0B9DC45E345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9013174" y="552098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7DD87BB7-57BF-4B60-A7A8-4F055CBA3843}"/>
                  </a:ext>
                </a:extLst>
              </p14:cNvPr>
              <p14:cNvContentPartPr/>
              <p14:nvPr/>
            </p14:nvContentPartPr>
            <p14:xfrm>
              <a:off x="9812734" y="3361346"/>
              <a:ext cx="26640" cy="4320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7DD87BB7-57BF-4B60-A7A8-4F055CBA3843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9803734" y="3352706"/>
                <a:ext cx="4428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45" name="Entrada de lápiz 144">
                <a:extLst>
                  <a:ext uri="{FF2B5EF4-FFF2-40B4-BE49-F238E27FC236}">
                    <a16:creationId xmlns:a16="http://schemas.microsoft.com/office/drawing/2014/main" id="{6044BC89-1081-4FAB-ADE8-E805CFF765DD}"/>
                  </a:ext>
                </a:extLst>
              </p14:cNvPr>
              <p14:cNvContentPartPr/>
              <p14:nvPr/>
            </p14:nvContentPartPr>
            <p14:xfrm>
              <a:off x="7476334" y="5280146"/>
              <a:ext cx="159840" cy="315360"/>
            </p14:xfrm>
          </p:contentPart>
        </mc:Choice>
        <mc:Fallback>
          <p:pic>
            <p:nvPicPr>
              <p:cNvPr id="145" name="Entrada de lápiz 144">
                <a:extLst>
                  <a:ext uri="{FF2B5EF4-FFF2-40B4-BE49-F238E27FC236}">
                    <a16:creationId xmlns:a16="http://schemas.microsoft.com/office/drawing/2014/main" id="{6044BC89-1081-4FAB-ADE8-E805CFF765DD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7467334" y="5271146"/>
                <a:ext cx="17748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75" name="Entrada de lápiz 174">
                <a:extLst>
                  <a:ext uri="{FF2B5EF4-FFF2-40B4-BE49-F238E27FC236}">
                    <a16:creationId xmlns:a16="http://schemas.microsoft.com/office/drawing/2014/main" id="{AA45E00D-CBC1-4000-8663-52C3CE8BF8BD}"/>
                  </a:ext>
                </a:extLst>
              </p14:cNvPr>
              <p14:cNvContentPartPr/>
              <p14:nvPr/>
            </p14:nvContentPartPr>
            <p14:xfrm>
              <a:off x="7843174" y="5217866"/>
              <a:ext cx="360" cy="360"/>
            </p14:xfrm>
          </p:contentPart>
        </mc:Choice>
        <mc:Fallback>
          <p:pic>
            <p:nvPicPr>
              <p:cNvPr id="175" name="Entrada de lápiz 174">
                <a:extLst>
                  <a:ext uri="{FF2B5EF4-FFF2-40B4-BE49-F238E27FC236}">
                    <a16:creationId xmlns:a16="http://schemas.microsoft.com/office/drawing/2014/main" id="{AA45E00D-CBC1-4000-8663-52C3CE8BF8BD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7834174" y="520922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77" name="Entrada de lápiz 176">
                <a:extLst>
                  <a:ext uri="{FF2B5EF4-FFF2-40B4-BE49-F238E27FC236}">
                    <a16:creationId xmlns:a16="http://schemas.microsoft.com/office/drawing/2014/main" id="{F2BD80D3-F671-4CD3-982F-3294347F04FB}"/>
                  </a:ext>
                </a:extLst>
              </p14:cNvPr>
              <p14:cNvContentPartPr/>
              <p14:nvPr/>
            </p14:nvContentPartPr>
            <p14:xfrm>
              <a:off x="7834534" y="5485706"/>
              <a:ext cx="360" cy="360"/>
            </p14:xfrm>
          </p:contentPart>
        </mc:Choice>
        <mc:Fallback>
          <p:pic>
            <p:nvPicPr>
              <p:cNvPr id="177" name="Entrada de lápiz 176">
                <a:extLst>
                  <a:ext uri="{FF2B5EF4-FFF2-40B4-BE49-F238E27FC236}">
                    <a16:creationId xmlns:a16="http://schemas.microsoft.com/office/drawing/2014/main" id="{F2BD80D3-F671-4CD3-982F-3294347F04FB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7825894" y="547706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78" name="Entrada de lápiz 177">
                <a:extLst>
                  <a:ext uri="{FF2B5EF4-FFF2-40B4-BE49-F238E27FC236}">
                    <a16:creationId xmlns:a16="http://schemas.microsoft.com/office/drawing/2014/main" id="{CB34A976-E48F-441E-B41F-FAA113DF9F28}"/>
                  </a:ext>
                </a:extLst>
              </p14:cNvPr>
              <p14:cNvContentPartPr/>
              <p14:nvPr/>
            </p14:nvContentPartPr>
            <p14:xfrm>
              <a:off x="4248214" y="3547826"/>
              <a:ext cx="39240" cy="288360"/>
            </p14:xfrm>
          </p:contentPart>
        </mc:Choice>
        <mc:Fallback>
          <p:pic>
            <p:nvPicPr>
              <p:cNvPr id="178" name="Entrada de lápiz 177">
                <a:extLst>
                  <a:ext uri="{FF2B5EF4-FFF2-40B4-BE49-F238E27FC236}">
                    <a16:creationId xmlns:a16="http://schemas.microsoft.com/office/drawing/2014/main" id="{CB34A976-E48F-441E-B41F-FAA113DF9F28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4239574" y="3539186"/>
                <a:ext cx="5688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179" name="Entrada de lápiz 178">
                <a:extLst>
                  <a:ext uri="{FF2B5EF4-FFF2-40B4-BE49-F238E27FC236}">
                    <a16:creationId xmlns:a16="http://schemas.microsoft.com/office/drawing/2014/main" id="{566CC8A2-466F-4AA2-B65C-0730B190ED0C}"/>
                  </a:ext>
                </a:extLst>
              </p14:cNvPr>
              <p14:cNvContentPartPr/>
              <p14:nvPr/>
            </p14:nvContentPartPr>
            <p14:xfrm>
              <a:off x="9057814" y="5175026"/>
              <a:ext cx="132480" cy="190080"/>
            </p14:xfrm>
          </p:contentPart>
        </mc:Choice>
        <mc:Fallback>
          <p:pic>
            <p:nvPicPr>
              <p:cNvPr id="179" name="Entrada de lápiz 178">
                <a:extLst>
                  <a:ext uri="{FF2B5EF4-FFF2-40B4-BE49-F238E27FC236}">
                    <a16:creationId xmlns:a16="http://schemas.microsoft.com/office/drawing/2014/main" id="{566CC8A2-466F-4AA2-B65C-0730B190ED0C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9048814" y="5166386"/>
                <a:ext cx="15012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180" name="Entrada de lápiz 179">
                <a:extLst>
                  <a:ext uri="{FF2B5EF4-FFF2-40B4-BE49-F238E27FC236}">
                    <a16:creationId xmlns:a16="http://schemas.microsoft.com/office/drawing/2014/main" id="{42193A9E-F6C3-4ACD-A470-1B4369F54C10}"/>
                  </a:ext>
                </a:extLst>
              </p14:cNvPr>
              <p14:cNvContentPartPr/>
              <p14:nvPr/>
            </p14:nvContentPartPr>
            <p14:xfrm>
              <a:off x="8435014" y="4488506"/>
              <a:ext cx="170640" cy="136800"/>
            </p14:xfrm>
          </p:contentPart>
        </mc:Choice>
        <mc:Fallback>
          <p:pic>
            <p:nvPicPr>
              <p:cNvPr id="180" name="Entrada de lápiz 179">
                <a:extLst>
                  <a:ext uri="{FF2B5EF4-FFF2-40B4-BE49-F238E27FC236}">
                    <a16:creationId xmlns:a16="http://schemas.microsoft.com/office/drawing/2014/main" id="{42193A9E-F6C3-4ACD-A470-1B4369F54C10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8426014" y="4479506"/>
                <a:ext cx="18828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1">
            <p14:nvContentPartPr>
              <p14:cNvPr id="181" name="Entrada de lápiz 180">
                <a:extLst>
                  <a:ext uri="{FF2B5EF4-FFF2-40B4-BE49-F238E27FC236}">
                    <a16:creationId xmlns:a16="http://schemas.microsoft.com/office/drawing/2014/main" id="{149D98E9-A047-418A-8E58-9C92744897C1}"/>
                  </a:ext>
                </a:extLst>
              </p14:cNvPr>
              <p14:cNvContentPartPr/>
              <p14:nvPr/>
            </p14:nvContentPartPr>
            <p14:xfrm>
              <a:off x="8112094" y="3600386"/>
              <a:ext cx="148680" cy="199080"/>
            </p14:xfrm>
          </p:contentPart>
        </mc:Choice>
        <mc:Fallback>
          <p:pic>
            <p:nvPicPr>
              <p:cNvPr id="181" name="Entrada de lápiz 180">
                <a:extLst>
                  <a:ext uri="{FF2B5EF4-FFF2-40B4-BE49-F238E27FC236}">
                    <a16:creationId xmlns:a16="http://schemas.microsoft.com/office/drawing/2014/main" id="{149D98E9-A047-418A-8E58-9C92744897C1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8103094" y="3591386"/>
                <a:ext cx="166320" cy="21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0092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>
            <a:extLst>
              <a:ext uri="{FF2B5EF4-FFF2-40B4-BE49-F238E27FC236}">
                <a16:creationId xmlns:a16="http://schemas.microsoft.com/office/drawing/2014/main" id="{7EC9B15E-95D2-4670-8F5A-010FF155D6FA}"/>
              </a:ext>
            </a:extLst>
          </p:cNvPr>
          <p:cNvGrpSpPr/>
          <p:nvPr/>
        </p:nvGrpSpPr>
        <p:grpSpPr>
          <a:xfrm>
            <a:off x="389374" y="798866"/>
            <a:ext cx="2044800" cy="565920"/>
            <a:chOff x="389374" y="798866"/>
            <a:chExt cx="2044800" cy="56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E38DFB44-C3BE-4D57-815F-235FE1985846}"/>
                    </a:ext>
                  </a:extLst>
                </p14:cNvPr>
                <p14:cNvContentPartPr/>
                <p14:nvPr/>
              </p14:nvContentPartPr>
              <p14:xfrm>
                <a:off x="389374" y="816866"/>
                <a:ext cx="168120" cy="54792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E38DFB44-C3BE-4D57-815F-235FE198584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0374" y="807866"/>
                  <a:ext cx="18576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25D65F0E-9E38-4FA1-8679-B0F9A235468E}"/>
                    </a:ext>
                  </a:extLst>
                </p14:cNvPr>
                <p14:cNvContentPartPr/>
                <p14:nvPr/>
              </p14:nvContentPartPr>
              <p14:xfrm>
                <a:off x="435814" y="798866"/>
                <a:ext cx="246960" cy="27144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25D65F0E-9E38-4FA1-8679-B0F9A235468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6814" y="790226"/>
                  <a:ext cx="2646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3A1B8075-714C-46B6-8CA8-903C7F4FA1E0}"/>
                    </a:ext>
                  </a:extLst>
                </p14:cNvPr>
                <p14:cNvContentPartPr/>
                <p14:nvPr/>
              </p14:nvContentPartPr>
              <p14:xfrm>
                <a:off x="713014" y="861146"/>
                <a:ext cx="117360" cy="46404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3A1B8075-714C-46B6-8CA8-903C7F4FA1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4374" y="852506"/>
                  <a:ext cx="13500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C43DDE4F-2683-4B6F-971E-D310A1C37081}"/>
                    </a:ext>
                  </a:extLst>
                </p14:cNvPr>
                <p14:cNvContentPartPr/>
                <p14:nvPr/>
              </p14:nvContentPartPr>
              <p14:xfrm>
                <a:off x="926494" y="991826"/>
                <a:ext cx="151560" cy="26604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C43DDE4F-2683-4B6F-971E-D310A1C3708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17494" y="983186"/>
                  <a:ext cx="1692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DC8D0B00-EE37-46E5-A025-797E44877E86}"/>
                    </a:ext>
                  </a:extLst>
                </p14:cNvPr>
                <p14:cNvContentPartPr/>
                <p14:nvPr/>
              </p14:nvContentPartPr>
              <p14:xfrm>
                <a:off x="883654" y="986426"/>
                <a:ext cx="224280" cy="27792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DC8D0B00-EE37-46E5-A025-797E44877E8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4654" y="977786"/>
                  <a:ext cx="2419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351B1B31-3F12-45BD-A010-D2297D7DF973}"/>
                    </a:ext>
                  </a:extLst>
                </p14:cNvPr>
                <p14:cNvContentPartPr/>
                <p14:nvPr/>
              </p14:nvContentPartPr>
              <p14:xfrm>
                <a:off x="1238254" y="1061666"/>
                <a:ext cx="158760" cy="11052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351B1B31-3F12-45BD-A010-D2297D7DF97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29614" y="1052666"/>
                  <a:ext cx="1764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66B93D19-160A-441D-AC1D-8AA32D8B1654}"/>
                    </a:ext>
                  </a:extLst>
                </p14:cNvPr>
                <p14:cNvContentPartPr/>
                <p14:nvPr/>
              </p14:nvContentPartPr>
              <p14:xfrm>
                <a:off x="1470454" y="1044026"/>
                <a:ext cx="219600" cy="21924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66B93D19-160A-441D-AC1D-8AA32D8B165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61814" y="1035386"/>
                  <a:ext cx="2372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350C12E3-F5C6-4888-B01C-1FDDA4BED039}"/>
                    </a:ext>
                  </a:extLst>
                </p14:cNvPr>
                <p14:cNvContentPartPr/>
                <p14:nvPr/>
              </p14:nvContentPartPr>
              <p14:xfrm>
                <a:off x="1765294" y="1051226"/>
                <a:ext cx="131040" cy="17784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350C12E3-F5C6-4888-B01C-1FDDA4BED03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56294" y="1042226"/>
                  <a:ext cx="1486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5D96BCFE-5737-417D-8343-D2492D4FCABB}"/>
                    </a:ext>
                  </a:extLst>
                </p14:cNvPr>
                <p14:cNvContentPartPr/>
                <p14:nvPr/>
              </p14:nvContentPartPr>
              <p14:xfrm>
                <a:off x="2026654" y="889226"/>
                <a:ext cx="64800" cy="43416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5D96BCFE-5737-417D-8343-D2492D4FCAB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18014" y="880226"/>
                  <a:ext cx="8244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8E02D43C-C85D-4DF1-9914-EB6573BA8E86}"/>
                    </a:ext>
                  </a:extLst>
                </p14:cNvPr>
                <p14:cNvContentPartPr/>
                <p14:nvPr/>
              </p14:nvContentPartPr>
              <p14:xfrm>
                <a:off x="2266054" y="1076426"/>
                <a:ext cx="133560" cy="1656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8E02D43C-C85D-4DF1-9914-EB6573BA8E8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57414" y="1067786"/>
                  <a:ext cx="1512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B46AD0B4-3189-46C8-8478-C0B74A183E8E}"/>
                    </a:ext>
                  </a:extLst>
                </p14:cNvPr>
                <p14:cNvContentPartPr/>
                <p14:nvPr/>
              </p14:nvContentPartPr>
              <p14:xfrm>
                <a:off x="2312494" y="1145186"/>
                <a:ext cx="121680" cy="237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B46AD0B4-3189-46C8-8478-C0B74A183E8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03854" y="1136186"/>
                  <a:ext cx="13932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CF6945EA-C821-4D08-8901-AC27AA9A6D01}"/>
                  </a:ext>
                </a:extLst>
              </p14:cNvPr>
              <p14:cNvContentPartPr/>
              <p14:nvPr/>
            </p14:nvContentPartPr>
            <p14:xfrm>
              <a:off x="2766454" y="995066"/>
              <a:ext cx="19440" cy="2484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CF6945EA-C821-4D08-8901-AC27AA9A6D0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757454" y="986426"/>
                <a:ext cx="3708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upo 37">
            <a:extLst>
              <a:ext uri="{FF2B5EF4-FFF2-40B4-BE49-F238E27FC236}">
                <a16:creationId xmlns:a16="http://schemas.microsoft.com/office/drawing/2014/main" id="{2723C275-B4FF-403D-AD82-381842267DD1}"/>
              </a:ext>
            </a:extLst>
          </p:cNvPr>
          <p:cNvGrpSpPr/>
          <p:nvPr/>
        </p:nvGrpSpPr>
        <p:grpSpPr>
          <a:xfrm>
            <a:off x="1387294" y="203426"/>
            <a:ext cx="1626840" cy="366840"/>
            <a:chOff x="1387294" y="203426"/>
            <a:chExt cx="1626840" cy="36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0844403A-069A-472E-BB7B-9564829C347E}"/>
                    </a:ext>
                  </a:extLst>
                </p14:cNvPr>
                <p14:cNvContentPartPr/>
                <p14:nvPr/>
              </p14:nvContentPartPr>
              <p14:xfrm>
                <a:off x="1500334" y="214226"/>
                <a:ext cx="33840" cy="30996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0844403A-069A-472E-BB7B-9564829C347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91694" y="205586"/>
                  <a:ext cx="514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A905F3F7-F510-4BD9-88E0-07D93C4172A3}"/>
                    </a:ext>
                  </a:extLst>
                </p14:cNvPr>
                <p14:cNvContentPartPr/>
                <p14:nvPr/>
              </p14:nvContentPartPr>
              <p14:xfrm>
                <a:off x="1387294" y="203426"/>
                <a:ext cx="249120" cy="3672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A905F3F7-F510-4BD9-88E0-07D93C4172A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78294" y="194786"/>
                  <a:ext cx="2667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F48ED201-024E-48D1-BB9F-5F23F352E264}"/>
                    </a:ext>
                  </a:extLst>
                </p14:cNvPr>
                <p14:cNvContentPartPr/>
                <p14:nvPr/>
              </p14:nvContentPartPr>
              <p14:xfrm>
                <a:off x="1451734" y="320426"/>
                <a:ext cx="151560" cy="5184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F48ED201-024E-48D1-BB9F-5F23F352E26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442734" y="311426"/>
                  <a:ext cx="1692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33DB251D-8C75-47AC-8250-39268F9462E2}"/>
                    </a:ext>
                  </a:extLst>
                </p14:cNvPr>
                <p14:cNvContentPartPr/>
                <p14:nvPr/>
              </p14:nvContentPartPr>
              <p14:xfrm>
                <a:off x="1657654" y="333746"/>
                <a:ext cx="317160" cy="17856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33DB251D-8C75-47AC-8250-39268F9462E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48654" y="325106"/>
                  <a:ext cx="3348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0012BB54-E5E8-4986-863A-2F320C1006C6}"/>
                    </a:ext>
                  </a:extLst>
                </p14:cNvPr>
                <p14:cNvContentPartPr/>
                <p14:nvPr/>
              </p14:nvContentPartPr>
              <p14:xfrm>
                <a:off x="1942414" y="411506"/>
                <a:ext cx="286200" cy="13752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0012BB54-E5E8-4986-863A-2F320C1006C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33414" y="402506"/>
                  <a:ext cx="3038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58757108-7938-44EC-9127-438B94C1FAE3}"/>
                    </a:ext>
                  </a:extLst>
                </p14:cNvPr>
                <p14:cNvContentPartPr/>
                <p14:nvPr/>
              </p14:nvContentPartPr>
              <p14:xfrm>
                <a:off x="2234014" y="383426"/>
                <a:ext cx="262800" cy="17604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58757108-7938-44EC-9127-438B94C1FAE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25014" y="374786"/>
                  <a:ext cx="2804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EC749D70-98FD-4611-AD4C-9359918B731E}"/>
                    </a:ext>
                  </a:extLst>
                </p14:cNvPr>
                <p14:cNvContentPartPr/>
                <p14:nvPr/>
              </p14:nvContentPartPr>
              <p14:xfrm>
                <a:off x="2344894" y="237986"/>
                <a:ext cx="126720" cy="15660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EC749D70-98FD-4611-AD4C-9359918B731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335894" y="228986"/>
                  <a:ext cx="1443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01B4EE2D-8F16-439E-AE36-031D858977BC}"/>
                    </a:ext>
                  </a:extLst>
                </p14:cNvPr>
                <p14:cNvContentPartPr/>
                <p14:nvPr/>
              </p14:nvContentPartPr>
              <p14:xfrm>
                <a:off x="2674294" y="320786"/>
                <a:ext cx="339840" cy="24948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01B4EE2D-8F16-439E-AE36-031D858977B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665654" y="311786"/>
                  <a:ext cx="357480" cy="26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CA0D1A0D-B9BC-461B-92D9-40324BD44159}"/>
              </a:ext>
            </a:extLst>
          </p:cNvPr>
          <p:cNvGrpSpPr/>
          <p:nvPr/>
        </p:nvGrpSpPr>
        <p:grpSpPr>
          <a:xfrm>
            <a:off x="3416614" y="188666"/>
            <a:ext cx="1129320" cy="317880"/>
            <a:chOff x="3416614" y="188666"/>
            <a:chExt cx="1129320" cy="31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2B25363F-4A12-4DCC-8D65-E86DED2C2DFE}"/>
                    </a:ext>
                  </a:extLst>
                </p14:cNvPr>
                <p14:cNvContentPartPr/>
                <p14:nvPr/>
              </p14:nvContentPartPr>
              <p14:xfrm>
                <a:off x="3416614" y="188666"/>
                <a:ext cx="446760" cy="30564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2B25363F-4A12-4DCC-8D65-E86DED2C2DF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407974" y="180026"/>
                  <a:ext cx="4644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6AD1687A-2BC6-41BD-AB4F-BCF740A4436D}"/>
                    </a:ext>
                  </a:extLst>
                </p14:cNvPr>
                <p14:cNvContentPartPr/>
                <p14:nvPr/>
              </p14:nvContentPartPr>
              <p14:xfrm>
                <a:off x="3860494" y="320426"/>
                <a:ext cx="71280" cy="18612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6AD1687A-2BC6-41BD-AB4F-BCF740A4436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51494" y="311426"/>
                  <a:ext cx="889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C35DC65E-0863-4891-877C-8C8730851D83}"/>
                    </a:ext>
                  </a:extLst>
                </p14:cNvPr>
                <p14:cNvContentPartPr/>
                <p14:nvPr/>
              </p14:nvContentPartPr>
              <p14:xfrm>
                <a:off x="3990454" y="421946"/>
                <a:ext cx="54000" cy="7848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C35DC65E-0863-4891-877C-8C8730851D8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81814" y="413306"/>
                  <a:ext cx="716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10523ABF-5E80-4EC4-8CFC-0BFAD097C092}"/>
                    </a:ext>
                  </a:extLst>
                </p14:cNvPr>
                <p14:cNvContentPartPr/>
                <p14:nvPr/>
              </p14:nvContentPartPr>
              <p14:xfrm>
                <a:off x="4055974" y="255986"/>
                <a:ext cx="185040" cy="22104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10523ABF-5E80-4EC4-8CFC-0BFAD097C09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46974" y="247346"/>
                  <a:ext cx="2026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A4B7A18D-EF92-4F05-8009-C5C450D9C646}"/>
                    </a:ext>
                  </a:extLst>
                </p14:cNvPr>
                <p14:cNvContentPartPr/>
                <p14:nvPr/>
              </p14:nvContentPartPr>
              <p14:xfrm>
                <a:off x="4251454" y="358946"/>
                <a:ext cx="155160" cy="13932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A4B7A18D-EF92-4F05-8009-C5C450D9C64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242454" y="349946"/>
                  <a:ext cx="1728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57BF58A6-BB0A-41DC-9B86-32AE6FB40807}"/>
                    </a:ext>
                  </a:extLst>
                </p14:cNvPr>
                <p14:cNvContentPartPr/>
                <p14:nvPr/>
              </p14:nvContentPartPr>
              <p14:xfrm>
                <a:off x="4431454" y="276866"/>
                <a:ext cx="114480" cy="19620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57BF58A6-BB0A-41DC-9B86-32AE6FB4080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22454" y="268226"/>
                  <a:ext cx="132120" cy="21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EE92D96C-9035-4BC5-B96A-C09801B729FE}"/>
              </a:ext>
            </a:extLst>
          </p:cNvPr>
          <p:cNvGrpSpPr/>
          <p:nvPr/>
        </p:nvGrpSpPr>
        <p:grpSpPr>
          <a:xfrm>
            <a:off x="5230654" y="235466"/>
            <a:ext cx="194400" cy="416160"/>
            <a:chOff x="5230654" y="235466"/>
            <a:chExt cx="194400" cy="4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568F8B92-BBBE-4125-9129-0586AAC66E52}"/>
                    </a:ext>
                  </a:extLst>
                </p14:cNvPr>
                <p14:cNvContentPartPr/>
                <p14:nvPr/>
              </p14:nvContentPartPr>
              <p14:xfrm>
                <a:off x="5308774" y="258146"/>
                <a:ext cx="9720" cy="39348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568F8B92-BBBE-4125-9129-0586AAC66E5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00134" y="249506"/>
                  <a:ext cx="2736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9360545D-F171-4746-BE6E-E5ECDCD9CD00}"/>
                    </a:ext>
                  </a:extLst>
                </p14:cNvPr>
                <p14:cNvContentPartPr/>
                <p14:nvPr/>
              </p14:nvContentPartPr>
              <p14:xfrm>
                <a:off x="5230654" y="235466"/>
                <a:ext cx="194400" cy="16560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9360545D-F171-4746-BE6E-E5ECDCD9CD0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21654" y="226466"/>
                  <a:ext cx="21204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2D663262-50DE-420A-8ADA-7FFA5037BEB1}"/>
              </a:ext>
            </a:extLst>
          </p:cNvPr>
          <p:cNvGrpSpPr/>
          <p:nvPr/>
        </p:nvGrpSpPr>
        <p:grpSpPr>
          <a:xfrm>
            <a:off x="5623054" y="274346"/>
            <a:ext cx="988920" cy="356760"/>
            <a:chOff x="5623054" y="274346"/>
            <a:chExt cx="988920" cy="35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DD60A5CB-FA4D-466D-962A-4F8023350763}"/>
                    </a:ext>
                  </a:extLst>
                </p14:cNvPr>
                <p14:cNvContentPartPr/>
                <p14:nvPr/>
              </p14:nvContentPartPr>
              <p14:xfrm>
                <a:off x="5623054" y="306386"/>
                <a:ext cx="61200" cy="3096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DD60A5CB-FA4D-466D-962A-4F802335076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14414" y="297386"/>
                  <a:ext cx="788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1C5453FD-E535-4E9E-8530-EF2510B9E55C}"/>
                    </a:ext>
                  </a:extLst>
                </p14:cNvPr>
                <p14:cNvContentPartPr/>
                <p14:nvPr/>
              </p14:nvContentPartPr>
              <p14:xfrm>
                <a:off x="6018694" y="340946"/>
                <a:ext cx="45720" cy="17172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1C5453FD-E535-4E9E-8530-EF2510B9E55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009694" y="331946"/>
                  <a:ext cx="633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E966F609-17D4-4664-93AE-B41FDE0CDC52}"/>
                    </a:ext>
                  </a:extLst>
                </p14:cNvPr>
                <p14:cNvContentPartPr/>
                <p14:nvPr/>
              </p14:nvContentPartPr>
              <p14:xfrm>
                <a:off x="6156574" y="419786"/>
                <a:ext cx="115920" cy="684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E966F609-17D4-4664-93AE-B41FDE0CDC5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147934" y="411146"/>
                  <a:ext cx="1335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2ACB932F-9BA5-488B-A983-2D2C1B4B6559}"/>
                    </a:ext>
                  </a:extLst>
                </p14:cNvPr>
                <p14:cNvContentPartPr/>
                <p14:nvPr/>
              </p14:nvContentPartPr>
              <p14:xfrm>
                <a:off x="6279334" y="367226"/>
                <a:ext cx="191880" cy="26388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2ACB932F-9BA5-488B-A983-2D2C1B4B655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70694" y="358586"/>
                  <a:ext cx="2095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0F6DDFFC-DC1D-4B64-B597-46F24BD5923C}"/>
                    </a:ext>
                  </a:extLst>
                </p14:cNvPr>
                <p14:cNvContentPartPr/>
                <p14:nvPr/>
              </p14:nvContentPartPr>
              <p14:xfrm>
                <a:off x="6579574" y="275426"/>
                <a:ext cx="32400" cy="31644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0F6DDFFC-DC1D-4B64-B597-46F24BD5923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70574" y="266426"/>
                  <a:ext cx="500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1812689A-F059-4E29-93D0-30E312737D96}"/>
                    </a:ext>
                  </a:extLst>
                </p14:cNvPr>
                <p14:cNvContentPartPr/>
                <p14:nvPr/>
              </p14:nvContentPartPr>
              <p14:xfrm>
                <a:off x="5690014" y="274346"/>
                <a:ext cx="61200" cy="36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1812689A-F059-4E29-93D0-30E312737D9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681014" y="265346"/>
                  <a:ext cx="7884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5125F9AE-2638-44BA-925D-3EC4F751980B}"/>
                  </a:ext>
                </a:extLst>
              </p14:cNvPr>
              <p14:cNvContentPartPr/>
              <p14:nvPr/>
            </p14:nvContentPartPr>
            <p14:xfrm>
              <a:off x="5860294" y="237986"/>
              <a:ext cx="97920" cy="381600"/>
            </p14:xfrm>
          </p:contentPart>
        </mc:Choice>
        <mc:Fallback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5125F9AE-2638-44BA-925D-3EC4F751980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51294" y="228986"/>
                <a:ext cx="115560" cy="39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upo 66">
            <a:extLst>
              <a:ext uri="{FF2B5EF4-FFF2-40B4-BE49-F238E27FC236}">
                <a16:creationId xmlns:a16="http://schemas.microsoft.com/office/drawing/2014/main" id="{EC625172-5735-486B-8470-36F57ECF8149}"/>
              </a:ext>
            </a:extLst>
          </p:cNvPr>
          <p:cNvGrpSpPr/>
          <p:nvPr/>
        </p:nvGrpSpPr>
        <p:grpSpPr>
          <a:xfrm>
            <a:off x="6658414" y="164906"/>
            <a:ext cx="449280" cy="151560"/>
            <a:chOff x="6658414" y="164906"/>
            <a:chExt cx="449280" cy="15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41ABD073-9D37-4677-A8F9-39FB8A474066}"/>
                    </a:ext>
                  </a:extLst>
                </p14:cNvPr>
                <p14:cNvContentPartPr/>
                <p14:nvPr/>
              </p14:nvContentPartPr>
              <p14:xfrm>
                <a:off x="6658414" y="164906"/>
                <a:ext cx="124920" cy="9900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41ABD073-9D37-4677-A8F9-39FB8A47406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649414" y="155906"/>
                  <a:ext cx="142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7DE2638C-C96F-433B-BDBB-6EF8D681B1E6}"/>
                    </a:ext>
                  </a:extLst>
                </p14:cNvPr>
                <p14:cNvContentPartPr/>
                <p14:nvPr/>
              </p14:nvContentPartPr>
              <p14:xfrm>
                <a:off x="6765334" y="165986"/>
                <a:ext cx="71640" cy="15048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7DE2638C-C96F-433B-BDBB-6EF8D681B1E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756334" y="157346"/>
                  <a:ext cx="892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AE2A1F47-976F-4210-8F4E-EA90F86B4DF6}"/>
                    </a:ext>
                  </a:extLst>
                </p14:cNvPr>
                <p14:cNvContentPartPr/>
                <p14:nvPr/>
              </p14:nvContentPartPr>
              <p14:xfrm>
                <a:off x="6950014" y="194066"/>
                <a:ext cx="157680" cy="11808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AE2A1F47-976F-4210-8F4E-EA90F86B4DF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41014" y="185066"/>
                  <a:ext cx="1753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62773346-4A0E-4637-91D8-61498AC77E74}"/>
                    </a:ext>
                  </a:extLst>
                </p14:cNvPr>
                <p14:cNvContentPartPr/>
                <p14:nvPr/>
              </p14:nvContentPartPr>
              <p14:xfrm>
                <a:off x="6881974" y="236186"/>
                <a:ext cx="121680" cy="1836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62773346-4A0E-4637-91D8-61498AC77E7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72974" y="227546"/>
                  <a:ext cx="13932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upo 82">
            <a:extLst>
              <a:ext uri="{FF2B5EF4-FFF2-40B4-BE49-F238E27FC236}">
                <a16:creationId xmlns:a16="http://schemas.microsoft.com/office/drawing/2014/main" id="{959453A0-B1DE-401B-92EA-6FAF14C13D59}"/>
              </a:ext>
            </a:extLst>
          </p:cNvPr>
          <p:cNvGrpSpPr/>
          <p:nvPr/>
        </p:nvGrpSpPr>
        <p:grpSpPr>
          <a:xfrm>
            <a:off x="2844934" y="788426"/>
            <a:ext cx="1847520" cy="565200"/>
            <a:chOff x="2844934" y="788426"/>
            <a:chExt cx="1847520" cy="56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CE69938E-712F-4DB5-9658-FDA7DD2D26A0}"/>
                    </a:ext>
                  </a:extLst>
                </p14:cNvPr>
                <p14:cNvContentPartPr/>
                <p14:nvPr/>
              </p14:nvContentPartPr>
              <p14:xfrm>
                <a:off x="2844934" y="990746"/>
                <a:ext cx="84960" cy="26280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CE69938E-712F-4DB5-9658-FDA7DD2D26A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835934" y="982106"/>
                  <a:ext cx="1026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1A638D0C-0D79-44D6-B9BE-C605BC920724}"/>
                    </a:ext>
                  </a:extLst>
                </p14:cNvPr>
                <p14:cNvContentPartPr/>
                <p14:nvPr/>
              </p14:nvContentPartPr>
              <p14:xfrm>
                <a:off x="2982814" y="1081826"/>
                <a:ext cx="159480" cy="15408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1A638D0C-0D79-44D6-B9BE-C605BC92072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974174" y="1072826"/>
                  <a:ext cx="1771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F57CE7CE-7E29-498F-9FB8-D9D9465139EE}"/>
                    </a:ext>
                  </a:extLst>
                </p14:cNvPr>
                <p14:cNvContentPartPr/>
                <p14:nvPr/>
              </p14:nvContentPartPr>
              <p14:xfrm>
                <a:off x="3186574" y="1236266"/>
                <a:ext cx="15840" cy="8064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F57CE7CE-7E29-498F-9FB8-D9D9465139E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177934" y="1227266"/>
                  <a:ext cx="334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1A1486AC-184D-4D55-8B08-DF8138FF2E46}"/>
                    </a:ext>
                  </a:extLst>
                </p14:cNvPr>
                <p14:cNvContentPartPr/>
                <p14:nvPr/>
              </p14:nvContentPartPr>
              <p14:xfrm>
                <a:off x="3279454" y="1065986"/>
                <a:ext cx="159840" cy="16272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1A1486AC-184D-4D55-8B08-DF8138FF2E4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270814" y="1056986"/>
                  <a:ext cx="1774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2E4C800A-A262-4401-97C8-0FC80035E7D5}"/>
                    </a:ext>
                  </a:extLst>
                </p14:cNvPr>
                <p14:cNvContentPartPr/>
                <p14:nvPr/>
              </p14:nvContentPartPr>
              <p14:xfrm>
                <a:off x="3502294" y="978146"/>
                <a:ext cx="198000" cy="27792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2E4C800A-A262-4401-97C8-0FC80035E7D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493294" y="969146"/>
                  <a:ext cx="2156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BAF976D5-D87A-4B55-8EA5-771A3FD83922}"/>
                    </a:ext>
                  </a:extLst>
                </p14:cNvPr>
                <p14:cNvContentPartPr/>
                <p14:nvPr/>
              </p14:nvContentPartPr>
              <p14:xfrm>
                <a:off x="3839974" y="1037906"/>
                <a:ext cx="192240" cy="14112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BAF976D5-D87A-4B55-8EA5-771A3FD8392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830974" y="1029266"/>
                  <a:ext cx="2098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114E9E27-C8CB-4E2E-9DE4-A3FD6C4B70EF}"/>
                    </a:ext>
                  </a:extLst>
                </p14:cNvPr>
                <p14:cNvContentPartPr/>
                <p14:nvPr/>
              </p14:nvContentPartPr>
              <p14:xfrm>
                <a:off x="3991894" y="1199906"/>
                <a:ext cx="43200" cy="15372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114E9E27-C8CB-4E2E-9DE4-A3FD6C4B70E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82894" y="1190906"/>
                  <a:ext cx="608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DAAB2399-80EE-4211-A28B-DAA1F7E83CE8}"/>
                    </a:ext>
                  </a:extLst>
                </p14:cNvPr>
                <p14:cNvContentPartPr/>
                <p14:nvPr/>
              </p14:nvContentPartPr>
              <p14:xfrm>
                <a:off x="4145614" y="1040786"/>
                <a:ext cx="174960" cy="18540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DAAB2399-80EE-4211-A28B-DAA1F7E83CE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36974" y="1031786"/>
                  <a:ext cx="1926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46EEBCF6-F7FB-47E8-BAFB-390FBA2C46ED}"/>
                    </a:ext>
                  </a:extLst>
                </p14:cNvPr>
                <p14:cNvContentPartPr/>
                <p14:nvPr/>
              </p14:nvContentPartPr>
              <p14:xfrm>
                <a:off x="4216534" y="1155986"/>
                <a:ext cx="134280" cy="16416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46EEBCF6-F7FB-47E8-BAFB-390FBA2C46E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207534" y="1146986"/>
                  <a:ext cx="1519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E697FC37-1940-46B6-9B9F-C95AF0DE83A9}"/>
                    </a:ext>
                  </a:extLst>
                </p14:cNvPr>
                <p14:cNvContentPartPr/>
                <p14:nvPr/>
              </p14:nvContentPartPr>
              <p14:xfrm>
                <a:off x="4391854" y="1035746"/>
                <a:ext cx="80280" cy="25956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E697FC37-1940-46B6-9B9F-C95AF0DE83A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382854" y="1027106"/>
                  <a:ext cx="979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65D484A0-4523-42C9-8D80-9A86F5240234}"/>
                    </a:ext>
                  </a:extLst>
                </p14:cNvPr>
                <p14:cNvContentPartPr/>
                <p14:nvPr/>
              </p14:nvContentPartPr>
              <p14:xfrm>
                <a:off x="4692094" y="788426"/>
                <a:ext cx="360" cy="36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65D484A0-4523-42C9-8D80-9A86F524023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83094" y="7794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2B1EBD9A-3602-4243-916F-EB80A08FA724}"/>
              </a:ext>
            </a:extLst>
          </p:cNvPr>
          <p:cNvGrpSpPr/>
          <p:nvPr/>
        </p:nvGrpSpPr>
        <p:grpSpPr>
          <a:xfrm>
            <a:off x="4621534" y="829106"/>
            <a:ext cx="163800" cy="170640"/>
            <a:chOff x="4621534" y="829106"/>
            <a:chExt cx="163800" cy="17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1495B286-5301-4A97-99A0-E36EC71AC9DE}"/>
                    </a:ext>
                  </a:extLst>
                </p14:cNvPr>
                <p14:cNvContentPartPr/>
                <p14:nvPr/>
              </p14:nvContentPartPr>
              <p14:xfrm>
                <a:off x="4621534" y="837746"/>
                <a:ext cx="15120" cy="16200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1495B286-5301-4A97-99A0-E36EC71AC9D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612894" y="828746"/>
                  <a:ext cx="327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5443BCA0-47EA-40E1-8156-76B704FC3AE0}"/>
                    </a:ext>
                  </a:extLst>
                </p14:cNvPr>
                <p14:cNvContentPartPr/>
                <p14:nvPr/>
              </p14:nvContentPartPr>
              <p14:xfrm>
                <a:off x="4689574" y="829106"/>
                <a:ext cx="95760" cy="15732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5443BCA0-47EA-40E1-8156-76B704FC3AE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680574" y="820466"/>
                  <a:ext cx="11340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092E968B-EE52-4B37-9D8F-1BEEB6C3522F}"/>
              </a:ext>
            </a:extLst>
          </p:cNvPr>
          <p:cNvGrpSpPr/>
          <p:nvPr/>
        </p:nvGrpSpPr>
        <p:grpSpPr>
          <a:xfrm>
            <a:off x="4898014" y="1117466"/>
            <a:ext cx="592200" cy="411480"/>
            <a:chOff x="4898014" y="1117466"/>
            <a:chExt cx="592200" cy="41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D289550A-C562-4E73-A547-AB53D2AEAA22}"/>
                    </a:ext>
                  </a:extLst>
                </p14:cNvPr>
                <p14:cNvContentPartPr/>
                <p14:nvPr/>
              </p14:nvContentPartPr>
              <p14:xfrm>
                <a:off x="4971814" y="1137626"/>
                <a:ext cx="90720" cy="2268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D289550A-C562-4E73-A547-AB53D2AEAA2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962814" y="1128986"/>
                  <a:ext cx="1083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48415118-BE61-417B-8491-7AE3F05954E8}"/>
                    </a:ext>
                  </a:extLst>
                </p14:cNvPr>
                <p14:cNvContentPartPr/>
                <p14:nvPr/>
              </p14:nvContentPartPr>
              <p14:xfrm>
                <a:off x="4898014" y="1213586"/>
                <a:ext cx="219600" cy="2700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48415118-BE61-417B-8491-7AE3F05954E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889014" y="1204946"/>
                  <a:ext cx="2372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8F91A6E0-F5D3-4C74-8A01-BA96F10641E4}"/>
                    </a:ext>
                  </a:extLst>
                </p14:cNvPr>
                <p14:cNvContentPartPr/>
                <p14:nvPr/>
              </p14:nvContentPartPr>
              <p14:xfrm>
                <a:off x="5216974" y="1117466"/>
                <a:ext cx="197280" cy="16884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8F91A6E0-F5D3-4C74-8A01-BA96F10641E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08334" y="1108466"/>
                  <a:ext cx="2149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7362146B-DA08-449B-9CED-EC250E5C1ADA}"/>
                    </a:ext>
                  </a:extLst>
                </p14:cNvPr>
                <p14:cNvContentPartPr/>
                <p14:nvPr/>
              </p14:nvContentPartPr>
              <p14:xfrm>
                <a:off x="5230294" y="1278026"/>
                <a:ext cx="259920" cy="25092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7362146B-DA08-449B-9CED-EC250E5C1AD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221294" y="1269026"/>
                  <a:ext cx="27756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upo 92">
            <a:extLst>
              <a:ext uri="{FF2B5EF4-FFF2-40B4-BE49-F238E27FC236}">
                <a16:creationId xmlns:a16="http://schemas.microsoft.com/office/drawing/2014/main" id="{43DCB402-BE1C-4BF1-A835-A759795527E2}"/>
              </a:ext>
            </a:extLst>
          </p:cNvPr>
          <p:cNvGrpSpPr/>
          <p:nvPr/>
        </p:nvGrpSpPr>
        <p:grpSpPr>
          <a:xfrm>
            <a:off x="5761294" y="1102346"/>
            <a:ext cx="170280" cy="166680"/>
            <a:chOff x="5761294" y="1102346"/>
            <a:chExt cx="170280" cy="16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8AEB29CF-EAB8-4A36-875A-AEF0D9BAC875}"/>
                    </a:ext>
                  </a:extLst>
                </p14:cNvPr>
                <p14:cNvContentPartPr/>
                <p14:nvPr/>
              </p14:nvContentPartPr>
              <p14:xfrm>
                <a:off x="5781454" y="1132226"/>
                <a:ext cx="360" cy="36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8AEB29CF-EAB8-4A36-875A-AEF0D9BAC87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772814" y="112358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45005D6F-B955-4080-9983-2944E5FE101F}"/>
                    </a:ext>
                  </a:extLst>
                </p14:cNvPr>
                <p14:cNvContentPartPr/>
                <p14:nvPr/>
              </p14:nvContentPartPr>
              <p14:xfrm>
                <a:off x="5761294" y="1102346"/>
                <a:ext cx="170280" cy="16668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45005D6F-B955-4080-9983-2944E5FE101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752294" y="1093346"/>
                  <a:ext cx="18792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upo 98">
            <a:extLst>
              <a:ext uri="{FF2B5EF4-FFF2-40B4-BE49-F238E27FC236}">
                <a16:creationId xmlns:a16="http://schemas.microsoft.com/office/drawing/2014/main" id="{464A774F-5E66-455D-B6C4-CA979CF0995C}"/>
              </a:ext>
            </a:extLst>
          </p:cNvPr>
          <p:cNvGrpSpPr/>
          <p:nvPr/>
        </p:nvGrpSpPr>
        <p:grpSpPr>
          <a:xfrm>
            <a:off x="6141094" y="1065986"/>
            <a:ext cx="752040" cy="203040"/>
            <a:chOff x="6141094" y="1065986"/>
            <a:chExt cx="752040" cy="20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45E011F8-F5D3-4D85-8A2E-2DB0A8688AA8}"/>
                    </a:ext>
                  </a:extLst>
                </p14:cNvPr>
                <p14:cNvContentPartPr/>
                <p14:nvPr/>
              </p14:nvContentPartPr>
              <p14:xfrm>
                <a:off x="6141094" y="1084346"/>
                <a:ext cx="167040" cy="14940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45E011F8-F5D3-4D85-8A2E-2DB0A8688AA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132454" y="1075346"/>
                  <a:ext cx="1846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0D733619-B134-4A45-BC94-2F7FA4EA1D94}"/>
                    </a:ext>
                  </a:extLst>
                </p14:cNvPr>
                <p14:cNvContentPartPr/>
                <p14:nvPr/>
              </p14:nvContentPartPr>
              <p14:xfrm>
                <a:off x="6456814" y="1065986"/>
                <a:ext cx="195840" cy="16920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0D733619-B134-4A45-BC94-2F7FA4EA1D9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448174" y="1057346"/>
                  <a:ext cx="2134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B0324F95-8A71-4976-A323-3FAA79028293}"/>
                    </a:ext>
                  </a:extLst>
                </p14:cNvPr>
                <p14:cNvContentPartPr/>
                <p14:nvPr/>
              </p14:nvContentPartPr>
              <p14:xfrm>
                <a:off x="6769654" y="1092266"/>
                <a:ext cx="123480" cy="17676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B0324F95-8A71-4976-A323-3FAA7902829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761014" y="1083266"/>
                  <a:ext cx="14112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upo 110">
            <a:extLst>
              <a:ext uri="{FF2B5EF4-FFF2-40B4-BE49-F238E27FC236}">
                <a16:creationId xmlns:a16="http://schemas.microsoft.com/office/drawing/2014/main" id="{216DD26F-909A-4483-840E-4B0C2594E826}"/>
              </a:ext>
            </a:extLst>
          </p:cNvPr>
          <p:cNvGrpSpPr/>
          <p:nvPr/>
        </p:nvGrpSpPr>
        <p:grpSpPr>
          <a:xfrm>
            <a:off x="7234414" y="1869146"/>
            <a:ext cx="423000" cy="376560"/>
            <a:chOff x="7234414" y="1869146"/>
            <a:chExt cx="423000" cy="37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864303A5-6234-4389-9015-FFF639671487}"/>
                    </a:ext>
                  </a:extLst>
                </p14:cNvPr>
                <p14:cNvContentPartPr/>
                <p14:nvPr/>
              </p14:nvContentPartPr>
              <p14:xfrm>
                <a:off x="7234414" y="1896146"/>
                <a:ext cx="26640" cy="22428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864303A5-6234-4389-9015-FFF63967148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225774" y="1887146"/>
                  <a:ext cx="442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40E56D8F-F8BA-4471-9075-4DFC678E03C3}"/>
                    </a:ext>
                  </a:extLst>
                </p14:cNvPr>
                <p14:cNvContentPartPr/>
                <p14:nvPr/>
              </p14:nvContentPartPr>
              <p14:xfrm>
                <a:off x="7376254" y="1869146"/>
                <a:ext cx="133560" cy="28728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40E56D8F-F8BA-4471-9075-4DFC678E03C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367614" y="1860506"/>
                  <a:ext cx="1512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9BBF7E52-F4BD-4EF1-B89D-56920E7DB760}"/>
                    </a:ext>
                  </a:extLst>
                </p14:cNvPr>
                <p14:cNvContentPartPr/>
                <p14:nvPr/>
              </p14:nvContentPartPr>
              <p14:xfrm>
                <a:off x="7513054" y="2107106"/>
                <a:ext cx="144360" cy="13860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9BBF7E52-F4BD-4EF1-B89D-56920E7DB76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504414" y="2098106"/>
                  <a:ext cx="16200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upo 116">
            <a:extLst>
              <a:ext uri="{FF2B5EF4-FFF2-40B4-BE49-F238E27FC236}">
                <a16:creationId xmlns:a16="http://schemas.microsoft.com/office/drawing/2014/main" id="{588CDE32-09C4-4BB3-80D4-B996F609ECB0}"/>
              </a:ext>
            </a:extLst>
          </p:cNvPr>
          <p:cNvGrpSpPr/>
          <p:nvPr/>
        </p:nvGrpSpPr>
        <p:grpSpPr>
          <a:xfrm>
            <a:off x="7802854" y="1838186"/>
            <a:ext cx="596880" cy="408600"/>
            <a:chOff x="7802854" y="1838186"/>
            <a:chExt cx="596880" cy="40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0E3EC0CE-B92C-42AA-A56B-4F96111339E9}"/>
                    </a:ext>
                  </a:extLst>
                </p14:cNvPr>
                <p14:cNvContentPartPr/>
                <p14:nvPr/>
              </p14:nvContentPartPr>
              <p14:xfrm>
                <a:off x="7802854" y="1921706"/>
                <a:ext cx="105840" cy="12060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0E3EC0CE-B92C-42AA-A56B-4F96111339E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794214" y="1913066"/>
                  <a:ext cx="1234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C847D224-735D-48F3-9E8D-35E9B366A183}"/>
                    </a:ext>
                  </a:extLst>
                </p14:cNvPr>
                <p14:cNvContentPartPr/>
                <p14:nvPr/>
              </p14:nvContentPartPr>
              <p14:xfrm>
                <a:off x="7961254" y="2058866"/>
                <a:ext cx="11880" cy="1620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C847D224-735D-48F3-9E8D-35E9B366A18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952614" y="2050226"/>
                  <a:ext cx="29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4A1C79C6-6E65-48D5-8379-49DB3609CE99}"/>
                    </a:ext>
                  </a:extLst>
                </p14:cNvPr>
                <p14:cNvContentPartPr/>
                <p14:nvPr/>
              </p14:nvContentPartPr>
              <p14:xfrm>
                <a:off x="8081134" y="1969226"/>
                <a:ext cx="135000" cy="14112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4A1C79C6-6E65-48D5-8379-49DB3609CE9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072494" y="1960226"/>
                  <a:ext cx="1526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843AF78E-590A-412D-9159-A4506B82D813}"/>
                    </a:ext>
                  </a:extLst>
                </p14:cNvPr>
                <p14:cNvContentPartPr/>
                <p14:nvPr/>
              </p14:nvContentPartPr>
              <p14:xfrm>
                <a:off x="8253934" y="1838186"/>
                <a:ext cx="145800" cy="40860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843AF78E-590A-412D-9159-A4506B82D81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244934" y="1829546"/>
                  <a:ext cx="163440" cy="42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upo 118">
            <a:extLst>
              <a:ext uri="{FF2B5EF4-FFF2-40B4-BE49-F238E27FC236}">
                <a16:creationId xmlns:a16="http://schemas.microsoft.com/office/drawing/2014/main" id="{6A93B078-181C-4E6F-A96E-89DBFDF4FD43}"/>
              </a:ext>
            </a:extLst>
          </p:cNvPr>
          <p:cNvGrpSpPr/>
          <p:nvPr/>
        </p:nvGrpSpPr>
        <p:grpSpPr>
          <a:xfrm>
            <a:off x="5051734" y="1707146"/>
            <a:ext cx="1922400" cy="591840"/>
            <a:chOff x="5051734" y="1707146"/>
            <a:chExt cx="1922400" cy="59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3E66EB6A-F269-41B5-8BC6-E6D229D72501}"/>
                    </a:ext>
                  </a:extLst>
                </p14:cNvPr>
                <p14:cNvContentPartPr/>
                <p14:nvPr/>
              </p14:nvContentPartPr>
              <p14:xfrm>
                <a:off x="5051734" y="1927106"/>
                <a:ext cx="201600" cy="1116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3E66EB6A-F269-41B5-8BC6-E6D229D7250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042734" y="1918466"/>
                  <a:ext cx="2192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D811BE59-1843-4FA5-932C-55B5853E8181}"/>
                    </a:ext>
                  </a:extLst>
                </p14:cNvPr>
                <p14:cNvContentPartPr/>
                <p14:nvPr/>
              </p14:nvContentPartPr>
              <p14:xfrm>
                <a:off x="5117254" y="1980746"/>
                <a:ext cx="173160" cy="1440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D811BE59-1843-4FA5-932C-55B5853E818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108254" y="1971746"/>
                  <a:ext cx="1908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6BE28793-7B18-414A-B5EA-C4A241779F59}"/>
                    </a:ext>
                  </a:extLst>
                </p14:cNvPr>
                <p14:cNvContentPartPr/>
                <p14:nvPr/>
              </p14:nvContentPartPr>
              <p14:xfrm>
                <a:off x="5752294" y="1916306"/>
                <a:ext cx="181440" cy="38268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6BE28793-7B18-414A-B5EA-C4A241779F5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743654" y="1907666"/>
                  <a:ext cx="19908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BD2EC1B2-33F5-4D39-A4F9-6B49ABBD6CB6}"/>
                    </a:ext>
                  </a:extLst>
                </p14:cNvPr>
                <p14:cNvContentPartPr/>
                <p14:nvPr/>
              </p14:nvContentPartPr>
              <p14:xfrm>
                <a:off x="6048214" y="1925306"/>
                <a:ext cx="193320" cy="17388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BD2EC1B2-33F5-4D39-A4F9-6B49ABBD6CB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039574" y="1916666"/>
                  <a:ext cx="2109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9D18655B-5026-446E-A0F3-655DF2E3A381}"/>
                    </a:ext>
                  </a:extLst>
                </p14:cNvPr>
                <p14:cNvContentPartPr/>
                <p14:nvPr/>
              </p14:nvContentPartPr>
              <p14:xfrm>
                <a:off x="6344494" y="1944386"/>
                <a:ext cx="146160" cy="15156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9D18655B-5026-446E-A0F3-655DF2E3A38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335854" y="1935386"/>
                  <a:ext cx="1638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6F762995-05FB-4007-BB5E-C0DB7494E259}"/>
                    </a:ext>
                  </a:extLst>
                </p14:cNvPr>
                <p14:cNvContentPartPr/>
                <p14:nvPr/>
              </p14:nvContentPartPr>
              <p14:xfrm>
                <a:off x="6546094" y="1964546"/>
                <a:ext cx="275400" cy="13968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6F762995-05FB-4007-BB5E-C0DB7494E25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537454" y="1955906"/>
                  <a:ext cx="2930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6AB31419-D5BD-4A85-B9C3-BB9263A03E71}"/>
                    </a:ext>
                  </a:extLst>
                </p14:cNvPr>
                <p14:cNvContentPartPr/>
                <p14:nvPr/>
              </p14:nvContentPartPr>
              <p14:xfrm>
                <a:off x="6908254" y="1821986"/>
                <a:ext cx="65880" cy="36360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6AB31419-D5BD-4A85-B9C3-BB9263A03E7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899254" y="1813346"/>
                  <a:ext cx="8352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0D0D54D6-3E48-4028-AA11-AC270C8138C5}"/>
                    </a:ext>
                  </a:extLst>
                </p14:cNvPr>
                <p14:cNvContentPartPr/>
                <p14:nvPr/>
              </p14:nvContentPartPr>
              <p14:xfrm>
                <a:off x="5440534" y="1707146"/>
                <a:ext cx="180720" cy="35244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0D0D54D6-3E48-4028-AA11-AC270C8138C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431894" y="1698506"/>
                  <a:ext cx="198360" cy="37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BDD0FCDB-A65A-4B45-BD92-B7691F2F22AC}"/>
              </a:ext>
            </a:extLst>
          </p:cNvPr>
          <p:cNvGrpSpPr/>
          <p:nvPr/>
        </p:nvGrpSpPr>
        <p:grpSpPr>
          <a:xfrm>
            <a:off x="454174" y="2918906"/>
            <a:ext cx="225000" cy="464040"/>
            <a:chOff x="454174" y="2918906"/>
            <a:chExt cx="225000" cy="46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3C1845CB-C401-4737-9530-8FE6D40FE8A2}"/>
                    </a:ext>
                  </a:extLst>
                </p14:cNvPr>
                <p14:cNvContentPartPr/>
                <p14:nvPr/>
              </p14:nvContentPartPr>
              <p14:xfrm>
                <a:off x="454174" y="3073706"/>
                <a:ext cx="142560" cy="13212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3C1845CB-C401-4737-9530-8FE6D40FE8A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45534" y="3064706"/>
                  <a:ext cx="1602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A363BA9A-9CD7-4203-B23D-55247A853690}"/>
                    </a:ext>
                  </a:extLst>
                </p14:cNvPr>
                <p14:cNvContentPartPr/>
                <p14:nvPr/>
              </p14:nvContentPartPr>
              <p14:xfrm>
                <a:off x="554974" y="2918906"/>
                <a:ext cx="124200" cy="46404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A363BA9A-9CD7-4203-B23D-55247A85369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45974" y="2910266"/>
                  <a:ext cx="141840" cy="48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DEB82644-AF3A-4124-B80A-705E22A6F535}"/>
              </a:ext>
            </a:extLst>
          </p:cNvPr>
          <p:cNvGrpSpPr/>
          <p:nvPr/>
        </p:nvGrpSpPr>
        <p:grpSpPr>
          <a:xfrm>
            <a:off x="1123054" y="2847266"/>
            <a:ext cx="443160" cy="565560"/>
            <a:chOff x="1123054" y="2847266"/>
            <a:chExt cx="443160" cy="56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F51CAB85-6301-48A7-A108-0A5F2BCA1BB6}"/>
                    </a:ext>
                  </a:extLst>
                </p14:cNvPr>
                <p14:cNvContentPartPr/>
                <p14:nvPr/>
              </p14:nvContentPartPr>
              <p14:xfrm>
                <a:off x="1123054" y="2949146"/>
                <a:ext cx="47880" cy="46368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F51CAB85-6301-48A7-A108-0A5F2BCA1BB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14054" y="2940146"/>
                  <a:ext cx="6552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CDB8F142-4E48-416B-99F2-488332CC6B5D}"/>
                    </a:ext>
                  </a:extLst>
                </p14:cNvPr>
                <p14:cNvContentPartPr/>
                <p14:nvPr/>
              </p14:nvContentPartPr>
              <p14:xfrm>
                <a:off x="1143214" y="2959946"/>
                <a:ext cx="122400" cy="26784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CDB8F142-4E48-416B-99F2-488332CC6B5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34214" y="2950946"/>
                  <a:ext cx="1400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5254ED13-9026-4505-BC02-C6F3E4448D11}"/>
                    </a:ext>
                  </a:extLst>
                </p14:cNvPr>
                <p14:cNvContentPartPr/>
                <p14:nvPr/>
              </p14:nvContentPartPr>
              <p14:xfrm>
                <a:off x="1429054" y="2847266"/>
                <a:ext cx="137160" cy="37944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5254ED13-9026-4505-BC02-C6F3E4448D1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420054" y="2838626"/>
                  <a:ext cx="154800" cy="39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upo 151">
            <a:extLst>
              <a:ext uri="{FF2B5EF4-FFF2-40B4-BE49-F238E27FC236}">
                <a16:creationId xmlns:a16="http://schemas.microsoft.com/office/drawing/2014/main" id="{EEADB240-949C-4783-80AD-6F83B867C1BA}"/>
              </a:ext>
            </a:extLst>
          </p:cNvPr>
          <p:cNvGrpSpPr/>
          <p:nvPr/>
        </p:nvGrpSpPr>
        <p:grpSpPr>
          <a:xfrm>
            <a:off x="2340574" y="2946986"/>
            <a:ext cx="366840" cy="264960"/>
            <a:chOff x="2340574" y="2946986"/>
            <a:chExt cx="36684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4A4A3744-AFCB-4EC6-B3A3-3F6233A0D895}"/>
                    </a:ext>
                  </a:extLst>
                </p14:cNvPr>
                <p14:cNvContentPartPr/>
                <p14:nvPr/>
              </p14:nvContentPartPr>
              <p14:xfrm>
                <a:off x="2340574" y="2946986"/>
                <a:ext cx="164160" cy="24444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4A4A3744-AFCB-4EC6-B3A3-3F6233A0D89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331934" y="2937986"/>
                  <a:ext cx="1818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48247B5C-6CC4-4FB9-941B-C5581BD5880C}"/>
                    </a:ext>
                  </a:extLst>
                </p14:cNvPr>
                <p14:cNvContentPartPr/>
                <p14:nvPr/>
              </p14:nvContentPartPr>
              <p14:xfrm>
                <a:off x="2570974" y="2995226"/>
                <a:ext cx="136440" cy="21672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48247B5C-6CC4-4FB9-941B-C5581BD5880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562334" y="2986226"/>
                  <a:ext cx="154080" cy="23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35" name="Entrada de lápiz 134">
                <a:extLst>
                  <a:ext uri="{FF2B5EF4-FFF2-40B4-BE49-F238E27FC236}">
                    <a16:creationId xmlns:a16="http://schemas.microsoft.com/office/drawing/2014/main" id="{B22F9C7E-A4C5-4E17-9C76-086A211775DC}"/>
                  </a:ext>
                </a:extLst>
              </p14:cNvPr>
              <p14:cNvContentPartPr/>
              <p14:nvPr/>
            </p14:nvContentPartPr>
            <p14:xfrm>
              <a:off x="2922334" y="2849426"/>
              <a:ext cx="36720" cy="421560"/>
            </p14:xfrm>
          </p:contentPart>
        </mc:Choice>
        <mc:Fallback>
          <p:pic>
            <p:nvPicPr>
              <p:cNvPr id="135" name="Entrada de lápiz 134">
                <a:extLst>
                  <a:ext uri="{FF2B5EF4-FFF2-40B4-BE49-F238E27FC236}">
                    <a16:creationId xmlns:a16="http://schemas.microsoft.com/office/drawing/2014/main" id="{B22F9C7E-A4C5-4E17-9C76-086A211775DC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913334" y="2840786"/>
                <a:ext cx="54360" cy="43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upo 150">
            <a:extLst>
              <a:ext uri="{FF2B5EF4-FFF2-40B4-BE49-F238E27FC236}">
                <a16:creationId xmlns:a16="http://schemas.microsoft.com/office/drawing/2014/main" id="{78F7B740-3A6C-4634-B6A2-50DED835EDA4}"/>
              </a:ext>
            </a:extLst>
          </p:cNvPr>
          <p:cNvGrpSpPr/>
          <p:nvPr/>
        </p:nvGrpSpPr>
        <p:grpSpPr>
          <a:xfrm>
            <a:off x="3141574" y="2997386"/>
            <a:ext cx="106200" cy="131760"/>
            <a:chOff x="3141574" y="2997386"/>
            <a:chExt cx="106200" cy="13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B44272B9-0F96-4BB5-BE52-58133247B19F}"/>
                    </a:ext>
                  </a:extLst>
                </p14:cNvPr>
                <p14:cNvContentPartPr/>
                <p14:nvPr/>
              </p14:nvContentPartPr>
              <p14:xfrm>
                <a:off x="3141574" y="2997386"/>
                <a:ext cx="106200" cy="252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B44272B9-0F96-4BB5-BE52-58133247B1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132574" y="2988386"/>
                  <a:ext cx="1238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B4C6D4AE-E1E6-4DEE-A7AF-7E541190C5F3}"/>
                    </a:ext>
                  </a:extLst>
                </p14:cNvPr>
                <p14:cNvContentPartPr/>
                <p14:nvPr/>
              </p14:nvContentPartPr>
              <p14:xfrm>
                <a:off x="3141574" y="3106466"/>
                <a:ext cx="99360" cy="2268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B4C6D4AE-E1E6-4DEE-A7AF-7E541190C5F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132574" y="3097826"/>
                  <a:ext cx="11700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38" name="Entrada de lápiz 137">
                <a:extLst>
                  <a:ext uri="{FF2B5EF4-FFF2-40B4-BE49-F238E27FC236}">
                    <a16:creationId xmlns:a16="http://schemas.microsoft.com/office/drawing/2014/main" id="{254A5A07-C8DD-4D47-AF49-F84EE16AA7A2}"/>
                  </a:ext>
                </a:extLst>
              </p14:cNvPr>
              <p14:cNvContentPartPr/>
              <p14:nvPr/>
            </p14:nvContentPartPr>
            <p14:xfrm>
              <a:off x="3559534" y="2903426"/>
              <a:ext cx="86040" cy="285120"/>
            </p14:xfrm>
          </p:contentPart>
        </mc:Choice>
        <mc:Fallback>
          <p:pic>
            <p:nvPicPr>
              <p:cNvPr id="138" name="Entrada de lápiz 137">
                <a:extLst>
                  <a:ext uri="{FF2B5EF4-FFF2-40B4-BE49-F238E27FC236}">
                    <a16:creationId xmlns:a16="http://schemas.microsoft.com/office/drawing/2014/main" id="{254A5A07-C8DD-4D47-AF49-F84EE16AA7A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550534" y="2894786"/>
                <a:ext cx="10368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39" name="Entrada de lápiz 138">
                <a:extLst>
                  <a:ext uri="{FF2B5EF4-FFF2-40B4-BE49-F238E27FC236}">
                    <a16:creationId xmlns:a16="http://schemas.microsoft.com/office/drawing/2014/main" id="{4825562C-D896-480F-A749-0B3E0C00DB37}"/>
                  </a:ext>
                </a:extLst>
              </p14:cNvPr>
              <p14:cNvContentPartPr/>
              <p14:nvPr/>
            </p14:nvContentPartPr>
            <p14:xfrm>
              <a:off x="3879934" y="3070106"/>
              <a:ext cx="219600" cy="1440"/>
            </p14:xfrm>
          </p:contentPart>
        </mc:Choice>
        <mc:Fallback>
          <p:pic>
            <p:nvPicPr>
              <p:cNvPr id="139" name="Entrada de lápiz 138">
                <a:extLst>
                  <a:ext uri="{FF2B5EF4-FFF2-40B4-BE49-F238E27FC236}">
                    <a16:creationId xmlns:a16="http://schemas.microsoft.com/office/drawing/2014/main" id="{4825562C-D896-480F-A749-0B3E0C00DB37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870934" y="3061466"/>
                <a:ext cx="23724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upo 149">
            <a:extLst>
              <a:ext uri="{FF2B5EF4-FFF2-40B4-BE49-F238E27FC236}">
                <a16:creationId xmlns:a16="http://schemas.microsoft.com/office/drawing/2014/main" id="{AC8FAE87-E1B7-46E3-91FB-6A76D3997827}"/>
              </a:ext>
            </a:extLst>
          </p:cNvPr>
          <p:cNvGrpSpPr/>
          <p:nvPr/>
        </p:nvGrpSpPr>
        <p:grpSpPr>
          <a:xfrm>
            <a:off x="4364494" y="2869946"/>
            <a:ext cx="1847160" cy="479160"/>
            <a:chOff x="4364494" y="2869946"/>
            <a:chExt cx="1847160" cy="47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5FA2F75E-3426-4F14-A67B-C5F37F448895}"/>
                    </a:ext>
                  </a:extLst>
                </p14:cNvPr>
                <p14:cNvContentPartPr/>
                <p14:nvPr/>
              </p14:nvContentPartPr>
              <p14:xfrm>
                <a:off x="4369174" y="2948066"/>
                <a:ext cx="28800" cy="40104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5FA2F75E-3426-4F14-A67B-C5F37F44889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360534" y="2939066"/>
                  <a:ext cx="4644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E545F5B5-5EDF-4487-9C56-408D66EE4123}"/>
                    </a:ext>
                  </a:extLst>
                </p14:cNvPr>
                <p14:cNvContentPartPr/>
                <p14:nvPr/>
              </p14:nvContentPartPr>
              <p14:xfrm>
                <a:off x="4364494" y="2895506"/>
                <a:ext cx="208080" cy="20916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E545F5B5-5EDF-4487-9C56-408D66EE412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355494" y="2886866"/>
                  <a:ext cx="2257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4957D65B-E70A-4214-8E29-EBCCDD56E3BA}"/>
                    </a:ext>
                  </a:extLst>
                </p14:cNvPr>
                <p14:cNvContentPartPr/>
                <p14:nvPr/>
              </p14:nvContentPartPr>
              <p14:xfrm>
                <a:off x="4705054" y="2879306"/>
                <a:ext cx="124200" cy="32940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4957D65B-E70A-4214-8E29-EBCCDD56E3B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696054" y="2870666"/>
                  <a:ext cx="1418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C0156CD2-75BA-4CC4-AA15-EBC01AAD0689}"/>
                    </a:ext>
                  </a:extLst>
                </p14:cNvPr>
                <p14:cNvContentPartPr/>
                <p14:nvPr/>
              </p14:nvContentPartPr>
              <p14:xfrm>
                <a:off x="4937254" y="2937986"/>
                <a:ext cx="212400" cy="29952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C0156CD2-75BA-4CC4-AA15-EBC01AAD068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928614" y="2929346"/>
                  <a:ext cx="2300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DAFD4EC4-F249-4D74-9E7B-5448EF624BF6}"/>
                    </a:ext>
                  </a:extLst>
                </p14:cNvPr>
                <p14:cNvContentPartPr/>
                <p14:nvPr/>
              </p14:nvContentPartPr>
              <p14:xfrm>
                <a:off x="5000254" y="2923226"/>
                <a:ext cx="161280" cy="21384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DAFD4EC4-F249-4D74-9E7B-5448EF624BF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991614" y="2914586"/>
                  <a:ext cx="1789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072F3F46-4071-4009-9DBA-4BAB3EA81574}"/>
                    </a:ext>
                  </a:extLst>
                </p14:cNvPr>
                <p14:cNvContentPartPr/>
                <p14:nvPr/>
              </p14:nvContentPartPr>
              <p14:xfrm>
                <a:off x="5313814" y="2914946"/>
                <a:ext cx="178920" cy="15372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072F3F46-4071-4009-9DBA-4BAB3EA8157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304814" y="2905946"/>
                  <a:ext cx="1965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B569C684-CA89-47F3-ABB9-E3984868B856}"/>
                    </a:ext>
                  </a:extLst>
                </p14:cNvPr>
                <p14:cNvContentPartPr/>
                <p14:nvPr/>
              </p14:nvContentPartPr>
              <p14:xfrm>
                <a:off x="5298334" y="3175226"/>
                <a:ext cx="204840" cy="2556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B569C684-CA89-47F3-ABB9-E3984868B85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289334" y="3166226"/>
                  <a:ext cx="2224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B3CA0DDC-6633-46FF-8DC8-3CA325FAF167}"/>
                    </a:ext>
                  </a:extLst>
                </p14:cNvPr>
                <p14:cNvContentPartPr/>
                <p14:nvPr/>
              </p14:nvContentPartPr>
              <p14:xfrm>
                <a:off x="5626654" y="2968946"/>
                <a:ext cx="190080" cy="24768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B3CA0DDC-6633-46FF-8DC8-3CA325FAF16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617654" y="2959946"/>
                  <a:ext cx="2077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F6824C69-79BA-4E3F-817E-349B95BC6462}"/>
                    </a:ext>
                  </a:extLst>
                </p14:cNvPr>
                <p14:cNvContentPartPr/>
                <p14:nvPr/>
              </p14:nvContentPartPr>
              <p14:xfrm>
                <a:off x="5887294" y="2971106"/>
                <a:ext cx="171360" cy="20232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F6824C69-79BA-4E3F-817E-349B95BC646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878294" y="2962466"/>
                  <a:ext cx="1890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BB9A5E0E-C2B2-4C2D-AD20-1959A79B003F}"/>
                    </a:ext>
                  </a:extLst>
                </p14:cNvPr>
                <p14:cNvContentPartPr/>
                <p14:nvPr/>
              </p14:nvContentPartPr>
              <p14:xfrm>
                <a:off x="6125614" y="2869946"/>
                <a:ext cx="86040" cy="38808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BB9A5E0E-C2B2-4C2D-AD20-1959A79B003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116974" y="2860946"/>
                  <a:ext cx="103680" cy="40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upo 154">
            <a:extLst>
              <a:ext uri="{FF2B5EF4-FFF2-40B4-BE49-F238E27FC236}">
                <a16:creationId xmlns:a16="http://schemas.microsoft.com/office/drawing/2014/main" id="{7D45C6C2-917A-4F2B-9D81-C488F66F0ADC}"/>
              </a:ext>
            </a:extLst>
          </p:cNvPr>
          <p:cNvGrpSpPr/>
          <p:nvPr/>
        </p:nvGrpSpPr>
        <p:grpSpPr>
          <a:xfrm>
            <a:off x="3089374" y="3739706"/>
            <a:ext cx="159480" cy="96840"/>
            <a:chOff x="3089374" y="3739706"/>
            <a:chExt cx="159480" cy="9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93384072-03FE-439F-A010-077BBA2A0D3C}"/>
                    </a:ext>
                  </a:extLst>
                </p14:cNvPr>
                <p14:cNvContentPartPr/>
                <p14:nvPr/>
              </p14:nvContentPartPr>
              <p14:xfrm>
                <a:off x="3089374" y="3739706"/>
                <a:ext cx="139320" cy="1332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93384072-03FE-439F-A010-077BBA2A0D3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080374" y="3730706"/>
                  <a:ext cx="156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58CD57D3-76E5-4EB1-A277-B3131283BE28}"/>
                    </a:ext>
                  </a:extLst>
                </p14:cNvPr>
                <p14:cNvContentPartPr/>
                <p14:nvPr/>
              </p14:nvContentPartPr>
              <p14:xfrm>
                <a:off x="3105574" y="3821066"/>
                <a:ext cx="143280" cy="1548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58CD57D3-76E5-4EB1-A277-B3131283BE2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096934" y="3812066"/>
                  <a:ext cx="16092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upo 157">
            <a:extLst>
              <a:ext uri="{FF2B5EF4-FFF2-40B4-BE49-F238E27FC236}">
                <a16:creationId xmlns:a16="http://schemas.microsoft.com/office/drawing/2014/main" id="{79477A7C-DA79-4FCF-B8A0-3345D001CEEA}"/>
              </a:ext>
            </a:extLst>
          </p:cNvPr>
          <p:cNvGrpSpPr/>
          <p:nvPr/>
        </p:nvGrpSpPr>
        <p:grpSpPr>
          <a:xfrm>
            <a:off x="1944574" y="2175146"/>
            <a:ext cx="164880" cy="469440"/>
            <a:chOff x="1944574" y="2175146"/>
            <a:chExt cx="164880" cy="46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6DBCF266-6F18-449D-A47E-AC43A81AC14D}"/>
                    </a:ext>
                  </a:extLst>
                </p14:cNvPr>
                <p14:cNvContentPartPr/>
                <p14:nvPr/>
              </p14:nvContentPartPr>
              <p14:xfrm>
                <a:off x="1997134" y="2175146"/>
                <a:ext cx="112320" cy="43884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6DBCF266-6F18-449D-A47E-AC43A81AC14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988134" y="2166506"/>
                  <a:ext cx="12996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50406519-752F-4113-A2E7-89729B468DB0}"/>
                    </a:ext>
                  </a:extLst>
                </p14:cNvPr>
                <p14:cNvContentPartPr/>
                <p14:nvPr/>
              </p14:nvContentPartPr>
              <p14:xfrm>
                <a:off x="1944574" y="2451986"/>
                <a:ext cx="150480" cy="19260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50406519-752F-4113-A2E7-89729B468DB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935934" y="2443346"/>
                  <a:ext cx="16812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upo 160">
            <a:extLst>
              <a:ext uri="{FF2B5EF4-FFF2-40B4-BE49-F238E27FC236}">
                <a16:creationId xmlns:a16="http://schemas.microsoft.com/office/drawing/2014/main" id="{D533ABB4-B23C-48C8-8CB6-4849F010793B}"/>
              </a:ext>
            </a:extLst>
          </p:cNvPr>
          <p:cNvGrpSpPr/>
          <p:nvPr/>
        </p:nvGrpSpPr>
        <p:grpSpPr>
          <a:xfrm>
            <a:off x="5431534" y="2521826"/>
            <a:ext cx="150480" cy="280080"/>
            <a:chOff x="5431534" y="2521826"/>
            <a:chExt cx="150480" cy="28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60DCFC50-F9BD-4837-B5CD-A2DD4F6CD443}"/>
                    </a:ext>
                  </a:extLst>
                </p14:cNvPr>
                <p14:cNvContentPartPr/>
                <p14:nvPr/>
              </p14:nvContentPartPr>
              <p14:xfrm>
                <a:off x="5481574" y="2521826"/>
                <a:ext cx="26640" cy="24300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60DCFC50-F9BD-4837-B5CD-A2DD4F6CD44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472574" y="2512826"/>
                  <a:ext cx="442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A0B6AC41-B062-47DB-9171-E84E882E25B2}"/>
                    </a:ext>
                  </a:extLst>
                </p14:cNvPr>
                <p14:cNvContentPartPr/>
                <p14:nvPr/>
              </p14:nvContentPartPr>
              <p14:xfrm>
                <a:off x="5431534" y="2652506"/>
                <a:ext cx="150480" cy="14940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A0B6AC41-B062-47DB-9171-E84E882E25B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422534" y="2643506"/>
                  <a:ext cx="16812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upo 165">
            <a:extLst>
              <a:ext uri="{FF2B5EF4-FFF2-40B4-BE49-F238E27FC236}">
                <a16:creationId xmlns:a16="http://schemas.microsoft.com/office/drawing/2014/main" id="{08F6C97D-8C4D-42B4-9C79-DD884A216BEC}"/>
              </a:ext>
            </a:extLst>
          </p:cNvPr>
          <p:cNvGrpSpPr/>
          <p:nvPr/>
        </p:nvGrpSpPr>
        <p:grpSpPr>
          <a:xfrm>
            <a:off x="1655134" y="2909546"/>
            <a:ext cx="481680" cy="270360"/>
            <a:chOff x="1655134" y="2909546"/>
            <a:chExt cx="481680" cy="27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259840B5-DF32-4C9B-8291-7014CAA4591A}"/>
                    </a:ext>
                  </a:extLst>
                </p14:cNvPr>
                <p14:cNvContentPartPr/>
                <p14:nvPr/>
              </p14:nvContentPartPr>
              <p14:xfrm>
                <a:off x="1655134" y="2919986"/>
                <a:ext cx="174600" cy="25992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259840B5-DF32-4C9B-8291-7014CAA4591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646494" y="2911346"/>
                  <a:ext cx="1922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001B4FEB-C3C7-43C1-852C-EAE899DEDF29}"/>
                    </a:ext>
                  </a:extLst>
                </p14:cNvPr>
                <p14:cNvContentPartPr/>
                <p14:nvPr/>
              </p14:nvContentPartPr>
              <p14:xfrm>
                <a:off x="1680334" y="2922146"/>
                <a:ext cx="168120" cy="17712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001B4FEB-C3C7-43C1-852C-EAE899DEDF2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671334" y="2913506"/>
                  <a:ext cx="1857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CF983EEB-1F16-4164-91F8-5FDFFC1E679D}"/>
                    </a:ext>
                  </a:extLst>
                </p14:cNvPr>
                <p14:cNvContentPartPr/>
                <p14:nvPr/>
              </p14:nvContentPartPr>
              <p14:xfrm>
                <a:off x="1978774" y="2909546"/>
                <a:ext cx="158040" cy="20844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CF983EEB-1F16-4164-91F8-5FDFFC1E679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970134" y="2900546"/>
                  <a:ext cx="175680" cy="22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upo 168">
            <a:extLst>
              <a:ext uri="{FF2B5EF4-FFF2-40B4-BE49-F238E27FC236}">
                <a16:creationId xmlns:a16="http://schemas.microsoft.com/office/drawing/2014/main" id="{482E8928-EA0D-492A-97AB-82D17EDE6DB6}"/>
              </a:ext>
            </a:extLst>
          </p:cNvPr>
          <p:cNvGrpSpPr/>
          <p:nvPr/>
        </p:nvGrpSpPr>
        <p:grpSpPr>
          <a:xfrm>
            <a:off x="3505174" y="3679946"/>
            <a:ext cx="243000" cy="255240"/>
            <a:chOff x="3505174" y="3679946"/>
            <a:chExt cx="24300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B7792594-D482-4E4E-921D-4E803804AFBB}"/>
                    </a:ext>
                  </a:extLst>
                </p14:cNvPr>
                <p14:cNvContentPartPr/>
                <p14:nvPr/>
              </p14:nvContentPartPr>
              <p14:xfrm>
                <a:off x="3505174" y="3679946"/>
                <a:ext cx="166680" cy="24300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B7792594-D482-4E4E-921D-4E803804AFB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496534" y="3671306"/>
                  <a:ext cx="1843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D33A2864-26C3-4D12-9C97-96CC242E7397}"/>
                    </a:ext>
                  </a:extLst>
                </p14:cNvPr>
                <p14:cNvContentPartPr/>
                <p14:nvPr/>
              </p14:nvContentPartPr>
              <p14:xfrm>
                <a:off x="3516694" y="3925106"/>
                <a:ext cx="231480" cy="1008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D33A2864-26C3-4D12-9C97-96CC242E739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507694" y="3916106"/>
                  <a:ext cx="24912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70" name="Entrada de lápiz 169">
                <a:extLst>
                  <a:ext uri="{FF2B5EF4-FFF2-40B4-BE49-F238E27FC236}">
                    <a16:creationId xmlns:a16="http://schemas.microsoft.com/office/drawing/2014/main" id="{2FB36259-3898-479F-A1A4-B7FBF8F4146B}"/>
                  </a:ext>
                </a:extLst>
              </p14:cNvPr>
              <p14:cNvContentPartPr/>
              <p14:nvPr/>
            </p14:nvContentPartPr>
            <p14:xfrm>
              <a:off x="3952294" y="3800546"/>
              <a:ext cx="195840" cy="7920"/>
            </p14:xfrm>
          </p:contentPart>
        </mc:Choice>
        <mc:Fallback>
          <p:pic>
            <p:nvPicPr>
              <p:cNvPr id="170" name="Entrada de lápiz 169">
                <a:extLst>
                  <a:ext uri="{FF2B5EF4-FFF2-40B4-BE49-F238E27FC236}">
                    <a16:creationId xmlns:a16="http://schemas.microsoft.com/office/drawing/2014/main" id="{2FB36259-3898-479F-A1A4-B7FBF8F4146B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943654" y="3791906"/>
                <a:ext cx="213480" cy="2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upo 172">
            <a:extLst>
              <a:ext uri="{FF2B5EF4-FFF2-40B4-BE49-F238E27FC236}">
                <a16:creationId xmlns:a16="http://schemas.microsoft.com/office/drawing/2014/main" id="{2D8F4C10-8FB4-4CC0-B06B-65A27F2087C2}"/>
              </a:ext>
            </a:extLst>
          </p:cNvPr>
          <p:cNvGrpSpPr/>
          <p:nvPr/>
        </p:nvGrpSpPr>
        <p:grpSpPr>
          <a:xfrm>
            <a:off x="4265494" y="3713786"/>
            <a:ext cx="185400" cy="366840"/>
            <a:chOff x="4265494" y="3713786"/>
            <a:chExt cx="185400" cy="36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A05AFFAF-60FE-44E4-8E69-FF958C04CBCD}"/>
                    </a:ext>
                  </a:extLst>
                </p14:cNvPr>
                <p14:cNvContentPartPr/>
                <p14:nvPr/>
              </p14:nvContentPartPr>
              <p14:xfrm>
                <a:off x="4302574" y="3717026"/>
                <a:ext cx="34920" cy="36360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A05AFFAF-60FE-44E4-8E69-FF958C04CBC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293574" y="3708386"/>
                  <a:ext cx="525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B2C9FB5A-2DBB-4332-825B-54AAD658A6AB}"/>
                    </a:ext>
                  </a:extLst>
                </p14:cNvPr>
                <p14:cNvContentPartPr/>
                <p14:nvPr/>
              </p14:nvContentPartPr>
              <p14:xfrm>
                <a:off x="4265494" y="3713786"/>
                <a:ext cx="185400" cy="20088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B2C9FB5A-2DBB-4332-825B-54AAD658A6A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256854" y="3704786"/>
                  <a:ext cx="20304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upo 190">
            <a:extLst>
              <a:ext uri="{FF2B5EF4-FFF2-40B4-BE49-F238E27FC236}">
                <a16:creationId xmlns:a16="http://schemas.microsoft.com/office/drawing/2014/main" id="{B47CAAD7-A200-4131-BADF-B316B942D0C3}"/>
              </a:ext>
            </a:extLst>
          </p:cNvPr>
          <p:cNvGrpSpPr/>
          <p:nvPr/>
        </p:nvGrpSpPr>
        <p:grpSpPr>
          <a:xfrm>
            <a:off x="4516414" y="3705506"/>
            <a:ext cx="1739520" cy="408960"/>
            <a:chOff x="4516414" y="3705506"/>
            <a:chExt cx="1739520" cy="40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A66F8605-0344-4CF9-9D6A-0C9F8A11D0C3}"/>
                    </a:ext>
                  </a:extLst>
                </p14:cNvPr>
                <p14:cNvContentPartPr/>
                <p14:nvPr/>
              </p14:nvContentPartPr>
              <p14:xfrm>
                <a:off x="4516414" y="3713786"/>
                <a:ext cx="136440" cy="40068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A66F8605-0344-4CF9-9D6A-0C9F8A11D0C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507774" y="3704786"/>
                  <a:ext cx="15408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C542237D-2A6D-4BFE-8280-DFB5A601EF66}"/>
                    </a:ext>
                  </a:extLst>
                </p14:cNvPr>
                <p14:cNvContentPartPr/>
                <p14:nvPr/>
              </p14:nvContentPartPr>
              <p14:xfrm>
                <a:off x="4789654" y="3791906"/>
                <a:ext cx="137160" cy="15912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C542237D-2A6D-4BFE-8280-DFB5A601EF6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781014" y="3783266"/>
                  <a:ext cx="1548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5FF1D4C6-15FD-4C0E-B2F6-7D3DABE8C130}"/>
                    </a:ext>
                  </a:extLst>
                </p14:cNvPr>
                <p14:cNvContentPartPr/>
                <p14:nvPr/>
              </p14:nvContentPartPr>
              <p14:xfrm>
                <a:off x="4970014" y="3799466"/>
                <a:ext cx="122040" cy="16452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5FF1D4C6-15FD-4C0E-B2F6-7D3DABE8C13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961374" y="3790826"/>
                  <a:ext cx="1396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DF566F31-29E1-41D9-BF17-3DAE9DFD71D2}"/>
                    </a:ext>
                  </a:extLst>
                </p14:cNvPr>
                <p14:cNvContentPartPr/>
                <p14:nvPr/>
              </p14:nvContentPartPr>
              <p14:xfrm>
                <a:off x="5144614" y="3821786"/>
                <a:ext cx="351720" cy="16200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DF566F31-29E1-41D9-BF17-3DAE9DFD71D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135614" y="3812786"/>
                  <a:ext cx="3693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705017D2-79B0-41AB-806C-8AFEFCDC8CF4}"/>
                    </a:ext>
                  </a:extLst>
                </p14:cNvPr>
                <p14:cNvContentPartPr/>
                <p14:nvPr/>
              </p14:nvContentPartPr>
              <p14:xfrm>
                <a:off x="5538814" y="3705506"/>
                <a:ext cx="78840" cy="34632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705017D2-79B0-41AB-806C-8AFEFCDC8CF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529814" y="3696506"/>
                  <a:ext cx="964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80996E06-F833-460B-86CF-6E16564942F2}"/>
                    </a:ext>
                  </a:extLst>
                </p14:cNvPr>
                <p14:cNvContentPartPr/>
                <p14:nvPr/>
              </p14:nvContentPartPr>
              <p14:xfrm>
                <a:off x="5794774" y="3756626"/>
                <a:ext cx="10080" cy="18252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80996E06-F833-460B-86CF-6E16564942F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785774" y="3747986"/>
                  <a:ext cx="277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332A5351-618E-48AA-994C-37361D651D14}"/>
                    </a:ext>
                  </a:extLst>
                </p14:cNvPr>
                <p14:cNvContentPartPr/>
                <p14:nvPr/>
              </p14:nvContentPartPr>
              <p14:xfrm>
                <a:off x="5697214" y="3949586"/>
                <a:ext cx="126720" cy="2268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332A5351-618E-48AA-994C-37361D651D1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688214" y="3940946"/>
                  <a:ext cx="1443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A88E011E-81A8-4827-8D2D-6FF87B046CFA}"/>
                    </a:ext>
                  </a:extLst>
                </p14:cNvPr>
                <p14:cNvContentPartPr/>
                <p14:nvPr/>
              </p14:nvContentPartPr>
              <p14:xfrm>
                <a:off x="5955334" y="3764906"/>
                <a:ext cx="154080" cy="18612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A88E011E-81A8-4827-8D2D-6FF87B046CF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946334" y="3755906"/>
                  <a:ext cx="1717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2C0FC86B-80EE-481B-AE49-2C80623BACC1}"/>
                    </a:ext>
                  </a:extLst>
                </p14:cNvPr>
                <p14:cNvContentPartPr/>
                <p14:nvPr/>
              </p14:nvContentPartPr>
              <p14:xfrm>
                <a:off x="6079174" y="3953906"/>
                <a:ext cx="176760" cy="11592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2C0FC86B-80EE-481B-AE49-2C80623BACC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070534" y="3944906"/>
                  <a:ext cx="19440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upo 189">
            <a:extLst>
              <a:ext uri="{FF2B5EF4-FFF2-40B4-BE49-F238E27FC236}">
                <a16:creationId xmlns:a16="http://schemas.microsoft.com/office/drawing/2014/main" id="{2C25F9DC-2CD3-450B-8EB1-1DA6B1134FA7}"/>
              </a:ext>
            </a:extLst>
          </p:cNvPr>
          <p:cNvGrpSpPr/>
          <p:nvPr/>
        </p:nvGrpSpPr>
        <p:grpSpPr>
          <a:xfrm>
            <a:off x="6442774" y="3731066"/>
            <a:ext cx="705240" cy="395640"/>
            <a:chOff x="6442774" y="3731066"/>
            <a:chExt cx="705240" cy="39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0B0F8411-9AE4-49C0-8D3F-77B83D8499CA}"/>
                    </a:ext>
                  </a:extLst>
                </p14:cNvPr>
                <p14:cNvContentPartPr/>
                <p14:nvPr/>
              </p14:nvContentPartPr>
              <p14:xfrm>
                <a:off x="6442774" y="3789026"/>
                <a:ext cx="135000" cy="16092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0B0F8411-9AE4-49C0-8D3F-77B83D8499C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433774" y="3780026"/>
                  <a:ext cx="1526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317302D3-DFE2-468F-89BA-53B7757AD7AF}"/>
                    </a:ext>
                  </a:extLst>
                </p14:cNvPr>
                <p14:cNvContentPartPr/>
                <p14:nvPr/>
              </p14:nvContentPartPr>
              <p14:xfrm>
                <a:off x="6668854" y="3980546"/>
                <a:ext cx="18360" cy="4752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317302D3-DFE2-468F-89BA-53B7757AD7A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659854" y="3971906"/>
                  <a:ext cx="360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33FA76B5-DCC5-4494-A3E7-022F6AA28FA4}"/>
                    </a:ext>
                  </a:extLst>
                </p14:cNvPr>
                <p14:cNvContentPartPr/>
                <p14:nvPr/>
              </p14:nvContentPartPr>
              <p14:xfrm>
                <a:off x="6686494" y="3980546"/>
                <a:ext cx="360" cy="36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33FA76B5-DCC5-4494-A3E7-022F6AA28FA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677854" y="397190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ACC5B9A1-EA51-45CB-BD70-22E689ADAE47}"/>
                    </a:ext>
                  </a:extLst>
                </p14:cNvPr>
                <p14:cNvContentPartPr/>
                <p14:nvPr/>
              </p14:nvContentPartPr>
              <p14:xfrm>
                <a:off x="6673174" y="3943106"/>
                <a:ext cx="16200" cy="3780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ACC5B9A1-EA51-45CB-BD70-22E689ADAE47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664174" y="3934106"/>
                  <a:ext cx="338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30EF4947-7994-4295-BE82-A7E3F52BB9EF}"/>
                    </a:ext>
                  </a:extLst>
                </p14:cNvPr>
                <p14:cNvContentPartPr/>
                <p14:nvPr/>
              </p14:nvContentPartPr>
              <p14:xfrm>
                <a:off x="6805654" y="3840146"/>
                <a:ext cx="130320" cy="14976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30EF4947-7994-4295-BE82-A7E3F52BB9EF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797014" y="3831146"/>
                  <a:ext cx="147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8F1161FF-6F8B-49FE-ADBE-4578DDCEA9D8}"/>
                    </a:ext>
                  </a:extLst>
                </p14:cNvPr>
                <p14:cNvContentPartPr/>
                <p14:nvPr/>
              </p14:nvContentPartPr>
              <p14:xfrm>
                <a:off x="7048654" y="3731066"/>
                <a:ext cx="99360" cy="39564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8F1161FF-6F8B-49FE-ADBE-4578DDCEA9D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040014" y="3722426"/>
                  <a:ext cx="117000" cy="41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upo 194">
            <a:extLst>
              <a:ext uri="{FF2B5EF4-FFF2-40B4-BE49-F238E27FC236}">
                <a16:creationId xmlns:a16="http://schemas.microsoft.com/office/drawing/2014/main" id="{E8B998B2-0A9C-44CA-9A5D-B3E4C8CA643D}"/>
              </a:ext>
            </a:extLst>
          </p:cNvPr>
          <p:cNvGrpSpPr/>
          <p:nvPr/>
        </p:nvGrpSpPr>
        <p:grpSpPr>
          <a:xfrm>
            <a:off x="3155614" y="4438106"/>
            <a:ext cx="142200" cy="90360"/>
            <a:chOff x="3155614" y="4438106"/>
            <a:chExt cx="142200" cy="9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94093097-69B6-4B10-8F80-0B6FF74E7BC7}"/>
                    </a:ext>
                  </a:extLst>
                </p14:cNvPr>
                <p14:cNvContentPartPr/>
                <p14:nvPr/>
              </p14:nvContentPartPr>
              <p14:xfrm>
                <a:off x="3178294" y="4438106"/>
                <a:ext cx="118080" cy="1872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94093097-69B6-4B10-8F80-0B6FF74E7BC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169654" y="4429106"/>
                  <a:ext cx="1357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57F1E5AC-6745-45DD-AF8D-974F8502A11E}"/>
                    </a:ext>
                  </a:extLst>
                </p14:cNvPr>
                <p14:cNvContentPartPr/>
                <p14:nvPr/>
              </p14:nvContentPartPr>
              <p14:xfrm>
                <a:off x="3155614" y="4519466"/>
                <a:ext cx="142200" cy="900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57F1E5AC-6745-45DD-AF8D-974F8502A11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146974" y="4510826"/>
                  <a:ext cx="159840" cy="2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196" name="Entrada de lápiz 195">
                <a:extLst>
                  <a:ext uri="{FF2B5EF4-FFF2-40B4-BE49-F238E27FC236}">
                    <a16:creationId xmlns:a16="http://schemas.microsoft.com/office/drawing/2014/main" id="{7268B403-26E9-4F6E-B49B-19AE018846F7}"/>
                  </a:ext>
                </a:extLst>
              </p14:cNvPr>
              <p14:cNvContentPartPr/>
              <p14:nvPr/>
            </p14:nvContentPartPr>
            <p14:xfrm>
              <a:off x="3576814" y="4351346"/>
              <a:ext cx="138600" cy="203040"/>
            </p14:xfrm>
          </p:contentPart>
        </mc:Choice>
        <mc:Fallback>
          <p:pic>
            <p:nvPicPr>
              <p:cNvPr id="196" name="Entrada de lápiz 195">
                <a:extLst>
                  <a:ext uri="{FF2B5EF4-FFF2-40B4-BE49-F238E27FC236}">
                    <a16:creationId xmlns:a16="http://schemas.microsoft.com/office/drawing/2014/main" id="{7268B403-26E9-4F6E-B49B-19AE018846F7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3568174" y="4342706"/>
                <a:ext cx="15624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97" name="Entrada de lápiz 196">
                <a:extLst>
                  <a:ext uri="{FF2B5EF4-FFF2-40B4-BE49-F238E27FC236}">
                    <a16:creationId xmlns:a16="http://schemas.microsoft.com/office/drawing/2014/main" id="{ED4C825F-3D03-4189-8C7B-FB836F4BEA3B}"/>
                  </a:ext>
                </a:extLst>
              </p14:cNvPr>
              <p14:cNvContentPartPr/>
              <p14:nvPr/>
            </p14:nvContentPartPr>
            <p14:xfrm>
              <a:off x="3678694" y="4564466"/>
              <a:ext cx="99360" cy="159840"/>
            </p14:xfrm>
          </p:contentPart>
        </mc:Choice>
        <mc:Fallback>
          <p:pic>
            <p:nvPicPr>
              <p:cNvPr id="197" name="Entrada de lápiz 196">
                <a:extLst>
                  <a:ext uri="{FF2B5EF4-FFF2-40B4-BE49-F238E27FC236}">
                    <a16:creationId xmlns:a16="http://schemas.microsoft.com/office/drawing/2014/main" id="{ED4C825F-3D03-4189-8C7B-FB836F4BEA3B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3669694" y="4555826"/>
                <a:ext cx="117000" cy="17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upo 203">
            <a:extLst>
              <a:ext uri="{FF2B5EF4-FFF2-40B4-BE49-F238E27FC236}">
                <a16:creationId xmlns:a16="http://schemas.microsoft.com/office/drawing/2014/main" id="{F65B3493-5241-4A8E-A868-5B705B316D4C}"/>
              </a:ext>
            </a:extLst>
          </p:cNvPr>
          <p:cNvGrpSpPr/>
          <p:nvPr/>
        </p:nvGrpSpPr>
        <p:grpSpPr>
          <a:xfrm>
            <a:off x="3973894" y="4424066"/>
            <a:ext cx="550440" cy="210240"/>
            <a:chOff x="3973894" y="4424066"/>
            <a:chExt cx="550440" cy="21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819BE084-54C4-41F7-9AA0-80E84A328B53}"/>
                    </a:ext>
                  </a:extLst>
                </p14:cNvPr>
                <p14:cNvContentPartPr/>
                <p14:nvPr/>
              </p14:nvContentPartPr>
              <p14:xfrm>
                <a:off x="3973894" y="4424066"/>
                <a:ext cx="126360" cy="16344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819BE084-54C4-41F7-9AA0-80E84A328B53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964894" y="4415426"/>
                  <a:ext cx="1440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58076D84-332A-447A-90CE-C794C21E1B3F}"/>
                    </a:ext>
                  </a:extLst>
                </p14:cNvPr>
                <p14:cNvContentPartPr/>
                <p14:nvPr/>
              </p14:nvContentPartPr>
              <p14:xfrm>
                <a:off x="4213654" y="4432346"/>
                <a:ext cx="132120" cy="16704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58076D84-332A-447A-90CE-C794C21E1B3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205014" y="4423706"/>
                  <a:ext cx="1497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B9799B05-AE2A-4DB2-981D-C7DB95D75849}"/>
                    </a:ext>
                  </a:extLst>
                </p14:cNvPr>
                <p14:cNvContentPartPr/>
                <p14:nvPr/>
              </p14:nvContentPartPr>
              <p14:xfrm>
                <a:off x="4423894" y="4455746"/>
                <a:ext cx="100440" cy="17856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B9799B05-AE2A-4DB2-981D-C7DB95D75849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415254" y="4446746"/>
                  <a:ext cx="11808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upo 206">
            <a:extLst>
              <a:ext uri="{FF2B5EF4-FFF2-40B4-BE49-F238E27FC236}">
                <a16:creationId xmlns:a16="http://schemas.microsoft.com/office/drawing/2014/main" id="{35A31B13-716F-493F-953A-47BB5395DFAD}"/>
              </a:ext>
            </a:extLst>
          </p:cNvPr>
          <p:cNvGrpSpPr/>
          <p:nvPr/>
        </p:nvGrpSpPr>
        <p:grpSpPr>
          <a:xfrm>
            <a:off x="3335614" y="5148746"/>
            <a:ext cx="132480" cy="64080"/>
            <a:chOff x="3335614" y="5148746"/>
            <a:chExt cx="132480" cy="6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3BA7B391-BA67-4C46-8725-7F3B9A3384C8}"/>
                    </a:ext>
                  </a:extLst>
                </p14:cNvPr>
                <p14:cNvContentPartPr/>
                <p14:nvPr/>
              </p14:nvContentPartPr>
              <p14:xfrm>
                <a:off x="3351094" y="5155946"/>
                <a:ext cx="360" cy="36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3BA7B391-BA67-4C46-8725-7F3B9A3384C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342094" y="51469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493E4116-80B7-42B5-B54B-6B1A2B1063DD}"/>
                    </a:ext>
                  </a:extLst>
                </p14:cNvPr>
                <p14:cNvContentPartPr/>
                <p14:nvPr/>
              </p14:nvContentPartPr>
              <p14:xfrm>
                <a:off x="3335614" y="5148746"/>
                <a:ext cx="132480" cy="6408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493E4116-80B7-42B5-B54B-6B1A2B1063D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326614" y="5140106"/>
                  <a:ext cx="150120" cy="8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208" name="Entrada de lápiz 207">
                <a:extLst>
                  <a:ext uri="{FF2B5EF4-FFF2-40B4-BE49-F238E27FC236}">
                    <a16:creationId xmlns:a16="http://schemas.microsoft.com/office/drawing/2014/main" id="{66882661-8527-4E57-8ED6-1E18B1C010AC}"/>
                  </a:ext>
                </a:extLst>
              </p14:cNvPr>
              <p14:cNvContentPartPr/>
              <p14:nvPr/>
            </p14:nvContentPartPr>
            <p14:xfrm>
              <a:off x="7328374" y="3778226"/>
              <a:ext cx="201240" cy="267120"/>
            </p14:xfrm>
          </p:contentPart>
        </mc:Choice>
        <mc:Fallback>
          <p:pic>
            <p:nvPicPr>
              <p:cNvPr id="208" name="Entrada de lápiz 207">
                <a:extLst>
                  <a:ext uri="{FF2B5EF4-FFF2-40B4-BE49-F238E27FC236}">
                    <a16:creationId xmlns:a16="http://schemas.microsoft.com/office/drawing/2014/main" id="{66882661-8527-4E57-8ED6-1E18B1C010AC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7319734" y="3769226"/>
                <a:ext cx="218880" cy="28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Grupo 210">
            <a:extLst>
              <a:ext uri="{FF2B5EF4-FFF2-40B4-BE49-F238E27FC236}">
                <a16:creationId xmlns:a16="http://schemas.microsoft.com/office/drawing/2014/main" id="{492C591A-5D2F-4AF1-BE31-4B52196EB040}"/>
              </a:ext>
            </a:extLst>
          </p:cNvPr>
          <p:cNvGrpSpPr/>
          <p:nvPr/>
        </p:nvGrpSpPr>
        <p:grpSpPr>
          <a:xfrm>
            <a:off x="3703534" y="5058026"/>
            <a:ext cx="204120" cy="397080"/>
            <a:chOff x="3703534" y="5058026"/>
            <a:chExt cx="204120" cy="39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D9C041A1-7FA8-4E28-84B1-275AE44F27B1}"/>
                    </a:ext>
                  </a:extLst>
                </p14:cNvPr>
                <p14:cNvContentPartPr/>
                <p14:nvPr/>
              </p14:nvContentPartPr>
              <p14:xfrm>
                <a:off x="3737014" y="5118506"/>
                <a:ext cx="28800" cy="33660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D9C041A1-7FA8-4E28-84B1-275AE44F27B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728014" y="5109506"/>
                  <a:ext cx="4644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B6DD525E-2B56-4087-8980-05CC6AEA86C4}"/>
                    </a:ext>
                  </a:extLst>
                </p14:cNvPr>
                <p14:cNvContentPartPr/>
                <p14:nvPr/>
              </p14:nvContentPartPr>
              <p14:xfrm>
                <a:off x="3703534" y="5058026"/>
                <a:ext cx="204120" cy="18396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B6DD525E-2B56-4087-8980-05CC6AEA86C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694534" y="5049386"/>
                  <a:ext cx="221760" cy="20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213" name="Entrada de lápiz 212">
                <a:extLst>
                  <a:ext uri="{FF2B5EF4-FFF2-40B4-BE49-F238E27FC236}">
                    <a16:creationId xmlns:a16="http://schemas.microsoft.com/office/drawing/2014/main" id="{CE94EBDB-F7D3-4E4C-8147-BF3492A004BE}"/>
                  </a:ext>
                </a:extLst>
              </p14:cNvPr>
              <p14:cNvContentPartPr/>
              <p14:nvPr/>
            </p14:nvContentPartPr>
            <p14:xfrm>
              <a:off x="4122214" y="5090426"/>
              <a:ext cx="175320" cy="296640"/>
            </p14:xfrm>
          </p:contentPart>
        </mc:Choice>
        <mc:Fallback>
          <p:pic>
            <p:nvPicPr>
              <p:cNvPr id="213" name="Entrada de lápiz 212">
                <a:extLst>
                  <a:ext uri="{FF2B5EF4-FFF2-40B4-BE49-F238E27FC236}">
                    <a16:creationId xmlns:a16="http://schemas.microsoft.com/office/drawing/2014/main" id="{CE94EBDB-F7D3-4E4C-8147-BF3492A004BE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4113574" y="5081786"/>
                <a:ext cx="19296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214" name="Entrada de lápiz 213">
                <a:extLst>
                  <a:ext uri="{FF2B5EF4-FFF2-40B4-BE49-F238E27FC236}">
                    <a16:creationId xmlns:a16="http://schemas.microsoft.com/office/drawing/2014/main" id="{DA81F6F8-A39D-4097-8AAD-67D36C18427E}"/>
                  </a:ext>
                </a:extLst>
              </p14:cNvPr>
              <p14:cNvContentPartPr/>
              <p14:nvPr/>
            </p14:nvContentPartPr>
            <p14:xfrm>
              <a:off x="4332454" y="5130386"/>
              <a:ext cx="146880" cy="161640"/>
            </p14:xfrm>
          </p:contentPart>
        </mc:Choice>
        <mc:Fallback>
          <p:pic>
            <p:nvPicPr>
              <p:cNvPr id="214" name="Entrada de lápiz 213">
                <a:extLst>
                  <a:ext uri="{FF2B5EF4-FFF2-40B4-BE49-F238E27FC236}">
                    <a16:creationId xmlns:a16="http://schemas.microsoft.com/office/drawing/2014/main" id="{DA81F6F8-A39D-4097-8AAD-67D36C18427E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4323454" y="5121746"/>
                <a:ext cx="16452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215" name="Entrada de lápiz 214">
                <a:extLst>
                  <a:ext uri="{FF2B5EF4-FFF2-40B4-BE49-F238E27FC236}">
                    <a16:creationId xmlns:a16="http://schemas.microsoft.com/office/drawing/2014/main" id="{01686C9C-EABE-40AA-999A-F853FDFC755C}"/>
                  </a:ext>
                </a:extLst>
              </p14:cNvPr>
              <p14:cNvContentPartPr/>
              <p14:nvPr/>
            </p14:nvContentPartPr>
            <p14:xfrm>
              <a:off x="4541614" y="5096906"/>
              <a:ext cx="127080" cy="144000"/>
            </p14:xfrm>
          </p:contentPart>
        </mc:Choice>
        <mc:Fallback>
          <p:pic>
            <p:nvPicPr>
              <p:cNvPr id="215" name="Entrada de lápiz 214">
                <a:extLst>
                  <a:ext uri="{FF2B5EF4-FFF2-40B4-BE49-F238E27FC236}">
                    <a16:creationId xmlns:a16="http://schemas.microsoft.com/office/drawing/2014/main" id="{01686C9C-EABE-40AA-999A-F853FDFC755C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4532974" y="5087906"/>
                <a:ext cx="14472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216" name="Entrada de lápiz 215">
                <a:extLst>
                  <a:ext uri="{FF2B5EF4-FFF2-40B4-BE49-F238E27FC236}">
                    <a16:creationId xmlns:a16="http://schemas.microsoft.com/office/drawing/2014/main" id="{53FC6A86-0323-4DD8-839A-6E450918B31D}"/>
                  </a:ext>
                </a:extLst>
              </p14:cNvPr>
              <p14:cNvContentPartPr/>
              <p14:nvPr/>
            </p14:nvContentPartPr>
            <p14:xfrm>
              <a:off x="4733494" y="5105546"/>
              <a:ext cx="220680" cy="151200"/>
            </p14:xfrm>
          </p:contentPart>
        </mc:Choice>
        <mc:Fallback>
          <p:pic>
            <p:nvPicPr>
              <p:cNvPr id="216" name="Entrada de lápiz 215">
                <a:extLst>
                  <a:ext uri="{FF2B5EF4-FFF2-40B4-BE49-F238E27FC236}">
                    <a16:creationId xmlns:a16="http://schemas.microsoft.com/office/drawing/2014/main" id="{53FC6A86-0323-4DD8-839A-6E450918B31D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4724854" y="5096546"/>
                <a:ext cx="23832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217" name="Entrada de lápiz 216">
                <a:extLst>
                  <a:ext uri="{FF2B5EF4-FFF2-40B4-BE49-F238E27FC236}">
                    <a16:creationId xmlns:a16="http://schemas.microsoft.com/office/drawing/2014/main" id="{84C82643-3076-4A99-858E-C3F449E4FC1B}"/>
                  </a:ext>
                </a:extLst>
              </p14:cNvPr>
              <p14:cNvContentPartPr/>
              <p14:nvPr/>
            </p14:nvContentPartPr>
            <p14:xfrm>
              <a:off x="5074054" y="4987466"/>
              <a:ext cx="52920" cy="297000"/>
            </p14:xfrm>
          </p:contentPart>
        </mc:Choice>
        <mc:Fallback>
          <p:pic>
            <p:nvPicPr>
              <p:cNvPr id="217" name="Entrada de lápiz 216">
                <a:extLst>
                  <a:ext uri="{FF2B5EF4-FFF2-40B4-BE49-F238E27FC236}">
                    <a16:creationId xmlns:a16="http://schemas.microsoft.com/office/drawing/2014/main" id="{84C82643-3076-4A99-858E-C3F449E4FC1B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5065414" y="4978826"/>
                <a:ext cx="7056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218" name="Entrada de lápiz 217">
                <a:extLst>
                  <a:ext uri="{FF2B5EF4-FFF2-40B4-BE49-F238E27FC236}">
                    <a16:creationId xmlns:a16="http://schemas.microsoft.com/office/drawing/2014/main" id="{5B48DB0F-D65D-4338-90E9-B4983A275282}"/>
                  </a:ext>
                </a:extLst>
              </p14:cNvPr>
              <p14:cNvContentPartPr/>
              <p14:nvPr/>
            </p14:nvContentPartPr>
            <p14:xfrm>
              <a:off x="5247574" y="5045066"/>
              <a:ext cx="150840" cy="207000"/>
            </p14:xfrm>
          </p:contentPart>
        </mc:Choice>
        <mc:Fallback>
          <p:pic>
            <p:nvPicPr>
              <p:cNvPr id="218" name="Entrada de lápiz 217">
                <a:extLst>
                  <a:ext uri="{FF2B5EF4-FFF2-40B4-BE49-F238E27FC236}">
                    <a16:creationId xmlns:a16="http://schemas.microsoft.com/office/drawing/2014/main" id="{5B48DB0F-D65D-4338-90E9-B4983A275282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5238934" y="5036426"/>
                <a:ext cx="1684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219" name="Entrada de lápiz 218">
                <a:extLst>
                  <a:ext uri="{FF2B5EF4-FFF2-40B4-BE49-F238E27FC236}">
                    <a16:creationId xmlns:a16="http://schemas.microsoft.com/office/drawing/2014/main" id="{0D661E6B-F1DA-469E-B882-A561982751C3}"/>
                  </a:ext>
                </a:extLst>
              </p14:cNvPr>
              <p14:cNvContentPartPr/>
              <p14:nvPr/>
            </p14:nvContentPartPr>
            <p14:xfrm>
              <a:off x="5483734" y="5014466"/>
              <a:ext cx="86040" cy="255240"/>
            </p14:xfrm>
          </p:contentPart>
        </mc:Choice>
        <mc:Fallback>
          <p:pic>
            <p:nvPicPr>
              <p:cNvPr id="219" name="Entrada de lápiz 218">
                <a:extLst>
                  <a:ext uri="{FF2B5EF4-FFF2-40B4-BE49-F238E27FC236}">
                    <a16:creationId xmlns:a16="http://schemas.microsoft.com/office/drawing/2014/main" id="{0D661E6B-F1DA-469E-B882-A561982751C3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5475094" y="5005466"/>
                <a:ext cx="10368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220" name="Entrada de lápiz 219">
                <a:extLst>
                  <a:ext uri="{FF2B5EF4-FFF2-40B4-BE49-F238E27FC236}">
                    <a16:creationId xmlns:a16="http://schemas.microsoft.com/office/drawing/2014/main" id="{9F9FDD3C-3591-4B34-9A7A-FF715D69CCA6}"/>
                  </a:ext>
                </a:extLst>
              </p14:cNvPr>
              <p14:cNvContentPartPr/>
              <p14:nvPr/>
            </p14:nvContentPartPr>
            <p14:xfrm>
              <a:off x="5483734" y="5316506"/>
              <a:ext cx="161280" cy="187920"/>
            </p14:xfrm>
          </p:contentPart>
        </mc:Choice>
        <mc:Fallback>
          <p:pic>
            <p:nvPicPr>
              <p:cNvPr id="220" name="Entrada de lápiz 219">
                <a:extLst>
                  <a:ext uri="{FF2B5EF4-FFF2-40B4-BE49-F238E27FC236}">
                    <a16:creationId xmlns:a16="http://schemas.microsoft.com/office/drawing/2014/main" id="{9F9FDD3C-3591-4B34-9A7A-FF715D69CCA6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5475094" y="5307506"/>
                <a:ext cx="17892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221" name="Entrada de lápiz 220">
                <a:extLst>
                  <a:ext uri="{FF2B5EF4-FFF2-40B4-BE49-F238E27FC236}">
                    <a16:creationId xmlns:a16="http://schemas.microsoft.com/office/drawing/2014/main" id="{2AA8854A-322A-438D-946A-FD82458DB31C}"/>
                  </a:ext>
                </a:extLst>
              </p14:cNvPr>
              <p14:cNvContentPartPr/>
              <p14:nvPr/>
            </p14:nvContentPartPr>
            <p14:xfrm>
              <a:off x="5814934" y="5121386"/>
              <a:ext cx="158760" cy="138240"/>
            </p14:xfrm>
          </p:contentPart>
        </mc:Choice>
        <mc:Fallback>
          <p:pic>
            <p:nvPicPr>
              <p:cNvPr id="221" name="Entrada de lápiz 220">
                <a:extLst>
                  <a:ext uri="{FF2B5EF4-FFF2-40B4-BE49-F238E27FC236}">
                    <a16:creationId xmlns:a16="http://schemas.microsoft.com/office/drawing/2014/main" id="{2AA8854A-322A-438D-946A-FD82458DB31C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5805934" y="5112386"/>
                <a:ext cx="1764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222" name="Entrada de lápiz 221">
                <a:extLst>
                  <a:ext uri="{FF2B5EF4-FFF2-40B4-BE49-F238E27FC236}">
                    <a16:creationId xmlns:a16="http://schemas.microsoft.com/office/drawing/2014/main" id="{22E9AF75-D186-4266-8271-AAD39253B3E9}"/>
                  </a:ext>
                </a:extLst>
              </p14:cNvPr>
              <p14:cNvContentPartPr/>
              <p14:nvPr/>
            </p14:nvContentPartPr>
            <p14:xfrm>
              <a:off x="6032734" y="5220026"/>
              <a:ext cx="43200" cy="48600"/>
            </p14:xfrm>
          </p:contentPart>
        </mc:Choice>
        <mc:Fallback>
          <p:pic>
            <p:nvPicPr>
              <p:cNvPr id="222" name="Entrada de lápiz 221">
                <a:extLst>
                  <a:ext uri="{FF2B5EF4-FFF2-40B4-BE49-F238E27FC236}">
                    <a16:creationId xmlns:a16="http://schemas.microsoft.com/office/drawing/2014/main" id="{22E9AF75-D186-4266-8271-AAD39253B3E9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6024094" y="5211386"/>
                <a:ext cx="6084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223" name="Entrada de lápiz 222">
                <a:extLst>
                  <a:ext uri="{FF2B5EF4-FFF2-40B4-BE49-F238E27FC236}">
                    <a16:creationId xmlns:a16="http://schemas.microsoft.com/office/drawing/2014/main" id="{416F6DEB-CF7D-47D1-A1C7-B747A191CDEF}"/>
                  </a:ext>
                </a:extLst>
              </p14:cNvPr>
              <p14:cNvContentPartPr/>
              <p14:nvPr/>
            </p14:nvContentPartPr>
            <p14:xfrm>
              <a:off x="6187534" y="5092586"/>
              <a:ext cx="167040" cy="164520"/>
            </p14:xfrm>
          </p:contentPart>
        </mc:Choice>
        <mc:Fallback>
          <p:pic>
            <p:nvPicPr>
              <p:cNvPr id="223" name="Entrada de lápiz 222">
                <a:extLst>
                  <a:ext uri="{FF2B5EF4-FFF2-40B4-BE49-F238E27FC236}">
                    <a16:creationId xmlns:a16="http://schemas.microsoft.com/office/drawing/2014/main" id="{416F6DEB-CF7D-47D1-A1C7-B747A191CDEF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6178894" y="5083586"/>
                <a:ext cx="18468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224" name="Entrada de lápiz 223">
                <a:extLst>
                  <a:ext uri="{FF2B5EF4-FFF2-40B4-BE49-F238E27FC236}">
                    <a16:creationId xmlns:a16="http://schemas.microsoft.com/office/drawing/2014/main" id="{BA18254D-6959-46FD-B206-07CACDC63CE8}"/>
                  </a:ext>
                </a:extLst>
              </p14:cNvPr>
              <p14:cNvContentPartPr/>
              <p14:nvPr/>
            </p14:nvContentPartPr>
            <p14:xfrm>
              <a:off x="6407854" y="5282306"/>
              <a:ext cx="77760" cy="184680"/>
            </p14:xfrm>
          </p:contentPart>
        </mc:Choice>
        <mc:Fallback>
          <p:pic>
            <p:nvPicPr>
              <p:cNvPr id="224" name="Entrada de lápiz 223">
                <a:extLst>
                  <a:ext uri="{FF2B5EF4-FFF2-40B4-BE49-F238E27FC236}">
                    <a16:creationId xmlns:a16="http://schemas.microsoft.com/office/drawing/2014/main" id="{BA18254D-6959-46FD-B206-07CACDC63CE8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6399214" y="5273306"/>
                <a:ext cx="9540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225" name="Entrada de lápiz 224">
                <a:extLst>
                  <a:ext uri="{FF2B5EF4-FFF2-40B4-BE49-F238E27FC236}">
                    <a16:creationId xmlns:a16="http://schemas.microsoft.com/office/drawing/2014/main" id="{1BD8AB26-750C-479D-86AA-A5AB51015ACF}"/>
                  </a:ext>
                </a:extLst>
              </p14:cNvPr>
              <p14:cNvContentPartPr/>
              <p14:nvPr/>
            </p14:nvContentPartPr>
            <p14:xfrm>
              <a:off x="6630694" y="4973786"/>
              <a:ext cx="118080" cy="325080"/>
            </p14:xfrm>
          </p:contentPart>
        </mc:Choice>
        <mc:Fallback>
          <p:pic>
            <p:nvPicPr>
              <p:cNvPr id="225" name="Entrada de lápiz 224">
                <a:extLst>
                  <a:ext uri="{FF2B5EF4-FFF2-40B4-BE49-F238E27FC236}">
                    <a16:creationId xmlns:a16="http://schemas.microsoft.com/office/drawing/2014/main" id="{1BD8AB26-750C-479D-86AA-A5AB51015ACF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6621694" y="4964786"/>
                <a:ext cx="13572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226" name="Entrada de lápiz 225">
                <a:extLst>
                  <a:ext uri="{FF2B5EF4-FFF2-40B4-BE49-F238E27FC236}">
                    <a16:creationId xmlns:a16="http://schemas.microsoft.com/office/drawing/2014/main" id="{917B37D0-E4D3-4791-98A0-07F2A389153E}"/>
                  </a:ext>
                </a:extLst>
              </p14:cNvPr>
              <p14:cNvContentPartPr/>
              <p14:nvPr/>
            </p14:nvContentPartPr>
            <p14:xfrm>
              <a:off x="6754534" y="5095466"/>
              <a:ext cx="158400" cy="170640"/>
            </p14:xfrm>
          </p:contentPart>
        </mc:Choice>
        <mc:Fallback>
          <p:pic>
            <p:nvPicPr>
              <p:cNvPr id="226" name="Entrada de lápiz 225">
                <a:extLst>
                  <a:ext uri="{FF2B5EF4-FFF2-40B4-BE49-F238E27FC236}">
                    <a16:creationId xmlns:a16="http://schemas.microsoft.com/office/drawing/2014/main" id="{917B37D0-E4D3-4791-98A0-07F2A389153E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6745894" y="5086466"/>
                <a:ext cx="17604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227" name="Entrada de lápiz 226">
                <a:extLst>
                  <a:ext uri="{FF2B5EF4-FFF2-40B4-BE49-F238E27FC236}">
                    <a16:creationId xmlns:a16="http://schemas.microsoft.com/office/drawing/2014/main" id="{0D000201-9F9D-42B1-9ACD-DC78A5AE9DC3}"/>
                  </a:ext>
                </a:extLst>
              </p14:cNvPr>
              <p14:cNvContentPartPr/>
              <p14:nvPr/>
            </p14:nvContentPartPr>
            <p14:xfrm>
              <a:off x="6910414" y="5080706"/>
              <a:ext cx="277200" cy="181440"/>
            </p14:xfrm>
          </p:contentPart>
        </mc:Choice>
        <mc:Fallback>
          <p:pic>
            <p:nvPicPr>
              <p:cNvPr id="227" name="Entrada de lápiz 226">
                <a:extLst>
                  <a:ext uri="{FF2B5EF4-FFF2-40B4-BE49-F238E27FC236}">
                    <a16:creationId xmlns:a16="http://schemas.microsoft.com/office/drawing/2014/main" id="{0D000201-9F9D-42B1-9ACD-DC78A5AE9DC3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6901774" y="5071706"/>
                <a:ext cx="29484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228" name="Entrada de lápiz 227">
                <a:extLst>
                  <a:ext uri="{FF2B5EF4-FFF2-40B4-BE49-F238E27FC236}">
                    <a16:creationId xmlns:a16="http://schemas.microsoft.com/office/drawing/2014/main" id="{8E3B0EA9-9D9F-47F0-96F8-1C5984DF6A4D}"/>
                  </a:ext>
                </a:extLst>
              </p14:cNvPr>
              <p14:cNvContentPartPr/>
              <p14:nvPr/>
            </p14:nvContentPartPr>
            <p14:xfrm>
              <a:off x="7278694" y="5078906"/>
              <a:ext cx="227880" cy="169560"/>
            </p14:xfrm>
          </p:contentPart>
        </mc:Choice>
        <mc:Fallback>
          <p:pic>
            <p:nvPicPr>
              <p:cNvPr id="228" name="Entrada de lápiz 227">
                <a:extLst>
                  <a:ext uri="{FF2B5EF4-FFF2-40B4-BE49-F238E27FC236}">
                    <a16:creationId xmlns:a16="http://schemas.microsoft.com/office/drawing/2014/main" id="{8E3B0EA9-9D9F-47F0-96F8-1C5984DF6A4D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7269694" y="5070266"/>
                <a:ext cx="24552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2" name="Grupo 241">
            <a:extLst>
              <a:ext uri="{FF2B5EF4-FFF2-40B4-BE49-F238E27FC236}">
                <a16:creationId xmlns:a16="http://schemas.microsoft.com/office/drawing/2014/main" id="{95F96A35-8FAD-4FBB-8B2C-F85CC28386EF}"/>
              </a:ext>
            </a:extLst>
          </p:cNvPr>
          <p:cNvGrpSpPr/>
          <p:nvPr/>
        </p:nvGrpSpPr>
        <p:grpSpPr>
          <a:xfrm>
            <a:off x="7724014" y="4787306"/>
            <a:ext cx="1429200" cy="506880"/>
            <a:chOff x="7724014" y="4787306"/>
            <a:chExt cx="1429200" cy="50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7092A4D4-6618-48AC-ACEF-FC110C3A33AF}"/>
                    </a:ext>
                  </a:extLst>
                </p14:cNvPr>
                <p14:cNvContentPartPr/>
                <p14:nvPr/>
              </p14:nvContentPartPr>
              <p14:xfrm>
                <a:off x="7724014" y="5215706"/>
                <a:ext cx="43200" cy="7848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7092A4D4-6618-48AC-ACEF-FC110C3A33A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715014" y="5207066"/>
                  <a:ext cx="608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DBAE5FAF-8A5E-475E-A1F2-2A80D53A45C9}"/>
                    </a:ext>
                  </a:extLst>
                </p14:cNvPr>
                <p14:cNvContentPartPr/>
                <p14:nvPr/>
              </p14:nvContentPartPr>
              <p14:xfrm>
                <a:off x="7839574" y="4881626"/>
                <a:ext cx="221760" cy="354960"/>
              </p14:xfrm>
            </p:contentPart>
          </mc:Choice>
          <mc:Fallback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DBAE5FAF-8A5E-475E-A1F2-2A80D53A45C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830574" y="4872626"/>
                  <a:ext cx="23940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7E39D931-C0F2-48C2-AD49-7CCE1D629471}"/>
                    </a:ext>
                  </a:extLst>
                </p14:cNvPr>
                <p14:cNvContentPartPr/>
                <p14:nvPr/>
              </p14:nvContentPartPr>
              <p14:xfrm>
                <a:off x="8103814" y="5041106"/>
                <a:ext cx="154080" cy="177120"/>
              </p14:xfrm>
            </p:contentPart>
          </mc:Choice>
          <mc:Fallback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7E39D931-C0F2-48C2-AD49-7CCE1D62947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094814" y="5032466"/>
                  <a:ext cx="1717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6663BAD0-A4EA-40B2-BEF3-DD5B017074FC}"/>
                    </a:ext>
                  </a:extLst>
                </p14:cNvPr>
                <p14:cNvContentPartPr/>
                <p14:nvPr/>
              </p14:nvContentPartPr>
              <p14:xfrm>
                <a:off x="8240614" y="5061626"/>
                <a:ext cx="52920" cy="14472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6663BAD0-A4EA-40B2-BEF3-DD5B017074FC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231974" y="5052626"/>
                  <a:ext cx="70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A65D6263-B0AA-4997-A880-78E9622286A3}"/>
                    </a:ext>
                  </a:extLst>
                </p14:cNvPr>
                <p14:cNvContentPartPr/>
                <p14:nvPr/>
              </p14:nvContentPartPr>
              <p14:xfrm>
                <a:off x="8277694" y="4990706"/>
                <a:ext cx="360" cy="360"/>
              </p14:xfrm>
            </p:contentPart>
          </mc:Choice>
          <mc:Fallback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A65D6263-B0AA-4997-A880-78E9622286A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268694" y="498206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D560715B-1236-4477-8365-F70D8E4DEBCF}"/>
                    </a:ext>
                  </a:extLst>
                </p14:cNvPr>
                <p14:cNvContentPartPr/>
                <p14:nvPr/>
              </p14:nvContentPartPr>
              <p14:xfrm>
                <a:off x="8418094" y="4887026"/>
                <a:ext cx="242280" cy="281160"/>
              </p14:xfrm>
            </p:contentPart>
          </mc:Choice>
          <mc:Fallback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D560715B-1236-4477-8365-F70D8E4DEBCF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409454" y="4878026"/>
                  <a:ext cx="2599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FB2E80F3-0E63-4289-A00A-ED1235FBD3CB}"/>
                    </a:ext>
                  </a:extLst>
                </p14:cNvPr>
                <p14:cNvContentPartPr/>
                <p14:nvPr/>
              </p14:nvContentPartPr>
              <p14:xfrm>
                <a:off x="8550214" y="4948946"/>
                <a:ext cx="342000" cy="185760"/>
              </p14:xfrm>
            </p:contentPart>
          </mc:Choice>
          <mc:Fallback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FB2E80F3-0E63-4289-A00A-ED1235FBD3CB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541574" y="4940306"/>
                  <a:ext cx="3596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7E1C25FE-AEB0-4162-BDB1-2E38758AA311}"/>
                    </a:ext>
                  </a:extLst>
                </p14:cNvPr>
                <p14:cNvContentPartPr/>
                <p14:nvPr/>
              </p14:nvContentPartPr>
              <p14:xfrm>
                <a:off x="8837494" y="4900706"/>
                <a:ext cx="198000" cy="117000"/>
              </p14:xfrm>
            </p:contentPart>
          </mc:Choice>
          <mc:Fallback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7E1C25FE-AEB0-4162-BDB1-2E38758AA311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828494" y="4892066"/>
                  <a:ext cx="2156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124DDC82-3967-44B9-B687-32B1A0F6F8FF}"/>
                    </a:ext>
                  </a:extLst>
                </p14:cNvPr>
                <p14:cNvContentPartPr/>
                <p14:nvPr/>
              </p14:nvContentPartPr>
              <p14:xfrm>
                <a:off x="8959894" y="4787306"/>
                <a:ext cx="193320" cy="478080"/>
              </p14:xfrm>
            </p:contentPart>
          </mc:Choice>
          <mc:Fallback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124DDC82-3967-44B9-B687-32B1A0F6F8FF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951254" y="4778306"/>
                  <a:ext cx="210960" cy="495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8073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40024650-2376-4375-89CC-A1A18390792D}"/>
              </a:ext>
            </a:extLst>
          </p:cNvPr>
          <p:cNvGrpSpPr/>
          <p:nvPr/>
        </p:nvGrpSpPr>
        <p:grpSpPr>
          <a:xfrm>
            <a:off x="420334" y="380186"/>
            <a:ext cx="300240" cy="475920"/>
            <a:chOff x="420334" y="380186"/>
            <a:chExt cx="300240" cy="47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90BFECB8-6954-491F-BFF1-8BFA2194C59E}"/>
                    </a:ext>
                  </a:extLst>
                </p14:cNvPr>
                <p14:cNvContentPartPr/>
                <p14:nvPr/>
              </p14:nvContentPartPr>
              <p14:xfrm>
                <a:off x="420334" y="384506"/>
                <a:ext cx="203760" cy="28656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90BFECB8-6954-491F-BFF1-8BFA2194C59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1694" y="375506"/>
                  <a:ext cx="2214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448DA6BF-9908-4045-A7D1-23CA12181759}"/>
                    </a:ext>
                  </a:extLst>
                </p14:cNvPr>
                <p14:cNvContentPartPr/>
                <p14:nvPr/>
              </p14:nvContentPartPr>
              <p14:xfrm>
                <a:off x="619054" y="380186"/>
                <a:ext cx="101520" cy="47592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448DA6BF-9908-4045-A7D1-23CA1218175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0414" y="371546"/>
                  <a:ext cx="119160" cy="49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F4FE2E70-8CA0-4538-8F5C-ED6D7887BD4B}"/>
              </a:ext>
            </a:extLst>
          </p:cNvPr>
          <p:cNvGrpSpPr/>
          <p:nvPr/>
        </p:nvGrpSpPr>
        <p:grpSpPr>
          <a:xfrm>
            <a:off x="916774" y="357866"/>
            <a:ext cx="362520" cy="577080"/>
            <a:chOff x="916774" y="357866"/>
            <a:chExt cx="362520" cy="57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8ED012E0-2A35-4371-9672-DB86F05A8117}"/>
                    </a:ext>
                  </a:extLst>
                </p14:cNvPr>
                <p14:cNvContentPartPr/>
                <p14:nvPr/>
              </p14:nvContentPartPr>
              <p14:xfrm>
                <a:off x="950254" y="491426"/>
                <a:ext cx="12240" cy="44352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8ED012E0-2A35-4371-9672-DB86F05A811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41254" y="482786"/>
                  <a:ext cx="2988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D6DA1DF8-1389-44DD-BBA0-0F9B5D38E268}"/>
                    </a:ext>
                  </a:extLst>
                </p14:cNvPr>
                <p14:cNvContentPartPr/>
                <p14:nvPr/>
              </p14:nvContentPartPr>
              <p14:xfrm>
                <a:off x="916774" y="465866"/>
                <a:ext cx="185040" cy="18576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D6DA1DF8-1389-44DD-BBA0-0F9B5D38E26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8134" y="456866"/>
                  <a:ext cx="2026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2315F47E-48C0-41C1-A5EF-FAB93181DC52}"/>
                    </a:ext>
                  </a:extLst>
                </p14:cNvPr>
                <p14:cNvContentPartPr/>
                <p14:nvPr/>
              </p14:nvContentPartPr>
              <p14:xfrm>
                <a:off x="1185694" y="357866"/>
                <a:ext cx="93600" cy="36576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2315F47E-48C0-41C1-A5EF-FAB93181DC5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77054" y="348866"/>
                  <a:ext cx="111240" cy="38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0495D74-DE6A-4D58-94E9-B3F4EC2DD1CF}"/>
              </a:ext>
            </a:extLst>
          </p:cNvPr>
          <p:cNvGrpSpPr/>
          <p:nvPr/>
        </p:nvGrpSpPr>
        <p:grpSpPr>
          <a:xfrm>
            <a:off x="1399174" y="421946"/>
            <a:ext cx="1031760" cy="372240"/>
            <a:chOff x="1399174" y="421946"/>
            <a:chExt cx="1031760" cy="37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6A9902D5-E730-4843-91DE-F564DA9B74BE}"/>
                    </a:ext>
                  </a:extLst>
                </p14:cNvPr>
                <p14:cNvContentPartPr/>
                <p14:nvPr/>
              </p14:nvContentPartPr>
              <p14:xfrm>
                <a:off x="1399174" y="464426"/>
                <a:ext cx="209160" cy="29988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6A9902D5-E730-4843-91DE-F564DA9B74B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90534" y="455426"/>
                  <a:ext cx="2268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1B62FC4F-F4EE-4361-B022-06AD885754DC}"/>
                    </a:ext>
                  </a:extLst>
                </p14:cNvPr>
                <p14:cNvContentPartPr/>
                <p14:nvPr/>
              </p14:nvContentPartPr>
              <p14:xfrm>
                <a:off x="1456414" y="445706"/>
                <a:ext cx="173160" cy="23184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1B62FC4F-F4EE-4361-B022-06AD885754D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47414" y="436706"/>
                  <a:ext cx="1908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29806C47-D1F2-4766-9527-72E87FEA7CF5}"/>
                    </a:ext>
                  </a:extLst>
                </p14:cNvPr>
                <p14:cNvContentPartPr/>
                <p14:nvPr/>
              </p14:nvContentPartPr>
              <p14:xfrm>
                <a:off x="1676734" y="551546"/>
                <a:ext cx="126720" cy="11052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29806C47-D1F2-4766-9527-72E87FEA7CF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67734" y="542906"/>
                  <a:ext cx="1443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9AA95622-6D1C-4626-A99A-B40067CC58E2}"/>
                    </a:ext>
                  </a:extLst>
                </p14:cNvPr>
                <p14:cNvContentPartPr/>
                <p14:nvPr/>
              </p14:nvContentPartPr>
              <p14:xfrm>
                <a:off x="1900654" y="520586"/>
                <a:ext cx="187200" cy="23940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9AA95622-6D1C-4626-A99A-B40067CC58E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92014" y="511946"/>
                  <a:ext cx="2048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BA8AC4E0-8B5F-4949-A644-B0ABC4FC66F5}"/>
                    </a:ext>
                  </a:extLst>
                </p14:cNvPr>
                <p14:cNvContentPartPr/>
                <p14:nvPr/>
              </p14:nvContentPartPr>
              <p14:xfrm>
                <a:off x="2122054" y="421946"/>
                <a:ext cx="66960" cy="37224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BA8AC4E0-8B5F-4949-A644-B0ABC4FC66F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13054" y="413306"/>
                  <a:ext cx="8460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B1AD6E89-F7BD-462E-BD4D-1BEF8E84EF99}"/>
                    </a:ext>
                  </a:extLst>
                </p14:cNvPr>
                <p14:cNvContentPartPr/>
                <p14:nvPr/>
              </p14:nvContentPartPr>
              <p14:xfrm>
                <a:off x="2255254" y="514106"/>
                <a:ext cx="133560" cy="3888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B1AD6E89-F7BD-462E-BD4D-1BEF8E84EF9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46614" y="505466"/>
                  <a:ext cx="1512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14A01D99-5F2B-4BA0-B3C4-E42A6E432170}"/>
                    </a:ext>
                  </a:extLst>
                </p14:cNvPr>
                <p14:cNvContentPartPr/>
                <p14:nvPr/>
              </p14:nvContentPartPr>
              <p14:xfrm>
                <a:off x="2279374" y="646946"/>
                <a:ext cx="151560" cy="252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14A01D99-5F2B-4BA0-B3C4-E42A6E43217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70374" y="638306"/>
                  <a:ext cx="16920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993459C4-8802-42AC-831C-FA441DE706BE}"/>
              </a:ext>
            </a:extLst>
          </p:cNvPr>
          <p:cNvGrpSpPr/>
          <p:nvPr/>
        </p:nvGrpSpPr>
        <p:grpSpPr>
          <a:xfrm>
            <a:off x="2726854" y="164546"/>
            <a:ext cx="1482480" cy="657360"/>
            <a:chOff x="2726854" y="164546"/>
            <a:chExt cx="1482480" cy="65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50EA53AB-204A-4805-8D60-D5DA4C5F2B5E}"/>
                    </a:ext>
                  </a:extLst>
                </p14:cNvPr>
                <p14:cNvContentPartPr/>
                <p14:nvPr/>
              </p14:nvContentPartPr>
              <p14:xfrm>
                <a:off x="2726854" y="504386"/>
                <a:ext cx="77760" cy="22752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50EA53AB-204A-4805-8D60-D5DA4C5F2B5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18214" y="495746"/>
                  <a:ext cx="954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D0DB4947-783E-4DE3-869A-EFD28D0B9252}"/>
                    </a:ext>
                  </a:extLst>
                </p14:cNvPr>
                <p14:cNvContentPartPr/>
                <p14:nvPr/>
              </p14:nvContentPartPr>
              <p14:xfrm>
                <a:off x="2873374" y="537506"/>
                <a:ext cx="111960" cy="16056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D0DB4947-783E-4DE3-869A-EFD28D0B925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64374" y="528866"/>
                  <a:ext cx="129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362A20A4-3964-493E-9E5C-A6A1F7CC4D7D}"/>
                    </a:ext>
                  </a:extLst>
                </p14:cNvPr>
                <p14:cNvContentPartPr/>
                <p14:nvPr/>
              </p14:nvContentPartPr>
              <p14:xfrm>
                <a:off x="3036814" y="687626"/>
                <a:ext cx="49320" cy="13428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362A20A4-3964-493E-9E5C-A6A1F7CC4D7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27814" y="678986"/>
                  <a:ext cx="669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D0577DED-1C78-4062-B76A-67A86FDEED14}"/>
                    </a:ext>
                  </a:extLst>
                </p14:cNvPr>
                <p14:cNvContentPartPr/>
                <p14:nvPr/>
              </p14:nvContentPartPr>
              <p14:xfrm>
                <a:off x="3160654" y="547946"/>
                <a:ext cx="145800" cy="16992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D0577DED-1C78-4062-B76A-67A86FDEED1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51654" y="538946"/>
                  <a:ext cx="1634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BFCC36C5-1BB9-449D-A987-3F46902174C4}"/>
                    </a:ext>
                  </a:extLst>
                </p14:cNvPr>
                <p14:cNvContentPartPr/>
                <p14:nvPr/>
              </p14:nvContentPartPr>
              <p14:xfrm>
                <a:off x="3330934" y="435986"/>
                <a:ext cx="74160" cy="31860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BFCC36C5-1BB9-449D-A987-3F46902174C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21934" y="427346"/>
                  <a:ext cx="918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00A8986A-00A3-4C0B-9AE7-084C07363BA7}"/>
                    </a:ext>
                  </a:extLst>
                </p14:cNvPr>
                <p14:cNvContentPartPr/>
                <p14:nvPr/>
              </p14:nvContentPartPr>
              <p14:xfrm>
                <a:off x="3472414" y="510866"/>
                <a:ext cx="102600" cy="2091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00A8986A-00A3-4C0B-9AE7-084C07363BA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63774" y="502226"/>
                  <a:ext cx="1202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000D9B2B-F6BC-4D0E-832B-098CF7F5D895}"/>
                    </a:ext>
                  </a:extLst>
                </p14:cNvPr>
                <p14:cNvContentPartPr/>
                <p14:nvPr/>
              </p14:nvContentPartPr>
              <p14:xfrm>
                <a:off x="3616054" y="496106"/>
                <a:ext cx="191520" cy="30780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000D9B2B-F6BC-4D0E-832B-098CF7F5D89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07414" y="487106"/>
                  <a:ext cx="2091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E466FF45-B745-4CEE-8AF5-BC7D50374E7B}"/>
                    </a:ext>
                  </a:extLst>
                </p14:cNvPr>
                <p14:cNvContentPartPr/>
                <p14:nvPr/>
              </p14:nvContentPartPr>
              <p14:xfrm>
                <a:off x="3901174" y="423026"/>
                <a:ext cx="266400" cy="30564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E466FF45-B745-4CEE-8AF5-BC7D50374E7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92534" y="414386"/>
                  <a:ext cx="28404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94398A76-6C03-4BF0-8DB7-0701FC0DEDB5}"/>
                    </a:ext>
                  </a:extLst>
                </p14:cNvPr>
                <p14:cNvContentPartPr/>
                <p14:nvPr/>
              </p14:nvContentPartPr>
              <p14:xfrm>
                <a:off x="4089454" y="164546"/>
                <a:ext cx="119880" cy="16236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94398A76-6C03-4BF0-8DB7-0701FC0DEDB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80454" y="155906"/>
                  <a:ext cx="13752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EC98446E-3818-4CBD-B66D-EA1C624FC2FF}"/>
              </a:ext>
            </a:extLst>
          </p:cNvPr>
          <p:cNvGrpSpPr/>
          <p:nvPr/>
        </p:nvGrpSpPr>
        <p:grpSpPr>
          <a:xfrm>
            <a:off x="2279734" y="1141586"/>
            <a:ext cx="158040" cy="86400"/>
            <a:chOff x="2279734" y="1141586"/>
            <a:chExt cx="158040" cy="8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D9317FA1-4D25-485C-B140-E33320466BE2}"/>
                    </a:ext>
                  </a:extLst>
                </p14:cNvPr>
                <p14:cNvContentPartPr/>
                <p14:nvPr/>
              </p14:nvContentPartPr>
              <p14:xfrm>
                <a:off x="2279734" y="1141586"/>
                <a:ext cx="144360" cy="900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D9317FA1-4D25-485C-B140-E33320466BE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70734" y="1132946"/>
                  <a:ext cx="1620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94F8665B-1E5A-4339-997A-06779BF0465D}"/>
                    </a:ext>
                  </a:extLst>
                </p14:cNvPr>
                <p14:cNvContentPartPr/>
                <p14:nvPr/>
              </p14:nvContentPartPr>
              <p14:xfrm>
                <a:off x="2320774" y="1224386"/>
                <a:ext cx="117000" cy="360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94F8665B-1E5A-4339-997A-06779BF0465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312134" y="1215746"/>
                  <a:ext cx="13464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6867B87C-03B2-4825-AD53-5695932C3A74}"/>
              </a:ext>
            </a:extLst>
          </p:cNvPr>
          <p:cNvGrpSpPr/>
          <p:nvPr/>
        </p:nvGrpSpPr>
        <p:grpSpPr>
          <a:xfrm>
            <a:off x="2740174" y="1033586"/>
            <a:ext cx="1154520" cy="332640"/>
            <a:chOff x="2740174" y="1033586"/>
            <a:chExt cx="1154520" cy="33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502EE14A-0EF6-4D86-9BC3-DB7E1BBCF70D}"/>
                    </a:ext>
                  </a:extLst>
                </p14:cNvPr>
                <p14:cNvContentPartPr/>
                <p14:nvPr/>
              </p14:nvContentPartPr>
              <p14:xfrm>
                <a:off x="2740174" y="1033586"/>
                <a:ext cx="167400" cy="20268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502EE14A-0EF6-4D86-9BC3-DB7E1BBCF70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31174" y="1024946"/>
                  <a:ext cx="1850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768EBF64-6D32-467B-9B34-B3989386B708}"/>
                    </a:ext>
                  </a:extLst>
                </p14:cNvPr>
                <p14:cNvContentPartPr/>
                <p14:nvPr/>
              </p14:nvContentPartPr>
              <p14:xfrm>
                <a:off x="2912614" y="1184786"/>
                <a:ext cx="51480" cy="18144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768EBF64-6D32-467B-9B34-B3989386B70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03974" y="1175786"/>
                  <a:ext cx="691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9387CD9E-6443-45A8-98F4-165659B3696C}"/>
                    </a:ext>
                  </a:extLst>
                </p14:cNvPr>
                <p14:cNvContentPartPr/>
                <p14:nvPr/>
              </p14:nvContentPartPr>
              <p14:xfrm>
                <a:off x="3109174" y="1042226"/>
                <a:ext cx="33840" cy="23220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9387CD9E-6443-45A8-98F4-165659B3696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00534" y="1033586"/>
                  <a:ext cx="514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447A9781-BC99-4812-9C8B-BFA24DAE85BD}"/>
                    </a:ext>
                  </a:extLst>
                </p14:cNvPr>
                <p14:cNvContentPartPr/>
                <p14:nvPr/>
              </p14:nvContentPartPr>
              <p14:xfrm>
                <a:off x="3219694" y="1077866"/>
                <a:ext cx="150840" cy="18648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447A9781-BC99-4812-9C8B-BFA24DAE85B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11054" y="1068866"/>
                  <a:ext cx="1684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BC6708EF-2FED-493B-B40C-D06162643168}"/>
                    </a:ext>
                  </a:extLst>
                </p14:cNvPr>
                <p14:cNvContentPartPr/>
                <p14:nvPr/>
              </p14:nvContentPartPr>
              <p14:xfrm>
                <a:off x="3465214" y="1069586"/>
                <a:ext cx="153000" cy="17352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BC6708EF-2FED-493B-B40C-D0616264316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456214" y="1060946"/>
                  <a:ext cx="1706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BC7E2134-AC81-452C-B6BB-15E09F1427F4}"/>
                    </a:ext>
                  </a:extLst>
                </p14:cNvPr>
                <p14:cNvContentPartPr/>
                <p14:nvPr/>
              </p14:nvContentPartPr>
              <p14:xfrm>
                <a:off x="3716494" y="1042226"/>
                <a:ext cx="178200" cy="26496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BC7E2134-AC81-452C-B6BB-15E09F1427F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07494" y="1033586"/>
                  <a:ext cx="195840" cy="28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E9108FC6-FFE2-41E5-B858-8BC4D5D8F3E7}"/>
              </a:ext>
            </a:extLst>
          </p:cNvPr>
          <p:cNvGrpSpPr/>
          <p:nvPr/>
        </p:nvGrpSpPr>
        <p:grpSpPr>
          <a:xfrm>
            <a:off x="2316094" y="1664666"/>
            <a:ext cx="108720" cy="116280"/>
            <a:chOff x="2316094" y="1664666"/>
            <a:chExt cx="108720" cy="11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9060CA2D-FB2A-4862-A523-36A6526F27FA}"/>
                    </a:ext>
                  </a:extLst>
                </p14:cNvPr>
                <p14:cNvContentPartPr/>
                <p14:nvPr/>
              </p14:nvContentPartPr>
              <p14:xfrm>
                <a:off x="2316094" y="1664666"/>
                <a:ext cx="108720" cy="468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9060CA2D-FB2A-4862-A523-36A6526F27F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07454" y="1656026"/>
                  <a:ext cx="1263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20052941-CC0D-4FBF-9EE6-0A7E35C33C23}"/>
                    </a:ext>
                  </a:extLst>
                </p14:cNvPr>
                <p14:cNvContentPartPr/>
                <p14:nvPr/>
              </p14:nvContentPartPr>
              <p14:xfrm>
                <a:off x="2316094" y="1766546"/>
                <a:ext cx="94320" cy="1440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20052941-CC0D-4FBF-9EE6-0A7E35C33C2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07454" y="1757546"/>
                  <a:ext cx="11196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4464672B-24C8-4106-A1EA-7B078E173BA1}"/>
              </a:ext>
            </a:extLst>
          </p:cNvPr>
          <p:cNvGrpSpPr/>
          <p:nvPr/>
        </p:nvGrpSpPr>
        <p:grpSpPr>
          <a:xfrm>
            <a:off x="2610934" y="1450466"/>
            <a:ext cx="2562480" cy="446040"/>
            <a:chOff x="2610934" y="1450466"/>
            <a:chExt cx="2562480" cy="44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28662180-0919-4835-B818-EBA113F71C45}"/>
                    </a:ext>
                  </a:extLst>
                </p14:cNvPr>
                <p14:cNvContentPartPr/>
                <p14:nvPr/>
              </p14:nvContentPartPr>
              <p14:xfrm>
                <a:off x="2610934" y="1474946"/>
                <a:ext cx="140400" cy="31392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28662180-0919-4835-B818-EBA113F71C4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601934" y="1466306"/>
                  <a:ext cx="15804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C3F65886-0824-4B65-BEA6-FD8192A76BA2}"/>
                    </a:ext>
                  </a:extLst>
                </p14:cNvPr>
                <p14:cNvContentPartPr/>
                <p14:nvPr/>
              </p14:nvContentPartPr>
              <p14:xfrm>
                <a:off x="2784094" y="1678346"/>
                <a:ext cx="126720" cy="14724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C3F65886-0824-4B65-BEA6-FD8192A76BA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775094" y="1669706"/>
                  <a:ext cx="1443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71E78FE5-2074-4430-A462-CE89391ACD13}"/>
                    </a:ext>
                  </a:extLst>
                </p14:cNvPr>
                <p14:cNvContentPartPr/>
                <p14:nvPr/>
              </p14:nvContentPartPr>
              <p14:xfrm>
                <a:off x="2950774" y="1561706"/>
                <a:ext cx="153720" cy="26280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71E78FE5-2074-4430-A462-CE89391ACD1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942134" y="1553066"/>
                  <a:ext cx="1713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EFD09C88-4AA3-420E-9BEE-ECC2FF6B904B}"/>
                    </a:ext>
                  </a:extLst>
                </p14:cNvPr>
                <p14:cNvContentPartPr/>
                <p14:nvPr/>
              </p14:nvContentPartPr>
              <p14:xfrm>
                <a:off x="3147334" y="1706426"/>
                <a:ext cx="21960" cy="11592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EFD09C88-4AA3-420E-9BEE-ECC2FF6B904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38694" y="1697786"/>
                  <a:ext cx="396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FB10C316-DCDD-49D3-AD74-88C2674479A5}"/>
                    </a:ext>
                  </a:extLst>
                </p14:cNvPr>
                <p14:cNvContentPartPr/>
                <p14:nvPr/>
              </p14:nvContentPartPr>
              <p14:xfrm>
                <a:off x="3269014" y="1702106"/>
                <a:ext cx="121680" cy="15948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FB10C316-DCDD-49D3-AD74-88C2674479A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260374" y="1693466"/>
                  <a:ext cx="1393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F2E5FD50-F436-4F9B-BDF2-F1C37E99241F}"/>
                    </a:ext>
                  </a:extLst>
                </p14:cNvPr>
                <p14:cNvContentPartPr/>
                <p14:nvPr/>
              </p14:nvContentPartPr>
              <p14:xfrm>
                <a:off x="3440374" y="1684106"/>
                <a:ext cx="102600" cy="17820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F2E5FD50-F436-4F9B-BDF2-F1C37E99241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431374" y="1675106"/>
                  <a:ext cx="1202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DD4BDBC9-2047-480F-91CE-62F6C9BF2CB7}"/>
                    </a:ext>
                  </a:extLst>
                </p14:cNvPr>
                <p14:cNvContentPartPr/>
                <p14:nvPr/>
              </p14:nvContentPartPr>
              <p14:xfrm>
                <a:off x="3604534" y="1704986"/>
                <a:ext cx="312480" cy="12276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DD4BDBC9-2047-480F-91CE-62F6C9BF2CB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595894" y="1696346"/>
                  <a:ext cx="330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C6CB97D0-8253-48F5-9382-21EF3871CCEA}"/>
                    </a:ext>
                  </a:extLst>
                </p14:cNvPr>
                <p14:cNvContentPartPr/>
                <p14:nvPr/>
              </p14:nvContentPartPr>
              <p14:xfrm>
                <a:off x="3920254" y="1542626"/>
                <a:ext cx="84960" cy="29592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C6CB97D0-8253-48F5-9382-21EF3871CCE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911614" y="1533626"/>
                  <a:ext cx="1026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68833D4B-B3EA-48F3-9DCA-407A207A698E}"/>
                    </a:ext>
                  </a:extLst>
                </p14:cNvPr>
                <p14:cNvContentPartPr/>
                <p14:nvPr/>
              </p14:nvContentPartPr>
              <p14:xfrm>
                <a:off x="4091614" y="1621106"/>
                <a:ext cx="104040" cy="17316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68833D4B-B3EA-48F3-9DCA-407A207A698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082974" y="1612106"/>
                  <a:ext cx="1216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384AEEE6-02FD-4230-96C4-97F2C3BD5D6E}"/>
                    </a:ext>
                  </a:extLst>
                </p14:cNvPr>
                <p14:cNvContentPartPr/>
                <p14:nvPr/>
              </p14:nvContentPartPr>
              <p14:xfrm>
                <a:off x="4251454" y="1761146"/>
                <a:ext cx="74160" cy="11268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384AEEE6-02FD-4230-96C4-97F2C3BD5D6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242454" y="1752146"/>
                  <a:ext cx="918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5B7F9D7D-0252-48C8-8DA3-1944C9AB8ECB}"/>
                    </a:ext>
                  </a:extLst>
                </p14:cNvPr>
                <p14:cNvContentPartPr/>
                <p14:nvPr/>
              </p14:nvContentPartPr>
              <p14:xfrm>
                <a:off x="4351534" y="1628306"/>
                <a:ext cx="150480" cy="16488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5B7F9D7D-0252-48C8-8DA3-1944C9AB8EC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342534" y="1619666"/>
                  <a:ext cx="1681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29381028-EABB-49EE-8F18-5C4AE12750EB}"/>
                    </a:ext>
                  </a:extLst>
                </p14:cNvPr>
                <p14:cNvContentPartPr/>
                <p14:nvPr/>
              </p14:nvContentPartPr>
              <p14:xfrm>
                <a:off x="4480054" y="1768706"/>
                <a:ext cx="68400" cy="12780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29381028-EABB-49EE-8F18-5C4AE12750E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71054" y="1759706"/>
                  <a:ext cx="860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610144DE-42D2-439D-B33F-6F4199C4717F}"/>
                    </a:ext>
                  </a:extLst>
                </p14:cNvPr>
                <p14:cNvContentPartPr/>
                <p14:nvPr/>
              </p14:nvContentPartPr>
              <p14:xfrm>
                <a:off x="4637014" y="1630106"/>
                <a:ext cx="105120" cy="13608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610144DE-42D2-439D-B33F-6F4199C4717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628374" y="1621466"/>
                  <a:ext cx="1227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35046C1D-3C16-45DA-B7B3-BC2051E322AD}"/>
                    </a:ext>
                  </a:extLst>
                </p14:cNvPr>
                <p14:cNvContentPartPr/>
                <p14:nvPr/>
              </p14:nvContentPartPr>
              <p14:xfrm>
                <a:off x="4837174" y="1763306"/>
                <a:ext cx="360" cy="36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35046C1D-3C16-45DA-B7B3-BC2051E322A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828534" y="175430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CE866049-1221-4D4C-A4D0-0BCAE2E67C1E}"/>
                    </a:ext>
                  </a:extLst>
                </p14:cNvPr>
                <p14:cNvContentPartPr/>
                <p14:nvPr/>
              </p14:nvContentPartPr>
              <p14:xfrm>
                <a:off x="4880014" y="1617146"/>
                <a:ext cx="143280" cy="15408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CE866049-1221-4D4C-A4D0-0BCAE2E67C1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871374" y="1608506"/>
                  <a:ext cx="1609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F6CE0F8D-CF5A-41C2-8D20-930F80C7BC18}"/>
                    </a:ext>
                  </a:extLst>
                </p14:cNvPr>
                <p14:cNvContentPartPr/>
                <p14:nvPr/>
              </p14:nvContentPartPr>
              <p14:xfrm>
                <a:off x="5071894" y="1450466"/>
                <a:ext cx="101520" cy="37944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F6CE0F8D-CF5A-41C2-8D20-930F80C7BC1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62894" y="1441466"/>
                  <a:ext cx="119160" cy="39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upo 75">
            <a:extLst>
              <a:ext uri="{FF2B5EF4-FFF2-40B4-BE49-F238E27FC236}">
                <a16:creationId xmlns:a16="http://schemas.microsoft.com/office/drawing/2014/main" id="{F4645C4A-9CCB-4EA6-9498-089C7E9E5E49}"/>
              </a:ext>
            </a:extLst>
          </p:cNvPr>
          <p:cNvGrpSpPr/>
          <p:nvPr/>
        </p:nvGrpSpPr>
        <p:grpSpPr>
          <a:xfrm>
            <a:off x="2332654" y="2109266"/>
            <a:ext cx="156600" cy="128880"/>
            <a:chOff x="2332654" y="2109266"/>
            <a:chExt cx="156600" cy="12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4F50ACB0-DA7D-4BFB-9785-71AEAE7B49E3}"/>
                    </a:ext>
                  </a:extLst>
                </p14:cNvPr>
                <p14:cNvContentPartPr/>
                <p14:nvPr/>
              </p14:nvContentPartPr>
              <p14:xfrm>
                <a:off x="2332654" y="2109266"/>
                <a:ext cx="114840" cy="2916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4F50ACB0-DA7D-4BFB-9785-71AEAE7B49E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324014" y="2100266"/>
                  <a:ext cx="1324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A97C6B6D-0DD8-454C-9D4F-5CC991D33753}"/>
                    </a:ext>
                  </a:extLst>
                </p14:cNvPr>
                <p14:cNvContentPartPr/>
                <p14:nvPr/>
              </p14:nvContentPartPr>
              <p14:xfrm>
                <a:off x="2378014" y="2204666"/>
                <a:ext cx="111240" cy="3348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A97C6B6D-0DD8-454C-9D4F-5CC991D3375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369374" y="2195666"/>
                  <a:ext cx="12888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75FCFDAA-14BD-439F-BDBD-D154E63C8F79}"/>
              </a:ext>
            </a:extLst>
          </p:cNvPr>
          <p:cNvGrpSpPr/>
          <p:nvPr/>
        </p:nvGrpSpPr>
        <p:grpSpPr>
          <a:xfrm>
            <a:off x="2707774" y="1994786"/>
            <a:ext cx="2018160" cy="460440"/>
            <a:chOff x="2707774" y="1994786"/>
            <a:chExt cx="2018160" cy="46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B5FF4053-36DF-4B19-AF3F-EAEFF1E4BE81}"/>
                    </a:ext>
                  </a:extLst>
                </p14:cNvPr>
                <p14:cNvContentPartPr/>
                <p14:nvPr/>
              </p14:nvContentPartPr>
              <p14:xfrm>
                <a:off x="2707774" y="1994786"/>
                <a:ext cx="187560" cy="25740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B5FF4053-36DF-4B19-AF3F-EAEFF1E4BE8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698774" y="1985786"/>
                  <a:ext cx="20520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A142D9AA-1B38-4502-B0C4-BC6EF61EE411}"/>
                    </a:ext>
                  </a:extLst>
                </p14:cNvPr>
                <p14:cNvContentPartPr/>
                <p14:nvPr/>
              </p14:nvContentPartPr>
              <p14:xfrm>
                <a:off x="2963374" y="2124386"/>
                <a:ext cx="95400" cy="33084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A142D9AA-1B38-4502-B0C4-BC6EF61EE41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954374" y="2115386"/>
                  <a:ext cx="1130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50844B38-D5A1-42A1-AAC2-4A8944B33DF7}"/>
                    </a:ext>
                  </a:extLst>
                </p14:cNvPr>
                <p14:cNvContentPartPr/>
                <p14:nvPr/>
              </p14:nvContentPartPr>
              <p14:xfrm>
                <a:off x="3166414" y="2107106"/>
                <a:ext cx="150480" cy="13968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50844B38-D5A1-42A1-AAC2-4A8944B33DF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157774" y="2098466"/>
                  <a:ext cx="1681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817B32FE-FD64-4358-8998-D438CCB17F95}"/>
                    </a:ext>
                  </a:extLst>
                </p14:cNvPr>
                <p14:cNvContentPartPr/>
                <p14:nvPr/>
              </p14:nvContentPartPr>
              <p14:xfrm>
                <a:off x="3378814" y="2115746"/>
                <a:ext cx="218880" cy="15480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817B32FE-FD64-4358-8998-D438CCB17F9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370174" y="2106746"/>
                  <a:ext cx="2365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3407F81E-7AE9-4EFB-982C-67BAD1A06F2B}"/>
                    </a:ext>
                  </a:extLst>
                </p14:cNvPr>
                <p14:cNvContentPartPr/>
                <p14:nvPr/>
              </p14:nvContentPartPr>
              <p14:xfrm>
                <a:off x="3721534" y="2064266"/>
                <a:ext cx="61200" cy="22536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3407F81E-7AE9-4EFB-982C-67BAD1A06F2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712534" y="2055266"/>
                  <a:ext cx="788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58E21732-E93B-4946-A7D9-08D347A7B4A7}"/>
                    </a:ext>
                  </a:extLst>
                </p14:cNvPr>
                <p14:cNvContentPartPr/>
                <p14:nvPr/>
              </p14:nvContentPartPr>
              <p14:xfrm>
                <a:off x="3892894" y="2065346"/>
                <a:ext cx="89640" cy="19224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58E21732-E93B-4946-A7D9-08D347A7B4A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884254" y="2056346"/>
                  <a:ext cx="1072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A7A0699B-723A-438B-B11A-0411B419FEE7}"/>
                    </a:ext>
                  </a:extLst>
                </p14:cNvPr>
                <p14:cNvContentPartPr/>
                <p14:nvPr/>
              </p14:nvContentPartPr>
              <p14:xfrm>
                <a:off x="3996574" y="2210066"/>
                <a:ext cx="115920" cy="12888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A7A0699B-723A-438B-B11A-0411B419FEE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987574" y="2201066"/>
                  <a:ext cx="133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7D14D92C-AD96-4F3B-82A8-59AE814F3AAB}"/>
                    </a:ext>
                  </a:extLst>
                </p14:cNvPr>
                <p14:cNvContentPartPr/>
                <p14:nvPr/>
              </p14:nvContentPartPr>
              <p14:xfrm>
                <a:off x="4224814" y="2120786"/>
                <a:ext cx="95040" cy="10944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7D14D92C-AD96-4F3B-82A8-59AE814F3AA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215814" y="2112146"/>
                  <a:ext cx="1126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D77B6610-79B4-44B6-9B90-B2C63FA01D4A}"/>
                    </a:ext>
                  </a:extLst>
                </p14:cNvPr>
                <p14:cNvContentPartPr/>
                <p14:nvPr/>
              </p14:nvContentPartPr>
              <p14:xfrm>
                <a:off x="4350094" y="2237786"/>
                <a:ext cx="360" cy="36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D77B6610-79B4-44B6-9B90-B2C63FA01D4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341454" y="222878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5E254E2D-5FDB-499A-BCC9-A08BF417CEA3}"/>
                    </a:ext>
                  </a:extLst>
                </p14:cNvPr>
                <p14:cNvContentPartPr/>
                <p14:nvPr/>
              </p14:nvContentPartPr>
              <p14:xfrm>
                <a:off x="4487254" y="2139146"/>
                <a:ext cx="118080" cy="10620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5E254E2D-5FDB-499A-BCC9-A08BF417CEA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478254" y="2130506"/>
                  <a:ext cx="135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B8C2CB3D-F5A8-4487-8BEF-DF47EDD2E71C}"/>
                    </a:ext>
                  </a:extLst>
                </p14:cNvPr>
                <p14:cNvContentPartPr/>
                <p14:nvPr/>
              </p14:nvContentPartPr>
              <p14:xfrm>
                <a:off x="4633774" y="2035466"/>
                <a:ext cx="92160" cy="30996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B8C2CB3D-F5A8-4487-8BEF-DF47EDD2E71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624774" y="2026466"/>
                  <a:ext cx="1098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5CFF9622-9414-4867-90A3-C01C9B8AE6FF}"/>
                    </a:ext>
                  </a:extLst>
                </p14:cNvPr>
                <p14:cNvContentPartPr/>
                <p14:nvPr/>
              </p14:nvContentPartPr>
              <p14:xfrm>
                <a:off x="3565654" y="2171546"/>
                <a:ext cx="110880" cy="11376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5CFF9622-9414-4867-90A3-C01C9B8AE6F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557014" y="2162546"/>
                  <a:ext cx="128520" cy="1314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80" name="Imagen 79">
            <a:extLst>
              <a:ext uri="{FF2B5EF4-FFF2-40B4-BE49-F238E27FC236}">
                <a16:creationId xmlns:a16="http://schemas.microsoft.com/office/drawing/2014/main" id="{66638FAF-ED63-4370-822B-6889FC15C539}"/>
              </a:ext>
            </a:extLst>
          </p:cNvPr>
          <p:cNvPicPr>
            <a:picLocks noChangeAspect="1"/>
          </p:cNvPicPr>
          <p:nvPr/>
        </p:nvPicPr>
        <p:blipFill>
          <a:blip r:embed="rId123"/>
          <a:stretch>
            <a:fillRect/>
          </a:stretch>
        </p:blipFill>
        <p:spPr>
          <a:xfrm>
            <a:off x="619054" y="2521466"/>
            <a:ext cx="10139910" cy="35620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1" name="Entrada de lápiz 80">
                <a:extLst>
                  <a:ext uri="{FF2B5EF4-FFF2-40B4-BE49-F238E27FC236}">
                    <a16:creationId xmlns:a16="http://schemas.microsoft.com/office/drawing/2014/main" id="{AC9AE9A9-9CA5-4080-9685-6E96BFF05AB5}"/>
                  </a:ext>
                </a:extLst>
              </p14:cNvPr>
              <p14:cNvContentPartPr/>
              <p14:nvPr/>
            </p14:nvContentPartPr>
            <p14:xfrm>
              <a:off x="2370814" y="5487866"/>
              <a:ext cx="360" cy="360"/>
            </p14:xfrm>
          </p:contentPart>
        </mc:Choice>
        <mc:Fallback>
          <p:pic>
            <p:nvPicPr>
              <p:cNvPr id="81" name="Entrada de lápiz 80">
                <a:extLst>
                  <a:ext uri="{FF2B5EF4-FFF2-40B4-BE49-F238E27FC236}">
                    <a16:creationId xmlns:a16="http://schemas.microsoft.com/office/drawing/2014/main" id="{AC9AE9A9-9CA5-4080-9685-6E96BFF05AB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362174" y="547922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upo 86">
            <a:extLst>
              <a:ext uri="{FF2B5EF4-FFF2-40B4-BE49-F238E27FC236}">
                <a16:creationId xmlns:a16="http://schemas.microsoft.com/office/drawing/2014/main" id="{82E5FD53-3928-4A46-BC2B-59E8B2A53E28}"/>
              </a:ext>
            </a:extLst>
          </p:cNvPr>
          <p:cNvGrpSpPr/>
          <p:nvPr/>
        </p:nvGrpSpPr>
        <p:grpSpPr>
          <a:xfrm>
            <a:off x="614374" y="6134786"/>
            <a:ext cx="629280" cy="462600"/>
            <a:chOff x="614374" y="6134786"/>
            <a:chExt cx="629280" cy="46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7B34CDF2-6126-4BCF-9E3B-F4AA949CD268}"/>
                    </a:ext>
                  </a:extLst>
                </p14:cNvPr>
                <p14:cNvContentPartPr/>
                <p14:nvPr/>
              </p14:nvContentPartPr>
              <p14:xfrm>
                <a:off x="614374" y="6223706"/>
                <a:ext cx="154800" cy="33876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7B34CDF2-6126-4BCF-9E3B-F4AA949CD26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05374" y="6215066"/>
                  <a:ext cx="17244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B3592E26-730D-4784-B8FC-760301E7069A}"/>
                    </a:ext>
                  </a:extLst>
                </p14:cNvPr>
                <p14:cNvContentPartPr/>
                <p14:nvPr/>
              </p14:nvContentPartPr>
              <p14:xfrm>
                <a:off x="840814" y="6223706"/>
                <a:ext cx="105120" cy="3240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B3592E26-730D-4784-B8FC-760301E7069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31814" y="6215066"/>
                  <a:ext cx="1227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884B898A-9BB9-41F3-B7F6-8038F3984E35}"/>
                    </a:ext>
                  </a:extLst>
                </p14:cNvPr>
                <p14:cNvContentPartPr/>
                <p14:nvPr/>
              </p14:nvContentPartPr>
              <p14:xfrm>
                <a:off x="857374" y="6275186"/>
                <a:ext cx="164880" cy="3564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884B898A-9BB9-41F3-B7F6-8038F3984E3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48374" y="6266546"/>
                  <a:ext cx="1825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058A02D7-4877-48F9-B617-8ED969A3EC09}"/>
                    </a:ext>
                  </a:extLst>
                </p14:cNvPr>
                <p14:cNvContentPartPr/>
                <p14:nvPr/>
              </p14:nvContentPartPr>
              <p14:xfrm>
                <a:off x="1069414" y="6134786"/>
                <a:ext cx="174240" cy="20592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058A02D7-4877-48F9-B617-8ED969A3EC0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60414" y="6126146"/>
                  <a:ext cx="1918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86A0B059-AB7A-4EAD-A347-7A272D8F802C}"/>
                    </a:ext>
                  </a:extLst>
                </p14:cNvPr>
                <p14:cNvContentPartPr/>
                <p14:nvPr/>
              </p14:nvContentPartPr>
              <p14:xfrm>
                <a:off x="1124134" y="6409466"/>
                <a:ext cx="99720" cy="18792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86A0B059-AB7A-4EAD-A347-7A272D8F802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15134" y="6400466"/>
                  <a:ext cx="11736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upo 96">
            <a:extLst>
              <a:ext uri="{FF2B5EF4-FFF2-40B4-BE49-F238E27FC236}">
                <a16:creationId xmlns:a16="http://schemas.microsoft.com/office/drawing/2014/main" id="{002AF23D-1ECA-42F4-8FB0-D6564459F85D}"/>
              </a:ext>
            </a:extLst>
          </p:cNvPr>
          <p:cNvGrpSpPr/>
          <p:nvPr/>
        </p:nvGrpSpPr>
        <p:grpSpPr>
          <a:xfrm>
            <a:off x="1930174" y="6087626"/>
            <a:ext cx="1172160" cy="372960"/>
            <a:chOff x="1930174" y="6087626"/>
            <a:chExt cx="1172160" cy="37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E382E60C-3EFA-4597-8BCD-D00871B3DC60}"/>
                    </a:ext>
                  </a:extLst>
                </p14:cNvPr>
                <p14:cNvContentPartPr/>
                <p14:nvPr/>
              </p14:nvContentPartPr>
              <p14:xfrm>
                <a:off x="1930174" y="6122546"/>
                <a:ext cx="147960" cy="33804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E382E60C-3EFA-4597-8BCD-D00871B3DC6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921174" y="6113906"/>
                  <a:ext cx="16560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AAC69B00-D7C4-4645-A5B9-466055C9256E}"/>
                    </a:ext>
                  </a:extLst>
                </p14:cNvPr>
                <p14:cNvContentPartPr/>
                <p14:nvPr/>
              </p14:nvContentPartPr>
              <p14:xfrm>
                <a:off x="2169574" y="6116786"/>
                <a:ext cx="108720" cy="22536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AAC69B00-D7C4-4645-A5B9-466055C9256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160934" y="6107786"/>
                  <a:ext cx="1263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5695383E-451B-436C-B027-ADB93D8745FC}"/>
                    </a:ext>
                  </a:extLst>
                </p14:cNvPr>
                <p14:cNvContentPartPr/>
                <p14:nvPr/>
              </p14:nvContentPartPr>
              <p14:xfrm>
                <a:off x="2412574" y="6161786"/>
                <a:ext cx="124200" cy="17424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5695383E-451B-436C-B027-ADB93D8745F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403934" y="6152786"/>
                  <a:ext cx="1418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06B64A49-ACF4-4B56-961C-C6A73DD155BF}"/>
                    </a:ext>
                  </a:extLst>
                </p14:cNvPr>
                <p14:cNvContentPartPr/>
                <p14:nvPr/>
              </p14:nvContentPartPr>
              <p14:xfrm>
                <a:off x="2437774" y="6145586"/>
                <a:ext cx="100440" cy="21024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06B64A49-ACF4-4B56-961C-C6A73DD155B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428774" y="6136946"/>
                  <a:ext cx="1180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6C26CCDF-F58C-4284-8E39-94DBA7A5485A}"/>
                    </a:ext>
                  </a:extLst>
                </p14:cNvPr>
                <p14:cNvContentPartPr/>
                <p14:nvPr/>
              </p14:nvContentPartPr>
              <p14:xfrm>
                <a:off x="2656654" y="6176546"/>
                <a:ext cx="121680" cy="2700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6C26CCDF-F58C-4284-8E39-94DBA7A5485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648014" y="6167906"/>
                  <a:ext cx="1393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1B963299-9BC0-4152-ADFC-90CE8089FC0F}"/>
                    </a:ext>
                  </a:extLst>
                </p14:cNvPr>
                <p14:cNvContentPartPr/>
                <p14:nvPr/>
              </p14:nvContentPartPr>
              <p14:xfrm>
                <a:off x="2698414" y="6256826"/>
                <a:ext cx="147960" cy="1764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1B963299-9BC0-4152-ADFC-90CE8089FC0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689774" y="6248186"/>
                  <a:ext cx="1656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DE79A2FA-76B0-4C32-84A1-1B122F41712D}"/>
                    </a:ext>
                  </a:extLst>
                </p14:cNvPr>
                <p14:cNvContentPartPr/>
                <p14:nvPr/>
              </p14:nvContentPartPr>
              <p14:xfrm>
                <a:off x="2908294" y="6179066"/>
                <a:ext cx="90360" cy="12852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DE79A2FA-76B0-4C32-84A1-1B122F41712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899654" y="6170066"/>
                  <a:ext cx="1080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E6189CBE-6AB3-49A8-A051-8A8FF799E579}"/>
                    </a:ext>
                  </a:extLst>
                </p14:cNvPr>
                <p14:cNvContentPartPr/>
                <p14:nvPr/>
              </p14:nvContentPartPr>
              <p14:xfrm>
                <a:off x="3040054" y="6087626"/>
                <a:ext cx="62280" cy="31860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E6189CBE-6AB3-49A8-A051-8A8FF799E57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031414" y="6078986"/>
                  <a:ext cx="79920" cy="33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25D5D830-505E-4C0E-B08E-0C2422E4C9BB}"/>
              </a:ext>
            </a:extLst>
          </p:cNvPr>
          <p:cNvGrpSpPr/>
          <p:nvPr/>
        </p:nvGrpSpPr>
        <p:grpSpPr>
          <a:xfrm>
            <a:off x="3317614" y="6048386"/>
            <a:ext cx="1217520" cy="469080"/>
            <a:chOff x="3317614" y="6048386"/>
            <a:chExt cx="1217520" cy="46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AD937E68-F72A-4C82-921C-EE0FB26E0830}"/>
                    </a:ext>
                  </a:extLst>
                </p14:cNvPr>
                <p14:cNvContentPartPr/>
                <p14:nvPr/>
              </p14:nvContentPartPr>
              <p14:xfrm>
                <a:off x="3317614" y="6209306"/>
                <a:ext cx="108000" cy="1800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AD937E68-F72A-4C82-921C-EE0FB26E083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308974" y="6200666"/>
                  <a:ext cx="1256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CBEB98A6-0038-4402-A065-8B6F17C2CC9E}"/>
                    </a:ext>
                  </a:extLst>
                </p14:cNvPr>
                <p14:cNvContentPartPr/>
                <p14:nvPr/>
              </p14:nvContentPartPr>
              <p14:xfrm>
                <a:off x="3336694" y="6312626"/>
                <a:ext cx="123120" cy="576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CBEB98A6-0038-4402-A065-8B6F17C2CC9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328054" y="6303986"/>
                  <a:ext cx="140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D30B2C44-C69E-431A-9DFA-274834C7363D}"/>
                    </a:ext>
                  </a:extLst>
                </p14:cNvPr>
                <p14:cNvContentPartPr/>
                <p14:nvPr/>
              </p14:nvContentPartPr>
              <p14:xfrm>
                <a:off x="3602014" y="6048386"/>
                <a:ext cx="176760" cy="26964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D30B2C44-C69E-431A-9DFA-274834C7363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593374" y="6039386"/>
                  <a:ext cx="1944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12BD2B0F-4713-4227-96AD-87C27B0A5D65}"/>
                    </a:ext>
                  </a:extLst>
                </p14:cNvPr>
                <p14:cNvContentPartPr/>
                <p14:nvPr/>
              </p14:nvContentPartPr>
              <p14:xfrm>
                <a:off x="3841774" y="6157466"/>
                <a:ext cx="149400" cy="36000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12BD2B0F-4713-4227-96AD-87C27B0A5D6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832774" y="6148466"/>
                  <a:ext cx="16704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363B7E3C-0161-4394-AA20-6482E1936B0C}"/>
                    </a:ext>
                  </a:extLst>
                </p14:cNvPr>
                <p14:cNvContentPartPr/>
                <p14:nvPr/>
              </p14:nvContentPartPr>
              <p14:xfrm>
                <a:off x="3963094" y="6158186"/>
                <a:ext cx="161280" cy="17388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363B7E3C-0161-4394-AA20-6482E1936B0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954454" y="6149546"/>
                  <a:ext cx="1789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B5CBEE41-D8E6-44D7-93EB-424E81536D42}"/>
                    </a:ext>
                  </a:extLst>
                </p14:cNvPr>
                <p14:cNvContentPartPr/>
                <p14:nvPr/>
              </p14:nvContentPartPr>
              <p14:xfrm>
                <a:off x="4165414" y="6168986"/>
                <a:ext cx="98280" cy="13932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B5CBEE41-D8E6-44D7-93EB-424E81536D4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156774" y="6160346"/>
                  <a:ext cx="1159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F6D5F72B-A37A-4717-ADE2-33719E43773A}"/>
                    </a:ext>
                  </a:extLst>
                </p14:cNvPr>
                <p14:cNvContentPartPr/>
                <p14:nvPr/>
              </p14:nvContentPartPr>
              <p14:xfrm>
                <a:off x="4310854" y="6126866"/>
                <a:ext cx="224280" cy="19116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F6D5F72B-A37A-4717-ADE2-33719E43773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302214" y="6117866"/>
                  <a:ext cx="241920" cy="20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5E7F1111-068B-42BC-B3C4-9E6B2193EB3E}"/>
                  </a:ext>
                </a:extLst>
              </p14:cNvPr>
              <p14:cNvContentPartPr/>
              <p14:nvPr/>
            </p14:nvContentPartPr>
            <p14:xfrm>
              <a:off x="4708654" y="6019226"/>
              <a:ext cx="70560" cy="362520"/>
            </p14:xfrm>
          </p:contentPart>
        </mc:Choice>
        <mc:Fallback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5E7F1111-068B-42BC-B3C4-9E6B2193EB3E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4699654" y="6010226"/>
                <a:ext cx="88200" cy="38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upo 108">
            <a:extLst>
              <a:ext uri="{FF2B5EF4-FFF2-40B4-BE49-F238E27FC236}">
                <a16:creationId xmlns:a16="http://schemas.microsoft.com/office/drawing/2014/main" id="{59BA450C-10AA-4840-BB26-A657B702F19B}"/>
              </a:ext>
            </a:extLst>
          </p:cNvPr>
          <p:cNvGrpSpPr/>
          <p:nvPr/>
        </p:nvGrpSpPr>
        <p:grpSpPr>
          <a:xfrm>
            <a:off x="4806214" y="6120386"/>
            <a:ext cx="271800" cy="326520"/>
            <a:chOff x="4806214" y="6120386"/>
            <a:chExt cx="271800" cy="32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3D408EAF-AFD8-47F9-86A5-B53CA9B8D492}"/>
                    </a:ext>
                  </a:extLst>
                </p14:cNvPr>
                <p14:cNvContentPartPr/>
                <p14:nvPr/>
              </p14:nvContentPartPr>
              <p14:xfrm>
                <a:off x="4806214" y="6120386"/>
                <a:ext cx="150480" cy="18108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3D408EAF-AFD8-47F9-86A5-B53CA9B8D49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797574" y="6111386"/>
                  <a:ext cx="1681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7A795E63-BD31-47CA-9DAA-30566A3827EE}"/>
                    </a:ext>
                  </a:extLst>
                </p14:cNvPr>
                <p14:cNvContentPartPr/>
                <p14:nvPr/>
              </p14:nvContentPartPr>
              <p14:xfrm>
                <a:off x="4991974" y="6302906"/>
                <a:ext cx="86040" cy="14400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7A795E63-BD31-47CA-9DAA-30566A3827E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983334" y="6294266"/>
                  <a:ext cx="10368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upo 116">
            <a:extLst>
              <a:ext uri="{FF2B5EF4-FFF2-40B4-BE49-F238E27FC236}">
                <a16:creationId xmlns:a16="http://schemas.microsoft.com/office/drawing/2014/main" id="{F6B364D5-7027-4739-984C-DEF57F9E5EC6}"/>
              </a:ext>
            </a:extLst>
          </p:cNvPr>
          <p:cNvGrpSpPr/>
          <p:nvPr/>
        </p:nvGrpSpPr>
        <p:grpSpPr>
          <a:xfrm>
            <a:off x="5215894" y="6055586"/>
            <a:ext cx="404280" cy="491040"/>
            <a:chOff x="5215894" y="6055586"/>
            <a:chExt cx="404280" cy="49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F083524A-7F22-4BDB-99BF-1E45CCE360C8}"/>
                    </a:ext>
                  </a:extLst>
                </p14:cNvPr>
                <p14:cNvContentPartPr/>
                <p14:nvPr/>
              </p14:nvContentPartPr>
              <p14:xfrm>
                <a:off x="5215894" y="6125066"/>
                <a:ext cx="109800" cy="10656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F083524A-7F22-4BDB-99BF-1E45CCE360C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207254" y="6116426"/>
                  <a:ext cx="1274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4CE3C6E4-78DF-4CAE-8F20-53E64AE842DD}"/>
                    </a:ext>
                  </a:extLst>
                </p14:cNvPr>
                <p14:cNvContentPartPr/>
                <p14:nvPr/>
              </p14:nvContentPartPr>
              <p14:xfrm>
                <a:off x="5281414" y="6099506"/>
                <a:ext cx="106560" cy="28188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4CE3C6E4-78DF-4CAE-8F20-53E64AE842D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272414" y="6090866"/>
                  <a:ext cx="1242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16674B78-4B05-4792-A6E5-1363187DAD00}"/>
                    </a:ext>
                  </a:extLst>
                </p14:cNvPr>
                <p14:cNvContentPartPr/>
                <p14:nvPr/>
              </p14:nvContentPartPr>
              <p14:xfrm>
                <a:off x="5377894" y="6252866"/>
                <a:ext cx="119880" cy="15804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16674B78-4B05-4792-A6E5-1363187DAD0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369254" y="6243866"/>
                  <a:ext cx="1375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2BB535E4-A011-4A29-B274-FCC3C30AB7A8}"/>
                    </a:ext>
                  </a:extLst>
                </p14:cNvPr>
                <p14:cNvContentPartPr/>
                <p14:nvPr/>
              </p14:nvContentPartPr>
              <p14:xfrm>
                <a:off x="5376814" y="6250706"/>
                <a:ext cx="76680" cy="1044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2BB535E4-A011-4A29-B274-FCC3C30AB7A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367814" y="6241706"/>
                  <a:ext cx="943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EFABA020-567E-413D-B257-C0DDC30025AF}"/>
                    </a:ext>
                  </a:extLst>
                </p14:cNvPr>
                <p14:cNvContentPartPr/>
                <p14:nvPr/>
              </p14:nvContentPartPr>
              <p14:xfrm>
                <a:off x="5485174" y="6055586"/>
                <a:ext cx="135000" cy="49104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EFABA020-567E-413D-B257-C0DDC30025AF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476174" y="6046946"/>
                  <a:ext cx="152640" cy="50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18" name="Entrada de lápiz 117">
                <a:extLst>
                  <a:ext uri="{FF2B5EF4-FFF2-40B4-BE49-F238E27FC236}">
                    <a16:creationId xmlns:a16="http://schemas.microsoft.com/office/drawing/2014/main" id="{39F935EE-33C7-49FF-8AED-7DA4D67BC2D4}"/>
                  </a:ext>
                </a:extLst>
              </p14:cNvPr>
              <p14:cNvContentPartPr/>
              <p14:nvPr/>
            </p14:nvContentPartPr>
            <p14:xfrm>
              <a:off x="1812454" y="3425786"/>
              <a:ext cx="51480" cy="87120"/>
            </p14:xfrm>
          </p:contentPart>
        </mc:Choice>
        <mc:Fallback>
          <p:pic>
            <p:nvPicPr>
              <p:cNvPr id="118" name="Entrada de lápiz 117">
                <a:extLst>
                  <a:ext uri="{FF2B5EF4-FFF2-40B4-BE49-F238E27FC236}">
                    <a16:creationId xmlns:a16="http://schemas.microsoft.com/office/drawing/2014/main" id="{39F935EE-33C7-49FF-8AED-7DA4D67BC2D4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1803454" y="3416786"/>
                <a:ext cx="69120" cy="10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upo 120">
            <a:extLst>
              <a:ext uri="{FF2B5EF4-FFF2-40B4-BE49-F238E27FC236}">
                <a16:creationId xmlns:a16="http://schemas.microsoft.com/office/drawing/2014/main" id="{9A83CB4B-3A8F-4BE6-8461-015D4005FD00}"/>
              </a:ext>
            </a:extLst>
          </p:cNvPr>
          <p:cNvGrpSpPr/>
          <p:nvPr/>
        </p:nvGrpSpPr>
        <p:grpSpPr>
          <a:xfrm>
            <a:off x="2096854" y="3443066"/>
            <a:ext cx="1347840" cy="270720"/>
            <a:chOff x="2096854" y="3443066"/>
            <a:chExt cx="1347840" cy="27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A54C51D2-252C-42BF-9549-CA40EADD61DF}"/>
                    </a:ext>
                  </a:extLst>
                </p14:cNvPr>
                <p14:cNvContentPartPr/>
                <p14:nvPr/>
              </p14:nvContentPartPr>
              <p14:xfrm>
                <a:off x="2096854" y="3443066"/>
                <a:ext cx="1347840" cy="11268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A54C51D2-252C-42BF-9549-CA40EADD61D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088214" y="3434066"/>
                  <a:ext cx="13654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CAF99F77-4B9F-4E33-8C6D-7DEAFA53E08E}"/>
                    </a:ext>
                  </a:extLst>
                </p14:cNvPr>
                <p14:cNvContentPartPr/>
                <p14:nvPr/>
              </p14:nvContentPartPr>
              <p14:xfrm>
                <a:off x="3028174" y="3587426"/>
                <a:ext cx="109080" cy="12636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CAF99F77-4B9F-4E33-8C6D-7DEAFA53E08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019534" y="3578426"/>
                  <a:ext cx="126720" cy="14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122" name="Entrada de lápiz 121">
                <a:extLst>
                  <a:ext uri="{FF2B5EF4-FFF2-40B4-BE49-F238E27FC236}">
                    <a16:creationId xmlns:a16="http://schemas.microsoft.com/office/drawing/2014/main" id="{F6EE77BA-D704-4148-BF09-803C26325851}"/>
                  </a:ext>
                </a:extLst>
              </p14:cNvPr>
              <p14:cNvContentPartPr/>
              <p14:nvPr/>
            </p14:nvContentPartPr>
            <p14:xfrm>
              <a:off x="7078174" y="5630426"/>
              <a:ext cx="43560" cy="145800"/>
            </p14:xfrm>
          </p:contentPart>
        </mc:Choice>
        <mc:Fallback>
          <p:pic>
            <p:nvPicPr>
              <p:cNvPr id="122" name="Entrada de lápiz 121">
                <a:extLst>
                  <a:ext uri="{FF2B5EF4-FFF2-40B4-BE49-F238E27FC236}">
                    <a16:creationId xmlns:a16="http://schemas.microsoft.com/office/drawing/2014/main" id="{F6EE77BA-D704-4148-BF09-803C26325851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7069174" y="5621426"/>
                <a:ext cx="61200" cy="16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upo 125">
            <a:extLst>
              <a:ext uri="{FF2B5EF4-FFF2-40B4-BE49-F238E27FC236}">
                <a16:creationId xmlns:a16="http://schemas.microsoft.com/office/drawing/2014/main" id="{A3CCF141-6C36-47AE-8732-EAA66D656252}"/>
              </a:ext>
            </a:extLst>
          </p:cNvPr>
          <p:cNvGrpSpPr/>
          <p:nvPr/>
        </p:nvGrpSpPr>
        <p:grpSpPr>
          <a:xfrm>
            <a:off x="6583174" y="6090866"/>
            <a:ext cx="518400" cy="282240"/>
            <a:chOff x="6583174" y="6090866"/>
            <a:chExt cx="518400" cy="2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7D5368AF-640F-4BFF-8DD7-F82D5F25257B}"/>
                    </a:ext>
                  </a:extLst>
                </p14:cNvPr>
                <p14:cNvContentPartPr/>
                <p14:nvPr/>
              </p14:nvContentPartPr>
              <p14:xfrm>
                <a:off x="6583174" y="6130106"/>
                <a:ext cx="128160" cy="22104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7D5368AF-640F-4BFF-8DD7-F82D5F25257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574174" y="6121466"/>
                  <a:ext cx="1458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29120160-235A-4284-8DF3-F44C09DE2C8C}"/>
                    </a:ext>
                  </a:extLst>
                </p14:cNvPr>
                <p14:cNvContentPartPr/>
                <p14:nvPr/>
              </p14:nvContentPartPr>
              <p14:xfrm>
                <a:off x="6773974" y="6090866"/>
                <a:ext cx="224640" cy="25668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29120160-235A-4284-8DF3-F44C09DE2C8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764974" y="6082226"/>
                  <a:ext cx="2422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FF478FC0-58CA-4DF9-B570-0F6BC2868D8F}"/>
                    </a:ext>
                  </a:extLst>
                </p14:cNvPr>
                <p14:cNvContentPartPr/>
                <p14:nvPr/>
              </p14:nvContentPartPr>
              <p14:xfrm>
                <a:off x="7066654" y="6138026"/>
                <a:ext cx="34920" cy="23508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FF478FC0-58CA-4DF9-B570-0F6BC2868D8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057654" y="6129386"/>
                  <a:ext cx="5256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upo 131">
            <a:extLst>
              <a:ext uri="{FF2B5EF4-FFF2-40B4-BE49-F238E27FC236}">
                <a16:creationId xmlns:a16="http://schemas.microsoft.com/office/drawing/2014/main" id="{8F08BEB0-173A-4EF0-9962-6FD5CA6A1672}"/>
              </a:ext>
            </a:extLst>
          </p:cNvPr>
          <p:cNvGrpSpPr/>
          <p:nvPr/>
        </p:nvGrpSpPr>
        <p:grpSpPr>
          <a:xfrm>
            <a:off x="7195174" y="6156746"/>
            <a:ext cx="594720" cy="277200"/>
            <a:chOff x="7195174" y="6156746"/>
            <a:chExt cx="594720" cy="27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19C6EC0D-AD6B-4E2E-A6E8-90F18B26A828}"/>
                    </a:ext>
                  </a:extLst>
                </p14:cNvPr>
                <p14:cNvContentPartPr/>
                <p14:nvPr/>
              </p14:nvContentPartPr>
              <p14:xfrm>
                <a:off x="7195174" y="6180506"/>
                <a:ext cx="145440" cy="11160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19C6EC0D-AD6B-4E2E-A6E8-90F18B26A82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186174" y="6171866"/>
                  <a:ext cx="1630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73FCCC8E-CD5A-4FD1-A586-9D767B529965}"/>
                    </a:ext>
                  </a:extLst>
                </p14:cNvPr>
                <p14:cNvContentPartPr/>
                <p14:nvPr/>
              </p14:nvContentPartPr>
              <p14:xfrm>
                <a:off x="7306054" y="6271946"/>
                <a:ext cx="156240" cy="16200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73FCCC8E-CD5A-4FD1-A586-9D767B52996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297054" y="6263306"/>
                  <a:ext cx="1738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BCF6D9A8-DC35-4667-8BB8-7E8CFDE338E2}"/>
                    </a:ext>
                  </a:extLst>
                </p14:cNvPr>
                <p14:cNvContentPartPr/>
                <p14:nvPr/>
              </p14:nvContentPartPr>
              <p14:xfrm>
                <a:off x="7563094" y="6156746"/>
                <a:ext cx="143280" cy="14112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BCF6D9A8-DC35-4667-8BB8-7E8CFDE338E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554454" y="6148106"/>
                  <a:ext cx="1609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018707A3-777C-4606-B681-89D97978D61F}"/>
                    </a:ext>
                  </a:extLst>
                </p14:cNvPr>
                <p14:cNvContentPartPr/>
                <p14:nvPr/>
              </p14:nvContentPartPr>
              <p14:xfrm>
                <a:off x="7751374" y="6257906"/>
                <a:ext cx="38520" cy="12888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018707A3-777C-4606-B681-89D97978D61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742374" y="6249266"/>
                  <a:ext cx="5616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upo 149">
            <a:extLst>
              <a:ext uri="{FF2B5EF4-FFF2-40B4-BE49-F238E27FC236}">
                <a16:creationId xmlns:a16="http://schemas.microsoft.com/office/drawing/2014/main" id="{B04E5DEB-F31A-458F-B997-D8B5AEDF7F82}"/>
              </a:ext>
            </a:extLst>
          </p:cNvPr>
          <p:cNvGrpSpPr/>
          <p:nvPr/>
        </p:nvGrpSpPr>
        <p:grpSpPr>
          <a:xfrm>
            <a:off x="7950454" y="5937506"/>
            <a:ext cx="2336400" cy="478440"/>
            <a:chOff x="7950454" y="5937506"/>
            <a:chExt cx="2336400" cy="47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DE345A4D-D9D7-4C56-A727-E76F9F5E55AD}"/>
                    </a:ext>
                  </a:extLst>
                </p14:cNvPr>
                <p14:cNvContentPartPr/>
                <p14:nvPr/>
              </p14:nvContentPartPr>
              <p14:xfrm>
                <a:off x="7950454" y="6113186"/>
                <a:ext cx="81000" cy="7416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DE345A4D-D9D7-4C56-A727-E76F9F5E55AD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941454" y="6104546"/>
                  <a:ext cx="986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0C2B1F1B-7E75-4D87-8CFF-067F5896F005}"/>
                    </a:ext>
                  </a:extLst>
                </p14:cNvPr>
                <p14:cNvContentPartPr/>
                <p14:nvPr/>
              </p14:nvContentPartPr>
              <p14:xfrm>
                <a:off x="7971694" y="6108146"/>
                <a:ext cx="150480" cy="23184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0C2B1F1B-7E75-4D87-8CFF-067F5896F00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962694" y="6099146"/>
                  <a:ext cx="1681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2F81909F-DD6F-478A-AE97-F4A43F69A4B6}"/>
                    </a:ext>
                  </a:extLst>
                </p14:cNvPr>
                <p14:cNvContentPartPr/>
                <p14:nvPr/>
              </p14:nvContentPartPr>
              <p14:xfrm>
                <a:off x="8150614" y="6205706"/>
                <a:ext cx="88560" cy="16956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2F81909F-DD6F-478A-AE97-F4A43F69A4B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141614" y="6196706"/>
                  <a:ext cx="106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92A8FB5E-4792-4516-8696-26261AFD0333}"/>
                    </a:ext>
                  </a:extLst>
                </p14:cNvPr>
                <p14:cNvContentPartPr/>
                <p14:nvPr/>
              </p14:nvContentPartPr>
              <p14:xfrm>
                <a:off x="8358694" y="6026786"/>
                <a:ext cx="99000" cy="36036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92A8FB5E-4792-4516-8696-26261AFD0333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349694" y="6017786"/>
                  <a:ext cx="11664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F139B456-0F7C-46C1-9BE2-FEEA7AEA7B3D}"/>
                    </a:ext>
                  </a:extLst>
                </p14:cNvPr>
                <p14:cNvContentPartPr/>
                <p14:nvPr/>
              </p14:nvContentPartPr>
              <p14:xfrm>
                <a:off x="8563534" y="6145586"/>
                <a:ext cx="102600" cy="576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F139B456-0F7C-46C1-9BE2-FEEA7AEA7B3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554534" y="6136946"/>
                  <a:ext cx="120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560E4785-EE82-4FE6-99CC-21D6F43838C4}"/>
                    </a:ext>
                  </a:extLst>
                </p14:cNvPr>
                <p14:cNvContentPartPr/>
                <p14:nvPr/>
              </p14:nvContentPartPr>
              <p14:xfrm>
                <a:off x="8536174" y="6233426"/>
                <a:ext cx="118080" cy="792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560E4785-EE82-4FE6-99CC-21D6F43838C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527174" y="6224786"/>
                  <a:ext cx="1357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04926648-ECE8-4C21-A1AF-71F5B7EE9884}"/>
                    </a:ext>
                  </a:extLst>
                </p14:cNvPr>
                <p14:cNvContentPartPr/>
                <p14:nvPr/>
              </p14:nvContentPartPr>
              <p14:xfrm>
                <a:off x="8785294" y="5937506"/>
                <a:ext cx="188280" cy="36396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04926648-ECE8-4C21-A1AF-71F5B7EE988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776294" y="5928866"/>
                  <a:ext cx="20592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92437F59-921F-4B3A-8CB5-D39F7BBEEA49}"/>
                    </a:ext>
                  </a:extLst>
                </p14:cNvPr>
                <p14:cNvContentPartPr/>
                <p14:nvPr/>
              </p14:nvContentPartPr>
              <p14:xfrm>
                <a:off x="9011374" y="5956946"/>
                <a:ext cx="216000" cy="28152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92437F59-921F-4B3A-8CB5-D39F7BBEEA4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002374" y="5948306"/>
                  <a:ext cx="2336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6741C19A-7665-4B4B-871B-B5AFC3029397}"/>
                    </a:ext>
                  </a:extLst>
                </p14:cNvPr>
                <p14:cNvContentPartPr/>
                <p14:nvPr/>
              </p14:nvContentPartPr>
              <p14:xfrm>
                <a:off x="9245734" y="6093026"/>
                <a:ext cx="34920" cy="14076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6741C19A-7665-4B4B-871B-B5AFC302939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237094" y="6084386"/>
                  <a:ext cx="525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B2A8873B-B5D6-4B8D-9C8D-B7A7D43371FD}"/>
                    </a:ext>
                  </a:extLst>
                </p14:cNvPr>
                <p14:cNvContentPartPr/>
                <p14:nvPr/>
              </p14:nvContentPartPr>
              <p14:xfrm>
                <a:off x="9367414" y="6079346"/>
                <a:ext cx="161280" cy="16416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B2A8873B-B5D6-4B8D-9C8D-B7A7D43371F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358414" y="6070346"/>
                  <a:ext cx="1789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678F63A1-41C9-4E8F-82B0-230322C5F69F}"/>
                    </a:ext>
                  </a:extLst>
                </p14:cNvPr>
                <p14:cNvContentPartPr/>
                <p14:nvPr/>
              </p14:nvContentPartPr>
              <p14:xfrm>
                <a:off x="9568654" y="6083306"/>
                <a:ext cx="119520" cy="16128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678F63A1-41C9-4E8F-82B0-230322C5F69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559654" y="6074666"/>
                  <a:ext cx="1371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D1A67CF1-6D01-486B-821B-3AA022F5ED4D}"/>
                    </a:ext>
                  </a:extLst>
                </p14:cNvPr>
                <p14:cNvContentPartPr/>
                <p14:nvPr/>
              </p14:nvContentPartPr>
              <p14:xfrm>
                <a:off x="9727054" y="6118946"/>
                <a:ext cx="318240" cy="14724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D1A67CF1-6D01-486B-821B-3AA022F5ED4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718054" y="6109946"/>
                  <a:ext cx="3358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F9355B7D-43B3-4A77-90CE-AE9C7A8A77E8}"/>
                    </a:ext>
                  </a:extLst>
                </p14:cNvPr>
                <p14:cNvContentPartPr/>
                <p14:nvPr/>
              </p14:nvContentPartPr>
              <p14:xfrm>
                <a:off x="10185334" y="5954786"/>
                <a:ext cx="101520" cy="46116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F9355B7D-43B3-4A77-90CE-AE9C7A8A77E8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176694" y="5946146"/>
                  <a:ext cx="119160" cy="47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upo 160">
            <a:extLst>
              <a:ext uri="{FF2B5EF4-FFF2-40B4-BE49-F238E27FC236}">
                <a16:creationId xmlns:a16="http://schemas.microsoft.com/office/drawing/2014/main" id="{E7FB3149-BCD0-4435-8A29-15ACDEA25196}"/>
              </a:ext>
            </a:extLst>
          </p:cNvPr>
          <p:cNvGrpSpPr/>
          <p:nvPr/>
        </p:nvGrpSpPr>
        <p:grpSpPr>
          <a:xfrm>
            <a:off x="10260574" y="5917346"/>
            <a:ext cx="1094760" cy="476280"/>
            <a:chOff x="10260574" y="5917346"/>
            <a:chExt cx="1094760" cy="47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B6B6173A-C3E7-4921-AAB5-BC38751A6769}"/>
                    </a:ext>
                  </a:extLst>
                </p14:cNvPr>
                <p14:cNvContentPartPr/>
                <p14:nvPr/>
              </p14:nvContentPartPr>
              <p14:xfrm>
                <a:off x="10260574" y="6071786"/>
                <a:ext cx="176760" cy="17604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B6B6173A-C3E7-4921-AAB5-BC38751A676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251574" y="6062786"/>
                  <a:ext cx="1944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BC944F43-6206-4790-A3FD-0510996B56E0}"/>
                    </a:ext>
                  </a:extLst>
                </p14:cNvPr>
                <p14:cNvContentPartPr/>
                <p14:nvPr/>
              </p14:nvContentPartPr>
              <p14:xfrm>
                <a:off x="10404574" y="6231266"/>
                <a:ext cx="167400" cy="16236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BC944F43-6206-4790-A3FD-0510996B56E0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395574" y="6222266"/>
                  <a:ext cx="1850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3618F9FC-1D36-4144-8153-51A593FF2C51}"/>
                    </a:ext>
                  </a:extLst>
                </p14:cNvPr>
                <p14:cNvContentPartPr/>
                <p14:nvPr/>
              </p14:nvContentPartPr>
              <p14:xfrm>
                <a:off x="10703374" y="6033266"/>
                <a:ext cx="138600" cy="16128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3618F9FC-1D36-4144-8153-51A593FF2C51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694734" y="6024266"/>
                  <a:ext cx="1562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33638464-5573-45EB-846C-CC06A051522E}"/>
                    </a:ext>
                  </a:extLst>
                </p14:cNvPr>
                <p14:cNvContentPartPr/>
                <p14:nvPr/>
              </p14:nvContentPartPr>
              <p14:xfrm>
                <a:off x="10860694" y="6168986"/>
                <a:ext cx="70560" cy="15984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33638464-5573-45EB-846C-CC06A051522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851694" y="6160346"/>
                  <a:ext cx="882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08E3AADF-9246-4D2A-8190-3320CE7D396A}"/>
                    </a:ext>
                  </a:extLst>
                </p14:cNvPr>
                <p14:cNvContentPartPr/>
                <p14:nvPr/>
              </p14:nvContentPartPr>
              <p14:xfrm>
                <a:off x="11029894" y="5947226"/>
                <a:ext cx="137160" cy="12024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08E3AADF-9246-4D2A-8190-3320CE7D396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1020894" y="5938226"/>
                  <a:ext cx="1548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DA532C39-9C6A-4C79-98CB-5EA8992BF780}"/>
                    </a:ext>
                  </a:extLst>
                </p14:cNvPr>
                <p14:cNvContentPartPr/>
                <p14:nvPr/>
              </p14:nvContentPartPr>
              <p14:xfrm>
                <a:off x="11046454" y="6124346"/>
                <a:ext cx="139680" cy="1548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DA532C39-9C6A-4C79-98CB-5EA8992BF780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1037454" y="6115346"/>
                  <a:ext cx="1573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B5409F17-F8D5-4769-986E-48634D7A90EA}"/>
                    </a:ext>
                  </a:extLst>
                </p14:cNvPr>
                <p14:cNvContentPartPr/>
                <p14:nvPr/>
              </p14:nvContentPartPr>
              <p14:xfrm>
                <a:off x="11105854" y="6177266"/>
                <a:ext cx="93600" cy="12168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B5409F17-F8D5-4769-986E-48634D7A90EA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1097214" y="6168626"/>
                  <a:ext cx="1112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32818CCF-9E13-4ACE-A73D-6806DA56E7FA}"/>
                    </a:ext>
                  </a:extLst>
                </p14:cNvPr>
                <p14:cNvContentPartPr/>
                <p14:nvPr/>
              </p14:nvContentPartPr>
              <p14:xfrm>
                <a:off x="11257414" y="5917346"/>
                <a:ext cx="97920" cy="39564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32818CCF-9E13-4ACE-A73D-6806DA56E7F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1248414" y="5908706"/>
                  <a:ext cx="115560" cy="41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62" name="Entrada de lápiz 161">
                <a:extLst>
                  <a:ext uri="{FF2B5EF4-FFF2-40B4-BE49-F238E27FC236}">
                    <a16:creationId xmlns:a16="http://schemas.microsoft.com/office/drawing/2014/main" id="{68F84E02-6E74-44FF-A25C-DC6B97881FCF}"/>
                  </a:ext>
                </a:extLst>
              </p14:cNvPr>
              <p14:cNvContentPartPr/>
              <p14:nvPr/>
            </p14:nvContentPartPr>
            <p14:xfrm>
              <a:off x="9186334" y="5637626"/>
              <a:ext cx="137520" cy="281160"/>
            </p14:xfrm>
          </p:contentPart>
        </mc:Choice>
        <mc:Fallback>
          <p:pic>
            <p:nvPicPr>
              <p:cNvPr id="162" name="Entrada de lápiz 161">
                <a:extLst>
                  <a:ext uri="{FF2B5EF4-FFF2-40B4-BE49-F238E27FC236}">
                    <a16:creationId xmlns:a16="http://schemas.microsoft.com/office/drawing/2014/main" id="{68F84E02-6E74-44FF-A25C-DC6B97881FCF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9177334" y="5628986"/>
                <a:ext cx="155160" cy="29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upo 171">
            <a:extLst>
              <a:ext uri="{FF2B5EF4-FFF2-40B4-BE49-F238E27FC236}">
                <a16:creationId xmlns:a16="http://schemas.microsoft.com/office/drawing/2014/main" id="{802156CE-054C-4244-9D9B-2FBD6D69EDFE}"/>
              </a:ext>
            </a:extLst>
          </p:cNvPr>
          <p:cNvGrpSpPr/>
          <p:nvPr/>
        </p:nvGrpSpPr>
        <p:grpSpPr>
          <a:xfrm>
            <a:off x="9458494" y="5490026"/>
            <a:ext cx="906120" cy="358200"/>
            <a:chOff x="9458494" y="5490026"/>
            <a:chExt cx="906120" cy="35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AFEDAFCC-47CB-49E9-AFC9-3C6FFCEDBD7F}"/>
                    </a:ext>
                  </a:extLst>
                </p14:cNvPr>
                <p14:cNvContentPartPr/>
                <p14:nvPr/>
              </p14:nvContentPartPr>
              <p14:xfrm>
                <a:off x="9458494" y="5582186"/>
                <a:ext cx="73440" cy="26604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AFEDAFCC-47CB-49E9-AFC9-3C6FFCEDBD7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449854" y="5573186"/>
                  <a:ext cx="910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C0DFBE98-62A8-4C8D-919D-050B085A6F31}"/>
                    </a:ext>
                  </a:extLst>
                </p14:cNvPr>
                <p14:cNvContentPartPr/>
                <p14:nvPr/>
              </p14:nvContentPartPr>
              <p14:xfrm>
                <a:off x="9605374" y="5601266"/>
                <a:ext cx="107640" cy="19224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C0DFBE98-62A8-4C8D-919D-050B085A6F31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596734" y="5592626"/>
                  <a:ext cx="1252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9D35218E-D944-4EE3-9570-8563A4494A4D}"/>
                    </a:ext>
                  </a:extLst>
                </p14:cNvPr>
                <p14:cNvContentPartPr/>
                <p14:nvPr/>
              </p14:nvContentPartPr>
              <p14:xfrm>
                <a:off x="9620494" y="5580026"/>
                <a:ext cx="109440" cy="21528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9D35218E-D944-4EE3-9570-8563A4494A4D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611494" y="5571026"/>
                  <a:ext cx="1270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BC8D5DEC-262C-4401-AE46-34699432C757}"/>
                    </a:ext>
                  </a:extLst>
                </p14:cNvPr>
                <p14:cNvContentPartPr/>
                <p14:nvPr/>
              </p14:nvContentPartPr>
              <p14:xfrm>
                <a:off x="9809134" y="5657066"/>
                <a:ext cx="195840" cy="7524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BC8D5DEC-262C-4401-AE46-34699432C757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800494" y="5648426"/>
                  <a:ext cx="2134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76EB1ED2-AF47-4BC2-AD32-DF66533A8C1E}"/>
                    </a:ext>
                  </a:extLst>
                </p14:cNvPr>
                <p14:cNvContentPartPr/>
                <p14:nvPr/>
              </p14:nvContentPartPr>
              <p14:xfrm>
                <a:off x="10072654" y="5542586"/>
                <a:ext cx="97920" cy="21456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76EB1ED2-AF47-4BC2-AD32-DF66533A8C1E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063654" y="5533586"/>
                  <a:ext cx="115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90C53DFC-4C91-4910-9E41-716A8FF511FD}"/>
                    </a:ext>
                  </a:extLst>
                </p14:cNvPr>
                <p14:cNvContentPartPr/>
                <p14:nvPr/>
              </p14:nvContentPartPr>
              <p14:xfrm>
                <a:off x="10291534" y="5490026"/>
                <a:ext cx="73080" cy="29052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90C53DFC-4C91-4910-9E41-716A8FF511F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282534" y="5481026"/>
                  <a:ext cx="90720" cy="30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upo 174">
            <a:extLst>
              <a:ext uri="{FF2B5EF4-FFF2-40B4-BE49-F238E27FC236}">
                <a16:creationId xmlns:a16="http://schemas.microsoft.com/office/drawing/2014/main" id="{235CEF35-3F2A-4959-973E-27F0E378CD1D}"/>
              </a:ext>
            </a:extLst>
          </p:cNvPr>
          <p:cNvGrpSpPr/>
          <p:nvPr/>
        </p:nvGrpSpPr>
        <p:grpSpPr>
          <a:xfrm>
            <a:off x="6215254" y="6293546"/>
            <a:ext cx="219600" cy="95400"/>
            <a:chOff x="6215254" y="6293546"/>
            <a:chExt cx="219600" cy="9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A5B5A7BD-AE1B-49CF-BE3F-DADAD6511F31}"/>
                    </a:ext>
                  </a:extLst>
                </p14:cNvPr>
                <p14:cNvContentPartPr/>
                <p14:nvPr/>
              </p14:nvContentPartPr>
              <p14:xfrm>
                <a:off x="6215254" y="6293546"/>
                <a:ext cx="186120" cy="1764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A5B5A7BD-AE1B-49CF-BE3F-DADAD6511F31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206254" y="6284546"/>
                  <a:ext cx="2037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D255F715-25F1-4CB0-8F0A-1AAD864A4F22}"/>
                    </a:ext>
                  </a:extLst>
                </p14:cNvPr>
                <p14:cNvContentPartPr/>
                <p14:nvPr/>
              </p14:nvContentPartPr>
              <p14:xfrm>
                <a:off x="6323614" y="6388586"/>
                <a:ext cx="111240" cy="36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D255F715-25F1-4CB0-8F0A-1AAD864A4F2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314614" y="6379946"/>
                  <a:ext cx="12888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74844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7CF2D55-6140-45C5-8718-32CCBB77F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36" y="635898"/>
            <a:ext cx="9707425" cy="2319338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24B66F48-E53A-4B34-B2A6-512F45FC3E9F}"/>
              </a:ext>
            </a:extLst>
          </p:cNvPr>
          <p:cNvGrpSpPr/>
          <p:nvPr/>
        </p:nvGrpSpPr>
        <p:grpSpPr>
          <a:xfrm>
            <a:off x="4862374" y="2327066"/>
            <a:ext cx="925560" cy="429840"/>
            <a:chOff x="4862374" y="2327066"/>
            <a:chExt cx="925560" cy="42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E8ABA052-88F1-472C-9BFB-7249B3006E08}"/>
                    </a:ext>
                  </a:extLst>
                </p14:cNvPr>
                <p14:cNvContentPartPr/>
                <p14:nvPr/>
              </p14:nvContentPartPr>
              <p14:xfrm>
                <a:off x="4862374" y="2327066"/>
                <a:ext cx="236520" cy="31824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E8ABA052-88F1-472C-9BFB-7249B3006E0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853734" y="2318066"/>
                  <a:ext cx="25416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E2DEBE08-8475-4B5C-8982-B4923650E83B}"/>
                    </a:ext>
                  </a:extLst>
                </p14:cNvPr>
                <p14:cNvContentPartPr/>
                <p14:nvPr/>
              </p14:nvContentPartPr>
              <p14:xfrm>
                <a:off x="5193214" y="2593466"/>
                <a:ext cx="43200" cy="16200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E2DEBE08-8475-4B5C-8982-B4923650E83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84574" y="2584466"/>
                  <a:ext cx="608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948754EA-6394-4A61-ADF0-5D595DF1325B}"/>
                    </a:ext>
                  </a:extLst>
                </p14:cNvPr>
                <p14:cNvContentPartPr/>
                <p14:nvPr/>
              </p14:nvContentPartPr>
              <p14:xfrm>
                <a:off x="5309854" y="2602826"/>
                <a:ext cx="219600" cy="15408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948754EA-6394-4A61-ADF0-5D595DF1325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01214" y="2593826"/>
                  <a:ext cx="2372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305644C3-A95D-4A50-A235-022ECAD66359}"/>
                    </a:ext>
                  </a:extLst>
                </p14:cNvPr>
                <p14:cNvContentPartPr/>
                <p14:nvPr/>
              </p14:nvContentPartPr>
              <p14:xfrm>
                <a:off x="5585974" y="2432906"/>
                <a:ext cx="201960" cy="27360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305644C3-A95D-4A50-A235-022ECAD6635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77334" y="2423906"/>
                  <a:ext cx="219600" cy="29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FD88A54F-50CA-4D6D-8562-8B7C72F0BBF8}"/>
                  </a:ext>
                </a:extLst>
              </p14:cNvPr>
              <p14:cNvContentPartPr/>
              <p14:nvPr/>
            </p14:nvContentPartPr>
            <p14:xfrm>
              <a:off x="5864974" y="2520746"/>
              <a:ext cx="207720" cy="16380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FD88A54F-50CA-4D6D-8562-8B7C72F0BBF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55974" y="2511746"/>
                <a:ext cx="22536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7AC8B3BA-0CC4-4648-B35E-820A9C2A7298}"/>
                  </a:ext>
                </a:extLst>
              </p14:cNvPr>
              <p14:cNvContentPartPr/>
              <p14:nvPr/>
            </p14:nvContentPartPr>
            <p14:xfrm>
              <a:off x="6087814" y="2523626"/>
              <a:ext cx="139680" cy="360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7AC8B3BA-0CC4-4648-B35E-820A9C2A729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078814" y="2514986"/>
                <a:ext cx="1573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CFB02185-99AB-4C95-80F4-BB49C704A4BE}"/>
                  </a:ext>
                </a:extLst>
              </p14:cNvPr>
              <p14:cNvContentPartPr/>
              <p14:nvPr/>
            </p14:nvContentPartPr>
            <p14:xfrm>
              <a:off x="6138934" y="2610746"/>
              <a:ext cx="135000" cy="1764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CFB02185-99AB-4C95-80F4-BB49C704A4B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129934" y="2601746"/>
                <a:ext cx="15264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2D99752E-CE15-4486-AB5D-F3DA3366AFB6}"/>
                  </a:ext>
                </a:extLst>
              </p14:cNvPr>
              <p14:cNvContentPartPr/>
              <p14:nvPr/>
            </p14:nvContentPartPr>
            <p14:xfrm>
              <a:off x="6357814" y="2468186"/>
              <a:ext cx="89640" cy="14256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2D99752E-CE15-4486-AB5D-F3DA3366AFB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349174" y="2459186"/>
                <a:ext cx="10728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CC8403E2-50C9-4B5A-A669-9FC1BFB38CC1}"/>
                  </a:ext>
                </a:extLst>
              </p14:cNvPr>
              <p14:cNvContentPartPr/>
              <p14:nvPr/>
            </p14:nvContentPartPr>
            <p14:xfrm>
              <a:off x="6501094" y="2451266"/>
              <a:ext cx="115920" cy="18756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CC8403E2-50C9-4B5A-A669-9FC1BFB38CC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492094" y="2442626"/>
                <a:ext cx="13356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66491881-0805-4848-9346-E6ABCAC4800E}"/>
                  </a:ext>
                </a:extLst>
              </p14:cNvPr>
              <p14:cNvContentPartPr/>
              <p14:nvPr/>
            </p14:nvContentPartPr>
            <p14:xfrm>
              <a:off x="6679654" y="2638466"/>
              <a:ext cx="24120" cy="13104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66491881-0805-4848-9346-E6ABCAC4800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670654" y="2629466"/>
                <a:ext cx="4176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98A48CE0-CC23-45EA-9F23-7636348EAFF0}"/>
                  </a:ext>
                </a:extLst>
              </p14:cNvPr>
              <p14:cNvContentPartPr/>
              <p14:nvPr/>
            </p14:nvContentPartPr>
            <p14:xfrm>
              <a:off x="6777214" y="2491586"/>
              <a:ext cx="45720" cy="28944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98A48CE0-CC23-45EA-9F23-7636348EAFF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768214" y="2482946"/>
                <a:ext cx="6336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6E59231B-9302-4648-A828-7857B450964B}"/>
                  </a:ext>
                </a:extLst>
              </p14:cNvPr>
              <p14:cNvContentPartPr/>
              <p14:nvPr/>
            </p14:nvContentPartPr>
            <p14:xfrm>
              <a:off x="6796294" y="2504546"/>
              <a:ext cx="160920" cy="13644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6E59231B-9302-4648-A828-7857B450964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787294" y="2495546"/>
                <a:ext cx="1785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CBE08F82-85D9-41A0-9E29-BC218158D301}"/>
                  </a:ext>
                </a:extLst>
              </p14:cNvPr>
              <p14:cNvContentPartPr/>
              <p14:nvPr/>
            </p14:nvContentPartPr>
            <p14:xfrm>
              <a:off x="7102294" y="2512106"/>
              <a:ext cx="177840" cy="9144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CBE08F82-85D9-41A0-9E29-BC218158D30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093294" y="2503106"/>
                <a:ext cx="19548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51FCAF82-0406-46DC-AC3D-68988ED46259}"/>
                  </a:ext>
                </a:extLst>
              </p14:cNvPr>
              <p14:cNvContentPartPr/>
              <p14:nvPr/>
            </p14:nvContentPartPr>
            <p14:xfrm>
              <a:off x="7303534" y="2481146"/>
              <a:ext cx="150480" cy="106920"/>
            </p14:xfrm>
          </p:contentPart>
        </mc:Choice>
        <mc:Fallback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51FCAF82-0406-46DC-AC3D-68988ED4625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294894" y="2472146"/>
                <a:ext cx="168120" cy="12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upo 49">
            <a:extLst>
              <a:ext uri="{FF2B5EF4-FFF2-40B4-BE49-F238E27FC236}">
                <a16:creationId xmlns:a16="http://schemas.microsoft.com/office/drawing/2014/main" id="{1CAD79BA-F46B-4E6A-B3D7-AA0562D00F71}"/>
              </a:ext>
            </a:extLst>
          </p:cNvPr>
          <p:cNvGrpSpPr/>
          <p:nvPr/>
        </p:nvGrpSpPr>
        <p:grpSpPr>
          <a:xfrm>
            <a:off x="7592614" y="2440106"/>
            <a:ext cx="454320" cy="292680"/>
            <a:chOff x="7592614" y="2440106"/>
            <a:chExt cx="454320" cy="29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9FCCCDD1-4A72-43C7-A83F-6717F2036791}"/>
                    </a:ext>
                  </a:extLst>
                </p14:cNvPr>
                <p14:cNvContentPartPr/>
                <p14:nvPr/>
              </p14:nvContentPartPr>
              <p14:xfrm>
                <a:off x="7592614" y="2583746"/>
                <a:ext cx="80280" cy="2304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9FCCCDD1-4A72-43C7-A83F-6717F203679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583974" y="2574746"/>
                  <a:ext cx="979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0995A880-29FE-44E0-B021-B59A14185B94}"/>
                    </a:ext>
                  </a:extLst>
                </p14:cNvPr>
                <p14:cNvContentPartPr/>
                <p14:nvPr/>
              </p14:nvContentPartPr>
              <p14:xfrm>
                <a:off x="7790254" y="2472506"/>
                <a:ext cx="77040" cy="15048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0995A880-29FE-44E0-B021-B59A14185B9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781614" y="2463506"/>
                  <a:ext cx="946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0CE61B41-7A10-4F55-9C59-FF02715EDE95}"/>
                    </a:ext>
                  </a:extLst>
                </p14:cNvPr>
                <p14:cNvContentPartPr/>
                <p14:nvPr/>
              </p14:nvContentPartPr>
              <p14:xfrm>
                <a:off x="7992934" y="2440106"/>
                <a:ext cx="54000" cy="29268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0CE61B41-7A10-4F55-9C59-FF02715EDE9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984294" y="2431466"/>
                  <a:ext cx="71640" cy="31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15E48492-2119-400D-85FE-3DD1C85A670B}"/>
              </a:ext>
            </a:extLst>
          </p:cNvPr>
          <p:cNvGrpSpPr/>
          <p:nvPr/>
        </p:nvGrpSpPr>
        <p:grpSpPr>
          <a:xfrm>
            <a:off x="1759174" y="3013226"/>
            <a:ext cx="1262160" cy="464040"/>
            <a:chOff x="1759174" y="3013226"/>
            <a:chExt cx="1262160" cy="46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8BDD23C7-528D-472A-8008-B9B569F695EC}"/>
                    </a:ext>
                  </a:extLst>
                </p14:cNvPr>
                <p14:cNvContentPartPr/>
                <p14:nvPr/>
              </p14:nvContentPartPr>
              <p14:xfrm>
                <a:off x="1794454" y="3062546"/>
                <a:ext cx="58320" cy="41472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8BDD23C7-528D-472A-8008-B9B569F695E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785814" y="3053906"/>
                  <a:ext cx="7596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C8CE5F04-9EA6-4788-8785-D5A78448ABC3}"/>
                    </a:ext>
                  </a:extLst>
                </p14:cNvPr>
                <p14:cNvContentPartPr/>
                <p14:nvPr/>
              </p14:nvContentPartPr>
              <p14:xfrm>
                <a:off x="1759174" y="3077666"/>
                <a:ext cx="193320" cy="24300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C8CE5F04-9EA6-4788-8785-D5A78448ABC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750534" y="3068666"/>
                  <a:ext cx="2109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BBFF705B-819A-4E3A-9683-BF6F790F019B}"/>
                    </a:ext>
                  </a:extLst>
                </p14:cNvPr>
                <p14:cNvContentPartPr/>
                <p14:nvPr/>
              </p14:nvContentPartPr>
              <p14:xfrm>
                <a:off x="2019094" y="3040226"/>
                <a:ext cx="137880" cy="28008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BBFF705B-819A-4E3A-9683-BF6F790F019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010454" y="3031226"/>
                  <a:ext cx="1555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7CCF9A18-47AD-4AA8-944F-38EB899CEA13}"/>
                    </a:ext>
                  </a:extLst>
                </p14:cNvPr>
                <p14:cNvContentPartPr/>
                <p14:nvPr/>
              </p14:nvContentPartPr>
              <p14:xfrm>
                <a:off x="2140054" y="3098906"/>
                <a:ext cx="195840" cy="19944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7CCF9A18-47AD-4AA8-944F-38EB899CEA1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131054" y="3090266"/>
                  <a:ext cx="2134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A77C2D66-FF20-4FC0-924E-D729EBEF7C79}"/>
                    </a:ext>
                  </a:extLst>
                </p14:cNvPr>
                <p14:cNvContentPartPr/>
                <p14:nvPr/>
              </p14:nvContentPartPr>
              <p14:xfrm>
                <a:off x="2375854" y="3110786"/>
                <a:ext cx="154440" cy="22644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A77C2D66-FF20-4FC0-924E-D729EBEF7C7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366854" y="3102146"/>
                  <a:ext cx="1720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73463E02-2A17-40C5-98B8-B9784448BA91}"/>
                    </a:ext>
                  </a:extLst>
                </p14:cNvPr>
                <p14:cNvContentPartPr/>
                <p14:nvPr/>
              </p14:nvContentPartPr>
              <p14:xfrm>
                <a:off x="2608054" y="3066506"/>
                <a:ext cx="169560" cy="25272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73463E02-2A17-40C5-98B8-B9784448BA9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599054" y="3057506"/>
                  <a:ext cx="1872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7126BE7F-A52A-4656-B4D1-AB5BAD5B2131}"/>
                    </a:ext>
                  </a:extLst>
                </p14:cNvPr>
                <p14:cNvContentPartPr/>
                <p14:nvPr/>
              </p14:nvContentPartPr>
              <p14:xfrm>
                <a:off x="2637574" y="3161186"/>
                <a:ext cx="202680" cy="6660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7126BE7F-A52A-4656-B4D1-AB5BAD5B213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628934" y="3152186"/>
                  <a:ext cx="2203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3FE8279D-3B9F-44FD-93CE-51B4D9D53C51}"/>
                    </a:ext>
                  </a:extLst>
                </p14:cNvPr>
                <p14:cNvContentPartPr/>
                <p14:nvPr/>
              </p14:nvContentPartPr>
              <p14:xfrm>
                <a:off x="2896054" y="3013226"/>
                <a:ext cx="125280" cy="37224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3FE8279D-3B9F-44FD-93CE-51B4D9D53C5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887414" y="3004586"/>
                  <a:ext cx="142920" cy="38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4BDEB3A2-9554-4977-841D-D52B7BDEE9D0}"/>
              </a:ext>
            </a:extLst>
          </p:cNvPr>
          <p:cNvGrpSpPr/>
          <p:nvPr/>
        </p:nvGrpSpPr>
        <p:grpSpPr>
          <a:xfrm>
            <a:off x="3599854" y="3733946"/>
            <a:ext cx="509040" cy="208440"/>
            <a:chOff x="3599854" y="3733946"/>
            <a:chExt cx="509040" cy="20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EEC772BC-9F6E-49A6-B0E8-4D31282D48DB}"/>
                    </a:ext>
                  </a:extLst>
                </p14:cNvPr>
                <p14:cNvContentPartPr/>
                <p14:nvPr/>
              </p14:nvContentPartPr>
              <p14:xfrm>
                <a:off x="3599854" y="3771746"/>
                <a:ext cx="127800" cy="1656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EEC772BC-9F6E-49A6-B0E8-4D31282D48D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591214" y="3763106"/>
                  <a:ext cx="145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48276E09-F8A0-43F7-8021-CAEE4448B4B2}"/>
                    </a:ext>
                  </a:extLst>
                </p14:cNvPr>
                <p14:cNvContentPartPr/>
                <p14:nvPr/>
              </p14:nvContentPartPr>
              <p14:xfrm>
                <a:off x="3614254" y="3733946"/>
                <a:ext cx="494640" cy="20844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48276E09-F8A0-43F7-8021-CAEE4448B4B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605254" y="3725306"/>
                  <a:ext cx="512280" cy="22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407698A0-B56B-4386-899E-0271846414CC}"/>
              </a:ext>
            </a:extLst>
          </p:cNvPr>
          <p:cNvGrpSpPr/>
          <p:nvPr/>
        </p:nvGrpSpPr>
        <p:grpSpPr>
          <a:xfrm>
            <a:off x="4300054" y="3576986"/>
            <a:ext cx="1688040" cy="453240"/>
            <a:chOff x="4300054" y="3576986"/>
            <a:chExt cx="1688040" cy="45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1A9BBC70-B007-45E6-B210-5DB90B22CC1C}"/>
                    </a:ext>
                  </a:extLst>
                </p14:cNvPr>
                <p14:cNvContentPartPr/>
                <p14:nvPr/>
              </p14:nvContentPartPr>
              <p14:xfrm>
                <a:off x="4300054" y="3819986"/>
                <a:ext cx="295560" cy="4104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1A9BBC70-B007-45E6-B210-5DB90B22CC1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291414" y="3810986"/>
                  <a:ext cx="3132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64C19FA0-79A4-438F-9172-296240559AAC}"/>
                    </a:ext>
                  </a:extLst>
                </p14:cNvPr>
                <p14:cNvContentPartPr/>
                <p14:nvPr/>
              </p14:nvContentPartPr>
              <p14:xfrm>
                <a:off x="4720894" y="3763106"/>
                <a:ext cx="33480" cy="26712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64C19FA0-79A4-438F-9172-296240559AA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712254" y="3754466"/>
                  <a:ext cx="511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3FE1A126-8E59-491F-8884-7F0B91C3EFBD}"/>
                    </a:ext>
                  </a:extLst>
                </p14:cNvPr>
                <p14:cNvContentPartPr/>
                <p14:nvPr/>
              </p14:nvContentPartPr>
              <p14:xfrm>
                <a:off x="4716934" y="3712346"/>
                <a:ext cx="177840" cy="12960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3FE1A126-8E59-491F-8884-7F0B91C3EFB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708294" y="3703706"/>
                  <a:ext cx="1954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99AB62E9-C32A-4FD7-BC00-F6BCAF542405}"/>
                    </a:ext>
                  </a:extLst>
                </p14:cNvPr>
                <p14:cNvContentPartPr/>
                <p14:nvPr/>
              </p14:nvContentPartPr>
              <p14:xfrm>
                <a:off x="4963534" y="3576986"/>
                <a:ext cx="219960" cy="23724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99AB62E9-C32A-4FD7-BC00-F6BCAF54240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954534" y="3567986"/>
                  <a:ext cx="2376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0DD3D713-7DFD-4586-9D12-89B699DC112A}"/>
                    </a:ext>
                  </a:extLst>
                </p14:cNvPr>
                <p14:cNvContentPartPr/>
                <p14:nvPr/>
              </p14:nvContentPartPr>
              <p14:xfrm>
                <a:off x="5233894" y="3692546"/>
                <a:ext cx="59760" cy="6156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0DD3D713-7DFD-4586-9D12-89B699DC112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224894" y="3683546"/>
                  <a:ext cx="774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B3D098A4-7509-4F66-BD80-94C5AF5A17F6}"/>
                    </a:ext>
                  </a:extLst>
                </p14:cNvPr>
                <p14:cNvContentPartPr/>
                <p14:nvPr/>
              </p14:nvContentPartPr>
              <p14:xfrm>
                <a:off x="5233894" y="3657626"/>
                <a:ext cx="311040" cy="9288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B3D098A4-7509-4F66-BD80-94C5AF5A17F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224894" y="3648626"/>
                  <a:ext cx="3286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F041F20F-7E07-47EE-A697-8C88D2106A42}"/>
                    </a:ext>
                  </a:extLst>
                </p14:cNvPr>
                <p14:cNvContentPartPr/>
                <p14:nvPr/>
              </p14:nvContentPartPr>
              <p14:xfrm>
                <a:off x="5589214" y="3634586"/>
                <a:ext cx="113760" cy="11628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F041F20F-7E07-47EE-A697-8C88D2106A4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580574" y="3625946"/>
                  <a:ext cx="1314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E484468D-AAA8-4D78-A593-716F7A78FAD8}"/>
                    </a:ext>
                  </a:extLst>
                </p14:cNvPr>
                <p14:cNvContentPartPr/>
                <p14:nvPr/>
              </p14:nvContentPartPr>
              <p14:xfrm>
                <a:off x="5706574" y="3656186"/>
                <a:ext cx="250560" cy="13356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E484468D-AAA8-4D78-A593-716F7A78FAD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697934" y="3647186"/>
                  <a:ext cx="2682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B4D26282-6980-4714-B5BA-E5DB6236F375}"/>
                    </a:ext>
                  </a:extLst>
                </p14:cNvPr>
                <p14:cNvContentPartPr/>
                <p14:nvPr/>
              </p14:nvContentPartPr>
              <p14:xfrm>
                <a:off x="5987734" y="3852026"/>
                <a:ext cx="360" cy="36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B4D26282-6980-4714-B5BA-E5DB6236F37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978734" y="384338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3C4CD0A3-E168-4377-901A-356BDFD9FEFC}"/>
                  </a:ext>
                </a:extLst>
              </p14:cNvPr>
              <p14:cNvContentPartPr/>
              <p14:nvPr/>
            </p14:nvContentPartPr>
            <p14:xfrm>
              <a:off x="5473294" y="635066"/>
              <a:ext cx="1283040" cy="168480"/>
            </p14:xfrm>
          </p:contentPart>
        </mc:Choice>
        <mc:Fallback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3C4CD0A3-E168-4377-901A-356BDFD9FEFC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5464294" y="626426"/>
                <a:ext cx="130068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C73D5C15-7DF7-43A1-A3AF-36E48D2E4789}"/>
                  </a:ext>
                </a:extLst>
              </p14:cNvPr>
              <p14:cNvContentPartPr/>
              <p14:nvPr/>
            </p14:nvContentPartPr>
            <p14:xfrm>
              <a:off x="6179254" y="338066"/>
              <a:ext cx="237600" cy="179640"/>
            </p14:xfrm>
          </p:contentPart>
        </mc:Choice>
        <mc:Fallback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C73D5C15-7DF7-43A1-A3AF-36E48D2E478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6170614" y="329426"/>
                <a:ext cx="255240" cy="19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upo 76">
            <a:extLst>
              <a:ext uri="{FF2B5EF4-FFF2-40B4-BE49-F238E27FC236}">
                <a16:creationId xmlns:a16="http://schemas.microsoft.com/office/drawing/2014/main" id="{4DEF5F45-E1B2-4530-A4D9-E2437C0824C0}"/>
              </a:ext>
            </a:extLst>
          </p:cNvPr>
          <p:cNvGrpSpPr/>
          <p:nvPr/>
        </p:nvGrpSpPr>
        <p:grpSpPr>
          <a:xfrm>
            <a:off x="3332014" y="2975786"/>
            <a:ext cx="2385360" cy="376560"/>
            <a:chOff x="3332014" y="2975786"/>
            <a:chExt cx="2385360" cy="37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907C1723-29ED-461B-8B12-5E67A9672FA4}"/>
                    </a:ext>
                  </a:extLst>
                </p14:cNvPr>
                <p14:cNvContentPartPr/>
                <p14:nvPr/>
              </p14:nvContentPartPr>
              <p14:xfrm>
                <a:off x="3332014" y="3137786"/>
                <a:ext cx="316080" cy="14940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907C1723-29ED-461B-8B12-5E67A9672FA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323014" y="3128786"/>
                  <a:ext cx="333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563F32AA-CEB0-4167-961B-A8CCC39FED56}"/>
                    </a:ext>
                  </a:extLst>
                </p14:cNvPr>
                <p14:cNvContentPartPr/>
                <p14:nvPr/>
              </p14:nvContentPartPr>
              <p14:xfrm>
                <a:off x="3756094" y="3060746"/>
                <a:ext cx="511200" cy="22860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563F32AA-CEB0-4167-961B-A8CCC39FED5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747094" y="3052106"/>
                  <a:ext cx="5288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780B9AF0-6B08-465C-97CA-5FB8C4524496}"/>
                    </a:ext>
                  </a:extLst>
                </p14:cNvPr>
                <p14:cNvContentPartPr/>
                <p14:nvPr/>
              </p14:nvContentPartPr>
              <p14:xfrm>
                <a:off x="4303294" y="3036986"/>
                <a:ext cx="225720" cy="31536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780B9AF0-6B08-465C-97CA-5FB8C452449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294654" y="3027986"/>
                  <a:ext cx="24336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7301521B-99AB-47C4-B1FF-5C861A9D3970}"/>
                    </a:ext>
                  </a:extLst>
                </p14:cNvPr>
                <p14:cNvContentPartPr/>
                <p14:nvPr/>
              </p14:nvContentPartPr>
              <p14:xfrm>
                <a:off x="4626574" y="3008906"/>
                <a:ext cx="113400" cy="30132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7301521B-99AB-47C4-B1FF-5C861A9D397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617574" y="3000266"/>
                  <a:ext cx="13104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2D1CECA9-2EE7-4D3C-9548-C0B32D161008}"/>
                    </a:ext>
                  </a:extLst>
                </p14:cNvPr>
                <p14:cNvContentPartPr/>
                <p14:nvPr/>
              </p14:nvContentPartPr>
              <p14:xfrm>
                <a:off x="4756174" y="3069026"/>
                <a:ext cx="190800" cy="24156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2D1CECA9-2EE7-4D3C-9548-C0B32D16100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747534" y="3060386"/>
                  <a:ext cx="2084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904D5CC3-CF48-476A-BF7C-4609F4E07C00}"/>
                    </a:ext>
                  </a:extLst>
                </p14:cNvPr>
                <p14:cNvContentPartPr/>
                <p14:nvPr/>
              </p14:nvContentPartPr>
              <p14:xfrm>
                <a:off x="5044534" y="3062546"/>
                <a:ext cx="184680" cy="13068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904D5CC3-CF48-476A-BF7C-4609F4E07C0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035894" y="3053906"/>
                  <a:ext cx="2023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48C8AF21-EB48-4F1E-AFCC-CA343500E7FE}"/>
                    </a:ext>
                  </a:extLst>
                </p14:cNvPr>
                <p14:cNvContentPartPr/>
                <p14:nvPr/>
              </p14:nvContentPartPr>
              <p14:xfrm>
                <a:off x="5111134" y="3252266"/>
                <a:ext cx="185040" cy="3456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48C8AF21-EB48-4F1E-AFCC-CA343500E7F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102494" y="3243266"/>
                  <a:ext cx="2026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F68496BC-5664-4DBC-8AE8-5180D6FCA704}"/>
                    </a:ext>
                  </a:extLst>
                </p14:cNvPr>
                <p14:cNvContentPartPr/>
                <p14:nvPr/>
              </p14:nvContentPartPr>
              <p14:xfrm>
                <a:off x="5676694" y="2975786"/>
                <a:ext cx="40680" cy="32076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F68496BC-5664-4DBC-8AE8-5180D6FCA70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668054" y="2967146"/>
                  <a:ext cx="583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CAE84428-A3F5-471A-85D6-FEDDD702B643}"/>
                    </a:ext>
                  </a:extLst>
                </p14:cNvPr>
                <p14:cNvContentPartPr/>
                <p14:nvPr/>
              </p14:nvContentPartPr>
              <p14:xfrm>
                <a:off x="5327854" y="2995226"/>
                <a:ext cx="160560" cy="28332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CAE84428-A3F5-471A-85D6-FEDDD702B64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319214" y="2986226"/>
                  <a:ext cx="1782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D284E1DA-064D-41A6-99BB-E828BF299B24}"/>
                    </a:ext>
                  </a:extLst>
                </p14:cNvPr>
                <p14:cNvContentPartPr/>
                <p14:nvPr/>
              </p14:nvContentPartPr>
              <p14:xfrm>
                <a:off x="5340814" y="3102146"/>
                <a:ext cx="208800" cy="4644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D284E1DA-064D-41A6-99BB-E828BF299B2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332174" y="3093506"/>
                  <a:ext cx="22644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40F206EB-62D8-42BC-AFCB-A065EB2EB5FE}"/>
              </a:ext>
            </a:extLst>
          </p:cNvPr>
          <p:cNvGrpSpPr/>
          <p:nvPr/>
        </p:nvGrpSpPr>
        <p:grpSpPr>
          <a:xfrm>
            <a:off x="6177454" y="3387266"/>
            <a:ext cx="1691640" cy="477000"/>
            <a:chOff x="6177454" y="3387266"/>
            <a:chExt cx="1691640" cy="47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F64A9BFC-545D-437F-9694-9038BD2B4F02}"/>
                    </a:ext>
                  </a:extLst>
                </p14:cNvPr>
                <p14:cNvContentPartPr/>
                <p14:nvPr/>
              </p14:nvContentPartPr>
              <p14:xfrm>
                <a:off x="6177454" y="3455666"/>
                <a:ext cx="123840" cy="37476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F64A9BFC-545D-437F-9694-9038BD2B4F0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168454" y="3446666"/>
                  <a:ext cx="1414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3A60907E-1EA9-4068-9125-23B8C4517650}"/>
                    </a:ext>
                  </a:extLst>
                </p14:cNvPr>
                <p14:cNvContentPartPr/>
                <p14:nvPr/>
              </p14:nvContentPartPr>
              <p14:xfrm>
                <a:off x="6343774" y="3559346"/>
                <a:ext cx="100440" cy="15876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3A60907E-1EA9-4068-9125-23B8C451765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334774" y="3550346"/>
                  <a:ext cx="1180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34E31204-0F8B-41C1-B1CE-239831E9238C}"/>
                    </a:ext>
                  </a:extLst>
                </p14:cNvPr>
                <p14:cNvContentPartPr/>
                <p14:nvPr/>
              </p14:nvContentPartPr>
              <p14:xfrm>
                <a:off x="6496054" y="3530906"/>
                <a:ext cx="97920" cy="17748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34E31204-0F8B-41C1-B1CE-239831E9238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487414" y="3522266"/>
                  <a:ext cx="1155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58E1346A-4796-4D0B-AFAF-2EDCF42358FA}"/>
                    </a:ext>
                  </a:extLst>
                </p14:cNvPr>
                <p14:cNvContentPartPr/>
                <p14:nvPr/>
              </p14:nvContentPartPr>
              <p14:xfrm>
                <a:off x="6664174" y="3696866"/>
                <a:ext cx="56160" cy="13212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58E1346A-4796-4D0B-AFAF-2EDCF42358F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655174" y="3687866"/>
                  <a:ext cx="738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76134771-8B90-4E72-86D3-A33D049DA370}"/>
                    </a:ext>
                  </a:extLst>
                </p14:cNvPr>
                <p14:cNvContentPartPr/>
                <p14:nvPr/>
              </p14:nvContentPartPr>
              <p14:xfrm>
                <a:off x="7063054" y="3694706"/>
                <a:ext cx="26640" cy="15372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76134771-8B90-4E72-86D3-A33D049DA37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054054" y="3685706"/>
                  <a:ext cx="442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D23C6BBC-AB4B-4ADC-80EC-47B69A090265}"/>
                    </a:ext>
                  </a:extLst>
                </p14:cNvPr>
                <p14:cNvContentPartPr/>
                <p14:nvPr/>
              </p14:nvContentPartPr>
              <p14:xfrm>
                <a:off x="7213174" y="3540266"/>
                <a:ext cx="119520" cy="14724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D23C6BBC-AB4B-4ADC-80EC-47B69A09026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204534" y="3531626"/>
                  <a:ext cx="1371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BC8B5D1D-6583-4C79-9000-83C4E8761A8A}"/>
                    </a:ext>
                  </a:extLst>
                </p14:cNvPr>
                <p14:cNvContentPartPr/>
                <p14:nvPr/>
              </p14:nvContentPartPr>
              <p14:xfrm>
                <a:off x="7407214" y="3664826"/>
                <a:ext cx="31320" cy="5184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BC8B5D1D-6583-4C79-9000-83C4E8761A8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398214" y="3655826"/>
                  <a:ext cx="48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CDFA44D9-C069-419C-B65F-32B2BD120B87}"/>
                    </a:ext>
                  </a:extLst>
                </p14:cNvPr>
                <p14:cNvContentPartPr/>
                <p14:nvPr/>
              </p14:nvContentPartPr>
              <p14:xfrm>
                <a:off x="7587214" y="3472946"/>
                <a:ext cx="54720" cy="21780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CDFA44D9-C069-419C-B65F-32B2BD120B8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578574" y="3463946"/>
                  <a:ext cx="723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E9E4B3EE-08E1-4886-BEA4-85062B73226E}"/>
                    </a:ext>
                  </a:extLst>
                </p14:cNvPr>
                <p14:cNvContentPartPr/>
                <p14:nvPr/>
              </p14:nvContentPartPr>
              <p14:xfrm>
                <a:off x="7677574" y="3387266"/>
                <a:ext cx="191520" cy="47700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E9E4B3EE-08E1-4886-BEA4-85062B73226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668574" y="3378266"/>
                  <a:ext cx="20916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1C4E32C4-09DE-4DAF-A286-D482CE74A5A4}"/>
                    </a:ext>
                  </a:extLst>
                </p14:cNvPr>
                <p14:cNvContentPartPr/>
                <p14:nvPr/>
              </p14:nvContentPartPr>
              <p14:xfrm>
                <a:off x="6807094" y="3500666"/>
                <a:ext cx="138240" cy="22680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1C4E32C4-09DE-4DAF-A286-D482CE74A5A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798094" y="3492026"/>
                  <a:ext cx="1558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A073E6B7-7CAD-49D8-973B-CED9C9CC28E9}"/>
                    </a:ext>
                  </a:extLst>
                </p14:cNvPr>
                <p14:cNvContentPartPr/>
                <p14:nvPr/>
              </p14:nvContentPartPr>
              <p14:xfrm>
                <a:off x="6792694" y="3597146"/>
                <a:ext cx="167040" cy="2268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A073E6B7-7CAD-49D8-973B-CED9C9CC28E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783694" y="3588506"/>
                  <a:ext cx="18468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upo 95">
            <a:extLst>
              <a:ext uri="{FF2B5EF4-FFF2-40B4-BE49-F238E27FC236}">
                <a16:creationId xmlns:a16="http://schemas.microsoft.com/office/drawing/2014/main" id="{95A8F21D-6E60-48D5-B734-C281A744B9C9}"/>
              </a:ext>
            </a:extLst>
          </p:cNvPr>
          <p:cNvGrpSpPr/>
          <p:nvPr/>
        </p:nvGrpSpPr>
        <p:grpSpPr>
          <a:xfrm>
            <a:off x="1290814" y="4664906"/>
            <a:ext cx="1557000" cy="460800"/>
            <a:chOff x="1290814" y="4664906"/>
            <a:chExt cx="1557000" cy="46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0061B273-A1BC-439A-90EF-E09AF24A9B06}"/>
                    </a:ext>
                  </a:extLst>
                </p14:cNvPr>
                <p14:cNvContentPartPr/>
                <p14:nvPr/>
              </p14:nvContentPartPr>
              <p14:xfrm>
                <a:off x="1290814" y="4665986"/>
                <a:ext cx="277920" cy="45972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0061B273-A1BC-439A-90EF-E09AF24A9B0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282174" y="4656986"/>
                  <a:ext cx="29556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69CB7A60-0096-445F-97BC-6608100B3D90}"/>
                    </a:ext>
                  </a:extLst>
                </p14:cNvPr>
                <p14:cNvContentPartPr/>
                <p14:nvPr/>
              </p14:nvContentPartPr>
              <p14:xfrm>
                <a:off x="1492054" y="4677866"/>
                <a:ext cx="259920" cy="30276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69CB7A60-0096-445F-97BC-6608100B3D9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483414" y="4669226"/>
                  <a:ext cx="27756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4A872D68-98EC-4B49-ABFC-EC58FBB5F900}"/>
                    </a:ext>
                  </a:extLst>
                </p14:cNvPr>
                <p14:cNvContentPartPr/>
                <p14:nvPr/>
              </p14:nvContentPartPr>
              <p14:xfrm>
                <a:off x="1762054" y="4829066"/>
                <a:ext cx="167400" cy="18756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4A872D68-98EC-4B49-ABFC-EC58FBB5F90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753414" y="4820426"/>
                  <a:ext cx="1850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75B676DA-E292-4D69-95CD-8E0F377B65AD}"/>
                    </a:ext>
                  </a:extLst>
                </p14:cNvPr>
                <p14:cNvContentPartPr/>
                <p14:nvPr/>
              </p14:nvContentPartPr>
              <p14:xfrm>
                <a:off x="1984894" y="4664906"/>
                <a:ext cx="549360" cy="37368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75B676DA-E292-4D69-95CD-8E0F377B65A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976254" y="4656266"/>
                  <a:ext cx="56700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BD0FC57B-32AE-4FA4-BD44-730567D239F4}"/>
                    </a:ext>
                  </a:extLst>
                </p14:cNvPr>
                <p14:cNvContentPartPr/>
                <p14:nvPr/>
              </p14:nvContentPartPr>
              <p14:xfrm>
                <a:off x="2513014" y="4770386"/>
                <a:ext cx="146880" cy="17172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BD0FC57B-32AE-4FA4-BD44-730567D239F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504014" y="4761386"/>
                  <a:ext cx="1645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1F417985-122D-408F-A634-514F6FD5DAB1}"/>
                    </a:ext>
                  </a:extLst>
                </p14:cNvPr>
                <p14:cNvContentPartPr/>
                <p14:nvPr/>
              </p14:nvContentPartPr>
              <p14:xfrm>
                <a:off x="2717134" y="4736906"/>
                <a:ext cx="130680" cy="21672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1F417985-122D-408F-A634-514F6FD5DAB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708134" y="4728266"/>
                  <a:ext cx="148320" cy="23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upo 94">
            <a:extLst>
              <a:ext uri="{FF2B5EF4-FFF2-40B4-BE49-F238E27FC236}">
                <a16:creationId xmlns:a16="http://schemas.microsoft.com/office/drawing/2014/main" id="{0F309C92-413F-4787-B911-8BDFB69A09F2}"/>
              </a:ext>
            </a:extLst>
          </p:cNvPr>
          <p:cNvGrpSpPr/>
          <p:nvPr/>
        </p:nvGrpSpPr>
        <p:grpSpPr>
          <a:xfrm>
            <a:off x="3147334" y="4608386"/>
            <a:ext cx="1643760" cy="353880"/>
            <a:chOff x="3147334" y="4608386"/>
            <a:chExt cx="1643760" cy="35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C2D71257-5490-48F1-BB8C-337605B0173D}"/>
                    </a:ext>
                  </a:extLst>
                </p14:cNvPr>
                <p14:cNvContentPartPr/>
                <p14:nvPr/>
              </p14:nvContentPartPr>
              <p14:xfrm>
                <a:off x="3147334" y="4741226"/>
                <a:ext cx="125280" cy="18684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C2D71257-5490-48F1-BB8C-337605B0173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138694" y="4732586"/>
                  <a:ext cx="1429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9AE05F17-1AC8-419F-9613-0DC164DED01F}"/>
                    </a:ext>
                  </a:extLst>
                </p14:cNvPr>
                <p14:cNvContentPartPr/>
                <p14:nvPr/>
              </p14:nvContentPartPr>
              <p14:xfrm>
                <a:off x="3325894" y="4758506"/>
                <a:ext cx="335160" cy="20376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9AE05F17-1AC8-419F-9613-0DC164DED01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316894" y="4749506"/>
                  <a:ext cx="3528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5F084A2B-E4E9-4B91-B6BB-BDC425AD79ED}"/>
                    </a:ext>
                  </a:extLst>
                </p14:cNvPr>
                <p14:cNvContentPartPr/>
                <p14:nvPr/>
              </p14:nvContentPartPr>
              <p14:xfrm>
                <a:off x="3677254" y="4608386"/>
                <a:ext cx="92160" cy="30024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5F084A2B-E4E9-4B91-B6BB-BDC425AD79E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668614" y="4599746"/>
                  <a:ext cx="1098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9D160915-60EB-4517-B6D5-E4D69C3703A1}"/>
                    </a:ext>
                  </a:extLst>
                </p14:cNvPr>
                <p14:cNvContentPartPr/>
                <p14:nvPr/>
              </p14:nvContentPartPr>
              <p14:xfrm>
                <a:off x="3685534" y="4775786"/>
                <a:ext cx="231480" cy="16272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9D160915-60EB-4517-B6D5-E4D69C3703A1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676894" y="4766786"/>
                  <a:ext cx="2491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9701B649-C8B7-4730-A7FD-37539D390B2B}"/>
                    </a:ext>
                  </a:extLst>
                </p14:cNvPr>
                <p14:cNvContentPartPr/>
                <p14:nvPr/>
              </p14:nvContentPartPr>
              <p14:xfrm>
                <a:off x="3924934" y="4715666"/>
                <a:ext cx="420120" cy="22320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9701B649-C8B7-4730-A7FD-37539D390B2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916294" y="4706666"/>
                  <a:ext cx="4377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3CDB4CDD-E3D8-4C59-A4E2-E1D782A6CE5A}"/>
                    </a:ext>
                  </a:extLst>
                </p14:cNvPr>
                <p14:cNvContentPartPr/>
                <p14:nvPr/>
              </p14:nvContentPartPr>
              <p14:xfrm>
                <a:off x="4389334" y="4730426"/>
                <a:ext cx="106560" cy="14220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3CDB4CDD-E3D8-4C59-A4E2-E1D782A6CE5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380694" y="4721786"/>
                  <a:ext cx="1242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06BC8A12-39DE-42A7-B33C-32004FE732E6}"/>
                    </a:ext>
                  </a:extLst>
                </p14:cNvPr>
                <p14:cNvContentPartPr/>
                <p14:nvPr/>
              </p14:nvContentPartPr>
              <p14:xfrm>
                <a:off x="4605694" y="4676786"/>
                <a:ext cx="80640" cy="20628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06BC8A12-39DE-42A7-B33C-32004FE732E6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596694" y="4668146"/>
                  <a:ext cx="982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0AD55A1C-B53C-4DE0-BA60-B74B856541F5}"/>
                    </a:ext>
                  </a:extLst>
                </p14:cNvPr>
                <p14:cNvContentPartPr/>
                <p14:nvPr/>
              </p14:nvContentPartPr>
              <p14:xfrm>
                <a:off x="4790734" y="4892426"/>
                <a:ext cx="360" cy="36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0AD55A1C-B53C-4DE0-BA60-B74B856541F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782094" y="48834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91219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BB6C1B6-CDCB-4DF2-820D-72E14519C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060" y="650391"/>
            <a:ext cx="9959009" cy="4345679"/>
          </a:xfrm>
          <a:prstGeom prst="rect">
            <a:avLst/>
          </a:prstGeom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678A87F5-4A54-4DB3-A210-2BB27F78E836}"/>
              </a:ext>
            </a:extLst>
          </p:cNvPr>
          <p:cNvGrpSpPr/>
          <p:nvPr/>
        </p:nvGrpSpPr>
        <p:grpSpPr>
          <a:xfrm>
            <a:off x="1340854" y="5029226"/>
            <a:ext cx="329400" cy="403200"/>
            <a:chOff x="1340854" y="5029226"/>
            <a:chExt cx="329400" cy="40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265672CA-BFA6-46BB-AEF4-FA15E97240FB}"/>
                    </a:ext>
                  </a:extLst>
                </p14:cNvPr>
                <p14:cNvContentPartPr/>
                <p14:nvPr/>
              </p14:nvContentPartPr>
              <p14:xfrm>
                <a:off x="1340854" y="5175746"/>
                <a:ext cx="199080" cy="20844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265672CA-BFA6-46BB-AEF4-FA15E97240F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32214" y="5166746"/>
                  <a:ext cx="2167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DAFE93FF-78FA-40FC-A724-F71A81F8AA03}"/>
                    </a:ext>
                  </a:extLst>
                </p14:cNvPr>
                <p14:cNvContentPartPr/>
                <p14:nvPr/>
              </p14:nvContentPartPr>
              <p14:xfrm>
                <a:off x="1544614" y="5029226"/>
                <a:ext cx="125640" cy="40320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DAFE93FF-78FA-40FC-A724-F71A81F8AA0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35614" y="5020586"/>
                  <a:ext cx="143280" cy="42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2E24A115-823D-49F0-9BD5-F9ACF293A994}"/>
                  </a:ext>
                </a:extLst>
              </p14:cNvPr>
              <p14:cNvContentPartPr/>
              <p14:nvPr/>
            </p14:nvContentPartPr>
            <p14:xfrm>
              <a:off x="3875974" y="1534706"/>
              <a:ext cx="709920" cy="10368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2E24A115-823D-49F0-9BD5-F9ACF293A99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67334" y="1525706"/>
                <a:ext cx="727560" cy="12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upo 29">
            <a:extLst>
              <a:ext uri="{FF2B5EF4-FFF2-40B4-BE49-F238E27FC236}">
                <a16:creationId xmlns:a16="http://schemas.microsoft.com/office/drawing/2014/main" id="{7BC673CB-2B3E-43A5-A248-816FF5C3E58F}"/>
              </a:ext>
            </a:extLst>
          </p:cNvPr>
          <p:cNvGrpSpPr/>
          <p:nvPr/>
        </p:nvGrpSpPr>
        <p:grpSpPr>
          <a:xfrm>
            <a:off x="3301774" y="4899626"/>
            <a:ext cx="1296000" cy="639000"/>
            <a:chOff x="3301774" y="4899626"/>
            <a:chExt cx="1296000" cy="63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091AE27A-20C6-4B19-B7CA-BE9B6FC4F3CE}"/>
                    </a:ext>
                  </a:extLst>
                </p14:cNvPr>
                <p14:cNvContentPartPr/>
                <p14:nvPr/>
              </p14:nvContentPartPr>
              <p14:xfrm>
                <a:off x="3753574" y="5350706"/>
                <a:ext cx="112320" cy="18792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091AE27A-20C6-4B19-B7CA-BE9B6FC4F3C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44574" y="5342066"/>
                  <a:ext cx="1299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68212118-9207-47D9-9B22-634DA291C5BB}"/>
                    </a:ext>
                  </a:extLst>
                </p14:cNvPr>
                <p14:cNvContentPartPr/>
                <p14:nvPr/>
              </p14:nvContentPartPr>
              <p14:xfrm>
                <a:off x="4060654" y="5232626"/>
                <a:ext cx="157680" cy="19476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68212118-9207-47D9-9B22-634DA291C5B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052014" y="5223626"/>
                  <a:ext cx="1753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38011169-A2FB-4F52-9074-379DF8A50628}"/>
                    </a:ext>
                  </a:extLst>
                </p14:cNvPr>
                <p14:cNvContentPartPr/>
                <p14:nvPr/>
              </p14:nvContentPartPr>
              <p14:xfrm>
                <a:off x="4227694" y="5210306"/>
                <a:ext cx="124560" cy="18288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38011169-A2FB-4F52-9074-379DF8A5062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19054" y="5201666"/>
                  <a:ext cx="1422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87D120F8-4C6C-4175-8CA3-05326628DECE}"/>
                    </a:ext>
                  </a:extLst>
                </p14:cNvPr>
                <p14:cNvContentPartPr/>
                <p14:nvPr/>
              </p14:nvContentPartPr>
              <p14:xfrm>
                <a:off x="4337134" y="5097266"/>
                <a:ext cx="118080" cy="7956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87D120F8-4C6C-4175-8CA3-05326628DEC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328134" y="5088626"/>
                  <a:ext cx="1357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1CB13256-5354-494C-BBCF-6EF045243006}"/>
                    </a:ext>
                  </a:extLst>
                </p14:cNvPr>
                <p14:cNvContentPartPr/>
                <p14:nvPr/>
              </p14:nvContentPartPr>
              <p14:xfrm>
                <a:off x="4520374" y="5072066"/>
                <a:ext cx="77400" cy="36144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1CB13256-5354-494C-BBCF-6EF04524300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511734" y="5063426"/>
                  <a:ext cx="9504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C406B20C-5559-46AF-9148-AD83DC4AFB27}"/>
                    </a:ext>
                  </a:extLst>
                </p14:cNvPr>
                <p14:cNvContentPartPr/>
                <p14:nvPr/>
              </p14:nvContentPartPr>
              <p14:xfrm>
                <a:off x="3301774" y="5210666"/>
                <a:ext cx="137880" cy="19080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C406B20C-5559-46AF-9148-AD83DC4AFB2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292774" y="5201666"/>
                  <a:ext cx="1555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762DE987-CD6B-4E3E-8648-32D55EF5BFD7}"/>
                    </a:ext>
                  </a:extLst>
                </p14:cNvPr>
                <p14:cNvContentPartPr/>
                <p14:nvPr/>
              </p14:nvContentPartPr>
              <p14:xfrm>
                <a:off x="3427054" y="5181866"/>
                <a:ext cx="158760" cy="28368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762DE987-CD6B-4E3E-8648-32D55EF5BFD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418414" y="5172866"/>
                  <a:ext cx="1764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A0199E59-1743-4086-B2EF-8FC318489F4D}"/>
                    </a:ext>
                  </a:extLst>
                </p14:cNvPr>
                <p14:cNvContentPartPr/>
                <p14:nvPr/>
              </p14:nvContentPartPr>
              <p14:xfrm>
                <a:off x="3598774" y="5217866"/>
                <a:ext cx="110520" cy="18144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A0199E59-1743-4086-B2EF-8FC318489F4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589774" y="5209226"/>
                  <a:ext cx="128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F3F46E72-868F-46F2-94E4-E853BA02FAF3}"/>
                    </a:ext>
                  </a:extLst>
                </p14:cNvPr>
                <p14:cNvContentPartPr/>
                <p14:nvPr/>
              </p14:nvContentPartPr>
              <p14:xfrm>
                <a:off x="4133374" y="4899626"/>
                <a:ext cx="27720" cy="13392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F3F46E72-868F-46F2-94E4-E853BA02FAF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124734" y="4890986"/>
                  <a:ext cx="453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3ECA2A47-3284-486B-BC9F-E18B29AD13AF}"/>
                    </a:ext>
                  </a:extLst>
                </p14:cNvPr>
                <p14:cNvContentPartPr/>
                <p14:nvPr/>
              </p14:nvContentPartPr>
              <p14:xfrm>
                <a:off x="4120414" y="5018786"/>
                <a:ext cx="77400" cy="7812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3ECA2A47-3284-486B-BC9F-E18B29AD13A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111414" y="5009786"/>
                  <a:ext cx="95040" cy="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47177F88-AB6F-4751-A2E7-CF46CF36E090}"/>
              </a:ext>
            </a:extLst>
          </p:cNvPr>
          <p:cNvGrpSpPr/>
          <p:nvPr/>
        </p:nvGrpSpPr>
        <p:grpSpPr>
          <a:xfrm>
            <a:off x="1971934" y="5112026"/>
            <a:ext cx="1267560" cy="514440"/>
            <a:chOff x="1971934" y="5112026"/>
            <a:chExt cx="1267560" cy="51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B9CBF7A1-9E01-4EE8-B5C7-949D272AE3D6}"/>
                    </a:ext>
                  </a:extLst>
                </p14:cNvPr>
                <p14:cNvContentPartPr/>
                <p14:nvPr/>
              </p14:nvContentPartPr>
              <p14:xfrm>
                <a:off x="1971934" y="5155586"/>
                <a:ext cx="281880" cy="25236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B9CBF7A1-9E01-4EE8-B5C7-949D272AE3D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962934" y="5146586"/>
                  <a:ext cx="2995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3687C028-1CEC-4493-B31B-FB3F6C21518E}"/>
                    </a:ext>
                  </a:extLst>
                </p14:cNvPr>
                <p14:cNvContentPartPr/>
                <p14:nvPr/>
              </p14:nvContentPartPr>
              <p14:xfrm>
                <a:off x="2079214" y="5141906"/>
                <a:ext cx="143280" cy="29484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3687C028-1CEC-4493-B31B-FB3F6C21518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070214" y="5132906"/>
                  <a:ext cx="1609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BEA9824C-2A83-4F40-9630-EC5020DB337E}"/>
                    </a:ext>
                  </a:extLst>
                </p14:cNvPr>
                <p14:cNvContentPartPr/>
                <p14:nvPr/>
              </p14:nvContentPartPr>
              <p14:xfrm>
                <a:off x="2356054" y="5250986"/>
                <a:ext cx="310320" cy="16344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BEA9824C-2A83-4F40-9630-EC5020DB337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347414" y="5242346"/>
                  <a:ext cx="3279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67355A23-A317-4B4F-A562-8DA758502AB2}"/>
                    </a:ext>
                  </a:extLst>
                </p14:cNvPr>
                <p14:cNvContentPartPr/>
                <p14:nvPr/>
              </p14:nvContentPartPr>
              <p14:xfrm>
                <a:off x="2822254" y="5178626"/>
                <a:ext cx="238680" cy="26928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67355A23-A317-4B4F-A562-8DA758502AB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813614" y="5169986"/>
                  <a:ext cx="2563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7183989E-660C-4527-A99D-DC3FDE145412}"/>
                    </a:ext>
                  </a:extLst>
                </p14:cNvPr>
                <p14:cNvContentPartPr/>
                <p14:nvPr/>
              </p14:nvContentPartPr>
              <p14:xfrm>
                <a:off x="3119974" y="5112026"/>
                <a:ext cx="119520" cy="32724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7183989E-660C-4527-A99D-DC3FDE14541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11334" y="5103026"/>
                  <a:ext cx="1371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A72F45E3-BB90-4C3D-8892-6AE9A9CF3841}"/>
                    </a:ext>
                  </a:extLst>
                </p14:cNvPr>
                <p14:cNvContentPartPr/>
                <p14:nvPr/>
              </p14:nvContentPartPr>
              <p14:xfrm>
                <a:off x="2237614" y="5463746"/>
                <a:ext cx="107280" cy="16272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A72F45E3-BB90-4C3D-8892-6AE9A9CF384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228614" y="5455106"/>
                  <a:ext cx="1249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808D936F-260B-4DF8-9634-D29CFF664D9F}"/>
                    </a:ext>
                  </a:extLst>
                </p14:cNvPr>
                <p14:cNvContentPartPr/>
                <p14:nvPr/>
              </p14:nvContentPartPr>
              <p14:xfrm>
                <a:off x="2248414" y="5546906"/>
                <a:ext cx="123120" cy="3348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808D936F-260B-4DF8-9634-D29CFF664D9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239414" y="5537906"/>
                  <a:ext cx="14076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73C10A7E-6178-4AA7-8816-14C76F97DEA8}"/>
              </a:ext>
            </a:extLst>
          </p:cNvPr>
          <p:cNvGrpSpPr/>
          <p:nvPr/>
        </p:nvGrpSpPr>
        <p:grpSpPr>
          <a:xfrm>
            <a:off x="2037454" y="5968466"/>
            <a:ext cx="692280" cy="397080"/>
            <a:chOff x="2037454" y="5968466"/>
            <a:chExt cx="692280" cy="39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AE4F9CB6-08D3-4E9C-8405-DF315109C3C5}"/>
                    </a:ext>
                  </a:extLst>
                </p14:cNvPr>
                <p14:cNvContentPartPr/>
                <p14:nvPr/>
              </p14:nvContentPartPr>
              <p14:xfrm>
                <a:off x="2037454" y="5968466"/>
                <a:ext cx="182520" cy="30204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AE4F9CB6-08D3-4E9C-8405-DF315109C3C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028814" y="5959826"/>
                  <a:ext cx="2001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0946E4C8-C2A6-4469-B64E-2122275B0FF8}"/>
                    </a:ext>
                  </a:extLst>
                </p14:cNvPr>
                <p14:cNvContentPartPr/>
                <p14:nvPr/>
              </p14:nvContentPartPr>
              <p14:xfrm>
                <a:off x="2131414" y="5999786"/>
                <a:ext cx="93240" cy="27432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0946E4C8-C2A6-4469-B64E-2122275B0FF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122774" y="5991146"/>
                  <a:ext cx="1108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A895BF64-4B13-449C-AD40-694B6A9D5F09}"/>
                    </a:ext>
                  </a:extLst>
                </p14:cNvPr>
                <p14:cNvContentPartPr/>
                <p14:nvPr/>
              </p14:nvContentPartPr>
              <p14:xfrm>
                <a:off x="2287654" y="6143426"/>
                <a:ext cx="131400" cy="22212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A895BF64-4B13-449C-AD40-694B6A9D5F0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278654" y="6134426"/>
                  <a:ext cx="1490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B1669CD8-41DB-4001-8D29-21F90035DBE5}"/>
                    </a:ext>
                  </a:extLst>
                </p14:cNvPr>
                <p14:cNvContentPartPr/>
                <p14:nvPr/>
              </p14:nvContentPartPr>
              <p14:xfrm>
                <a:off x="2479174" y="6011666"/>
                <a:ext cx="250560" cy="16920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B1669CD8-41DB-4001-8D29-21F90035DBE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470534" y="6003026"/>
                  <a:ext cx="26820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7469A497-322E-48A8-A804-CF9BB5ABCF8F}"/>
              </a:ext>
            </a:extLst>
          </p:cNvPr>
          <p:cNvGrpSpPr/>
          <p:nvPr/>
        </p:nvGrpSpPr>
        <p:grpSpPr>
          <a:xfrm>
            <a:off x="2907934" y="5919506"/>
            <a:ext cx="1060200" cy="405000"/>
            <a:chOff x="2907934" y="5919506"/>
            <a:chExt cx="1060200" cy="40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66F90A13-19D7-416B-AB83-BA19B1FA8E13}"/>
                    </a:ext>
                  </a:extLst>
                </p14:cNvPr>
                <p14:cNvContentPartPr/>
                <p14:nvPr/>
              </p14:nvContentPartPr>
              <p14:xfrm>
                <a:off x="2907934" y="5937866"/>
                <a:ext cx="253440" cy="26928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66F90A13-19D7-416B-AB83-BA19B1FA8E1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899294" y="5928866"/>
                  <a:ext cx="2710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271149C0-A4E3-4324-9E72-015B8EE10367}"/>
                    </a:ext>
                  </a:extLst>
                </p14:cNvPr>
                <p14:cNvContentPartPr/>
                <p14:nvPr/>
              </p14:nvContentPartPr>
              <p14:xfrm>
                <a:off x="3290254" y="5919506"/>
                <a:ext cx="84960" cy="30564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271149C0-A4E3-4324-9E72-015B8EE1036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281614" y="5910866"/>
                  <a:ext cx="1026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D7017BD9-0540-4838-9AE0-E35CF8E5FD8F}"/>
                    </a:ext>
                  </a:extLst>
                </p14:cNvPr>
                <p14:cNvContentPartPr/>
                <p14:nvPr/>
              </p14:nvContentPartPr>
              <p14:xfrm>
                <a:off x="3484294" y="5973146"/>
                <a:ext cx="128880" cy="23508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D7017BD9-0540-4838-9AE0-E35CF8E5FD8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475654" y="5964506"/>
                  <a:ext cx="1465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A50DFA9A-7E10-498F-A92E-F6C404BFC61F}"/>
                    </a:ext>
                  </a:extLst>
                </p14:cNvPr>
                <p14:cNvContentPartPr/>
                <p14:nvPr/>
              </p14:nvContentPartPr>
              <p14:xfrm>
                <a:off x="3621094" y="5988266"/>
                <a:ext cx="151200" cy="15984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A50DFA9A-7E10-498F-A92E-F6C404BFC61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612094" y="5979266"/>
                  <a:ext cx="1688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F5D2C952-E949-462E-BF03-FD2570CA972B}"/>
                    </a:ext>
                  </a:extLst>
                </p14:cNvPr>
                <p14:cNvContentPartPr/>
                <p14:nvPr/>
              </p14:nvContentPartPr>
              <p14:xfrm>
                <a:off x="3767974" y="5982506"/>
                <a:ext cx="156240" cy="17100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F5D2C952-E949-462E-BF03-FD2570CA972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758974" y="5973866"/>
                  <a:ext cx="1738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68EBB209-A907-4648-BCFD-F44C554AF880}"/>
                    </a:ext>
                  </a:extLst>
                </p14:cNvPr>
                <p14:cNvContentPartPr/>
                <p14:nvPr/>
              </p14:nvContentPartPr>
              <p14:xfrm>
                <a:off x="3916654" y="6168986"/>
                <a:ext cx="51480" cy="15552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68EBB209-A907-4648-BCFD-F44C554AF88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908014" y="6160346"/>
                  <a:ext cx="6912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upo 63">
            <a:extLst>
              <a:ext uri="{FF2B5EF4-FFF2-40B4-BE49-F238E27FC236}">
                <a16:creationId xmlns:a16="http://schemas.microsoft.com/office/drawing/2014/main" id="{521AFAC4-F5DC-49D4-8DCC-A2C04ADADB0F}"/>
              </a:ext>
            </a:extLst>
          </p:cNvPr>
          <p:cNvGrpSpPr/>
          <p:nvPr/>
        </p:nvGrpSpPr>
        <p:grpSpPr>
          <a:xfrm>
            <a:off x="4151374" y="5858666"/>
            <a:ext cx="497880" cy="390240"/>
            <a:chOff x="4151374" y="5858666"/>
            <a:chExt cx="497880" cy="39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0F7238A4-3216-4F9F-ABC9-D2F90BB70F89}"/>
                    </a:ext>
                  </a:extLst>
                </p14:cNvPr>
                <p14:cNvContentPartPr/>
                <p14:nvPr/>
              </p14:nvContentPartPr>
              <p14:xfrm>
                <a:off x="4151374" y="6046946"/>
                <a:ext cx="152640" cy="14688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0F7238A4-3216-4F9F-ABC9-D2F90BB70F8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142374" y="6037946"/>
                  <a:ext cx="1702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17E9FB8C-41C0-4B1A-AD29-5A5A6A187D0E}"/>
                    </a:ext>
                  </a:extLst>
                </p14:cNvPr>
                <p14:cNvContentPartPr/>
                <p14:nvPr/>
              </p14:nvContentPartPr>
              <p14:xfrm>
                <a:off x="4319134" y="6013826"/>
                <a:ext cx="99360" cy="16092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17E9FB8C-41C0-4B1A-AD29-5A5A6A187D0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310134" y="6005186"/>
                  <a:ext cx="1170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15F7C75C-AB56-4908-8871-B13B2D5066FB}"/>
                    </a:ext>
                  </a:extLst>
                </p14:cNvPr>
                <p14:cNvContentPartPr/>
                <p14:nvPr/>
              </p14:nvContentPartPr>
              <p14:xfrm>
                <a:off x="4402654" y="5946506"/>
                <a:ext cx="126720" cy="9936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15F7C75C-AB56-4908-8871-B13B2D5066F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393654" y="5937506"/>
                  <a:ext cx="1443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210B7ECD-FD9E-4B67-B329-96FBF2BF61EC}"/>
                    </a:ext>
                  </a:extLst>
                </p14:cNvPr>
                <p14:cNvContentPartPr/>
                <p14:nvPr/>
              </p14:nvContentPartPr>
              <p14:xfrm>
                <a:off x="4574014" y="5858666"/>
                <a:ext cx="75240" cy="39024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210B7ECD-FD9E-4B67-B329-96FBF2BF61E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565374" y="5849666"/>
                  <a:ext cx="92880" cy="40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95" name="Entrada de lápiz 94">
                <a:extLst>
                  <a:ext uri="{FF2B5EF4-FFF2-40B4-BE49-F238E27FC236}">
                    <a16:creationId xmlns:a16="http://schemas.microsoft.com/office/drawing/2014/main" id="{C595A24B-6015-41FD-8504-ED6CC2559863}"/>
                  </a:ext>
                </a:extLst>
              </p14:cNvPr>
              <p14:cNvContentPartPr/>
              <p14:nvPr/>
            </p14:nvContentPartPr>
            <p14:xfrm>
              <a:off x="8540854" y="5758946"/>
              <a:ext cx="360" cy="360"/>
            </p14:xfrm>
          </p:contentPart>
        </mc:Choice>
        <mc:Fallback>
          <p:pic>
            <p:nvPicPr>
              <p:cNvPr id="95" name="Entrada de lápiz 94">
                <a:extLst>
                  <a:ext uri="{FF2B5EF4-FFF2-40B4-BE49-F238E27FC236}">
                    <a16:creationId xmlns:a16="http://schemas.microsoft.com/office/drawing/2014/main" id="{C595A24B-6015-41FD-8504-ED6CC2559863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532214" y="574994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676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4" name="Entrada de lápiz 103">
                <a:extLst>
                  <a:ext uri="{FF2B5EF4-FFF2-40B4-BE49-F238E27FC236}">
                    <a16:creationId xmlns:a16="http://schemas.microsoft.com/office/drawing/2014/main" id="{D3D3543D-E767-4966-8721-F655449AACCE}"/>
                  </a:ext>
                </a:extLst>
              </p14:cNvPr>
              <p14:cNvContentPartPr/>
              <p14:nvPr/>
            </p14:nvContentPartPr>
            <p14:xfrm>
              <a:off x="6260254" y="3351626"/>
              <a:ext cx="39240" cy="37440"/>
            </p14:xfrm>
          </p:contentPart>
        </mc:Choice>
        <mc:Fallback>
          <p:pic>
            <p:nvPicPr>
              <p:cNvPr id="104" name="Entrada de lápiz 103">
                <a:extLst>
                  <a:ext uri="{FF2B5EF4-FFF2-40B4-BE49-F238E27FC236}">
                    <a16:creationId xmlns:a16="http://schemas.microsoft.com/office/drawing/2014/main" id="{D3D3543D-E767-4966-8721-F655449AAC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51254" y="3342986"/>
                <a:ext cx="5688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7" name="Entrada de lápiz 126">
                <a:extLst>
                  <a:ext uri="{FF2B5EF4-FFF2-40B4-BE49-F238E27FC236}">
                    <a16:creationId xmlns:a16="http://schemas.microsoft.com/office/drawing/2014/main" id="{6AA03448-40A1-428E-9744-CAC3BE32759C}"/>
                  </a:ext>
                </a:extLst>
              </p14:cNvPr>
              <p14:cNvContentPartPr/>
              <p14:nvPr/>
            </p14:nvContentPartPr>
            <p14:xfrm>
              <a:off x="9319534" y="2302226"/>
              <a:ext cx="176760" cy="383760"/>
            </p14:xfrm>
          </p:contentPart>
        </mc:Choice>
        <mc:Fallback>
          <p:pic>
            <p:nvPicPr>
              <p:cNvPr id="127" name="Entrada de lápiz 126">
                <a:extLst>
                  <a:ext uri="{FF2B5EF4-FFF2-40B4-BE49-F238E27FC236}">
                    <a16:creationId xmlns:a16="http://schemas.microsoft.com/office/drawing/2014/main" id="{6AA03448-40A1-428E-9744-CAC3BE3275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10534" y="2293226"/>
                <a:ext cx="19440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8" name="Entrada de lápiz 127">
                <a:extLst>
                  <a:ext uri="{FF2B5EF4-FFF2-40B4-BE49-F238E27FC236}">
                    <a16:creationId xmlns:a16="http://schemas.microsoft.com/office/drawing/2014/main" id="{0DD298B3-3F63-4EDA-A3B1-61555FE6BC53}"/>
                  </a:ext>
                </a:extLst>
              </p14:cNvPr>
              <p14:cNvContentPartPr/>
              <p14:nvPr/>
            </p14:nvContentPartPr>
            <p14:xfrm>
              <a:off x="9618694" y="2357666"/>
              <a:ext cx="207720" cy="253440"/>
            </p14:xfrm>
          </p:contentPart>
        </mc:Choice>
        <mc:Fallback>
          <p:pic>
            <p:nvPicPr>
              <p:cNvPr id="128" name="Entrada de lápiz 127">
                <a:extLst>
                  <a:ext uri="{FF2B5EF4-FFF2-40B4-BE49-F238E27FC236}">
                    <a16:creationId xmlns:a16="http://schemas.microsoft.com/office/drawing/2014/main" id="{0DD298B3-3F63-4EDA-A3B1-61555FE6BC5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09694" y="2349026"/>
                <a:ext cx="22536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9" name="Entrada de lápiz 128">
                <a:extLst>
                  <a:ext uri="{FF2B5EF4-FFF2-40B4-BE49-F238E27FC236}">
                    <a16:creationId xmlns:a16="http://schemas.microsoft.com/office/drawing/2014/main" id="{5FC4F766-523B-4213-A73F-7925A72F73C1}"/>
                  </a:ext>
                </a:extLst>
              </p14:cNvPr>
              <p14:cNvContentPartPr/>
              <p14:nvPr/>
            </p14:nvContentPartPr>
            <p14:xfrm>
              <a:off x="9859174" y="2538746"/>
              <a:ext cx="31320" cy="11160"/>
            </p14:xfrm>
          </p:contentPart>
        </mc:Choice>
        <mc:Fallback>
          <p:pic>
            <p:nvPicPr>
              <p:cNvPr id="129" name="Entrada de lápiz 128">
                <a:extLst>
                  <a:ext uri="{FF2B5EF4-FFF2-40B4-BE49-F238E27FC236}">
                    <a16:creationId xmlns:a16="http://schemas.microsoft.com/office/drawing/2014/main" id="{5FC4F766-523B-4213-A73F-7925A72F73C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850174" y="2530106"/>
                <a:ext cx="4896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0" name="Entrada de lápiz 129">
                <a:extLst>
                  <a:ext uri="{FF2B5EF4-FFF2-40B4-BE49-F238E27FC236}">
                    <a16:creationId xmlns:a16="http://schemas.microsoft.com/office/drawing/2014/main" id="{75988678-17FE-4CF0-B6F9-C49C241C9E01}"/>
                  </a:ext>
                </a:extLst>
              </p14:cNvPr>
              <p14:cNvContentPartPr/>
              <p14:nvPr/>
            </p14:nvContentPartPr>
            <p14:xfrm>
              <a:off x="9978334" y="2359466"/>
              <a:ext cx="107280" cy="188280"/>
            </p14:xfrm>
          </p:contentPart>
        </mc:Choice>
        <mc:Fallback>
          <p:pic>
            <p:nvPicPr>
              <p:cNvPr id="130" name="Entrada de lápiz 129">
                <a:extLst>
                  <a:ext uri="{FF2B5EF4-FFF2-40B4-BE49-F238E27FC236}">
                    <a16:creationId xmlns:a16="http://schemas.microsoft.com/office/drawing/2014/main" id="{75988678-17FE-4CF0-B6F9-C49C241C9E0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969694" y="2350466"/>
                <a:ext cx="12492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31" name="Entrada de lápiz 130">
                <a:extLst>
                  <a:ext uri="{FF2B5EF4-FFF2-40B4-BE49-F238E27FC236}">
                    <a16:creationId xmlns:a16="http://schemas.microsoft.com/office/drawing/2014/main" id="{6C9703E3-C3A7-4AD0-9BBC-B59CF75B818C}"/>
                  </a:ext>
                </a:extLst>
              </p14:cNvPr>
              <p14:cNvContentPartPr/>
              <p14:nvPr/>
            </p14:nvContentPartPr>
            <p14:xfrm>
              <a:off x="10167694" y="2161826"/>
              <a:ext cx="101880" cy="453600"/>
            </p14:xfrm>
          </p:contentPart>
        </mc:Choice>
        <mc:Fallback>
          <p:pic>
            <p:nvPicPr>
              <p:cNvPr id="131" name="Entrada de lápiz 130">
                <a:extLst>
                  <a:ext uri="{FF2B5EF4-FFF2-40B4-BE49-F238E27FC236}">
                    <a16:creationId xmlns:a16="http://schemas.microsoft.com/office/drawing/2014/main" id="{6C9703E3-C3A7-4AD0-9BBC-B59CF75B818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158694" y="2152826"/>
                <a:ext cx="119520" cy="47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upo 189">
            <a:extLst>
              <a:ext uri="{FF2B5EF4-FFF2-40B4-BE49-F238E27FC236}">
                <a16:creationId xmlns:a16="http://schemas.microsoft.com/office/drawing/2014/main" id="{C99F8446-D76B-4AA5-B67F-C8E36690E660}"/>
              </a:ext>
            </a:extLst>
          </p:cNvPr>
          <p:cNvGrpSpPr/>
          <p:nvPr/>
        </p:nvGrpSpPr>
        <p:grpSpPr>
          <a:xfrm>
            <a:off x="9358414" y="1553426"/>
            <a:ext cx="968040" cy="395640"/>
            <a:chOff x="9358414" y="1553426"/>
            <a:chExt cx="968040" cy="39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22FDB522-00EA-4BF3-8CEB-B351CA055DCC}"/>
                    </a:ext>
                  </a:extLst>
                </p14:cNvPr>
                <p14:cNvContentPartPr/>
                <p14:nvPr/>
              </p14:nvContentPartPr>
              <p14:xfrm>
                <a:off x="9646054" y="1646306"/>
                <a:ext cx="80280" cy="24048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22FDB522-00EA-4BF3-8CEB-B351CA055DC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637054" y="1637666"/>
                  <a:ext cx="979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DBF507DE-5B5C-443D-AC06-B2F4BC8FB310}"/>
                    </a:ext>
                  </a:extLst>
                </p14:cNvPr>
                <p14:cNvContentPartPr/>
                <p14:nvPr/>
              </p14:nvContentPartPr>
              <p14:xfrm>
                <a:off x="9794014" y="1671146"/>
                <a:ext cx="129240" cy="14292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DBF507DE-5B5C-443D-AC06-B2F4BC8FB31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85014" y="1662146"/>
                  <a:ext cx="1468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115A72C7-1634-480B-ADD6-312E0CBF58FA}"/>
                    </a:ext>
                  </a:extLst>
                </p14:cNvPr>
                <p14:cNvContentPartPr/>
                <p14:nvPr/>
              </p14:nvContentPartPr>
              <p14:xfrm>
                <a:off x="9953134" y="1801826"/>
                <a:ext cx="20520" cy="10548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115A72C7-1634-480B-ADD6-312E0CBF58F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944494" y="1792826"/>
                  <a:ext cx="381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32BA6591-D00D-450A-8814-C7507C5CAF99}"/>
                    </a:ext>
                  </a:extLst>
                </p14:cNvPr>
                <p14:cNvContentPartPr/>
                <p14:nvPr/>
              </p14:nvContentPartPr>
              <p14:xfrm>
                <a:off x="10092094" y="1651346"/>
                <a:ext cx="127080" cy="19476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32BA6591-D00D-450A-8814-C7507C5CAF9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083094" y="1642706"/>
                  <a:ext cx="1447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4678231C-517F-41DC-A136-3A1D87CCFE7B}"/>
                    </a:ext>
                  </a:extLst>
                </p14:cNvPr>
                <p14:cNvContentPartPr/>
                <p14:nvPr/>
              </p14:nvContentPartPr>
              <p14:xfrm>
                <a:off x="10236814" y="1553426"/>
                <a:ext cx="89640" cy="39564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4678231C-517F-41DC-A136-3A1D87CCFE7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227814" y="1544426"/>
                  <a:ext cx="10728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1F264204-C0D6-41BE-BFC9-DD17112415B2}"/>
                    </a:ext>
                  </a:extLst>
                </p14:cNvPr>
                <p14:cNvContentPartPr/>
                <p14:nvPr/>
              </p14:nvContentPartPr>
              <p14:xfrm>
                <a:off x="9358414" y="1662506"/>
                <a:ext cx="244440" cy="24084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1F264204-C0D6-41BE-BFC9-DD17112415B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349774" y="1653866"/>
                  <a:ext cx="26208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upo 212">
            <a:extLst>
              <a:ext uri="{FF2B5EF4-FFF2-40B4-BE49-F238E27FC236}">
                <a16:creationId xmlns:a16="http://schemas.microsoft.com/office/drawing/2014/main" id="{547BAD6C-4FC3-4196-8AE5-833F8E07A6F5}"/>
              </a:ext>
            </a:extLst>
          </p:cNvPr>
          <p:cNvGrpSpPr/>
          <p:nvPr/>
        </p:nvGrpSpPr>
        <p:grpSpPr>
          <a:xfrm>
            <a:off x="322774" y="5128946"/>
            <a:ext cx="389520" cy="454680"/>
            <a:chOff x="322774" y="5128946"/>
            <a:chExt cx="389520" cy="45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D2CE4D19-141D-427E-AE92-6BBDA0C3ADE1}"/>
                    </a:ext>
                  </a:extLst>
                </p14:cNvPr>
                <p14:cNvContentPartPr/>
                <p14:nvPr/>
              </p14:nvContentPartPr>
              <p14:xfrm>
                <a:off x="322774" y="5128946"/>
                <a:ext cx="223200" cy="45468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D2CE4D19-141D-427E-AE92-6BBDA0C3ADE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3774" y="5120306"/>
                  <a:ext cx="24084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B6F9949C-1EAF-4ADC-91DF-A3625E65FB81}"/>
                    </a:ext>
                  </a:extLst>
                </p14:cNvPr>
                <p14:cNvContentPartPr/>
                <p14:nvPr/>
              </p14:nvContentPartPr>
              <p14:xfrm>
                <a:off x="590614" y="5145146"/>
                <a:ext cx="121680" cy="38880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B6F9949C-1EAF-4ADC-91DF-A3625E65FB8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1614" y="5136146"/>
                  <a:ext cx="139320" cy="40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upo 221">
            <a:extLst>
              <a:ext uri="{FF2B5EF4-FFF2-40B4-BE49-F238E27FC236}">
                <a16:creationId xmlns:a16="http://schemas.microsoft.com/office/drawing/2014/main" id="{4F940725-6E37-420B-9F66-8032D42255FE}"/>
              </a:ext>
            </a:extLst>
          </p:cNvPr>
          <p:cNvGrpSpPr/>
          <p:nvPr/>
        </p:nvGrpSpPr>
        <p:grpSpPr>
          <a:xfrm>
            <a:off x="944134" y="5064866"/>
            <a:ext cx="2583360" cy="596880"/>
            <a:chOff x="944134" y="5064866"/>
            <a:chExt cx="2583360" cy="59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C404C0F9-79F9-4CD1-9A7E-A7DD4083536C}"/>
                    </a:ext>
                  </a:extLst>
                </p14:cNvPr>
                <p14:cNvContentPartPr/>
                <p14:nvPr/>
              </p14:nvContentPartPr>
              <p14:xfrm>
                <a:off x="983734" y="5262866"/>
                <a:ext cx="47880" cy="39888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C404C0F9-79F9-4CD1-9A7E-A7DD4083536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74734" y="5254226"/>
                  <a:ext cx="6552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24B5BB0C-A05A-40EE-A2B9-FF9D9B3D931E}"/>
                    </a:ext>
                  </a:extLst>
                </p14:cNvPr>
                <p14:cNvContentPartPr/>
                <p14:nvPr/>
              </p14:nvContentPartPr>
              <p14:xfrm>
                <a:off x="944134" y="5237666"/>
                <a:ext cx="279360" cy="22212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24B5BB0C-A05A-40EE-A2B9-FF9D9B3D931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35494" y="5228666"/>
                  <a:ext cx="2970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98F77F3A-3B7E-4220-BB8A-B036BE13CBC7}"/>
                    </a:ext>
                  </a:extLst>
                </p14:cNvPr>
                <p14:cNvContentPartPr/>
                <p14:nvPr/>
              </p14:nvContentPartPr>
              <p14:xfrm>
                <a:off x="1327894" y="5180426"/>
                <a:ext cx="140760" cy="35496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98F77F3A-3B7E-4220-BB8A-B036BE13CBC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318894" y="5171786"/>
                  <a:ext cx="15840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20850353-ECEE-4C42-B3AE-C560AC8E0CE0}"/>
                    </a:ext>
                  </a:extLst>
                </p14:cNvPr>
                <p14:cNvContentPartPr/>
                <p14:nvPr/>
              </p14:nvContentPartPr>
              <p14:xfrm>
                <a:off x="1489534" y="5205986"/>
                <a:ext cx="180360" cy="30996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20850353-ECEE-4C42-B3AE-C560AC8E0CE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480894" y="5197346"/>
                  <a:ext cx="1980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1AAB3CD7-7059-430B-B51A-C317843EECD8}"/>
                    </a:ext>
                  </a:extLst>
                </p14:cNvPr>
                <p14:cNvContentPartPr/>
                <p14:nvPr/>
              </p14:nvContentPartPr>
              <p14:xfrm>
                <a:off x="1798054" y="5337746"/>
                <a:ext cx="155520" cy="24876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1AAB3CD7-7059-430B-B51A-C317843EECD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89414" y="5329106"/>
                  <a:ext cx="1731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2200BA56-2D81-4F3B-9832-1B1D6E3A9784}"/>
                    </a:ext>
                  </a:extLst>
                </p14:cNvPr>
                <p14:cNvContentPartPr/>
                <p14:nvPr/>
              </p14:nvContentPartPr>
              <p14:xfrm>
                <a:off x="2109094" y="5267906"/>
                <a:ext cx="159120" cy="17856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2200BA56-2D81-4F3B-9832-1B1D6E3A978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00094" y="5258906"/>
                  <a:ext cx="1767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B3B2A838-2D0D-47CC-A3AB-C549694C8577}"/>
                    </a:ext>
                  </a:extLst>
                </p14:cNvPr>
                <p14:cNvContentPartPr/>
                <p14:nvPr/>
              </p14:nvContentPartPr>
              <p14:xfrm>
                <a:off x="2125654" y="5470586"/>
                <a:ext cx="195840" cy="468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B3B2A838-2D0D-47CC-A3AB-C549694C857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116654" y="5461946"/>
                  <a:ext cx="2134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526642A2-5B08-490C-BA8B-BD2256F2EC6C}"/>
                    </a:ext>
                  </a:extLst>
                </p14:cNvPr>
                <p14:cNvContentPartPr/>
                <p14:nvPr/>
              </p14:nvContentPartPr>
              <p14:xfrm>
                <a:off x="2442814" y="5212466"/>
                <a:ext cx="140040" cy="26856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526642A2-5B08-490C-BA8B-BD2256F2EC6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433814" y="5203466"/>
                  <a:ext cx="1576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9E44D222-2096-4CF2-AA91-8695297A6EB6}"/>
                    </a:ext>
                  </a:extLst>
                </p14:cNvPr>
                <p14:cNvContentPartPr/>
                <p14:nvPr/>
              </p14:nvContentPartPr>
              <p14:xfrm>
                <a:off x="2637574" y="5225066"/>
                <a:ext cx="196920" cy="23256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9E44D222-2096-4CF2-AA91-8695297A6EB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628934" y="5216066"/>
                  <a:ext cx="2145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51FAF757-21A6-4418-9297-4A6C9C39DE55}"/>
                    </a:ext>
                  </a:extLst>
                </p14:cNvPr>
                <p14:cNvContentPartPr/>
                <p14:nvPr/>
              </p14:nvContentPartPr>
              <p14:xfrm>
                <a:off x="2825854" y="5244866"/>
                <a:ext cx="187560" cy="18288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51FAF757-21A6-4418-9297-4A6C9C39DE5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816854" y="5235866"/>
                  <a:ext cx="2052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C47B9C52-60D3-4AFC-ADFC-744252572EF5}"/>
                    </a:ext>
                  </a:extLst>
                </p14:cNvPr>
                <p14:cNvContentPartPr/>
                <p14:nvPr/>
              </p14:nvContentPartPr>
              <p14:xfrm>
                <a:off x="3109174" y="5064866"/>
                <a:ext cx="54000" cy="44496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C47B9C52-60D3-4AFC-ADFC-744252572EF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00534" y="5055866"/>
                  <a:ext cx="7164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90C8D3FF-5A69-4750-ACCA-FEE7BE94CFCC}"/>
                    </a:ext>
                  </a:extLst>
                </p14:cNvPr>
                <p14:cNvContentPartPr/>
                <p14:nvPr/>
              </p14:nvContentPartPr>
              <p14:xfrm>
                <a:off x="3321214" y="5215706"/>
                <a:ext cx="188640" cy="3456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90C8D3FF-5A69-4750-ACCA-FEE7BE94CFC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12574" y="5207066"/>
                  <a:ext cx="2062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1F474ABA-BC2B-4AD9-8331-E645FF288E5D}"/>
                    </a:ext>
                  </a:extLst>
                </p14:cNvPr>
                <p14:cNvContentPartPr/>
                <p14:nvPr/>
              </p14:nvContentPartPr>
              <p14:xfrm>
                <a:off x="3364054" y="5329466"/>
                <a:ext cx="163440" cy="1224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1F474ABA-BC2B-4AD9-8331-E645FF288E5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55414" y="5320466"/>
                  <a:ext cx="181080" cy="2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2C0737F2-14BF-40E8-890B-18A63D40ED32}"/>
                  </a:ext>
                </a:extLst>
              </p14:cNvPr>
              <p14:cNvContentPartPr/>
              <p14:nvPr/>
            </p14:nvContentPartPr>
            <p14:xfrm>
              <a:off x="653614" y="519506"/>
              <a:ext cx="69480" cy="63972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2C0737F2-14BF-40E8-890B-18A63D40ED3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44974" y="510866"/>
                <a:ext cx="87120" cy="65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DCE70349-B02C-4D7D-ADD8-D3B2058070DD}"/>
                  </a:ext>
                </a:extLst>
              </p14:cNvPr>
              <p14:cNvContentPartPr/>
              <p14:nvPr/>
            </p14:nvContentPartPr>
            <p14:xfrm>
              <a:off x="600334" y="446066"/>
              <a:ext cx="236880" cy="32508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DCE70349-B02C-4D7D-ADD8-D3B2058070D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91694" y="437426"/>
                <a:ext cx="25452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990055DE-28E1-4187-B4F1-13A49CD67161}"/>
                  </a:ext>
                </a:extLst>
              </p14:cNvPr>
              <p14:cNvContentPartPr/>
              <p14:nvPr/>
            </p14:nvContentPartPr>
            <p14:xfrm>
              <a:off x="983734" y="398546"/>
              <a:ext cx="164520" cy="5313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990055DE-28E1-4187-B4F1-13A49CD6716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75094" y="389546"/>
                <a:ext cx="182160" cy="54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0E37C993-95AA-415B-BB5F-092B3209CE4A}"/>
                  </a:ext>
                </a:extLst>
              </p14:cNvPr>
              <p14:cNvContentPartPr/>
              <p14:nvPr/>
            </p14:nvContentPartPr>
            <p14:xfrm>
              <a:off x="1184974" y="509786"/>
              <a:ext cx="212400" cy="30528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0E37C993-95AA-415B-BB5F-092B3209CE4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175974" y="501146"/>
                <a:ext cx="23004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FA40E6B9-CB8D-448D-B68D-51FC3758BC60}"/>
                  </a:ext>
                </a:extLst>
              </p14:cNvPr>
              <p14:cNvContentPartPr/>
              <p14:nvPr/>
            </p14:nvContentPartPr>
            <p14:xfrm>
              <a:off x="1271734" y="456506"/>
              <a:ext cx="105120" cy="34956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FA40E6B9-CB8D-448D-B68D-51FC3758BC6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263094" y="447506"/>
                <a:ext cx="12276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4F11913C-8789-4A43-BA0F-89465ECAD483}"/>
                  </a:ext>
                </a:extLst>
              </p14:cNvPr>
              <p14:cNvContentPartPr/>
              <p14:nvPr/>
            </p14:nvContentPartPr>
            <p14:xfrm>
              <a:off x="1508974" y="649466"/>
              <a:ext cx="109440" cy="18756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4F11913C-8789-4A43-BA0F-89465ECAD48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499974" y="640466"/>
                <a:ext cx="1270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B5F47BAA-E724-4797-A76B-6C1DC8945F42}"/>
                  </a:ext>
                </a:extLst>
              </p14:cNvPr>
              <p14:cNvContentPartPr/>
              <p14:nvPr/>
            </p14:nvContentPartPr>
            <p14:xfrm>
              <a:off x="1518334" y="731546"/>
              <a:ext cx="139680" cy="6048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B5F47BAA-E724-4797-A76B-6C1DC8945F4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509334" y="722906"/>
                <a:ext cx="15732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1044D6AA-27A1-40FD-A75A-9CA6D2C7BAC2}"/>
                  </a:ext>
                </a:extLst>
              </p14:cNvPr>
              <p14:cNvContentPartPr/>
              <p14:nvPr/>
            </p14:nvContentPartPr>
            <p14:xfrm>
              <a:off x="1688614" y="502586"/>
              <a:ext cx="176400" cy="24444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1044D6AA-27A1-40FD-A75A-9CA6D2C7BAC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679614" y="493586"/>
                <a:ext cx="19404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65D72435-59C0-4493-B825-00AD2160868F}"/>
                  </a:ext>
                </a:extLst>
              </p14:cNvPr>
              <p14:cNvContentPartPr/>
              <p14:nvPr/>
            </p14:nvContentPartPr>
            <p14:xfrm>
              <a:off x="1739734" y="775466"/>
              <a:ext cx="226800" cy="6264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65D72435-59C0-4493-B825-00AD2160868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731094" y="766826"/>
                <a:ext cx="24444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0910EB8E-CAFC-4D66-8099-AE4470D47252}"/>
                  </a:ext>
                </a:extLst>
              </p14:cNvPr>
              <p14:cNvContentPartPr/>
              <p14:nvPr/>
            </p14:nvContentPartPr>
            <p14:xfrm>
              <a:off x="2000734" y="484946"/>
              <a:ext cx="194040" cy="32040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0910EB8E-CAFC-4D66-8099-AE4470D4725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991734" y="475946"/>
                <a:ext cx="21168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564E54D8-9B39-4443-A793-09A463A1A7D8}"/>
                  </a:ext>
                </a:extLst>
              </p14:cNvPr>
              <p14:cNvContentPartPr/>
              <p14:nvPr/>
            </p14:nvContentPartPr>
            <p14:xfrm>
              <a:off x="2263894" y="513026"/>
              <a:ext cx="220680" cy="26928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564E54D8-9B39-4443-A793-09A463A1A7D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254894" y="504386"/>
                <a:ext cx="23832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C04677B6-D752-4B59-91AE-180610305E39}"/>
                  </a:ext>
                </a:extLst>
              </p14:cNvPr>
              <p14:cNvContentPartPr/>
              <p14:nvPr/>
            </p14:nvContentPartPr>
            <p14:xfrm>
              <a:off x="2496094" y="566666"/>
              <a:ext cx="158760" cy="20700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C04677B6-D752-4B59-91AE-180610305E3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487454" y="558026"/>
                <a:ext cx="1764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72251D79-3254-40FD-A96C-5C99356B32B7}"/>
                  </a:ext>
                </a:extLst>
              </p14:cNvPr>
              <p14:cNvContentPartPr/>
              <p14:nvPr/>
            </p14:nvContentPartPr>
            <p14:xfrm>
              <a:off x="2675734" y="376946"/>
              <a:ext cx="139680" cy="41112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72251D79-3254-40FD-A96C-5C99356B32B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667094" y="368306"/>
                <a:ext cx="157320" cy="42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19775DC2-E8DC-4E3A-A3A1-FEB729C3486D}"/>
                  </a:ext>
                </a:extLst>
              </p14:cNvPr>
              <p14:cNvContentPartPr/>
              <p14:nvPr/>
            </p14:nvContentPartPr>
            <p14:xfrm>
              <a:off x="2937814" y="504386"/>
              <a:ext cx="283680" cy="11160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19775DC2-E8DC-4E3A-A3A1-FEB729C3486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928814" y="495746"/>
                <a:ext cx="30132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CEE52186-0341-4F15-AE53-41326CC37EA3}"/>
                  </a:ext>
                </a:extLst>
              </p14:cNvPr>
              <p14:cNvContentPartPr/>
              <p14:nvPr/>
            </p14:nvContentPartPr>
            <p14:xfrm>
              <a:off x="3424894" y="438146"/>
              <a:ext cx="212400" cy="32148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CEE52186-0341-4F15-AE53-41326CC37EA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415894" y="429506"/>
                <a:ext cx="23004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3568B4BE-1985-4240-8772-19280473EF3B}"/>
                  </a:ext>
                </a:extLst>
              </p14:cNvPr>
              <p14:cNvContentPartPr/>
              <p14:nvPr/>
            </p14:nvContentPartPr>
            <p14:xfrm>
              <a:off x="3741694" y="529226"/>
              <a:ext cx="250560" cy="1872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3568B4BE-1985-4240-8772-19280473EF3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732694" y="520226"/>
                <a:ext cx="26820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A42BBAEA-63B9-417B-8B77-D63837359995}"/>
                  </a:ext>
                </a:extLst>
              </p14:cNvPr>
              <p14:cNvContentPartPr/>
              <p14:nvPr/>
            </p14:nvContentPartPr>
            <p14:xfrm>
              <a:off x="4311934" y="445706"/>
              <a:ext cx="95760" cy="382680"/>
            </p14:xfrm>
          </p:contentPart>
        </mc:Choice>
        <mc:Fallback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A42BBAEA-63B9-417B-8B77-D6383735999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303294" y="436706"/>
                <a:ext cx="11340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71313448-049C-4E72-89CF-822FE26C8F6C}"/>
                  </a:ext>
                </a:extLst>
              </p14:cNvPr>
              <p14:cNvContentPartPr/>
              <p14:nvPr/>
            </p14:nvContentPartPr>
            <p14:xfrm>
              <a:off x="4245334" y="425906"/>
              <a:ext cx="195120" cy="243000"/>
            </p14:xfrm>
          </p:contentPart>
        </mc:Choice>
        <mc:Fallback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71313448-049C-4E72-89CF-822FE26C8F6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236334" y="417266"/>
                <a:ext cx="21276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7ED11743-259C-4930-B886-8EA6143EC57B}"/>
                  </a:ext>
                </a:extLst>
              </p14:cNvPr>
              <p14:cNvContentPartPr/>
              <p14:nvPr/>
            </p14:nvContentPartPr>
            <p14:xfrm>
              <a:off x="4557454" y="392066"/>
              <a:ext cx="138600" cy="31752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7ED11743-259C-4930-B886-8EA6143EC57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548454" y="383426"/>
                <a:ext cx="15624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0AA08EA5-BC9E-4A60-8ABD-A63D70594379}"/>
                  </a:ext>
                </a:extLst>
              </p14:cNvPr>
              <p14:cNvContentPartPr/>
              <p14:nvPr/>
            </p14:nvContentPartPr>
            <p14:xfrm>
              <a:off x="4805134" y="401786"/>
              <a:ext cx="199080" cy="29952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0AA08EA5-BC9E-4A60-8ABD-A63D7059437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796134" y="392786"/>
                <a:ext cx="21672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CD650935-78E1-4E29-A67C-7542E76B2E4C}"/>
                  </a:ext>
                </a:extLst>
              </p14:cNvPr>
              <p14:cNvContentPartPr/>
              <p14:nvPr/>
            </p14:nvContentPartPr>
            <p14:xfrm>
              <a:off x="4869934" y="375866"/>
              <a:ext cx="140400" cy="27468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CD650935-78E1-4E29-A67C-7542E76B2E4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861294" y="367226"/>
                <a:ext cx="15804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F0585889-81F1-4526-921E-1631DDC8613F}"/>
                  </a:ext>
                </a:extLst>
              </p14:cNvPr>
              <p14:cNvContentPartPr/>
              <p14:nvPr/>
            </p14:nvContentPartPr>
            <p14:xfrm>
              <a:off x="5103934" y="543266"/>
              <a:ext cx="107640" cy="14580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F0585889-81F1-4526-921E-1631DDC8613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095294" y="534266"/>
                <a:ext cx="12528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253CE9D5-DF6F-47B0-A2AF-584BC6256497}"/>
                  </a:ext>
                </a:extLst>
              </p14:cNvPr>
              <p14:cNvContentPartPr/>
              <p14:nvPr/>
            </p14:nvContentPartPr>
            <p14:xfrm>
              <a:off x="5108614" y="596546"/>
              <a:ext cx="170640" cy="60480"/>
            </p14:xfrm>
          </p:contentPart>
        </mc:Choice>
        <mc:Fallback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253CE9D5-DF6F-47B0-A2AF-584BC625649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099974" y="587906"/>
                <a:ext cx="18828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3457C300-0F1E-45F3-8BC0-CEB641855B42}"/>
                  </a:ext>
                </a:extLst>
              </p14:cNvPr>
              <p14:cNvContentPartPr/>
              <p14:nvPr/>
            </p14:nvContentPartPr>
            <p14:xfrm>
              <a:off x="5327854" y="421946"/>
              <a:ext cx="165960" cy="14796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3457C300-0F1E-45F3-8BC0-CEB641855B4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318854" y="413306"/>
                <a:ext cx="18360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B04C31AC-60E4-4204-B7AF-42ECE5BFED83}"/>
                  </a:ext>
                </a:extLst>
              </p14:cNvPr>
              <p14:cNvContentPartPr/>
              <p14:nvPr/>
            </p14:nvContentPartPr>
            <p14:xfrm>
              <a:off x="5591014" y="390266"/>
              <a:ext cx="138600" cy="24300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B04C31AC-60E4-4204-B7AF-42ECE5BFED8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582374" y="381626"/>
                <a:ext cx="15624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7DA43900-2624-4712-872F-CD091B662B9A}"/>
                  </a:ext>
                </a:extLst>
              </p14:cNvPr>
              <p14:cNvContentPartPr/>
              <p14:nvPr/>
            </p14:nvContentPartPr>
            <p14:xfrm>
              <a:off x="5803054" y="410066"/>
              <a:ext cx="149400" cy="19080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7DA43900-2624-4712-872F-CD091B662B9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794054" y="401426"/>
                <a:ext cx="16704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E3E385A9-B0F0-4DD4-AEB8-F979C0A8A735}"/>
                  </a:ext>
                </a:extLst>
              </p14:cNvPr>
              <p14:cNvContentPartPr/>
              <p14:nvPr/>
            </p14:nvContentPartPr>
            <p14:xfrm>
              <a:off x="5948134" y="409346"/>
              <a:ext cx="142200" cy="16488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E3E385A9-B0F0-4DD4-AEB8-F979C0A8A73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939494" y="400346"/>
                <a:ext cx="15984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097B7C60-422F-47FA-B9F0-32F4ABDFF76F}"/>
                  </a:ext>
                </a:extLst>
              </p14:cNvPr>
              <p14:cNvContentPartPr/>
              <p14:nvPr/>
            </p14:nvContentPartPr>
            <p14:xfrm>
              <a:off x="6169894" y="250586"/>
              <a:ext cx="117000" cy="46944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097B7C60-422F-47FA-B9F0-32F4ABDFF76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160894" y="241946"/>
                <a:ext cx="13464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2F469C50-9E24-4C9A-9D43-E3EF747EF88A}"/>
                  </a:ext>
                </a:extLst>
              </p14:cNvPr>
              <p14:cNvContentPartPr/>
              <p14:nvPr/>
            </p14:nvContentPartPr>
            <p14:xfrm>
              <a:off x="3186574" y="1271546"/>
              <a:ext cx="157680" cy="32400"/>
            </p14:xfrm>
          </p:contentPart>
        </mc:Choice>
        <mc:Fallback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2F469C50-9E24-4C9A-9D43-E3EF747EF88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177934" y="1262546"/>
                <a:ext cx="17532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B886F3C8-EDD1-4E89-B3E9-121BFDB2EEA7}"/>
                  </a:ext>
                </a:extLst>
              </p14:cNvPr>
              <p14:cNvContentPartPr/>
              <p14:nvPr/>
            </p14:nvContentPartPr>
            <p14:xfrm>
              <a:off x="3242734" y="1308986"/>
              <a:ext cx="168120" cy="51840"/>
            </p14:xfrm>
          </p:contentPart>
        </mc:Choice>
        <mc:Fallback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B886F3C8-EDD1-4E89-B3E9-121BFDB2EEA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233734" y="1300346"/>
                <a:ext cx="18576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A2D930BA-C689-4619-AA4D-207A6D6E982C}"/>
                  </a:ext>
                </a:extLst>
              </p14:cNvPr>
              <p14:cNvContentPartPr/>
              <p14:nvPr/>
            </p14:nvContentPartPr>
            <p14:xfrm>
              <a:off x="3625054" y="1180826"/>
              <a:ext cx="109800" cy="297000"/>
            </p14:xfrm>
          </p:contentPart>
        </mc:Choice>
        <mc:Fallback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A2D930BA-C689-4619-AA4D-207A6D6E982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616054" y="1172186"/>
                <a:ext cx="12744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28F7FE24-0E73-4DEE-BB7D-B041F3BFB93C}"/>
                  </a:ext>
                </a:extLst>
              </p14:cNvPr>
              <p14:cNvContentPartPr/>
              <p14:nvPr/>
            </p14:nvContentPartPr>
            <p14:xfrm>
              <a:off x="3853654" y="1332746"/>
              <a:ext cx="202680" cy="9000"/>
            </p14:xfrm>
          </p:contentPart>
        </mc:Choice>
        <mc:Fallback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28F7FE24-0E73-4DEE-BB7D-B041F3BFB93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844654" y="1323746"/>
                <a:ext cx="22032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5A69AEBE-FC23-4A23-9E40-D2DF0C75293E}"/>
                  </a:ext>
                </a:extLst>
              </p14:cNvPr>
              <p14:cNvContentPartPr/>
              <p14:nvPr/>
            </p14:nvContentPartPr>
            <p14:xfrm>
              <a:off x="4358374" y="1263986"/>
              <a:ext cx="70560" cy="532080"/>
            </p14:xfrm>
          </p:contentPart>
        </mc:Choice>
        <mc:Fallback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5A69AEBE-FC23-4A23-9E40-D2DF0C75293E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349734" y="1255346"/>
                <a:ext cx="88200" cy="54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4CE1173A-2297-4F6A-84A3-36B8DFABCE3E}"/>
                  </a:ext>
                </a:extLst>
              </p14:cNvPr>
              <p14:cNvContentPartPr/>
              <p14:nvPr/>
            </p14:nvContentPartPr>
            <p14:xfrm>
              <a:off x="4399054" y="1230506"/>
              <a:ext cx="207720" cy="214200"/>
            </p14:xfrm>
          </p:contentPart>
        </mc:Choice>
        <mc:Fallback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4CE1173A-2297-4F6A-84A3-36B8DFABCE3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390054" y="1221506"/>
                <a:ext cx="22536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274061DB-E44A-418F-9D8E-23308EB7D792}"/>
                  </a:ext>
                </a:extLst>
              </p14:cNvPr>
              <p14:cNvContentPartPr/>
              <p14:nvPr/>
            </p14:nvContentPartPr>
            <p14:xfrm>
              <a:off x="4737814" y="1158146"/>
              <a:ext cx="154440" cy="33768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274061DB-E44A-418F-9D8E-23308EB7D792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728814" y="1149146"/>
                <a:ext cx="17208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1427A17B-0666-4326-8C64-75BB9751DE05}"/>
                  </a:ext>
                </a:extLst>
              </p14:cNvPr>
              <p14:cNvContentPartPr/>
              <p14:nvPr/>
            </p14:nvContentPartPr>
            <p14:xfrm>
              <a:off x="4903774" y="1170746"/>
              <a:ext cx="209880" cy="24048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1427A17B-0666-4326-8C64-75BB9751DE0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895134" y="1162106"/>
                <a:ext cx="22752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4AB813D4-9F04-4EF3-8A9D-E5B5F239230B}"/>
                  </a:ext>
                </a:extLst>
              </p14:cNvPr>
              <p14:cNvContentPartPr/>
              <p14:nvPr/>
            </p14:nvContentPartPr>
            <p14:xfrm>
              <a:off x="5013574" y="1162106"/>
              <a:ext cx="117000" cy="25416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4AB813D4-9F04-4EF3-8A9D-E5B5F239230B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004574" y="1153466"/>
                <a:ext cx="13464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31AC0AF3-B04D-403A-B0AB-631B16E6238D}"/>
                  </a:ext>
                </a:extLst>
              </p14:cNvPr>
              <p14:cNvContentPartPr/>
              <p14:nvPr/>
            </p14:nvContentPartPr>
            <p14:xfrm>
              <a:off x="5294014" y="1287386"/>
              <a:ext cx="91440" cy="17532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31AC0AF3-B04D-403A-B0AB-631B16E6238D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285374" y="1278386"/>
                <a:ext cx="10908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16B6086C-4316-42EA-BE34-40A1B9753EEC}"/>
                  </a:ext>
                </a:extLst>
              </p14:cNvPr>
              <p14:cNvContentPartPr/>
              <p14:nvPr/>
            </p14:nvContentPartPr>
            <p14:xfrm>
              <a:off x="5264854" y="1402226"/>
              <a:ext cx="124200" cy="6048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16B6086C-4316-42EA-BE34-40A1B9753EEC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255854" y="1393586"/>
                <a:ext cx="14184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47" name="Entrada de lápiz 46">
                <a:extLst>
                  <a:ext uri="{FF2B5EF4-FFF2-40B4-BE49-F238E27FC236}">
                    <a16:creationId xmlns:a16="http://schemas.microsoft.com/office/drawing/2014/main" id="{CBFFEE0E-D1FB-430F-8C87-F5E16D369A4F}"/>
                  </a:ext>
                </a:extLst>
              </p14:cNvPr>
              <p14:cNvContentPartPr/>
              <p14:nvPr/>
            </p14:nvContentPartPr>
            <p14:xfrm>
              <a:off x="5575534" y="1224386"/>
              <a:ext cx="133560" cy="39960"/>
            </p14:xfrm>
          </p:contentPart>
        </mc:Choice>
        <mc:Fallback>
          <p:pic>
            <p:nvPicPr>
              <p:cNvPr id="47" name="Entrada de lápiz 46">
                <a:extLst>
                  <a:ext uri="{FF2B5EF4-FFF2-40B4-BE49-F238E27FC236}">
                    <a16:creationId xmlns:a16="http://schemas.microsoft.com/office/drawing/2014/main" id="{CBFFEE0E-D1FB-430F-8C87-F5E16D369A4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566894" y="1215386"/>
                <a:ext cx="15120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48" name="Entrada de lápiz 47">
                <a:extLst>
                  <a:ext uri="{FF2B5EF4-FFF2-40B4-BE49-F238E27FC236}">
                    <a16:creationId xmlns:a16="http://schemas.microsoft.com/office/drawing/2014/main" id="{2902BE9A-1658-495C-B2A4-5CCA95B1E541}"/>
                  </a:ext>
                </a:extLst>
              </p14:cNvPr>
              <p14:cNvContentPartPr/>
              <p14:nvPr/>
            </p14:nvContentPartPr>
            <p14:xfrm>
              <a:off x="5753014" y="1125386"/>
              <a:ext cx="283680" cy="414360"/>
            </p14:xfrm>
          </p:contentPart>
        </mc:Choice>
        <mc:Fallback>
          <p:pic>
            <p:nvPicPr>
              <p:cNvPr id="48" name="Entrada de lápiz 47">
                <a:extLst>
                  <a:ext uri="{FF2B5EF4-FFF2-40B4-BE49-F238E27FC236}">
                    <a16:creationId xmlns:a16="http://schemas.microsoft.com/office/drawing/2014/main" id="{2902BE9A-1658-495C-B2A4-5CCA95B1E541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744374" y="1116386"/>
                <a:ext cx="3013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78648D7F-0ADD-4995-BBE0-08871AD2DC19}"/>
                  </a:ext>
                </a:extLst>
              </p14:cNvPr>
              <p14:cNvContentPartPr/>
              <p14:nvPr/>
            </p14:nvContentPartPr>
            <p14:xfrm>
              <a:off x="6155854" y="1202426"/>
              <a:ext cx="82080" cy="180000"/>
            </p14:xfrm>
          </p:contentPart>
        </mc:Choice>
        <mc:Fallback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78648D7F-0ADD-4995-BBE0-08871AD2DC1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6147214" y="1193426"/>
                <a:ext cx="9972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448BD9D2-17C6-4540-B5ED-EA74736A3893}"/>
                  </a:ext>
                </a:extLst>
              </p14:cNvPr>
              <p14:cNvContentPartPr/>
              <p14:nvPr/>
            </p14:nvContentPartPr>
            <p14:xfrm>
              <a:off x="6135334" y="1293146"/>
              <a:ext cx="139680" cy="11160"/>
            </p14:xfrm>
          </p:contentPart>
        </mc:Choice>
        <mc:Fallback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448BD9D2-17C6-4540-B5ED-EA74736A3893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126334" y="1284146"/>
                <a:ext cx="1573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01DFEE95-56E8-4869-BC40-D70474472C0D}"/>
                  </a:ext>
                </a:extLst>
              </p14:cNvPr>
              <p14:cNvContentPartPr/>
              <p14:nvPr/>
            </p14:nvContentPartPr>
            <p14:xfrm>
              <a:off x="5201494" y="1438586"/>
              <a:ext cx="1156680" cy="16848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01DFEE95-56E8-4869-BC40-D70474472C0D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192854" y="1429946"/>
                <a:ext cx="117432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A6C5B2B6-52B0-4C4F-B4C5-02638455DC88}"/>
                  </a:ext>
                </a:extLst>
              </p14:cNvPr>
              <p14:cNvContentPartPr/>
              <p14:nvPr/>
            </p14:nvContentPartPr>
            <p14:xfrm>
              <a:off x="5598574" y="1682666"/>
              <a:ext cx="194400" cy="213120"/>
            </p14:xfrm>
          </p:contentPart>
        </mc:Choice>
        <mc:Fallback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A6C5B2B6-52B0-4C4F-B4C5-02638455DC88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589574" y="1674026"/>
                <a:ext cx="21204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33537F60-07AC-468C-842C-E5EB78719902}"/>
                  </a:ext>
                </a:extLst>
              </p14:cNvPr>
              <p14:cNvContentPartPr/>
              <p14:nvPr/>
            </p14:nvContentPartPr>
            <p14:xfrm>
              <a:off x="5931574" y="1720466"/>
              <a:ext cx="86400" cy="182520"/>
            </p14:xfrm>
          </p:contentPart>
        </mc:Choice>
        <mc:Fallback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33537F60-07AC-468C-842C-E5EB78719902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922934" y="1711466"/>
                <a:ext cx="10404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21DB5ACA-7AF1-4FE5-A9FA-CB4B0EF1BE84}"/>
                  </a:ext>
                </a:extLst>
              </p14:cNvPr>
              <p14:cNvContentPartPr/>
              <p14:nvPr/>
            </p14:nvContentPartPr>
            <p14:xfrm>
              <a:off x="5885134" y="1724786"/>
              <a:ext cx="226800" cy="178200"/>
            </p14:xfrm>
          </p:contentPart>
        </mc:Choice>
        <mc:Fallback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21DB5ACA-7AF1-4FE5-A9FA-CB4B0EF1BE84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876494" y="1715786"/>
                <a:ext cx="2444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55" name="Entrada de lápiz 54">
                <a:extLst>
                  <a:ext uri="{FF2B5EF4-FFF2-40B4-BE49-F238E27FC236}">
                    <a16:creationId xmlns:a16="http://schemas.microsoft.com/office/drawing/2014/main" id="{703BFBFF-0DD5-4014-A114-053DB581E24A}"/>
                  </a:ext>
                </a:extLst>
              </p14:cNvPr>
              <p14:cNvContentPartPr/>
              <p14:nvPr/>
            </p14:nvContentPartPr>
            <p14:xfrm>
              <a:off x="6403174" y="1233026"/>
              <a:ext cx="250560" cy="207360"/>
            </p14:xfrm>
          </p:contentPart>
        </mc:Choice>
        <mc:Fallback>
          <p:pic>
            <p:nvPicPr>
              <p:cNvPr id="55" name="Entrada de lápiz 54">
                <a:extLst>
                  <a:ext uri="{FF2B5EF4-FFF2-40B4-BE49-F238E27FC236}">
                    <a16:creationId xmlns:a16="http://schemas.microsoft.com/office/drawing/2014/main" id="{703BFBFF-0DD5-4014-A114-053DB581E24A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6394174" y="1224026"/>
                <a:ext cx="26820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56" name="Entrada de lápiz 55">
                <a:extLst>
                  <a:ext uri="{FF2B5EF4-FFF2-40B4-BE49-F238E27FC236}">
                    <a16:creationId xmlns:a16="http://schemas.microsoft.com/office/drawing/2014/main" id="{0FC2C9F2-F24A-4879-8AA3-D3F9A04712A7}"/>
                  </a:ext>
                </a:extLst>
              </p14:cNvPr>
              <p14:cNvContentPartPr/>
              <p14:nvPr/>
            </p14:nvContentPartPr>
            <p14:xfrm>
              <a:off x="6813214" y="1100186"/>
              <a:ext cx="153720" cy="250920"/>
            </p14:xfrm>
          </p:contentPart>
        </mc:Choice>
        <mc:Fallback>
          <p:pic>
            <p:nvPicPr>
              <p:cNvPr id="56" name="Entrada de lápiz 55">
                <a:extLst>
                  <a:ext uri="{FF2B5EF4-FFF2-40B4-BE49-F238E27FC236}">
                    <a16:creationId xmlns:a16="http://schemas.microsoft.com/office/drawing/2014/main" id="{0FC2C9F2-F24A-4879-8AA3-D3F9A04712A7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6804574" y="1091546"/>
                <a:ext cx="17136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9BF4460B-B327-4447-AD58-7EAAA546ADE5}"/>
                  </a:ext>
                </a:extLst>
              </p14:cNvPr>
              <p14:cNvContentPartPr/>
              <p14:nvPr/>
            </p14:nvContentPartPr>
            <p14:xfrm>
              <a:off x="7046134" y="1112786"/>
              <a:ext cx="202680" cy="219960"/>
            </p14:xfrm>
          </p:contentPart>
        </mc:Choice>
        <mc:Fallback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9BF4460B-B327-4447-AD58-7EAAA546ADE5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7037494" y="1104146"/>
                <a:ext cx="2203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357E36B8-CFFE-488F-8CC1-4F021B0ED6AD}"/>
                  </a:ext>
                </a:extLst>
              </p14:cNvPr>
              <p14:cNvContentPartPr/>
              <p14:nvPr/>
            </p14:nvContentPartPr>
            <p14:xfrm>
              <a:off x="7266454" y="1116386"/>
              <a:ext cx="187200" cy="208080"/>
            </p14:xfrm>
          </p:contentPart>
        </mc:Choice>
        <mc:Fallback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357E36B8-CFFE-488F-8CC1-4F021B0ED6AD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257454" y="1107386"/>
                <a:ext cx="20484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59" name="Entrada de lápiz 58">
                <a:extLst>
                  <a:ext uri="{FF2B5EF4-FFF2-40B4-BE49-F238E27FC236}">
                    <a16:creationId xmlns:a16="http://schemas.microsoft.com/office/drawing/2014/main" id="{AA5B34BD-48F7-4823-94DB-73CA7703DC39}"/>
                  </a:ext>
                </a:extLst>
              </p14:cNvPr>
              <p14:cNvContentPartPr/>
              <p14:nvPr/>
            </p14:nvContentPartPr>
            <p14:xfrm>
              <a:off x="7505854" y="1179386"/>
              <a:ext cx="163440" cy="43200"/>
            </p14:xfrm>
          </p:contentPart>
        </mc:Choice>
        <mc:Fallback>
          <p:pic>
            <p:nvPicPr>
              <p:cNvPr id="59" name="Entrada de lápiz 58">
                <a:extLst>
                  <a:ext uri="{FF2B5EF4-FFF2-40B4-BE49-F238E27FC236}">
                    <a16:creationId xmlns:a16="http://schemas.microsoft.com/office/drawing/2014/main" id="{AA5B34BD-48F7-4823-94DB-73CA7703DC39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497214" y="1170746"/>
                <a:ext cx="18108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F69AE79C-BACA-46B6-97B0-EA3088C84EF9}"/>
                  </a:ext>
                </a:extLst>
              </p14:cNvPr>
              <p14:cNvContentPartPr/>
              <p14:nvPr/>
            </p14:nvContentPartPr>
            <p14:xfrm>
              <a:off x="7820494" y="1023146"/>
              <a:ext cx="202680" cy="21420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F69AE79C-BACA-46B6-97B0-EA3088C84EF9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7811494" y="1014506"/>
                <a:ext cx="2203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1372D100-5E59-402F-BAB6-448B437CF367}"/>
                  </a:ext>
                </a:extLst>
              </p14:cNvPr>
              <p14:cNvContentPartPr/>
              <p14:nvPr/>
            </p14:nvContentPartPr>
            <p14:xfrm>
              <a:off x="8046934" y="1006946"/>
              <a:ext cx="153720" cy="201240"/>
            </p14:xfrm>
          </p:contentPart>
        </mc:Choice>
        <mc:Fallback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1372D100-5E59-402F-BAB6-448B437CF367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8037934" y="998306"/>
                <a:ext cx="17136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63" name="Entrada de lápiz 62">
                <a:extLst>
                  <a:ext uri="{FF2B5EF4-FFF2-40B4-BE49-F238E27FC236}">
                    <a16:creationId xmlns:a16="http://schemas.microsoft.com/office/drawing/2014/main" id="{84AF3548-023C-48B1-8F46-742154063027}"/>
                  </a:ext>
                </a:extLst>
              </p14:cNvPr>
              <p14:cNvContentPartPr/>
              <p14:nvPr/>
            </p14:nvContentPartPr>
            <p14:xfrm>
              <a:off x="8266894" y="1037546"/>
              <a:ext cx="222120" cy="143640"/>
            </p14:xfrm>
          </p:contentPart>
        </mc:Choice>
        <mc:Fallback>
          <p:pic>
            <p:nvPicPr>
              <p:cNvPr id="63" name="Entrada de lápiz 62">
                <a:extLst>
                  <a:ext uri="{FF2B5EF4-FFF2-40B4-BE49-F238E27FC236}">
                    <a16:creationId xmlns:a16="http://schemas.microsoft.com/office/drawing/2014/main" id="{84AF3548-023C-48B1-8F46-742154063027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8258254" y="1028546"/>
                <a:ext cx="23976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64" name="Entrada de lápiz 63">
                <a:extLst>
                  <a:ext uri="{FF2B5EF4-FFF2-40B4-BE49-F238E27FC236}">
                    <a16:creationId xmlns:a16="http://schemas.microsoft.com/office/drawing/2014/main" id="{8AA46AB1-BF65-4667-B1D9-7D529B97679A}"/>
                  </a:ext>
                </a:extLst>
              </p14:cNvPr>
              <p14:cNvContentPartPr/>
              <p14:nvPr/>
            </p14:nvContentPartPr>
            <p14:xfrm>
              <a:off x="6893854" y="1339586"/>
              <a:ext cx="1401480" cy="145080"/>
            </p14:xfrm>
          </p:contentPart>
        </mc:Choice>
        <mc:Fallback>
          <p:pic>
            <p:nvPicPr>
              <p:cNvPr id="64" name="Entrada de lápiz 63">
                <a:extLst>
                  <a:ext uri="{FF2B5EF4-FFF2-40B4-BE49-F238E27FC236}">
                    <a16:creationId xmlns:a16="http://schemas.microsoft.com/office/drawing/2014/main" id="{8AA46AB1-BF65-4667-B1D9-7D529B97679A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885214" y="1330586"/>
                <a:ext cx="141912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65" name="Entrada de lápiz 64">
                <a:extLst>
                  <a:ext uri="{FF2B5EF4-FFF2-40B4-BE49-F238E27FC236}">
                    <a16:creationId xmlns:a16="http://schemas.microsoft.com/office/drawing/2014/main" id="{F49C96C7-60AC-408E-88B1-E59C453298DE}"/>
                  </a:ext>
                </a:extLst>
              </p14:cNvPr>
              <p14:cNvContentPartPr/>
              <p14:nvPr/>
            </p14:nvContentPartPr>
            <p14:xfrm>
              <a:off x="7550134" y="1609946"/>
              <a:ext cx="248040" cy="181800"/>
            </p14:xfrm>
          </p:contentPart>
        </mc:Choice>
        <mc:Fallback>
          <p:pic>
            <p:nvPicPr>
              <p:cNvPr id="65" name="Entrada de lápiz 64">
                <a:extLst>
                  <a:ext uri="{FF2B5EF4-FFF2-40B4-BE49-F238E27FC236}">
                    <a16:creationId xmlns:a16="http://schemas.microsoft.com/office/drawing/2014/main" id="{F49C96C7-60AC-408E-88B1-E59C453298DE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541134" y="1600946"/>
                <a:ext cx="26568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66" name="Entrada de lápiz 65">
                <a:extLst>
                  <a:ext uri="{FF2B5EF4-FFF2-40B4-BE49-F238E27FC236}">
                    <a16:creationId xmlns:a16="http://schemas.microsoft.com/office/drawing/2014/main" id="{A89A0DF9-A83B-4880-8014-9FB54BC10207}"/>
                  </a:ext>
                </a:extLst>
              </p14:cNvPr>
              <p14:cNvContentPartPr/>
              <p14:nvPr/>
            </p14:nvContentPartPr>
            <p14:xfrm>
              <a:off x="7847494" y="1548026"/>
              <a:ext cx="189000" cy="157680"/>
            </p14:xfrm>
          </p:contentPart>
        </mc:Choice>
        <mc:Fallback>
          <p:pic>
            <p:nvPicPr>
              <p:cNvPr id="66" name="Entrada de lápiz 65">
                <a:extLst>
                  <a:ext uri="{FF2B5EF4-FFF2-40B4-BE49-F238E27FC236}">
                    <a16:creationId xmlns:a16="http://schemas.microsoft.com/office/drawing/2014/main" id="{A89A0DF9-A83B-4880-8014-9FB54BC10207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838494" y="1539026"/>
                <a:ext cx="20664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67" name="Entrada de lápiz 66">
                <a:extLst>
                  <a:ext uri="{FF2B5EF4-FFF2-40B4-BE49-F238E27FC236}">
                    <a16:creationId xmlns:a16="http://schemas.microsoft.com/office/drawing/2014/main" id="{9B7CE093-3B0B-476B-AE77-95D00F942D39}"/>
                  </a:ext>
                </a:extLst>
              </p14:cNvPr>
              <p14:cNvContentPartPr/>
              <p14:nvPr/>
            </p14:nvContentPartPr>
            <p14:xfrm>
              <a:off x="8540854" y="946826"/>
              <a:ext cx="213120" cy="867960"/>
            </p14:xfrm>
          </p:contentPart>
        </mc:Choice>
        <mc:Fallback>
          <p:pic>
            <p:nvPicPr>
              <p:cNvPr id="67" name="Entrada de lápiz 66">
                <a:extLst>
                  <a:ext uri="{FF2B5EF4-FFF2-40B4-BE49-F238E27FC236}">
                    <a16:creationId xmlns:a16="http://schemas.microsoft.com/office/drawing/2014/main" id="{9B7CE093-3B0B-476B-AE77-95D00F942D39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8532214" y="938186"/>
                <a:ext cx="230760" cy="88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69" name="Entrada de lápiz 68">
                <a:extLst>
                  <a:ext uri="{FF2B5EF4-FFF2-40B4-BE49-F238E27FC236}">
                    <a16:creationId xmlns:a16="http://schemas.microsoft.com/office/drawing/2014/main" id="{C32AC22D-6B7A-4ED8-BEF3-7E538BAED5FF}"/>
                  </a:ext>
                </a:extLst>
              </p14:cNvPr>
              <p14:cNvContentPartPr/>
              <p14:nvPr/>
            </p14:nvContentPartPr>
            <p14:xfrm>
              <a:off x="3238054" y="2641706"/>
              <a:ext cx="182520" cy="19800"/>
            </p14:xfrm>
          </p:contentPart>
        </mc:Choice>
        <mc:Fallback>
          <p:pic>
            <p:nvPicPr>
              <p:cNvPr id="69" name="Entrada de lápiz 68">
                <a:extLst>
                  <a:ext uri="{FF2B5EF4-FFF2-40B4-BE49-F238E27FC236}">
                    <a16:creationId xmlns:a16="http://schemas.microsoft.com/office/drawing/2014/main" id="{C32AC22D-6B7A-4ED8-BEF3-7E538BAED5FF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229054" y="2632706"/>
                <a:ext cx="20016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70" name="Entrada de lápiz 69">
                <a:extLst>
                  <a:ext uri="{FF2B5EF4-FFF2-40B4-BE49-F238E27FC236}">
                    <a16:creationId xmlns:a16="http://schemas.microsoft.com/office/drawing/2014/main" id="{4663FA26-DB08-487C-925C-4F95A765710E}"/>
                  </a:ext>
                </a:extLst>
              </p14:cNvPr>
              <p14:cNvContentPartPr/>
              <p14:nvPr/>
            </p14:nvContentPartPr>
            <p14:xfrm>
              <a:off x="3332014" y="2700386"/>
              <a:ext cx="204120" cy="50760"/>
            </p14:xfrm>
          </p:contentPart>
        </mc:Choice>
        <mc:Fallback>
          <p:pic>
            <p:nvPicPr>
              <p:cNvPr id="70" name="Entrada de lápiz 69">
                <a:extLst>
                  <a:ext uri="{FF2B5EF4-FFF2-40B4-BE49-F238E27FC236}">
                    <a16:creationId xmlns:a16="http://schemas.microsoft.com/office/drawing/2014/main" id="{4663FA26-DB08-487C-925C-4F95A765710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323014" y="2691746"/>
                <a:ext cx="22176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71" name="Entrada de lápiz 70">
                <a:extLst>
                  <a:ext uri="{FF2B5EF4-FFF2-40B4-BE49-F238E27FC236}">
                    <a16:creationId xmlns:a16="http://schemas.microsoft.com/office/drawing/2014/main" id="{E9C6C8AA-063B-48C1-829B-E90406D19A6D}"/>
                  </a:ext>
                </a:extLst>
              </p14:cNvPr>
              <p14:cNvContentPartPr/>
              <p14:nvPr/>
            </p14:nvContentPartPr>
            <p14:xfrm>
              <a:off x="3715414" y="2544866"/>
              <a:ext cx="70560" cy="283680"/>
            </p14:xfrm>
          </p:contentPart>
        </mc:Choice>
        <mc:Fallback>
          <p:pic>
            <p:nvPicPr>
              <p:cNvPr id="71" name="Entrada de lápiz 70">
                <a:extLst>
                  <a:ext uri="{FF2B5EF4-FFF2-40B4-BE49-F238E27FC236}">
                    <a16:creationId xmlns:a16="http://schemas.microsoft.com/office/drawing/2014/main" id="{E9C6C8AA-063B-48C1-829B-E90406D19A6D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3706774" y="2536226"/>
                <a:ext cx="8820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72" name="Entrada de lápiz 71">
                <a:extLst>
                  <a:ext uri="{FF2B5EF4-FFF2-40B4-BE49-F238E27FC236}">
                    <a16:creationId xmlns:a16="http://schemas.microsoft.com/office/drawing/2014/main" id="{0F4D1DAC-E03B-4C0E-87DE-EBA7FC2E5512}"/>
                  </a:ext>
                </a:extLst>
              </p14:cNvPr>
              <p14:cNvContentPartPr/>
              <p14:nvPr/>
            </p14:nvContentPartPr>
            <p14:xfrm>
              <a:off x="3898654" y="2593466"/>
              <a:ext cx="481320" cy="358200"/>
            </p14:xfrm>
          </p:contentPart>
        </mc:Choice>
        <mc:Fallback>
          <p:pic>
            <p:nvPicPr>
              <p:cNvPr id="72" name="Entrada de lápiz 71">
                <a:extLst>
                  <a:ext uri="{FF2B5EF4-FFF2-40B4-BE49-F238E27FC236}">
                    <a16:creationId xmlns:a16="http://schemas.microsoft.com/office/drawing/2014/main" id="{0F4D1DAC-E03B-4C0E-87DE-EBA7FC2E5512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890014" y="2584466"/>
                <a:ext cx="49896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C302574E-0BA3-488A-A72A-12A37E09BE16}"/>
                  </a:ext>
                </a:extLst>
              </p14:cNvPr>
              <p14:cNvContentPartPr/>
              <p14:nvPr/>
            </p14:nvContentPartPr>
            <p14:xfrm>
              <a:off x="4334614" y="2554586"/>
              <a:ext cx="175320" cy="185040"/>
            </p14:xfrm>
          </p:contentPart>
        </mc:Choice>
        <mc:Fallback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C302574E-0BA3-488A-A72A-12A37E09BE16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325974" y="2545946"/>
                <a:ext cx="19296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750DDD92-2525-4269-BD94-75171BFC229B}"/>
                  </a:ext>
                </a:extLst>
              </p14:cNvPr>
              <p14:cNvContentPartPr/>
              <p14:nvPr/>
            </p14:nvContentPartPr>
            <p14:xfrm>
              <a:off x="4682374" y="2441186"/>
              <a:ext cx="113400" cy="360360"/>
            </p14:xfrm>
          </p:contentPart>
        </mc:Choice>
        <mc:Fallback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750DDD92-2525-4269-BD94-75171BFC229B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673734" y="2432546"/>
                <a:ext cx="13104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75" name="Entrada de lápiz 74">
                <a:extLst>
                  <a:ext uri="{FF2B5EF4-FFF2-40B4-BE49-F238E27FC236}">
                    <a16:creationId xmlns:a16="http://schemas.microsoft.com/office/drawing/2014/main" id="{83404D77-C0E7-4C42-A908-840B09FB527E}"/>
                  </a:ext>
                </a:extLst>
              </p14:cNvPr>
              <p14:cNvContentPartPr/>
              <p14:nvPr/>
            </p14:nvContentPartPr>
            <p14:xfrm>
              <a:off x="4869214" y="2487626"/>
              <a:ext cx="214560" cy="277920"/>
            </p14:xfrm>
          </p:contentPart>
        </mc:Choice>
        <mc:Fallback>
          <p:pic>
            <p:nvPicPr>
              <p:cNvPr id="75" name="Entrada de lápiz 74">
                <a:extLst>
                  <a:ext uri="{FF2B5EF4-FFF2-40B4-BE49-F238E27FC236}">
                    <a16:creationId xmlns:a16="http://schemas.microsoft.com/office/drawing/2014/main" id="{83404D77-C0E7-4C42-A908-840B09FB527E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860574" y="2478986"/>
                <a:ext cx="23220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76" name="Entrada de lápiz 75">
                <a:extLst>
                  <a:ext uri="{FF2B5EF4-FFF2-40B4-BE49-F238E27FC236}">
                    <a16:creationId xmlns:a16="http://schemas.microsoft.com/office/drawing/2014/main" id="{2648CBC4-9137-4B98-B91B-6A9D5021FBA6}"/>
                  </a:ext>
                </a:extLst>
              </p14:cNvPr>
              <p14:cNvContentPartPr/>
              <p14:nvPr/>
            </p14:nvContentPartPr>
            <p14:xfrm>
              <a:off x="4946974" y="2651426"/>
              <a:ext cx="190800" cy="19800"/>
            </p14:xfrm>
          </p:contentPart>
        </mc:Choice>
        <mc:Fallback>
          <p:pic>
            <p:nvPicPr>
              <p:cNvPr id="76" name="Entrada de lápiz 75">
                <a:extLst>
                  <a:ext uri="{FF2B5EF4-FFF2-40B4-BE49-F238E27FC236}">
                    <a16:creationId xmlns:a16="http://schemas.microsoft.com/office/drawing/2014/main" id="{2648CBC4-9137-4B98-B91B-6A9D5021FBA6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4937974" y="2642426"/>
                <a:ext cx="20844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77" name="Entrada de lápiz 76">
                <a:extLst>
                  <a:ext uri="{FF2B5EF4-FFF2-40B4-BE49-F238E27FC236}">
                    <a16:creationId xmlns:a16="http://schemas.microsoft.com/office/drawing/2014/main" id="{5DFFB358-9AD9-49B5-8EAD-8D5914F0362F}"/>
                  </a:ext>
                </a:extLst>
              </p14:cNvPr>
              <p14:cNvContentPartPr/>
              <p14:nvPr/>
            </p14:nvContentPartPr>
            <p14:xfrm>
              <a:off x="5499934" y="2424266"/>
              <a:ext cx="253440" cy="225360"/>
            </p14:xfrm>
          </p:contentPart>
        </mc:Choice>
        <mc:Fallback>
          <p:pic>
            <p:nvPicPr>
              <p:cNvPr id="77" name="Entrada de lápiz 76">
                <a:extLst>
                  <a:ext uri="{FF2B5EF4-FFF2-40B4-BE49-F238E27FC236}">
                    <a16:creationId xmlns:a16="http://schemas.microsoft.com/office/drawing/2014/main" id="{5DFFB358-9AD9-49B5-8EAD-8D5914F0362F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491294" y="2415266"/>
                <a:ext cx="27108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79" name="Entrada de lápiz 78">
                <a:extLst>
                  <a:ext uri="{FF2B5EF4-FFF2-40B4-BE49-F238E27FC236}">
                    <a16:creationId xmlns:a16="http://schemas.microsoft.com/office/drawing/2014/main" id="{8EAA2BBF-EBE1-4421-9A96-62D5C34F2A0B}"/>
                  </a:ext>
                </a:extLst>
              </p14:cNvPr>
              <p14:cNvContentPartPr/>
              <p14:nvPr/>
            </p14:nvContentPartPr>
            <p14:xfrm>
              <a:off x="5904214" y="2463866"/>
              <a:ext cx="100440" cy="142560"/>
            </p14:xfrm>
          </p:contentPart>
        </mc:Choice>
        <mc:Fallback>
          <p:pic>
            <p:nvPicPr>
              <p:cNvPr id="79" name="Entrada de lápiz 78">
                <a:extLst>
                  <a:ext uri="{FF2B5EF4-FFF2-40B4-BE49-F238E27FC236}">
                    <a16:creationId xmlns:a16="http://schemas.microsoft.com/office/drawing/2014/main" id="{8EAA2BBF-EBE1-4421-9A96-62D5C34F2A0B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5895214" y="2455226"/>
                <a:ext cx="11808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80" name="Entrada de lápiz 79">
                <a:extLst>
                  <a:ext uri="{FF2B5EF4-FFF2-40B4-BE49-F238E27FC236}">
                    <a16:creationId xmlns:a16="http://schemas.microsoft.com/office/drawing/2014/main" id="{408A44B4-218B-4766-8B09-93D4C98490C5}"/>
                  </a:ext>
                </a:extLst>
              </p14:cNvPr>
              <p14:cNvContentPartPr/>
              <p14:nvPr/>
            </p14:nvContentPartPr>
            <p14:xfrm>
              <a:off x="6061534" y="2579426"/>
              <a:ext cx="31320" cy="6840"/>
            </p14:xfrm>
          </p:contentPart>
        </mc:Choice>
        <mc:Fallback>
          <p:pic>
            <p:nvPicPr>
              <p:cNvPr id="80" name="Entrada de lápiz 79">
                <a:extLst>
                  <a:ext uri="{FF2B5EF4-FFF2-40B4-BE49-F238E27FC236}">
                    <a16:creationId xmlns:a16="http://schemas.microsoft.com/office/drawing/2014/main" id="{408A44B4-218B-4766-8B09-93D4C98490C5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6052534" y="2570786"/>
                <a:ext cx="4896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81" name="Entrada de lápiz 80">
                <a:extLst>
                  <a:ext uri="{FF2B5EF4-FFF2-40B4-BE49-F238E27FC236}">
                    <a16:creationId xmlns:a16="http://schemas.microsoft.com/office/drawing/2014/main" id="{766F077B-B423-4B32-92D6-FEC19AFA24DD}"/>
                  </a:ext>
                </a:extLst>
              </p14:cNvPr>
              <p14:cNvContentPartPr/>
              <p14:nvPr/>
            </p14:nvContentPartPr>
            <p14:xfrm>
              <a:off x="6167374" y="2482946"/>
              <a:ext cx="104760" cy="160200"/>
            </p14:xfrm>
          </p:contentPart>
        </mc:Choice>
        <mc:Fallback>
          <p:pic>
            <p:nvPicPr>
              <p:cNvPr id="81" name="Entrada de lápiz 80">
                <a:extLst>
                  <a:ext uri="{FF2B5EF4-FFF2-40B4-BE49-F238E27FC236}">
                    <a16:creationId xmlns:a16="http://schemas.microsoft.com/office/drawing/2014/main" id="{766F077B-B423-4B32-92D6-FEC19AFA24DD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158734" y="2473946"/>
                <a:ext cx="12240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82" name="Entrada de lápiz 81">
                <a:extLst>
                  <a:ext uri="{FF2B5EF4-FFF2-40B4-BE49-F238E27FC236}">
                    <a16:creationId xmlns:a16="http://schemas.microsoft.com/office/drawing/2014/main" id="{EF3C5B1D-FA18-46DF-AF68-1644D2C884A6}"/>
                  </a:ext>
                </a:extLst>
              </p14:cNvPr>
              <p14:cNvContentPartPr/>
              <p14:nvPr/>
            </p14:nvContentPartPr>
            <p14:xfrm>
              <a:off x="6308134" y="2380346"/>
              <a:ext cx="162360" cy="405360"/>
            </p14:xfrm>
          </p:contentPart>
        </mc:Choice>
        <mc:Fallback>
          <p:pic>
            <p:nvPicPr>
              <p:cNvPr id="82" name="Entrada de lápiz 81">
                <a:extLst>
                  <a:ext uri="{FF2B5EF4-FFF2-40B4-BE49-F238E27FC236}">
                    <a16:creationId xmlns:a16="http://schemas.microsoft.com/office/drawing/2014/main" id="{EF3C5B1D-FA18-46DF-AF68-1644D2C884A6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299134" y="2371346"/>
                <a:ext cx="180000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84" name="Entrada de lápiz 83">
                <a:extLst>
                  <a:ext uri="{FF2B5EF4-FFF2-40B4-BE49-F238E27FC236}">
                    <a16:creationId xmlns:a16="http://schemas.microsoft.com/office/drawing/2014/main" id="{FE470E4A-6D0A-49F5-A5DD-E783E6DBECA8}"/>
                  </a:ext>
                </a:extLst>
              </p14:cNvPr>
              <p14:cNvContentPartPr/>
              <p14:nvPr/>
            </p14:nvContentPartPr>
            <p14:xfrm>
              <a:off x="3311854" y="3339026"/>
              <a:ext cx="164880" cy="360"/>
            </p14:xfrm>
          </p:contentPart>
        </mc:Choice>
        <mc:Fallback>
          <p:pic>
            <p:nvPicPr>
              <p:cNvPr id="84" name="Entrada de lápiz 83">
                <a:extLst>
                  <a:ext uri="{FF2B5EF4-FFF2-40B4-BE49-F238E27FC236}">
                    <a16:creationId xmlns:a16="http://schemas.microsoft.com/office/drawing/2014/main" id="{FE470E4A-6D0A-49F5-A5DD-E783E6DBECA8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3302854" y="3330026"/>
                <a:ext cx="1825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85" name="Entrada de lápiz 84">
                <a:extLst>
                  <a:ext uri="{FF2B5EF4-FFF2-40B4-BE49-F238E27FC236}">
                    <a16:creationId xmlns:a16="http://schemas.microsoft.com/office/drawing/2014/main" id="{326800DD-03B6-42FF-B8CF-3D059F8968B4}"/>
                  </a:ext>
                </a:extLst>
              </p14:cNvPr>
              <p14:cNvContentPartPr/>
              <p14:nvPr/>
            </p14:nvContentPartPr>
            <p14:xfrm>
              <a:off x="3354694" y="3443066"/>
              <a:ext cx="151560" cy="28080"/>
            </p14:xfrm>
          </p:contentPart>
        </mc:Choice>
        <mc:Fallback>
          <p:pic>
            <p:nvPicPr>
              <p:cNvPr id="85" name="Entrada de lápiz 84">
                <a:extLst>
                  <a:ext uri="{FF2B5EF4-FFF2-40B4-BE49-F238E27FC236}">
                    <a16:creationId xmlns:a16="http://schemas.microsoft.com/office/drawing/2014/main" id="{326800DD-03B6-42FF-B8CF-3D059F8968B4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345694" y="3434066"/>
                <a:ext cx="1692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88" name="Entrada de lápiz 87">
                <a:extLst>
                  <a:ext uri="{FF2B5EF4-FFF2-40B4-BE49-F238E27FC236}">
                    <a16:creationId xmlns:a16="http://schemas.microsoft.com/office/drawing/2014/main" id="{067ED8EE-5D4D-4C8A-8E4E-74AED288F2A9}"/>
                  </a:ext>
                </a:extLst>
              </p14:cNvPr>
              <p14:cNvContentPartPr/>
              <p14:nvPr/>
            </p14:nvContentPartPr>
            <p14:xfrm>
              <a:off x="3793894" y="3350186"/>
              <a:ext cx="190800" cy="237600"/>
            </p14:xfrm>
          </p:contentPart>
        </mc:Choice>
        <mc:Fallback>
          <p:pic>
            <p:nvPicPr>
              <p:cNvPr id="88" name="Entrada de lápiz 87">
                <a:extLst>
                  <a:ext uri="{FF2B5EF4-FFF2-40B4-BE49-F238E27FC236}">
                    <a16:creationId xmlns:a16="http://schemas.microsoft.com/office/drawing/2014/main" id="{067ED8EE-5D4D-4C8A-8E4E-74AED288F2A9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785254" y="3341546"/>
                <a:ext cx="20844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89" name="Entrada de lápiz 88">
                <a:extLst>
                  <a:ext uri="{FF2B5EF4-FFF2-40B4-BE49-F238E27FC236}">
                    <a16:creationId xmlns:a16="http://schemas.microsoft.com/office/drawing/2014/main" id="{A2C96D10-BAE0-468E-8EF1-8D66599B394D}"/>
                  </a:ext>
                </a:extLst>
              </p14:cNvPr>
              <p14:cNvContentPartPr/>
              <p14:nvPr/>
            </p14:nvContentPartPr>
            <p14:xfrm>
              <a:off x="4075054" y="3458906"/>
              <a:ext cx="196920" cy="17640"/>
            </p14:xfrm>
          </p:contentPart>
        </mc:Choice>
        <mc:Fallback>
          <p:pic>
            <p:nvPicPr>
              <p:cNvPr id="89" name="Entrada de lápiz 88">
                <a:extLst>
                  <a:ext uri="{FF2B5EF4-FFF2-40B4-BE49-F238E27FC236}">
                    <a16:creationId xmlns:a16="http://schemas.microsoft.com/office/drawing/2014/main" id="{A2C96D10-BAE0-468E-8EF1-8D66599B394D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4066414" y="3450266"/>
                <a:ext cx="21456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90" name="Entrada de lápiz 89">
                <a:extLst>
                  <a:ext uri="{FF2B5EF4-FFF2-40B4-BE49-F238E27FC236}">
                    <a16:creationId xmlns:a16="http://schemas.microsoft.com/office/drawing/2014/main" id="{3E5FA402-9A64-45A2-96B7-20BBC6895FDC}"/>
                  </a:ext>
                </a:extLst>
              </p14:cNvPr>
              <p14:cNvContentPartPr/>
              <p14:nvPr/>
            </p14:nvContentPartPr>
            <p14:xfrm>
              <a:off x="4601374" y="3356306"/>
              <a:ext cx="64800" cy="285480"/>
            </p14:xfrm>
          </p:contentPart>
        </mc:Choice>
        <mc:Fallback>
          <p:pic>
            <p:nvPicPr>
              <p:cNvPr id="90" name="Entrada de lápiz 89">
                <a:extLst>
                  <a:ext uri="{FF2B5EF4-FFF2-40B4-BE49-F238E27FC236}">
                    <a16:creationId xmlns:a16="http://schemas.microsoft.com/office/drawing/2014/main" id="{3E5FA402-9A64-45A2-96B7-20BBC6895FDC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592734" y="3347306"/>
                <a:ext cx="8244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91" name="Entrada de lápiz 90">
                <a:extLst>
                  <a:ext uri="{FF2B5EF4-FFF2-40B4-BE49-F238E27FC236}">
                    <a16:creationId xmlns:a16="http://schemas.microsoft.com/office/drawing/2014/main" id="{D99F9D22-68EE-4CED-AB1C-384BBE496F89}"/>
                  </a:ext>
                </a:extLst>
              </p14:cNvPr>
              <p14:cNvContentPartPr/>
              <p14:nvPr/>
            </p14:nvContentPartPr>
            <p14:xfrm>
              <a:off x="4544134" y="3310586"/>
              <a:ext cx="206640" cy="165600"/>
            </p14:xfrm>
          </p:contentPart>
        </mc:Choice>
        <mc:Fallback>
          <p:pic>
            <p:nvPicPr>
              <p:cNvPr id="91" name="Entrada de lápiz 90">
                <a:extLst>
                  <a:ext uri="{FF2B5EF4-FFF2-40B4-BE49-F238E27FC236}">
                    <a16:creationId xmlns:a16="http://schemas.microsoft.com/office/drawing/2014/main" id="{D99F9D22-68EE-4CED-AB1C-384BBE496F89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4535494" y="3301946"/>
                <a:ext cx="22428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92" name="Entrada de lápiz 91">
                <a:extLst>
                  <a:ext uri="{FF2B5EF4-FFF2-40B4-BE49-F238E27FC236}">
                    <a16:creationId xmlns:a16="http://schemas.microsoft.com/office/drawing/2014/main" id="{1F71F568-4CCC-448F-BD7C-8EC9A0E36A36}"/>
                  </a:ext>
                </a:extLst>
              </p14:cNvPr>
              <p14:cNvContentPartPr/>
              <p14:nvPr/>
            </p14:nvContentPartPr>
            <p14:xfrm>
              <a:off x="4824214" y="3345866"/>
              <a:ext cx="224280" cy="184320"/>
            </p14:xfrm>
          </p:contentPart>
        </mc:Choice>
        <mc:Fallback>
          <p:pic>
            <p:nvPicPr>
              <p:cNvPr id="92" name="Entrada de lápiz 91">
                <a:extLst>
                  <a:ext uri="{FF2B5EF4-FFF2-40B4-BE49-F238E27FC236}">
                    <a16:creationId xmlns:a16="http://schemas.microsoft.com/office/drawing/2014/main" id="{1F71F568-4CCC-448F-BD7C-8EC9A0E36A36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4815214" y="3336866"/>
                <a:ext cx="24192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93" name="Entrada de lápiz 92">
                <a:extLst>
                  <a:ext uri="{FF2B5EF4-FFF2-40B4-BE49-F238E27FC236}">
                    <a16:creationId xmlns:a16="http://schemas.microsoft.com/office/drawing/2014/main" id="{F94DED72-32C1-480D-950F-B85DA542121F}"/>
                  </a:ext>
                </a:extLst>
              </p14:cNvPr>
              <p14:cNvContentPartPr/>
              <p14:nvPr/>
            </p14:nvContentPartPr>
            <p14:xfrm>
              <a:off x="5069014" y="3331106"/>
              <a:ext cx="165960" cy="178920"/>
            </p14:xfrm>
          </p:contentPart>
        </mc:Choice>
        <mc:Fallback>
          <p:pic>
            <p:nvPicPr>
              <p:cNvPr id="93" name="Entrada de lápiz 92">
                <a:extLst>
                  <a:ext uri="{FF2B5EF4-FFF2-40B4-BE49-F238E27FC236}">
                    <a16:creationId xmlns:a16="http://schemas.microsoft.com/office/drawing/2014/main" id="{F94DED72-32C1-480D-950F-B85DA542121F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5060014" y="3322106"/>
                <a:ext cx="18360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9F1246E3-4E87-471D-BED9-288B3888A9B4}"/>
                  </a:ext>
                </a:extLst>
              </p14:cNvPr>
              <p14:cNvContentPartPr/>
              <p14:nvPr/>
            </p14:nvContentPartPr>
            <p14:xfrm>
              <a:off x="5312374" y="3306986"/>
              <a:ext cx="50400" cy="194400"/>
            </p14:xfrm>
          </p:contentPart>
        </mc:Choice>
        <mc:Fallback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9F1246E3-4E87-471D-BED9-288B3888A9B4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5303734" y="3297986"/>
                <a:ext cx="6804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95" name="Entrada de lápiz 94">
                <a:extLst>
                  <a:ext uri="{FF2B5EF4-FFF2-40B4-BE49-F238E27FC236}">
                    <a16:creationId xmlns:a16="http://schemas.microsoft.com/office/drawing/2014/main" id="{2F521252-5D98-4433-AF1D-646C152F755A}"/>
                  </a:ext>
                </a:extLst>
              </p14:cNvPr>
              <p14:cNvContentPartPr/>
              <p14:nvPr/>
            </p14:nvContentPartPr>
            <p14:xfrm>
              <a:off x="5405254" y="3333266"/>
              <a:ext cx="316080" cy="192240"/>
            </p14:xfrm>
          </p:contentPart>
        </mc:Choice>
        <mc:Fallback>
          <p:pic>
            <p:nvPicPr>
              <p:cNvPr id="95" name="Entrada de lápiz 94">
                <a:extLst>
                  <a:ext uri="{FF2B5EF4-FFF2-40B4-BE49-F238E27FC236}">
                    <a16:creationId xmlns:a16="http://schemas.microsoft.com/office/drawing/2014/main" id="{2F521252-5D98-4433-AF1D-646C152F755A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5396614" y="3324266"/>
                <a:ext cx="33372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96" name="Entrada de lápiz 95">
                <a:extLst>
                  <a:ext uri="{FF2B5EF4-FFF2-40B4-BE49-F238E27FC236}">
                    <a16:creationId xmlns:a16="http://schemas.microsoft.com/office/drawing/2014/main" id="{C5A6E4A2-E77D-49F1-A6A9-573F3A4A9775}"/>
                  </a:ext>
                </a:extLst>
              </p14:cNvPr>
              <p14:cNvContentPartPr/>
              <p14:nvPr/>
            </p14:nvContentPartPr>
            <p14:xfrm>
              <a:off x="5764894" y="3182426"/>
              <a:ext cx="193320" cy="298080"/>
            </p14:xfrm>
          </p:contentPart>
        </mc:Choice>
        <mc:Fallback>
          <p:pic>
            <p:nvPicPr>
              <p:cNvPr id="96" name="Entrada de lápiz 95">
                <a:extLst>
                  <a:ext uri="{FF2B5EF4-FFF2-40B4-BE49-F238E27FC236}">
                    <a16:creationId xmlns:a16="http://schemas.microsoft.com/office/drawing/2014/main" id="{C5A6E4A2-E77D-49F1-A6A9-573F3A4A9775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756254" y="3173786"/>
                <a:ext cx="21096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99" name="Entrada de lápiz 98">
                <a:extLst>
                  <a:ext uri="{FF2B5EF4-FFF2-40B4-BE49-F238E27FC236}">
                    <a16:creationId xmlns:a16="http://schemas.microsoft.com/office/drawing/2014/main" id="{B8454C10-BBA0-4568-B78F-730D97E0941D}"/>
                  </a:ext>
                </a:extLst>
              </p14:cNvPr>
              <p14:cNvContentPartPr/>
              <p14:nvPr/>
            </p14:nvContentPartPr>
            <p14:xfrm>
              <a:off x="5985214" y="3210506"/>
              <a:ext cx="195840" cy="247680"/>
            </p14:xfrm>
          </p:contentPart>
        </mc:Choice>
        <mc:Fallback>
          <p:pic>
            <p:nvPicPr>
              <p:cNvPr id="99" name="Entrada de lápiz 98">
                <a:extLst>
                  <a:ext uri="{FF2B5EF4-FFF2-40B4-BE49-F238E27FC236}">
                    <a16:creationId xmlns:a16="http://schemas.microsoft.com/office/drawing/2014/main" id="{B8454C10-BBA0-4568-B78F-730D97E0941D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5976574" y="3201506"/>
                <a:ext cx="21348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00" name="Entrada de lápiz 99">
                <a:extLst>
                  <a:ext uri="{FF2B5EF4-FFF2-40B4-BE49-F238E27FC236}">
                    <a16:creationId xmlns:a16="http://schemas.microsoft.com/office/drawing/2014/main" id="{098966ED-5A2D-4F34-AF08-8E93D8A9A467}"/>
                  </a:ext>
                </a:extLst>
              </p14:cNvPr>
              <p14:cNvContentPartPr/>
              <p14:nvPr/>
            </p14:nvContentPartPr>
            <p14:xfrm>
              <a:off x="6261694" y="3406346"/>
              <a:ext cx="360" cy="360"/>
            </p14:xfrm>
          </p:contentPart>
        </mc:Choice>
        <mc:Fallback>
          <p:pic>
            <p:nvPicPr>
              <p:cNvPr id="100" name="Entrada de lápiz 99">
                <a:extLst>
                  <a:ext uri="{FF2B5EF4-FFF2-40B4-BE49-F238E27FC236}">
                    <a16:creationId xmlns:a16="http://schemas.microsoft.com/office/drawing/2014/main" id="{098966ED-5A2D-4F34-AF08-8E93D8A9A467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6252694" y="339770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01" name="Entrada de lápiz 100">
                <a:extLst>
                  <a:ext uri="{FF2B5EF4-FFF2-40B4-BE49-F238E27FC236}">
                    <a16:creationId xmlns:a16="http://schemas.microsoft.com/office/drawing/2014/main" id="{62C29265-AA06-4B5C-ABBF-B71B106FF648}"/>
                  </a:ext>
                </a:extLst>
              </p14:cNvPr>
              <p14:cNvContentPartPr/>
              <p14:nvPr/>
            </p14:nvContentPartPr>
            <p14:xfrm>
              <a:off x="6390214" y="3227426"/>
              <a:ext cx="144360" cy="197640"/>
            </p14:xfrm>
          </p:contentPart>
        </mc:Choice>
        <mc:Fallback>
          <p:pic>
            <p:nvPicPr>
              <p:cNvPr id="101" name="Entrada de lápiz 100">
                <a:extLst>
                  <a:ext uri="{FF2B5EF4-FFF2-40B4-BE49-F238E27FC236}">
                    <a16:creationId xmlns:a16="http://schemas.microsoft.com/office/drawing/2014/main" id="{62C29265-AA06-4B5C-ABBF-B71B106FF648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6381214" y="3218786"/>
                <a:ext cx="16200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02" name="Entrada de lápiz 101">
                <a:extLst>
                  <a:ext uri="{FF2B5EF4-FFF2-40B4-BE49-F238E27FC236}">
                    <a16:creationId xmlns:a16="http://schemas.microsoft.com/office/drawing/2014/main" id="{611D3426-2AD6-4B8C-883B-143F414C5E55}"/>
                  </a:ext>
                </a:extLst>
              </p14:cNvPr>
              <p14:cNvContentPartPr/>
              <p14:nvPr/>
            </p14:nvContentPartPr>
            <p14:xfrm>
              <a:off x="6600814" y="3131306"/>
              <a:ext cx="145800" cy="384840"/>
            </p14:xfrm>
          </p:contentPart>
        </mc:Choice>
        <mc:Fallback>
          <p:pic>
            <p:nvPicPr>
              <p:cNvPr id="102" name="Entrada de lápiz 101">
                <a:extLst>
                  <a:ext uri="{FF2B5EF4-FFF2-40B4-BE49-F238E27FC236}">
                    <a16:creationId xmlns:a16="http://schemas.microsoft.com/office/drawing/2014/main" id="{611D3426-2AD6-4B8C-883B-143F414C5E55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6592174" y="3122306"/>
                <a:ext cx="16344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19" name="Entrada de lápiz 118">
                <a:extLst>
                  <a:ext uri="{FF2B5EF4-FFF2-40B4-BE49-F238E27FC236}">
                    <a16:creationId xmlns:a16="http://schemas.microsoft.com/office/drawing/2014/main" id="{2C097284-361B-472E-A4F7-6DF99ECF6A02}"/>
                  </a:ext>
                </a:extLst>
              </p14:cNvPr>
              <p14:cNvContentPartPr/>
              <p14:nvPr/>
            </p14:nvContentPartPr>
            <p14:xfrm>
              <a:off x="7235494" y="2550626"/>
              <a:ext cx="291960" cy="74880"/>
            </p14:xfrm>
          </p:contentPart>
        </mc:Choice>
        <mc:Fallback>
          <p:pic>
            <p:nvPicPr>
              <p:cNvPr id="119" name="Entrada de lápiz 118">
                <a:extLst>
                  <a:ext uri="{FF2B5EF4-FFF2-40B4-BE49-F238E27FC236}">
                    <a16:creationId xmlns:a16="http://schemas.microsoft.com/office/drawing/2014/main" id="{2C097284-361B-472E-A4F7-6DF99ECF6A02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7226854" y="2541626"/>
                <a:ext cx="30960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20" name="Entrada de lápiz 119">
                <a:extLst>
                  <a:ext uri="{FF2B5EF4-FFF2-40B4-BE49-F238E27FC236}">
                    <a16:creationId xmlns:a16="http://schemas.microsoft.com/office/drawing/2014/main" id="{7D287BF9-7F93-4004-B872-56B9AD5BDACC}"/>
                  </a:ext>
                </a:extLst>
              </p14:cNvPr>
              <p14:cNvContentPartPr/>
              <p14:nvPr/>
            </p14:nvContentPartPr>
            <p14:xfrm>
              <a:off x="7900054" y="2417066"/>
              <a:ext cx="88560" cy="333360"/>
            </p14:xfrm>
          </p:contentPart>
        </mc:Choice>
        <mc:Fallback>
          <p:pic>
            <p:nvPicPr>
              <p:cNvPr id="120" name="Entrada de lápiz 119">
                <a:extLst>
                  <a:ext uri="{FF2B5EF4-FFF2-40B4-BE49-F238E27FC236}">
                    <a16:creationId xmlns:a16="http://schemas.microsoft.com/office/drawing/2014/main" id="{7D287BF9-7F93-4004-B872-56B9AD5BDACC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7891414" y="2408066"/>
                <a:ext cx="10620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21" name="Entrada de lápiz 120">
                <a:extLst>
                  <a:ext uri="{FF2B5EF4-FFF2-40B4-BE49-F238E27FC236}">
                    <a16:creationId xmlns:a16="http://schemas.microsoft.com/office/drawing/2014/main" id="{D5E5C44F-ED12-4DF0-ADF0-C5ADC669D233}"/>
                  </a:ext>
                </a:extLst>
              </p14:cNvPr>
              <p14:cNvContentPartPr/>
              <p14:nvPr/>
            </p14:nvContentPartPr>
            <p14:xfrm>
              <a:off x="8147734" y="2590226"/>
              <a:ext cx="314640" cy="9000"/>
            </p14:xfrm>
          </p:contentPart>
        </mc:Choice>
        <mc:Fallback>
          <p:pic>
            <p:nvPicPr>
              <p:cNvPr id="121" name="Entrada de lápiz 120">
                <a:extLst>
                  <a:ext uri="{FF2B5EF4-FFF2-40B4-BE49-F238E27FC236}">
                    <a16:creationId xmlns:a16="http://schemas.microsoft.com/office/drawing/2014/main" id="{D5E5C44F-ED12-4DF0-ADF0-C5ADC669D233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8139094" y="2581226"/>
                <a:ext cx="3322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55" name="Entrada de lápiz 154">
                <a:extLst>
                  <a:ext uri="{FF2B5EF4-FFF2-40B4-BE49-F238E27FC236}">
                    <a16:creationId xmlns:a16="http://schemas.microsoft.com/office/drawing/2014/main" id="{A0416716-C321-4038-A521-497B112E90D9}"/>
                  </a:ext>
                </a:extLst>
              </p14:cNvPr>
              <p14:cNvContentPartPr/>
              <p14:nvPr/>
            </p14:nvContentPartPr>
            <p14:xfrm>
              <a:off x="3659614" y="4396346"/>
              <a:ext cx="7560" cy="4680"/>
            </p14:xfrm>
          </p:contentPart>
        </mc:Choice>
        <mc:Fallback>
          <p:pic>
            <p:nvPicPr>
              <p:cNvPr id="155" name="Entrada de lápiz 154">
                <a:extLst>
                  <a:ext uri="{FF2B5EF4-FFF2-40B4-BE49-F238E27FC236}">
                    <a16:creationId xmlns:a16="http://schemas.microsoft.com/office/drawing/2014/main" id="{A0416716-C321-4038-A521-497B112E90D9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3650614" y="4387346"/>
                <a:ext cx="252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43" name="Entrada de lápiz 142">
                <a:extLst>
                  <a:ext uri="{FF2B5EF4-FFF2-40B4-BE49-F238E27FC236}">
                    <a16:creationId xmlns:a16="http://schemas.microsoft.com/office/drawing/2014/main" id="{A1D2AA56-A833-4A4A-99C1-953D20B3ECFF}"/>
                  </a:ext>
                </a:extLst>
              </p14:cNvPr>
              <p14:cNvContentPartPr/>
              <p14:nvPr/>
            </p14:nvContentPartPr>
            <p14:xfrm>
              <a:off x="1843414" y="4251626"/>
              <a:ext cx="13320" cy="443160"/>
            </p14:xfrm>
          </p:contentPart>
        </mc:Choice>
        <mc:Fallback>
          <p:pic>
            <p:nvPicPr>
              <p:cNvPr id="143" name="Entrada de lápiz 142">
                <a:extLst>
                  <a:ext uri="{FF2B5EF4-FFF2-40B4-BE49-F238E27FC236}">
                    <a16:creationId xmlns:a16="http://schemas.microsoft.com/office/drawing/2014/main" id="{A1D2AA56-A833-4A4A-99C1-953D20B3ECFF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1834414" y="4242986"/>
                <a:ext cx="30960" cy="46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44" name="Entrada de lápiz 143">
                <a:extLst>
                  <a:ext uri="{FF2B5EF4-FFF2-40B4-BE49-F238E27FC236}">
                    <a16:creationId xmlns:a16="http://schemas.microsoft.com/office/drawing/2014/main" id="{4586554D-12DC-4544-A3AE-613DBD71ED3D}"/>
                  </a:ext>
                </a:extLst>
              </p14:cNvPr>
              <p14:cNvContentPartPr/>
              <p14:nvPr/>
            </p14:nvContentPartPr>
            <p14:xfrm>
              <a:off x="1785094" y="4241906"/>
              <a:ext cx="180360" cy="190080"/>
            </p14:xfrm>
          </p:contentPart>
        </mc:Choice>
        <mc:Fallback>
          <p:pic>
            <p:nvPicPr>
              <p:cNvPr id="144" name="Entrada de lápiz 143">
                <a:extLst>
                  <a:ext uri="{FF2B5EF4-FFF2-40B4-BE49-F238E27FC236}">
                    <a16:creationId xmlns:a16="http://schemas.microsoft.com/office/drawing/2014/main" id="{4586554D-12DC-4544-A3AE-613DBD71ED3D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776094" y="4233266"/>
                <a:ext cx="19800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45" name="Entrada de lápiz 144">
                <a:extLst>
                  <a:ext uri="{FF2B5EF4-FFF2-40B4-BE49-F238E27FC236}">
                    <a16:creationId xmlns:a16="http://schemas.microsoft.com/office/drawing/2014/main" id="{17D232E5-BF98-4A9A-A77C-1B0F24C12065}"/>
                  </a:ext>
                </a:extLst>
              </p14:cNvPr>
              <p14:cNvContentPartPr/>
              <p14:nvPr/>
            </p14:nvContentPartPr>
            <p14:xfrm>
              <a:off x="2072014" y="4255946"/>
              <a:ext cx="19440" cy="78480"/>
            </p14:xfrm>
          </p:contentPart>
        </mc:Choice>
        <mc:Fallback>
          <p:pic>
            <p:nvPicPr>
              <p:cNvPr id="145" name="Entrada de lápiz 144">
                <a:extLst>
                  <a:ext uri="{FF2B5EF4-FFF2-40B4-BE49-F238E27FC236}">
                    <a16:creationId xmlns:a16="http://schemas.microsoft.com/office/drawing/2014/main" id="{17D232E5-BF98-4A9A-A77C-1B0F24C12065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2063374" y="4247306"/>
                <a:ext cx="3708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46" name="Entrada de lápiz 145">
                <a:extLst>
                  <a:ext uri="{FF2B5EF4-FFF2-40B4-BE49-F238E27FC236}">
                    <a16:creationId xmlns:a16="http://schemas.microsoft.com/office/drawing/2014/main" id="{AEEAE69A-F94C-4357-AFAF-0564882D49F9}"/>
                  </a:ext>
                </a:extLst>
              </p14:cNvPr>
              <p14:cNvContentPartPr/>
              <p14:nvPr/>
            </p14:nvContentPartPr>
            <p14:xfrm>
              <a:off x="2057974" y="4255946"/>
              <a:ext cx="151560" cy="237240"/>
            </p14:xfrm>
          </p:contentPart>
        </mc:Choice>
        <mc:Fallback>
          <p:pic>
            <p:nvPicPr>
              <p:cNvPr id="146" name="Entrada de lápiz 145">
                <a:extLst>
                  <a:ext uri="{FF2B5EF4-FFF2-40B4-BE49-F238E27FC236}">
                    <a16:creationId xmlns:a16="http://schemas.microsoft.com/office/drawing/2014/main" id="{AEEAE69A-F94C-4357-AFAF-0564882D49F9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2048974" y="4247306"/>
                <a:ext cx="16920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47" name="Entrada de lápiz 146">
                <a:extLst>
                  <a:ext uri="{FF2B5EF4-FFF2-40B4-BE49-F238E27FC236}">
                    <a16:creationId xmlns:a16="http://schemas.microsoft.com/office/drawing/2014/main" id="{0BB1D49E-A0D1-4737-B859-730DDB333C5C}"/>
                  </a:ext>
                </a:extLst>
              </p14:cNvPr>
              <p14:cNvContentPartPr/>
              <p14:nvPr/>
            </p14:nvContentPartPr>
            <p14:xfrm>
              <a:off x="2275054" y="4278986"/>
              <a:ext cx="90360" cy="216720"/>
            </p14:xfrm>
          </p:contentPart>
        </mc:Choice>
        <mc:Fallback>
          <p:pic>
            <p:nvPicPr>
              <p:cNvPr id="147" name="Entrada de lápiz 146">
                <a:extLst>
                  <a:ext uri="{FF2B5EF4-FFF2-40B4-BE49-F238E27FC236}">
                    <a16:creationId xmlns:a16="http://schemas.microsoft.com/office/drawing/2014/main" id="{0BB1D49E-A0D1-4737-B859-730DDB333C5C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2266414" y="4270346"/>
                <a:ext cx="10800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48" name="Entrada de lápiz 147">
                <a:extLst>
                  <a:ext uri="{FF2B5EF4-FFF2-40B4-BE49-F238E27FC236}">
                    <a16:creationId xmlns:a16="http://schemas.microsoft.com/office/drawing/2014/main" id="{1F8BCF23-998F-4542-82BB-AE604640AC6F}"/>
                  </a:ext>
                </a:extLst>
              </p14:cNvPr>
              <p14:cNvContentPartPr/>
              <p14:nvPr/>
            </p14:nvContentPartPr>
            <p14:xfrm>
              <a:off x="2439934" y="4268906"/>
              <a:ext cx="43200" cy="189000"/>
            </p14:xfrm>
          </p:contentPart>
        </mc:Choice>
        <mc:Fallback>
          <p:pic>
            <p:nvPicPr>
              <p:cNvPr id="148" name="Entrada de lápiz 147">
                <a:extLst>
                  <a:ext uri="{FF2B5EF4-FFF2-40B4-BE49-F238E27FC236}">
                    <a16:creationId xmlns:a16="http://schemas.microsoft.com/office/drawing/2014/main" id="{1F8BCF23-998F-4542-82BB-AE604640AC6F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2431294" y="4259906"/>
                <a:ext cx="6084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49" name="Entrada de lápiz 148">
                <a:extLst>
                  <a:ext uri="{FF2B5EF4-FFF2-40B4-BE49-F238E27FC236}">
                    <a16:creationId xmlns:a16="http://schemas.microsoft.com/office/drawing/2014/main" id="{E2F21EC8-32D1-482D-853E-AC7A6F80A41F}"/>
                  </a:ext>
                </a:extLst>
              </p14:cNvPr>
              <p14:cNvContentPartPr/>
              <p14:nvPr/>
            </p14:nvContentPartPr>
            <p14:xfrm>
              <a:off x="2531734" y="4285826"/>
              <a:ext cx="282600" cy="214560"/>
            </p14:xfrm>
          </p:contentPart>
        </mc:Choice>
        <mc:Fallback>
          <p:pic>
            <p:nvPicPr>
              <p:cNvPr id="149" name="Entrada de lápiz 148">
                <a:extLst>
                  <a:ext uri="{FF2B5EF4-FFF2-40B4-BE49-F238E27FC236}">
                    <a16:creationId xmlns:a16="http://schemas.microsoft.com/office/drawing/2014/main" id="{E2F21EC8-32D1-482D-853E-AC7A6F80A41F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2522734" y="4277186"/>
                <a:ext cx="30024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50" name="Entrada de lápiz 149">
                <a:extLst>
                  <a:ext uri="{FF2B5EF4-FFF2-40B4-BE49-F238E27FC236}">
                    <a16:creationId xmlns:a16="http://schemas.microsoft.com/office/drawing/2014/main" id="{38FE09A1-AA88-40C7-A460-474970FF9418}"/>
                  </a:ext>
                </a:extLst>
              </p14:cNvPr>
              <p14:cNvContentPartPr/>
              <p14:nvPr/>
            </p14:nvContentPartPr>
            <p14:xfrm>
              <a:off x="2891374" y="4167026"/>
              <a:ext cx="47880" cy="330120"/>
            </p14:xfrm>
          </p:contentPart>
        </mc:Choice>
        <mc:Fallback>
          <p:pic>
            <p:nvPicPr>
              <p:cNvPr id="150" name="Entrada de lápiz 149">
                <a:extLst>
                  <a:ext uri="{FF2B5EF4-FFF2-40B4-BE49-F238E27FC236}">
                    <a16:creationId xmlns:a16="http://schemas.microsoft.com/office/drawing/2014/main" id="{38FE09A1-AA88-40C7-A460-474970FF9418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2882374" y="4158386"/>
                <a:ext cx="6552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51" name="Entrada de lápiz 150">
                <a:extLst>
                  <a:ext uri="{FF2B5EF4-FFF2-40B4-BE49-F238E27FC236}">
                    <a16:creationId xmlns:a16="http://schemas.microsoft.com/office/drawing/2014/main" id="{03E639DC-8127-4CB6-A764-F69F59DD0373}"/>
                  </a:ext>
                </a:extLst>
              </p14:cNvPr>
              <p14:cNvContentPartPr/>
              <p14:nvPr/>
            </p14:nvContentPartPr>
            <p14:xfrm>
              <a:off x="3030694" y="4232546"/>
              <a:ext cx="127800" cy="238680"/>
            </p14:xfrm>
          </p:contentPart>
        </mc:Choice>
        <mc:Fallback>
          <p:pic>
            <p:nvPicPr>
              <p:cNvPr id="151" name="Entrada de lápiz 150">
                <a:extLst>
                  <a:ext uri="{FF2B5EF4-FFF2-40B4-BE49-F238E27FC236}">
                    <a16:creationId xmlns:a16="http://schemas.microsoft.com/office/drawing/2014/main" id="{03E639DC-8127-4CB6-A764-F69F59DD0373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3021694" y="4223546"/>
                <a:ext cx="14544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53" name="Entrada de lápiz 152">
                <a:extLst>
                  <a:ext uri="{FF2B5EF4-FFF2-40B4-BE49-F238E27FC236}">
                    <a16:creationId xmlns:a16="http://schemas.microsoft.com/office/drawing/2014/main" id="{D1CC2D29-C682-4411-AE36-26572AF56B35}"/>
                  </a:ext>
                </a:extLst>
              </p14:cNvPr>
              <p14:cNvContentPartPr/>
              <p14:nvPr/>
            </p14:nvContentPartPr>
            <p14:xfrm>
              <a:off x="3356494" y="4236506"/>
              <a:ext cx="98280" cy="208440"/>
            </p14:xfrm>
          </p:contentPart>
        </mc:Choice>
        <mc:Fallback>
          <p:pic>
            <p:nvPicPr>
              <p:cNvPr id="153" name="Entrada de lápiz 152">
                <a:extLst>
                  <a:ext uri="{FF2B5EF4-FFF2-40B4-BE49-F238E27FC236}">
                    <a16:creationId xmlns:a16="http://schemas.microsoft.com/office/drawing/2014/main" id="{D1CC2D29-C682-4411-AE36-26572AF56B35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3347494" y="4227866"/>
                <a:ext cx="11592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56" name="Entrada de lápiz 155">
                <a:extLst>
                  <a:ext uri="{FF2B5EF4-FFF2-40B4-BE49-F238E27FC236}">
                    <a16:creationId xmlns:a16="http://schemas.microsoft.com/office/drawing/2014/main" id="{53A4151E-6956-4717-A30B-3B7D6DFEACF6}"/>
                  </a:ext>
                </a:extLst>
              </p14:cNvPr>
              <p14:cNvContentPartPr/>
              <p14:nvPr/>
            </p14:nvContentPartPr>
            <p14:xfrm>
              <a:off x="3204574" y="4393106"/>
              <a:ext cx="51480" cy="46440"/>
            </p14:xfrm>
          </p:contentPart>
        </mc:Choice>
        <mc:Fallback>
          <p:pic>
            <p:nvPicPr>
              <p:cNvPr id="156" name="Entrada de lápiz 155">
                <a:extLst>
                  <a:ext uri="{FF2B5EF4-FFF2-40B4-BE49-F238E27FC236}">
                    <a16:creationId xmlns:a16="http://schemas.microsoft.com/office/drawing/2014/main" id="{53A4151E-6956-4717-A30B-3B7D6DFEACF6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3195574" y="4384466"/>
                <a:ext cx="6912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58" name="Entrada de lápiz 157">
                <a:extLst>
                  <a:ext uri="{FF2B5EF4-FFF2-40B4-BE49-F238E27FC236}">
                    <a16:creationId xmlns:a16="http://schemas.microsoft.com/office/drawing/2014/main" id="{914CFC9F-62AC-4EFB-8A54-638C448E1B43}"/>
                  </a:ext>
                </a:extLst>
              </p14:cNvPr>
              <p14:cNvContentPartPr/>
              <p14:nvPr/>
            </p14:nvContentPartPr>
            <p14:xfrm>
              <a:off x="3533254" y="4383386"/>
              <a:ext cx="112320" cy="230760"/>
            </p14:xfrm>
          </p:contentPart>
        </mc:Choice>
        <mc:Fallback>
          <p:pic>
            <p:nvPicPr>
              <p:cNvPr id="158" name="Entrada de lápiz 157">
                <a:extLst>
                  <a:ext uri="{FF2B5EF4-FFF2-40B4-BE49-F238E27FC236}">
                    <a16:creationId xmlns:a16="http://schemas.microsoft.com/office/drawing/2014/main" id="{914CFC9F-62AC-4EFB-8A54-638C448E1B43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524254" y="4374746"/>
                <a:ext cx="12996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59" name="Entrada de lápiz 158">
                <a:extLst>
                  <a:ext uri="{FF2B5EF4-FFF2-40B4-BE49-F238E27FC236}">
                    <a16:creationId xmlns:a16="http://schemas.microsoft.com/office/drawing/2014/main" id="{AED42F02-1282-41E6-8ED4-72662A9E262D}"/>
                  </a:ext>
                </a:extLst>
              </p14:cNvPr>
              <p14:cNvContentPartPr/>
              <p14:nvPr/>
            </p14:nvContentPartPr>
            <p14:xfrm>
              <a:off x="3793894" y="4113386"/>
              <a:ext cx="76680" cy="320760"/>
            </p14:xfrm>
          </p:contentPart>
        </mc:Choice>
        <mc:Fallback>
          <p:pic>
            <p:nvPicPr>
              <p:cNvPr id="159" name="Entrada de lápiz 158">
                <a:extLst>
                  <a:ext uri="{FF2B5EF4-FFF2-40B4-BE49-F238E27FC236}">
                    <a16:creationId xmlns:a16="http://schemas.microsoft.com/office/drawing/2014/main" id="{AED42F02-1282-41E6-8ED4-72662A9E262D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785254" y="4104746"/>
                <a:ext cx="9432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60" name="Entrada de lápiz 159">
                <a:extLst>
                  <a:ext uri="{FF2B5EF4-FFF2-40B4-BE49-F238E27FC236}">
                    <a16:creationId xmlns:a16="http://schemas.microsoft.com/office/drawing/2014/main" id="{DE0114F8-87E3-4DB5-ADEC-3DE5D2D3E3ED}"/>
                  </a:ext>
                </a:extLst>
              </p14:cNvPr>
              <p14:cNvContentPartPr/>
              <p14:nvPr/>
            </p14:nvContentPartPr>
            <p14:xfrm>
              <a:off x="3893974" y="4290146"/>
              <a:ext cx="127080" cy="158760"/>
            </p14:xfrm>
          </p:contentPart>
        </mc:Choice>
        <mc:Fallback>
          <p:pic>
            <p:nvPicPr>
              <p:cNvPr id="160" name="Entrada de lápiz 159">
                <a:extLst>
                  <a:ext uri="{FF2B5EF4-FFF2-40B4-BE49-F238E27FC236}">
                    <a16:creationId xmlns:a16="http://schemas.microsoft.com/office/drawing/2014/main" id="{DE0114F8-87E3-4DB5-ADEC-3DE5D2D3E3ED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3884974" y="4281506"/>
                <a:ext cx="14472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61" name="Entrada de lápiz 160">
                <a:extLst>
                  <a:ext uri="{FF2B5EF4-FFF2-40B4-BE49-F238E27FC236}">
                    <a16:creationId xmlns:a16="http://schemas.microsoft.com/office/drawing/2014/main" id="{377210AF-EF24-4E68-962F-DE154653BC67}"/>
                  </a:ext>
                </a:extLst>
              </p14:cNvPr>
              <p14:cNvContentPartPr/>
              <p14:nvPr/>
            </p14:nvContentPartPr>
            <p14:xfrm>
              <a:off x="4169014" y="4262426"/>
              <a:ext cx="251280" cy="140400"/>
            </p14:xfrm>
          </p:contentPart>
        </mc:Choice>
        <mc:Fallback>
          <p:pic>
            <p:nvPicPr>
              <p:cNvPr id="161" name="Entrada de lápiz 160">
                <a:extLst>
                  <a:ext uri="{FF2B5EF4-FFF2-40B4-BE49-F238E27FC236}">
                    <a16:creationId xmlns:a16="http://schemas.microsoft.com/office/drawing/2014/main" id="{377210AF-EF24-4E68-962F-DE154653BC67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4160374" y="4253426"/>
                <a:ext cx="26892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62" name="Entrada de lápiz 161">
                <a:extLst>
                  <a:ext uri="{FF2B5EF4-FFF2-40B4-BE49-F238E27FC236}">
                    <a16:creationId xmlns:a16="http://schemas.microsoft.com/office/drawing/2014/main" id="{EA966F1B-2EFE-4385-9553-74AB648EE019}"/>
                  </a:ext>
                </a:extLst>
              </p14:cNvPr>
              <p14:cNvContentPartPr/>
              <p14:nvPr/>
            </p14:nvContentPartPr>
            <p14:xfrm>
              <a:off x="4501294" y="4229306"/>
              <a:ext cx="224280" cy="160560"/>
            </p14:xfrm>
          </p:contentPart>
        </mc:Choice>
        <mc:Fallback>
          <p:pic>
            <p:nvPicPr>
              <p:cNvPr id="162" name="Entrada de lápiz 161">
                <a:extLst>
                  <a:ext uri="{FF2B5EF4-FFF2-40B4-BE49-F238E27FC236}">
                    <a16:creationId xmlns:a16="http://schemas.microsoft.com/office/drawing/2014/main" id="{EA966F1B-2EFE-4385-9553-74AB648EE019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4492654" y="4220306"/>
                <a:ext cx="24192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63" name="Entrada de lápiz 162">
                <a:extLst>
                  <a:ext uri="{FF2B5EF4-FFF2-40B4-BE49-F238E27FC236}">
                    <a16:creationId xmlns:a16="http://schemas.microsoft.com/office/drawing/2014/main" id="{3A2C7928-1ADA-4A1C-9A46-9E5D3770B0D9}"/>
                  </a:ext>
                </a:extLst>
              </p14:cNvPr>
              <p14:cNvContentPartPr/>
              <p14:nvPr/>
            </p14:nvContentPartPr>
            <p14:xfrm>
              <a:off x="4853734" y="4347026"/>
              <a:ext cx="13320" cy="360"/>
            </p14:xfrm>
          </p:contentPart>
        </mc:Choice>
        <mc:Fallback>
          <p:pic>
            <p:nvPicPr>
              <p:cNvPr id="163" name="Entrada de lápiz 162">
                <a:extLst>
                  <a:ext uri="{FF2B5EF4-FFF2-40B4-BE49-F238E27FC236}">
                    <a16:creationId xmlns:a16="http://schemas.microsoft.com/office/drawing/2014/main" id="{3A2C7928-1ADA-4A1C-9A46-9E5D3770B0D9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4845094" y="4338026"/>
                <a:ext cx="309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64" name="Entrada de lápiz 163">
                <a:extLst>
                  <a:ext uri="{FF2B5EF4-FFF2-40B4-BE49-F238E27FC236}">
                    <a16:creationId xmlns:a16="http://schemas.microsoft.com/office/drawing/2014/main" id="{278CB623-C719-4DBF-8D00-AD3659ED22CC}"/>
                  </a:ext>
                </a:extLst>
              </p14:cNvPr>
              <p14:cNvContentPartPr/>
              <p14:nvPr/>
            </p14:nvContentPartPr>
            <p14:xfrm>
              <a:off x="4971814" y="4072706"/>
              <a:ext cx="59760" cy="314280"/>
            </p14:xfrm>
          </p:contentPart>
        </mc:Choice>
        <mc:Fallback>
          <p:pic>
            <p:nvPicPr>
              <p:cNvPr id="164" name="Entrada de lápiz 163">
                <a:extLst>
                  <a:ext uri="{FF2B5EF4-FFF2-40B4-BE49-F238E27FC236}">
                    <a16:creationId xmlns:a16="http://schemas.microsoft.com/office/drawing/2014/main" id="{278CB623-C719-4DBF-8D00-AD3659ED22CC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4962814" y="4064066"/>
                <a:ext cx="7740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65" name="Entrada de lápiz 164">
                <a:extLst>
                  <a:ext uri="{FF2B5EF4-FFF2-40B4-BE49-F238E27FC236}">
                    <a16:creationId xmlns:a16="http://schemas.microsoft.com/office/drawing/2014/main" id="{6481D32E-99AE-4CC5-B85B-CEB8ECF607A8}"/>
                  </a:ext>
                </a:extLst>
              </p14:cNvPr>
              <p14:cNvContentPartPr/>
              <p14:nvPr/>
            </p14:nvContentPartPr>
            <p14:xfrm>
              <a:off x="4939774" y="4252706"/>
              <a:ext cx="152640" cy="39960"/>
            </p14:xfrm>
          </p:contentPart>
        </mc:Choice>
        <mc:Fallback>
          <p:pic>
            <p:nvPicPr>
              <p:cNvPr id="165" name="Entrada de lápiz 164">
                <a:extLst>
                  <a:ext uri="{FF2B5EF4-FFF2-40B4-BE49-F238E27FC236}">
                    <a16:creationId xmlns:a16="http://schemas.microsoft.com/office/drawing/2014/main" id="{6481D32E-99AE-4CC5-B85B-CEB8ECF607A8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4930774" y="4244066"/>
                <a:ext cx="17028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66" name="Entrada de lápiz 165">
                <a:extLst>
                  <a:ext uri="{FF2B5EF4-FFF2-40B4-BE49-F238E27FC236}">
                    <a16:creationId xmlns:a16="http://schemas.microsoft.com/office/drawing/2014/main" id="{FBCDC9F7-EB9A-4940-9BE0-201CE1E9C5D8}"/>
                  </a:ext>
                </a:extLst>
              </p14:cNvPr>
              <p14:cNvContentPartPr/>
              <p14:nvPr/>
            </p14:nvContentPartPr>
            <p14:xfrm>
              <a:off x="5103574" y="4208786"/>
              <a:ext cx="140040" cy="152640"/>
            </p14:xfrm>
          </p:contentPart>
        </mc:Choice>
        <mc:Fallback>
          <p:pic>
            <p:nvPicPr>
              <p:cNvPr id="166" name="Entrada de lápiz 165">
                <a:extLst>
                  <a:ext uri="{FF2B5EF4-FFF2-40B4-BE49-F238E27FC236}">
                    <a16:creationId xmlns:a16="http://schemas.microsoft.com/office/drawing/2014/main" id="{FBCDC9F7-EB9A-4940-9BE0-201CE1E9C5D8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5094574" y="4200146"/>
                <a:ext cx="15768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67" name="Entrada de lápiz 166">
                <a:extLst>
                  <a:ext uri="{FF2B5EF4-FFF2-40B4-BE49-F238E27FC236}">
                    <a16:creationId xmlns:a16="http://schemas.microsoft.com/office/drawing/2014/main" id="{00C936D6-2F0F-4D45-BAC2-1DC69CE9F28D}"/>
                  </a:ext>
                </a:extLst>
              </p14:cNvPr>
              <p14:cNvContentPartPr/>
              <p14:nvPr/>
            </p14:nvContentPartPr>
            <p14:xfrm>
              <a:off x="5323174" y="4085666"/>
              <a:ext cx="73080" cy="236160"/>
            </p14:xfrm>
          </p:contentPart>
        </mc:Choice>
        <mc:Fallback>
          <p:pic>
            <p:nvPicPr>
              <p:cNvPr id="167" name="Entrada de lápiz 166">
                <a:extLst>
                  <a:ext uri="{FF2B5EF4-FFF2-40B4-BE49-F238E27FC236}">
                    <a16:creationId xmlns:a16="http://schemas.microsoft.com/office/drawing/2014/main" id="{00C936D6-2F0F-4D45-BAC2-1DC69CE9F28D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5314174" y="4076666"/>
                <a:ext cx="9072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68" name="Entrada de lápiz 167">
                <a:extLst>
                  <a:ext uri="{FF2B5EF4-FFF2-40B4-BE49-F238E27FC236}">
                    <a16:creationId xmlns:a16="http://schemas.microsoft.com/office/drawing/2014/main" id="{29058C2A-2578-47D0-A98B-D336FCB4052D}"/>
                  </a:ext>
                </a:extLst>
              </p14:cNvPr>
              <p14:cNvContentPartPr/>
              <p14:nvPr/>
            </p14:nvContentPartPr>
            <p14:xfrm>
              <a:off x="5483734" y="3985946"/>
              <a:ext cx="33840" cy="381600"/>
            </p14:xfrm>
          </p:contentPart>
        </mc:Choice>
        <mc:Fallback>
          <p:pic>
            <p:nvPicPr>
              <p:cNvPr id="168" name="Entrada de lápiz 167">
                <a:extLst>
                  <a:ext uri="{FF2B5EF4-FFF2-40B4-BE49-F238E27FC236}">
                    <a16:creationId xmlns:a16="http://schemas.microsoft.com/office/drawing/2014/main" id="{29058C2A-2578-47D0-A98B-D336FCB4052D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5475094" y="3977306"/>
                <a:ext cx="5148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69" name="Entrada de lápiz 168">
                <a:extLst>
                  <a:ext uri="{FF2B5EF4-FFF2-40B4-BE49-F238E27FC236}">
                    <a16:creationId xmlns:a16="http://schemas.microsoft.com/office/drawing/2014/main" id="{5F8C4906-68E5-4A99-A818-888BA1356DFB}"/>
                  </a:ext>
                </a:extLst>
              </p14:cNvPr>
              <p14:cNvContentPartPr/>
              <p14:nvPr/>
            </p14:nvContentPartPr>
            <p14:xfrm>
              <a:off x="5687494" y="4212026"/>
              <a:ext cx="177840" cy="90360"/>
            </p14:xfrm>
          </p:contentPart>
        </mc:Choice>
        <mc:Fallback>
          <p:pic>
            <p:nvPicPr>
              <p:cNvPr id="169" name="Entrada de lápiz 168">
                <a:extLst>
                  <a:ext uri="{FF2B5EF4-FFF2-40B4-BE49-F238E27FC236}">
                    <a16:creationId xmlns:a16="http://schemas.microsoft.com/office/drawing/2014/main" id="{5F8C4906-68E5-4A99-A818-888BA1356DFB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5678854" y="4203386"/>
                <a:ext cx="19548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70" name="Entrada de lápiz 169">
                <a:extLst>
                  <a:ext uri="{FF2B5EF4-FFF2-40B4-BE49-F238E27FC236}">
                    <a16:creationId xmlns:a16="http://schemas.microsoft.com/office/drawing/2014/main" id="{D2C808FB-6B73-4317-A02C-9028DD29FA54}"/>
                  </a:ext>
                </a:extLst>
              </p14:cNvPr>
              <p14:cNvContentPartPr/>
              <p14:nvPr/>
            </p14:nvContentPartPr>
            <p14:xfrm>
              <a:off x="5987734" y="4094306"/>
              <a:ext cx="211320" cy="244440"/>
            </p14:xfrm>
          </p:contentPart>
        </mc:Choice>
        <mc:Fallback>
          <p:pic>
            <p:nvPicPr>
              <p:cNvPr id="170" name="Entrada de lápiz 169">
                <a:extLst>
                  <a:ext uri="{FF2B5EF4-FFF2-40B4-BE49-F238E27FC236}">
                    <a16:creationId xmlns:a16="http://schemas.microsoft.com/office/drawing/2014/main" id="{D2C808FB-6B73-4317-A02C-9028DD29FA54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5978734" y="4085306"/>
                <a:ext cx="22896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71" name="Entrada de lápiz 170">
                <a:extLst>
                  <a:ext uri="{FF2B5EF4-FFF2-40B4-BE49-F238E27FC236}">
                    <a16:creationId xmlns:a16="http://schemas.microsoft.com/office/drawing/2014/main" id="{B71BF4C9-D85E-4B1A-81D5-BBBC55DDEDB0}"/>
                  </a:ext>
                </a:extLst>
              </p14:cNvPr>
              <p14:cNvContentPartPr/>
              <p14:nvPr/>
            </p14:nvContentPartPr>
            <p14:xfrm>
              <a:off x="6048214" y="4216346"/>
              <a:ext cx="198000" cy="21960"/>
            </p14:xfrm>
          </p:contentPart>
        </mc:Choice>
        <mc:Fallback>
          <p:pic>
            <p:nvPicPr>
              <p:cNvPr id="171" name="Entrada de lápiz 170">
                <a:extLst>
                  <a:ext uri="{FF2B5EF4-FFF2-40B4-BE49-F238E27FC236}">
                    <a16:creationId xmlns:a16="http://schemas.microsoft.com/office/drawing/2014/main" id="{B71BF4C9-D85E-4B1A-81D5-BBBC55DDEDB0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6039574" y="4207346"/>
                <a:ext cx="2156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72" name="Entrada de lápiz 171">
                <a:extLst>
                  <a:ext uri="{FF2B5EF4-FFF2-40B4-BE49-F238E27FC236}">
                    <a16:creationId xmlns:a16="http://schemas.microsoft.com/office/drawing/2014/main" id="{C03191EC-9C56-4E48-AB68-9016997139E8}"/>
                  </a:ext>
                </a:extLst>
              </p14:cNvPr>
              <p14:cNvContentPartPr/>
              <p14:nvPr/>
            </p14:nvContentPartPr>
            <p14:xfrm>
              <a:off x="6100774" y="4005386"/>
              <a:ext cx="335160" cy="536040"/>
            </p14:xfrm>
          </p:contentPart>
        </mc:Choice>
        <mc:Fallback>
          <p:pic>
            <p:nvPicPr>
              <p:cNvPr id="172" name="Entrada de lápiz 171">
                <a:extLst>
                  <a:ext uri="{FF2B5EF4-FFF2-40B4-BE49-F238E27FC236}">
                    <a16:creationId xmlns:a16="http://schemas.microsoft.com/office/drawing/2014/main" id="{C03191EC-9C56-4E48-AB68-9016997139E8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6091774" y="3996386"/>
                <a:ext cx="352800" cy="55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85" name="Entrada de lápiz 184">
                <a:extLst>
                  <a:ext uri="{FF2B5EF4-FFF2-40B4-BE49-F238E27FC236}">
                    <a16:creationId xmlns:a16="http://schemas.microsoft.com/office/drawing/2014/main" id="{78125D66-4AEE-4503-BDE8-52D4D0E53A64}"/>
                  </a:ext>
                </a:extLst>
              </p14:cNvPr>
              <p14:cNvContentPartPr/>
              <p14:nvPr/>
            </p14:nvContentPartPr>
            <p14:xfrm>
              <a:off x="8707534" y="2273426"/>
              <a:ext cx="404280" cy="389880"/>
            </p14:xfrm>
          </p:contentPart>
        </mc:Choice>
        <mc:Fallback>
          <p:pic>
            <p:nvPicPr>
              <p:cNvPr id="185" name="Entrada de lápiz 184">
                <a:extLst>
                  <a:ext uri="{FF2B5EF4-FFF2-40B4-BE49-F238E27FC236}">
                    <a16:creationId xmlns:a16="http://schemas.microsoft.com/office/drawing/2014/main" id="{78125D66-4AEE-4503-BDE8-52D4D0E53A64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8698894" y="2264426"/>
                <a:ext cx="42192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86" name="Entrada de lápiz 185">
                <a:extLst>
                  <a:ext uri="{FF2B5EF4-FFF2-40B4-BE49-F238E27FC236}">
                    <a16:creationId xmlns:a16="http://schemas.microsoft.com/office/drawing/2014/main" id="{24DAA0C5-D569-43E4-B988-E9211247B332}"/>
                  </a:ext>
                </a:extLst>
              </p14:cNvPr>
              <p14:cNvContentPartPr/>
              <p14:nvPr/>
            </p14:nvContentPartPr>
            <p14:xfrm>
              <a:off x="8872054" y="2172986"/>
              <a:ext cx="30600" cy="554760"/>
            </p14:xfrm>
          </p:contentPart>
        </mc:Choice>
        <mc:Fallback>
          <p:pic>
            <p:nvPicPr>
              <p:cNvPr id="186" name="Entrada de lápiz 185">
                <a:extLst>
                  <a:ext uri="{FF2B5EF4-FFF2-40B4-BE49-F238E27FC236}">
                    <a16:creationId xmlns:a16="http://schemas.microsoft.com/office/drawing/2014/main" id="{24DAA0C5-D569-43E4-B988-E9211247B332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8863054" y="2163986"/>
                <a:ext cx="48240" cy="57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87" name="Entrada de lápiz 186">
                <a:extLst>
                  <a:ext uri="{FF2B5EF4-FFF2-40B4-BE49-F238E27FC236}">
                    <a16:creationId xmlns:a16="http://schemas.microsoft.com/office/drawing/2014/main" id="{E0E23809-0D23-4500-AA14-FC3AF058109F}"/>
                  </a:ext>
                </a:extLst>
              </p14:cNvPr>
              <p14:cNvContentPartPr/>
              <p14:nvPr/>
            </p14:nvContentPartPr>
            <p14:xfrm>
              <a:off x="8714734" y="2741426"/>
              <a:ext cx="290880" cy="18000"/>
            </p14:xfrm>
          </p:contentPart>
        </mc:Choice>
        <mc:Fallback>
          <p:pic>
            <p:nvPicPr>
              <p:cNvPr id="187" name="Entrada de lápiz 186">
                <a:extLst>
                  <a:ext uri="{FF2B5EF4-FFF2-40B4-BE49-F238E27FC236}">
                    <a16:creationId xmlns:a16="http://schemas.microsoft.com/office/drawing/2014/main" id="{E0E23809-0D23-4500-AA14-FC3AF058109F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8705734" y="2732426"/>
                <a:ext cx="30852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188" name="Entrada de lápiz 187">
                <a:extLst>
                  <a:ext uri="{FF2B5EF4-FFF2-40B4-BE49-F238E27FC236}">
                    <a16:creationId xmlns:a16="http://schemas.microsoft.com/office/drawing/2014/main" id="{45CDA389-C059-449C-956D-0A08E52DE615}"/>
                  </a:ext>
                </a:extLst>
              </p14:cNvPr>
              <p14:cNvContentPartPr/>
              <p14:nvPr/>
            </p14:nvContentPartPr>
            <p14:xfrm>
              <a:off x="8752894" y="2187386"/>
              <a:ext cx="321840" cy="16560"/>
            </p14:xfrm>
          </p:contentPart>
        </mc:Choice>
        <mc:Fallback>
          <p:pic>
            <p:nvPicPr>
              <p:cNvPr id="188" name="Entrada de lápiz 187">
                <a:extLst>
                  <a:ext uri="{FF2B5EF4-FFF2-40B4-BE49-F238E27FC236}">
                    <a16:creationId xmlns:a16="http://schemas.microsoft.com/office/drawing/2014/main" id="{45CDA389-C059-449C-956D-0A08E52DE615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8743894" y="2178746"/>
                <a:ext cx="33948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91" name="Entrada de lápiz 190">
                <a:extLst>
                  <a:ext uri="{FF2B5EF4-FFF2-40B4-BE49-F238E27FC236}">
                    <a16:creationId xmlns:a16="http://schemas.microsoft.com/office/drawing/2014/main" id="{5FEE87C3-C5CB-41B7-8ECB-7FA8A2151F4E}"/>
                  </a:ext>
                </a:extLst>
              </p14:cNvPr>
              <p14:cNvContentPartPr/>
              <p14:nvPr/>
            </p14:nvContentPartPr>
            <p14:xfrm>
              <a:off x="151054" y="645866"/>
              <a:ext cx="160200" cy="156960"/>
            </p14:xfrm>
          </p:contentPart>
        </mc:Choice>
        <mc:Fallback>
          <p:pic>
            <p:nvPicPr>
              <p:cNvPr id="191" name="Entrada de lápiz 190">
                <a:extLst>
                  <a:ext uri="{FF2B5EF4-FFF2-40B4-BE49-F238E27FC236}">
                    <a16:creationId xmlns:a16="http://schemas.microsoft.com/office/drawing/2014/main" id="{5FEE87C3-C5CB-41B7-8ECB-7FA8A2151F4E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42054" y="637226"/>
                <a:ext cx="17784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192" name="Entrada de lápiz 191">
                <a:extLst>
                  <a:ext uri="{FF2B5EF4-FFF2-40B4-BE49-F238E27FC236}">
                    <a16:creationId xmlns:a16="http://schemas.microsoft.com/office/drawing/2014/main" id="{246198B5-80D5-4A6A-860F-15CBB03BADD9}"/>
                  </a:ext>
                </a:extLst>
              </p14:cNvPr>
              <p14:cNvContentPartPr/>
              <p14:nvPr/>
            </p14:nvContentPartPr>
            <p14:xfrm>
              <a:off x="289294" y="381266"/>
              <a:ext cx="131400" cy="482400"/>
            </p14:xfrm>
          </p:contentPart>
        </mc:Choice>
        <mc:Fallback>
          <p:pic>
            <p:nvPicPr>
              <p:cNvPr id="192" name="Entrada de lápiz 191">
                <a:extLst>
                  <a:ext uri="{FF2B5EF4-FFF2-40B4-BE49-F238E27FC236}">
                    <a16:creationId xmlns:a16="http://schemas.microsoft.com/office/drawing/2014/main" id="{246198B5-80D5-4A6A-860F-15CBB03BADD9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280294" y="372626"/>
                <a:ext cx="149040" cy="50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226" name="Entrada de lápiz 225">
                <a:extLst>
                  <a:ext uri="{FF2B5EF4-FFF2-40B4-BE49-F238E27FC236}">
                    <a16:creationId xmlns:a16="http://schemas.microsoft.com/office/drawing/2014/main" id="{7418865F-6CEF-404F-A883-EBE7642ECA6D}"/>
                  </a:ext>
                </a:extLst>
              </p14:cNvPr>
              <p14:cNvContentPartPr/>
              <p14:nvPr/>
            </p14:nvContentPartPr>
            <p14:xfrm>
              <a:off x="303694" y="1478186"/>
              <a:ext cx="69480" cy="494280"/>
            </p14:xfrm>
          </p:contentPart>
        </mc:Choice>
        <mc:Fallback>
          <p:pic>
            <p:nvPicPr>
              <p:cNvPr id="226" name="Entrada de lápiz 225">
                <a:extLst>
                  <a:ext uri="{FF2B5EF4-FFF2-40B4-BE49-F238E27FC236}">
                    <a16:creationId xmlns:a16="http://schemas.microsoft.com/office/drawing/2014/main" id="{7418865F-6CEF-404F-A883-EBE7642ECA6D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294694" y="1469546"/>
                <a:ext cx="87120" cy="5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227" name="Entrada de lápiz 226">
                <a:extLst>
                  <a:ext uri="{FF2B5EF4-FFF2-40B4-BE49-F238E27FC236}">
                    <a16:creationId xmlns:a16="http://schemas.microsoft.com/office/drawing/2014/main" id="{212676F5-722A-42E1-B4AF-66EB1CEF3DEC}"/>
                  </a:ext>
                </a:extLst>
              </p14:cNvPr>
              <p14:cNvContentPartPr/>
              <p14:nvPr/>
            </p14:nvContentPartPr>
            <p14:xfrm>
              <a:off x="246454" y="1453706"/>
              <a:ext cx="267120" cy="258480"/>
            </p14:xfrm>
          </p:contentPart>
        </mc:Choice>
        <mc:Fallback>
          <p:pic>
            <p:nvPicPr>
              <p:cNvPr id="227" name="Entrada de lápiz 226">
                <a:extLst>
                  <a:ext uri="{FF2B5EF4-FFF2-40B4-BE49-F238E27FC236}">
                    <a16:creationId xmlns:a16="http://schemas.microsoft.com/office/drawing/2014/main" id="{212676F5-722A-42E1-B4AF-66EB1CEF3DEC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237454" y="1444706"/>
                <a:ext cx="28476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228" name="Entrada de lápiz 227">
                <a:extLst>
                  <a:ext uri="{FF2B5EF4-FFF2-40B4-BE49-F238E27FC236}">
                    <a16:creationId xmlns:a16="http://schemas.microsoft.com/office/drawing/2014/main" id="{A9CC41B1-25AE-4DD2-BBA3-F79AC0F21D8A}"/>
                  </a:ext>
                </a:extLst>
              </p14:cNvPr>
              <p14:cNvContentPartPr/>
              <p14:nvPr/>
            </p14:nvContentPartPr>
            <p14:xfrm>
              <a:off x="554974" y="1435346"/>
              <a:ext cx="115920" cy="352800"/>
            </p14:xfrm>
          </p:contentPart>
        </mc:Choice>
        <mc:Fallback>
          <p:pic>
            <p:nvPicPr>
              <p:cNvPr id="228" name="Entrada de lápiz 227">
                <a:extLst>
                  <a:ext uri="{FF2B5EF4-FFF2-40B4-BE49-F238E27FC236}">
                    <a16:creationId xmlns:a16="http://schemas.microsoft.com/office/drawing/2014/main" id="{A9CC41B1-25AE-4DD2-BBA3-F79AC0F21D8A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545974" y="1426706"/>
                <a:ext cx="13356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229" name="Entrada de lápiz 228">
                <a:extLst>
                  <a:ext uri="{FF2B5EF4-FFF2-40B4-BE49-F238E27FC236}">
                    <a16:creationId xmlns:a16="http://schemas.microsoft.com/office/drawing/2014/main" id="{3F4BE45D-C78C-4AAE-B6E0-CD1E7D3F1958}"/>
                  </a:ext>
                </a:extLst>
              </p14:cNvPr>
              <p14:cNvContentPartPr/>
              <p14:nvPr/>
            </p14:nvContentPartPr>
            <p14:xfrm>
              <a:off x="749014" y="1459466"/>
              <a:ext cx="147960" cy="315000"/>
            </p14:xfrm>
          </p:contentPart>
        </mc:Choice>
        <mc:Fallback>
          <p:pic>
            <p:nvPicPr>
              <p:cNvPr id="229" name="Entrada de lápiz 228">
                <a:extLst>
                  <a:ext uri="{FF2B5EF4-FFF2-40B4-BE49-F238E27FC236}">
                    <a16:creationId xmlns:a16="http://schemas.microsoft.com/office/drawing/2014/main" id="{3F4BE45D-C78C-4AAE-B6E0-CD1E7D3F1958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740014" y="1450466"/>
                <a:ext cx="16560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230" name="Entrada de lápiz 229">
                <a:extLst>
                  <a:ext uri="{FF2B5EF4-FFF2-40B4-BE49-F238E27FC236}">
                    <a16:creationId xmlns:a16="http://schemas.microsoft.com/office/drawing/2014/main" id="{A4075FCD-C593-4E3D-AA63-71505D17C870}"/>
                  </a:ext>
                </a:extLst>
              </p14:cNvPr>
              <p14:cNvContentPartPr/>
              <p14:nvPr/>
            </p14:nvContentPartPr>
            <p14:xfrm>
              <a:off x="707254" y="1620746"/>
              <a:ext cx="227880" cy="4680"/>
            </p14:xfrm>
          </p:contentPart>
        </mc:Choice>
        <mc:Fallback>
          <p:pic>
            <p:nvPicPr>
              <p:cNvPr id="230" name="Entrada de lápiz 229">
                <a:extLst>
                  <a:ext uri="{FF2B5EF4-FFF2-40B4-BE49-F238E27FC236}">
                    <a16:creationId xmlns:a16="http://schemas.microsoft.com/office/drawing/2014/main" id="{A4075FCD-C593-4E3D-AA63-71505D17C870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698614" y="1612106"/>
                <a:ext cx="24552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231" name="Entrada de lápiz 230">
                <a:extLst>
                  <a:ext uri="{FF2B5EF4-FFF2-40B4-BE49-F238E27FC236}">
                    <a16:creationId xmlns:a16="http://schemas.microsoft.com/office/drawing/2014/main" id="{87B45ABF-678B-42C5-8E8D-FCE0B084AC37}"/>
                  </a:ext>
                </a:extLst>
              </p14:cNvPr>
              <p14:cNvContentPartPr/>
              <p14:nvPr/>
            </p14:nvContentPartPr>
            <p14:xfrm>
              <a:off x="1042054" y="1449386"/>
              <a:ext cx="190080" cy="222120"/>
            </p14:xfrm>
          </p:contentPart>
        </mc:Choice>
        <mc:Fallback>
          <p:pic>
            <p:nvPicPr>
              <p:cNvPr id="231" name="Entrada de lápiz 230">
                <a:extLst>
                  <a:ext uri="{FF2B5EF4-FFF2-40B4-BE49-F238E27FC236}">
                    <a16:creationId xmlns:a16="http://schemas.microsoft.com/office/drawing/2014/main" id="{87B45ABF-678B-42C5-8E8D-FCE0B084AC37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033054" y="1440386"/>
                <a:ext cx="2077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233" name="Entrada de lápiz 232">
                <a:extLst>
                  <a:ext uri="{FF2B5EF4-FFF2-40B4-BE49-F238E27FC236}">
                    <a16:creationId xmlns:a16="http://schemas.microsoft.com/office/drawing/2014/main" id="{2167D4D5-69DA-434A-B5A3-97DF01BD909E}"/>
                  </a:ext>
                </a:extLst>
              </p14:cNvPr>
              <p14:cNvContentPartPr/>
              <p14:nvPr/>
            </p14:nvContentPartPr>
            <p14:xfrm>
              <a:off x="1042054" y="1596266"/>
              <a:ext cx="266040" cy="123480"/>
            </p14:xfrm>
          </p:contentPart>
        </mc:Choice>
        <mc:Fallback>
          <p:pic>
            <p:nvPicPr>
              <p:cNvPr id="233" name="Entrada de lápiz 232">
                <a:extLst>
                  <a:ext uri="{FF2B5EF4-FFF2-40B4-BE49-F238E27FC236}">
                    <a16:creationId xmlns:a16="http://schemas.microsoft.com/office/drawing/2014/main" id="{2167D4D5-69DA-434A-B5A3-97DF01BD909E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033054" y="1587266"/>
                <a:ext cx="28368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234" name="Entrada de lápiz 233">
                <a:extLst>
                  <a:ext uri="{FF2B5EF4-FFF2-40B4-BE49-F238E27FC236}">
                    <a16:creationId xmlns:a16="http://schemas.microsoft.com/office/drawing/2014/main" id="{F268C0FE-7EF1-46CC-89E8-87D628EA5794}"/>
                  </a:ext>
                </a:extLst>
              </p14:cNvPr>
              <p14:cNvContentPartPr/>
              <p14:nvPr/>
            </p14:nvContentPartPr>
            <p14:xfrm>
              <a:off x="1467214" y="1442546"/>
              <a:ext cx="96840" cy="237240"/>
            </p14:xfrm>
          </p:contentPart>
        </mc:Choice>
        <mc:Fallback>
          <p:pic>
            <p:nvPicPr>
              <p:cNvPr id="234" name="Entrada de lápiz 233">
                <a:extLst>
                  <a:ext uri="{FF2B5EF4-FFF2-40B4-BE49-F238E27FC236}">
                    <a16:creationId xmlns:a16="http://schemas.microsoft.com/office/drawing/2014/main" id="{F268C0FE-7EF1-46CC-89E8-87D628EA5794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458214" y="1433906"/>
                <a:ext cx="11448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235" name="Entrada de lápiz 234">
                <a:extLst>
                  <a:ext uri="{FF2B5EF4-FFF2-40B4-BE49-F238E27FC236}">
                    <a16:creationId xmlns:a16="http://schemas.microsoft.com/office/drawing/2014/main" id="{161BF8BF-6B79-4B3A-8E78-58877EBF36C1}"/>
                  </a:ext>
                </a:extLst>
              </p14:cNvPr>
              <p14:cNvContentPartPr/>
              <p14:nvPr/>
            </p14:nvContentPartPr>
            <p14:xfrm>
              <a:off x="1619494" y="1640186"/>
              <a:ext cx="360" cy="360"/>
            </p14:xfrm>
          </p:contentPart>
        </mc:Choice>
        <mc:Fallback>
          <p:pic>
            <p:nvPicPr>
              <p:cNvPr id="235" name="Entrada de lápiz 234">
                <a:extLst>
                  <a:ext uri="{FF2B5EF4-FFF2-40B4-BE49-F238E27FC236}">
                    <a16:creationId xmlns:a16="http://schemas.microsoft.com/office/drawing/2014/main" id="{161BF8BF-6B79-4B3A-8E78-58877EBF36C1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610854" y="163118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236" name="Entrada de lápiz 235">
                <a:extLst>
                  <a:ext uri="{FF2B5EF4-FFF2-40B4-BE49-F238E27FC236}">
                    <a16:creationId xmlns:a16="http://schemas.microsoft.com/office/drawing/2014/main" id="{72263EE6-04FB-4B5F-90EA-4721960E30B4}"/>
                  </a:ext>
                </a:extLst>
              </p14:cNvPr>
              <p14:cNvContentPartPr/>
              <p14:nvPr/>
            </p14:nvContentPartPr>
            <p14:xfrm>
              <a:off x="1719574" y="1434986"/>
              <a:ext cx="138600" cy="216360"/>
            </p14:xfrm>
          </p:contentPart>
        </mc:Choice>
        <mc:Fallback>
          <p:pic>
            <p:nvPicPr>
              <p:cNvPr id="236" name="Entrada de lápiz 235">
                <a:extLst>
                  <a:ext uri="{FF2B5EF4-FFF2-40B4-BE49-F238E27FC236}">
                    <a16:creationId xmlns:a16="http://schemas.microsoft.com/office/drawing/2014/main" id="{72263EE6-04FB-4B5F-90EA-4721960E30B4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1710574" y="1425986"/>
                <a:ext cx="15624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237" name="Entrada de lápiz 236">
                <a:extLst>
                  <a:ext uri="{FF2B5EF4-FFF2-40B4-BE49-F238E27FC236}">
                    <a16:creationId xmlns:a16="http://schemas.microsoft.com/office/drawing/2014/main" id="{94255159-BB74-4162-8B34-ECB6A7A4CCBB}"/>
                  </a:ext>
                </a:extLst>
              </p14:cNvPr>
              <p14:cNvContentPartPr/>
              <p14:nvPr/>
            </p14:nvContentPartPr>
            <p14:xfrm>
              <a:off x="1901734" y="1276946"/>
              <a:ext cx="96840" cy="532800"/>
            </p14:xfrm>
          </p:contentPart>
        </mc:Choice>
        <mc:Fallback>
          <p:pic>
            <p:nvPicPr>
              <p:cNvPr id="237" name="Entrada de lápiz 236">
                <a:extLst>
                  <a:ext uri="{FF2B5EF4-FFF2-40B4-BE49-F238E27FC236}">
                    <a16:creationId xmlns:a16="http://schemas.microsoft.com/office/drawing/2014/main" id="{94255159-BB74-4162-8B34-ECB6A7A4CCBB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1893094" y="1267946"/>
                <a:ext cx="114480" cy="55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238" name="Entrada de lápiz 237">
                <a:extLst>
                  <a:ext uri="{FF2B5EF4-FFF2-40B4-BE49-F238E27FC236}">
                    <a16:creationId xmlns:a16="http://schemas.microsoft.com/office/drawing/2014/main" id="{7B4F58CF-AB24-4513-846E-C0C0E9D9012E}"/>
                  </a:ext>
                </a:extLst>
              </p14:cNvPr>
              <p14:cNvContentPartPr/>
              <p14:nvPr/>
            </p14:nvContentPartPr>
            <p14:xfrm>
              <a:off x="1346974" y="1855466"/>
              <a:ext cx="68400" cy="2571120"/>
            </p14:xfrm>
          </p:contentPart>
        </mc:Choice>
        <mc:Fallback>
          <p:pic>
            <p:nvPicPr>
              <p:cNvPr id="238" name="Entrada de lápiz 237">
                <a:extLst>
                  <a:ext uri="{FF2B5EF4-FFF2-40B4-BE49-F238E27FC236}">
                    <a16:creationId xmlns:a16="http://schemas.microsoft.com/office/drawing/2014/main" id="{7B4F58CF-AB24-4513-846E-C0C0E9D9012E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1338334" y="1846826"/>
                <a:ext cx="86040" cy="258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239" name="Entrada de lápiz 238">
                <a:extLst>
                  <a:ext uri="{FF2B5EF4-FFF2-40B4-BE49-F238E27FC236}">
                    <a16:creationId xmlns:a16="http://schemas.microsoft.com/office/drawing/2014/main" id="{04569A92-1C53-4AF3-A0D9-391A28C688E2}"/>
                  </a:ext>
                </a:extLst>
              </p14:cNvPr>
              <p14:cNvContentPartPr/>
              <p14:nvPr/>
            </p14:nvContentPartPr>
            <p14:xfrm>
              <a:off x="1382614" y="4289786"/>
              <a:ext cx="300240" cy="218520"/>
            </p14:xfrm>
          </p:contentPart>
        </mc:Choice>
        <mc:Fallback>
          <p:pic>
            <p:nvPicPr>
              <p:cNvPr id="239" name="Entrada de lápiz 238">
                <a:extLst>
                  <a:ext uri="{FF2B5EF4-FFF2-40B4-BE49-F238E27FC236}">
                    <a16:creationId xmlns:a16="http://schemas.microsoft.com/office/drawing/2014/main" id="{04569A92-1C53-4AF3-A0D9-391A28C688E2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1373614" y="4280786"/>
                <a:ext cx="31788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247" name="Entrada de lápiz 246">
                <a:extLst>
                  <a:ext uri="{FF2B5EF4-FFF2-40B4-BE49-F238E27FC236}">
                    <a16:creationId xmlns:a16="http://schemas.microsoft.com/office/drawing/2014/main" id="{7BABC930-6F8F-4F51-BC72-20FC1B532DAA}"/>
                  </a:ext>
                </a:extLst>
              </p14:cNvPr>
              <p14:cNvContentPartPr/>
              <p14:nvPr/>
            </p14:nvContentPartPr>
            <p14:xfrm>
              <a:off x="887974" y="1776986"/>
              <a:ext cx="57960" cy="135720"/>
            </p14:xfrm>
          </p:contentPart>
        </mc:Choice>
        <mc:Fallback>
          <p:pic>
            <p:nvPicPr>
              <p:cNvPr id="247" name="Entrada de lápiz 246">
                <a:extLst>
                  <a:ext uri="{FF2B5EF4-FFF2-40B4-BE49-F238E27FC236}">
                    <a16:creationId xmlns:a16="http://schemas.microsoft.com/office/drawing/2014/main" id="{7BABC930-6F8F-4F51-BC72-20FC1B532DAA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878974" y="1768346"/>
                <a:ext cx="7560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248" name="Entrada de lápiz 247">
                <a:extLst>
                  <a:ext uri="{FF2B5EF4-FFF2-40B4-BE49-F238E27FC236}">
                    <a16:creationId xmlns:a16="http://schemas.microsoft.com/office/drawing/2014/main" id="{FBE0144E-F80B-4501-98E7-810E5CD52A59}"/>
                  </a:ext>
                </a:extLst>
              </p14:cNvPr>
              <p14:cNvContentPartPr/>
              <p14:nvPr/>
            </p14:nvContentPartPr>
            <p14:xfrm>
              <a:off x="877534" y="1866986"/>
              <a:ext cx="125280" cy="12240"/>
            </p14:xfrm>
          </p:contentPart>
        </mc:Choice>
        <mc:Fallback>
          <p:pic>
            <p:nvPicPr>
              <p:cNvPr id="248" name="Entrada de lápiz 247">
                <a:extLst>
                  <a:ext uri="{FF2B5EF4-FFF2-40B4-BE49-F238E27FC236}">
                    <a16:creationId xmlns:a16="http://schemas.microsoft.com/office/drawing/2014/main" id="{FBE0144E-F80B-4501-98E7-810E5CD52A59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868894" y="1858346"/>
                <a:ext cx="142920" cy="2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2" name="Grupo 271">
            <a:extLst>
              <a:ext uri="{FF2B5EF4-FFF2-40B4-BE49-F238E27FC236}">
                <a16:creationId xmlns:a16="http://schemas.microsoft.com/office/drawing/2014/main" id="{C443664E-F80C-4991-86B0-CA08A2EB7211}"/>
              </a:ext>
            </a:extLst>
          </p:cNvPr>
          <p:cNvGrpSpPr/>
          <p:nvPr/>
        </p:nvGrpSpPr>
        <p:grpSpPr>
          <a:xfrm>
            <a:off x="3791734" y="4832306"/>
            <a:ext cx="3401280" cy="813240"/>
            <a:chOff x="3791734" y="4832306"/>
            <a:chExt cx="3401280" cy="81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081189E1-6AE7-47DE-A25B-066A4BCCFDC1}"/>
                    </a:ext>
                  </a:extLst>
                </p14:cNvPr>
                <p14:cNvContentPartPr/>
                <p14:nvPr/>
              </p14:nvContentPartPr>
              <p14:xfrm>
                <a:off x="3791734" y="5150906"/>
                <a:ext cx="96840" cy="429480"/>
              </p14:xfrm>
            </p:contentPart>
          </mc:Choice>
          <mc:Fallback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081189E1-6AE7-47DE-A25B-066A4BCCFDC1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782734" y="5142266"/>
                  <a:ext cx="11448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FF964DF0-8FA7-424F-9FA3-FE61D344C9EA}"/>
                    </a:ext>
                  </a:extLst>
                </p14:cNvPr>
                <p14:cNvContentPartPr/>
                <p14:nvPr/>
              </p14:nvContentPartPr>
              <p14:xfrm>
                <a:off x="3800014" y="5160266"/>
                <a:ext cx="208800" cy="241200"/>
              </p14:xfrm>
            </p:contentPart>
          </mc:Choice>
          <mc:Fallback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FF964DF0-8FA7-424F-9FA3-FE61D344C9EA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791014" y="5151266"/>
                  <a:ext cx="2264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6FC136F4-F823-43B4-9D33-9FFA1ADC2254}"/>
                    </a:ext>
                  </a:extLst>
                </p14:cNvPr>
                <p14:cNvContentPartPr/>
                <p14:nvPr/>
              </p14:nvContentPartPr>
              <p14:xfrm>
                <a:off x="4062094" y="5126786"/>
                <a:ext cx="167040" cy="343800"/>
              </p14:xfrm>
            </p:contentPart>
          </mc:Choice>
          <mc:Fallback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6FC136F4-F823-43B4-9D33-9FFA1ADC2254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4053454" y="5118146"/>
                  <a:ext cx="1846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01F781D6-06DE-4685-B4F8-91F1DE2846D2}"/>
                    </a:ext>
                  </a:extLst>
                </p14:cNvPr>
                <p14:cNvContentPartPr/>
                <p14:nvPr/>
              </p14:nvContentPartPr>
              <p14:xfrm>
                <a:off x="4373854" y="5135066"/>
                <a:ext cx="204120" cy="278280"/>
              </p14:xfrm>
            </p:contentPart>
          </mc:Choice>
          <mc:Fallback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01F781D6-06DE-4685-B4F8-91F1DE2846D2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365214" y="5126426"/>
                  <a:ext cx="2217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B2DDA576-0394-4518-9ED3-63939EFC288B}"/>
                    </a:ext>
                  </a:extLst>
                </p14:cNvPr>
                <p14:cNvContentPartPr/>
                <p14:nvPr/>
              </p14:nvContentPartPr>
              <p14:xfrm>
                <a:off x="4387174" y="5287706"/>
                <a:ext cx="193320" cy="3600"/>
              </p14:xfrm>
            </p:contentPart>
          </mc:Choice>
          <mc:Fallback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B2DDA576-0394-4518-9ED3-63939EFC288B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4378174" y="5278706"/>
                  <a:ext cx="2109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2375D135-1AA7-428C-AA6F-ABB9AB598783}"/>
                    </a:ext>
                  </a:extLst>
                </p14:cNvPr>
                <p14:cNvContentPartPr/>
                <p14:nvPr/>
              </p14:nvContentPartPr>
              <p14:xfrm>
                <a:off x="4648894" y="5387066"/>
                <a:ext cx="132480" cy="172080"/>
              </p14:xfrm>
            </p:contentPart>
          </mc:Choice>
          <mc:Fallback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2375D135-1AA7-428C-AA6F-ABB9AB598783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640254" y="5378426"/>
                  <a:ext cx="1501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39F325AE-9AB5-44B4-B406-B37602FE6E5A}"/>
                    </a:ext>
                  </a:extLst>
                </p14:cNvPr>
                <p14:cNvContentPartPr/>
                <p14:nvPr/>
              </p14:nvContentPartPr>
              <p14:xfrm>
                <a:off x="4914574" y="5150546"/>
                <a:ext cx="26640" cy="360"/>
              </p14:xfrm>
            </p:contentPart>
          </mc:Choice>
          <mc:Fallback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39F325AE-9AB5-44B4-B406-B37602FE6E5A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4905934" y="5141546"/>
                  <a:ext cx="442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3870335E-910B-417B-953B-3433EBBEF626}"/>
                    </a:ext>
                  </a:extLst>
                </p14:cNvPr>
                <p14:cNvContentPartPr/>
                <p14:nvPr/>
              </p14:nvContentPartPr>
              <p14:xfrm>
                <a:off x="4966054" y="5136506"/>
                <a:ext cx="148320" cy="166320"/>
              </p14:xfrm>
            </p:contentPart>
          </mc:Choice>
          <mc:Fallback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3870335E-910B-417B-953B-3433EBBEF62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4957414" y="5127866"/>
                  <a:ext cx="1659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AD6D5B1A-DD34-4AF6-A155-55B14D8A7527}"/>
                    </a:ext>
                  </a:extLst>
                </p14:cNvPr>
                <p14:cNvContentPartPr/>
                <p14:nvPr/>
              </p14:nvContentPartPr>
              <p14:xfrm>
                <a:off x="4922854" y="5364746"/>
                <a:ext cx="264600" cy="16560"/>
              </p14:xfrm>
            </p:contentPart>
          </mc:Choice>
          <mc:Fallback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AD6D5B1A-DD34-4AF6-A155-55B14D8A7527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4914214" y="5355746"/>
                  <a:ext cx="282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8839DEB0-E9B0-4D72-B5B2-D5F0A676FC93}"/>
                    </a:ext>
                  </a:extLst>
                </p14:cNvPr>
                <p14:cNvContentPartPr/>
                <p14:nvPr/>
              </p14:nvContentPartPr>
              <p14:xfrm>
                <a:off x="5706574" y="5101226"/>
                <a:ext cx="3960" cy="5760"/>
              </p14:xfrm>
            </p:contentPart>
          </mc:Choice>
          <mc:Fallback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8839DEB0-E9B0-4D72-B5B2-D5F0A676FC93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5697934" y="5092226"/>
                  <a:ext cx="21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60" name="Entrada de lápiz 259">
                  <a:extLst>
                    <a:ext uri="{FF2B5EF4-FFF2-40B4-BE49-F238E27FC236}">
                      <a16:creationId xmlns:a16="http://schemas.microsoft.com/office/drawing/2014/main" id="{2C33C8CA-882C-422F-8C82-8FE32E582143}"/>
                    </a:ext>
                  </a:extLst>
                </p14:cNvPr>
                <p14:cNvContentPartPr/>
                <p14:nvPr/>
              </p14:nvContentPartPr>
              <p14:xfrm>
                <a:off x="5395894" y="5026706"/>
                <a:ext cx="181800" cy="193680"/>
              </p14:xfrm>
            </p:contentPart>
          </mc:Choice>
          <mc:Fallback>
            <p:pic>
              <p:nvPicPr>
                <p:cNvPr id="260" name="Entrada de lápiz 259">
                  <a:extLst>
                    <a:ext uri="{FF2B5EF4-FFF2-40B4-BE49-F238E27FC236}">
                      <a16:creationId xmlns:a16="http://schemas.microsoft.com/office/drawing/2014/main" id="{2C33C8CA-882C-422F-8C82-8FE32E582143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5386894" y="5017706"/>
                  <a:ext cx="1994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61" name="Entrada de lápiz 260">
                  <a:extLst>
                    <a:ext uri="{FF2B5EF4-FFF2-40B4-BE49-F238E27FC236}">
                      <a16:creationId xmlns:a16="http://schemas.microsoft.com/office/drawing/2014/main" id="{ED3D6392-3653-49D9-828D-F3EEA39FC064}"/>
                    </a:ext>
                  </a:extLst>
                </p14:cNvPr>
                <p14:cNvContentPartPr/>
                <p14:nvPr/>
              </p14:nvContentPartPr>
              <p14:xfrm>
                <a:off x="5600734" y="5056226"/>
                <a:ext cx="196920" cy="182520"/>
              </p14:xfrm>
            </p:contentPart>
          </mc:Choice>
          <mc:Fallback>
            <p:pic>
              <p:nvPicPr>
                <p:cNvPr id="261" name="Entrada de lápiz 260">
                  <a:extLst>
                    <a:ext uri="{FF2B5EF4-FFF2-40B4-BE49-F238E27FC236}">
                      <a16:creationId xmlns:a16="http://schemas.microsoft.com/office/drawing/2014/main" id="{ED3D6392-3653-49D9-828D-F3EEA39FC064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5591734" y="5047586"/>
                  <a:ext cx="214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4D11083D-35E5-4A9E-B1B6-023D382EFBEA}"/>
                    </a:ext>
                  </a:extLst>
                </p14:cNvPr>
                <p14:cNvContentPartPr/>
                <p14:nvPr/>
              </p14:nvContentPartPr>
              <p14:xfrm>
                <a:off x="5839054" y="5054066"/>
                <a:ext cx="122760" cy="167400"/>
              </p14:xfrm>
            </p:contentPart>
          </mc:Choice>
          <mc:Fallback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4D11083D-35E5-4A9E-B1B6-023D382EFBEA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5830054" y="5045066"/>
                  <a:ext cx="140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63" name="Entrada de lápiz 262">
                  <a:extLst>
                    <a:ext uri="{FF2B5EF4-FFF2-40B4-BE49-F238E27FC236}">
                      <a16:creationId xmlns:a16="http://schemas.microsoft.com/office/drawing/2014/main" id="{AEF19B2A-1D30-472D-812C-4271AB3CF543}"/>
                    </a:ext>
                  </a:extLst>
                </p14:cNvPr>
                <p14:cNvContentPartPr/>
                <p14:nvPr/>
              </p14:nvContentPartPr>
              <p14:xfrm>
                <a:off x="6080614" y="5130026"/>
                <a:ext cx="90720" cy="7920"/>
              </p14:xfrm>
            </p:contentPart>
          </mc:Choice>
          <mc:Fallback>
            <p:pic>
              <p:nvPicPr>
                <p:cNvPr id="263" name="Entrada de lápiz 262">
                  <a:extLst>
                    <a:ext uri="{FF2B5EF4-FFF2-40B4-BE49-F238E27FC236}">
                      <a16:creationId xmlns:a16="http://schemas.microsoft.com/office/drawing/2014/main" id="{AEF19B2A-1D30-472D-812C-4271AB3CF543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6071614" y="5121386"/>
                  <a:ext cx="1083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64" name="Entrada de lápiz 263">
                  <a:extLst>
                    <a:ext uri="{FF2B5EF4-FFF2-40B4-BE49-F238E27FC236}">
                      <a16:creationId xmlns:a16="http://schemas.microsoft.com/office/drawing/2014/main" id="{E05F1023-EA9C-4956-9F12-72F7AB6F76CA}"/>
                    </a:ext>
                  </a:extLst>
                </p14:cNvPr>
                <p14:cNvContentPartPr/>
                <p14:nvPr/>
              </p14:nvContentPartPr>
              <p14:xfrm>
                <a:off x="6234694" y="5006546"/>
                <a:ext cx="115560" cy="201960"/>
              </p14:xfrm>
            </p:contentPart>
          </mc:Choice>
          <mc:Fallback>
            <p:pic>
              <p:nvPicPr>
                <p:cNvPr id="264" name="Entrada de lápiz 263">
                  <a:extLst>
                    <a:ext uri="{FF2B5EF4-FFF2-40B4-BE49-F238E27FC236}">
                      <a16:creationId xmlns:a16="http://schemas.microsoft.com/office/drawing/2014/main" id="{E05F1023-EA9C-4956-9F12-72F7AB6F76CA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6226054" y="4997906"/>
                  <a:ext cx="1332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5FBBE3E7-C28A-4068-A418-5535B97CAF6B}"/>
                    </a:ext>
                  </a:extLst>
                </p14:cNvPr>
                <p14:cNvContentPartPr/>
                <p14:nvPr/>
              </p14:nvContentPartPr>
              <p14:xfrm>
                <a:off x="6392374" y="5041466"/>
                <a:ext cx="212400" cy="14040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5FBBE3E7-C28A-4068-A418-5535B97CAF6B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6383734" y="5032826"/>
                  <a:ext cx="2300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9619D24C-ABC5-44C5-9187-4FEF3F83196E}"/>
                    </a:ext>
                  </a:extLst>
                </p14:cNvPr>
                <p14:cNvContentPartPr/>
                <p14:nvPr/>
              </p14:nvContentPartPr>
              <p14:xfrm>
                <a:off x="6626014" y="5014106"/>
                <a:ext cx="190800" cy="106200"/>
              </p14:xfrm>
            </p:contentPart>
          </mc:Choice>
          <mc:Fallback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9619D24C-ABC5-44C5-9187-4FEF3F83196E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6617014" y="5005466"/>
                  <a:ext cx="2084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44B9977A-70EC-4507-B3AF-DD258FD0ACA7}"/>
                    </a:ext>
                  </a:extLst>
                </p14:cNvPr>
                <p14:cNvContentPartPr/>
                <p14:nvPr/>
              </p14:nvContentPartPr>
              <p14:xfrm>
                <a:off x="5288614" y="5357906"/>
                <a:ext cx="1668600" cy="20160"/>
              </p14:xfrm>
            </p:contentPart>
          </mc:Choice>
          <mc:Fallback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44B9977A-70EC-4507-B3AF-DD258FD0ACA7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279614" y="5349266"/>
                  <a:ext cx="1686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DE188013-A734-425E-A27D-6BD797C63AB7}"/>
                    </a:ext>
                  </a:extLst>
                </p14:cNvPr>
                <p14:cNvContentPartPr/>
                <p14:nvPr/>
              </p14:nvContentPartPr>
              <p14:xfrm>
                <a:off x="6092134" y="5484626"/>
                <a:ext cx="44640" cy="16092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DE188013-A734-425E-A27D-6BD797C63AB7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083494" y="5475986"/>
                  <a:ext cx="622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F9676583-109D-4532-93C7-A70A193D1BC8}"/>
                    </a:ext>
                  </a:extLst>
                </p14:cNvPr>
                <p14:cNvContentPartPr/>
                <p14:nvPr/>
              </p14:nvContentPartPr>
              <p14:xfrm>
                <a:off x="6213094" y="5490026"/>
                <a:ext cx="156240" cy="142920"/>
              </p14:xfrm>
            </p:contentPart>
          </mc:Choice>
          <mc:Fallback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F9676583-109D-4532-93C7-A70A193D1BC8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6204094" y="5481026"/>
                  <a:ext cx="1738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3F65A2D6-6271-4DA4-A3AA-61838C74FD6C}"/>
                    </a:ext>
                  </a:extLst>
                </p14:cNvPr>
                <p14:cNvContentPartPr/>
                <p14:nvPr/>
              </p14:nvContentPartPr>
              <p14:xfrm>
                <a:off x="7048654" y="4832306"/>
                <a:ext cx="144360" cy="808200"/>
              </p14:xfrm>
            </p:contentPart>
          </mc:Choice>
          <mc:Fallback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3F65A2D6-6271-4DA4-A3AA-61838C74FD6C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040014" y="4823306"/>
                  <a:ext cx="162000" cy="82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upo 320">
            <a:extLst>
              <a:ext uri="{FF2B5EF4-FFF2-40B4-BE49-F238E27FC236}">
                <a16:creationId xmlns:a16="http://schemas.microsoft.com/office/drawing/2014/main" id="{37C9F9BB-19D6-4314-86A8-67B7D526BBA1}"/>
              </a:ext>
            </a:extLst>
          </p:cNvPr>
          <p:cNvGrpSpPr/>
          <p:nvPr/>
        </p:nvGrpSpPr>
        <p:grpSpPr>
          <a:xfrm>
            <a:off x="7453654" y="4688666"/>
            <a:ext cx="4316400" cy="1822320"/>
            <a:chOff x="7453654" y="4688666"/>
            <a:chExt cx="4316400" cy="182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73" name="Entrada de lápiz 272">
                  <a:extLst>
                    <a:ext uri="{FF2B5EF4-FFF2-40B4-BE49-F238E27FC236}">
                      <a16:creationId xmlns:a16="http://schemas.microsoft.com/office/drawing/2014/main" id="{D47D3F72-9FA4-4F07-BC08-7E3C8F0F8DC6}"/>
                    </a:ext>
                  </a:extLst>
                </p14:cNvPr>
                <p14:cNvContentPartPr/>
                <p14:nvPr/>
              </p14:nvContentPartPr>
              <p14:xfrm>
                <a:off x="7453654" y="5097986"/>
                <a:ext cx="156240" cy="41040"/>
              </p14:xfrm>
            </p:contentPart>
          </mc:Choice>
          <mc:Fallback>
            <p:pic>
              <p:nvPicPr>
                <p:cNvPr id="273" name="Entrada de lápiz 272">
                  <a:extLst>
                    <a:ext uri="{FF2B5EF4-FFF2-40B4-BE49-F238E27FC236}">
                      <a16:creationId xmlns:a16="http://schemas.microsoft.com/office/drawing/2014/main" id="{D47D3F72-9FA4-4F07-BC08-7E3C8F0F8DC6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444654" y="5088986"/>
                  <a:ext cx="1738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B33E30D1-A65D-4836-A285-4AC98D0EA6C2}"/>
                    </a:ext>
                  </a:extLst>
                </p14:cNvPr>
                <p14:cNvContentPartPr/>
                <p14:nvPr/>
              </p14:nvContentPartPr>
              <p14:xfrm>
                <a:off x="7919854" y="4958666"/>
                <a:ext cx="231480" cy="396360"/>
              </p14:xfrm>
            </p:contentPart>
          </mc:Choice>
          <mc:Fallback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B33E30D1-A65D-4836-A285-4AC98D0EA6C2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7910854" y="4950026"/>
                  <a:ext cx="24912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76" name="Entrada de lápiz 275">
                  <a:extLst>
                    <a:ext uri="{FF2B5EF4-FFF2-40B4-BE49-F238E27FC236}">
                      <a16:creationId xmlns:a16="http://schemas.microsoft.com/office/drawing/2014/main" id="{A4521FF1-426A-4EB6-B7E1-C020AB577241}"/>
                    </a:ext>
                  </a:extLst>
                </p14:cNvPr>
                <p14:cNvContentPartPr/>
                <p14:nvPr/>
              </p14:nvContentPartPr>
              <p14:xfrm>
                <a:off x="8220454" y="4855706"/>
                <a:ext cx="112320" cy="315360"/>
              </p14:xfrm>
            </p:contentPart>
          </mc:Choice>
          <mc:Fallback>
            <p:pic>
              <p:nvPicPr>
                <p:cNvPr id="276" name="Entrada de lápiz 275">
                  <a:extLst>
                    <a:ext uri="{FF2B5EF4-FFF2-40B4-BE49-F238E27FC236}">
                      <a16:creationId xmlns:a16="http://schemas.microsoft.com/office/drawing/2014/main" id="{A4521FF1-426A-4EB6-B7E1-C020AB577241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211814" y="4847066"/>
                  <a:ext cx="12996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77" name="Entrada de lápiz 276">
                  <a:extLst>
                    <a:ext uri="{FF2B5EF4-FFF2-40B4-BE49-F238E27FC236}">
                      <a16:creationId xmlns:a16="http://schemas.microsoft.com/office/drawing/2014/main" id="{BA5D6C1E-4C83-4F43-BF51-B1A5D279F786}"/>
                    </a:ext>
                  </a:extLst>
                </p14:cNvPr>
                <p14:cNvContentPartPr/>
                <p14:nvPr/>
              </p14:nvContentPartPr>
              <p14:xfrm>
                <a:off x="8471734" y="4881266"/>
                <a:ext cx="152640" cy="278640"/>
              </p14:xfrm>
            </p:contentPart>
          </mc:Choice>
          <mc:Fallback>
            <p:pic>
              <p:nvPicPr>
                <p:cNvPr id="277" name="Entrada de lápiz 276">
                  <a:extLst>
                    <a:ext uri="{FF2B5EF4-FFF2-40B4-BE49-F238E27FC236}">
                      <a16:creationId xmlns:a16="http://schemas.microsoft.com/office/drawing/2014/main" id="{BA5D6C1E-4C83-4F43-BF51-B1A5D279F786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463094" y="4872266"/>
                  <a:ext cx="1702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78" name="Entrada de lápiz 277">
                  <a:extLst>
                    <a:ext uri="{FF2B5EF4-FFF2-40B4-BE49-F238E27FC236}">
                      <a16:creationId xmlns:a16="http://schemas.microsoft.com/office/drawing/2014/main" id="{C4D3A825-9F2C-47CD-BC57-9E4D8A9CAF82}"/>
                    </a:ext>
                  </a:extLst>
                </p14:cNvPr>
                <p14:cNvContentPartPr/>
                <p14:nvPr/>
              </p14:nvContentPartPr>
              <p14:xfrm>
                <a:off x="8419534" y="5035706"/>
                <a:ext cx="251640" cy="28080"/>
              </p14:xfrm>
            </p:contentPart>
          </mc:Choice>
          <mc:Fallback>
            <p:pic>
              <p:nvPicPr>
                <p:cNvPr id="278" name="Entrada de lápiz 277">
                  <a:extLst>
                    <a:ext uri="{FF2B5EF4-FFF2-40B4-BE49-F238E27FC236}">
                      <a16:creationId xmlns:a16="http://schemas.microsoft.com/office/drawing/2014/main" id="{C4D3A825-9F2C-47CD-BC57-9E4D8A9CAF82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410534" y="5027066"/>
                  <a:ext cx="2692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F6F5B48F-B850-4952-A5E3-AEE9934D884F}"/>
                    </a:ext>
                  </a:extLst>
                </p14:cNvPr>
                <p14:cNvContentPartPr/>
                <p14:nvPr/>
              </p14:nvContentPartPr>
              <p14:xfrm>
                <a:off x="8783854" y="5033546"/>
                <a:ext cx="120600" cy="165240"/>
              </p14:xfrm>
            </p:contentPart>
          </mc:Choice>
          <mc:Fallback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F6F5B48F-B850-4952-A5E3-AEE9934D884F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774854" y="5024906"/>
                  <a:ext cx="1382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80" name="Entrada de lápiz 279">
                  <a:extLst>
                    <a:ext uri="{FF2B5EF4-FFF2-40B4-BE49-F238E27FC236}">
                      <a16:creationId xmlns:a16="http://schemas.microsoft.com/office/drawing/2014/main" id="{18F0EB50-D6CB-40AF-AA19-5E3EF904DAFD}"/>
                    </a:ext>
                  </a:extLst>
                </p14:cNvPr>
                <p14:cNvContentPartPr/>
                <p14:nvPr/>
              </p14:nvContentPartPr>
              <p14:xfrm>
                <a:off x="9036214" y="4898546"/>
                <a:ext cx="120600" cy="176040"/>
              </p14:xfrm>
            </p:contentPart>
          </mc:Choice>
          <mc:Fallback>
            <p:pic>
              <p:nvPicPr>
                <p:cNvPr id="280" name="Entrada de lápiz 279">
                  <a:extLst>
                    <a:ext uri="{FF2B5EF4-FFF2-40B4-BE49-F238E27FC236}">
                      <a16:creationId xmlns:a16="http://schemas.microsoft.com/office/drawing/2014/main" id="{18F0EB50-D6CB-40AF-AA19-5E3EF904DAFD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027574" y="4889906"/>
                  <a:ext cx="1382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C25431D9-C458-4492-874E-E565DFF0F96C}"/>
                    </a:ext>
                  </a:extLst>
                </p14:cNvPr>
                <p14:cNvContentPartPr/>
                <p14:nvPr/>
              </p14:nvContentPartPr>
              <p14:xfrm>
                <a:off x="9131614" y="5058386"/>
                <a:ext cx="196920" cy="42120"/>
              </p14:xfrm>
            </p:contentPart>
          </mc:Choice>
          <mc:Fallback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C25431D9-C458-4492-874E-E565DFF0F96C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122614" y="5049386"/>
                  <a:ext cx="2145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BF703041-5669-45E2-81A8-44F990211EC5}"/>
                    </a:ext>
                  </a:extLst>
                </p14:cNvPr>
                <p14:cNvContentPartPr/>
                <p14:nvPr/>
              </p14:nvContentPartPr>
              <p14:xfrm>
                <a:off x="9512494" y="4856066"/>
                <a:ext cx="195840" cy="183600"/>
              </p14:xfrm>
            </p:contentPart>
          </mc:Choice>
          <mc:Fallback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BF703041-5669-45E2-81A8-44F990211EC5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503854" y="4847066"/>
                  <a:ext cx="2134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84" name="Entrada de lápiz 283">
                  <a:extLst>
                    <a:ext uri="{FF2B5EF4-FFF2-40B4-BE49-F238E27FC236}">
                      <a16:creationId xmlns:a16="http://schemas.microsoft.com/office/drawing/2014/main" id="{78904492-A0AA-48FF-BCF7-98F1632823B1}"/>
                    </a:ext>
                  </a:extLst>
                </p14:cNvPr>
                <p14:cNvContentPartPr/>
                <p14:nvPr/>
              </p14:nvContentPartPr>
              <p14:xfrm>
                <a:off x="9762694" y="4688666"/>
                <a:ext cx="107640" cy="551880"/>
              </p14:xfrm>
            </p:contentPart>
          </mc:Choice>
          <mc:Fallback>
            <p:pic>
              <p:nvPicPr>
                <p:cNvPr id="284" name="Entrada de lápiz 283">
                  <a:extLst>
                    <a:ext uri="{FF2B5EF4-FFF2-40B4-BE49-F238E27FC236}">
                      <a16:creationId xmlns:a16="http://schemas.microsoft.com/office/drawing/2014/main" id="{78904492-A0AA-48FF-BCF7-98F1632823B1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753694" y="4680026"/>
                  <a:ext cx="12528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5CC1CF3D-0E0D-4E5E-B8DA-5E45F6E6CC24}"/>
                    </a:ext>
                  </a:extLst>
                </p14:cNvPr>
                <p14:cNvContentPartPr/>
                <p14:nvPr/>
              </p14:nvContentPartPr>
              <p14:xfrm>
                <a:off x="7511974" y="5756786"/>
                <a:ext cx="187200" cy="3600"/>
              </p14:xfrm>
            </p:contentPart>
          </mc:Choice>
          <mc:Fallback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5CC1CF3D-0E0D-4E5E-B8DA-5E45F6E6CC24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7502974" y="5747786"/>
                  <a:ext cx="2048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63E5FC1C-E3A4-43F3-AAB7-40F0A3B2894A}"/>
                    </a:ext>
                  </a:extLst>
                </p14:cNvPr>
                <p14:cNvContentPartPr/>
                <p14:nvPr/>
              </p14:nvContentPartPr>
              <p14:xfrm>
                <a:off x="7547614" y="5852186"/>
                <a:ext cx="211320" cy="360"/>
              </p14:xfrm>
            </p:contentPart>
          </mc:Choice>
          <mc:Fallback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63E5FC1C-E3A4-43F3-AAB7-40F0A3B2894A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7538974" y="5843186"/>
                  <a:ext cx="228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88" name="Entrada de lápiz 287">
                  <a:extLst>
                    <a:ext uri="{FF2B5EF4-FFF2-40B4-BE49-F238E27FC236}">
                      <a16:creationId xmlns:a16="http://schemas.microsoft.com/office/drawing/2014/main" id="{2EB7EE46-9761-4857-959E-D33F3A2693F7}"/>
                    </a:ext>
                  </a:extLst>
                </p14:cNvPr>
                <p14:cNvContentPartPr/>
                <p14:nvPr/>
              </p14:nvContentPartPr>
              <p14:xfrm>
                <a:off x="7914454" y="5711786"/>
                <a:ext cx="16920" cy="309960"/>
              </p14:xfrm>
            </p:contentPart>
          </mc:Choice>
          <mc:Fallback>
            <p:pic>
              <p:nvPicPr>
                <p:cNvPr id="288" name="Entrada de lápiz 287">
                  <a:extLst>
                    <a:ext uri="{FF2B5EF4-FFF2-40B4-BE49-F238E27FC236}">
                      <a16:creationId xmlns:a16="http://schemas.microsoft.com/office/drawing/2014/main" id="{2EB7EE46-9761-4857-959E-D33F3A2693F7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7905814" y="5702786"/>
                  <a:ext cx="345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89" name="Entrada de lápiz 288">
                  <a:extLst>
                    <a:ext uri="{FF2B5EF4-FFF2-40B4-BE49-F238E27FC236}">
                      <a16:creationId xmlns:a16="http://schemas.microsoft.com/office/drawing/2014/main" id="{B2711CA9-34B2-4B8D-8D16-7712465A0891}"/>
                    </a:ext>
                  </a:extLst>
                </p14:cNvPr>
                <p14:cNvContentPartPr/>
                <p14:nvPr/>
              </p14:nvContentPartPr>
              <p14:xfrm>
                <a:off x="7889614" y="5668946"/>
                <a:ext cx="183960" cy="164520"/>
              </p14:xfrm>
            </p:contentPart>
          </mc:Choice>
          <mc:Fallback>
            <p:pic>
              <p:nvPicPr>
                <p:cNvPr id="289" name="Entrada de lápiz 288">
                  <a:extLst>
                    <a:ext uri="{FF2B5EF4-FFF2-40B4-BE49-F238E27FC236}">
                      <a16:creationId xmlns:a16="http://schemas.microsoft.com/office/drawing/2014/main" id="{B2711CA9-34B2-4B8D-8D16-7712465A0891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7880614" y="5659946"/>
                  <a:ext cx="2016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90" name="Entrada de lápiz 289">
                  <a:extLst>
                    <a:ext uri="{FF2B5EF4-FFF2-40B4-BE49-F238E27FC236}">
                      <a16:creationId xmlns:a16="http://schemas.microsoft.com/office/drawing/2014/main" id="{104A1FC3-0FF4-4D9D-819B-A8ACEB88D8B2}"/>
                    </a:ext>
                  </a:extLst>
                </p14:cNvPr>
                <p14:cNvContentPartPr/>
                <p14:nvPr/>
              </p14:nvContentPartPr>
              <p14:xfrm>
                <a:off x="8106334" y="5682266"/>
                <a:ext cx="159840" cy="196920"/>
              </p14:xfrm>
            </p:contentPart>
          </mc:Choice>
          <mc:Fallback>
            <p:pic>
              <p:nvPicPr>
                <p:cNvPr id="290" name="Entrada de lápiz 289">
                  <a:extLst>
                    <a:ext uri="{FF2B5EF4-FFF2-40B4-BE49-F238E27FC236}">
                      <a16:creationId xmlns:a16="http://schemas.microsoft.com/office/drawing/2014/main" id="{104A1FC3-0FF4-4D9D-819B-A8ACEB88D8B2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8097334" y="5673626"/>
                  <a:ext cx="1774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92" name="Entrada de lápiz 291">
                  <a:extLst>
                    <a:ext uri="{FF2B5EF4-FFF2-40B4-BE49-F238E27FC236}">
                      <a16:creationId xmlns:a16="http://schemas.microsoft.com/office/drawing/2014/main" id="{983FD486-51E3-4549-B144-2796FE90BDB2}"/>
                    </a:ext>
                  </a:extLst>
                </p14:cNvPr>
                <p14:cNvContentPartPr/>
                <p14:nvPr/>
              </p14:nvContentPartPr>
              <p14:xfrm>
                <a:off x="8918494" y="5608826"/>
                <a:ext cx="72720" cy="267120"/>
              </p14:xfrm>
            </p:contentPart>
          </mc:Choice>
          <mc:Fallback>
            <p:pic>
              <p:nvPicPr>
                <p:cNvPr id="292" name="Entrada de lápiz 291">
                  <a:extLst>
                    <a:ext uri="{FF2B5EF4-FFF2-40B4-BE49-F238E27FC236}">
                      <a16:creationId xmlns:a16="http://schemas.microsoft.com/office/drawing/2014/main" id="{983FD486-51E3-4549-B144-2796FE90BDB2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8909854" y="5600186"/>
                  <a:ext cx="903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93" name="Entrada de lápiz 292">
                  <a:extLst>
                    <a:ext uri="{FF2B5EF4-FFF2-40B4-BE49-F238E27FC236}">
                      <a16:creationId xmlns:a16="http://schemas.microsoft.com/office/drawing/2014/main" id="{AB006226-13AA-4536-A4C4-9F853D3C978D}"/>
                    </a:ext>
                  </a:extLst>
                </p14:cNvPr>
                <p14:cNvContentPartPr/>
                <p14:nvPr/>
              </p14:nvContentPartPr>
              <p14:xfrm>
                <a:off x="9085174" y="5585066"/>
                <a:ext cx="151560" cy="224280"/>
              </p14:xfrm>
            </p:contentPart>
          </mc:Choice>
          <mc:Fallback>
            <p:pic>
              <p:nvPicPr>
                <p:cNvPr id="293" name="Entrada de lápiz 292">
                  <a:extLst>
                    <a:ext uri="{FF2B5EF4-FFF2-40B4-BE49-F238E27FC236}">
                      <a16:creationId xmlns:a16="http://schemas.microsoft.com/office/drawing/2014/main" id="{AB006226-13AA-4536-A4C4-9F853D3C978D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9076534" y="5576426"/>
                  <a:ext cx="1692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94" name="Entrada de lápiz 293">
                  <a:extLst>
                    <a:ext uri="{FF2B5EF4-FFF2-40B4-BE49-F238E27FC236}">
                      <a16:creationId xmlns:a16="http://schemas.microsoft.com/office/drawing/2014/main" id="{ECA1A31A-1A0E-44E3-A8FA-63843B5248B8}"/>
                    </a:ext>
                  </a:extLst>
                </p14:cNvPr>
                <p14:cNvContentPartPr/>
                <p14:nvPr/>
              </p14:nvContentPartPr>
              <p14:xfrm>
                <a:off x="9288574" y="5794226"/>
                <a:ext cx="30240" cy="114840"/>
              </p14:xfrm>
            </p:contentPart>
          </mc:Choice>
          <mc:Fallback>
            <p:pic>
              <p:nvPicPr>
                <p:cNvPr id="294" name="Entrada de lápiz 293">
                  <a:extLst>
                    <a:ext uri="{FF2B5EF4-FFF2-40B4-BE49-F238E27FC236}">
                      <a16:creationId xmlns:a16="http://schemas.microsoft.com/office/drawing/2014/main" id="{ECA1A31A-1A0E-44E3-A8FA-63843B5248B8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9279934" y="5785586"/>
                  <a:ext cx="478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053844E7-C3E4-4D80-A57C-33BCE375C763}"/>
                    </a:ext>
                  </a:extLst>
                </p14:cNvPr>
                <p14:cNvContentPartPr/>
                <p14:nvPr/>
              </p14:nvContentPartPr>
              <p14:xfrm>
                <a:off x="9404134" y="5506226"/>
                <a:ext cx="77760" cy="284400"/>
              </p14:xfrm>
            </p:contentPart>
          </mc:Choice>
          <mc:Fallback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053844E7-C3E4-4D80-A57C-33BCE375C763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9395494" y="5497226"/>
                  <a:ext cx="954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96" name="Entrada de lápiz 295">
                  <a:extLst>
                    <a:ext uri="{FF2B5EF4-FFF2-40B4-BE49-F238E27FC236}">
                      <a16:creationId xmlns:a16="http://schemas.microsoft.com/office/drawing/2014/main" id="{78A7FE51-8D01-483F-B1CF-04A05B6480F6}"/>
                    </a:ext>
                  </a:extLst>
                </p14:cNvPr>
                <p14:cNvContentPartPr/>
                <p14:nvPr/>
              </p14:nvContentPartPr>
              <p14:xfrm>
                <a:off x="9527254" y="5648426"/>
                <a:ext cx="114120" cy="160920"/>
              </p14:xfrm>
            </p:contentPart>
          </mc:Choice>
          <mc:Fallback>
            <p:pic>
              <p:nvPicPr>
                <p:cNvPr id="296" name="Entrada de lápiz 295">
                  <a:extLst>
                    <a:ext uri="{FF2B5EF4-FFF2-40B4-BE49-F238E27FC236}">
                      <a16:creationId xmlns:a16="http://schemas.microsoft.com/office/drawing/2014/main" id="{78A7FE51-8D01-483F-B1CF-04A05B6480F6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9518254" y="5639786"/>
                  <a:ext cx="1317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97" name="Entrada de lápiz 296">
                  <a:extLst>
                    <a:ext uri="{FF2B5EF4-FFF2-40B4-BE49-F238E27FC236}">
                      <a16:creationId xmlns:a16="http://schemas.microsoft.com/office/drawing/2014/main" id="{9B6AF493-B822-49CE-A866-08AEABCBAAF8}"/>
                    </a:ext>
                  </a:extLst>
                </p14:cNvPr>
                <p14:cNvContentPartPr/>
                <p14:nvPr/>
              </p14:nvContentPartPr>
              <p14:xfrm>
                <a:off x="9718774" y="5583626"/>
                <a:ext cx="216000" cy="153720"/>
              </p14:xfrm>
            </p:contentPart>
          </mc:Choice>
          <mc:Fallback>
            <p:pic>
              <p:nvPicPr>
                <p:cNvPr id="297" name="Entrada de lápiz 296">
                  <a:extLst>
                    <a:ext uri="{FF2B5EF4-FFF2-40B4-BE49-F238E27FC236}">
                      <a16:creationId xmlns:a16="http://schemas.microsoft.com/office/drawing/2014/main" id="{9B6AF493-B822-49CE-A866-08AEABCBAAF8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9709774" y="5574626"/>
                  <a:ext cx="2336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98" name="Entrada de lápiz 297">
                  <a:extLst>
                    <a:ext uri="{FF2B5EF4-FFF2-40B4-BE49-F238E27FC236}">
                      <a16:creationId xmlns:a16="http://schemas.microsoft.com/office/drawing/2014/main" id="{F7150C11-C88D-4AA1-B30E-7761E8697D6A}"/>
                    </a:ext>
                  </a:extLst>
                </p14:cNvPr>
                <p14:cNvContentPartPr/>
                <p14:nvPr/>
              </p14:nvContentPartPr>
              <p14:xfrm>
                <a:off x="9993814" y="5594066"/>
                <a:ext cx="189360" cy="157680"/>
              </p14:xfrm>
            </p:contentPart>
          </mc:Choice>
          <mc:Fallback>
            <p:pic>
              <p:nvPicPr>
                <p:cNvPr id="298" name="Entrada de lápiz 297">
                  <a:extLst>
                    <a:ext uri="{FF2B5EF4-FFF2-40B4-BE49-F238E27FC236}">
                      <a16:creationId xmlns:a16="http://schemas.microsoft.com/office/drawing/2014/main" id="{F7150C11-C88D-4AA1-B30E-7761E8697D6A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9985174" y="5585066"/>
                  <a:ext cx="2070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99" name="Entrada de lápiz 298">
                  <a:extLst>
                    <a:ext uri="{FF2B5EF4-FFF2-40B4-BE49-F238E27FC236}">
                      <a16:creationId xmlns:a16="http://schemas.microsoft.com/office/drawing/2014/main" id="{9D70E003-C113-48F4-8E16-0E28C8684EE4}"/>
                    </a:ext>
                  </a:extLst>
                </p14:cNvPr>
                <p14:cNvContentPartPr/>
                <p14:nvPr/>
              </p14:nvContentPartPr>
              <p14:xfrm>
                <a:off x="10281814" y="5708546"/>
                <a:ext cx="32400" cy="27000"/>
              </p14:xfrm>
            </p:contentPart>
          </mc:Choice>
          <mc:Fallback>
            <p:pic>
              <p:nvPicPr>
                <p:cNvPr id="299" name="Entrada de lápiz 298">
                  <a:extLst>
                    <a:ext uri="{FF2B5EF4-FFF2-40B4-BE49-F238E27FC236}">
                      <a16:creationId xmlns:a16="http://schemas.microsoft.com/office/drawing/2014/main" id="{9D70E003-C113-48F4-8E16-0E28C8684EE4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0273174" y="5699546"/>
                  <a:ext cx="50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300" name="Entrada de lápiz 299">
                  <a:extLst>
                    <a:ext uri="{FF2B5EF4-FFF2-40B4-BE49-F238E27FC236}">
                      <a16:creationId xmlns:a16="http://schemas.microsoft.com/office/drawing/2014/main" id="{90594103-AA96-4D42-BF09-9447D9057A1C}"/>
                    </a:ext>
                  </a:extLst>
                </p14:cNvPr>
                <p14:cNvContentPartPr/>
                <p14:nvPr/>
              </p14:nvContentPartPr>
              <p14:xfrm>
                <a:off x="10376134" y="5453666"/>
                <a:ext cx="233640" cy="330120"/>
              </p14:xfrm>
            </p:contentPart>
          </mc:Choice>
          <mc:Fallback>
            <p:pic>
              <p:nvPicPr>
                <p:cNvPr id="300" name="Entrada de lápiz 299">
                  <a:extLst>
                    <a:ext uri="{FF2B5EF4-FFF2-40B4-BE49-F238E27FC236}">
                      <a16:creationId xmlns:a16="http://schemas.microsoft.com/office/drawing/2014/main" id="{90594103-AA96-4D42-BF09-9447D9057A1C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0367134" y="5444666"/>
                  <a:ext cx="25128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301" name="Entrada de lápiz 300">
                  <a:extLst>
                    <a:ext uri="{FF2B5EF4-FFF2-40B4-BE49-F238E27FC236}">
                      <a16:creationId xmlns:a16="http://schemas.microsoft.com/office/drawing/2014/main" id="{03ADD874-B1D1-41F9-85B6-D23E6BF4FC54}"/>
                    </a:ext>
                  </a:extLst>
                </p14:cNvPr>
                <p14:cNvContentPartPr/>
                <p14:nvPr/>
              </p14:nvContentPartPr>
              <p14:xfrm>
                <a:off x="10562254" y="5615306"/>
                <a:ext cx="130680" cy="132120"/>
              </p14:xfrm>
            </p:contentPart>
          </mc:Choice>
          <mc:Fallback>
            <p:pic>
              <p:nvPicPr>
                <p:cNvPr id="301" name="Entrada de lápiz 300">
                  <a:extLst>
                    <a:ext uri="{FF2B5EF4-FFF2-40B4-BE49-F238E27FC236}">
                      <a16:creationId xmlns:a16="http://schemas.microsoft.com/office/drawing/2014/main" id="{03ADD874-B1D1-41F9-85B6-D23E6BF4FC54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0553614" y="5606666"/>
                  <a:ext cx="1483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302" name="Entrada de lápiz 301">
                  <a:extLst>
                    <a:ext uri="{FF2B5EF4-FFF2-40B4-BE49-F238E27FC236}">
                      <a16:creationId xmlns:a16="http://schemas.microsoft.com/office/drawing/2014/main" id="{AA00FE60-AC0A-44B0-82E7-DBE6AC0F3BD7}"/>
                    </a:ext>
                  </a:extLst>
                </p14:cNvPr>
                <p14:cNvContentPartPr/>
                <p14:nvPr/>
              </p14:nvContentPartPr>
              <p14:xfrm>
                <a:off x="10775014" y="5603426"/>
                <a:ext cx="31320" cy="91440"/>
              </p14:xfrm>
            </p:contentPart>
          </mc:Choice>
          <mc:Fallback>
            <p:pic>
              <p:nvPicPr>
                <p:cNvPr id="302" name="Entrada de lápiz 301">
                  <a:extLst>
                    <a:ext uri="{FF2B5EF4-FFF2-40B4-BE49-F238E27FC236}">
                      <a16:creationId xmlns:a16="http://schemas.microsoft.com/office/drawing/2014/main" id="{AA00FE60-AC0A-44B0-82E7-DBE6AC0F3BD7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0766014" y="5594786"/>
                  <a:ext cx="489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303" name="Entrada de lápiz 302">
                  <a:extLst>
                    <a:ext uri="{FF2B5EF4-FFF2-40B4-BE49-F238E27FC236}">
                      <a16:creationId xmlns:a16="http://schemas.microsoft.com/office/drawing/2014/main" id="{417E92A8-7A76-4857-B30A-AC0A74BB5C8C}"/>
                    </a:ext>
                  </a:extLst>
                </p14:cNvPr>
                <p14:cNvContentPartPr/>
                <p14:nvPr/>
              </p14:nvContentPartPr>
              <p14:xfrm>
                <a:off x="10776094" y="5384906"/>
                <a:ext cx="217080" cy="331200"/>
              </p14:xfrm>
            </p:contentPart>
          </mc:Choice>
          <mc:Fallback>
            <p:pic>
              <p:nvPicPr>
                <p:cNvPr id="303" name="Entrada de lápiz 302">
                  <a:extLst>
                    <a:ext uri="{FF2B5EF4-FFF2-40B4-BE49-F238E27FC236}">
                      <a16:creationId xmlns:a16="http://schemas.microsoft.com/office/drawing/2014/main" id="{417E92A8-7A76-4857-B30A-AC0A74BB5C8C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0767454" y="5376266"/>
                  <a:ext cx="2347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305" name="Entrada de lápiz 304">
                  <a:extLst>
                    <a:ext uri="{FF2B5EF4-FFF2-40B4-BE49-F238E27FC236}">
                      <a16:creationId xmlns:a16="http://schemas.microsoft.com/office/drawing/2014/main" id="{3C3D3DEE-3EA9-44E8-859B-2402789BA6F9}"/>
                    </a:ext>
                  </a:extLst>
                </p14:cNvPr>
                <p14:cNvContentPartPr/>
                <p14:nvPr/>
              </p14:nvContentPartPr>
              <p14:xfrm>
                <a:off x="11104774" y="5441786"/>
                <a:ext cx="161280" cy="141840"/>
              </p14:xfrm>
            </p:contentPart>
          </mc:Choice>
          <mc:Fallback>
            <p:pic>
              <p:nvPicPr>
                <p:cNvPr id="305" name="Entrada de lápiz 304">
                  <a:extLst>
                    <a:ext uri="{FF2B5EF4-FFF2-40B4-BE49-F238E27FC236}">
                      <a16:creationId xmlns:a16="http://schemas.microsoft.com/office/drawing/2014/main" id="{3C3D3DEE-3EA9-44E8-859B-2402789BA6F9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1096134" y="5433146"/>
                  <a:ext cx="1789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306" name="Entrada de lápiz 305">
                  <a:extLst>
                    <a:ext uri="{FF2B5EF4-FFF2-40B4-BE49-F238E27FC236}">
                      <a16:creationId xmlns:a16="http://schemas.microsoft.com/office/drawing/2014/main" id="{52436C8A-1A96-4AF0-AD65-A927ED222099}"/>
                    </a:ext>
                  </a:extLst>
                </p14:cNvPr>
                <p14:cNvContentPartPr/>
                <p14:nvPr/>
              </p14:nvContentPartPr>
              <p14:xfrm>
                <a:off x="11409694" y="5461226"/>
                <a:ext cx="25200" cy="193320"/>
              </p14:xfrm>
            </p:contentPart>
          </mc:Choice>
          <mc:Fallback>
            <p:pic>
              <p:nvPicPr>
                <p:cNvPr id="306" name="Entrada de lápiz 305">
                  <a:extLst>
                    <a:ext uri="{FF2B5EF4-FFF2-40B4-BE49-F238E27FC236}">
                      <a16:creationId xmlns:a16="http://schemas.microsoft.com/office/drawing/2014/main" id="{52436C8A-1A96-4AF0-AD65-A927ED222099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1400694" y="5452226"/>
                  <a:ext cx="428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307" name="Entrada de lápiz 306">
                  <a:extLst>
                    <a:ext uri="{FF2B5EF4-FFF2-40B4-BE49-F238E27FC236}">
                      <a16:creationId xmlns:a16="http://schemas.microsoft.com/office/drawing/2014/main" id="{8DE5FE38-B1AB-413B-84E2-05A391091F01}"/>
                    </a:ext>
                  </a:extLst>
                </p14:cNvPr>
                <p14:cNvContentPartPr/>
                <p14:nvPr/>
              </p14:nvContentPartPr>
              <p14:xfrm>
                <a:off x="11407174" y="5406506"/>
                <a:ext cx="138600" cy="117000"/>
              </p14:xfrm>
            </p:contentPart>
          </mc:Choice>
          <mc:Fallback>
            <p:pic>
              <p:nvPicPr>
                <p:cNvPr id="307" name="Entrada de lápiz 306">
                  <a:extLst>
                    <a:ext uri="{FF2B5EF4-FFF2-40B4-BE49-F238E27FC236}">
                      <a16:creationId xmlns:a16="http://schemas.microsoft.com/office/drawing/2014/main" id="{8DE5FE38-B1AB-413B-84E2-05A391091F01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1398534" y="5397506"/>
                  <a:ext cx="1562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308" name="Entrada de lápiz 307">
                  <a:extLst>
                    <a:ext uri="{FF2B5EF4-FFF2-40B4-BE49-F238E27FC236}">
                      <a16:creationId xmlns:a16="http://schemas.microsoft.com/office/drawing/2014/main" id="{CDAD32EB-7288-4CBF-88E0-CFAFEFE0A1E0}"/>
                    </a:ext>
                  </a:extLst>
                </p14:cNvPr>
                <p14:cNvContentPartPr/>
                <p14:nvPr/>
              </p14:nvContentPartPr>
              <p14:xfrm>
                <a:off x="11571694" y="5211386"/>
                <a:ext cx="198360" cy="594720"/>
              </p14:xfrm>
            </p:contentPart>
          </mc:Choice>
          <mc:Fallback>
            <p:pic>
              <p:nvPicPr>
                <p:cNvPr id="308" name="Entrada de lápiz 307">
                  <a:extLst>
                    <a:ext uri="{FF2B5EF4-FFF2-40B4-BE49-F238E27FC236}">
                      <a16:creationId xmlns:a16="http://schemas.microsoft.com/office/drawing/2014/main" id="{CDAD32EB-7288-4CBF-88E0-CFAFEFE0A1E0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1562694" y="5202746"/>
                  <a:ext cx="21600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310" name="Entrada de lápiz 309">
                  <a:extLst>
                    <a:ext uri="{FF2B5EF4-FFF2-40B4-BE49-F238E27FC236}">
                      <a16:creationId xmlns:a16="http://schemas.microsoft.com/office/drawing/2014/main" id="{BDBBC4D2-6F73-4118-9662-6FCE5466949A}"/>
                    </a:ext>
                  </a:extLst>
                </p14:cNvPr>
                <p14:cNvContentPartPr/>
                <p14:nvPr/>
              </p14:nvContentPartPr>
              <p14:xfrm>
                <a:off x="8315134" y="5651666"/>
                <a:ext cx="154800" cy="170280"/>
              </p14:xfrm>
            </p:contentPart>
          </mc:Choice>
          <mc:Fallback>
            <p:pic>
              <p:nvPicPr>
                <p:cNvPr id="310" name="Entrada de lápiz 309">
                  <a:extLst>
                    <a:ext uri="{FF2B5EF4-FFF2-40B4-BE49-F238E27FC236}">
                      <a16:creationId xmlns:a16="http://schemas.microsoft.com/office/drawing/2014/main" id="{BDBBC4D2-6F73-4118-9662-6FCE5466949A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306494" y="5643026"/>
                  <a:ext cx="1724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311" name="Entrada de lápiz 310">
                  <a:extLst>
                    <a:ext uri="{FF2B5EF4-FFF2-40B4-BE49-F238E27FC236}">
                      <a16:creationId xmlns:a16="http://schemas.microsoft.com/office/drawing/2014/main" id="{436D27BD-7DE3-49E0-8DDA-21FFB2AB4CD4}"/>
                    </a:ext>
                  </a:extLst>
                </p14:cNvPr>
                <p14:cNvContentPartPr/>
                <p14:nvPr/>
              </p14:nvContentPartPr>
              <p14:xfrm>
                <a:off x="8543374" y="5615306"/>
                <a:ext cx="14760" cy="241200"/>
              </p14:xfrm>
            </p:contentPart>
          </mc:Choice>
          <mc:Fallback>
            <p:pic>
              <p:nvPicPr>
                <p:cNvPr id="311" name="Entrada de lápiz 310">
                  <a:extLst>
                    <a:ext uri="{FF2B5EF4-FFF2-40B4-BE49-F238E27FC236}">
                      <a16:creationId xmlns:a16="http://schemas.microsoft.com/office/drawing/2014/main" id="{436D27BD-7DE3-49E0-8DDA-21FFB2AB4CD4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534374" y="5606666"/>
                  <a:ext cx="324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312" name="Entrada de lápiz 311">
                  <a:extLst>
                    <a:ext uri="{FF2B5EF4-FFF2-40B4-BE49-F238E27FC236}">
                      <a16:creationId xmlns:a16="http://schemas.microsoft.com/office/drawing/2014/main" id="{717045DB-CFD7-4FDC-92AF-240758BB79AB}"/>
                    </a:ext>
                  </a:extLst>
                </p14:cNvPr>
                <p14:cNvContentPartPr/>
                <p14:nvPr/>
              </p14:nvContentPartPr>
              <p14:xfrm>
                <a:off x="8648134" y="5662826"/>
                <a:ext cx="195840" cy="168480"/>
              </p14:xfrm>
            </p:contentPart>
          </mc:Choice>
          <mc:Fallback>
            <p:pic>
              <p:nvPicPr>
                <p:cNvPr id="312" name="Entrada de lápiz 311">
                  <a:extLst>
                    <a:ext uri="{FF2B5EF4-FFF2-40B4-BE49-F238E27FC236}">
                      <a16:creationId xmlns:a16="http://schemas.microsoft.com/office/drawing/2014/main" id="{717045DB-CFD7-4FDC-92AF-240758BB79AB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639134" y="5654186"/>
                  <a:ext cx="2134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313" name="Entrada de lápiz 312">
                  <a:extLst>
                    <a:ext uri="{FF2B5EF4-FFF2-40B4-BE49-F238E27FC236}">
                      <a16:creationId xmlns:a16="http://schemas.microsoft.com/office/drawing/2014/main" id="{AE23C997-4FBA-457C-98EE-FD2A8CF52E9E}"/>
                    </a:ext>
                  </a:extLst>
                </p14:cNvPr>
                <p14:cNvContentPartPr/>
                <p14:nvPr/>
              </p14:nvContentPartPr>
              <p14:xfrm>
                <a:off x="7728694" y="6274106"/>
                <a:ext cx="199080" cy="23760"/>
              </p14:xfrm>
            </p:contentPart>
          </mc:Choice>
          <mc:Fallback>
            <p:pic>
              <p:nvPicPr>
                <p:cNvPr id="313" name="Entrada de lápiz 312">
                  <a:extLst>
                    <a:ext uri="{FF2B5EF4-FFF2-40B4-BE49-F238E27FC236}">
                      <a16:creationId xmlns:a16="http://schemas.microsoft.com/office/drawing/2014/main" id="{AE23C997-4FBA-457C-98EE-FD2A8CF52E9E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7719694" y="6265466"/>
                  <a:ext cx="2167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314" name="Entrada de lápiz 313">
                  <a:extLst>
                    <a:ext uri="{FF2B5EF4-FFF2-40B4-BE49-F238E27FC236}">
                      <a16:creationId xmlns:a16="http://schemas.microsoft.com/office/drawing/2014/main" id="{10B7FE02-DAC2-4219-9F66-06839BB43DE4}"/>
                    </a:ext>
                  </a:extLst>
                </p14:cNvPr>
                <p14:cNvContentPartPr/>
                <p14:nvPr/>
              </p14:nvContentPartPr>
              <p14:xfrm>
                <a:off x="7797814" y="6341786"/>
                <a:ext cx="273240" cy="70920"/>
              </p14:xfrm>
            </p:contentPart>
          </mc:Choice>
          <mc:Fallback>
            <p:pic>
              <p:nvPicPr>
                <p:cNvPr id="314" name="Entrada de lápiz 313">
                  <a:extLst>
                    <a:ext uri="{FF2B5EF4-FFF2-40B4-BE49-F238E27FC236}">
                      <a16:creationId xmlns:a16="http://schemas.microsoft.com/office/drawing/2014/main" id="{10B7FE02-DAC2-4219-9F66-06839BB43DE4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7788814" y="6332786"/>
                  <a:ext cx="2908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315" name="Entrada de lápiz 314">
                  <a:extLst>
                    <a:ext uri="{FF2B5EF4-FFF2-40B4-BE49-F238E27FC236}">
                      <a16:creationId xmlns:a16="http://schemas.microsoft.com/office/drawing/2014/main" id="{897A3E2B-85B6-43ED-A66E-C37A135A46FC}"/>
                    </a:ext>
                  </a:extLst>
                </p14:cNvPr>
                <p14:cNvContentPartPr/>
                <p14:nvPr/>
              </p14:nvContentPartPr>
              <p14:xfrm>
                <a:off x="8097334" y="6267626"/>
                <a:ext cx="234360" cy="243360"/>
              </p14:xfrm>
            </p:contentPart>
          </mc:Choice>
          <mc:Fallback>
            <p:pic>
              <p:nvPicPr>
                <p:cNvPr id="315" name="Entrada de lápiz 314">
                  <a:extLst>
                    <a:ext uri="{FF2B5EF4-FFF2-40B4-BE49-F238E27FC236}">
                      <a16:creationId xmlns:a16="http://schemas.microsoft.com/office/drawing/2014/main" id="{897A3E2B-85B6-43ED-A66E-C37A135A46FC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8088334" y="6258986"/>
                  <a:ext cx="2520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316" name="Entrada de lápiz 315">
                  <a:extLst>
                    <a:ext uri="{FF2B5EF4-FFF2-40B4-BE49-F238E27FC236}">
                      <a16:creationId xmlns:a16="http://schemas.microsoft.com/office/drawing/2014/main" id="{D9A3959C-9707-420F-9C0C-C49D18877B9D}"/>
                    </a:ext>
                  </a:extLst>
                </p14:cNvPr>
                <p14:cNvContentPartPr/>
                <p14:nvPr/>
              </p14:nvContentPartPr>
              <p14:xfrm>
                <a:off x="8428174" y="6248546"/>
                <a:ext cx="139320" cy="128160"/>
              </p14:xfrm>
            </p:contentPart>
          </mc:Choice>
          <mc:Fallback>
            <p:pic>
              <p:nvPicPr>
                <p:cNvPr id="316" name="Entrada de lápiz 315">
                  <a:extLst>
                    <a:ext uri="{FF2B5EF4-FFF2-40B4-BE49-F238E27FC236}">
                      <a16:creationId xmlns:a16="http://schemas.microsoft.com/office/drawing/2014/main" id="{D9A3959C-9707-420F-9C0C-C49D18877B9D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8419534" y="6239546"/>
                  <a:ext cx="1569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317" name="Entrada de lápiz 316">
                  <a:extLst>
                    <a:ext uri="{FF2B5EF4-FFF2-40B4-BE49-F238E27FC236}">
                      <a16:creationId xmlns:a16="http://schemas.microsoft.com/office/drawing/2014/main" id="{534618E5-4398-451F-AF82-9C3826055D4D}"/>
                    </a:ext>
                  </a:extLst>
                </p14:cNvPr>
                <p14:cNvContentPartPr/>
                <p14:nvPr/>
              </p14:nvContentPartPr>
              <p14:xfrm>
                <a:off x="8681254" y="6185906"/>
                <a:ext cx="170640" cy="170640"/>
              </p14:xfrm>
            </p:contentPart>
          </mc:Choice>
          <mc:Fallback>
            <p:pic>
              <p:nvPicPr>
                <p:cNvPr id="317" name="Entrada de lápiz 316">
                  <a:extLst>
                    <a:ext uri="{FF2B5EF4-FFF2-40B4-BE49-F238E27FC236}">
                      <a16:creationId xmlns:a16="http://schemas.microsoft.com/office/drawing/2014/main" id="{534618E5-4398-451F-AF82-9C3826055D4D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8672614" y="6176906"/>
                  <a:ext cx="18828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5" name="Grupo 324">
            <a:extLst>
              <a:ext uri="{FF2B5EF4-FFF2-40B4-BE49-F238E27FC236}">
                <a16:creationId xmlns:a16="http://schemas.microsoft.com/office/drawing/2014/main" id="{DF7C021C-A4AF-4A3A-822F-D6452FDF62A1}"/>
              </a:ext>
            </a:extLst>
          </p:cNvPr>
          <p:cNvGrpSpPr/>
          <p:nvPr/>
        </p:nvGrpSpPr>
        <p:grpSpPr>
          <a:xfrm>
            <a:off x="9016054" y="6110306"/>
            <a:ext cx="394920" cy="258120"/>
            <a:chOff x="9016054" y="6110306"/>
            <a:chExt cx="394920" cy="25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322" name="Entrada de lápiz 321">
                  <a:extLst>
                    <a:ext uri="{FF2B5EF4-FFF2-40B4-BE49-F238E27FC236}">
                      <a16:creationId xmlns:a16="http://schemas.microsoft.com/office/drawing/2014/main" id="{E630A52D-ED94-4678-9640-6A66355D0139}"/>
                    </a:ext>
                  </a:extLst>
                </p14:cNvPr>
                <p14:cNvContentPartPr/>
                <p14:nvPr/>
              </p14:nvContentPartPr>
              <p14:xfrm>
                <a:off x="9016054" y="6198146"/>
                <a:ext cx="161280" cy="170280"/>
              </p14:xfrm>
            </p:contentPart>
          </mc:Choice>
          <mc:Fallback>
            <p:pic>
              <p:nvPicPr>
                <p:cNvPr id="322" name="Entrada de lápiz 321">
                  <a:extLst>
                    <a:ext uri="{FF2B5EF4-FFF2-40B4-BE49-F238E27FC236}">
                      <a16:creationId xmlns:a16="http://schemas.microsoft.com/office/drawing/2014/main" id="{E630A52D-ED94-4678-9640-6A66355D0139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9007054" y="6189146"/>
                  <a:ext cx="1789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23" name="Entrada de lápiz 322">
                  <a:extLst>
                    <a:ext uri="{FF2B5EF4-FFF2-40B4-BE49-F238E27FC236}">
                      <a16:creationId xmlns:a16="http://schemas.microsoft.com/office/drawing/2014/main" id="{57542E9B-CF63-4C1D-A70A-4048ECF9319C}"/>
                    </a:ext>
                  </a:extLst>
                </p14:cNvPr>
                <p14:cNvContentPartPr/>
                <p14:nvPr/>
              </p14:nvContentPartPr>
              <p14:xfrm>
                <a:off x="9223054" y="6110306"/>
                <a:ext cx="133920" cy="124560"/>
              </p14:xfrm>
            </p:contentPart>
          </mc:Choice>
          <mc:Fallback>
            <p:pic>
              <p:nvPicPr>
                <p:cNvPr id="323" name="Entrada de lápiz 322">
                  <a:extLst>
                    <a:ext uri="{FF2B5EF4-FFF2-40B4-BE49-F238E27FC236}">
                      <a16:creationId xmlns:a16="http://schemas.microsoft.com/office/drawing/2014/main" id="{57542E9B-CF63-4C1D-A70A-4048ECF9319C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9214414" y="6101306"/>
                  <a:ext cx="1515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24" name="Entrada de lápiz 323">
                  <a:extLst>
                    <a:ext uri="{FF2B5EF4-FFF2-40B4-BE49-F238E27FC236}">
                      <a16:creationId xmlns:a16="http://schemas.microsoft.com/office/drawing/2014/main" id="{4F9F3B9C-E2E5-47D3-AC17-1D7BA9DAEABC}"/>
                    </a:ext>
                  </a:extLst>
                </p14:cNvPr>
                <p14:cNvContentPartPr/>
                <p14:nvPr/>
              </p14:nvContentPartPr>
              <p14:xfrm>
                <a:off x="9223054" y="6161786"/>
                <a:ext cx="187920" cy="163800"/>
              </p14:xfrm>
            </p:contentPart>
          </mc:Choice>
          <mc:Fallback>
            <p:pic>
              <p:nvPicPr>
                <p:cNvPr id="324" name="Entrada de lápiz 323">
                  <a:extLst>
                    <a:ext uri="{FF2B5EF4-FFF2-40B4-BE49-F238E27FC236}">
                      <a16:creationId xmlns:a16="http://schemas.microsoft.com/office/drawing/2014/main" id="{4F9F3B9C-E2E5-47D3-AC17-1D7BA9DAEABC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9214414" y="6152786"/>
                  <a:ext cx="20556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" name="Grupo 327">
            <a:extLst>
              <a:ext uri="{FF2B5EF4-FFF2-40B4-BE49-F238E27FC236}">
                <a16:creationId xmlns:a16="http://schemas.microsoft.com/office/drawing/2014/main" id="{10BCFB77-6DEB-4148-B620-918AE412B21C}"/>
              </a:ext>
            </a:extLst>
          </p:cNvPr>
          <p:cNvGrpSpPr/>
          <p:nvPr/>
        </p:nvGrpSpPr>
        <p:grpSpPr>
          <a:xfrm>
            <a:off x="7236934" y="3007466"/>
            <a:ext cx="1798920" cy="796680"/>
            <a:chOff x="7236934" y="3007466"/>
            <a:chExt cx="1798920" cy="79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9C7E7FA1-7370-44B4-B36C-1ACB380F87A5}"/>
                    </a:ext>
                  </a:extLst>
                </p14:cNvPr>
                <p14:cNvContentPartPr/>
                <p14:nvPr/>
              </p14:nvContentPartPr>
              <p14:xfrm>
                <a:off x="7236934" y="3216986"/>
                <a:ext cx="181440" cy="900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9C7E7FA1-7370-44B4-B36C-1ACB380F87A5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7227934" y="3207986"/>
                  <a:ext cx="1990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63DAAD22-EEE9-4798-9796-CF8166207441}"/>
                    </a:ext>
                  </a:extLst>
                </p14:cNvPr>
                <p14:cNvContentPartPr/>
                <p14:nvPr/>
              </p14:nvContentPartPr>
              <p14:xfrm>
                <a:off x="7264294" y="3290786"/>
                <a:ext cx="187200" cy="2592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63DAAD22-EEE9-4798-9796-CF8166207441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7255294" y="3282146"/>
                  <a:ext cx="2048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2DE33AE3-662A-427E-A7A0-F240DE8990CF}"/>
                    </a:ext>
                  </a:extLst>
                </p14:cNvPr>
                <p14:cNvContentPartPr/>
                <p14:nvPr/>
              </p14:nvContentPartPr>
              <p14:xfrm>
                <a:off x="7633294" y="3131306"/>
                <a:ext cx="212040" cy="22320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2DE33AE3-662A-427E-A7A0-F240DE8990CF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7624294" y="3122306"/>
                  <a:ext cx="2296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379356EB-F2A2-4A23-87AA-5735D3F1EC19}"/>
                    </a:ext>
                  </a:extLst>
                </p14:cNvPr>
                <p14:cNvContentPartPr/>
                <p14:nvPr/>
              </p14:nvContentPartPr>
              <p14:xfrm>
                <a:off x="7910854" y="3366746"/>
                <a:ext cx="40680" cy="13104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379356EB-F2A2-4A23-87AA-5735D3F1EC19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7902214" y="3358106"/>
                  <a:ext cx="583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C120DC1E-D4D3-43A4-B309-4FA7A5F6CA0E}"/>
                    </a:ext>
                  </a:extLst>
                </p14:cNvPr>
                <p14:cNvContentPartPr/>
                <p14:nvPr/>
              </p14:nvContentPartPr>
              <p14:xfrm>
                <a:off x="8114614" y="3122666"/>
                <a:ext cx="146880" cy="25740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C120DC1E-D4D3-43A4-B309-4FA7A5F6CA0E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8105614" y="3113666"/>
                  <a:ext cx="1645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1185EF92-59A0-41DC-BAAF-9C2F6029BA5B}"/>
                    </a:ext>
                  </a:extLst>
                </p14:cNvPr>
                <p14:cNvContentPartPr/>
                <p14:nvPr/>
              </p14:nvContentPartPr>
              <p14:xfrm>
                <a:off x="8437174" y="3076226"/>
                <a:ext cx="147960" cy="26964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1185EF92-59A0-41DC-BAAF-9C2F6029BA5B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8428534" y="3067226"/>
                  <a:ext cx="16560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1D34381F-82DA-4A9B-B7A0-2206373A88D4}"/>
                    </a:ext>
                  </a:extLst>
                </p14:cNvPr>
                <p14:cNvContentPartPr/>
                <p14:nvPr/>
              </p14:nvContentPartPr>
              <p14:xfrm>
                <a:off x="8657134" y="3041306"/>
                <a:ext cx="107280" cy="27576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1D34381F-82DA-4A9B-B7A0-2206373A88D4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8648134" y="3032306"/>
                  <a:ext cx="1249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440ED59F-F7C4-4757-9842-6ECC22F0C382}"/>
                    </a:ext>
                  </a:extLst>
                </p14:cNvPr>
                <p14:cNvContentPartPr/>
                <p14:nvPr/>
              </p14:nvContentPartPr>
              <p14:xfrm>
                <a:off x="8822014" y="3007466"/>
                <a:ext cx="213840" cy="16452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440ED59F-F7C4-4757-9842-6ECC22F0C382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8813014" y="2998826"/>
                  <a:ext cx="2314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1D5DD9E9-310C-404F-88C9-84FEED5C5257}"/>
                    </a:ext>
                  </a:extLst>
                </p14:cNvPr>
                <p14:cNvContentPartPr/>
                <p14:nvPr/>
              </p14:nvContentPartPr>
              <p14:xfrm>
                <a:off x="8851894" y="3144986"/>
                <a:ext cx="159120" cy="19980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1D5DD9E9-310C-404F-88C9-84FEED5C5257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8842894" y="3136346"/>
                  <a:ext cx="1767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FFF310D9-9E51-49EB-B229-C153D8F3C54E}"/>
                    </a:ext>
                  </a:extLst>
                </p14:cNvPr>
                <p14:cNvContentPartPr/>
                <p14:nvPr/>
              </p14:nvContentPartPr>
              <p14:xfrm>
                <a:off x="7822654" y="3776066"/>
                <a:ext cx="11160" cy="360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FFF310D9-9E51-49EB-B229-C153D8F3C54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814014" y="3767066"/>
                  <a:ext cx="288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17144BD0-255C-4569-9970-0942EFD6305A}"/>
                    </a:ext>
                  </a:extLst>
                </p14:cNvPr>
                <p14:cNvContentPartPr/>
                <p14:nvPr/>
              </p14:nvContentPartPr>
              <p14:xfrm>
                <a:off x="7769014" y="3776066"/>
                <a:ext cx="7560" cy="2808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17144BD0-255C-4569-9970-0942EFD6305A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7760014" y="3767066"/>
                  <a:ext cx="252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26" name="Entrada de lápiz 325">
                  <a:extLst>
                    <a:ext uri="{FF2B5EF4-FFF2-40B4-BE49-F238E27FC236}">
                      <a16:creationId xmlns:a16="http://schemas.microsoft.com/office/drawing/2014/main" id="{9B042676-8EBB-49DB-A4D3-CE7B0F124F55}"/>
                    </a:ext>
                  </a:extLst>
                </p14:cNvPr>
                <p14:cNvContentPartPr/>
                <p14:nvPr/>
              </p14:nvContentPartPr>
              <p14:xfrm>
                <a:off x="7536814" y="3466466"/>
                <a:ext cx="360" cy="360"/>
              </p14:xfrm>
            </p:contentPart>
          </mc:Choice>
          <mc:Fallback>
            <p:pic>
              <p:nvPicPr>
                <p:cNvPr id="326" name="Entrada de lápiz 325">
                  <a:extLst>
                    <a:ext uri="{FF2B5EF4-FFF2-40B4-BE49-F238E27FC236}">
                      <a16:creationId xmlns:a16="http://schemas.microsoft.com/office/drawing/2014/main" id="{9B042676-8EBB-49DB-A4D3-CE7B0F124F5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528174" y="34578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27" name="Entrada de lápiz 326">
                  <a:extLst>
                    <a:ext uri="{FF2B5EF4-FFF2-40B4-BE49-F238E27FC236}">
                      <a16:creationId xmlns:a16="http://schemas.microsoft.com/office/drawing/2014/main" id="{7FDC7CDE-9486-4F9A-A419-6F8748DA0FF3}"/>
                    </a:ext>
                  </a:extLst>
                </p14:cNvPr>
                <p14:cNvContentPartPr/>
                <p14:nvPr/>
              </p14:nvContentPartPr>
              <p14:xfrm>
                <a:off x="7536814" y="3404546"/>
                <a:ext cx="1371240" cy="327600"/>
              </p14:xfrm>
            </p:contentPart>
          </mc:Choice>
          <mc:Fallback>
            <p:pic>
              <p:nvPicPr>
                <p:cNvPr id="327" name="Entrada de lápiz 326">
                  <a:extLst>
                    <a:ext uri="{FF2B5EF4-FFF2-40B4-BE49-F238E27FC236}">
                      <a16:creationId xmlns:a16="http://schemas.microsoft.com/office/drawing/2014/main" id="{7FDC7CDE-9486-4F9A-A419-6F8748DA0FF3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7528174" y="3395906"/>
                  <a:ext cx="1388880" cy="345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92618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3064BA1D-2ABA-442E-B235-DA99E734A5C2}"/>
              </a:ext>
            </a:extLst>
          </p:cNvPr>
          <p:cNvGrpSpPr/>
          <p:nvPr/>
        </p:nvGrpSpPr>
        <p:grpSpPr>
          <a:xfrm>
            <a:off x="366694" y="504386"/>
            <a:ext cx="1729440" cy="430200"/>
            <a:chOff x="366694" y="504386"/>
            <a:chExt cx="1729440" cy="43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C97ADFA7-BE05-42A8-BBD0-7B929142CD21}"/>
                    </a:ext>
                  </a:extLst>
                </p14:cNvPr>
                <p14:cNvContentPartPr/>
                <p14:nvPr/>
              </p14:nvContentPartPr>
              <p14:xfrm>
                <a:off x="575134" y="504386"/>
                <a:ext cx="69840" cy="40212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C97ADFA7-BE05-42A8-BBD0-7B929142CD2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66134" y="495746"/>
                  <a:ext cx="8748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1695615F-C0E9-4E02-9E40-7D270A2E4BB4}"/>
                    </a:ext>
                  </a:extLst>
                </p14:cNvPr>
                <p14:cNvContentPartPr/>
                <p14:nvPr/>
              </p14:nvContentPartPr>
              <p14:xfrm>
                <a:off x="366694" y="591506"/>
                <a:ext cx="606600" cy="34308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1695615F-C0E9-4E02-9E40-7D270A2E4BB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8054" y="582866"/>
                  <a:ext cx="6242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9FA2C7C3-7834-4455-9C0B-170AC8142965}"/>
                    </a:ext>
                  </a:extLst>
                </p14:cNvPr>
                <p14:cNvContentPartPr/>
                <p14:nvPr/>
              </p14:nvContentPartPr>
              <p14:xfrm>
                <a:off x="904534" y="654866"/>
                <a:ext cx="822600" cy="25740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9FA2C7C3-7834-4455-9C0B-170AC814296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5534" y="645866"/>
                  <a:ext cx="8402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187FCC0F-FD15-49AD-885E-1081F5DB783A}"/>
                    </a:ext>
                  </a:extLst>
                </p14:cNvPr>
                <p14:cNvContentPartPr/>
                <p14:nvPr/>
              </p14:nvContentPartPr>
              <p14:xfrm>
                <a:off x="1676014" y="643346"/>
                <a:ext cx="245160" cy="26748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187FCC0F-FD15-49AD-885E-1081F5DB783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67374" y="634346"/>
                  <a:ext cx="2628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AF14056A-C1E0-40FB-8015-0E1497A3D119}"/>
                    </a:ext>
                  </a:extLst>
                </p14:cNvPr>
                <p14:cNvContentPartPr/>
                <p14:nvPr/>
              </p14:nvContentPartPr>
              <p14:xfrm>
                <a:off x="2095774" y="897866"/>
                <a:ext cx="360" cy="36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AF14056A-C1E0-40FB-8015-0E1497A3D11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87134" y="88886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75F914D1-8CDF-4294-A4DE-423E8FB41AFB}"/>
              </a:ext>
            </a:extLst>
          </p:cNvPr>
          <p:cNvGrpSpPr/>
          <p:nvPr/>
        </p:nvGrpSpPr>
        <p:grpSpPr>
          <a:xfrm>
            <a:off x="5986294" y="587186"/>
            <a:ext cx="650520" cy="426600"/>
            <a:chOff x="5986294" y="587186"/>
            <a:chExt cx="650520" cy="42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EAC6421D-BF31-4955-A5EC-609BA8589DBC}"/>
                    </a:ext>
                  </a:extLst>
                </p14:cNvPr>
                <p14:cNvContentPartPr/>
                <p14:nvPr/>
              </p14:nvContentPartPr>
              <p14:xfrm>
                <a:off x="5986294" y="587186"/>
                <a:ext cx="144360" cy="31860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EAC6421D-BF31-4955-A5EC-609BA8589DB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77654" y="578186"/>
                  <a:ext cx="1620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B6F115C4-5E5F-4882-95B6-275DE2694858}"/>
                    </a:ext>
                  </a:extLst>
                </p14:cNvPr>
                <p14:cNvContentPartPr/>
                <p14:nvPr/>
              </p14:nvContentPartPr>
              <p14:xfrm>
                <a:off x="6061534" y="590426"/>
                <a:ext cx="77760" cy="42336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B6F115C4-5E5F-4882-95B6-275DE269485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052534" y="581426"/>
                  <a:ext cx="9540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B88AAA82-5A2B-4FAF-B802-B676CCDF9F5A}"/>
                    </a:ext>
                  </a:extLst>
                </p14:cNvPr>
                <p14:cNvContentPartPr/>
                <p14:nvPr/>
              </p14:nvContentPartPr>
              <p14:xfrm>
                <a:off x="6269974" y="665306"/>
                <a:ext cx="366840" cy="17208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B88AAA82-5A2B-4FAF-B802-B676CCDF9F5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0974" y="656306"/>
                  <a:ext cx="384480" cy="18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A784837C-7615-4FCB-90B7-5890F8033A69}"/>
                  </a:ext>
                </a:extLst>
              </p14:cNvPr>
              <p14:cNvContentPartPr/>
              <p14:nvPr/>
            </p14:nvContentPartPr>
            <p14:xfrm>
              <a:off x="6899974" y="613826"/>
              <a:ext cx="198000" cy="33696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A784837C-7615-4FCB-90B7-5890F8033A6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90974" y="604826"/>
                <a:ext cx="21564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5F3D5005-C576-4AC9-A8CA-488A44696819}"/>
                  </a:ext>
                </a:extLst>
              </p14:cNvPr>
              <p14:cNvContentPartPr/>
              <p14:nvPr/>
            </p14:nvContentPartPr>
            <p14:xfrm>
              <a:off x="7144054" y="627866"/>
              <a:ext cx="8640" cy="17928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5F3D5005-C576-4AC9-A8CA-488A4469681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135054" y="618866"/>
                <a:ext cx="2628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FC6D8F41-289B-46AB-ABE6-25807BDE37BD}"/>
                  </a:ext>
                </a:extLst>
              </p14:cNvPr>
              <p14:cNvContentPartPr/>
              <p14:nvPr/>
            </p14:nvContentPartPr>
            <p14:xfrm>
              <a:off x="7155934" y="660986"/>
              <a:ext cx="147240" cy="17064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FC6D8F41-289B-46AB-ABE6-25807BDE37B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146934" y="652346"/>
                <a:ext cx="16488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F84B9027-0C48-44A9-ACA2-D936BDBEFB08}"/>
                  </a:ext>
                </a:extLst>
              </p14:cNvPr>
              <p14:cNvContentPartPr/>
              <p14:nvPr/>
            </p14:nvContentPartPr>
            <p14:xfrm>
              <a:off x="7393894" y="671786"/>
              <a:ext cx="50400" cy="10332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F84B9027-0C48-44A9-ACA2-D936BDBEFB0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385254" y="662786"/>
                <a:ext cx="6804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4" name="Entrada de lápiz 43">
                <a:extLst>
                  <a:ext uri="{FF2B5EF4-FFF2-40B4-BE49-F238E27FC236}">
                    <a16:creationId xmlns:a16="http://schemas.microsoft.com/office/drawing/2014/main" id="{D270DFA7-189C-4710-A997-76DB3EBE4BA5}"/>
                  </a:ext>
                </a:extLst>
              </p14:cNvPr>
              <p14:cNvContentPartPr/>
              <p14:nvPr/>
            </p14:nvContentPartPr>
            <p14:xfrm>
              <a:off x="7612054" y="487466"/>
              <a:ext cx="325440" cy="340920"/>
            </p14:xfrm>
          </p:contentPart>
        </mc:Choice>
        <mc:Fallback>
          <p:pic>
            <p:nvPicPr>
              <p:cNvPr id="44" name="Entrada de lápiz 43">
                <a:extLst>
                  <a:ext uri="{FF2B5EF4-FFF2-40B4-BE49-F238E27FC236}">
                    <a16:creationId xmlns:a16="http://schemas.microsoft.com/office/drawing/2014/main" id="{D270DFA7-189C-4710-A997-76DB3EBE4BA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603054" y="478466"/>
                <a:ext cx="343080" cy="35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upo 46">
            <a:extLst>
              <a:ext uri="{FF2B5EF4-FFF2-40B4-BE49-F238E27FC236}">
                <a16:creationId xmlns:a16="http://schemas.microsoft.com/office/drawing/2014/main" id="{D20352E2-7EB6-4DAF-9709-77BAF3679A56}"/>
              </a:ext>
            </a:extLst>
          </p:cNvPr>
          <p:cNvGrpSpPr/>
          <p:nvPr/>
        </p:nvGrpSpPr>
        <p:grpSpPr>
          <a:xfrm>
            <a:off x="2125654" y="60146"/>
            <a:ext cx="3511080" cy="954360"/>
            <a:chOff x="2125654" y="60146"/>
            <a:chExt cx="3511080" cy="95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666C98F1-7C05-43D3-817C-C20018590D9C}"/>
                    </a:ext>
                  </a:extLst>
                </p14:cNvPr>
                <p14:cNvContentPartPr/>
                <p14:nvPr/>
              </p14:nvContentPartPr>
              <p14:xfrm>
                <a:off x="2519854" y="635066"/>
                <a:ext cx="274320" cy="33192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666C98F1-7C05-43D3-817C-C20018590D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10854" y="626426"/>
                  <a:ext cx="29196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A2C42706-E5B6-467E-BD90-26CCB5350990}"/>
                    </a:ext>
                  </a:extLst>
                </p14:cNvPr>
                <p14:cNvContentPartPr/>
                <p14:nvPr/>
              </p14:nvContentPartPr>
              <p14:xfrm>
                <a:off x="2593654" y="664226"/>
                <a:ext cx="198000" cy="30924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A2C42706-E5B6-467E-BD90-26CCB535099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85014" y="655226"/>
                  <a:ext cx="21564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1A1A847C-B8C5-4132-B1E4-E3BBF77309D8}"/>
                    </a:ext>
                  </a:extLst>
                </p14:cNvPr>
                <p14:cNvContentPartPr/>
                <p14:nvPr/>
              </p14:nvContentPartPr>
              <p14:xfrm>
                <a:off x="3012694" y="722906"/>
                <a:ext cx="376560" cy="16308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1A1A847C-B8C5-4132-B1E4-E3BBF77309D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04054" y="714266"/>
                  <a:ext cx="3942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51B479C2-5756-4C36-92D1-CD889179931E}"/>
                    </a:ext>
                  </a:extLst>
                </p14:cNvPr>
                <p14:cNvContentPartPr/>
                <p14:nvPr/>
              </p14:nvContentPartPr>
              <p14:xfrm>
                <a:off x="3603814" y="676826"/>
                <a:ext cx="171360" cy="33768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51B479C2-5756-4C36-92D1-CD889179931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94814" y="667826"/>
                  <a:ext cx="18900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24BB7309-BEC3-44F4-8CB6-E558809D0A4B}"/>
                    </a:ext>
                  </a:extLst>
                </p14:cNvPr>
                <p14:cNvContentPartPr/>
                <p14:nvPr/>
              </p14:nvContentPartPr>
              <p14:xfrm>
                <a:off x="3855814" y="692666"/>
                <a:ext cx="174240" cy="1605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24BB7309-BEC3-44F4-8CB6-E558809D0A4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47174" y="684026"/>
                  <a:ext cx="1918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476503B8-1380-4C07-ACD2-8D00BD34AD06}"/>
                    </a:ext>
                  </a:extLst>
                </p14:cNvPr>
                <p14:cNvContentPartPr/>
                <p14:nvPr/>
              </p14:nvContentPartPr>
              <p14:xfrm>
                <a:off x="4149934" y="723986"/>
                <a:ext cx="58680" cy="12240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476503B8-1380-4C07-ACD2-8D00BD34AD0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41294" y="715346"/>
                  <a:ext cx="763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E24CE898-85AE-4E8F-8974-433D46863CF6}"/>
                    </a:ext>
                  </a:extLst>
                </p14:cNvPr>
                <p14:cNvContentPartPr/>
                <p14:nvPr/>
              </p14:nvContentPartPr>
              <p14:xfrm>
                <a:off x="4196374" y="670706"/>
                <a:ext cx="157320" cy="21060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E24CE898-85AE-4E8F-8974-433D46863C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87734" y="661706"/>
                  <a:ext cx="1749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A2091714-2029-4C4F-A216-2362B35F1706}"/>
                    </a:ext>
                  </a:extLst>
                </p14:cNvPr>
                <p14:cNvContentPartPr/>
                <p14:nvPr/>
              </p14:nvContentPartPr>
              <p14:xfrm>
                <a:off x="4484734" y="518426"/>
                <a:ext cx="106200" cy="37008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A2091714-2029-4C4F-A216-2362B35F170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476094" y="509786"/>
                  <a:ext cx="12384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A9BF5A26-5DCF-48E8-80CF-5461C13CEA16}"/>
                    </a:ext>
                  </a:extLst>
                </p14:cNvPr>
                <p14:cNvContentPartPr/>
                <p14:nvPr/>
              </p14:nvContentPartPr>
              <p14:xfrm>
                <a:off x="4713334" y="586826"/>
                <a:ext cx="250560" cy="31752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A9BF5A26-5DCF-48E8-80CF-5461C13CEA1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04694" y="578186"/>
                  <a:ext cx="2682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AE9EB093-74D2-4EFF-B23C-F169C238D82E}"/>
                    </a:ext>
                  </a:extLst>
                </p14:cNvPr>
                <p14:cNvContentPartPr/>
                <p14:nvPr/>
              </p14:nvContentPartPr>
              <p14:xfrm>
                <a:off x="5051734" y="496106"/>
                <a:ext cx="154080" cy="37944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AE9EB093-74D2-4EFF-B23C-F169C238D82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042734" y="487106"/>
                  <a:ext cx="1717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11636632-50B1-4680-B20C-9C92F9D380F3}"/>
                    </a:ext>
                  </a:extLst>
                </p14:cNvPr>
                <p14:cNvContentPartPr/>
                <p14:nvPr/>
              </p14:nvContentPartPr>
              <p14:xfrm>
                <a:off x="2125654" y="144386"/>
                <a:ext cx="227880" cy="24804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11636632-50B1-4680-B20C-9C92F9D380F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116654" y="135386"/>
                  <a:ext cx="2455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68CCA3A4-6227-48DB-991A-AC94028FB558}"/>
                    </a:ext>
                  </a:extLst>
                </p14:cNvPr>
                <p14:cNvContentPartPr/>
                <p14:nvPr/>
              </p14:nvContentPartPr>
              <p14:xfrm>
                <a:off x="2217454" y="144746"/>
                <a:ext cx="121680" cy="22644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68CCA3A4-6227-48DB-991A-AC94028FB55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208454" y="135746"/>
                  <a:ext cx="1393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DC540677-16D2-4B91-A558-EAAA1A9A6344}"/>
                    </a:ext>
                  </a:extLst>
                </p14:cNvPr>
                <p14:cNvContentPartPr/>
                <p14:nvPr/>
              </p14:nvContentPartPr>
              <p14:xfrm>
                <a:off x="2496094" y="198026"/>
                <a:ext cx="360" cy="36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DC540677-16D2-4B91-A558-EAAA1A9A634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87094" y="18938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DAF5A564-3F5E-4C66-A27A-9185E5C832AF}"/>
                    </a:ext>
                  </a:extLst>
                </p14:cNvPr>
                <p14:cNvContentPartPr/>
                <p14:nvPr/>
              </p14:nvContentPartPr>
              <p14:xfrm>
                <a:off x="2496094" y="193346"/>
                <a:ext cx="313560" cy="13392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DAF5A564-3F5E-4C66-A27A-9185E5C832A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487094" y="184346"/>
                  <a:ext cx="3312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40843C6D-C27A-44A1-B398-E858B8744FB5}"/>
                    </a:ext>
                  </a:extLst>
                </p14:cNvPr>
                <p14:cNvContentPartPr/>
                <p14:nvPr/>
              </p14:nvContentPartPr>
              <p14:xfrm>
                <a:off x="2875894" y="165626"/>
                <a:ext cx="223200" cy="2343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40843C6D-C27A-44A1-B398-E858B8744FB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866894" y="156626"/>
                  <a:ext cx="2408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2960ADF0-0BF9-43FC-9BAA-9D5E26C930D1}"/>
                    </a:ext>
                  </a:extLst>
                </p14:cNvPr>
                <p14:cNvContentPartPr/>
                <p14:nvPr/>
              </p14:nvContentPartPr>
              <p14:xfrm>
                <a:off x="3358294" y="243026"/>
                <a:ext cx="70560" cy="12780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2960ADF0-0BF9-43FC-9BAA-9D5E26C930D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349294" y="234386"/>
                  <a:ext cx="882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3AA50418-7D53-42E3-B085-461B00337FEF}"/>
                    </a:ext>
                  </a:extLst>
                </p14:cNvPr>
                <p14:cNvContentPartPr/>
                <p14:nvPr/>
              </p14:nvContentPartPr>
              <p14:xfrm>
                <a:off x="3458374" y="222866"/>
                <a:ext cx="161280" cy="14544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3AA50418-7D53-42E3-B085-461B00337FE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449374" y="213866"/>
                  <a:ext cx="1789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C16F9E6E-D093-40CF-80C2-AC674B76D7B3}"/>
                    </a:ext>
                  </a:extLst>
                </p14:cNvPr>
                <p14:cNvContentPartPr/>
                <p14:nvPr/>
              </p14:nvContentPartPr>
              <p14:xfrm>
                <a:off x="3667894" y="141506"/>
                <a:ext cx="550800" cy="26568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C16F9E6E-D093-40CF-80C2-AC674B76D7B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658894" y="132506"/>
                  <a:ext cx="5684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DD0EA932-436D-45E7-BF85-79C2CA394E8F}"/>
                    </a:ext>
                  </a:extLst>
                </p14:cNvPr>
                <p14:cNvContentPartPr/>
                <p14:nvPr/>
              </p14:nvContentPartPr>
              <p14:xfrm>
                <a:off x="4260814" y="204146"/>
                <a:ext cx="369360" cy="17820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DD0EA932-436D-45E7-BF85-79C2CA394E8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252174" y="195146"/>
                  <a:ext cx="3870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E9B76BEF-1DBC-4063-8E73-56E8227B4A7A}"/>
                    </a:ext>
                  </a:extLst>
                </p14:cNvPr>
                <p14:cNvContentPartPr/>
                <p14:nvPr/>
              </p14:nvContentPartPr>
              <p14:xfrm>
                <a:off x="4654654" y="124946"/>
                <a:ext cx="174600" cy="20160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E9B76BEF-1DBC-4063-8E73-56E8227B4A7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645654" y="116306"/>
                  <a:ext cx="1922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9141BA8B-2A15-484A-B3CF-B12C4F34CF74}"/>
                    </a:ext>
                  </a:extLst>
                </p14:cNvPr>
                <p14:cNvContentPartPr/>
                <p14:nvPr/>
              </p14:nvContentPartPr>
              <p14:xfrm>
                <a:off x="4855174" y="222866"/>
                <a:ext cx="50400" cy="9576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9141BA8B-2A15-484A-B3CF-B12C4F34CF7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846174" y="213866"/>
                  <a:ext cx="680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D649F145-6327-406E-9FA2-D6977BD2C62D}"/>
                    </a:ext>
                  </a:extLst>
                </p14:cNvPr>
                <p14:cNvContentPartPr/>
                <p14:nvPr/>
              </p14:nvContentPartPr>
              <p14:xfrm>
                <a:off x="4945534" y="162026"/>
                <a:ext cx="280080" cy="14292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D649F145-6327-406E-9FA2-D6977BD2C62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936894" y="153026"/>
                  <a:ext cx="2977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1A145458-3B4D-4CE8-A676-44334667646F}"/>
                    </a:ext>
                  </a:extLst>
                </p14:cNvPr>
                <p14:cNvContentPartPr/>
                <p14:nvPr/>
              </p14:nvContentPartPr>
              <p14:xfrm>
                <a:off x="5283934" y="60146"/>
                <a:ext cx="230040" cy="21276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1A145458-3B4D-4CE8-A676-44334667646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274934" y="51146"/>
                  <a:ext cx="2476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E57AC7A1-001D-443F-94D3-EE93E40C636D}"/>
                    </a:ext>
                  </a:extLst>
                </p14:cNvPr>
                <p14:cNvContentPartPr/>
                <p14:nvPr/>
              </p14:nvContentPartPr>
              <p14:xfrm>
                <a:off x="5505334" y="127466"/>
                <a:ext cx="131400" cy="15660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E57AC7A1-001D-443F-94D3-EE93E40C636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496334" y="118826"/>
                  <a:ext cx="1490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D28ED41E-809D-45E4-BBBE-A2CC799A77D2}"/>
                    </a:ext>
                  </a:extLst>
                </p14:cNvPr>
                <p14:cNvContentPartPr/>
                <p14:nvPr/>
              </p14:nvContentPartPr>
              <p14:xfrm>
                <a:off x="5110054" y="739106"/>
                <a:ext cx="21960" cy="15768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D28ED41E-809D-45E4-BBBE-A2CC799A77D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101054" y="730466"/>
                  <a:ext cx="3960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E78CA9FC-04B0-492B-A8E4-AEC494964F79}"/>
              </a:ext>
            </a:extLst>
          </p:cNvPr>
          <p:cNvGrpSpPr/>
          <p:nvPr/>
        </p:nvGrpSpPr>
        <p:grpSpPr>
          <a:xfrm>
            <a:off x="8102734" y="402866"/>
            <a:ext cx="646920" cy="509040"/>
            <a:chOff x="8102734" y="402866"/>
            <a:chExt cx="646920" cy="50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4A58B0B8-151D-4783-811D-A812D59932B8}"/>
                    </a:ext>
                  </a:extLst>
                </p14:cNvPr>
                <p14:cNvContentPartPr/>
                <p14:nvPr/>
              </p14:nvContentPartPr>
              <p14:xfrm>
                <a:off x="8102734" y="538946"/>
                <a:ext cx="191880" cy="29376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4A58B0B8-151D-4783-811D-A812D59932B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093734" y="529946"/>
                  <a:ext cx="2095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2EEC54DE-F878-4F7D-9EF8-9B1E70EF2FF4}"/>
                    </a:ext>
                  </a:extLst>
                </p14:cNvPr>
                <p14:cNvContentPartPr/>
                <p14:nvPr/>
              </p14:nvContentPartPr>
              <p14:xfrm>
                <a:off x="8400814" y="700586"/>
                <a:ext cx="217800" cy="18612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2EEC54DE-F878-4F7D-9EF8-9B1E70EF2FF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392174" y="691586"/>
                  <a:ext cx="2354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A60F3DB1-BE86-48CD-9168-F2F3B47DE9AE}"/>
                    </a:ext>
                  </a:extLst>
                </p14:cNvPr>
                <p14:cNvContentPartPr/>
                <p14:nvPr/>
              </p14:nvContentPartPr>
              <p14:xfrm>
                <a:off x="8629054" y="402866"/>
                <a:ext cx="120600" cy="50904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A60F3DB1-BE86-48CD-9168-F2F3B47DE9A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620054" y="393866"/>
                  <a:ext cx="138240" cy="52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CC48D1A6-9B68-4B08-AB2A-A4A85109D9BA}"/>
              </a:ext>
            </a:extLst>
          </p:cNvPr>
          <p:cNvGrpSpPr/>
          <p:nvPr/>
        </p:nvGrpSpPr>
        <p:grpSpPr>
          <a:xfrm>
            <a:off x="557134" y="1439666"/>
            <a:ext cx="1442160" cy="365040"/>
            <a:chOff x="557134" y="1439666"/>
            <a:chExt cx="1442160" cy="36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0B90D204-8967-47CF-8EFD-D4E8A40323A6}"/>
                    </a:ext>
                  </a:extLst>
                </p14:cNvPr>
                <p14:cNvContentPartPr/>
                <p14:nvPr/>
              </p14:nvContentPartPr>
              <p14:xfrm>
                <a:off x="557134" y="1461626"/>
                <a:ext cx="243360" cy="34308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0B90D204-8967-47CF-8EFD-D4E8A40323A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48494" y="1452626"/>
                  <a:ext cx="26100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8DF95A98-BF83-4EDA-A3CD-0A2AFBB5314C}"/>
                    </a:ext>
                  </a:extLst>
                </p14:cNvPr>
                <p14:cNvContentPartPr/>
                <p14:nvPr/>
              </p14:nvContentPartPr>
              <p14:xfrm>
                <a:off x="615454" y="1440746"/>
                <a:ext cx="231480" cy="36252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8DF95A98-BF83-4EDA-A3CD-0A2AFBB5314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06814" y="1432106"/>
                  <a:ext cx="24912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7E9B5FEB-3E8A-4703-8A05-5D0B960138B9}"/>
                    </a:ext>
                  </a:extLst>
                </p14:cNvPr>
                <p14:cNvContentPartPr/>
                <p14:nvPr/>
              </p14:nvContentPartPr>
              <p14:xfrm>
                <a:off x="999214" y="1439666"/>
                <a:ext cx="199080" cy="33984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7E9B5FEB-3E8A-4703-8A05-5D0B960138B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90214" y="1431026"/>
                  <a:ext cx="2167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2690673B-D25A-49B7-B923-9F6F73C7E8F9}"/>
                    </a:ext>
                  </a:extLst>
                </p14:cNvPr>
                <p14:cNvContentPartPr/>
                <p14:nvPr/>
              </p14:nvContentPartPr>
              <p14:xfrm>
                <a:off x="1283614" y="1452626"/>
                <a:ext cx="150480" cy="30780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2690673B-D25A-49B7-B923-9F6F73C7E8F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274974" y="1443626"/>
                  <a:ext cx="16812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E004D2AC-D630-4602-A393-AA421C546C37}"/>
                    </a:ext>
                  </a:extLst>
                </p14:cNvPr>
                <p14:cNvContentPartPr/>
                <p14:nvPr/>
              </p14:nvContentPartPr>
              <p14:xfrm>
                <a:off x="1596814" y="1499786"/>
                <a:ext cx="402480" cy="17604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E004D2AC-D630-4602-A393-AA421C546C3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588174" y="1490786"/>
                  <a:ext cx="42012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8767E704-882A-4446-B253-82CAABFAD337}"/>
              </a:ext>
            </a:extLst>
          </p:cNvPr>
          <p:cNvGrpSpPr/>
          <p:nvPr/>
        </p:nvGrpSpPr>
        <p:grpSpPr>
          <a:xfrm>
            <a:off x="2445694" y="1397906"/>
            <a:ext cx="830880" cy="524880"/>
            <a:chOff x="2445694" y="1397906"/>
            <a:chExt cx="830880" cy="52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9457AFC0-3A2B-476B-9548-60CE25C633CE}"/>
                    </a:ext>
                  </a:extLst>
                </p14:cNvPr>
                <p14:cNvContentPartPr/>
                <p14:nvPr/>
              </p14:nvContentPartPr>
              <p14:xfrm>
                <a:off x="2445694" y="1397906"/>
                <a:ext cx="244800" cy="52488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9457AFC0-3A2B-476B-9548-60CE25C633C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436694" y="1389266"/>
                  <a:ext cx="26244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F2ED07A2-0AAA-4EED-B44D-DE09A85B166C}"/>
                    </a:ext>
                  </a:extLst>
                </p14:cNvPr>
                <p14:cNvContentPartPr/>
                <p14:nvPr/>
              </p14:nvContentPartPr>
              <p14:xfrm>
                <a:off x="2713894" y="1424906"/>
                <a:ext cx="119520" cy="39564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F2ED07A2-0AAA-4EED-B44D-DE09A85B166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705254" y="1415906"/>
                  <a:ext cx="13716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58BFE08F-1E2F-4CEE-8430-64C4456AC0BD}"/>
                    </a:ext>
                  </a:extLst>
                </p14:cNvPr>
                <p14:cNvContentPartPr/>
                <p14:nvPr/>
              </p14:nvContentPartPr>
              <p14:xfrm>
                <a:off x="2920894" y="1456946"/>
                <a:ext cx="205200" cy="32616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58BFE08F-1E2F-4CEE-8430-64C4456AC0B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911894" y="1447946"/>
                  <a:ext cx="2228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BAB523C2-5F85-4F3D-93C3-59E96385F5B8}"/>
                    </a:ext>
                  </a:extLst>
                </p14:cNvPr>
                <p14:cNvContentPartPr/>
                <p14:nvPr/>
              </p14:nvContentPartPr>
              <p14:xfrm>
                <a:off x="3211774" y="1605626"/>
                <a:ext cx="64800" cy="21456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BAB523C2-5F85-4F3D-93C3-59E96385F5B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202774" y="1596986"/>
                  <a:ext cx="82440" cy="23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428F2D03-D788-4EE5-A935-9DCC0BD30822}"/>
              </a:ext>
            </a:extLst>
          </p:cNvPr>
          <p:cNvGrpSpPr/>
          <p:nvPr/>
        </p:nvGrpSpPr>
        <p:grpSpPr>
          <a:xfrm>
            <a:off x="3382054" y="1267226"/>
            <a:ext cx="804240" cy="534960"/>
            <a:chOff x="3382054" y="1267226"/>
            <a:chExt cx="804240" cy="53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4D6AD0ED-4576-4EFB-8FF2-0DF40300F847}"/>
                    </a:ext>
                  </a:extLst>
                </p14:cNvPr>
                <p14:cNvContentPartPr/>
                <p14:nvPr/>
              </p14:nvContentPartPr>
              <p14:xfrm>
                <a:off x="3470254" y="1418426"/>
                <a:ext cx="26640" cy="38376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4D6AD0ED-4576-4EFB-8FF2-0DF40300F84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461254" y="1409426"/>
                  <a:ext cx="4428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97045112-61BD-44A1-98B0-9B6CC3A171C0}"/>
                    </a:ext>
                  </a:extLst>
                </p14:cNvPr>
                <p14:cNvContentPartPr/>
                <p14:nvPr/>
              </p14:nvContentPartPr>
              <p14:xfrm>
                <a:off x="3382054" y="1603466"/>
                <a:ext cx="261000" cy="7200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97045112-61BD-44A1-98B0-9B6CC3A171C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373054" y="1594826"/>
                  <a:ext cx="2786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030A951C-AA9A-4B2F-B062-807BA5CCE2D4}"/>
                    </a:ext>
                  </a:extLst>
                </p14:cNvPr>
                <p14:cNvContentPartPr/>
                <p14:nvPr/>
              </p14:nvContentPartPr>
              <p14:xfrm>
                <a:off x="3671854" y="1467026"/>
                <a:ext cx="212400" cy="28008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030A951C-AA9A-4B2F-B062-807BA5CCE2D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662854" y="1458026"/>
                  <a:ext cx="2300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EF48A8A8-6D6E-4321-8E36-749B892E93D2}"/>
                    </a:ext>
                  </a:extLst>
                </p14:cNvPr>
                <p14:cNvContentPartPr/>
                <p14:nvPr/>
              </p14:nvContentPartPr>
              <p14:xfrm>
                <a:off x="3945454" y="1587626"/>
                <a:ext cx="158760" cy="13140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EF48A8A8-6D6E-4321-8E36-749B892E93D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936454" y="1578626"/>
                  <a:ext cx="1764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3F712D12-0883-4C8B-A4D1-F7037DB03FE5}"/>
                    </a:ext>
                  </a:extLst>
                </p14:cNvPr>
                <p14:cNvContentPartPr/>
                <p14:nvPr/>
              </p14:nvContentPartPr>
              <p14:xfrm>
                <a:off x="4104934" y="1267226"/>
                <a:ext cx="81360" cy="49860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3F712D12-0883-4C8B-A4D1-F7037DB03FE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095934" y="1258586"/>
                  <a:ext cx="99000" cy="51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76" name="Entrada de lápiz 75">
                <a:extLst>
                  <a:ext uri="{FF2B5EF4-FFF2-40B4-BE49-F238E27FC236}">
                    <a16:creationId xmlns:a16="http://schemas.microsoft.com/office/drawing/2014/main" id="{B6C71672-9E0C-422C-9F8E-A5C433BED368}"/>
                  </a:ext>
                </a:extLst>
              </p14:cNvPr>
              <p14:cNvContentPartPr/>
              <p14:nvPr/>
            </p14:nvContentPartPr>
            <p14:xfrm>
              <a:off x="2189374" y="765026"/>
              <a:ext cx="105480" cy="119880"/>
            </p14:xfrm>
          </p:contentPart>
        </mc:Choice>
        <mc:Fallback>
          <p:pic>
            <p:nvPicPr>
              <p:cNvPr id="76" name="Entrada de lápiz 75">
                <a:extLst>
                  <a:ext uri="{FF2B5EF4-FFF2-40B4-BE49-F238E27FC236}">
                    <a16:creationId xmlns:a16="http://schemas.microsoft.com/office/drawing/2014/main" id="{B6C71672-9E0C-422C-9F8E-A5C433BED368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2180374" y="756026"/>
                <a:ext cx="123120" cy="13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upo 86">
            <a:extLst>
              <a:ext uri="{FF2B5EF4-FFF2-40B4-BE49-F238E27FC236}">
                <a16:creationId xmlns:a16="http://schemas.microsoft.com/office/drawing/2014/main" id="{3FEBFB06-638B-4E73-B72A-90319950EFA0}"/>
              </a:ext>
            </a:extLst>
          </p:cNvPr>
          <p:cNvGrpSpPr/>
          <p:nvPr/>
        </p:nvGrpSpPr>
        <p:grpSpPr>
          <a:xfrm>
            <a:off x="408814" y="2262266"/>
            <a:ext cx="466200" cy="525600"/>
            <a:chOff x="408814" y="2262266"/>
            <a:chExt cx="466200" cy="52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7049814B-27AE-4DB4-A69D-8B14706CD8CB}"/>
                    </a:ext>
                  </a:extLst>
                </p14:cNvPr>
                <p14:cNvContentPartPr/>
                <p14:nvPr/>
              </p14:nvContentPartPr>
              <p14:xfrm>
                <a:off x="588094" y="2262266"/>
                <a:ext cx="286920" cy="40356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7049814B-27AE-4DB4-A69D-8B14706CD8C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79454" y="2253626"/>
                  <a:ext cx="30456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968079DD-143D-43C8-B7F5-ED1F17831C27}"/>
                    </a:ext>
                  </a:extLst>
                </p14:cNvPr>
                <p14:cNvContentPartPr/>
                <p14:nvPr/>
              </p14:nvContentPartPr>
              <p14:xfrm>
                <a:off x="408814" y="2471066"/>
                <a:ext cx="99000" cy="14004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968079DD-143D-43C8-B7F5-ED1F17831C2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99814" y="2462066"/>
                  <a:ext cx="1166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35A89BB9-BF0F-4272-A133-A7033688C427}"/>
                    </a:ext>
                  </a:extLst>
                </p14:cNvPr>
                <p14:cNvContentPartPr/>
                <p14:nvPr/>
              </p14:nvContentPartPr>
              <p14:xfrm>
                <a:off x="714454" y="2590226"/>
                <a:ext cx="110880" cy="19764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35A89BB9-BF0F-4272-A133-A7033688C42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05454" y="2581226"/>
                  <a:ext cx="128520" cy="21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4478FCB5-7415-4B00-B080-E5DC213887E5}"/>
              </a:ext>
            </a:extLst>
          </p:cNvPr>
          <p:cNvGrpSpPr/>
          <p:nvPr/>
        </p:nvGrpSpPr>
        <p:grpSpPr>
          <a:xfrm>
            <a:off x="1438414" y="2329226"/>
            <a:ext cx="267120" cy="323280"/>
            <a:chOff x="1438414" y="2329226"/>
            <a:chExt cx="267120" cy="32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85175ABC-B1BD-40C5-AA9A-4777EE001C16}"/>
                    </a:ext>
                  </a:extLst>
                </p14:cNvPr>
                <p14:cNvContentPartPr/>
                <p14:nvPr/>
              </p14:nvContentPartPr>
              <p14:xfrm>
                <a:off x="1438414" y="2329226"/>
                <a:ext cx="267120" cy="30924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85175ABC-B1BD-40C5-AA9A-4777EE001C1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429774" y="2320226"/>
                  <a:ext cx="2847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30541FBE-630A-40CE-B77B-BAA327E687AE}"/>
                    </a:ext>
                  </a:extLst>
                </p14:cNvPr>
                <p14:cNvContentPartPr/>
                <p14:nvPr/>
              </p14:nvContentPartPr>
              <p14:xfrm>
                <a:off x="1518334" y="2354426"/>
                <a:ext cx="176760" cy="29808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30541FBE-630A-40CE-B77B-BAA327E687A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509334" y="2345786"/>
                  <a:ext cx="194400" cy="31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81" name="Entrada de lápiz 80">
                <a:extLst>
                  <a:ext uri="{FF2B5EF4-FFF2-40B4-BE49-F238E27FC236}">
                    <a16:creationId xmlns:a16="http://schemas.microsoft.com/office/drawing/2014/main" id="{448AC36D-845C-4A7F-9A15-7D136AD5E010}"/>
                  </a:ext>
                </a:extLst>
              </p14:cNvPr>
              <p14:cNvContentPartPr/>
              <p14:nvPr/>
            </p14:nvContentPartPr>
            <p14:xfrm>
              <a:off x="1938814" y="2430746"/>
              <a:ext cx="322920" cy="150480"/>
            </p14:xfrm>
          </p:contentPart>
        </mc:Choice>
        <mc:Fallback>
          <p:pic>
            <p:nvPicPr>
              <p:cNvPr id="81" name="Entrada de lápiz 80">
                <a:extLst>
                  <a:ext uri="{FF2B5EF4-FFF2-40B4-BE49-F238E27FC236}">
                    <a16:creationId xmlns:a16="http://schemas.microsoft.com/office/drawing/2014/main" id="{448AC36D-845C-4A7F-9A15-7D136AD5E010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929814" y="2421746"/>
                <a:ext cx="340560" cy="16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upo 84">
            <a:extLst>
              <a:ext uri="{FF2B5EF4-FFF2-40B4-BE49-F238E27FC236}">
                <a16:creationId xmlns:a16="http://schemas.microsoft.com/office/drawing/2014/main" id="{BA2B6CAE-03D7-4E8A-A5F6-C8C1D21ED349}"/>
              </a:ext>
            </a:extLst>
          </p:cNvPr>
          <p:cNvGrpSpPr/>
          <p:nvPr/>
        </p:nvGrpSpPr>
        <p:grpSpPr>
          <a:xfrm>
            <a:off x="2595094" y="2345066"/>
            <a:ext cx="455040" cy="267120"/>
            <a:chOff x="2595094" y="2345066"/>
            <a:chExt cx="455040" cy="26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CE309F22-5F12-4949-A291-5ECD8A364273}"/>
                    </a:ext>
                  </a:extLst>
                </p14:cNvPr>
                <p14:cNvContentPartPr/>
                <p14:nvPr/>
              </p14:nvContentPartPr>
              <p14:xfrm>
                <a:off x="2595094" y="2345066"/>
                <a:ext cx="167040" cy="25776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CE309F22-5F12-4949-A291-5ECD8A36427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586094" y="2336066"/>
                  <a:ext cx="1846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8D59F0D8-E3E3-45B0-82A7-8ABA38E707CC}"/>
                    </a:ext>
                  </a:extLst>
                </p14:cNvPr>
                <p14:cNvContentPartPr/>
                <p14:nvPr/>
              </p14:nvContentPartPr>
              <p14:xfrm>
                <a:off x="2835214" y="2475746"/>
                <a:ext cx="55080" cy="11592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8D59F0D8-E3E3-45B0-82A7-8ABA38E707C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826574" y="2466746"/>
                  <a:ext cx="727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6AD64999-EDFD-44E0-9650-D47519AD2A42}"/>
                    </a:ext>
                  </a:extLst>
                </p14:cNvPr>
                <p14:cNvContentPartPr/>
                <p14:nvPr/>
              </p14:nvContentPartPr>
              <p14:xfrm>
                <a:off x="2868694" y="2463866"/>
                <a:ext cx="181440" cy="14832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6AD64999-EDFD-44E0-9650-D47519AD2A4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860054" y="2454866"/>
                  <a:ext cx="19908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upo 96">
            <a:extLst>
              <a:ext uri="{FF2B5EF4-FFF2-40B4-BE49-F238E27FC236}">
                <a16:creationId xmlns:a16="http://schemas.microsoft.com/office/drawing/2014/main" id="{024D1EF5-B104-4793-858B-CA26CEB27DEA}"/>
              </a:ext>
            </a:extLst>
          </p:cNvPr>
          <p:cNvGrpSpPr/>
          <p:nvPr/>
        </p:nvGrpSpPr>
        <p:grpSpPr>
          <a:xfrm>
            <a:off x="3333094" y="2242106"/>
            <a:ext cx="1330560" cy="554400"/>
            <a:chOff x="3333094" y="2242106"/>
            <a:chExt cx="1330560" cy="55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9425F2F3-9542-4561-9425-A019E18E18FC}"/>
                    </a:ext>
                  </a:extLst>
                </p14:cNvPr>
                <p14:cNvContentPartPr/>
                <p14:nvPr/>
              </p14:nvContentPartPr>
              <p14:xfrm>
                <a:off x="3333094" y="2277386"/>
                <a:ext cx="104040" cy="42120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9425F2F3-9542-4561-9425-A019E18E18F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324454" y="2268746"/>
                  <a:ext cx="12168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8C502A98-D2CC-473E-A1C1-B135364803BC}"/>
                    </a:ext>
                  </a:extLst>
                </p14:cNvPr>
                <p14:cNvContentPartPr/>
                <p14:nvPr/>
              </p14:nvContentPartPr>
              <p14:xfrm>
                <a:off x="3508054" y="2431466"/>
                <a:ext cx="202680" cy="24336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8C502A98-D2CC-473E-A1C1-B135364803B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499414" y="2422466"/>
                  <a:ext cx="2203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74C2BEA7-14FA-41E4-8D84-AEDE024A1707}"/>
                    </a:ext>
                  </a:extLst>
                </p14:cNvPr>
                <p14:cNvContentPartPr/>
                <p14:nvPr/>
              </p14:nvContentPartPr>
              <p14:xfrm>
                <a:off x="3769774" y="2538746"/>
                <a:ext cx="166320" cy="16848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74C2BEA7-14FA-41E4-8D84-AEDE024A170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761134" y="2530106"/>
                  <a:ext cx="1839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8F11FFAE-ADB9-4781-AE56-D42F17452876}"/>
                    </a:ext>
                  </a:extLst>
                </p14:cNvPr>
                <p14:cNvContentPartPr/>
                <p14:nvPr/>
              </p14:nvContentPartPr>
              <p14:xfrm>
                <a:off x="4039414" y="2563586"/>
                <a:ext cx="80280" cy="23292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8F11FFAE-ADB9-4781-AE56-D42F1745287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030414" y="2554586"/>
                  <a:ext cx="979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6FA4A78C-BAE4-4102-8B15-18981A79AC28}"/>
                    </a:ext>
                  </a:extLst>
                </p14:cNvPr>
                <p14:cNvContentPartPr/>
                <p14:nvPr/>
              </p14:nvContentPartPr>
              <p14:xfrm>
                <a:off x="4235974" y="2450906"/>
                <a:ext cx="52920" cy="26604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6FA4A78C-BAE4-4102-8B15-18981A79AC2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226974" y="2442266"/>
                  <a:ext cx="705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E6057103-E143-46AD-8AF7-71ECDD5B402B}"/>
                    </a:ext>
                  </a:extLst>
                </p14:cNvPr>
                <p14:cNvContentPartPr/>
                <p14:nvPr/>
              </p14:nvContentPartPr>
              <p14:xfrm>
                <a:off x="4241734" y="2399786"/>
                <a:ext cx="156960" cy="24228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E6057103-E143-46AD-8AF7-71ECDD5B402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233094" y="2391146"/>
                  <a:ext cx="1746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83DE0EFD-47DC-410F-B01B-DC2E2AA5BC1B}"/>
                    </a:ext>
                  </a:extLst>
                </p14:cNvPr>
                <p14:cNvContentPartPr/>
                <p14:nvPr/>
              </p14:nvContentPartPr>
              <p14:xfrm>
                <a:off x="4563214" y="2242106"/>
                <a:ext cx="100440" cy="50580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83DE0EFD-47DC-410F-B01B-DC2E2AA5BC1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554574" y="2233106"/>
                  <a:ext cx="118080" cy="52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9F7061AB-1D71-4266-ACB2-7196D1C3AC5B}"/>
              </a:ext>
            </a:extLst>
          </p:cNvPr>
          <p:cNvGrpSpPr/>
          <p:nvPr/>
        </p:nvGrpSpPr>
        <p:grpSpPr>
          <a:xfrm>
            <a:off x="5767414" y="2291426"/>
            <a:ext cx="2365560" cy="587520"/>
            <a:chOff x="5767414" y="2291426"/>
            <a:chExt cx="2365560" cy="58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9D9CC856-EDE4-4C10-B7AE-F7DBF94EC1A4}"/>
                    </a:ext>
                  </a:extLst>
                </p14:cNvPr>
                <p14:cNvContentPartPr/>
                <p14:nvPr/>
              </p14:nvContentPartPr>
              <p14:xfrm>
                <a:off x="5767414" y="2305106"/>
                <a:ext cx="280080" cy="24984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9D9CC856-EDE4-4C10-B7AE-F7DBF94EC1A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758414" y="2296466"/>
                  <a:ext cx="2977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4B2C336B-E9DA-4C37-A1D3-9775F6BA3BB8}"/>
                    </a:ext>
                  </a:extLst>
                </p14:cNvPr>
                <p14:cNvContentPartPr/>
                <p14:nvPr/>
              </p14:nvContentPartPr>
              <p14:xfrm>
                <a:off x="5949574" y="2345066"/>
                <a:ext cx="106920" cy="53388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4B2C336B-E9DA-4C37-A1D3-9775F6BA3BB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940574" y="2336066"/>
                  <a:ext cx="12456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5313C5DD-CCD6-4003-8439-88A48E9E5FC8}"/>
                    </a:ext>
                  </a:extLst>
                </p14:cNvPr>
                <p14:cNvContentPartPr/>
                <p14:nvPr/>
              </p14:nvContentPartPr>
              <p14:xfrm>
                <a:off x="6166294" y="2412026"/>
                <a:ext cx="407880" cy="22572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5313C5DD-CCD6-4003-8439-88A48E9E5FC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157294" y="2403386"/>
                  <a:ext cx="4255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3CB944F1-8C9F-4210-9B5A-0D1874FCAD67}"/>
                    </a:ext>
                  </a:extLst>
                </p14:cNvPr>
                <p14:cNvContentPartPr/>
                <p14:nvPr/>
              </p14:nvContentPartPr>
              <p14:xfrm>
                <a:off x="6747334" y="2318066"/>
                <a:ext cx="236880" cy="34956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3CB944F1-8C9F-4210-9B5A-0D1874FCAD6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738694" y="2309426"/>
                  <a:ext cx="25452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1111ED13-21DD-463C-ABDB-A9E2A52AC6F1}"/>
                    </a:ext>
                  </a:extLst>
                </p14:cNvPr>
                <p14:cNvContentPartPr/>
                <p14:nvPr/>
              </p14:nvContentPartPr>
              <p14:xfrm>
                <a:off x="7039294" y="2508866"/>
                <a:ext cx="46800" cy="10116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1111ED13-21DD-463C-ABDB-A9E2A52AC6F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030294" y="2499866"/>
                  <a:ext cx="64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CA6D9D27-BDAF-4E8E-AA77-B9BB5133B259}"/>
                    </a:ext>
                  </a:extLst>
                </p14:cNvPr>
                <p14:cNvContentPartPr/>
                <p14:nvPr/>
              </p14:nvContentPartPr>
              <p14:xfrm>
                <a:off x="7139374" y="2458466"/>
                <a:ext cx="170640" cy="17532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CA6D9D27-BDAF-4E8E-AA77-B9BB5133B25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130374" y="2449826"/>
                  <a:ext cx="1882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93749AE0-7613-4522-BC9A-B7D572294DA3}"/>
                    </a:ext>
                  </a:extLst>
                </p14:cNvPr>
                <p14:cNvContentPartPr/>
                <p14:nvPr/>
              </p14:nvContentPartPr>
              <p14:xfrm>
                <a:off x="7429894" y="2291426"/>
                <a:ext cx="97920" cy="38916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93749AE0-7613-4522-BC9A-B7D572294DA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420894" y="2282426"/>
                  <a:ext cx="11556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C79ECC7A-EA85-43A6-BC12-1F396F3450D5}"/>
                    </a:ext>
                  </a:extLst>
                </p14:cNvPr>
                <p14:cNvContentPartPr/>
                <p14:nvPr/>
              </p14:nvContentPartPr>
              <p14:xfrm>
                <a:off x="7652374" y="2336426"/>
                <a:ext cx="176760" cy="27216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C79ECC7A-EA85-43A6-BC12-1F396F3450D5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643734" y="2327786"/>
                  <a:ext cx="1944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48B69994-5BA8-4211-8719-8273C63636B8}"/>
                    </a:ext>
                  </a:extLst>
                </p14:cNvPr>
                <p14:cNvContentPartPr/>
                <p14:nvPr/>
              </p14:nvContentPartPr>
              <p14:xfrm>
                <a:off x="7916974" y="2439026"/>
                <a:ext cx="216000" cy="28764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48B69994-5BA8-4211-8719-8273C63636B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907974" y="2430386"/>
                  <a:ext cx="233640" cy="30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B80D226D-6F3A-4CA0-8706-FEE44C934C0F}"/>
              </a:ext>
            </a:extLst>
          </p:cNvPr>
          <p:cNvGrpSpPr/>
          <p:nvPr/>
        </p:nvGrpSpPr>
        <p:grpSpPr>
          <a:xfrm>
            <a:off x="8323054" y="2083706"/>
            <a:ext cx="393480" cy="582840"/>
            <a:chOff x="8323054" y="2083706"/>
            <a:chExt cx="393480" cy="58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3EC82C05-655B-4816-820E-A5E53828C2B7}"/>
                    </a:ext>
                  </a:extLst>
                </p14:cNvPr>
                <p14:cNvContentPartPr/>
                <p14:nvPr/>
              </p14:nvContentPartPr>
              <p14:xfrm>
                <a:off x="8323054" y="2271266"/>
                <a:ext cx="159120" cy="39528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3EC82C05-655B-4816-820E-A5E53828C2B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314054" y="2262626"/>
                  <a:ext cx="1767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3E19911F-C273-487A-B2F7-9C6B17B61971}"/>
                    </a:ext>
                  </a:extLst>
                </p14:cNvPr>
                <p14:cNvContentPartPr/>
                <p14:nvPr/>
              </p14:nvContentPartPr>
              <p14:xfrm>
                <a:off x="8493334" y="2083706"/>
                <a:ext cx="223200" cy="56808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3E19911F-C273-487A-B2F7-9C6B17B6197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484334" y="2074706"/>
                  <a:ext cx="240840" cy="58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upo 128">
            <a:extLst>
              <a:ext uri="{FF2B5EF4-FFF2-40B4-BE49-F238E27FC236}">
                <a16:creationId xmlns:a16="http://schemas.microsoft.com/office/drawing/2014/main" id="{93781F25-59E0-4B85-B12C-22389B1E573E}"/>
              </a:ext>
            </a:extLst>
          </p:cNvPr>
          <p:cNvGrpSpPr/>
          <p:nvPr/>
        </p:nvGrpSpPr>
        <p:grpSpPr>
          <a:xfrm>
            <a:off x="3173614" y="3098906"/>
            <a:ext cx="2846520" cy="504000"/>
            <a:chOff x="3173614" y="3098906"/>
            <a:chExt cx="2846520" cy="50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43FC232D-B87D-4FF0-B13F-73A4C9F148F3}"/>
                    </a:ext>
                  </a:extLst>
                </p14:cNvPr>
                <p14:cNvContentPartPr/>
                <p14:nvPr/>
              </p14:nvContentPartPr>
              <p14:xfrm>
                <a:off x="3173614" y="3151466"/>
                <a:ext cx="299160" cy="38880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43FC232D-B87D-4FF0-B13F-73A4C9F148F3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164614" y="3142826"/>
                  <a:ext cx="31680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0932F3E2-3D0E-488C-926B-D8CFD12AE269}"/>
                    </a:ext>
                  </a:extLst>
                </p14:cNvPr>
                <p14:cNvContentPartPr/>
                <p14:nvPr/>
              </p14:nvContentPartPr>
              <p14:xfrm>
                <a:off x="3536854" y="3348746"/>
                <a:ext cx="76680" cy="13536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0932F3E2-3D0E-488C-926B-D8CFD12AE26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527854" y="3339746"/>
                  <a:ext cx="943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BC8CDF4C-1C10-4C58-B243-22A264D22697}"/>
                    </a:ext>
                  </a:extLst>
                </p14:cNvPr>
                <p14:cNvContentPartPr/>
                <p14:nvPr/>
              </p14:nvContentPartPr>
              <p14:xfrm>
                <a:off x="3737014" y="3338666"/>
                <a:ext cx="178920" cy="17064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BC8CDF4C-1C10-4C58-B243-22A264D2269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728014" y="3330026"/>
                  <a:ext cx="1965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885D406F-8DC0-477A-B9B6-FC659C383275}"/>
                    </a:ext>
                  </a:extLst>
                </p14:cNvPr>
                <p14:cNvContentPartPr/>
                <p14:nvPr/>
              </p14:nvContentPartPr>
              <p14:xfrm>
                <a:off x="4055974" y="3124826"/>
                <a:ext cx="94320" cy="42768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885D406F-8DC0-477A-B9B6-FC659C38327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047334" y="3115826"/>
                  <a:ext cx="11196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DD738CBF-9078-41BC-BEDE-5ECDDC897A01}"/>
                    </a:ext>
                  </a:extLst>
                </p14:cNvPr>
                <p14:cNvContentPartPr/>
                <p14:nvPr/>
              </p14:nvContentPartPr>
              <p14:xfrm>
                <a:off x="4250014" y="3253346"/>
                <a:ext cx="414720" cy="24156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DD738CBF-9078-41BC-BEDE-5ECDDC897A0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241374" y="3244706"/>
                  <a:ext cx="4323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E3751F13-DF88-49B2-8C28-1EB5249C5F77}"/>
                    </a:ext>
                  </a:extLst>
                </p14:cNvPr>
                <p14:cNvContentPartPr/>
                <p14:nvPr/>
              </p14:nvContentPartPr>
              <p14:xfrm>
                <a:off x="4774174" y="3169826"/>
                <a:ext cx="52920" cy="28548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E3751F13-DF88-49B2-8C28-1EB5249C5F7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765174" y="3160826"/>
                  <a:ext cx="705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C7D2C659-ACAF-4645-B4D4-584156ABD922}"/>
                    </a:ext>
                  </a:extLst>
                </p14:cNvPr>
                <p14:cNvContentPartPr/>
                <p14:nvPr/>
              </p14:nvContentPartPr>
              <p14:xfrm>
                <a:off x="4725214" y="3330386"/>
                <a:ext cx="174240" cy="7092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C7D2C659-ACAF-4645-B4D4-584156ABD92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716574" y="3321746"/>
                  <a:ext cx="1918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B717B27D-3D18-4E67-9A77-1BF70A93C0D8}"/>
                    </a:ext>
                  </a:extLst>
                </p14:cNvPr>
                <p14:cNvContentPartPr/>
                <p14:nvPr/>
              </p14:nvContentPartPr>
              <p14:xfrm>
                <a:off x="4981174" y="3194306"/>
                <a:ext cx="129240" cy="25452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B717B27D-3D18-4E67-9A77-1BF70A93C0D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972534" y="3185306"/>
                  <a:ext cx="1468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B984160C-83F0-4AC6-91E9-5A22D047EE52}"/>
                    </a:ext>
                  </a:extLst>
                </p14:cNvPr>
                <p14:cNvContentPartPr/>
                <p14:nvPr/>
              </p14:nvContentPartPr>
              <p14:xfrm>
                <a:off x="5189614" y="3324626"/>
                <a:ext cx="164880" cy="27108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B984160C-83F0-4AC6-91E9-5A22D047EE5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180974" y="3315626"/>
                  <a:ext cx="1825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40EE5819-80B7-4E80-ADF4-2FA8061CDEB9}"/>
                    </a:ext>
                  </a:extLst>
                </p14:cNvPr>
                <p14:cNvContentPartPr/>
                <p14:nvPr/>
              </p14:nvContentPartPr>
              <p14:xfrm>
                <a:off x="5538814" y="3261986"/>
                <a:ext cx="54000" cy="29700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40EE5819-80B7-4E80-ADF4-2FA8061CDEB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529814" y="3252986"/>
                  <a:ext cx="716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3B4A9EDE-EED2-48AD-95FD-58376FFA35BF}"/>
                    </a:ext>
                  </a:extLst>
                </p14:cNvPr>
                <p14:cNvContentPartPr/>
                <p14:nvPr/>
              </p14:nvContentPartPr>
              <p14:xfrm>
                <a:off x="5526934" y="3215906"/>
                <a:ext cx="235080" cy="21348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3B4A9EDE-EED2-48AD-95FD-58376FFA35B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517934" y="3206906"/>
                  <a:ext cx="2527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26B2F2F6-0779-4E62-90F9-5B0D4B4BA757}"/>
                    </a:ext>
                  </a:extLst>
                </p14:cNvPr>
                <p14:cNvContentPartPr/>
                <p14:nvPr/>
              </p14:nvContentPartPr>
              <p14:xfrm>
                <a:off x="5942374" y="3098906"/>
                <a:ext cx="77760" cy="50400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26B2F2F6-0779-4E62-90F9-5B0D4B4BA75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933374" y="3090266"/>
                  <a:ext cx="95400" cy="52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upo 130">
            <a:extLst>
              <a:ext uri="{FF2B5EF4-FFF2-40B4-BE49-F238E27FC236}">
                <a16:creationId xmlns:a16="http://schemas.microsoft.com/office/drawing/2014/main" id="{79675540-2823-4CA1-8ED7-99CB00B5FD30}"/>
              </a:ext>
            </a:extLst>
          </p:cNvPr>
          <p:cNvGrpSpPr/>
          <p:nvPr/>
        </p:nvGrpSpPr>
        <p:grpSpPr>
          <a:xfrm>
            <a:off x="1372894" y="3213746"/>
            <a:ext cx="1545120" cy="528840"/>
            <a:chOff x="1372894" y="3213746"/>
            <a:chExt cx="1545120" cy="52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7BD9D83E-C9F5-49CC-BC49-4EE241B505EB}"/>
                    </a:ext>
                  </a:extLst>
                </p14:cNvPr>
                <p14:cNvContentPartPr/>
                <p14:nvPr/>
              </p14:nvContentPartPr>
              <p14:xfrm>
                <a:off x="1372894" y="3213746"/>
                <a:ext cx="279000" cy="40428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7BD9D83E-C9F5-49CC-BC49-4EE241B505E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364254" y="3204746"/>
                  <a:ext cx="29664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22586278-91FC-4F67-AAD4-6A785A65A3CF}"/>
                    </a:ext>
                  </a:extLst>
                </p14:cNvPr>
                <p14:cNvContentPartPr/>
                <p14:nvPr/>
              </p14:nvContentPartPr>
              <p14:xfrm>
                <a:off x="1417174" y="3273506"/>
                <a:ext cx="282600" cy="29484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22586278-91FC-4F67-AAD4-6A785A65A3C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408174" y="3264866"/>
                  <a:ext cx="3002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E11AEE94-669D-4CE7-B089-0D6C6790E6E8}"/>
                    </a:ext>
                  </a:extLst>
                </p14:cNvPr>
                <p14:cNvContentPartPr/>
                <p14:nvPr/>
              </p14:nvContentPartPr>
              <p14:xfrm>
                <a:off x="1743334" y="3299426"/>
                <a:ext cx="225360" cy="25848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E11AEE94-669D-4CE7-B089-0D6C6790E6E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734694" y="3290426"/>
                  <a:ext cx="2430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FC69A283-43C7-48EB-85BA-63943E2C500E}"/>
                    </a:ext>
                  </a:extLst>
                </p14:cNvPr>
                <p14:cNvContentPartPr/>
                <p14:nvPr/>
              </p14:nvContentPartPr>
              <p14:xfrm>
                <a:off x="2111254" y="3340106"/>
                <a:ext cx="207720" cy="40248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FC69A283-43C7-48EB-85BA-63943E2C500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102614" y="3331106"/>
                  <a:ext cx="22536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6E0349E4-1A5E-496E-BCAD-002D85464049}"/>
                    </a:ext>
                  </a:extLst>
                </p14:cNvPr>
                <p14:cNvContentPartPr/>
                <p14:nvPr/>
              </p14:nvContentPartPr>
              <p14:xfrm>
                <a:off x="2520934" y="3213746"/>
                <a:ext cx="397080" cy="29124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6E0349E4-1A5E-496E-BCAD-002D8546404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512294" y="3205106"/>
                  <a:ext cx="4147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13A924D0-7AF0-4E51-B6DD-1AE027EA535B}"/>
                    </a:ext>
                  </a:extLst>
                </p14:cNvPr>
                <p14:cNvContentPartPr/>
                <p14:nvPr/>
              </p14:nvContentPartPr>
              <p14:xfrm>
                <a:off x="2447854" y="3345506"/>
                <a:ext cx="103320" cy="12456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13A924D0-7AF0-4E51-B6DD-1AE027EA535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438854" y="3336506"/>
                  <a:ext cx="12096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E9329F66-F966-4C40-909D-5BE1DD4730E3}"/>
              </a:ext>
            </a:extLst>
          </p:cNvPr>
          <p:cNvGrpSpPr/>
          <p:nvPr/>
        </p:nvGrpSpPr>
        <p:grpSpPr>
          <a:xfrm>
            <a:off x="518614" y="3972266"/>
            <a:ext cx="322200" cy="494280"/>
            <a:chOff x="518614" y="3972266"/>
            <a:chExt cx="322200" cy="49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5A9E2168-2BFF-4D33-80DC-532695854642}"/>
                    </a:ext>
                  </a:extLst>
                </p14:cNvPr>
                <p14:cNvContentPartPr/>
                <p14:nvPr/>
              </p14:nvContentPartPr>
              <p14:xfrm>
                <a:off x="518614" y="4182866"/>
                <a:ext cx="99720" cy="13752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5A9E2168-2BFF-4D33-80DC-53269585464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09974" y="4174226"/>
                  <a:ext cx="1173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8A7CB457-FAE1-47BC-9E67-13ADEE518C0C}"/>
                    </a:ext>
                  </a:extLst>
                </p14:cNvPr>
                <p14:cNvContentPartPr/>
                <p14:nvPr/>
              </p14:nvContentPartPr>
              <p14:xfrm>
                <a:off x="722734" y="3972266"/>
                <a:ext cx="118080" cy="49428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8A7CB457-FAE1-47BC-9E67-13ADEE518C0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14094" y="3963266"/>
                  <a:ext cx="135720" cy="51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upo 147">
            <a:extLst>
              <a:ext uri="{FF2B5EF4-FFF2-40B4-BE49-F238E27FC236}">
                <a16:creationId xmlns:a16="http://schemas.microsoft.com/office/drawing/2014/main" id="{5B651F95-27A0-4306-AB10-63ED0389ACC1}"/>
              </a:ext>
            </a:extLst>
          </p:cNvPr>
          <p:cNvGrpSpPr/>
          <p:nvPr/>
        </p:nvGrpSpPr>
        <p:grpSpPr>
          <a:xfrm>
            <a:off x="1377574" y="4213466"/>
            <a:ext cx="2136960" cy="552600"/>
            <a:chOff x="1377574" y="4213466"/>
            <a:chExt cx="2136960" cy="55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6F109A85-D2FF-4BE4-8472-56E12537669A}"/>
                    </a:ext>
                  </a:extLst>
                </p14:cNvPr>
                <p14:cNvContentPartPr/>
                <p14:nvPr/>
              </p14:nvContentPartPr>
              <p14:xfrm>
                <a:off x="1377574" y="4213466"/>
                <a:ext cx="249120" cy="30996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6F109A85-D2FF-4BE4-8472-56E12537669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368934" y="4204826"/>
                  <a:ext cx="2667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D8D9EFA1-C414-40FE-ABE3-7C11197DE2A9}"/>
                    </a:ext>
                  </a:extLst>
                </p14:cNvPr>
                <p14:cNvContentPartPr/>
                <p14:nvPr/>
              </p14:nvContentPartPr>
              <p14:xfrm>
                <a:off x="1420774" y="4261346"/>
                <a:ext cx="237240" cy="28620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D8D9EFA1-C414-40FE-ABE3-7C11197DE2A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411774" y="4252346"/>
                  <a:ext cx="2548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AE64C510-C24D-4F66-A046-27AFBF34793D}"/>
                    </a:ext>
                  </a:extLst>
                </p14:cNvPr>
                <p14:cNvContentPartPr/>
                <p14:nvPr/>
              </p14:nvContentPartPr>
              <p14:xfrm>
                <a:off x="1762414" y="4323986"/>
                <a:ext cx="471960" cy="22464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AE64C510-C24D-4F66-A046-27AFBF34793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753414" y="4315346"/>
                  <a:ext cx="4896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64FF743D-4206-4E66-B06D-1B198C943609}"/>
                    </a:ext>
                  </a:extLst>
                </p14:cNvPr>
                <p14:cNvContentPartPr/>
                <p14:nvPr/>
              </p14:nvContentPartPr>
              <p14:xfrm>
                <a:off x="2386294" y="4259906"/>
                <a:ext cx="277920" cy="29916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64FF743D-4206-4E66-B06D-1B198C94360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377654" y="4251266"/>
                  <a:ext cx="2955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C0E37253-7B5C-4BC8-9DF3-F305A358E347}"/>
                    </a:ext>
                  </a:extLst>
                </p14:cNvPr>
                <p14:cNvContentPartPr/>
                <p14:nvPr/>
              </p14:nvContentPartPr>
              <p14:xfrm>
                <a:off x="2795974" y="4257026"/>
                <a:ext cx="107640" cy="29808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C0E37253-7B5C-4BC8-9DF3-F305A358E34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787334" y="4248386"/>
                  <a:ext cx="1252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7BBCA591-8724-4814-8458-380587312981}"/>
                    </a:ext>
                  </a:extLst>
                </p14:cNvPr>
                <p14:cNvContentPartPr/>
                <p14:nvPr/>
              </p14:nvContentPartPr>
              <p14:xfrm>
                <a:off x="2916214" y="4383026"/>
                <a:ext cx="308880" cy="38304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7BBCA591-8724-4814-8458-38058731298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907574" y="4374386"/>
                  <a:ext cx="32652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5272C320-DDC9-49C4-ABEB-5012035DDC2F}"/>
                    </a:ext>
                  </a:extLst>
                </p14:cNvPr>
                <p14:cNvContentPartPr/>
                <p14:nvPr/>
              </p14:nvContentPartPr>
              <p14:xfrm>
                <a:off x="3319054" y="4472306"/>
                <a:ext cx="24120" cy="15768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5272C320-DDC9-49C4-ABEB-5012035DDC2F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310054" y="4463666"/>
                  <a:ext cx="417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BAE0ED27-CF92-47A0-AFA1-774212449A4B}"/>
                    </a:ext>
                  </a:extLst>
                </p14:cNvPr>
                <p14:cNvContentPartPr/>
                <p14:nvPr/>
              </p14:nvContentPartPr>
              <p14:xfrm>
                <a:off x="3445054" y="4592186"/>
                <a:ext cx="69480" cy="13104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BAE0ED27-CF92-47A0-AFA1-774212449A4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436414" y="4583546"/>
                  <a:ext cx="8712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upo 146">
            <a:extLst>
              <a:ext uri="{FF2B5EF4-FFF2-40B4-BE49-F238E27FC236}">
                <a16:creationId xmlns:a16="http://schemas.microsoft.com/office/drawing/2014/main" id="{A92EBC1F-4530-41E8-9AD4-134EA37EC083}"/>
              </a:ext>
            </a:extLst>
          </p:cNvPr>
          <p:cNvGrpSpPr/>
          <p:nvPr/>
        </p:nvGrpSpPr>
        <p:grpSpPr>
          <a:xfrm>
            <a:off x="3727654" y="4241186"/>
            <a:ext cx="583560" cy="421200"/>
            <a:chOff x="3727654" y="4241186"/>
            <a:chExt cx="583560" cy="42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E41EC970-444B-41AB-91CF-C74FF825F04C}"/>
                    </a:ext>
                  </a:extLst>
                </p14:cNvPr>
                <p14:cNvContentPartPr/>
                <p14:nvPr/>
              </p14:nvContentPartPr>
              <p14:xfrm>
                <a:off x="3727654" y="4372226"/>
                <a:ext cx="202320" cy="20520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E41EC970-444B-41AB-91CF-C74FF825F04C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719014" y="4363586"/>
                  <a:ext cx="2199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09A27F2E-920E-4566-B45A-03197ED301D8}"/>
                    </a:ext>
                  </a:extLst>
                </p14:cNvPr>
                <p14:cNvContentPartPr/>
                <p14:nvPr/>
              </p14:nvContentPartPr>
              <p14:xfrm>
                <a:off x="3963094" y="4510106"/>
                <a:ext cx="107640" cy="15012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09A27F2E-920E-4566-B45A-03197ED301D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954454" y="4501466"/>
                  <a:ext cx="1252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A4309161-23BF-4ED9-9DFE-44D53E8874CA}"/>
                    </a:ext>
                  </a:extLst>
                </p14:cNvPr>
                <p14:cNvContentPartPr/>
                <p14:nvPr/>
              </p14:nvContentPartPr>
              <p14:xfrm>
                <a:off x="4208614" y="4267826"/>
                <a:ext cx="102600" cy="39456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A4309161-23BF-4ED9-9DFE-44D53E8874CA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199614" y="4258826"/>
                  <a:ext cx="12024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19BAE288-6341-4FA4-BA96-4101D7CBC53C}"/>
                    </a:ext>
                  </a:extLst>
                </p14:cNvPr>
                <p14:cNvContentPartPr/>
                <p14:nvPr/>
              </p14:nvContentPartPr>
              <p14:xfrm>
                <a:off x="4063174" y="4241186"/>
                <a:ext cx="156240" cy="14544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19BAE288-6341-4FA4-BA96-4101D7CBC53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054174" y="4232186"/>
                  <a:ext cx="17388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upo 171">
            <a:extLst>
              <a:ext uri="{FF2B5EF4-FFF2-40B4-BE49-F238E27FC236}">
                <a16:creationId xmlns:a16="http://schemas.microsoft.com/office/drawing/2014/main" id="{EF1553EC-1347-41D2-B712-44D9EA1244BA}"/>
              </a:ext>
            </a:extLst>
          </p:cNvPr>
          <p:cNvGrpSpPr/>
          <p:nvPr/>
        </p:nvGrpSpPr>
        <p:grpSpPr>
          <a:xfrm>
            <a:off x="5330374" y="4255946"/>
            <a:ext cx="291960" cy="410760"/>
            <a:chOff x="5330374" y="4255946"/>
            <a:chExt cx="291960" cy="41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4B3DEB5D-216D-4C75-A489-B2B0387C9B40}"/>
                    </a:ext>
                  </a:extLst>
                </p14:cNvPr>
                <p14:cNvContentPartPr/>
                <p14:nvPr/>
              </p14:nvContentPartPr>
              <p14:xfrm>
                <a:off x="5330374" y="4268906"/>
                <a:ext cx="291960" cy="19116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4B3DEB5D-216D-4C75-A489-B2B0387C9B40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321374" y="4259906"/>
                  <a:ext cx="3096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BCF66A8D-7EE3-4AD7-8F49-038AB971C63F}"/>
                    </a:ext>
                  </a:extLst>
                </p14:cNvPr>
                <p14:cNvContentPartPr/>
                <p14:nvPr/>
              </p14:nvContentPartPr>
              <p14:xfrm>
                <a:off x="5557894" y="4255946"/>
                <a:ext cx="45720" cy="41076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BCF66A8D-7EE3-4AD7-8F49-038AB971C63F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548894" y="4247306"/>
                  <a:ext cx="63360" cy="42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154" name="Entrada de lápiz 153">
                <a:extLst>
                  <a:ext uri="{FF2B5EF4-FFF2-40B4-BE49-F238E27FC236}">
                    <a16:creationId xmlns:a16="http://schemas.microsoft.com/office/drawing/2014/main" id="{A92A156F-B20B-4836-B46B-10A4E31A53E1}"/>
                  </a:ext>
                </a:extLst>
              </p14:cNvPr>
              <p14:cNvContentPartPr/>
              <p14:nvPr/>
            </p14:nvContentPartPr>
            <p14:xfrm>
              <a:off x="5823214" y="4319306"/>
              <a:ext cx="360360" cy="221760"/>
            </p14:xfrm>
          </p:contentPart>
        </mc:Choice>
        <mc:Fallback>
          <p:pic>
            <p:nvPicPr>
              <p:cNvPr id="154" name="Entrada de lápiz 153">
                <a:extLst>
                  <a:ext uri="{FF2B5EF4-FFF2-40B4-BE49-F238E27FC236}">
                    <a16:creationId xmlns:a16="http://schemas.microsoft.com/office/drawing/2014/main" id="{A92A156F-B20B-4836-B46B-10A4E31A53E1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5814574" y="4310306"/>
                <a:ext cx="37800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155" name="Entrada de lápiz 154">
                <a:extLst>
                  <a:ext uri="{FF2B5EF4-FFF2-40B4-BE49-F238E27FC236}">
                    <a16:creationId xmlns:a16="http://schemas.microsoft.com/office/drawing/2014/main" id="{40962B90-81BD-48EA-9871-4D9C317B9495}"/>
                  </a:ext>
                </a:extLst>
              </p14:cNvPr>
              <p14:cNvContentPartPr/>
              <p14:nvPr/>
            </p14:nvContentPartPr>
            <p14:xfrm>
              <a:off x="6383734" y="4246226"/>
              <a:ext cx="261360" cy="249840"/>
            </p14:xfrm>
          </p:contentPart>
        </mc:Choice>
        <mc:Fallback>
          <p:pic>
            <p:nvPicPr>
              <p:cNvPr id="155" name="Entrada de lápiz 154">
                <a:extLst>
                  <a:ext uri="{FF2B5EF4-FFF2-40B4-BE49-F238E27FC236}">
                    <a16:creationId xmlns:a16="http://schemas.microsoft.com/office/drawing/2014/main" id="{40962B90-81BD-48EA-9871-4D9C317B9495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6374734" y="4237586"/>
                <a:ext cx="279000" cy="26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upo 170">
            <a:extLst>
              <a:ext uri="{FF2B5EF4-FFF2-40B4-BE49-F238E27FC236}">
                <a16:creationId xmlns:a16="http://schemas.microsoft.com/office/drawing/2014/main" id="{FB31BC20-522A-403A-92B6-3F349379DCE9}"/>
              </a:ext>
            </a:extLst>
          </p:cNvPr>
          <p:cNvGrpSpPr/>
          <p:nvPr/>
        </p:nvGrpSpPr>
        <p:grpSpPr>
          <a:xfrm>
            <a:off x="6844894" y="4102946"/>
            <a:ext cx="858960" cy="491040"/>
            <a:chOff x="6844894" y="4102946"/>
            <a:chExt cx="858960" cy="49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40964F78-3556-4D7B-A572-F898E03FFC25}"/>
                    </a:ext>
                  </a:extLst>
                </p14:cNvPr>
                <p14:cNvContentPartPr/>
                <p14:nvPr/>
              </p14:nvContentPartPr>
              <p14:xfrm>
                <a:off x="6844894" y="4102946"/>
                <a:ext cx="87120" cy="37224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40964F78-3556-4D7B-A572-F898E03FFC2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836254" y="4093946"/>
                  <a:ext cx="10476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28A1B846-8105-45C7-9817-654E9D3911F8}"/>
                    </a:ext>
                  </a:extLst>
                </p14:cNvPr>
                <p14:cNvContentPartPr/>
                <p14:nvPr/>
              </p14:nvContentPartPr>
              <p14:xfrm>
                <a:off x="7003294" y="4210946"/>
                <a:ext cx="338400" cy="38304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28A1B846-8105-45C7-9817-654E9D3911F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994654" y="4201946"/>
                  <a:ext cx="35604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BDA7F189-1D79-49EC-B827-1885F05744F3}"/>
                    </a:ext>
                  </a:extLst>
                </p14:cNvPr>
                <p14:cNvContentPartPr/>
                <p14:nvPr/>
              </p14:nvContentPartPr>
              <p14:xfrm>
                <a:off x="7482094" y="4315346"/>
                <a:ext cx="135000" cy="16488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BDA7F189-1D79-49EC-B827-1885F05744F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473454" y="4306706"/>
                  <a:ext cx="1526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E8CAF78D-DC4A-49C1-ADF8-9549E2A06950}"/>
                    </a:ext>
                  </a:extLst>
                </p14:cNvPr>
                <p14:cNvContentPartPr/>
                <p14:nvPr/>
              </p14:nvContentPartPr>
              <p14:xfrm>
                <a:off x="7678654" y="4431626"/>
                <a:ext cx="25200" cy="12888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E8CAF78D-DC4A-49C1-ADF8-9549E2A06950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670014" y="4422986"/>
                  <a:ext cx="4284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upo 169">
            <a:extLst>
              <a:ext uri="{FF2B5EF4-FFF2-40B4-BE49-F238E27FC236}">
                <a16:creationId xmlns:a16="http://schemas.microsoft.com/office/drawing/2014/main" id="{368F2CF9-92AB-4C9E-A1B3-C7F45B3B4A45}"/>
              </a:ext>
            </a:extLst>
          </p:cNvPr>
          <p:cNvGrpSpPr/>
          <p:nvPr/>
        </p:nvGrpSpPr>
        <p:grpSpPr>
          <a:xfrm>
            <a:off x="7929934" y="3846626"/>
            <a:ext cx="818640" cy="583920"/>
            <a:chOff x="7929934" y="3846626"/>
            <a:chExt cx="818640" cy="58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77E00315-39F8-43A4-B0CF-62DABE6C6F6F}"/>
                    </a:ext>
                  </a:extLst>
                </p14:cNvPr>
                <p14:cNvContentPartPr/>
                <p14:nvPr/>
              </p14:nvContentPartPr>
              <p14:xfrm>
                <a:off x="7929934" y="4131746"/>
                <a:ext cx="233640" cy="22104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77E00315-39F8-43A4-B0CF-62DABE6C6F6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920934" y="4122746"/>
                  <a:ext cx="2512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6CB2ED81-33CF-4A64-A2C8-DF41F57C8C8F}"/>
                    </a:ext>
                  </a:extLst>
                </p14:cNvPr>
                <p14:cNvContentPartPr/>
                <p14:nvPr/>
              </p14:nvContentPartPr>
              <p14:xfrm>
                <a:off x="8177614" y="4297706"/>
                <a:ext cx="138600" cy="13284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6CB2ED81-33CF-4A64-A2C8-DF41F57C8C8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168974" y="4289066"/>
                  <a:ext cx="1562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0242E94A-B001-4A7B-9B30-34BC846F05F8}"/>
                    </a:ext>
                  </a:extLst>
                </p14:cNvPr>
                <p14:cNvContentPartPr/>
                <p14:nvPr/>
              </p14:nvContentPartPr>
              <p14:xfrm>
                <a:off x="8323054" y="3846626"/>
                <a:ext cx="425520" cy="56268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0242E94A-B001-4A7B-9B30-34BC846F05F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314054" y="3837986"/>
                  <a:ext cx="443160" cy="58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upo 168">
            <a:extLst>
              <a:ext uri="{FF2B5EF4-FFF2-40B4-BE49-F238E27FC236}">
                <a16:creationId xmlns:a16="http://schemas.microsoft.com/office/drawing/2014/main" id="{BBACE29E-9CF4-406F-B732-FB03D47F8688}"/>
              </a:ext>
            </a:extLst>
          </p:cNvPr>
          <p:cNvGrpSpPr/>
          <p:nvPr/>
        </p:nvGrpSpPr>
        <p:grpSpPr>
          <a:xfrm>
            <a:off x="663334" y="5158826"/>
            <a:ext cx="388440" cy="366840"/>
            <a:chOff x="663334" y="5158826"/>
            <a:chExt cx="388440" cy="36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33EDADDC-9654-4E63-A315-EF571056FB5A}"/>
                    </a:ext>
                  </a:extLst>
                </p14:cNvPr>
                <p14:cNvContentPartPr/>
                <p14:nvPr/>
              </p14:nvContentPartPr>
              <p14:xfrm>
                <a:off x="663334" y="5182586"/>
                <a:ext cx="388440" cy="31212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33EDADDC-9654-4E63-A315-EF571056FB5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54334" y="5173586"/>
                  <a:ext cx="40608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F5E3909F-762F-4DED-9798-91D0EF4E1D06}"/>
                    </a:ext>
                  </a:extLst>
                </p14:cNvPr>
                <p14:cNvContentPartPr/>
                <p14:nvPr/>
              </p14:nvContentPartPr>
              <p14:xfrm>
                <a:off x="880054" y="5158826"/>
                <a:ext cx="157680" cy="36684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F5E3909F-762F-4DED-9798-91D0EF4E1D06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71054" y="5150186"/>
                  <a:ext cx="175320" cy="38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upo 167">
            <a:extLst>
              <a:ext uri="{FF2B5EF4-FFF2-40B4-BE49-F238E27FC236}">
                <a16:creationId xmlns:a16="http://schemas.microsoft.com/office/drawing/2014/main" id="{C5C80053-2AED-4B9B-A268-6AAE35F7FEBF}"/>
              </a:ext>
            </a:extLst>
          </p:cNvPr>
          <p:cNvGrpSpPr/>
          <p:nvPr/>
        </p:nvGrpSpPr>
        <p:grpSpPr>
          <a:xfrm>
            <a:off x="1259854" y="5180426"/>
            <a:ext cx="655200" cy="423720"/>
            <a:chOff x="1259854" y="5180426"/>
            <a:chExt cx="655200" cy="42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F33D1094-B13D-4FEF-B5EE-AF5449F15D4C}"/>
                    </a:ext>
                  </a:extLst>
                </p14:cNvPr>
                <p14:cNvContentPartPr/>
                <p14:nvPr/>
              </p14:nvContentPartPr>
              <p14:xfrm>
                <a:off x="1259854" y="5180426"/>
                <a:ext cx="350640" cy="29484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F33D1094-B13D-4FEF-B5EE-AF5449F15D4C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251214" y="5171786"/>
                  <a:ext cx="368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8D189B63-AC16-4CB4-B064-E077746F953A}"/>
                    </a:ext>
                  </a:extLst>
                </p14:cNvPr>
                <p14:cNvContentPartPr/>
                <p14:nvPr/>
              </p14:nvContentPartPr>
              <p14:xfrm>
                <a:off x="1735054" y="5187986"/>
                <a:ext cx="180000" cy="41616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8D189B63-AC16-4CB4-B064-E077746F953A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726054" y="5178986"/>
                  <a:ext cx="197640" cy="43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67" name="Entrada de lápiz 166">
                <a:extLst>
                  <a:ext uri="{FF2B5EF4-FFF2-40B4-BE49-F238E27FC236}">
                    <a16:creationId xmlns:a16="http://schemas.microsoft.com/office/drawing/2014/main" id="{4A54A6F6-53DD-469E-A1A6-D4D0DAD1ED0F}"/>
                  </a:ext>
                </a:extLst>
              </p14:cNvPr>
              <p14:cNvContentPartPr/>
              <p14:nvPr/>
            </p14:nvContentPartPr>
            <p14:xfrm>
              <a:off x="2323294" y="5185826"/>
              <a:ext cx="443880" cy="236160"/>
            </p14:xfrm>
          </p:contentPart>
        </mc:Choice>
        <mc:Fallback>
          <p:pic>
            <p:nvPicPr>
              <p:cNvPr id="167" name="Entrada de lápiz 166">
                <a:extLst>
                  <a:ext uri="{FF2B5EF4-FFF2-40B4-BE49-F238E27FC236}">
                    <a16:creationId xmlns:a16="http://schemas.microsoft.com/office/drawing/2014/main" id="{4A54A6F6-53DD-469E-A1A6-D4D0DAD1ED0F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2314654" y="5177186"/>
                <a:ext cx="461520" cy="25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upo 183">
            <a:extLst>
              <a:ext uri="{FF2B5EF4-FFF2-40B4-BE49-F238E27FC236}">
                <a16:creationId xmlns:a16="http://schemas.microsoft.com/office/drawing/2014/main" id="{48A8C6B1-ED2C-4B64-B7CC-9FD37DC927B4}"/>
              </a:ext>
            </a:extLst>
          </p:cNvPr>
          <p:cNvGrpSpPr/>
          <p:nvPr/>
        </p:nvGrpSpPr>
        <p:grpSpPr>
          <a:xfrm>
            <a:off x="2978134" y="5082866"/>
            <a:ext cx="2477520" cy="574560"/>
            <a:chOff x="2978134" y="5082866"/>
            <a:chExt cx="2477520" cy="57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7EC22D20-8813-4B2A-81D8-3173FDCCEB90}"/>
                    </a:ext>
                  </a:extLst>
                </p14:cNvPr>
                <p14:cNvContentPartPr/>
                <p14:nvPr/>
              </p14:nvContentPartPr>
              <p14:xfrm>
                <a:off x="2978134" y="5131106"/>
                <a:ext cx="310320" cy="31752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7EC22D20-8813-4B2A-81D8-3173FDCCEB9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2969494" y="5122106"/>
                  <a:ext cx="3279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02514DA5-00A5-489B-B194-9F5DB1715E47}"/>
                    </a:ext>
                  </a:extLst>
                </p14:cNvPr>
                <p14:cNvContentPartPr/>
                <p14:nvPr/>
              </p14:nvContentPartPr>
              <p14:xfrm>
                <a:off x="3472414" y="5082866"/>
                <a:ext cx="192240" cy="38052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02514DA5-00A5-489B-B194-9F5DB1715E47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463774" y="5074226"/>
                  <a:ext cx="20988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C14D4906-9B95-4237-989E-578A6ECE8B1E}"/>
                    </a:ext>
                  </a:extLst>
                </p14:cNvPr>
                <p14:cNvContentPartPr/>
                <p14:nvPr/>
              </p14:nvContentPartPr>
              <p14:xfrm>
                <a:off x="3706054" y="5160266"/>
                <a:ext cx="411120" cy="37476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C14D4906-9B95-4237-989E-578A6ECE8B1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697054" y="5151626"/>
                  <a:ext cx="42876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558F3242-C253-4BB7-8F32-8DF4CE19B48F}"/>
                    </a:ext>
                  </a:extLst>
                </p14:cNvPr>
                <p14:cNvContentPartPr/>
                <p14:nvPr/>
              </p14:nvContentPartPr>
              <p14:xfrm>
                <a:off x="4169014" y="5261066"/>
                <a:ext cx="99360" cy="19080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558F3242-C253-4BB7-8F32-8DF4CE19B48F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160374" y="5252426"/>
                  <a:ext cx="1170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2A5B08D5-3BD3-4E9C-B7CB-3C930D27A2C6}"/>
                    </a:ext>
                  </a:extLst>
                </p14:cNvPr>
                <p14:cNvContentPartPr/>
                <p14:nvPr/>
              </p14:nvContentPartPr>
              <p14:xfrm>
                <a:off x="4372774" y="5118146"/>
                <a:ext cx="66960" cy="28116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2A5B08D5-3BD3-4E9C-B7CB-3C930D27A2C6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364134" y="5109506"/>
                  <a:ext cx="846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806EB48C-335F-4AB1-A5B6-70096ECEA9B3}"/>
                    </a:ext>
                  </a:extLst>
                </p14:cNvPr>
                <p14:cNvContentPartPr/>
                <p14:nvPr/>
              </p14:nvContentPartPr>
              <p14:xfrm>
                <a:off x="4314454" y="5268266"/>
                <a:ext cx="209880" cy="6876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806EB48C-335F-4AB1-A5B6-70096ECEA9B3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305454" y="5259626"/>
                  <a:ext cx="2275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62A561DB-B904-4067-8C89-E249614D555E}"/>
                    </a:ext>
                  </a:extLst>
                </p14:cNvPr>
                <p14:cNvContentPartPr/>
                <p14:nvPr/>
              </p14:nvContentPartPr>
              <p14:xfrm>
                <a:off x="4587334" y="5180426"/>
                <a:ext cx="326520" cy="37008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62A561DB-B904-4067-8C89-E249614D555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578334" y="5171786"/>
                  <a:ext cx="34416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A3FAF851-DBBC-46F3-A809-4006FE9FC124}"/>
                    </a:ext>
                  </a:extLst>
                </p14:cNvPr>
                <p14:cNvContentPartPr/>
                <p14:nvPr/>
              </p14:nvContentPartPr>
              <p14:xfrm>
                <a:off x="4976494" y="5307506"/>
                <a:ext cx="72000" cy="19368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A3FAF851-DBBC-46F3-A809-4006FE9FC124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967854" y="5298506"/>
                  <a:ext cx="89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E0155660-28B9-4A46-A168-122623459313}"/>
                    </a:ext>
                  </a:extLst>
                </p14:cNvPr>
                <p14:cNvContentPartPr/>
                <p14:nvPr/>
              </p14:nvContentPartPr>
              <p14:xfrm>
                <a:off x="4990894" y="5332346"/>
                <a:ext cx="218160" cy="20592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E0155660-28B9-4A46-A168-12262345931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981894" y="5323346"/>
                  <a:ext cx="2358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82CB2A96-273C-4E61-A772-DF26252EB365}"/>
                    </a:ext>
                  </a:extLst>
                </p14:cNvPr>
                <p14:cNvContentPartPr/>
                <p14:nvPr/>
              </p14:nvContentPartPr>
              <p14:xfrm>
                <a:off x="5237494" y="5429906"/>
                <a:ext cx="218160" cy="22752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82CB2A96-273C-4E61-A772-DF26252EB36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228494" y="5421266"/>
                  <a:ext cx="23580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upo 193">
            <a:extLst>
              <a:ext uri="{FF2B5EF4-FFF2-40B4-BE49-F238E27FC236}">
                <a16:creationId xmlns:a16="http://schemas.microsoft.com/office/drawing/2014/main" id="{05ECE130-76E2-4811-B12E-43D0CEE5B3B0}"/>
              </a:ext>
            </a:extLst>
          </p:cNvPr>
          <p:cNvGrpSpPr/>
          <p:nvPr/>
        </p:nvGrpSpPr>
        <p:grpSpPr>
          <a:xfrm>
            <a:off x="5685694" y="4960826"/>
            <a:ext cx="1797840" cy="654120"/>
            <a:chOff x="5685694" y="4960826"/>
            <a:chExt cx="1797840" cy="65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89669B98-BF42-4725-9E1E-5A0AB1E9CB73}"/>
                    </a:ext>
                  </a:extLst>
                </p14:cNvPr>
                <p14:cNvContentPartPr/>
                <p14:nvPr/>
              </p14:nvContentPartPr>
              <p14:xfrm>
                <a:off x="5685694" y="5136866"/>
                <a:ext cx="222480" cy="31536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89669B98-BF42-4725-9E1E-5A0AB1E9CB7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5676694" y="5127866"/>
                  <a:ext cx="2401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942A9BD3-63E4-439B-A307-488FA49024D0}"/>
                    </a:ext>
                  </a:extLst>
                </p14:cNvPr>
                <p14:cNvContentPartPr/>
                <p14:nvPr/>
              </p14:nvContentPartPr>
              <p14:xfrm>
                <a:off x="5991334" y="5447186"/>
                <a:ext cx="49320" cy="16776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942A9BD3-63E4-439B-A307-488FA49024D0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982334" y="5438186"/>
                  <a:ext cx="669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D0EA362D-846C-4CE1-AB4B-6E0A07750A53}"/>
                    </a:ext>
                  </a:extLst>
                </p14:cNvPr>
                <p14:cNvContentPartPr/>
                <p14:nvPr/>
              </p14:nvContentPartPr>
              <p14:xfrm>
                <a:off x="6025894" y="5087186"/>
                <a:ext cx="193320" cy="14652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D0EA362D-846C-4CE1-AB4B-6E0A07750A53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016894" y="5078546"/>
                  <a:ext cx="2109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CD42B649-AC49-487C-93D6-D3DB13F32A67}"/>
                    </a:ext>
                  </a:extLst>
                </p14:cNvPr>
                <p14:cNvContentPartPr/>
                <p14:nvPr/>
              </p14:nvContentPartPr>
              <p14:xfrm>
                <a:off x="6372214" y="5222186"/>
                <a:ext cx="27720" cy="30348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CD42B649-AC49-487C-93D6-D3DB13F32A67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363574" y="5213546"/>
                  <a:ext cx="4536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FB290FC8-098B-412D-86EF-1B8511E8586A}"/>
                    </a:ext>
                  </a:extLst>
                </p14:cNvPr>
                <p14:cNvContentPartPr/>
                <p14:nvPr/>
              </p14:nvContentPartPr>
              <p14:xfrm>
                <a:off x="6312814" y="5336666"/>
                <a:ext cx="266040" cy="4428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FB290FC8-098B-412D-86EF-1B8511E8586A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303814" y="5328026"/>
                  <a:ext cx="2836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9C9778B2-6D49-4CAF-9FE6-BAB958E981CE}"/>
                    </a:ext>
                  </a:extLst>
                </p14:cNvPr>
                <p14:cNvContentPartPr/>
                <p14:nvPr/>
              </p14:nvContentPartPr>
              <p14:xfrm>
                <a:off x="6637534" y="5173946"/>
                <a:ext cx="228240" cy="30132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9C9778B2-6D49-4CAF-9FE6-BAB958E981CE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628534" y="5165306"/>
                  <a:ext cx="2458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6804352A-FDC8-43BA-A407-689E41D6672F}"/>
                    </a:ext>
                  </a:extLst>
                </p14:cNvPr>
                <p14:cNvContentPartPr/>
                <p14:nvPr/>
              </p14:nvContentPartPr>
              <p14:xfrm>
                <a:off x="6965494" y="5373386"/>
                <a:ext cx="114840" cy="15048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6804352A-FDC8-43BA-A407-689E41D6672F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6956494" y="5364386"/>
                  <a:ext cx="1324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90F3FF8E-F80F-4064-94B5-D3D3C7D7E76C}"/>
                    </a:ext>
                  </a:extLst>
                </p14:cNvPr>
                <p14:cNvContentPartPr/>
                <p14:nvPr/>
              </p14:nvContentPartPr>
              <p14:xfrm>
                <a:off x="7066654" y="5108786"/>
                <a:ext cx="124200" cy="13428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90F3FF8E-F80F-4064-94B5-D3D3C7D7E76C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057654" y="5099786"/>
                  <a:ext cx="1418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4F1E80AB-62E6-4B70-817B-D0302FE66A25}"/>
                    </a:ext>
                  </a:extLst>
                </p14:cNvPr>
                <p14:cNvContentPartPr/>
                <p14:nvPr/>
              </p14:nvContentPartPr>
              <p14:xfrm>
                <a:off x="7358254" y="4960826"/>
                <a:ext cx="125280" cy="56808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4F1E80AB-62E6-4B70-817B-D0302FE66A25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349614" y="4952186"/>
                  <a:ext cx="142920" cy="585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7972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800C1FD5-C40D-4FC6-A83B-7265AD1820CD}"/>
              </a:ext>
            </a:extLst>
          </p:cNvPr>
          <p:cNvGrpSpPr/>
          <p:nvPr/>
        </p:nvGrpSpPr>
        <p:grpSpPr>
          <a:xfrm>
            <a:off x="476134" y="345626"/>
            <a:ext cx="411120" cy="894960"/>
            <a:chOff x="476134" y="345626"/>
            <a:chExt cx="411120" cy="89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51CAA234-F26F-44C9-9DC4-8CD5CFB4D54E}"/>
                    </a:ext>
                  </a:extLst>
                </p14:cNvPr>
                <p14:cNvContentPartPr/>
                <p14:nvPr/>
              </p14:nvContentPartPr>
              <p14:xfrm>
                <a:off x="476134" y="345626"/>
                <a:ext cx="240840" cy="62460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51CAA234-F26F-44C9-9DC4-8CD5CFB4D54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67494" y="336626"/>
                  <a:ext cx="258480" cy="64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3D57DE55-E484-4544-8F38-01D835A91543}"/>
                    </a:ext>
                  </a:extLst>
                </p14:cNvPr>
                <p14:cNvContentPartPr/>
                <p14:nvPr/>
              </p14:nvContentPartPr>
              <p14:xfrm>
                <a:off x="746494" y="417626"/>
                <a:ext cx="140760" cy="82296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3D57DE55-E484-4544-8F38-01D835A9154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7854" y="408986"/>
                  <a:ext cx="158400" cy="84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EA952435-42F5-4F5B-B9DD-A08D655034B2}"/>
              </a:ext>
            </a:extLst>
          </p:cNvPr>
          <p:cNvGrpSpPr/>
          <p:nvPr/>
        </p:nvGrpSpPr>
        <p:grpSpPr>
          <a:xfrm>
            <a:off x="1205134" y="563426"/>
            <a:ext cx="1999800" cy="540360"/>
            <a:chOff x="1205134" y="563426"/>
            <a:chExt cx="1999800" cy="54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19D56A58-FED0-4F24-8E2F-138B9E33B9EF}"/>
                    </a:ext>
                  </a:extLst>
                </p14:cNvPr>
                <p14:cNvContentPartPr/>
                <p14:nvPr/>
              </p14:nvContentPartPr>
              <p14:xfrm>
                <a:off x="1205134" y="648026"/>
                <a:ext cx="333720" cy="37836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19D56A58-FED0-4F24-8E2F-138B9E33B9E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96134" y="639386"/>
                  <a:ext cx="35136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066EDBFC-20CD-4E4F-9BEA-FE385ADDA9DC}"/>
                    </a:ext>
                  </a:extLst>
                </p14:cNvPr>
                <p14:cNvContentPartPr/>
                <p14:nvPr/>
              </p14:nvContentPartPr>
              <p14:xfrm>
                <a:off x="1394494" y="659906"/>
                <a:ext cx="140760" cy="34200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066EDBFC-20CD-4E4F-9BEA-FE385ADDA9D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85494" y="650906"/>
                  <a:ext cx="15840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D896FD6F-477A-4CB5-A2FD-01549BF571CC}"/>
                    </a:ext>
                  </a:extLst>
                </p14:cNvPr>
                <p14:cNvContentPartPr/>
                <p14:nvPr/>
              </p14:nvContentPartPr>
              <p14:xfrm>
                <a:off x="1611214" y="876626"/>
                <a:ext cx="165960" cy="22716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D896FD6F-477A-4CB5-A2FD-01549BF571C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02214" y="867626"/>
                  <a:ext cx="1836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BE6EFA77-7C2C-42A1-A648-D93B01E5EECC}"/>
                    </a:ext>
                  </a:extLst>
                </p14:cNvPr>
                <p14:cNvContentPartPr/>
                <p14:nvPr/>
              </p14:nvContentPartPr>
              <p14:xfrm>
                <a:off x="1571974" y="999386"/>
                <a:ext cx="283680" cy="3132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BE6EFA77-7C2C-42A1-A648-D93B01E5EEC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62974" y="990746"/>
                  <a:ext cx="3013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7D465044-A251-44F3-B6A0-DE21AB2EDC34}"/>
                    </a:ext>
                  </a:extLst>
                </p14:cNvPr>
                <p14:cNvContentPartPr/>
                <p14:nvPr/>
              </p14:nvContentPartPr>
              <p14:xfrm>
                <a:off x="1976614" y="665306"/>
                <a:ext cx="511560" cy="19944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7D465044-A251-44F3-B6A0-DE21AB2EDC3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67974" y="656306"/>
                  <a:ext cx="5292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CA8CD2B5-E3E6-45DD-8967-8B596AF971CE}"/>
                    </a:ext>
                  </a:extLst>
                </p14:cNvPr>
                <p14:cNvContentPartPr/>
                <p14:nvPr/>
              </p14:nvContentPartPr>
              <p14:xfrm>
                <a:off x="2678254" y="614906"/>
                <a:ext cx="309240" cy="31212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CA8CD2B5-E3E6-45DD-8967-8B596AF971C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69254" y="605906"/>
                  <a:ext cx="32688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D80C0471-C0CB-43A9-BC95-2D7A63B5C92B}"/>
                    </a:ext>
                  </a:extLst>
                </p14:cNvPr>
                <p14:cNvContentPartPr/>
                <p14:nvPr/>
              </p14:nvContentPartPr>
              <p14:xfrm>
                <a:off x="3123574" y="563426"/>
                <a:ext cx="81360" cy="41904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D80C0471-C0CB-43A9-BC95-2D7A63B5C92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14574" y="554786"/>
                  <a:ext cx="99000" cy="43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EA5E19FC-372E-4C47-AD85-99A6C4C5A33F}"/>
              </a:ext>
            </a:extLst>
          </p:cNvPr>
          <p:cNvGrpSpPr/>
          <p:nvPr/>
        </p:nvGrpSpPr>
        <p:grpSpPr>
          <a:xfrm>
            <a:off x="3229414" y="506546"/>
            <a:ext cx="1656720" cy="532800"/>
            <a:chOff x="3229414" y="506546"/>
            <a:chExt cx="1656720" cy="53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50B2796E-CBA8-4083-8705-EAA6FB362CF3}"/>
                    </a:ext>
                  </a:extLst>
                </p14:cNvPr>
                <p14:cNvContentPartPr/>
                <p14:nvPr/>
              </p14:nvContentPartPr>
              <p14:xfrm>
                <a:off x="3229414" y="642266"/>
                <a:ext cx="202680" cy="2757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50B2796E-CBA8-4083-8705-EAA6FB362CF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20774" y="633266"/>
                  <a:ext cx="2203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DC8F1739-786B-4AD7-BE0C-D6C6B1743A7A}"/>
                    </a:ext>
                  </a:extLst>
                </p14:cNvPr>
                <p14:cNvContentPartPr/>
                <p14:nvPr/>
              </p14:nvContentPartPr>
              <p14:xfrm>
                <a:off x="3461614" y="627506"/>
                <a:ext cx="201600" cy="28260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DC8F1739-786B-4AD7-BE0C-D6C6B1743A7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52974" y="618506"/>
                  <a:ext cx="2192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0437D11E-D7B9-428C-9464-EF7582707D48}"/>
                    </a:ext>
                  </a:extLst>
                </p14:cNvPr>
                <p14:cNvContentPartPr/>
                <p14:nvPr/>
              </p14:nvContentPartPr>
              <p14:xfrm>
                <a:off x="3731254" y="686546"/>
                <a:ext cx="162720" cy="19620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0437D11E-D7B9-428C-9464-EF7582707D4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22614" y="677906"/>
                  <a:ext cx="1803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1DCC0491-C9A9-438D-A748-077F1B1A4D60}"/>
                    </a:ext>
                  </a:extLst>
                </p14:cNvPr>
                <p14:cNvContentPartPr/>
                <p14:nvPr/>
              </p14:nvContentPartPr>
              <p14:xfrm>
                <a:off x="3984694" y="928826"/>
                <a:ext cx="31320" cy="11052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1DCC0491-C9A9-438D-A748-077F1B1A4D6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75694" y="919826"/>
                  <a:ext cx="489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E4B2AD85-9CF6-4AA4-B9E6-4269025AC813}"/>
                    </a:ext>
                  </a:extLst>
                </p14:cNvPr>
                <p14:cNvContentPartPr/>
                <p14:nvPr/>
              </p14:nvContentPartPr>
              <p14:xfrm>
                <a:off x="4139494" y="645506"/>
                <a:ext cx="198000" cy="26064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E4B2AD85-9CF6-4AA4-B9E6-4269025AC81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30494" y="636506"/>
                  <a:ext cx="2156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62260AAC-C57B-4FFD-B46C-8D231D4365EC}"/>
                    </a:ext>
                  </a:extLst>
                </p14:cNvPr>
                <p14:cNvContentPartPr/>
                <p14:nvPr/>
              </p14:nvContentPartPr>
              <p14:xfrm>
                <a:off x="4359454" y="618146"/>
                <a:ext cx="174600" cy="25308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62260AAC-C57B-4FFD-B46C-8D231D4365E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50454" y="609146"/>
                  <a:ext cx="1922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53CEB913-C924-47B8-AEDE-4FCE21EE4266}"/>
                    </a:ext>
                  </a:extLst>
                </p14:cNvPr>
                <p14:cNvContentPartPr/>
                <p14:nvPr/>
              </p14:nvContentPartPr>
              <p14:xfrm>
                <a:off x="4466734" y="506546"/>
                <a:ext cx="419400" cy="44172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53CEB913-C924-47B8-AEDE-4FCE21EE426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58094" y="497906"/>
                  <a:ext cx="437040" cy="45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68245077-0D48-4033-B4E1-C901C7649FA3}"/>
              </a:ext>
            </a:extLst>
          </p:cNvPr>
          <p:cNvGrpSpPr/>
          <p:nvPr/>
        </p:nvGrpSpPr>
        <p:grpSpPr>
          <a:xfrm>
            <a:off x="6166294" y="432746"/>
            <a:ext cx="3501360" cy="582120"/>
            <a:chOff x="6166294" y="432746"/>
            <a:chExt cx="3501360" cy="58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C6381046-1537-4B12-86F3-BA51706A26CE}"/>
                    </a:ext>
                  </a:extLst>
                </p14:cNvPr>
                <p14:cNvContentPartPr/>
                <p14:nvPr/>
              </p14:nvContentPartPr>
              <p14:xfrm>
                <a:off x="6166294" y="469106"/>
                <a:ext cx="250560" cy="38808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C6381046-1537-4B12-86F3-BA51706A26C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57294" y="460466"/>
                  <a:ext cx="268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9794AEF3-294B-4AA7-B2C7-899F380DA945}"/>
                    </a:ext>
                  </a:extLst>
                </p14:cNvPr>
                <p14:cNvContentPartPr/>
                <p14:nvPr/>
              </p14:nvContentPartPr>
              <p14:xfrm>
                <a:off x="6294814" y="480986"/>
                <a:ext cx="89640" cy="41904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9794AEF3-294B-4AA7-B2C7-899F380DA94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86174" y="471986"/>
                  <a:ext cx="10728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31409F81-D582-4DC1-93A3-94EDDC3A1A74}"/>
                    </a:ext>
                  </a:extLst>
                </p14:cNvPr>
                <p14:cNvContentPartPr/>
                <p14:nvPr/>
              </p14:nvContentPartPr>
              <p14:xfrm>
                <a:off x="6554014" y="760706"/>
                <a:ext cx="180720" cy="25416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31409F81-D582-4DC1-93A3-94EDDC3A1A7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45374" y="751706"/>
                  <a:ext cx="1983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C0AB3219-9993-482E-AD13-240E95FE24B4}"/>
                    </a:ext>
                  </a:extLst>
                </p14:cNvPr>
                <p14:cNvContentPartPr/>
                <p14:nvPr/>
              </p14:nvContentPartPr>
              <p14:xfrm>
                <a:off x="6909334" y="489626"/>
                <a:ext cx="412560" cy="18432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C0AB3219-9993-482E-AD13-240E95FE24B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00694" y="480626"/>
                  <a:ext cx="4302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77539DF3-84C7-4960-840C-A34F49171D5F}"/>
                    </a:ext>
                  </a:extLst>
                </p14:cNvPr>
                <p14:cNvContentPartPr/>
                <p14:nvPr/>
              </p14:nvContentPartPr>
              <p14:xfrm>
                <a:off x="7482094" y="551546"/>
                <a:ext cx="280440" cy="26496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77539DF3-84C7-4960-840C-A34F49171D5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73094" y="542906"/>
                  <a:ext cx="2980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78401161-10EB-4E83-A40B-8D91B6729A2C}"/>
                    </a:ext>
                  </a:extLst>
                </p14:cNvPr>
                <p14:cNvContentPartPr/>
                <p14:nvPr/>
              </p14:nvContentPartPr>
              <p14:xfrm>
                <a:off x="7850014" y="501506"/>
                <a:ext cx="135000" cy="31320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78401161-10EB-4E83-A40B-8D91B6729A2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841374" y="492506"/>
                  <a:ext cx="1526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74F94A59-55A2-4DAF-96CA-C8768EC299F5}"/>
                    </a:ext>
                  </a:extLst>
                </p14:cNvPr>
                <p14:cNvContentPartPr/>
                <p14:nvPr/>
              </p14:nvContentPartPr>
              <p14:xfrm>
                <a:off x="8075374" y="535706"/>
                <a:ext cx="164520" cy="26892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74F94A59-55A2-4DAF-96CA-C8768EC299F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66374" y="527066"/>
                  <a:ext cx="1821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98AE5CC3-BFE9-4B30-98AF-207F8E0F8702}"/>
                    </a:ext>
                  </a:extLst>
                </p14:cNvPr>
                <p14:cNvContentPartPr/>
                <p14:nvPr/>
              </p14:nvContentPartPr>
              <p14:xfrm>
                <a:off x="8273014" y="593306"/>
                <a:ext cx="147600" cy="16740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98AE5CC3-BFE9-4B30-98AF-207F8E0F870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264374" y="584666"/>
                  <a:ext cx="1652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EA022F52-06B8-4ED1-AA7B-5893C8955D09}"/>
                    </a:ext>
                  </a:extLst>
                </p14:cNvPr>
                <p14:cNvContentPartPr/>
                <p14:nvPr/>
              </p14:nvContentPartPr>
              <p14:xfrm>
                <a:off x="8487934" y="573866"/>
                <a:ext cx="124560" cy="18792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EA022F52-06B8-4ED1-AA7B-5893C8955D0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79294" y="565226"/>
                  <a:ext cx="1422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E524EB45-7C55-472D-A47B-0D8D7CB27D25}"/>
                    </a:ext>
                  </a:extLst>
                </p14:cNvPr>
                <p14:cNvContentPartPr/>
                <p14:nvPr/>
              </p14:nvContentPartPr>
              <p14:xfrm>
                <a:off x="8719414" y="537866"/>
                <a:ext cx="304200" cy="35712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E524EB45-7C55-472D-A47B-0D8D7CB27D2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10774" y="528866"/>
                  <a:ext cx="3218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20B9C58E-6811-4A8F-B5D2-6A7440CB03C5}"/>
                    </a:ext>
                  </a:extLst>
                </p14:cNvPr>
                <p14:cNvContentPartPr/>
                <p14:nvPr/>
              </p14:nvContentPartPr>
              <p14:xfrm>
                <a:off x="9176254" y="568826"/>
                <a:ext cx="180720" cy="21132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20B9C58E-6811-4A8F-B5D2-6A7440CB03C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167254" y="559826"/>
                  <a:ext cx="1983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64CD9DBF-01C7-44E4-820A-4A2931E039A0}"/>
                    </a:ext>
                  </a:extLst>
                </p14:cNvPr>
                <p14:cNvContentPartPr/>
                <p14:nvPr/>
              </p14:nvContentPartPr>
              <p14:xfrm>
                <a:off x="9349414" y="435986"/>
                <a:ext cx="135000" cy="13896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64CD9DBF-01C7-44E4-820A-4A2931E039A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340774" y="426986"/>
                  <a:ext cx="1526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560A52A2-773C-42B0-A48B-EC51D6CBA953}"/>
                    </a:ext>
                  </a:extLst>
                </p14:cNvPr>
                <p14:cNvContentPartPr/>
                <p14:nvPr/>
              </p14:nvContentPartPr>
              <p14:xfrm>
                <a:off x="9492334" y="432746"/>
                <a:ext cx="175320" cy="50508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560A52A2-773C-42B0-A48B-EC51D6CBA95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483694" y="424106"/>
                  <a:ext cx="192960" cy="52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A0BC1D5A-058F-4151-8F1F-40D4C52A1ADE}"/>
              </a:ext>
            </a:extLst>
          </p:cNvPr>
          <p:cNvGrpSpPr/>
          <p:nvPr/>
        </p:nvGrpSpPr>
        <p:grpSpPr>
          <a:xfrm>
            <a:off x="513214" y="2038706"/>
            <a:ext cx="3006360" cy="657720"/>
            <a:chOff x="513214" y="2038706"/>
            <a:chExt cx="3006360" cy="65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D14A8AD3-1621-4C82-8AC0-508CDEA7B37C}"/>
                    </a:ext>
                  </a:extLst>
                </p14:cNvPr>
                <p14:cNvContentPartPr/>
                <p14:nvPr/>
              </p14:nvContentPartPr>
              <p14:xfrm>
                <a:off x="787174" y="2058866"/>
                <a:ext cx="39960" cy="53856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D14A8AD3-1621-4C82-8AC0-508CDEA7B37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8174" y="2050226"/>
                  <a:ext cx="5760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6C54E7AE-80D5-4C0A-8CC1-01C4B1CAEC53}"/>
                    </a:ext>
                  </a:extLst>
                </p14:cNvPr>
                <p14:cNvContentPartPr/>
                <p14:nvPr/>
              </p14:nvContentPartPr>
              <p14:xfrm>
                <a:off x="513214" y="2038706"/>
                <a:ext cx="412920" cy="16308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6C54E7AE-80D5-4C0A-8CC1-01C4B1CAEC5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04214" y="2029706"/>
                  <a:ext cx="4305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2E1C15A8-E26D-4B72-A4C3-A8DE31521AA1}"/>
                    </a:ext>
                  </a:extLst>
                </p14:cNvPr>
                <p14:cNvContentPartPr/>
                <p14:nvPr/>
              </p14:nvContentPartPr>
              <p14:xfrm>
                <a:off x="1170574" y="2319146"/>
                <a:ext cx="180360" cy="3456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2E1C15A8-E26D-4B72-A4C3-A8DE31521AA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61574" y="2310506"/>
                  <a:ext cx="1980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91419100-64B7-4DF6-9A22-43EDB6D04C74}"/>
                    </a:ext>
                  </a:extLst>
                </p14:cNvPr>
                <p14:cNvContentPartPr/>
                <p14:nvPr/>
              </p14:nvContentPartPr>
              <p14:xfrm>
                <a:off x="1236094" y="2416706"/>
                <a:ext cx="142200" cy="2268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91419100-64B7-4DF6-9A22-43EDB6D04C7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227094" y="2407706"/>
                  <a:ext cx="159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2BFFE120-BA48-4C60-8822-6539AEAAF120}"/>
                    </a:ext>
                  </a:extLst>
                </p14:cNvPr>
                <p14:cNvContentPartPr/>
                <p14:nvPr/>
              </p14:nvContentPartPr>
              <p14:xfrm>
                <a:off x="1601494" y="2140946"/>
                <a:ext cx="423000" cy="40212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2BFFE120-BA48-4C60-8822-6539AEAAF12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592854" y="2131946"/>
                  <a:ext cx="44064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A430A690-FE91-4EC3-9D17-BD712A6211F3}"/>
                    </a:ext>
                  </a:extLst>
                </p14:cNvPr>
                <p14:cNvContentPartPr/>
                <p14:nvPr/>
              </p14:nvContentPartPr>
              <p14:xfrm>
                <a:off x="1842334" y="2144546"/>
                <a:ext cx="155160" cy="34308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A430A690-FE91-4EC3-9D17-BD712A6211F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833334" y="2135906"/>
                  <a:ext cx="17280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5E1783CD-DECE-473C-BC69-8120BFD403C8}"/>
                    </a:ext>
                  </a:extLst>
                </p14:cNvPr>
                <p14:cNvContentPartPr/>
                <p14:nvPr/>
              </p14:nvContentPartPr>
              <p14:xfrm>
                <a:off x="2232934" y="2459546"/>
                <a:ext cx="126000" cy="22536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5E1783CD-DECE-473C-BC69-8120BFD403C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223934" y="2450546"/>
                  <a:ext cx="1436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D9C47F99-1FD3-4C70-9006-232A2AD549F0}"/>
                    </a:ext>
                  </a:extLst>
                </p14:cNvPr>
                <p14:cNvContentPartPr/>
                <p14:nvPr/>
              </p14:nvContentPartPr>
              <p14:xfrm>
                <a:off x="2245894" y="2514266"/>
                <a:ext cx="267120" cy="11916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D9C47F99-1FD3-4C70-9006-232A2AD549F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237254" y="2505266"/>
                  <a:ext cx="2847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B4591C8F-D305-42D7-A00F-01788F173B12}"/>
                    </a:ext>
                  </a:extLst>
                </p14:cNvPr>
                <p14:cNvContentPartPr/>
                <p14:nvPr/>
              </p14:nvContentPartPr>
              <p14:xfrm>
                <a:off x="2565214" y="2207906"/>
                <a:ext cx="321840" cy="39564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B4591C8F-D305-42D7-A00F-01788F173B1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556214" y="2198906"/>
                  <a:ext cx="33948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29510304-553A-4861-A7B2-0114E83D4A90}"/>
                    </a:ext>
                  </a:extLst>
                </p14:cNvPr>
                <p14:cNvContentPartPr/>
                <p14:nvPr/>
              </p14:nvContentPartPr>
              <p14:xfrm>
                <a:off x="2968774" y="2301866"/>
                <a:ext cx="300600" cy="30168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29510304-553A-4861-A7B2-0114E83D4A9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959774" y="2292866"/>
                  <a:ext cx="3182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2F735ED3-D168-4FE9-8819-773D72164D7C}"/>
                    </a:ext>
                  </a:extLst>
                </p14:cNvPr>
                <p14:cNvContentPartPr/>
                <p14:nvPr/>
              </p14:nvContentPartPr>
              <p14:xfrm>
                <a:off x="3103414" y="2267666"/>
                <a:ext cx="204120" cy="42876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2F735ED3-D168-4FE9-8819-773D72164D7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094414" y="2259026"/>
                  <a:ext cx="22176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7A761084-1345-4973-B02B-26E5156EFDBB}"/>
                    </a:ext>
                  </a:extLst>
                </p14:cNvPr>
                <p14:cNvContentPartPr/>
                <p14:nvPr/>
              </p14:nvContentPartPr>
              <p14:xfrm>
                <a:off x="3296374" y="2393666"/>
                <a:ext cx="223200" cy="30060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7A761084-1345-4973-B02B-26E5156EFDB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287374" y="2385026"/>
                  <a:ext cx="240840" cy="31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6" name="Entrada de lápiz 55">
                <a:extLst>
                  <a:ext uri="{FF2B5EF4-FFF2-40B4-BE49-F238E27FC236}">
                    <a16:creationId xmlns:a16="http://schemas.microsoft.com/office/drawing/2014/main" id="{1F788C28-21EA-4F31-9878-C3A3C9332997}"/>
                  </a:ext>
                </a:extLst>
              </p14:cNvPr>
              <p14:cNvContentPartPr/>
              <p14:nvPr/>
            </p14:nvContentPartPr>
            <p14:xfrm>
              <a:off x="3812974" y="2280986"/>
              <a:ext cx="609480" cy="272880"/>
            </p14:xfrm>
          </p:contentPart>
        </mc:Choice>
        <mc:Fallback>
          <p:pic>
            <p:nvPicPr>
              <p:cNvPr id="56" name="Entrada de lápiz 55">
                <a:extLst>
                  <a:ext uri="{FF2B5EF4-FFF2-40B4-BE49-F238E27FC236}">
                    <a16:creationId xmlns:a16="http://schemas.microsoft.com/office/drawing/2014/main" id="{1F788C28-21EA-4F31-9878-C3A3C933299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804334" y="2271986"/>
                <a:ext cx="627120" cy="29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upo 65">
            <a:extLst>
              <a:ext uri="{FF2B5EF4-FFF2-40B4-BE49-F238E27FC236}">
                <a16:creationId xmlns:a16="http://schemas.microsoft.com/office/drawing/2014/main" id="{00D7501C-F276-4190-AB44-38BC94F427A5}"/>
              </a:ext>
            </a:extLst>
          </p:cNvPr>
          <p:cNvGrpSpPr/>
          <p:nvPr/>
        </p:nvGrpSpPr>
        <p:grpSpPr>
          <a:xfrm>
            <a:off x="4663294" y="2024666"/>
            <a:ext cx="1910520" cy="557280"/>
            <a:chOff x="4663294" y="2024666"/>
            <a:chExt cx="1910520" cy="55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07C7EADB-E560-4E31-A708-935B56FB77C5}"/>
                    </a:ext>
                  </a:extLst>
                </p14:cNvPr>
                <p14:cNvContentPartPr/>
                <p14:nvPr/>
              </p14:nvContentPartPr>
              <p14:xfrm>
                <a:off x="4663294" y="2143466"/>
                <a:ext cx="373320" cy="39564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07C7EADB-E560-4E31-A708-935B56FB77C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654654" y="2134826"/>
                  <a:ext cx="39096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9C2DB097-E887-4F6B-8EAE-7399688CBF9D}"/>
                    </a:ext>
                  </a:extLst>
                </p14:cNvPr>
                <p14:cNvContentPartPr/>
                <p14:nvPr/>
              </p14:nvContentPartPr>
              <p14:xfrm>
                <a:off x="5141014" y="2024666"/>
                <a:ext cx="158760" cy="55728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9C2DB097-E887-4F6B-8EAE-7399688CBF9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132014" y="2015666"/>
                  <a:ext cx="17640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8E237C2C-80D2-4F49-9449-5B3F4939FE95}"/>
                    </a:ext>
                  </a:extLst>
                </p14:cNvPr>
                <p14:cNvContentPartPr/>
                <p14:nvPr/>
              </p14:nvContentPartPr>
              <p14:xfrm>
                <a:off x="5395894" y="2217986"/>
                <a:ext cx="256320" cy="23796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8E237C2C-80D2-4F49-9449-5B3F4939FE9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386894" y="2209346"/>
                  <a:ext cx="2739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85B2AB41-EE72-4611-9A71-64ED93DE04E1}"/>
                    </a:ext>
                  </a:extLst>
                </p14:cNvPr>
                <p14:cNvContentPartPr/>
                <p14:nvPr/>
              </p14:nvContentPartPr>
              <p14:xfrm>
                <a:off x="5664814" y="2170466"/>
                <a:ext cx="167760" cy="33912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85B2AB41-EE72-4611-9A71-64ED93DE04E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655814" y="2161466"/>
                  <a:ext cx="18540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49840407-A8A1-4031-8BCD-16C8F346324C}"/>
                    </a:ext>
                  </a:extLst>
                </p14:cNvPr>
                <p14:cNvContentPartPr/>
                <p14:nvPr/>
              </p14:nvContentPartPr>
              <p14:xfrm>
                <a:off x="5943454" y="2193866"/>
                <a:ext cx="6480" cy="2196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49840407-A8A1-4031-8BCD-16C8F346324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34814" y="2184866"/>
                  <a:ext cx="24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BFB64261-09EE-47D1-A805-EFC6C3DF8C2F}"/>
                    </a:ext>
                  </a:extLst>
                </p14:cNvPr>
                <p14:cNvContentPartPr/>
                <p14:nvPr/>
              </p14:nvContentPartPr>
              <p14:xfrm>
                <a:off x="5943454" y="2193866"/>
                <a:ext cx="205560" cy="25884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BFB64261-09EE-47D1-A805-EFC6C3DF8C2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34814" y="2184866"/>
                  <a:ext cx="2232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2D9AF224-67BB-4A9E-9A54-1674EE1C7B32}"/>
                    </a:ext>
                  </a:extLst>
                </p14:cNvPr>
                <p14:cNvContentPartPr/>
                <p14:nvPr/>
              </p14:nvContentPartPr>
              <p14:xfrm>
                <a:off x="6362854" y="2156426"/>
                <a:ext cx="77760" cy="34416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2D9AF224-67BB-4A9E-9A54-1674EE1C7B3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353854" y="2147426"/>
                  <a:ext cx="9540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CEA514BB-5541-4053-AD68-27482157C153}"/>
                    </a:ext>
                  </a:extLst>
                </p14:cNvPr>
                <p14:cNvContentPartPr/>
                <p14:nvPr/>
              </p14:nvContentPartPr>
              <p14:xfrm>
                <a:off x="6272134" y="2297906"/>
                <a:ext cx="301680" cy="4428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CEA514BB-5541-4053-AD68-27482157C15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63494" y="2288906"/>
                  <a:ext cx="31932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upo 74">
            <a:extLst>
              <a:ext uri="{FF2B5EF4-FFF2-40B4-BE49-F238E27FC236}">
                <a16:creationId xmlns:a16="http://schemas.microsoft.com/office/drawing/2014/main" id="{70669C00-324B-4DCA-93FA-32B4742EC355}"/>
              </a:ext>
            </a:extLst>
          </p:cNvPr>
          <p:cNvGrpSpPr/>
          <p:nvPr/>
        </p:nvGrpSpPr>
        <p:grpSpPr>
          <a:xfrm>
            <a:off x="6804574" y="2148146"/>
            <a:ext cx="1015200" cy="717840"/>
            <a:chOff x="6804574" y="2148146"/>
            <a:chExt cx="1015200" cy="71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5CD639F9-3F3F-455F-8872-FF8FE6FF252A}"/>
                    </a:ext>
                  </a:extLst>
                </p14:cNvPr>
                <p14:cNvContentPartPr/>
                <p14:nvPr/>
              </p14:nvContentPartPr>
              <p14:xfrm>
                <a:off x="6804574" y="2148146"/>
                <a:ext cx="177840" cy="34056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5CD639F9-3F3F-455F-8872-FF8FE6FF252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795934" y="2139506"/>
                  <a:ext cx="19548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A3C89440-8570-4FE1-BB3E-1D91F9AB1146}"/>
                    </a:ext>
                  </a:extLst>
                </p14:cNvPr>
                <p14:cNvContentPartPr/>
                <p14:nvPr/>
              </p14:nvContentPartPr>
              <p14:xfrm>
                <a:off x="7048294" y="2172266"/>
                <a:ext cx="227160" cy="26388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A3C89440-8570-4FE1-BB3E-1D91F9AB114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039654" y="2163626"/>
                  <a:ext cx="2448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0F793353-53B0-4C27-91F4-AD9B480EE2CF}"/>
                    </a:ext>
                  </a:extLst>
                </p14:cNvPr>
                <p14:cNvContentPartPr/>
                <p14:nvPr/>
              </p14:nvContentPartPr>
              <p14:xfrm>
                <a:off x="7358254" y="2172986"/>
                <a:ext cx="279000" cy="25056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0F793353-53B0-4C27-91F4-AD9B480EE2C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49614" y="2164346"/>
                  <a:ext cx="2966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0FFFAFF4-7F0D-4A76-B424-99B8A4150BB9}"/>
                    </a:ext>
                  </a:extLst>
                </p14:cNvPr>
                <p14:cNvContentPartPr/>
                <p14:nvPr/>
              </p14:nvContentPartPr>
              <p14:xfrm>
                <a:off x="7627534" y="2516426"/>
                <a:ext cx="192240" cy="34956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0FFFAFF4-7F0D-4A76-B424-99B8A4150BB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618534" y="2507426"/>
                  <a:ext cx="209880" cy="36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upo 82">
            <a:extLst>
              <a:ext uri="{FF2B5EF4-FFF2-40B4-BE49-F238E27FC236}">
                <a16:creationId xmlns:a16="http://schemas.microsoft.com/office/drawing/2014/main" id="{0A07217E-64AE-428B-98F1-CDB3D62A8437}"/>
              </a:ext>
            </a:extLst>
          </p:cNvPr>
          <p:cNvGrpSpPr/>
          <p:nvPr/>
        </p:nvGrpSpPr>
        <p:grpSpPr>
          <a:xfrm>
            <a:off x="8132254" y="1698866"/>
            <a:ext cx="2025000" cy="738360"/>
            <a:chOff x="8132254" y="1698866"/>
            <a:chExt cx="2025000" cy="73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612E276B-B467-4354-9EAC-4839DBFB0358}"/>
                    </a:ext>
                  </a:extLst>
                </p14:cNvPr>
                <p14:cNvContentPartPr/>
                <p14:nvPr/>
              </p14:nvContentPartPr>
              <p14:xfrm>
                <a:off x="8132254" y="2101346"/>
                <a:ext cx="290880" cy="33588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612E276B-B467-4354-9EAC-4839DBFB035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123614" y="2092346"/>
                  <a:ext cx="30852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81254C44-930D-49EA-ABD9-9D4469C78249}"/>
                    </a:ext>
                  </a:extLst>
                </p14:cNvPr>
                <p14:cNvContentPartPr/>
                <p14:nvPr/>
              </p14:nvContentPartPr>
              <p14:xfrm>
                <a:off x="8433574" y="2160746"/>
                <a:ext cx="191160" cy="25992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81254C44-930D-49EA-ABD9-9D4469C7824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424934" y="2151746"/>
                  <a:ext cx="2088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F103E0C5-4299-454E-8122-08BBA603F1AB}"/>
                    </a:ext>
                  </a:extLst>
                </p14:cNvPr>
                <p14:cNvContentPartPr/>
                <p14:nvPr/>
              </p14:nvContentPartPr>
              <p14:xfrm>
                <a:off x="8632654" y="1964186"/>
                <a:ext cx="213480" cy="16488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F103E0C5-4299-454E-8122-08BBA603F1A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623654" y="1955546"/>
                  <a:ext cx="2311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E40B4F8F-0710-412F-8D36-AF6E180E0068}"/>
                    </a:ext>
                  </a:extLst>
                </p14:cNvPr>
                <p14:cNvContentPartPr/>
                <p14:nvPr/>
              </p14:nvContentPartPr>
              <p14:xfrm>
                <a:off x="9095974" y="2142386"/>
                <a:ext cx="360" cy="36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E40B4F8F-0710-412F-8D36-AF6E180E006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086974" y="21337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5F8ED651-2C33-4999-8C85-97248E8F356B}"/>
                    </a:ext>
                  </a:extLst>
                </p14:cNvPr>
                <p14:cNvContentPartPr/>
                <p14:nvPr/>
              </p14:nvContentPartPr>
              <p14:xfrm>
                <a:off x="9092734" y="2040506"/>
                <a:ext cx="43920" cy="39528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5F8ED651-2C33-4999-8C85-97248E8F356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083734" y="2031866"/>
                  <a:ext cx="615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D9A8BC27-12C7-4DA1-86A9-241A1B67E0AF}"/>
                    </a:ext>
                  </a:extLst>
                </p14:cNvPr>
                <p14:cNvContentPartPr/>
                <p14:nvPr/>
              </p14:nvContentPartPr>
              <p14:xfrm>
                <a:off x="9008854" y="2194946"/>
                <a:ext cx="256320" cy="3348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D9A8BC27-12C7-4DA1-86A9-241A1B67E0A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00214" y="2185946"/>
                  <a:ext cx="2739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5A47FD33-3330-4E54-9C17-F0BD5B516E7B}"/>
                    </a:ext>
                  </a:extLst>
                </p14:cNvPr>
                <p14:cNvContentPartPr/>
                <p14:nvPr/>
              </p14:nvContentPartPr>
              <p14:xfrm>
                <a:off x="9373174" y="2052746"/>
                <a:ext cx="140760" cy="27360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5A47FD33-3330-4E54-9C17-F0BD5B516E7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364534" y="2043746"/>
                  <a:ext cx="1584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4CB1B197-E2E5-4746-AE6C-70551FE0744C}"/>
                    </a:ext>
                  </a:extLst>
                </p14:cNvPr>
                <p14:cNvContentPartPr/>
                <p14:nvPr/>
              </p14:nvContentPartPr>
              <p14:xfrm>
                <a:off x="9600334" y="2011706"/>
                <a:ext cx="171000" cy="27720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4CB1B197-E2E5-4746-AE6C-70551FE0744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591694" y="2003066"/>
                  <a:ext cx="188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10C440A2-158D-4E4A-ADC4-3402A158F245}"/>
                    </a:ext>
                  </a:extLst>
                </p14:cNvPr>
                <p14:cNvContentPartPr/>
                <p14:nvPr/>
              </p14:nvContentPartPr>
              <p14:xfrm>
                <a:off x="9754414" y="1865906"/>
                <a:ext cx="193320" cy="16812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10C440A2-158D-4E4A-ADC4-3402A158F24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745414" y="1856906"/>
                  <a:ext cx="2109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A1F6E750-BC8A-4D97-B98E-425CCA786778}"/>
                    </a:ext>
                  </a:extLst>
                </p14:cNvPr>
                <p14:cNvContentPartPr/>
                <p14:nvPr/>
              </p14:nvContentPartPr>
              <p14:xfrm>
                <a:off x="10010374" y="1698866"/>
                <a:ext cx="146880" cy="66888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A1F6E750-BC8A-4D97-B98E-425CCA78677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001734" y="1690226"/>
                  <a:ext cx="164520" cy="68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upo 92">
            <a:extLst>
              <a:ext uri="{FF2B5EF4-FFF2-40B4-BE49-F238E27FC236}">
                <a16:creationId xmlns:a16="http://schemas.microsoft.com/office/drawing/2014/main" id="{B0B41D02-907D-4926-96CC-EDA2BB91DABA}"/>
              </a:ext>
            </a:extLst>
          </p:cNvPr>
          <p:cNvGrpSpPr/>
          <p:nvPr/>
        </p:nvGrpSpPr>
        <p:grpSpPr>
          <a:xfrm>
            <a:off x="4391854" y="2816306"/>
            <a:ext cx="2219040" cy="588240"/>
            <a:chOff x="4391854" y="2816306"/>
            <a:chExt cx="2219040" cy="58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359A8988-EE6E-4027-AFD9-A0E2FCECD02E}"/>
                    </a:ext>
                  </a:extLst>
                </p14:cNvPr>
                <p14:cNvContentPartPr/>
                <p14:nvPr/>
              </p14:nvContentPartPr>
              <p14:xfrm>
                <a:off x="4391854" y="3076586"/>
                <a:ext cx="228960" cy="2304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359A8988-EE6E-4027-AFD9-A0E2FCECD02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382854" y="3067586"/>
                  <a:ext cx="2466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FF9D14B5-4C58-43C8-82C2-C5D7365DA487}"/>
                    </a:ext>
                  </a:extLst>
                </p14:cNvPr>
                <p14:cNvContentPartPr/>
                <p14:nvPr/>
              </p14:nvContentPartPr>
              <p14:xfrm>
                <a:off x="4446574" y="3207266"/>
                <a:ext cx="220680" cy="360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FF9D14B5-4C58-43C8-82C2-C5D7365DA48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437934" y="3198266"/>
                  <a:ext cx="2383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E695891E-2CA0-465E-901A-EA9B6860C005}"/>
                    </a:ext>
                  </a:extLst>
                </p14:cNvPr>
                <p14:cNvContentPartPr/>
                <p14:nvPr/>
              </p14:nvContentPartPr>
              <p14:xfrm>
                <a:off x="4869214" y="2915666"/>
                <a:ext cx="357120" cy="38628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E695891E-2CA0-465E-901A-EA9B6860C00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860574" y="2906666"/>
                  <a:ext cx="37476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997DB841-130E-48E0-A392-F288F643A4B1}"/>
                    </a:ext>
                  </a:extLst>
                </p14:cNvPr>
                <p14:cNvContentPartPr/>
                <p14:nvPr/>
              </p14:nvContentPartPr>
              <p14:xfrm>
                <a:off x="5394454" y="2851586"/>
                <a:ext cx="175320" cy="46404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997DB841-130E-48E0-A392-F288F643A4B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385814" y="2842946"/>
                  <a:ext cx="19296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521A932A-CEB2-4A2C-AE99-A79AA8C30100}"/>
                    </a:ext>
                  </a:extLst>
                </p14:cNvPr>
                <p14:cNvContentPartPr/>
                <p14:nvPr/>
              </p14:nvContentPartPr>
              <p14:xfrm>
                <a:off x="5660134" y="2876426"/>
                <a:ext cx="244080" cy="26496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521A932A-CEB2-4A2C-AE99-A79AA8C3010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651494" y="2867786"/>
                  <a:ext cx="2617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3A863D36-6302-433F-AEBD-86CF0C334E23}"/>
                    </a:ext>
                  </a:extLst>
                </p14:cNvPr>
                <p14:cNvContentPartPr/>
                <p14:nvPr/>
              </p14:nvContentPartPr>
              <p14:xfrm>
                <a:off x="6015814" y="2816306"/>
                <a:ext cx="193680" cy="33732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3A863D36-6302-433F-AEBD-86CF0C334E2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007174" y="2807666"/>
                  <a:ext cx="21132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CA76288D-398B-4FD8-AC1E-6C47913F60CA}"/>
                    </a:ext>
                  </a:extLst>
                </p14:cNvPr>
                <p14:cNvContentPartPr/>
                <p14:nvPr/>
              </p14:nvContentPartPr>
              <p14:xfrm>
                <a:off x="6267454" y="2849426"/>
                <a:ext cx="180360" cy="20484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CA76288D-398B-4FD8-AC1E-6C47913F60C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258814" y="2840786"/>
                  <a:ext cx="1980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33808089-52F3-4DC2-9095-288C3C800C78}"/>
                    </a:ext>
                  </a:extLst>
                </p14:cNvPr>
                <p14:cNvContentPartPr/>
                <p14:nvPr/>
              </p14:nvContentPartPr>
              <p14:xfrm>
                <a:off x="6502174" y="3097826"/>
                <a:ext cx="108720" cy="30672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33808089-52F3-4DC2-9095-288C3C800C7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493174" y="3089186"/>
                  <a:ext cx="126360" cy="32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FEDE4F77-9A3C-4DA0-BC69-CA1181234046}"/>
              </a:ext>
            </a:extLst>
          </p:cNvPr>
          <p:cNvGrpSpPr/>
          <p:nvPr/>
        </p:nvGrpSpPr>
        <p:grpSpPr>
          <a:xfrm>
            <a:off x="6821494" y="2738186"/>
            <a:ext cx="630000" cy="638640"/>
            <a:chOff x="6821494" y="2738186"/>
            <a:chExt cx="630000" cy="63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00796887-7592-426B-97EE-4EB37B912CC9}"/>
                    </a:ext>
                  </a:extLst>
                </p14:cNvPr>
                <p14:cNvContentPartPr/>
                <p14:nvPr/>
              </p14:nvContentPartPr>
              <p14:xfrm>
                <a:off x="6821494" y="2915666"/>
                <a:ext cx="178560" cy="26352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00796887-7592-426B-97EE-4EB37B912CC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812494" y="2907026"/>
                  <a:ext cx="1962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C27C02EE-8AD4-4F6F-B4C8-865841912137}"/>
                    </a:ext>
                  </a:extLst>
                </p14:cNvPr>
                <p14:cNvContentPartPr/>
                <p14:nvPr/>
              </p14:nvContentPartPr>
              <p14:xfrm>
                <a:off x="7052254" y="2952386"/>
                <a:ext cx="148680" cy="20160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C27C02EE-8AD4-4F6F-B4C8-86584191213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043614" y="2943386"/>
                  <a:ext cx="1663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EE24B1DF-B6F8-4D1D-BA73-539C595C066F}"/>
                    </a:ext>
                  </a:extLst>
                </p14:cNvPr>
                <p14:cNvContentPartPr/>
                <p14:nvPr/>
              </p14:nvContentPartPr>
              <p14:xfrm>
                <a:off x="7210654" y="2967866"/>
                <a:ext cx="180720" cy="16740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EE24B1DF-B6F8-4D1D-BA73-539C595C066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201654" y="2959226"/>
                  <a:ext cx="1983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5BCA5E58-2B21-4A1A-B745-00F14FDACA87}"/>
                    </a:ext>
                  </a:extLst>
                </p14:cNvPr>
                <p14:cNvContentPartPr/>
                <p14:nvPr/>
              </p14:nvContentPartPr>
              <p14:xfrm>
                <a:off x="7295254" y="2738186"/>
                <a:ext cx="156240" cy="63864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5BCA5E58-2B21-4A1A-B745-00F14FDACA8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286254" y="2729186"/>
                  <a:ext cx="173880" cy="65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9" name="Entrada de lápiz 98">
                <a:extLst>
                  <a:ext uri="{FF2B5EF4-FFF2-40B4-BE49-F238E27FC236}">
                    <a16:creationId xmlns:a16="http://schemas.microsoft.com/office/drawing/2014/main" id="{F14D612A-E094-4C64-BF67-B02AC0B71303}"/>
                  </a:ext>
                </a:extLst>
              </p14:cNvPr>
              <p14:cNvContentPartPr/>
              <p14:nvPr/>
            </p14:nvContentPartPr>
            <p14:xfrm>
              <a:off x="839374" y="4287986"/>
              <a:ext cx="69120" cy="511560"/>
            </p14:xfrm>
          </p:contentPart>
        </mc:Choice>
        <mc:Fallback>
          <p:pic>
            <p:nvPicPr>
              <p:cNvPr id="99" name="Entrada de lápiz 98">
                <a:extLst>
                  <a:ext uri="{FF2B5EF4-FFF2-40B4-BE49-F238E27FC236}">
                    <a16:creationId xmlns:a16="http://schemas.microsoft.com/office/drawing/2014/main" id="{F14D612A-E094-4C64-BF67-B02AC0B71303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830734" y="4279346"/>
                <a:ext cx="86760" cy="52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0" name="Entrada de lápiz 99">
                <a:extLst>
                  <a:ext uri="{FF2B5EF4-FFF2-40B4-BE49-F238E27FC236}">
                    <a16:creationId xmlns:a16="http://schemas.microsoft.com/office/drawing/2014/main" id="{A89C8D43-8C7C-4D52-B751-04740AF38378}"/>
                  </a:ext>
                </a:extLst>
              </p14:cNvPr>
              <p14:cNvContentPartPr/>
              <p14:nvPr/>
            </p14:nvContentPartPr>
            <p14:xfrm>
              <a:off x="773854" y="4190786"/>
              <a:ext cx="303840" cy="372960"/>
            </p14:xfrm>
          </p:contentPart>
        </mc:Choice>
        <mc:Fallback>
          <p:pic>
            <p:nvPicPr>
              <p:cNvPr id="100" name="Entrada de lápiz 99">
                <a:extLst>
                  <a:ext uri="{FF2B5EF4-FFF2-40B4-BE49-F238E27FC236}">
                    <a16:creationId xmlns:a16="http://schemas.microsoft.com/office/drawing/2014/main" id="{A89C8D43-8C7C-4D52-B751-04740AF3837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65214" y="4182146"/>
                <a:ext cx="32148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1" name="Entrada de lápiz 100">
                <a:extLst>
                  <a:ext uri="{FF2B5EF4-FFF2-40B4-BE49-F238E27FC236}">
                    <a16:creationId xmlns:a16="http://schemas.microsoft.com/office/drawing/2014/main" id="{5DC8A351-53B1-49B6-90F5-7118BADAC880}"/>
                  </a:ext>
                </a:extLst>
              </p14:cNvPr>
              <p14:cNvContentPartPr/>
              <p14:nvPr/>
            </p14:nvContentPartPr>
            <p14:xfrm>
              <a:off x="1178854" y="4159466"/>
              <a:ext cx="182520" cy="517680"/>
            </p14:xfrm>
          </p:contentPart>
        </mc:Choice>
        <mc:Fallback>
          <p:pic>
            <p:nvPicPr>
              <p:cNvPr id="101" name="Entrada de lápiz 100">
                <a:extLst>
                  <a:ext uri="{FF2B5EF4-FFF2-40B4-BE49-F238E27FC236}">
                    <a16:creationId xmlns:a16="http://schemas.microsoft.com/office/drawing/2014/main" id="{5DC8A351-53B1-49B6-90F5-7118BADAC880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170214" y="4150826"/>
                <a:ext cx="200160" cy="53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3" name="Entrada de lápiz 102">
                <a:extLst>
                  <a:ext uri="{FF2B5EF4-FFF2-40B4-BE49-F238E27FC236}">
                    <a16:creationId xmlns:a16="http://schemas.microsoft.com/office/drawing/2014/main" id="{DF3CD600-416A-44ED-8AAB-0ED16E2F6D85}"/>
                  </a:ext>
                </a:extLst>
              </p14:cNvPr>
              <p14:cNvContentPartPr/>
              <p14:nvPr/>
            </p14:nvContentPartPr>
            <p14:xfrm>
              <a:off x="1641094" y="4205546"/>
              <a:ext cx="69480" cy="401400"/>
            </p14:xfrm>
          </p:contentPart>
        </mc:Choice>
        <mc:Fallback>
          <p:pic>
            <p:nvPicPr>
              <p:cNvPr id="103" name="Entrada de lápiz 102">
                <a:extLst>
                  <a:ext uri="{FF2B5EF4-FFF2-40B4-BE49-F238E27FC236}">
                    <a16:creationId xmlns:a16="http://schemas.microsoft.com/office/drawing/2014/main" id="{DF3CD600-416A-44ED-8AAB-0ED16E2F6D85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632094" y="4196906"/>
                <a:ext cx="8712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4" name="Entrada de lápiz 103">
                <a:extLst>
                  <a:ext uri="{FF2B5EF4-FFF2-40B4-BE49-F238E27FC236}">
                    <a16:creationId xmlns:a16="http://schemas.microsoft.com/office/drawing/2014/main" id="{3357954E-7C62-4872-8A7F-8EEA8444754C}"/>
                  </a:ext>
                </a:extLst>
              </p14:cNvPr>
              <p14:cNvContentPartPr/>
              <p14:nvPr/>
            </p14:nvContentPartPr>
            <p14:xfrm>
              <a:off x="1409974" y="4133906"/>
              <a:ext cx="532800" cy="129960"/>
            </p14:xfrm>
          </p:contentPart>
        </mc:Choice>
        <mc:Fallback>
          <p:pic>
            <p:nvPicPr>
              <p:cNvPr id="104" name="Entrada de lápiz 103">
                <a:extLst>
                  <a:ext uri="{FF2B5EF4-FFF2-40B4-BE49-F238E27FC236}">
                    <a16:creationId xmlns:a16="http://schemas.microsoft.com/office/drawing/2014/main" id="{3357954E-7C62-4872-8A7F-8EEA8444754C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400974" y="4124906"/>
                <a:ext cx="55044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5F0A45A8-0916-4B0D-BFD9-40F29656C8B2}"/>
                  </a:ext>
                </a:extLst>
              </p14:cNvPr>
              <p14:cNvContentPartPr/>
              <p14:nvPr/>
            </p14:nvContentPartPr>
            <p14:xfrm>
              <a:off x="2026654" y="4248386"/>
              <a:ext cx="244800" cy="208080"/>
            </p14:xfrm>
          </p:contentPart>
        </mc:Choice>
        <mc:Fallback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5F0A45A8-0916-4B0D-BFD9-40F29656C8B2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018014" y="4239746"/>
                <a:ext cx="26244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06" name="Entrada de lápiz 105">
                <a:extLst>
                  <a:ext uri="{FF2B5EF4-FFF2-40B4-BE49-F238E27FC236}">
                    <a16:creationId xmlns:a16="http://schemas.microsoft.com/office/drawing/2014/main" id="{84C3A3AA-7296-419E-BE34-7FF1B9FF33AF}"/>
                  </a:ext>
                </a:extLst>
              </p14:cNvPr>
              <p14:cNvContentPartPr/>
              <p14:nvPr/>
            </p14:nvContentPartPr>
            <p14:xfrm>
              <a:off x="2031694" y="4489586"/>
              <a:ext cx="335160" cy="56160"/>
            </p14:xfrm>
          </p:contentPart>
        </mc:Choice>
        <mc:Fallback>
          <p:pic>
            <p:nvPicPr>
              <p:cNvPr id="106" name="Entrada de lápiz 105">
                <a:extLst>
                  <a:ext uri="{FF2B5EF4-FFF2-40B4-BE49-F238E27FC236}">
                    <a16:creationId xmlns:a16="http://schemas.microsoft.com/office/drawing/2014/main" id="{84C3A3AA-7296-419E-BE34-7FF1B9FF33AF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022694" y="4480586"/>
                <a:ext cx="352800" cy="7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upo 124">
            <a:extLst>
              <a:ext uri="{FF2B5EF4-FFF2-40B4-BE49-F238E27FC236}">
                <a16:creationId xmlns:a16="http://schemas.microsoft.com/office/drawing/2014/main" id="{8A999139-A28C-477F-BBA5-84C4DCE9B4C7}"/>
              </a:ext>
            </a:extLst>
          </p:cNvPr>
          <p:cNvGrpSpPr/>
          <p:nvPr/>
        </p:nvGrpSpPr>
        <p:grpSpPr>
          <a:xfrm>
            <a:off x="2523094" y="3981626"/>
            <a:ext cx="1528560" cy="663480"/>
            <a:chOff x="2523094" y="3981626"/>
            <a:chExt cx="1528560" cy="66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722EBED6-2536-4386-8B81-CBC1A98BC905}"/>
                    </a:ext>
                  </a:extLst>
                </p14:cNvPr>
                <p14:cNvContentPartPr/>
                <p14:nvPr/>
              </p14:nvContentPartPr>
              <p14:xfrm>
                <a:off x="2523094" y="4115546"/>
                <a:ext cx="191880" cy="33372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722EBED6-2536-4386-8B81-CBC1A98BC90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514094" y="4106546"/>
                  <a:ext cx="2095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AC2E22FE-D2B5-474E-97D9-477CDCAAC577}"/>
                    </a:ext>
                  </a:extLst>
                </p14:cNvPr>
                <p14:cNvContentPartPr/>
                <p14:nvPr/>
              </p14:nvContentPartPr>
              <p14:xfrm>
                <a:off x="2797414" y="4174586"/>
                <a:ext cx="333720" cy="28332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AC2E22FE-D2B5-474E-97D9-477CDCAAC57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788414" y="4165586"/>
                  <a:ext cx="3513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37995E4C-68E3-4AB1-BA65-2882F75AF5F0}"/>
                    </a:ext>
                  </a:extLst>
                </p14:cNvPr>
                <p14:cNvContentPartPr/>
                <p14:nvPr/>
              </p14:nvContentPartPr>
              <p14:xfrm>
                <a:off x="3101614" y="4164506"/>
                <a:ext cx="209520" cy="29052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37995E4C-68E3-4AB1-BA65-2882F75AF5F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092974" y="4155866"/>
                  <a:ext cx="2271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C1BA86DB-8274-4EE7-AA0A-00874C23099A}"/>
                    </a:ext>
                  </a:extLst>
                </p14:cNvPr>
                <p14:cNvContentPartPr/>
                <p14:nvPr/>
              </p14:nvContentPartPr>
              <p14:xfrm>
                <a:off x="3380974" y="3981626"/>
                <a:ext cx="146880" cy="66348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C1BA86DB-8274-4EE7-AA0A-00874C23099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371974" y="3972986"/>
                  <a:ext cx="164520" cy="68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E8912257-DADC-46B0-AEAD-AA50BE47EDDB}"/>
                    </a:ext>
                  </a:extLst>
                </p14:cNvPr>
                <p14:cNvContentPartPr/>
                <p14:nvPr/>
              </p14:nvContentPartPr>
              <p14:xfrm>
                <a:off x="3758254" y="4247306"/>
                <a:ext cx="213480" cy="1440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E8912257-DADC-46B0-AEAD-AA50BE47EDD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749614" y="4238666"/>
                  <a:ext cx="231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A5286F06-84E4-4C21-887F-38994AAEE53E}"/>
                    </a:ext>
                  </a:extLst>
                </p14:cNvPr>
                <p14:cNvContentPartPr/>
                <p14:nvPr/>
              </p14:nvContentPartPr>
              <p14:xfrm>
                <a:off x="3810814" y="4366466"/>
                <a:ext cx="240840" cy="1980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A5286F06-84E4-4C21-887F-38994AAEE53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801814" y="4357466"/>
                  <a:ext cx="25848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upo 123">
            <a:extLst>
              <a:ext uri="{FF2B5EF4-FFF2-40B4-BE49-F238E27FC236}">
                <a16:creationId xmlns:a16="http://schemas.microsoft.com/office/drawing/2014/main" id="{9AC776CB-F8A8-4309-AE84-F5CE49735394}"/>
              </a:ext>
            </a:extLst>
          </p:cNvPr>
          <p:cNvGrpSpPr/>
          <p:nvPr/>
        </p:nvGrpSpPr>
        <p:grpSpPr>
          <a:xfrm>
            <a:off x="4415614" y="3938786"/>
            <a:ext cx="1578240" cy="835200"/>
            <a:chOff x="4415614" y="3938786"/>
            <a:chExt cx="1578240" cy="83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C4458B21-D799-4BAF-87B7-0A5D22F78889}"/>
                    </a:ext>
                  </a:extLst>
                </p14:cNvPr>
                <p14:cNvContentPartPr/>
                <p14:nvPr/>
              </p14:nvContentPartPr>
              <p14:xfrm>
                <a:off x="4452694" y="4126346"/>
                <a:ext cx="93240" cy="64764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C4458B21-D799-4BAF-87B7-0A5D22F7888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443694" y="4117706"/>
                  <a:ext cx="110880" cy="66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75DE1537-149F-43A8-B218-653753B9E13D}"/>
                    </a:ext>
                  </a:extLst>
                </p14:cNvPr>
                <p14:cNvContentPartPr/>
                <p14:nvPr/>
              </p14:nvContentPartPr>
              <p14:xfrm>
                <a:off x="4415614" y="4114106"/>
                <a:ext cx="356760" cy="35244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75DE1537-149F-43A8-B218-653753B9E13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406974" y="4105466"/>
                  <a:ext cx="37440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F94317A2-E68B-4617-85C3-72934719DAE0}"/>
                    </a:ext>
                  </a:extLst>
                </p14:cNvPr>
                <p14:cNvContentPartPr/>
                <p14:nvPr/>
              </p14:nvContentPartPr>
              <p14:xfrm>
                <a:off x="4959934" y="3938786"/>
                <a:ext cx="192240" cy="59184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F94317A2-E68B-4617-85C3-72934719DAE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950934" y="3930146"/>
                  <a:ext cx="20988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D3DC7ACE-055F-45EB-873F-C136B712F54C}"/>
                    </a:ext>
                  </a:extLst>
                </p14:cNvPr>
                <p14:cNvContentPartPr/>
                <p14:nvPr/>
              </p14:nvContentPartPr>
              <p14:xfrm>
                <a:off x="5246854" y="4021226"/>
                <a:ext cx="236160" cy="40932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D3DC7ACE-055F-45EB-873F-C136B712F54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238214" y="4012226"/>
                  <a:ext cx="25380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E7D92EF7-AEE1-4883-A78F-5B78AF2DA572}"/>
                    </a:ext>
                  </a:extLst>
                </p14:cNvPr>
                <p14:cNvContentPartPr/>
                <p14:nvPr/>
              </p14:nvContentPartPr>
              <p14:xfrm>
                <a:off x="5252974" y="4220666"/>
                <a:ext cx="298080" cy="4104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E7D92EF7-AEE1-4883-A78F-5B78AF2DA57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243974" y="4211666"/>
                  <a:ext cx="3157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531F1A00-6577-4A32-8EBF-97D7A2CF2BC5}"/>
                    </a:ext>
                  </a:extLst>
                </p14:cNvPr>
                <p14:cNvContentPartPr/>
                <p14:nvPr/>
              </p14:nvContentPartPr>
              <p14:xfrm>
                <a:off x="5707654" y="4060826"/>
                <a:ext cx="200520" cy="23292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531F1A00-6577-4A32-8EBF-97D7A2CF2BC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699014" y="4052186"/>
                  <a:ext cx="2181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4C8CB1D5-8725-494F-97FE-731237ACB6AE}"/>
                    </a:ext>
                  </a:extLst>
                </p14:cNvPr>
                <p14:cNvContentPartPr/>
                <p14:nvPr/>
              </p14:nvContentPartPr>
              <p14:xfrm>
                <a:off x="5660134" y="4361066"/>
                <a:ext cx="333720" cy="4212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4C8CB1D5-8725-494F-97FE-731237ACB6A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651134" y="4352066"/>
                  <a:ext cx="35136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78498DFE-6768-42AE-B58C-EE8C4914CFB0}"/>
              </a:ext>
            </a:extLst>
          </p:cNvPr>
          <p:cNvGrpSpPr/>
          <p:nvPr/>
        </p:nvGrpSpPr>
        <p:grpSpPr>
          <a:xfrm>
            <a:off x="6432694" y="3624866"/>
            <a:ext cx="2278800" cy="1165680"/>
            <a:chOff x="6432694" y="3624866"/>
            <a:chExt cx="2278800" cy="116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1809B52A-F687-41EA-9C90-6A0AF650D8B1}"/>
                    </a:ext>
                  </a:extLst>
                </p14:cNvPr>
                <p14:cNvContentPartPr/>
                <p14:nvPr/>
              </p14:nvContentPartPr>
              <p14:xfrm>
                <a:off x="6448534" y="3892346"/>
                <a:ext cx="173520" cy="31140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1809B52A-F687-41EA-9C90-6A0AF650D8B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439534" y="3883346"/>
                  <a:ext cx="1911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5ACC9B06-1C71-43A9-BD3C-FEB7C93375D4}"/>
                    </a:ext>
                  </a:extLst>
                </p14:cNvPr>
                <p14:cNvContentPartPr/>
                <p14:nvPr/>
              </p14:nvContentPartPr>
              <p14:xfrm>
                <a:off x="6718894" y="4020146"/>
                <a:ext cx="360" cy="36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5ACC9B06-1C71-43A9-BD3C-FEB7C93375D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709894" y="401150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1976AEC5-D5BE-4F62-82D9-466F065AA3D5}"/>
                    </a:ext>
                  </a:extLst>
                </p14:cNvPr>
                <p14:cNvContentPartPr/>
                <p14:nvPr/>
              </p14:nvContentPartPr>
              <p14:xfrm>
                <a:off x="6740494" y="3903506"/>
                <a:ext cx="248760" cy="27288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1976AEC5-D5BE-4F62-82D9-466F065AA3D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731854" y="3894866"/>
                  <a:ext cx="2664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FA8549DC-D36C-4286-9D61-6CBAA34FE2BD}"/>
                    </a:ext>
                  </a:extLst>
                </p14:cNvPr>
                <p14:cNvContentPartPr/>
                <p14:nvPr/>
              </p14:nvContentPartPr>
              <p14:xfrm>
                <a:off x="7000774" y="3907466"/>
                <a:ext cx="185400" cy="26964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FA8549DC-D36C-4286-9D61-6CBAA34FE2B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992134" y="3898826"/>
                  <a:ext cx="2030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84E0AA24-8F15-44EC-85B7-36CE09AF3CA5}"/>
                    </a:ext>
                  </a:extLst>
                </p14:cNvPr>
                <p14:cNvContentPartPr/>
                <p14:nvPr/>
              </p14:nvContentPartPr>
              <p14:xfrm>
                <a:off x="7259614" y="3972266"/>
                <a:ext cx="157680" cy="1440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84E0AA24-8F15-44EC-85B7-36CE09AF3CA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250614" y="3963266"/>
                  <a:ext cx="1753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FC125055-8D66-4152-BAD1-6BA2B2CA4FEA}"/>
                    </a:ext>
                  </a:extLst>
                </p14:cNvPr>
                <p14:cNvContentPartPr/>
                <p14:nvPr/>
              </p14:nvContentPartPr>
              <p14:xfrm>
                <a:off x="7527454" y="3854186"/>
                <a:ext cx="126720" cy="24840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FC125055-8D66-4152-BAD1-6BA2B2CA4FE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518454" y="3845546"/>
                  <a:ext cx="1443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67A0F3AD-4C14-4BE6-A9F6-F134CB84C1BC}"/>
                    </a:ext>
                  </a:extLst>
                </p14:cNvPr>
                <p14:cNvContentPartPr/>
                <p14:nvPr/>
              </p14:nvContentPartPr>
              <p14:xfrm>
                <a:off x="7540414" y="3838346"/>
                <a:ext cx="236160" cy="2088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67A0F3AD-4C14-4BE6-A9F6-F134CB84C1B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531774" y="3829346"/>
                  <a:ext cx="253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2128FDF8-85B7-4A0F-92B2-60D9FCD66A64}"/>
                    </a:ext>
                  </a:extLst>
                </p14:cNvPr>
                <p14:cNvContentPartPr/>
                <p14:nvPr/>
              </p14:nvContentPartPr>
              <p14:xfrm>
                <a:off x="7818694" y="3790826"/>
                <a:ext cx="154440" cy="28728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2128FDF8-85B7-4A0F-92B2-60D9FCD66A6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810054" y="3781826"/>
                  <a:ext cx="1720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ACF5CE0E-9D90-4810-B095-3832D16E4F4A}"/>
                    </a:ext>
                  </a:extLst>
                </p14:cNvPr>
                <p14:cNvContentPartPr/>
                <p14:nvPr/>
              </p14:nvContentPartPr>
              <p14:xfrm>
                <a:off x="8045134" y="3755186"/>
                <a:ext cx="280440" cy="28980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ACF5CE0E-9D90-4810-B095-3832D16E4F4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036134" y="3746546"/>
                  <a:ext cx="2980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637585F5-8B7E-4244-9773-0D673BD7D986}"/>
                    </a:ext>
                  </a:extLst>
                </p14:cNvPr>
                <p14:cNvContentPartPr/>
                <p14:nvPr/>
              </p14:nvContentPartPr>
              <p14:xfrm>
                <a:off x="6432694" y="4130666"/>
                <a:ext cx="1944720" cy="18936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637585F5-8B7E-4244-9773-0D673BD7D98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423694" y="4121666"/>
                  <a:ext cx="19623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3512E84D-35CA-4A4F-92DC-EFC8E60FC647}"/>
                    </a:ext>
                  </a:extLst>
                </p14:cNvPr>
                <p14:cNvContentPartPr/>
                <p14:nvPr/>
              </p14:nvContentPartPr>
              <p14:xfrm>
                <a:off x="6908254" y="4263506"/>
                <a:ext cx="1302840" cy="52704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3512E84D-35CA-4A4F-92DC-EFC8E60FC64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899254" y="4254866"/>
                  <a:ext cx="132048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9C7D2E63-81A3-45B8-B708-A6368EB4471B}"/>
                    </a:ext>
                  </a:extLst>
                </p14:cNvPr>
                <p14:cNvContentPartPr/>
                <p14:nvPr/>
              </p14:nvContentPartPr>
              <p14:xfrm>
                <a:off x="7335574" y="4480946"/>
                <a:ext cx="202320" cy="24660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9C7D2E63-81A3-45B8-B708-A6368EB4471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326934" y="4472306"/>
                  <a:ext cx="2199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4A05E57D-2E31-407E-A7E0-5915E201763F}"/>
                    </a:ext>
                  </a:extLst>
                </p14:cNvPr>
                <p14:cNvContentPartPr/>
                <p14:nvPr/>
              </p14:nvContentPartPr>
              <p14:xfrm>
                <a:off x="7400014" y="4486346"/>
                <a:ext cx="360" cy="36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4A05E57D-2E31-407E-A7E0-5915E201763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391014" y="44773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67109761-01AA-4652-9F64-9BAC91D38A1E}"/>
                    </a:ext>
                  </a:extLst>
                </p14:cNvPr>
                <p14:cNvContentPartPr/>
                <p14:nvPr/>
              </p14:nvContentPartPr>
              <p14:xfrm>
                <a:off x="7367254" y="4350986"/>
                <a:ext cx="700920" cy="30492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67109761-01AA-4652-9F64-9BAC91D38A1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358614" y="4342346"/>
                  <a:ext cx="7185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A90B7A16-6CF5-42C0-87B5-0F38BD4DAD95}"/>
                    </a:ext>
                  </a:extLst>
                </p14:cNvPr>
                <p14:cNvContentPartPr/>
                <p14:nvPr/>
              </p14:nvContentPartPr>
              <p14:xfrm>
                <a:off x="8431414" y="3624866"/>
                <a:ext cx="280080" cy="102456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A90B7A16-6CF5-42C0-87B5-0F38BD4DAD9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422414" y="3615866"/>
                  <a:ext cx="297720" cy="10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upo 159">
            <a:extLst>
              <a:ext uri="{FF2B5EF4-FFF2-40B4-BE49-F238E27FC236}">
                <a16:creationId xmlns:a16="http://schemas.microsoft.com/office/drawing/2014/main" id="{3C17F87C-C22D-4D47-8AE6-5A033ED6544E}"/>
              </a:ext>
            </a:extLst>
          </p:cNvPr>
          <p:cNvGrpSpPr/>
          <p:nvPr/>
        </p:nvGrpSpPr>
        <p:grpSpPr>
          <a:xfrm>
            <a:off x="3023494" y="5212466"/>
            <a:ext cx="3970800" cy="671040"/>
            <a:chOff x="3023494" y="5212466"/>
            <a:chExt cx="3970800" cy="67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92DF9EED-DB79-4A06-A51B-4AF753538F16}"/>
                    </a:ext>
                  </a:extLst>
                </p14:cNvPr>
                <p14:cNvContentPartPr/>
                <p14:nvPr/>
              </p14:nvContentPartPr>
              <p14:xfrm>
                <a:off x="3666454" y="5407586"/>
                <a:ext cx="104040" cy="47592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92DF9EED-DB79-4A06-A51B-4AF753538F1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657814" y="5398586"/>
                  <a:ext cx="12168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8789E044-2C42-4554-9DAC-757FDC16728B}"/>
                    </a:ext>
                  </a:extLst>
                </p14:cNvPr>
                <p14:cNvContentPartPr/>
                <p14:nvPr/>
              </p14:nvContentPartPr>
              <p14:xfrm>
                <a:off x="3690574" y="5350346"/>
                <a:ext cx="352080" cy="29412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8789E044-2C42-4554-9DAC-757FDC16728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681574" y="5341706"/>
                  <a:ext cx="3697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1E960EB6-AD5E-4708-97C9-26B702465820}"/>
                    </a:ext>
                  </a:extLst>
                </p14:cNvPr>
                <p14:cNvContentPartPr/>
                <p14:nvPr/>
              </p14:nvContentPartPr>
              <p14:xfrm>
                <a:off x="4124014" y="5342066"/>
                <a:ext cx="200520" cy="38160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1E960EB6-AD5E-4708-97C9-26B70246582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115014" y="5333426"/>
                  <a:ext cx="21816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3D21145A-CA4F-4D55-A4C2-29A53E771219}"/>
                    </a:ext>
                  </a:extLst>
                </p14:cNvPr>
                <p14:cNvContentPartPr/>
                <p14:nvPr/>
              </p14:nvContentPartPr>
              <p14:xfrm>
                <a:off x="4463134" y="5306426"/>
                <a:ext cx="244800" cy="40500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3D21145A-CA4F-4D55-A4C2-29A53E77121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454494" y="5297426"/>
                  <a:ext cx="26244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83C2904B-77BD-4C71-B351-3320FAAB605B}"/>
                    </a:ext>
                  </a:extLst>
                </p14:cNvPr>
                <p14:cNvContentPartPr/>
                <p14:nvPr/>
              </p14:nvContentPartPr>
              <p14:xfrm>
                <a:off x="4489414" y="5490026"/>
                <a:ext cx="220680" cy="3888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83C2904B-77BD-4C71-B351-3320FAAB605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480774" y="5481026"/>
                  <a:ext cx="2383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2EE19CDE-AA92-4570-A735-B97C1221E807}"/>
                    </a:ext>
                  </a:extLst>
                </p14:cNvPr>
                <p14:cNvContentPartPr/>
                <p14:nvPr/>
              </p14:nvContentPartPr>
              <p14:xfrm>
                <a:off x="4927894" y="5348546"/>
                <a:ext cx="216360" cy="23616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2EE19CDE-AA92-4570-A735-B97C1221E80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918894" y="5339906"/>
                  <a:ext cx="2340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E3BFED28-105D-41AF-A3EF-2A0BD889167A}"/>
                    </a:ext>
                  </a:extLst>
                </p14:cNvPr>
                <p14:cNvContentPartPr/>
                <p14:nvPr/>
              </p14:nvContentPartPr>
              <p14:xfrm>
                <a:off x="4904134" y="5619266"/>
                <a:ext cx="256320" cy="8532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E3BFED28-105D-41AF-A3EF-2A0BD889167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895494" y="5610626"/>
                  <a:ext cx="2739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454E22EA-5DC1-4241-AB5C-E0CA8329EA78}"/>
                    </a:ext>
                  </a:extLst>
                </p14:cNvPr>
                <p14:cNvContentPartPr/>
                <p14:nvPr/>
              </p14:nvContentPartPr>
              <p14:xfrm>
                <a:off x="5363494" y="5522066"/>
                <a:ext cx="232560" cy="1872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454E22EA-5DC1-4241-AB5C-E0CA8329EA7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354854" y="5513426"/>
                  <a:ext cx="250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957CAAD2-13F4-4995-BB12-BF7B5D6A6872}"/>
                    </a:ext>
                  </a:extLst>
                </p14:cNvPr>
                <p14:cNvContentPartPr/>
                <p14:nvPr/>
              </p14:nvContentPartPr>
              <p14:xfrm>
                <a:off x="5674534" y="5391386"/>
                <a:ext cx="57600" cy="25740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957CAAD2-13F4-4995-BB12-BF7B5D6A687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665534" y="5382746"/>
                  <a:ext cx="752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12537368-DCE5-4FD1-9262-4AC9E4C0A502}"/>
                    </a:ext>
                  </a:extLst>
                </p14:cNvPr>
                <p14:cNvContentPartPr/>
                <p14:nvPr/>
              </p14:nvContentPartPr>
              <p14:xfrm>
                <a:off x="5799454" y="5315786"/>
                <a:ext cx="244440" cy="25776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12537368-DCE5-4FD1-9262-4AC9E4C0A50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790814" y="5306786"/>
                  <a:ext cx="2620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9D7F200B-5A50-4640-B264-5FB13D5A0549}"/>
                    </a:ext>
                  </a:extLst>
                </p14:cNvPr>
                <p14:cNvContentPartPr/>
                <p14:nvPr/>
              </p14:nvContentPartPr>
              <p14:xfrm>
                <a:off x="6072334" y="5479226"/>
                <a:ext cx="38520" cy="24444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9D7F200B-5A50-4640-B264-5FB13D5A054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063334" y="5470586"/>
                  <a:ext cx="561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BFEA36CE-B1A4-43F5-B1A3-7FBA524EE6E9}"/>
                    </a:ext>
                  </a:extLst>
                </p14:cNvPr>
                <p14:cNvContentPartPr/>
                <p14:nvPr/>
              </p14:nvContentPartPr>
              <p14:xfrm>
                <a:off x="6239734" y="5370866"/>
                <a:ext cx="197640" cy="22032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BFEA36CE-B1A4-43F5-B1A3-7FBA524EE6E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231094" y="5362226"/>
                  <a:ext cx="2152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5922868F-223E-40FB-9EDD-04C6E36A74B6}"/>
                    </a:ext>
                  </a:extLst>
                </p14:cNvPr>
                <p14:cNvContentPartPr/>
                <p14:nvPr/>
              </p14:nvContentPartPr>
              <p14:xfrm>
                <a:off x="6536734" y="5331626"/>
                <a:ext cx="122040" cy="26568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5922868F-223E-40FB-9EDD-04C6E36A74B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527734" y="5322626"/>
                  <a:ext cx="1396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1D9C8052-2F55-4366-B704-F18A7B642955}"/>
                    </a:ext>
                  </a:extLst>
                </p14:cNvPr>
                <p14:cNvContentPartPr/>
                <p14:nvPr/>
              </p14:nvContentPartPr>
              <p14:xfrm>
                <a:off x="6529534" y="5212466"/>
                <a:ext cx="464760" cy="51768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1D9C8052-2F55-4366-B704-F18A7B64295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520534" y="5203826"/>
                  <a:ext cx="48240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01B15498-E995-454B-93A1-01D280A04306}"/>
                    </a:ext>
                  </a:extLst>
                </p14:cNvPr>
                <p14:cNvContentPartPr/>
                <p14:nvPr/>
              </p14:nvContentPartPr>
              <p14:xfrm>
                <a:off x="3023494" y="5559506"/>
                <a:ext cx="251640" cy="6156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01B15498-E995-454B-93A1-01D280A0430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014854" y="5550866"/>
                  <a:ext cx="2692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68AF67DB-B2E2-4A71-973F-1E1E15CFF2F1}"/>
                    </a:ext>
                  </a:extLst>
                </p14:cNvPr>
                <p14:cNvContentPartPr/>
                <p14:nvPr/>
              </p14:nvContentPartPr>
              <p14:xfrm>
                <a:off x="3132934" y="5729066"/>
                <a:ext cx="326520" cy="1224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68AF67DB-B2E2-4A71-973F-1E1E15CFF2F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124294" y="5720066"/>
                  <a:ext cx="34416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upo 163">
            <a:extLst>
              <a:ext uri="{FF2B5EF4-FFF2-40B4-BE49-F238E27FC236}">
                <a16:creationId xmlns:a16="http://schemas.microsoft.com/office/drawing/2014/main" id="{70A76F2C-DC44-4296-802E-BF215B1EBCBA}"/>
              </a:ext>
            </a:extLst>
          </p:cNvPr>
          <p:cNvGrpSpPr/>
          <p:nvPr/>
        </p:nvGrpSpPr>
        <p:grpSpPr>
          <a:xfrm>
            <a:off x="3254614" y="6124706"/>
            <a:ext cx="705240" cy="289080"/>
            <a:chOff x="3254614" y="6124706"/>
            <a:chExt cx="705240" cy="28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DF444DD2-1818-4A8D-8999-00FC12BECD45}"/>
                    </a:ext>
                  </a:extLst>
                </p14:cNvPr>
                <p14:cNvContentPartPr/>
                <p14:nvPr/>
              </p14:nvContentPartPr>
              <p14:xfrm>
                <a:off x="3254614" y="6256106"/>
                <a:ext cx="185040" cy="1656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DF444DD2-1818-4A8D-8999-00FC12BECD4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245614" y="6247106"/>
                  <a:ext cx="202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C29AC047-4AEE-48F2-917C-9ED8303490BB}"/>
                    </a:ext>
                  </a:extLst>
                </p14:cNvPr>
                <p14:cNvContentPartPr/>
                <p14:nvPr/>
              </p14:nvContentPartPr>
              <p14:xfrm>
                <a:off x="3328414" y="6343946"/>
                <a:ext cx="224280" cy="5076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C29AC047-4AEE-48F2-917C-9ED8303490B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319414" y="6334946"/>
                  <a:ext cx="2419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F3543555-A2C6-43B0-A624-0A0CF2D48BDC}"/>
                    </a:ext>
                  </a:extLst>
                </p14:cNvPr>
                <p14:cNvContentPartPr/>
                <p14:nvPr/>
              </p14:nvContentPartPr>
              <p14:xfrm>
                <a:off x="3745294" y="6124706"/>
                <a:ext cx="214560" cy="28908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F3543555-A2C6-43B0-A624-0A0CF2D48BD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736294" y="6115706"/>
                  <a:ext cx="232200" cy="30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upo 166">
            <a:extLst>
              <a:ext uri="{FF2B5EF4-FFF2-40B4-BE49-F238E27FC236}">
                <a16:creationId xmlns:a16="http://schemas.microsoft.com/office/drawing/2014/main" id="{8F14B24D-3254-4A7F-BC46-672756C15D4F}"/>
              </a:ext>
            </a:extLst>
          </p:cNvPr>
          <p:cNvGrpSpPr/>
          <p:nvPr/>
        </p:nvGrpSpPr>
        <p:grpSpPr>
          <a:xfrm>
            <a:off x="7426294" y="5418386"/>
            <a:ext cx="202680" cy="114840"/>
            <a:chOff x="7426294" y="5418386"/>
            <a:chExt cx="202680" cy="11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C5A3BFE1-E7D6-4766-8EA3-5677221E2FF0}"/>
                    </a:ext>
                  </a:extLst>
                </p14:cNvPr>
                <p14:cNvContentPartPr/>
                <p14:nvPr/>
              </p14:nvContentPartPr>
              <p14:xfrm>
                <a:off x="7426294" y="5418386"/>
                <a:ext cx="193320" cy="2700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C5A3BFE1-E7D6-4766-8EA3-5677221E2FF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417294" y="5409386"/>
                  <a:ext cx="210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1D42B9CE-DAEE-4F83-AA43-4AF7842B29DC}"/>
                    </a:ext>
                  </a:extLst>
                </p14:cNvPr>
                <p14:cNvContentPartPr/>
                <p14:nvPr/>
              </p14:nvContentPartPr>
              <p14:xfrm>
                <a:off x="7491814" y="5509466"/>
                <a:ext cx="137160" cy="2376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1D42B9CE-DAEE-4F83-AA43-4AF7842B29D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482814" y="5500466"/>
                  <a:ext cx="15480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upo 196">
            <a:extLst>
              <a:ext uri="{FF2B5EF4-FFF2-40B4-BE49-F238E27FC236}">
                <a16:creationId xmlns:a16="http://schemas.microsoft.com/office/drawing/2014/main" id="{75394CFE-4C8A-42B6-8F1E-7D18792F85D2}"/>
              </a:ext>
            </a:extLst>
          </p:cNvPr>
          <p:cNvGrpSpPr/>
          <p:nvPr/>
        </p:nvGrpSpPr>
        <p:grpSpPr>
          <a:xfrm>
            <a:off x="7916974" y="4883786"/>
            <a:ext cx="4104000" cy="1011600"/>
            <a:chOff x="7916974" y="4883786"/>
            <a:chExt cx="4104000" cy="101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D2AC45E5-75CA-4375-89A1-C6B6E704CDAF}"/>
                    </a:ext>
                  </a:extLst>
                </p14:cNvPr>
                <p14:cNvContentPartPr/>
                <p14:nvPr/>
              </p14:nvContentPartPr>
              <p14:xfrm>
                <a:off x="7938214" y="5254226"/>
                <a:ext cx="86760" cy="46260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D2AC45E5-75CA-4375-89A1-C6B6E704CDA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929574" y="5245586"/>
                  <a:ext cx="10440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1AAC1FBE-E131-4785-8BF6-75D150415CE0}"/>
                    </a:ext>
                  </a:extLst>
                </p14:cNvPr>
                <p14:cNvContentPartPr/>
                <p14:nvPr/>
              </p14:nvContentPartPr>
              <p14:xfrm>
                <a:off x="7916974" y="5282666"/>
                <a:ext cx="212040" cy="20880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1AAC1FBE-E131-4785-8BF6-75D150415CE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907974" y="5273666"/>
                  <a:ext cx="2296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5F9E107C-12AE-4738-841E-21D4DC84CEE4}"/>
                    </a:ext>
                  </a:extLst>
                </p14:cNvPr>
                <p14:cNvContentPartPr/>
                <p14:nvPr/>
              </p14:nvContentPartPr>
              <p14:xfrm>
                <a:off x="8175094" y="5302466"/>
                <a:ext cx="227880" cy="20916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5F9E107C-12AE-4738-841E-21D4DC84CEE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166454" y="5293826"/>
                  <a:ext cx="2455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50256A84-8FA8-4E26-83A5-E2B73CA0F921}"/>
                    </a:ext>
                  </a:extLst>
                </p14:cNvPr>
                <p14:cNvContentPartPr/>
                <p14:nvPr/>
              </p14:nvContentPartPr>
              <p14:xfrm>
                <a:off x="8406214" y="5283386"/>
                <a:ext cx="220680" cy="22680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50256A84-8FA8-4E26-83A5-E2B73CA0F92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397214" y="5274746"/>
                  <a:ext cx="2383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B0DF00A7-2AF4-4DD5-99AF-E8EF0A885764}"/>
                    </a:ext>
                  </a:extLst>
                </p14:cNvPr>
                <p14:cNvContentPartPr/>
                <p14:nvPr/>
              </p14:nvContentPartPr>
              <p14:xfrm>
                <a:off x="8702854" y="5292386"/>
                <a:ext cx="324360" cy="16488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B0DF00A7-2AF4-4DD5-99AF-E8EF0A88576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693854" y="5283386"/>
                  <a:ext cx="3420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83F6962B-F605-41DE-BB48-4EE242B96304}"/>
                    </a:ext>
                  </a:extLst>
                </p14:cNvPr>
                <p14:cNvContentPartPr/>
                <p14:nvPr/>
              </p14:nvContentPartPr>
              <p14:xfrm>
                <a:off x="9080134" y="5153786"/>
                <a:ext cx="105120" cy="33768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83F6962B-F605-41DE-BB48-4EE242B9630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071494" y="5144786"/>
                  <a:ext cx="12276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807F9E6F-0B1B-45D7-A2E1-C672C0832F9E}"/>
                    </a:ext>
                  </a:extLst>
                </p14:cNvPr>
                <p14:cNvContentPartPr/>
                <p14:nvPr/>
              </p14:nvContentPartPr>
              <p14:xfrm>
                <a:off x="9186334" y="5300306"/>
                <a:ext cx="132480" cy="576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807F9E6F-0B1B-45D7-A2E1-C672C0832F9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177334" y="5291666"/>
                  <a:ext cx="150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91F730E1-B604-403D-82FD-5E44CDCA79F3}"/>
                    </a:ext>
                  </a:extLst>
                </p14:cNvPr>
                <p14:cNvContentPartPr/>
                <p14:nvPr/>
              </p14:nvContentPartPr>
              <p14:xfrm>
                <a:off x="9455614" y="5160986"/>
                <a:ext cx="43200" cy="25956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91F730E1-B604-403D-82FD-5E44CDCA79F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446614" y="5152346"/>
                  <a:ext cx="608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892F6F26-BAAD-49C4-9992-8CF5F98BE626}"/>
                    </a:ext>
                  </a:extLst>
                </p14:cNvPr>
                <p14:cNvContentPartPr/>
                <p14:nvPr/>
              </p14:nvContentPartPr>
              <p14:xfrm>
                <a:off x="9533014" y="5158466"/>
                <a:ext cx="143280" cy="20592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892F6F26-BAAD-49C4-9992-8CF5F98BE62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524014" y="5149466"/>
                  <a:ext cx="160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158A1F43-51FF-48E8-B0E0-827C617621C7}"/>
                    </a:ext>
                  </a:extLst>
                </p14:cNvPr>
                <p14:cNvContentPartPr/>
                <p14:nvPr/>
              </p14:nvContentPartPr>
              <p14:xfrm>
                <a:off x="9754414" y="5329466"/>
                <a:ext cx="11160" cy="1116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158A1F43-51FF-48E8-B0E0-827C617621C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745414" y="5320466"/>
                  <a:ext cx="28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719869D9-C42D-4052-9D63-017EC9488E17}"/>
                    </a:ext>
                  </a:extLst>
                </p14:cNvPr>
                <p14:cNvContentPartPr/>
                <p14:nvPr/>
              </p14:nvContentPartPr>
              <p14:xfrm>
                <a:off x="9822094" y="5133266"/>
                <a:ext cx="110880" cy="19908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719869D9-C42D-4052-9D63-017EC9488E1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813454" y="5124626"/>
                  <a:ext cx="1285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7DB91D89-97B3-4B63-A4C4-9E88FD458E08}"/>
                    </a:ext>
                  </a:extLst>
                </p14:cNvPr>
                <p14:cNvContentPartPr/>
                <p14:nvPr/>
              </p14:nvContentPartPr>
              <p14:xfrm>
                <a:off x="10015054" y="5115986"/>
                <a:ext cx="118080" cy="20088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7DB91D89-97B3-4B63-A4C4-9E88FD458E0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006414" y="5107346"/>
                  <a:ext cx="1357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6091F6C8-B50B-47E0-BEAA-195885F157D1}"/>
                    </a:ext>
                  </a:extLst>
                </p14:cNvPr>
                <p14:cNvContentPartPr/>
                <p14:nvPr/>
              </p14:nvContentPartPr>
              <p14:xfrm>
                <a:off x="10042414" y="5241626"/>
                <a:ext cx="209880" cy="20700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6091F6C8-B50B-47E0-BEAA-195885F157D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033774" y="5232626"/>
                  <a:ext cx="2275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F33EEB91-C265-4533-ACE0-716F81359929}"/>
                    </a:ext>
                  </a:extLst>
                </p14:cNvPr>
                <p14:cNvContentPartPr/>
                <p14:nvPr/>
              </p14:nvContentPartPr>
              <p14:xfrm>
                <a:off x="10345174" y="5090066"/>
                <a:ext cx="128880" cy="24084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F33EEB91-C265-4533-ACE0-716F8135992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336174" y="5081066"/>
                  <a:ext cx="1465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7761ADDD-43C7-4B04-ACFE-98484CF0F46B}"/>
                    </a:ext>
                  </a:extLst>
                </p14:cNvPr>
                <p14:cNvContentPartPr/>
                <p14:nvPr/>
              </p14:nvContentPartPr>
              <p14:xfrm>
                <a:off x="10497094" y="5172866"/>
                <a:ext cx="178200" cy="18324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7761ADDD-43C7-4B04-ACFE-98484CF0F46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488454" y="5164226"/>
                  <a:ext cx="1958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0E14C1FB-85E7-4565-8C20-5E8406FBA233}"/>
                    </a:ext>
                  </a:extLst>
                </p14:cNvPr>
                <p14:cNvContentPartPr/>
                <p14:nvPr/>
              </p14:nvContentPartPr>
              <p14:xfrm>
                <a:off x="10683214" y="5153786"/>
                <a:ext cx="316080" cy="13572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0E14C1FB-85E7-4565-8C20-5E8406FBA23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674574" y="5144786"/>
                  <a:ext cx="3337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76582FAA-693C-4922-8279-654C7C9BA892}"/>
                    </a:ext>
                  </a:extLst>
                </p14:cNvPr>
                <p14:cNvContentPartPr/>
                <p14:nvPr/>
              </p14:nvContentPartPr>
              <p14:xfrm>
                <a:off x="11032054" y="5115626"/>
                <a:ext cx="189720" cy="15516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76582FAA-693C-4922-8279-654C7C9BA89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023414" y="5106986"/>
                  <a:ext cx="2073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47C809EC-148C-459F-9658-C8E8449A98D8}"/>
                    </a:ext>
                  </a:extLst>
                </p14:cNvPr>
                <p14:cNvContentPartPr/>
                <p14:nvPr/>
              </p14:nvContentPartPr>
              <p14:xfrm>
                <a:off x="11275054" y="5231906"/>
                <a:ext cx="360" cy="36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47C809EC-148C-459F-9658-C8E8449A98D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266414" y="522290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F3CED25A-516B-4687-A579-B5D3AD775E58}"/>
                    </a:ext>
                  </a:extLst>
                </p14:cNvPr>
                <p14:cNvContentPartPr/>
                <p14:nvPr/>
              </p14:nvContentPartPr>
              <p14:xfrm>
                <a:off x="11390614" y="5013386"/>
                <a:ext cx="199080" cy="22320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F3CED25A-516B-4687-A579-B5D3AD775E58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381974" y="5004386"/>
                  <a:ext cx="2167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BDA06758-0F05-49AB-91E6-41700FCDC19F}"/>
                    </a:ext>
                  </a:extLst>
                </p14:cNvPr>
                <p14:cNvContentPartPr/>
                <p14:nvPr/>
              </p14:nvContentPartPr>
              <p14:xfrm>
                <a:off x="11571694" y="5100146"/>
                <a:ext cx="133920" cy="11196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BDA06758-0F05-49AB-91E6-41700FCDC19F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1562694" y="5091146"/>
                  <a:ext cx="1515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CA4890B2-EE01-4F73-9F0B-467BC0B08B26}"/>
                    </a:ext>
                  </a:extLst>
                </p14:cNvPr>
                <p14:cNvContentPartPr/>
                <p14:nvPr/>
              </p14:nvContentPartPr>
              <p14:xfrm>
                <a:off x="11856094" y="5069186"/>
                <a:ext cx="27720" cy="13644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CA4890B2-EE01-4F73-9F0B-467BC0B08B26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1847454" y="5060186"/>
                  <a:ext cx="453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3F9E76D7-2AF4-4A57-8931-0B042E2A40A8}"/>
                    </a:ext>
                  </a:extLst>
                </p14:cNvPr>
                <p14:cNvContentPartPr/>
                <p14:nvPr/>
              </p14:nvContentPartPr>
              <p14:xfrm>
                <a:off x="11766814" y="4883786"/>
                <a:ext cx="254160" cy="41724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3F9E76D7-2AF4-4A57-8931-0B042E2A40A8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758174" y="4874786"/>
                  <a:ext cx="27180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049E250A-6A40-454D-B94A-784AE12A064A}"/>
                    </a:ext>
                  </a:extLst>
                </p14:cNvPr>
                <p14:cNvContentPartPr/>
                <p14:nvPr/>
              </p14:nvContentPartPr>
              <p14:xfrm>
                <a:off x="11229694" y="5595146"/>
                <a:ext cx="204120" cy="2088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049E250A-6A40-454D-B94A-784AE12A064A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221054" y="5586146"/>
                  <a:ext cx="2217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31846DF2-D564-4EBA-B9B5-9CBF1A81A278}"/>
                    </a:ext>
                  </a:extLst>
                </p14:cNvPr>
                <p14:cNvContentPartPr/>
                <p14:nvPr/>
              </p14:nvContentPartPr>
              <p14:xfrm>
                <a:off x="11279734" y="5680826"/>
                <a:ext cx="198000" cy="3780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31846DF2-D564-4EBA-B9B5-9CBF1A81A278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1271094" y="5671826"/>
                  <a:ext cx="2156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F0FE651C-258D-4D96-ADB7-1361325CF5A2}"/>
                    </a:ext>
                  </a:extLst>
                </p14:cNvPr>
                <p14:cNvContentPartPr/>
                <p14:nvPr/>
              </p14:nvContentPartPr>
              <p14:xfrm>
                <a:off x="11558374" y="5523146"/>
                <a:ext cx="196920" cy="24156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F0FE651C-258D-4D96-ADB7-1361325CF5A2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1549734" y="5514506"/>
                  <a:ext cx="2145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F8295474-4024-4CC4-A071-3749391430DA}"/>
                    </a:ext>
                  </a:extLst>
                </p14:cNvPr>
                <p14:cNvContentPartPr/>
                <p14:nvPr/>
              </p14:nvContentPartPr>
              <p14:xfrm>
                <a:off x="11608414" y="5427026"/>
                <a:ext cx="366480" cy="46836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F8295474-4024-4CC4-A071-3749391430DA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599774" y="5418026"/>
                  <a:ext cx="384120" cy="48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18306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18</Words>
  <Application>Microsoft Office PowerPoint</Application>
  <PresentationFormat>Panorámica</PresentationFormat>
  <Paragraphs>1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Jennyfer Homez</dc:creator>
  <cp:lastModifiedBy>Jennyfer Homez</cp:lastModifiedBy>
  <cp:revision>16</cp:revision>
  <dcterms:created xsi:type="dcterms:W3CDTF">2020-05-19T23:53:12Z</dcterms:created>
  <dcterms:modified xsi:type="dcterms:W3CDTF">2020-05-22T02:21:14Z</dcterms:modified>
</cp:coreProperties>
</file>