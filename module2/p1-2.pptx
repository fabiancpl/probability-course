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5" d="100"/>
          <a:sy n="95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1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16075,'0'0'0,"0"0"-1016,0 0-800,0 0 424,0 0-2833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2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 55 592,'0'0'9684,"0"0"-6632,0 0-1411,0 0 47,0 0-752,-5-9-393,-20-36 330,25 77-182,-2 428 912,6 516-177,9-783-1425,13 35-1,-14-133-615,-9-78-322,-1-15-2045,-2-4-1147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3.3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1 160 10546,'0'0'1257,"0"0"-488,0 0 345,28-22-330,-12 10-686,0-1 20,0 0 0,1 1 1,0 1-1,1 1 0,1 0 0,-1 1 1,2 2-1,-1-1 0,1 2 0,0 1 1,14-2-119,-32 6 13,48-5 570,2 1-1,-1 3 1,8 2-583,-45 1 76,1 0 1,-1 1 0,1 0-1,-1 1 1,0 1 0,0 0-1,0 1 1,0 0 0,-1 1 0,0 1-1,0 0 1,-1 1 0,6 5-77,-1 2 56,-1 1 0,0 0 1,-2 2-1,0-1 0,-1 2 1,0 0-1,-2 0 1,0 1-1,-2 1 0,0-1 1,-1 2-1,-1-1 0,-1 1 1,-1 0-1,-1 0 1,0 12-57,-1-11 143,-2 0 0,0 0 0,-2 0 1,0 0-1,-2 0 0,0 0 0,-2 0 1,0-1-1,-2 0 0,0 0 0,-1 0 1,-2-1-1,0-1 0,-1 1 0,-1-2 1,-6 8-144,-9 4 215,-2-1 1,-1-2 0,0-1 0,-2-2 0,-2 0-1,0-3 1,-1-1 0,-1-1 0,0-2-1,-20 6-215,54-23-10,-1 0-1,1 1 0,-1-1 0,0 0 0,1 0 0,-1-1 0,1 1 1,-1 0-1,0-1 0,0 0 0,1 1 0,-4-1 11,6-1-42,0 0 0,0 0 1,1 0-1,-1 0 0,0 0 0,1 0 0,-1 0 0,0 0 0,1 1 1,-1-1-1,1 0 0,-1 0 0,1 0 0,0 1 0,-1-1 1,1 0-1,0 1 0,-1-1 0,1 1 0,0-1 0,0 1 1,0-1 41,63-48-3828,-10 15-2909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3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146 165 13019,'0'0'2115,"0"0"-788,0 0 865,0 0-853,0 0-905,0 0-246,25 0-86,23 1-74,14 1-10,-1-3 0,1-2 0,37-8-18,-97 10 5,1 1 0,-1-1 0,1 1 0,0-1 0,-1 0 0,0 0 0,1 0 0,-1 0 0,0-1 0,1 1 0,-1-1 0,0 1 0,0-1-1,0 0 1,0 0 0,0 0 0,-1 0 0,1 0 0,-1 0 0,1 0 0,-1-1 0,0 1 0,1-2-5,-1 2 7,-1 0 0,0-1 0,0 1 0,0 0 0,0 0 0,0 0 0,0 0 0,-1-1 0,1 1 0,-1 0 0,1 0 0,-1 0 0,0 0 0,0 0 0,0 0 0,0 0 0,0 0 0,0 1 0,0-1-1,-1 0 1,1 1 0,-1-1 0,1 1 0,-1-1 0,0 1 0,0 0 0,1-1 0,-2 1-7,-9-7 32,0 1-1,-1 0 1,0 1 0,0 1-1,0 0 1,-1 1 0,0 0-1,1 1 1,-2 0-32,-12-1 30,0 1 0,0 2 0,-1 0 1,-7 2-31,25 0 16,-1 1 0,1 0 0,0 0 0,-1 1 1,1 1-1,1 0 0,-1 0 0,0 1 0,1 0 1,0 0-1,0 1 0,1 0 0,-1 1 0,1 0 0,1 0 1,-1 1-1,1 0 0,1 0 0,-1 1 0,1-1 1,1 1-1,0 1 0,-4 8-16,1 1 74,0 0 0,1 0 0,1 1 0,0 0 0,2 0 0,1 0 0,0 1 0,1-1 0,2 1 0,0-1 1,2 22-75,1-30 9,0 1 0,1-1 1,0 0-1,1 0 1,1 0-1,-1 0 1,2-1-1,0 0 1,0-1-1,1 1 0,0-1 1,1-1-1,0 1 1,0-2-1,1 1 1,0-1-1,1-1 1,5 3-10,7 5-33,0-2 1,2 0 0,-1-2 0,2 0-1,-1-2 1,1-1 0,1-1-1,10 1 33,-9-4-475,0-1-1,1-1 1,-1-1-1,0-2 0,17-2 476,-17-1-1987,1-1 0,-1-2 0,6-2 1987,54-22-9983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4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181 698 14067,'0'0'2919,"0"0"-137,0 0-676,0 0-838,0 0-641,0 0-220,-11-25-112,-76-161 73,73 156-398,0-1 0,3 0 1,0-1-1,2 0 0,2 0 1,0-1-1,3 0 1,0 0-1,2-7 30,2 34-97,0 1 0,1-1 0,-1 1 0,1-1-1,0 1 1,0 0 0,1-1 0,-1 1 0,1 0 0,0 0 0,1 0 0,-1 0 0,1 1 0,0-1-1,0 1 1,1-1 0,-1 1 0,3-2 97,2-1-1031,1 1 0,0 0-1,0 0 1,1 1 0,-1 0-1,1 1 1,0 0 0,10-3 1031,26-5-9205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4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1 200 12523,'0'0'1793,"2"26"280,-1-6-1603,5 44 2225,10 45-2695,36 155 684,-51-262-558,-1-6 176,-6-149 794,1 88-866,3-1 0,3 0 1,7-37-231,-6 90-3,1 0-1,0 1 1,0-1 0,2 0 0,0 1 0,0 0-1,1 0 1,0 1 0,1 0 0,1 0-1,6-8 4,-8 12-10,1 0-1,-1 1 1,1 0-1,0 0 0,0 1 1,1-1-1,0 2 0,0-1 1,0 1-1,0 1 1,1-1-1,-1 1 0,1 1 1,0-1-1,0 2 0,0-1 1,2 1 10,-5 1-8,0 0 1,-1 0-1,1 0 1,0 1 0,0 0-1,-1 0 1,1 0-1,-1 1 1,1-1-1,-1 2 1,0-1 0,0 0-1,0 1 1,0 0-1,2 2 8,0 0-8,0 2 0,0-1-1,0 1 1,-1 0 0,0 0-1,0 1 1,-1 0 0,0 0 0,0 1 8,6 13-8,-2 0 0,0 0 0,-1 1 0,-2 1 0,0-1 0,-2 1 0,0 1 8,3 43-2,-3-1-1,-3 1 0,-4 20 3,3-88 0,-4 33-2,4-32 6,0 0-1,0 0 1,0 0 0,0 0 0,0 0 0,-1 0 0,1 0 0,0 0 0,-1 0 0,1 0 0,0 0 0,-1 0 0,1-1 0,-1 1 0,0 0 0,1 0 0,-1 0 0,0 0 0,1-1 0,-1 1 0,0 0 0,0-1-1,0 1 1,0-1 0,0 1-4,-2-7 178,-1-38-128,2 0 0,2-1 0,1 1 0,3 0 0,2 0 0,1 0 1,12-36-51,-16 69 2,0 0 1,0 1 0,1 0 0,1-1-1,0 1 1,0 1 0,1-1 0,0 1 0,2-1-3,-5 6 8,0 1 0,1 0 0,-1 0 0,1 0 0,0 1 0,0 0 0,0-1 0,0 1 0,0 0 0,0 1 0,0-1 0,1 1 0,-1 0 0,1 0 0,-1 0 0,1 1 0,-1-1 0,1 1 0,-1 0 0,1 0 0,-1 1 0,1 0 0,2 0-8,-1 1 17,1-1 0,-1 1 0,0 1 0,0-1 0,0 1 0,-1 0 1,1 0-1,-1 1 0,1 0 0,-1 0 0,0 0 0,0 0 0,-1 1 0,0 0 0,1 0 0,-1 0 0,-1 0 1,1 1-1,-1-1 0,1 4-17,8 17 29,-1 0 0,-1 1 0,-2 0 0,1 7-29,4 12-111,-11-40-54,1 0 0,-1 0 0,1 0 0,0-1 1,1 1-1,-1-1 0,1 0 0,0 0 0,2 2 165,28 20-5707,-7-15-4261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4.8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43 13339,'0'0'2610,"-1"28"-1163,1 1-1014,-3 13 240,3 0 0,2 1 0,1-1-1,2-1 1,2 1 0,2 0-673,-1-19 52,1 0 0,0 0 0,2-2 0,1 1 0,1-1 0,0-1 0,1 0 0,2-1 0,13 13-52,-22-25 3,0 0 1,0 0-1,1-1 1,0 0-1,1 0 1,-1-1-1,1 0 1,0 0-1,0-1 1,1 0-1,-1-1 1,1 0 0,0 0-1,0-1 1,-1-1-1,1 0 1,1 0-1,-1 0 1,0-2-1,0 1 1,0-1-1,0-1 1,0 1-1,9-4-3,-10 1 7,0-1-1,0 0 0,0 0 1,0-1-1,-1 0 0,0 0 1,-1-1-1,1 0 0,-1 0 1,0-1-1,-1 0 1,0 0-1,0 0 0,-1-1 1,0 0-1,0 0 0,-1-1-6,8-16 5,-2 0-1,-1 0 0,0-1 0,-2 0 0,2-19-4,-5 24-177,-1-1-1,-1 1 1,-1-1-1,-1 1 1,-1-1-1,-1 1 0,-1-1 1,-1 1-1,0 0 1,-2 0-1,-1 1 0,-7-17 178,-5-2-2740,5 5-2877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5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15443,'0'0'2361,"0"0"-1449,0 0 480,98 187 241,-55-18-609,-1 19-160,-12-12-232,-12-43-312,-8-50-208,-5-24-112,-5-14 0,5-2-344,-2-7-392,2-31-872,0-5-3561,-5-28-3929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5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0 152 17772,'0'0'2968,"0"0"-1567,0 0-105,143 0-936,-35 0-152,5-9-208,-3 0-240,28-3-1184,-12 3-3337,-8-2-4697</inkml:trace>
  <inkml:trace contextRef="#ctx0" brushRef="#br0" timeOffset="1">941 0 15875,'0'0'2196,"-25"26"-1019,2-5-837,5-5-72,0 1-1,2 1 0,0 0 0,0 1 0,2 1 0,1 0 0,0 1 1,1 1-1,1 1-267,3-4 92,1 0 1,2 1-1,-1 0 0,2-1 1,1 1-1,1 1 1,0-1-1,1 0 1,2 0-1,0 1 1,2 10-93,-1-21 5,0 0 0,0-1 0,1 1 0,0-1 0,0 0 0,1 0 0,1 0 0,-1 0 0,1-1 0,1 0 1,-1 0-1,2 0 0,-1-1 0,1 0 0,0 0 0,0 0 0,1-1 0,0 0 0,0-1 0,0 0 0,1 0 0,-1-1 1,1 0-1,6 2-5,-7-3-21,0 0 0,0 0 1,1-1-1,-1 0 0,0-1 1,1 0-1,0 0 1,-1-1-1,1 0 0,-1 0 1,1-1-1,-1 0 0,1 0 1,-1-1-1,1-1 0,-1 1 1,0-1-1,0 0 1,0-1-1,-1 0 0,1 0 1,-1-1-1,0 0 0,0 0 1,0-1-1,-1 0 0,0 0 1,0 0-1,-1-1 1,1 1-1,-1-1 0,-1-1 1,0 1-1,0-1 0,0 0 1,-1 0-1,0 0 0,1-6 21,6-17-29,-2 0-1,-2-1 1,0 0-1,-1-25 30,0-129 1309,-5 164-911,2 111 49,4-1 0,4 0 0,14 52-447,-21-126-92,0 0-1,1 0 0,1-1 1,0 0-1,1 0 0,0 0 1,1-1-1,0 0 0,1 0 0,0-1 1,6 6 92,-5-8-753,0-1 0,0 0 0,1-1 0,-1 0 0,2 0 0,-1-1 0,1-1 1,8 4 752,37 8-12410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5.9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 0 14363,'0'0'1974,"-13"21"130,6-11-1821,-3 4-5,1 1 1,0 0-1,1 1 1,1-1-1,0 2 1,1-1-1,1 1 1,0-1-1,2 1 1,-1 1-279,2 6 95,1 0 0,1 0 1,1 0-1,0 0 1,2-1-1,1 1 1,1-1-1,1 1 0,1-2 1,4 9-96,-4-16 28,0 0 1,1 0 0,1-1-1,0-1 1,1 1 0,0-1 0,1-1-1,1 0 1,-1-1 0,2 0-1,0-1 1,0 0 0,1-1-1,0 0 1,9 3-29,-8-5-95,0 0 0,1-1 1,0-1-1,0-1 0,0 0 1,0-1-1,1-1 0,-1 0 0,2-1 95,-11-1-48,0 0-1,0 0 1,1-1-1,-1 0 1,0 0-1,0 0 1,0-1-1,-1 0 1,1-1-1,0 1 1,-1-1-1,1-1 1,-1 1-1,0-1 1,0 0-1,0-1 1,-1 1-1,0-1 1,0 0-1,0 0 1,4-5 48,1-9-33,0 1 0,0-1 0,-2-1 0,-1 0-1,0 0 1,-1-1 0,-2 1 0,0-1 0,0-10 33,4-46 537,-3-66-537,-4 136 34,-1-138 1355,0 215-1088,3-1 1,3 1 0,4-1 0,2 0 0,16 48-302,-24-103 2,1-1 0,0 0 0,1 1 1,1-2-1,7 12-2,-11-20-43,0 1 0,1-1 0,0 1 0,0-1 0,0 0 0,0-1 0,1 1 0,-1-1 0,1 0 0,0 0 0,0 0 0,0 0 0,1-1 0,-1 0 0,0 0 0,5 0 43,4 0-402,0 0 0,1-1 0,-1-1 0,1 0 0,-1-1 0,2-1 402,56-12-4935,12-21-6305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6.4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65 12171,'0'0'2099,"0"0"180,-22 21 33,7-6-1925,4-6-199,1 0 1,0 1 0,0 1 0,1-1 0,1 1 0,0 1-1,0 0 1,1 0 0,1 0 0,0 1 0,1 0 0,0 0 0,1 0-1,-2 11-188,2 1 213,2 1 0,0-1 0,2 1 0,1-1-1,1 1 1,1-1 0,1 1 0,1-1 0,2 2-213,-3-15 15,0 0 1,0-1-1,1 0 1,1 1-1,0-2 1,0 1-1,1-1 1,1 0-1,-1 0 1,2-1-1,-1 0 1,1 0-1,1-1 1,-1 0-1,1-1 1,1 0-1,-1-1 1,1 0-1,8 3-15,-13-6-16,-1-1 0,1 1 0,-1-2 0,1 1 1,0 0-1,-1-1 0,1 0 0,0-1 0,0 1 0,0-1 0,0 0 0,0-1 0,0 1 0,-1-1 0,1 0 0,0-1 0,0 1 0,-1-1 0,1 0 1,-1-1-1,0 1 0,1-1 0,-1 0 0,0 0 0,-1-1 0,1 1 0,0-1 0,-1 0 0,0-1 0,0 1 0,0-1 0,-1 1 0,0-1 0,1 0 1,-2-1-1,1 1 0,1-3 16,6-16-66,-1 0 0,-1-1 1,0 1-1,-2-1 0,-2-1 0,3-25 66,-2-32-271,-3-41 271,-2 87-9,-2 13 0,-1 35-13,-2 40-30,3-8 21,-3 87 291,5 0-1,12 75-259,-11-193 10,0-3 5,0 0 1,1 0-1,-1 0 0,2 0 1,2 8-16,0-13 61,-4-17 90,4-97-87,4 1 0,5 0 0,5 0 0,29-88-64,-43 178-3,1 0 0,1 0 0,1 0 0,1 1 0,0 0 0,1 1 0,1 0 0,7-7 3,-17 22 0,0 1 0,0-1-1,0 1 1,1-1 0,-1 1 0,1 0-1,-1-1 1,1 1 0,-1 0 0,1 0-1,0 0 1,0 0 0,-1 0 0,1 1-1,0-1 1,0 0 0,0 1 0,0 0-1,0-1 1,0 1 0,0 0 0,-1 0 0,1 0-1,0 0 1,0 0 0,0 0 0,0 1-1,0-1 1,0 1 0,0-1 0,0 1-1,0 0 1,-1 0 0,1 0 0,0 0-1,-1 0 1,1 0 0,0 0 0,-1 0-1,1 1 1,-1-1 0,1 2 0,6 6 7,-1 1 0,0-1-1,-1 1 1,0 1 0,-1-1 0,3 7-7,11 34 213,-1 1 0,-3 0 1,8 53-214,-8-35 28,24 65-28,-36-127-238,0-1 1,1 1-1,0-1 0,0 0 0,0 0 1,1-1-1,1 1 0,-1-1 1,1 0-1,0-1 0,0 1 1,0-1-1,1 0 0,0-1 1,0 0-1,0 0 0,1 0 1,3 1 237,30 10-5663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6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1 360 15859,'0'0'2035,"0"0"-622,0 0 43,21-16-716,-9 7-682,2-2-34,0 1-1,1 0 1,0 1-1,0 0 1,1 2-1,0-1 1,0 2 0,1 0-1,0 1 1,2 1-24,48-7 16,-43 8-5,1 0 0,-1-1 0,-1-2 0,1 0 0,-1-2 0,0 0 0,15-9-11,-36 15 16,0 1 0,0-1 1,0 0-1,0 1 0,0-1 0,0 0 0,0 0 0,-1 0 1,1 0-1,-1 0 0,1-1 0,-1 1 0,0 0 1,0-1-1,0 1 0,0-1 0,0 1 0,-1-1 0,1 1 1,-1-1-1,0 0 0,1 1 0,-1-1 0,0 0 0,-1 1 1,1-1-1,0 1 0,-1-1 0,0 0 0,1 1 1,-1-1-1,0 1 0,-1-2-16,-1-3 72,-1 0-1,1 1 1,-1-1 0,0 1 0,-1 0-1,1 0 1,-1 1 0,0 0-1,-1-1 1,1 2 0,-4-3-72,3 3 44,0 0 0,0 0-1,-1 1 1,1 0 0,-1 0 0,0 1 0,0 0-1,0 0 1,0 0 0,0 1 0,-1 0 0,-2 0-44,6 1 15,-1 1 1,1-1 0,-1 0-1,0 1 1,1 0 0,0 0-1,-1 0 1,1 1 0,0 0-1,-1-1 1,1 1 0,0 1-1,1-1 1,-1 1 0,0-1-1,1 1 1,-1 0-1,1 0 1,0 1 0,-2 2-16,-4 6 64,1 1 1,1 0-1,0 1 1,0 0-1,2 0 0,0 0 1,0 1-1,1-1 1,1 1-1,-1 10-64,1 3 116,1 1 0,1-1-1,1 0 1,1 1 0,3 8-116,-2-25 5,0 0 1,0 0 0,2 0 0,-1 0-1,2-1 1,-1 1 0,2-1 0,-1-1-1,1 1 1,1-1 0,0 0 0,0 0-1,1-1 1,1 0 0,-1 0-1,1-1 1,1 0 0,0 0-6,5 1-64,0 1 0,1-2-1,0 0 1,1-1 0,0-1 0,0 0 0,0-1 0,1-1-1,-1-1 1,1 0 0,0-2 0,5 1 64,23-1-995,0-2 1,0-2-1,-1-2 0,1-2 1,20-7 994,62-24-7953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7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595 1 12003,'0'0'2469,"0"0"47,0 0-736,-2 20-1100,1-2-621,0 1 0,2 0 1,0 0-1,1-1 0,1 1 0,1-1 0,0 1 0,1-1 0,2 0-59,15 42 192,-3 2 0,8 45-192,-21-76 207,-2 0 1,0 1 0,-3-1 0,0 1-1,-2-1 1,-3 19-208,2-41 52,1-1 0,-1 0 0,-1 0 0,1 0 0,-2 0 0,1 0 0,-1 0 0,0-1 1,0 0-1,-1 1 0,0-2 0,0 1 0,-1-1 0,0 1 0,0-2 0,0 1 0,-1-1 0,0 0 0,0 0 0,0 0 0,0-1 0,-1-1 0,0 1 1,0-1-1,0 0 0,-5 0-52,1 0 14,-1 0 0,1-1 0,-1-1 0,1 0 0,-1-1 0,0 0 0,1-1 0,-1 0 0,1-1 0,-1-1 0,1 0 1,0 0-1,0-1 0,0-1 0,0 0 0,1 0 0,0-2 0,-6-3-14,-50-41-1766,2-2-1,-18-23 1767,-14-20-7697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7.4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17788,'0'0'2896,"0"0"-2127,0 0-345,0 0-424,0 0-825,138-54-4664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7.8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54 11827,'0'0'4355,"0"0"-3068,-6 20-704,2-6-458,-2 3 88,2 0 1,0 0-1,0 1 1,2 1-214,1-13 48,0 1-1,1-1 1,0 0 0,1 1 0,-1-1 0,1 1 0,0-1-1,1 0 1,-1 0 0,1 1 0,1-1 0,-1 0 0,1-1-1,0 1 1,3 4-48,0-3 22,1 1-1,0-1 0,0 1 1,0-2-1,1 1 0,0-1 1,1-1-1,-1 1 0,1-1 1,0-1-1,0 0 0,0 0 1,1-1-1,4 1-21,-10-2 4,1-1 1,0 0-1,-1-1 0,1 1 1,0-1-1,0 0 0,0 0 1,-1 0-1,1-1 0,0 0 1,-1 0-1,1 0 1,0 0-1,-1-1 0,1 0 1,-1 0-1,0 0 0,0 0 1,0-1-1,0 1 0,0-1 1,0 0-1,0-1 0,-1 1 1,0 0-1,0-1 1,0 0-1,0 0 0,0 0 1,1-4-5,3-6-60,-1-1 0,0 0 0,-1 0 0,-1 0 1,0-1-1,-2 1 0,1-1 0,-2-1 60,3-36 871,-4-33-871,0 55 1409,4 150-472,17 109-937,34 125 1387,-2-21-741,-52-323-670,4 24-222,-5-32 239,0-1-1,0 1 1,1-1 0,-1 1-1,0 0 1,1-1 0,-1 1-1,0-1 1,1 1 0,-1-1-1,0 1 1,1-1 0,-1 1-1,1-1 1,-1 0 0,1 1-1,-1-1 1,1 0 0,0 1-1,-1-1 1,1 0 0,-1 0-1,1 1 1,0-1 0,-1 0-1,1 0 1,-1 0 0,1 0-1,0 0 1,-1 0 0,1 0-1,0 0 1,-1 0 0,1 0-1,0 0 1,-1 0 0,1-1 0,-1 1-1,1 0 1,0 0 0,-1-1-1,1 1 1,-1 0 0,1-1-1,0 1 8,39-32-1030,5-6-128,204-132-6348,-116 86-260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8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259 41 10546,'0'0'6234,"0"0"-5506,0 0 616,-153-41-360,118 71-640,5 30 96,5 19 289,10 12-121,15 1-304,5-4-192,37-11-104,21-14 56,15-13-64,57-23-280,-17-16-1217,-10-11-4632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8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 0 15659,'0'0'1754,"-25"4"-787,12-2-788,4-1-85,0-1 0,0 2 0,0-1 0,0 1 0,1 1 0,-1 0 0,1 0 0,0 0 0,-1 1 0,2 0 0,-1 1 0,0 0-1,1 0 1,0 1 0,0-1 0,1 2 0,-1-1 0,1 1 0,1 0 0,-1 0 0,-1 3-94,-8 22 177,2-1 0,2 2 0,0 0 0,2 0-1,2 1 1,1 0 0,1 0 0,2 0-1,2 8-176,0-30 35,1 1 0,1-1 0,0 0 0,1 0 0,0 0 0,1 0 0,0 0 0,0-1 0,2 1 1,4 8-36,-1-6 10,0 0 1,2-1 0,0 0 0,0 0-1,1-1 1,0 0 0,13 9-11,-7-7-34,0-1 0,1-1 1,1-1-1,0 0 0,0-1 0,1-1 1,0-1-1,0-1 0,1-1 0,0 0 1,0-2-1,21 2 34,-31-4-151,0-2 1,0 1-1,0-1 0,1-1 1,-1 0-1,0-1 1,0 0-1,0-1 0,0 0 1,-1 0-1,1-1 1,-1-1-1,0 0 0,0 0 1,0-1-1,-1 0 0,0 0 1,0-1-1,-1-1 1,1 0-1,-2 0 0,1 0 1,-1-1-1,0 0 1,4-9 150,2-5-64,-2-1 0,-1 0 1,-1 0-1,-1-1 1,-1 0-1,-1-1 1,-2 1-1,2-17 64,0-47 1344,-4-79-1344,-3 95 856,-1 21-127,0 42-128,1 36-362,9 103 432,5 0-1,6-1 0,15 40-670,-8-36 186,-28-148-96,1 0 1,1 0 0,0 0-1,1-1-90,1-34 6,-5-39-1,0 24-124,3-1 1,3 1-1,5-22 119,-6 76-22,1-1-1,0 1 1,0 0 0,1 0-1,1 0 1,0 1 0,3-4 22,-7 12-8,0 0 0,1 1 0,0-1 0,-1 1 1,1 0-1,0-1 0,0 1 0,0 0 0,0 0 0,1 0 1,-1 0-1,0 1 0,1-1 0,0 1 0,-1-1 1,1 1-1,0 0 0,0 0 0,-1 0 0,1 0 0,0 1 1,0-1-1,0 1 0,0 0 0,0 0 0,0 0 0,0 0 1,0 0-1,0 0 0,0 1 0,0 0 0,2 0 8,-1 1-8,1 0 0,-1 0 0,0 0 0,0 1 0,0-1 1,0 1-1,0 0 0,0 0 0,-1 1 0,1-1 0,-1 1 0,0 0 0,2 2 8,30 56-44,-33-57 41,14 34-8,-1 1 1,-2 1-1,-3 0 1,0 0-1,-3 1 0,-1 0 1,-3 0-1,-1 1 1,-2-1-1,-3 23 11,2-56 3,-4 45-1,5-51 0,-1 0 1,1 0-1,-1-1 1,0 1-1,0 0 1,0 0-1,0 0 0,0-1 1,-1 1-1,1-1 1,-1 1-1,0-1 1,0 0-1,0 1 1,0 0-3,2-3 1,-1 0 1,1 0 0,0 0 0,0 0 0,0 0 0,0 0 0,0 0 0,-1 0-1,1 0 1,0 0 0,0 0 0,0 0 0,0 0 0,-1 0 0,1 0 0,0 0-1,0 0 1,0 0 0,0 0 0,0 0 0,-1 0 0,1 0 0,0 0 0,0 0-1,0 0 1,0-1 0,0 1 0,-1 0 0,1 0 0,0 0 0,0 0 0,0 0-1,0 0 1,0 0 0,0-1 0,0 1 0,0 0 0,0 0 0,-1 0 0,1 0-1,0 0 1,0 0 0,0-1 0,0 1 0,0 0 0,0 0 0,0 0 0,0 0-1,0-1 1,0 1 0,0 0 0,0 0 0,0 0 0,0 0 0,0 0 0,0-1-1,0 1 1,1 0 0,-1 0 0,0 0 0,0 0 0,0 0 0,0-1 0,0 1-2,-3-52 59,3-1 0,2 1 0,2 0 0,3 0 0,2 0 0,5-12-59,-13 56-1,12-50 22,20-54-21,-28 96-4,2 0-1,0 0 1,0 1-1,2 0 0,0 1 1,0 0-1,1 0 1,1 1-1,3-2 5,-10 11-4,1 0 0,0 0-1,-1 0 1,1 1 0,0 0 0,1 0 0,-1 0-1,1 1 1,-1-1 0,1 2 0,0-1 4,-3 1-6,0 0 1,0 1 0,1 0-1,-1-1 1,0 1-1,1 0 1,-1 1-1,0-1 1,1 0 0,-1 1-1,0 0 1,0 0-1,1 0 1,-1 0 0,0 0-1,0 1 1,0 0-1,0-1 1,-1 1-1,1 0 1,1 1 5,4 6 15,1 1 1,-1-1-1,-1 1 0,0 1 1,-1-1-1,1 1 0,-2 0 0,0 1 1,0-1-1,-1 1 0,-1 0 1,0 1-16,6 21 106,-2 0 1,-2 1 0,1 28-107,-4 178-135,-3-240 106,1-1-1,0 1 0,0-1 0,0 1 0,0-1 0,0 1 0,0-1 0,0 1 0,0-1 0,0 1 0,0-1 0,0 1 0,0-1 0,0 1 0,0 0 1,0-1-1,0 0 0,1 1 0,-1-1 0,0 1 0,0-1 0,1 1 0,-1-1 0,0 1 0,1-1 0,-1 0 0,0 1 0,1-1 0,-1 0 1,1 1-1,-1-1 0,0 0 0,1 1 0,-1-1 0,1 0 0,-1 0 0,1 0 0,-1 0 0,1 1 0,-1-1 0,1 0 0,-1 0 0,1 0 0,-1 0 1,1 0-1,-1 0 0,1 0 0,-1 0 0,1 0 0,-1 0 0,1-1 0,-1 1 0,1 0 0,-1 0 0,1 0 0,-1-1 0,1 1 0,-1 0 1,1 0-1,-1-1 0,0 1 0,1-1 0,-1 1 0,0 0 0,1-1 0,-1 1 0,1-1 30,27-27-3074,0-14-3634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9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15723,'0'0'2518,"0"0"-1296,10 40 27,114 361 1057,-82-287-1798,51 151 718,-76-206-936,-1 2 0,-4 0 1,1 28-291,-12-83 6,1 15-12,0 1 0,-1-1 0,-1 0 0,-3 19 6,3-39-3,0 0-1,0 0 0,0 0 0,-1 0 1,1 0-1,0 0 0,-1 0 0,1 0 0,0-1 1,-1 1-1,1 0 0,-1 0 0,1 0 1,-1-1-1,0 1 0,1 0 0,-1-1 1,0 1-1,0 0 0,1-1 0,-1 1 0,0-1 1,0 1-1,0-1 0,0 1 4,0-2 0,0 1 0,0 0-1,0 0 1,1 0 0,-1-1 0,0 1-1,0 0 1,0-1 0,0 1 0,1-1-1,-1 1 1,0-1 0,0 1-1,1-1 1,-1 1 0,0-1 0,1 0-1,-1 1 1,1-1 0,-1 0 0,1 0-1,-1 1 1,1-1 0,-1 0 0,1 0-1,0 0 1,-1 0 0,1 1 0,0-1-1,0 0 1,0 0 0,0-1 0,-6-27 11,1-1 1,1-1-1,2 1 0,1 0 1,2-1-1,0 1 1,2 0-1,2 0 0,4-17-11,-4 31-25,0 0 0,0 0-1,2 1 1,0 0-1,0 0 1,2 1-1,0 0 1,0 0 0,1 1-1,1 0 1,0 1-1,1 0 1,0 1-1,1 1 1,0-1-1,1 2 1,0 0 0,0 1-1,1 0 1,0 1-1,0 1 1,1 0-1,0 1 1,0 1-1,0 0 1,5 1 25,-5 0-24,0 2-1,1 0 1,-1 1-1,0 0 1,0 2 0,0 0-1,0 0 1,0 2 0,6 1 24,-13-2-8,-1 1 1,0 0 0,-1 0-1,1 0 1,0 1 0,-1 0-1,0 0 1,-1 1 0,1 0-1,-1 0 1,0 0 0,0 1-1,-1 0 1,0 0 0,0 1-1,-1-1 1,4 9 7,-3-4 12,0 0-1,-1 1 1,0 0 0,-1 0-1,0 0 1,-1 0 0,-1 0 0,0 0-1,-1 1 1,0-1 0,-1 0-1,0 0 1,-1 0 0,-1 0-1,0 0 1,-1 0 0,0 0 0,-1-1-1,0 0 1,-1 0 0,-1 0-1,1-1 1,-2 0 0,0 0-1,0-1 1,-1 0 0,0 0 0,-1-1-1,0 0 1,0-1 0,-11 7-12,2-3 124,-1-1 0,0 0 1,0-2-1,-1 0 1,0-1-1,-19 4-124,27-9 46,0 0-1,0-1 1,0 0 0,-1-1 0,1 0-1,-1-1 1,1-1 0,0 0-1,-1-1 1,1 0 0,0-1 0,-1-1-46,8 2-31,1 0 0,-1-1 1,0 0-1,1 0 1,0 0-1,0-1 0,0 1 1,0-1-1,0-1 1,1 1-1,-1 0 1,1-1-1,0 0 0,1 0 1,-1 0-1,1-1 1,0 1-1,1-1 0,-1 0 1,1 0-1,0 1 1,0-1-1,1-1 0,0 1 1,0 0-1,0 0 1,1-3 30,0-3-422,0-1 0,1 1 1,0-1-1,1 1 1,0-1-1,1 1 1,1 0-1,0 0 0,0 0 1,1 1-1,1 0 1,0-1-1,1 1 422,37-53-6900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9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134 190 16019,'0'0'2113,"0"0"-809,2 144 1217,-2-69-1001,0 4-840,0-9-488,0-12-144,-5-15-48,3-18-392,-6-25-776,3-9-1793,-2-23-8921</inkml:trace>
  <inkml:trace contextRef="#ctx0" brushRef="#br0" timeOffset="1">1 66 13115,'0'0'5721,"0"0"-4577,0 0 977,0 0-1249,0 0-872,0 0-872,0 0-2177,115-66-11714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09.8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0 121 14603,'0'0'1777,"0"0"54,6 25 296,4 17-1533,2-1 1,1-1-1,2 0 1,7 8-595,10 21 248,-31-67-278,-2-5-68,-8-53-256,3 23 178,1-1 0,1-12 176,3 36 18,1-1 0,1 0 0,0 1-1,0-1 1,1 1 0,0-1 0,1 1-1,1 0 1,2-7-18,-1 7 13,1 0 0,0 1 1,0 0-1,1 0 0,0 1 0,1-1 0,0 1 1,0 1-1,1 0 0,0 0 0,0 1 0,0 0 1,1 0-1,0 1 0,0 0 0,0 1 0,1 0 1,-1 1-1,1 0 0,0 1 0,4-1-13,-3 1 9,-1 1 0,0 0 0,0 0 0,1 1 0,-1 1 0,0 0 0,1 1 0,-1 0 0,0 0 0,0 1 0,0 0 0,-1 1 0,1 1 0,-1-1 0,0 2 0,0-1 0,-1 2 1,1-1-1,-1 1 0,7 7-9,-4-1 75,-1 1 0,0 0 0,-1 0 0,0 1 0,-2 0 0,1 0 0,-2 1 0,0 0 0,-1 1 0,3 14-75,2 17 45,-3 1 1,-2 0-1,-1 7-45,-3-27-158,3 4-1215,6-15-2166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0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239 0 13203,'0'0'2219,"-23"6"163,6-3-1872,8-3-322,0 2 1,0-1-1,0 1 1,1 1-1,-1-1 1,1 1-1,-1 1 1,1 0-1,0 0 1,0 0-1,1 1 1,0 0-1,-1 1 1,2 0-1,-1 0 0,1 0 1,-5 6-189,4-1 112,0 1 1,1 0 0,0 1-1,1-1 1,0 1-1,1 0 1,1 0-1,0 1 1,0-1-1,2 1 1,-1-1-1,2 1 1,0 0-1,0-1 1,2 1-1,-1 0 1,2-1-1,2 8-112,-2-10 2,0-1 0,1 1 0,0-1 0,0 0 0,1 0 0,1-1 0,0 1-1,0-1 1,1-1 0,0 1 0,0-1 0,1 0 0,0-1 0,0 0-1,1 0 1,0 0 0,0-2 0,1 1 0,0-1 0,0 0 0,0-1-1,0 0 1,2 0-2,-2-1-151,-1-1-1,1 0 1,-1 0-1,1-1 1,0 0-1,0-1 1,0 0-1,-1-1 1,1 1-1,0-2 0,-1 0 1,1 0-1,2-1 152,-5 0-128,0 0-1,0-1 1,-1 0-1,0 0 1,1 0-1,-1-1 0,-1 1 1,1-1-1,-1-1 1,0 1-1,0-1 1,-1 0-1,1 0 0,-1 0 1,-1-1-1,1 0 1,1-4 128,5-16 116,0 0 0,-2-1-1,-1 0 1,-1 0 0,2-29-116,-1-62 4329,-14 239-3533,3-85-686,1-1-1,2 1 0,2 0 0,1-1 1,1 1-1,8 30-109,-10-59-58,1 0 0,0-1 0,0 1 1,1 0-1,-1-1 0,1 0 0,0 0 0,1 0 0,-1 0 1,1 0-1,0-1 0,0 0 0,0 1 0,1-2 0,0 1 1,-1 0-1,3 0 58,2 0-653,0 0 0,0 0 0,1-1 0,-1 0 0,1-1 0,0 0 0,-1-1 0,1 0 1,0 0-1,0-1 653,41 1-9525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0.6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221 0 13619,'0'0'2783,"0"0"-541,-26 5-180,9-3-1721,5 0-196,0-1 0,0 2 0,1 0 0,-1 0 0,-4 2-145,11-3 51,1 0 0,-1 1-1,1-1 1,0 1-1,-1 0 1,1 0 0,0 0-1,1 1 1,-1-1 0,1 1-1,-1 0 1,1 0-1,0 0 1,0 0 0,1 0-1,0 1 1,-2 3-51,-4 15 136,1 2 0,0-1 0,2 1-1,1 0 1,1 0 0,2 0 0,0 0 0,1 0 0,2 1 0,0-1 0,5 15-136,-5-30-1,1 0 0,0-1 0,1 1 0,0-1 0,0 0 0,1 0 0,0 0 0,1-1 0,0 1 0,0-1 0,1-1 1,0 1-1,0-1 0,1-1 0,0 1 0,0-1 0,0 0 0,1-1 0,0 0 0,6 2 1,4 1-153,0-1-1,0-1 1,0-1 0,1-1-1,0-1 1,0 0 0,0-1-1,0-1 1,18-2 153,-28 0-169,0 1 1,0-2 0,0 1-1,0-1 1,0-1-1,0 0 1,0 0 0,-1-1-1,0 0 1,0-1-1,0 0 1,0 0 0,-1-1-1,1 0 1,4-6 168,-3 2-116,-1-1-1,0 0 1,0 0 0,-1-1 0,-1 0 0,0-1-1,-1 0 1,0 0 0,-1 0 0,2-6 116,5-29 1050,-3 0 1,-1 0 0,-2-1 0,-3 0 0,-2-48-1051,1 127 269,1-1 1,1 0-1,2 2-269,7 52 226,-13-79-219,5 50-5,2 0 0,2-1 1,4 3-3,-11-49-106,0-1 0,1 1 1,-1-1-1,2 0 1,-1 0-1,1 0 0,-1 0 1,2 0-1,-1-1 0,1 0 1,-1 0-1,1 0 0,1-1 1,4 4 105,-1-2-823,1 0 0,-1-1-1,1 0 1,0-1 0,9 3 823,36 7-8114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1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267 0 12499,'0'0'1751,"0"0"579,-28 6-369,9-3-1649,5-1-146,0 0-1,0 2 1,0-1-1,-12 6-165,20-6 86,0 0 0,0 0 0,0 0 0,1 1 0,-1 0 0,1 0 0,0 0 0,0 1 0,0-1 0,1 1 0,0 1 0,0-1 0,0 0 0,-2 6-86,-5 9 260,2 0 0,1 1 0,1 0 0,0 1 0,2 0 0,1 0 0,0 0 0,2 0 0,0 10-260,1-22 16,0 0 0,1 0 0,1 0 0,0 0 0,0 0 0,1 0 0,0 0 0,1 0 0,0-1 0,1 1 0,0-1 0,0 0 0,1 0-1,0 0 1,0 0 0,1-1 0,0 0 0,1 0 0,0-1 0,0 0 0,5 4-16,-7-8-75,0 1-1,1-1 0,-1 0 0,1 0 1,0 0-1,0-1 0,0 0 1,0 0-1,0-1 0,0 1 0,1-1 1,-1-1-1,0 1 0,1-1 1,-1 0-1,0-1 0,1 1 0,-1-1 1,0 0-1,0-1 0,1 0 1,-1 0 75,4-2-195,-1 0 0,-1-1 0,1 0 0,-1-1 1,1 0-1,-2 0 0,1 0 0,-1-1 0,0 0 1,0-1-1,-1 0 0,0 0 0,2-3 195,6-12-200,-1 0 1,-2-1-1,0 0 1,-1-1-1,-2 0 0,6-25 200,-9 24 653,0 0-1,-2 0 1,-1-1-1,-1-5-652,-2 47 103,-1 0-1,-1 0 1,0 0-1,-1-1 1,-5 14-103,-7 24 173,9-21-3,-44 192 993,42-175-717,2 0 0,2 1 0,2 7-446,7-104-68,3 0 0,1 1 0,3 0 1,1 1-1,17-37 68,-17 44 34,-7 26-24,7-27 110,2 0-1,2 2 0,1 0 0,4-3-119,-17 33 13,0 0-1,1 1 0,0-1 1,0 1-1,1 0 0,0 0 1,0 1-1,1-1 0,0 1 1,0 1-1,0-1 0,1 2 1,0-1-1,0 1 0,0 0 1,0 0-1,0 1 0,1 0 1,0 0-1,0 1 1,4 0-13,-8 2 5,0 0 1,-1 0-1,1 1 1,-1-1-1,1 1 1,-1 0 0,1 1-1,-1-1 1,1 1-1,-1 0 1,0 0-1,0 0 1,0 1 0,0-1-1,0 1 1,-1 0-1,1 0 1,-1 0-1,0 1 1,0-1 0,0 1-1,0-1 1,0 1-1,-1 0 1,0 0-1,0 0 1,0 1-1,0-1 1,-1 0 0,1 2-6,4 14 122,0-1 1,-1 2 0,-1-1 0,-2 1 0,1-1 0,-2 6-123,1 4 101,-1 0 0,-2 1 1,-1-1-1,-1 0 1,-2 0-1,-1 0 0,-5 14-101,8-36 99,-8 38-964,11-45 768,0 0 0,0-1 0,0 1 1,0-1-1,0 1 0,0 0 0,1-1 1,-1 1-1,0-1 0,0 1 0,0-1 1,1 1-1,-1-1 0,0 1 0,0-1 1,1 1-1,-1-1 0,1 1 0,-1-1 1,0 1-1,1-1 0,-1 0 0,1 1 1,-1-1-1,1 0 0,-1 1 97,2-1-302,-1 0 0,1 0 0,-1 0 0,0 0 1,1 0-1,-1 0 0,1 0 0,-1 0 0,1 0 0,-1-1 0,0 1 0,1 0 0,-1-1 1,0 1-1,1-1 0,-1 0 302,28-16-9698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1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0 355 11346,'0'0'3529,"0"0"-1490,22-8-288,10-3-1451,0 0 0,1 2 0,1 1-1,23-1-299,-24 6 33,-4 1 11,1-2 0,-1-1-1,0-1 1,0-1 0,4-3-44,-27 8 5,0 0 0,1-1 0,-1 0 0,-1 0 0,1 0 1,0-1-1,-1 0 0,1 0 0,-1 0 0,0-1 0,-1 1 0,1-1 1,-1 0-1,0-1 0,0 1 0,0-1 0,-1 0 0,0 0 0,0 0 1,-1 0-1,1 0 0,-2-1 0,1 1 0,0-1 0,-1-1-5,0 1 73,0-1 0,0 0 0,-1 0-1,0 0 1,0 0 0,-1 0 0,0 0-1,0 1 1,-1-1 0,0 0-1,-1-1-72,1 6 31,1 0 0,-1 1 0,0-1 0,0 1 0,0-1 0,0 1 0,0 0 0,0 0 0,-1 0 0,1 0-1,-1 0 1,1 0 0,-1 1 0,0-1 0,0 1 0,1 0 0,-1-1 0,0 2 0,0-1 0,0 0-1,0 0 1,0 1 0,-1 0 0,1 0 0,0 0 0,0 0 0,0 0 0,0 0 0,-2 1-31,-2 1 20,-1-1 0,1 1 0,-1 1 0,1-1 0,0 1 0,0 1 1,0-1-1,1 1 0,-1 0 0,1 1 0,0 0 0,0 0 0,0 0 0,1 0 1,0 1-1,-4 4-20,-7 11 82,0 1-1,2 0 1,0 1 0,-2 7-82,7-11 54,1-1-1,0 1 1,2 1 0,0-1-1,1 1 1,1 0 0,0 13-54,3-26 10,0 0 1,0 0-1,1 0 1,1 0 0,-1 0-1,1 0 1,0 0-1,0 0 1,1 0-1,0 0 1,0-1 0,1 1-1,0-1 1,0 0-1,0 1 1,1-1-1,0-1 1,0 1 0,0-1-1,1 1 1,0-1-1,0 0 1,4 2-11,2 0-2,1 0-1,0-1 1,0-1 0,1 0 0,0 0 0,0-1-1,0-1 1,0 0 0,0-1 0,7 0 2,18 0-683,0-1 1,30-4 682,-32 1-2632,0-3 0,19-4 2632,62-24-12621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1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460 0 12515,'0'0'2906,"0"0"-534,0 0-810,0 0-615,-9 25-418,1-1-435,1 0 1,1 1-1,-1 11-94,7-30 14,0 0-1,1 0 1,-1 0 0,1 0-1,1 0 1,-1 0 0,1-1-1,0 1 1,0 0 0,0-1 0,1 0-1,0 0 1,0 1 0,1-2-1,-1 1 1,1 0 0,3 2-14,10 16 111,-6-5 10,-1 1 0,0 0 0,-1 1 0,-1 0 0,-1 0 0,-1 1-1,-1 0 1,0 0 0,-2 0 0,0 0 0,-2 1 0,0-1 0,-2 6-121,1-13 82,-2-1 1,0 0-1,0 0 0,-1 0 0,-1 0 1,0 0-1,-1 0 0,0-1 0,-1 0 1,-1 0-1,1-1 0,-2 1 0,0-1 1,0-1-1,-1 0 0,0 0 0,0-1 1,-2 0-1,1 0 0,-1-1 0,-6 3-82,9-6 47,0 0-1,-1-1 1,1 0-1,-1 0 1,0-1-1,0 0 1,0-1-1,-1 0 1,1 0-1,-1-1 1,1 0-1,0-1 1,-9-1-47,10 0-21,1 0 0,-1-1 0,0 0 0,1 0 0,0-1 0,-1 0 0,1 0 0,0-1 0,1 0 0,-1 0 0,1 0 0,-1-1 0,1 0 0,1-1 0,-1 1 0,1-1 0,-2-2 21,-29-41-2578,1-1-1,-3-13 2579,-8-16-9326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2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19540,'0'0'2273,"0"0"-1401,0 0-872,0 0-600,0 0-6402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5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41 6793,'0'0'1151,"0"0"-148,0 0 715,0 0 29,0 0-264,1-10-153,1-5-2519,0-1 5994,-1 23 1087,-3 17-5146,-10 76-370,-5-1 1,-30 94-377,8-36 260,2-5 276,-7-2 1,-44 97-537,74-209 82,9-23-206,4-13-172,3-5-229,5-9-235,1 0 0,0 1 0,1 0 0,0 0 0,1 1 1,3-2 759,19-22-4229,-8 4-1794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6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 3 8210,'0'0'1799,"0"0"-124,0 0-27,0 0-658,0 0-516,0 0 5,-15-3 2431,16 11-2621,0-1-1,1 0 0,0 0 1,0 0-1,1 0 0,0 0 1,0 0-1,3 2-288,11 28 564,103 301 679,-116-328-1230,-1-2 0,2 1 0,-1 0 0,1-1 0,1 0 0,-1 0-1,1 0 1,1-1 0,0 0 0,0 0 0,0-1 0,0 0 0,1 0 0,0 0-1,1-1 1,-1 0 0,1-1 0,0 0 0,0-1 0,0 1 0,0-2-1,1 1 1,-1-1 0,1-1 0,-1 0 0,1 0 0,0-1 0,0 0-1,-1-1 1,1 0 0,3-1-13,-5 1 12,-1-2 0,1 1 0,-1-1 0,0 0 0,0-1 0,0 0 0,0 0 0,0 0 0,-1-1 0,0 0 0,0 0 0,0-1 0,1-1-12,17-20 56,0-1 0,5-10-56,-12 16 24,91-113 107,-92 121-499,-2 9-3344,-8 5-2854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6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98 9554,'0'0'1535,"0"0"-352,0 0 749,0 0 38,0 0-450,0 0-203,0-20-116,0-57-175,1 112-138,-2 88 714,-8 55-1602,-3-52 406,6 0 0,6 14-406,1-127 21,0 0 1,1-1-1,0 1 1,2 7-22,-3-16-78,0 0 1,1 0-1,-1 0 1,1 0 0,0-1-1,0 1 1,0 0-1,0-1 1,0 1-1,1-1 1,0 0-1,-1 0 1,1 0-1,1 0 1,1 1 77,-5-4-167,0 0 0,1 0 1,-1 0-1,0 0 0,0 0 1,0 0-1,0 0 1,0 0-1,1 0 0,-1 0 1,0 0-1,0 0 0,0 0 1,0 0-1,0-1 0,0 1 1,1 0-1,-1 0 0,0 0 1,0 0-1,0 0 1,0 0-1,0 0 0,0-1 1,0 1-1,0 0 0,0 0 1,1 0-1,-1 0 0,0 0 1,0-1-1,0 1 1,0 0-1,0 0 0,0 0 1,0 0-1,0 0 0,0-1 1,0 1-1,0 0 0,0 0 1,0 0-1,0 0 0,0 0 1,0-1-1,-1 1 1,1 0-1,0 0 0,0 0 1,0 0-1,0 0 0,0-1 1,0 1-1,0 0 0,0 0 1,0 0-1,-1 0 0,1 0 1,0 0-1,0 0 1,0 0-1,0 0 0,0 0 1,-1-1-1,1 1 167,-8-10-8927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17.4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13035,'0'0'2027,"0"0"-712,0 0-583,0 0-469,0 0-49,11 23 323,2 5-318,12 23 1023,13 45-1242,-19-43 618,40 106 557,-47-133-1081,0-1-1,1-1 1,2 0-1,16 20-93,-30-42 10,0-1-1,0 0 0,0 1 1,0-1-1,1 0 1,-1 0-1,1 0 0,-1 0 1,0 0-1,1 0 0,0 0 1,-1 0-1,1 0 1,0-1-1,-1 1 0,1-1 1,0 1-1,0-1 0,-1 0 1,1 0-1,0 0 0,0 0 1,0 0-1,-1 0 1,1 0-1,0-1 0,0 1 1,-1 0-1,1-1 0,0 0 1,-1 1-1,1-1 1,0 0-1,-1 0 0,1 0 1,-1 0-1,1 0 0,-1 0 1,1-1-10,7-6 33,0 0 0,-1-1 1,0 0-1,-1 0 0,4-6-33,-5 7-17,54-77 206,-5-3 0,-3-1 0,19-51-189,-71 139-110,1 0 0,-1 0 0,1 0 0,0 1 0,0-1 0,-1 0 0,1 1 0,0-1 1,0 0-1,0 1 0,0-1 0,-1 1 0,1-1 0,0 1 0,0-1 0,0 1 0,0 0 0,0 0 0,0-1 0,0 1 0,0 0 0,1 0 1,-1 0-1,0 0 0,0 0 0,0 0 0,0 0 0,0 1 0,0-1 0,0 0 110,9 1-1915,5-1-3766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4.4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461 21 9522,'0'0'1466,"0"0"-113,-22-3 584,14 2-1669,-96-11 1932,15 7 2867,87 5-4995,0 1 1,0-1 0,0 0 0,-1 1-1,1-1 1,0 1 0,0 0-1,0-1 1,0 1 0,0 0 0,1 0-1,-1 0 1,0 1 0,0-1-1,1 0 1,-1 1 0,0-1 0,1 1-1,-2 1-72,-23 41 170,23-39-132,-28 66 38,3 2 0,2 1-1,4 0 1,4 2 0,2 0-1,4 1 1,0 50-76,9-85 98,1 1 0,3-1 0,1 1 0,2-1 0,5 17-98,-5-40 17,1-1 1,0 0-1,1 0 0,2 0 0,-1-1 0,2 0 0,1 0 0,0-1 1,0 0-1,2-1 0,0 0 0,1-1 0,2 1-17,9 6-14,1-1 0,1-1 0,1-1 0,0-1 0,1-2 1,1-1-1,1-1 0,-1-1 0,2-2 0,0-1 0,0-1 0,1-2 0,-1-1 0,1-2 0,10-1 14,-32-1-3,0 0 1,0-1-1,0-1 0,0 0 1,0 0-1,0-1 0,0 0 1,-1-1-1,1 0 0,-1-1 1,0 0-1,1 0 0,-2-1 1,1 0-1,-1 0 0,1-1 1,-1 0-1,-1-1 0,1 1 1,-1-2-1,-1 1 0,1-1 1,-1 0-1,-1 0 0,3-5 3,3-7 16,-1 0 1,-1-1-1,-1-1 0,0 1 0,-2-1 1,-1-1-1,3-18-16,-1-26 92,-2 1 0,-3-5-92,-1 25 147,-2 0 1,-2 0 0,-3 0-1,-1 1 1,-2-1 0,-7-17-148,9 41 75,-1 0-1,-1 1 1,0 0-1,-2 0 1,0 1 0,-1 1-1,-1 0 1,-1 1 0,-1 0-1,-1 1 1,0 0-1,-1 2 1,0 0 0,-3-1-75,-12-5 54,-1 0 1,0 3-1,-33-13-54,47 22-352,-1 2 0,0 1 0,0 0 0,-1 1-1,0 1 1,1 1 0,-20 0 352,38 5-3054,2 3-4321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4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179 305 12395,'0'0'1712,"2"26"-704,1 1-686,14 189 2917,-16-128-645,-1-88-2558,0 0 0,0 0 0,0 1 0,0-1 0,0 0 0,0 0 0,0 0 0,0 0 0,0 0 0,0 0 1,0 1-1,0-1 0,0 0 0,0 0 0,0 0 0,0 0 0,0 0 0,0 1 0,0-1 0,0 0 0,-1 0 0,1 0 0,0 0 0,0 0 0,0 0 0,0 1 0,0-1 1,0 0-1,0 0 0,0 0 0,0 0 0,-1 0 0,1 0 0,0 0 0,0 0 0,0 0 0,0 0 0,0 1 0,-1-1 0,1 0 0,0 0 0,0 0 0,0 0 0,0 0 1,0 0-1,-1 0 0,1 0 0,0 0 0,0 0 0,0 0 0,0 0 0,0 0 0,0 0 0,-1-1 0,1 1 0,0 0 0,0 0 0,0 0 0,0 0 0,0 0 1,-1 0-38,-10-10 792,-8-16-316,-16-45 82,3-2 1,4-1-1,-16-68-557,37 121-48,2-1 1,0 0 0,1 0-1,1-1 1,1-16 47,2 36-80,0-1-1,0 1 1,1 0 0,-1-1 0,1 1 0,0 0 0,0-1 0,0 1 0,1 0 0,-1 0 0,1 0 0,-1 0 0,1 0 0,0 0 0,0 0-1,0 1 1,1-1 0,2-1 80,3-3-603,1 0 1,0 1-1,1 1 0,-1-1 0,3 1 603,-6 2-445,39-18-5733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5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278 521 14363,'0'0'2401,"0"0"-1157,-23-3 235,-77-9-242,96 11-1204,1 1-1,-1 0 0,0 0 0,0 0 1,1 1-1,-1-1 0,0 1 0,0 0 1,1 0-1,-1 0 0,1 1 0,-1-1 1,1 1-1,0 0 0,-1 0 0,1 0 0,0 0 1,0 0-1,1 1 0,-1-1 0,-1 2-32,-1 3 20,0 0-1,1 1 1,0 0-1,0-1 1,0 1-1,1 1 1,-1 2-20,-1 3 63,-4 16-24,0 0 1,2 1-1,1 0 1,1 1-1,2 0 1,2-1 0,0 1-1,2 0 1,4 20-40,-4-44-23,1 1 1,0-1 0,0 0 0,1 1 0,0-1-1,0 0 1,1 0 0,0-1 0,0 1 0,1-1-1,0 0 1,0 0 0,1-1 0,0 0-1,0 1 1,1-2 0,-1 1 0,1-1 0,0 0-1,1-1 1,-1 1 0,1-1 0,0-1 0,0 0-1,0 0 1,0 0 0,1-1 0,-1 0-1,5 0 24,-1-1-112,-1 1 1,1-1 0,0-1 0,0 0 0,0-1-1,0 0 1,0-1 0,-1 0 0,1-1 0,-1 0 0,1-1-1,-1 0 1,0-1 0,-1 0 0,1-1 0,-1 0-1,0-1 1,0 0 0,-1 0 0,0-1 0,2-2 110,0-5 42,0 0 0,-1 0 0,-1-1 0,-1 0 0,0 0-1,-1-1 1,0 0 0,-1-1 0,-2 1 0,1-1 0,-2 0 0,-1 0 0,0 0 0,-1-8-42,1-27 170,-4 1 0,-1-1 0,-3 1 0,-4-16-170,-9-30 362,-21-62-362,24 109 1385,-1 0 0,-3 2 0,-26-45-1385,46 94 31,0 0 0,0 0 1,0 0-1,0 0 1,0 0-1,0 1 1,0-1-1,0 0 0,0 0 1,0 0-1,0 0 1,0 0-1,0 0 0,-1 0 1,1 1-1,0-1 1,0 0-1,0 0 0,0 0 1,0 0-1,0 0 1,0 0-1,-1 0 0,1 0 1,0 0-1,0 0 1,0 0-1,0 0 1,0 0-1,-1 0 0,1 0 1,0 0-1,0 0 1,0 0-1,0 0 0,0 0 1,0 0-1,-1 0 1,1 0-1,0 0 0,0 0 1,0 0-1,0 0 1,0 0-1,0 0 0,-1 0-31,4 23-65,20 71 131,69 336 314,-80-346-450,1 3-147,12 43 217,-17-100-1347,1 0 0,2-1 1,9 18 1346,4-1-5557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5.9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113 372 12963,'0'0'1854,"24"-6"-754,170-38 892,-166 39-1874,5-1-41,0-1 0,-1-2 1,27-11-78,-57 19 10,1 0 1,-1 0 0,0 0 0,1-1 0,-1 1 0,0-1 0,0 1 0,0-1-1,0 0 1,0 1 0,0-1 0,-1 0 0,1 0 0,-1-1 0,1 1-1,-1 0 1,1-2-11,-2 2 27,0 1 0,1 0 0,-1 0 0,-1-1 0,1 1 0,0 0 0,0 0 0,0 0 0,-1-1 0,1 1 0,0 0 0,-1 0 0,1 0 0,-1 0 0,0 0 0,1-1 0,-1 1 0,0 0-1,1 0 1,-1 1 0,0-1 0,0 0 0,0 0 0,0 0 0,0 1 0,0-1 0,0 0 0,0 1 0,0-1 0,-1 1 0,1-1 0,0 1 0,0 0 0,0-1 0,-2 1-27,-16-7 308,-1 0 0,0 2 0,-1 0 0,1 2 0,-1 0 0,1 1 0,-1 1 0,0 1 0,0 1 0,-15 3-308,22-2 49,0 0 1,1 2-1,-1 0 1,1 0-1,0 1 0,0 1 1,1 0-1,-1 1 0,1 0 1,1 1-1,-1 0 0,2 1 1,-1 0-1,1 1 1,0 0-1,-3 6-49,3-3 87,1 0 0,1 1 1,0 1-1,1 0 0,0 0 0,1 0 1,1 0-1,1 1 0,0 0 0,1 0 0,-1 15-87,3-21 25,0 0 0,1 1 0,0-1 0,1 0 0,0 1 0,1-1 0,0 0 0,0 0 0,1 0 0,0 0 0,1 0 0,0-1 0,1 0 0,0 0 0,0 0 0,1 0 0,0-1 0,0 0 0,2 1-25,6 3 4,-1-1 0,2 0 1,0-1-1,0-1 0,0 0 1,1-1-1,1-1 1,-1 0-1,1-1 0,0-1 1,0-1-1,9 1-4,-13-2-36,0-2 0,0 1 0,-1-1 0,1-1 0,0 0 0,0-1 0,0-1 0,-1 0 0,1 0 0,-1-1 1,1-1-1,-1 0 0,0-1 0,0 0 0,-1-1 0,0 0 0,7-5 36,3-7-234,-1-1 1,0 0-1,-2-2 0,0 0 1,-1-1-1,-2-1 1,0-1-1,7-16 234,-1-2-212,-2-1-1,-1-1 0,-3-1 1,6-30 212,-6-22 453,-5 123 550,59 367-116,-74-457-887,4-1 0,3-28 0,0 72 37,1 0 1,1-1 0,0 1-1,2 1 1,0-1 0,1 1 0,2 0-1,0 1 1,0 0 0,2 0-1,1 1 1,9-12-38,-12 18 5,1 2 0,0-1 1,0 1-1,1 0 0,0 1 1,0 1-1,1 0 0,1 0 0,2 0-5,-6 4 13,0 0 0,0 0 0,0 1 0,0 1 0,1 0 0,-1 0 0,1 1 0,0 0 0,0 0 0,-1 1 0,1 0 0,0 1 0,8 2-13,-13-2 22,1 0 0,-1 1 0,0-1 0,0 1 0,0 0-1,0 1 1,-1-1 0,1 1 0,-1 0 0,1 0 0,-1 0 0,0 1 0,0 0 0,0 0 0,1 2-22,1 2 44,-1 0 0,0 0 0,-1 0 1,1 0-1,-2 1 0,1 0 0,-1 0 1,1 6-45,2 17 119,-1 1 0,-2-1 0,-1 1 0,-2 21-119,0-52 2,-5 204-1152,5-202 730,0-4 364,0 0 0,0 0-1,0 0 1,0 1 0,0-1-1,-1 0 1,1 0 0,0 0 0,0 0-1,0 0 1,0 1 0,0-1-1,0 0 1,0 0 0,0 0 0,0 0-1,0 1 1,0-1 0,0 0-1,0 0 1,0 0 0,0 0 0,0 1-1,0-1 1,0 0 0,1 0-1,-1 0 1,0 0 0,0 0 0,0 1-1,0-1 1,0 0 0,0 0-1,0 0 1,0 0 0,1 0 0,-1 0-1,0 0 1,0 1 0,0-1-1,0 0 1,0 0 0,1 0 0,-1 0-1,0 0 1,0 0 0,0 0-1,0 0 1,0 0 0,1 0 0,-1 0-1,0 0 1,0 0 0,0 0-1,0 0 1,1 0 0,-1 0 0,0 0-1,0 0 1,0 0 0,0 0 56,11-4-5683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 1 2833,'0'0'952,"0"0"-952,-158 0-392,101 0-472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49.8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1 174 10266,'0'0'2110,"0"0"-1315,0 0-588,7 21 225,34 126 3106,1 34-3538,-41-176 59,29 152 2370,-4 38-2429,-52-374 2198,11 90-2147,3-1-1,4-16-50,7 87 9,0-34 38,1-1 1,6-37-48,-4 77 4,0-1 1,1 1-1,1-1 1,0 1-1,1 0 1,0 0-1,1 1 1,1-1-1,0 2 1,1-1-1,0 1 1,2-1-5,-9 11 0,0 1-1,0-1 1,0 1 0,0-1 0,1 1 0,-1 0 0,1 0 0,-1-1-1,1 1 1,-1 0 0,1 0 0,0 0 0,-1 1 0,1-1-1,0 0 1,-1 1 0,1-1 0,0 1 0,0 0 0,0-1-1,0 1 1,0 0 0,-1 0 0,1 0 0,0 0 0,0 0-1,0 1 1,0-1 0,0 1 0,-1-1 0,1 1 0,0 0 0,0-1-1,-1 1 1,1 0 0,-1 0 0,1 0 0,-1 0 0,1 1-1,0-1 1,5 7-1,0-1 0,0 1 0,-1 0 0,0 0-1,-1 0 1,1 1 0,-1 0 1,73 144-1,-44-84 1,2-2 0,3-1 0,12 12 0,-37-59 0,1 0 0,1-1 0,1-1 0,0 0 0,1-2 0,1 0 0,0-1 0,1-1 0,0 0 0,1-2 0,1 0 0,9 2 0,-21-9 1,1 0 0,-1-1 1,0-1-1,1 0 0,0 0 1,-1-1-1,1 0 0,0-1 1,-1 0-1,11-2-1,-17 2 7,0-1 0,0 0 1,0-1-1,0 1 0,-1-1 0,1 0 0,0 0 0,-1 0 1,1 0-1,-1 0 0,0-1 0,0 0 0,0 1 0,0-1 1,0 0-1,0-1 0,-1 1 0,0 0 0,0-1 1,0 1-1,0-1 0,0 0 0,0 0 0,-1 0 0,0 0 1,0 0-1,0 0 0,0 0 0,-1 0-7,4-18 62,-2 0 1,0 0-1,-2-1 0,0 1 0,-1 0 1,-2 0-1,0 0 0,-1 0 1,-1 0-1,-1 1 0,-4-7-62,-2-2 131,-2 0 1,-2 1-1,0 0 0,-2 1 1,-1 1-1,-1 1 0,-8-7-131,-6-2 50,25 27-62,0-1 0,0 0 0,1 0 0,1 0 0,-1-1 0,2-1 0,-4-4 12,10 13-65,-1 2 42,1-1-1,0 1 1,0 0-1,0-1 1,-1 1-1,1 0 1,0-1 0,0 1-1,0 0 1,0-1-1,0 1 1,0-1-1,0 1 1,0 0-1,0-1 1,0 1 0,0 0-1,0-1 1,0 1-1,0-1 1,0 1-1,0 0 1,1-1 0,-1 1-1,0 0 1,0-1-1,0 1 1,1 0-1,-1-1 1,0 1 0,0 0-1,1 0 1,-1-1-1,0 1 1,0 0-1,1 0 1,-1-1 0,0 1-1,1 0 1,-1 0-1,0 0 1,1 0-1,-1-1 1,1 1 0,-1 0-1,0 0 1,1 0-1,-1 0 1,0 0-1,1 0 1,-1 0-1,1 0 1,-1 0 0,0 0-1,1 0 1,-1 1-1,0-1 1,1 0-1,-1 0 1,0 0 0,1 0-1,-1 0 24,113-4-8092,-55 4 387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0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 14323,'0'0'1583,"-5"21"-847,-3 14-344,2 1 0,1-1-1,1 23-391,3-43 62,1 0 0,1 1-1,0-1 1,1 0-1,1 0 1,0 0-1,1 0 1,1 0-1,0-1 1,1 1 0,3 4-62,3-1 28,0 0 0,0-1 0,2-1 0,0 0 0,1 0 0,1-2 0,0 0 0,1 0 0,0-2 1,13 7-29,-17-11 20,1-1 1,0 0-1,0-1 0,0-1 1,1 0-1,0-1 1,0 0-1,0-2 1,0 0-1,0 0 1,1-1-1,-1-1 1,0-1-1,1 0 1,3-1-21,-12 0 55,-1 0 1,1 0 0,-1 0-1,1-1 1,-1 0 0,0 0-1,0-1 1,0 1 0,0-1-1,-1-1 1,0 1 0,0-1-1,0 0 1,0 0 0,-1 0-1,1-1 1,-2 1 0,1-1-1,0 0 1,-1 0 0,0-1-1,-1 1 1,1-1 0,-1 1 0,-1-1-1,1-2-55,3-15 273,-1 0-1,-1-1 1,-1 0 0,-1 1-1,-2-1 1,-2-21-273,1 35 51,1-1 1,-2 0-1,1 1 1,-2 0-1,1 0 0,-2 0 1,1 0-1,-2 0 0,1 1 1,-1 0-1,-1 0 1,0 1-1,0-1 0,-1 1 1,0 1-1,0 0 0,-1 0 1,-5-3-52,1 2-47,0 1 0,0 0 0,-1 1 0,0 0 0,-1 2 0,1-1 0,-1 2 0,0 0 0,0 0 1,-1 2-1,1 0 0,-1 0 0,-9 2 47,23 0-102,0-1 1,1 1 0,-1 0-1,0 1 1,0-1-1,1 0 1,-1 0-1,0 1 1,1-1 0,-1 1-1,0-1 1,1 1-1,-1 0 1,1 0 0,-1-1-1,1 1 1,-1 1 101,2-1-300,-1 0 0,0 0 0,1 0 0,-1 0 0,1 1 0,0-1 0,-1 0 0,1 0 0,0 1 0,0-1 0,0 0 0,0 1 0,0-1 0,0 0 0,0 1 0,1-1 0,-1 0 0,0 0 0,1 1 1,-1-1-1,1 0 0,-1 0 0,1 1 300,12 18-8817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0.5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0 122 14915,'0'0'1674,"0"0"-950,19 24 320,121 167 1038,-128-173-1971,14 21 87,2-1 0,33 34-198,-54-64 19,1-1-1,0 1 0,0-1 1,1 0-1,-1-1 1,1 0-1,1 0 1,-1-1-1,1-1 1,0 1-1,0-1 1,1-1-1,-1 0 1,1 0-1,6 0-18,-13-4 53,0 1 0,-1 0-1,1-1 1,0 0 0,0 0 0,-1 0-1,1-1 1,0 1 0,-1-1 0,1 1-1,-1-1 1,0 0 0,0-1 0,0 1-1,0-1 1,0 1 0,0-1 0,0 0-1,-1 0 1,0 0 0,1 0 0,-1 0-1,0-1 1,-1 1 0,1-1 0,0 1-1,-1-1 1,1-3-53,5-14 237,0-1-1,-2 0 0,0 0 1,0-9-237,-5 29 10,8-54 215,-2-2 1,-2 1 0,-3 0 0,-6-44-226,-8 37-1853,16 59-983,14 2-4015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1.1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222 1 16291,'0'0'1845,"0"0"-921,-25 5-16,8-2-769,5-1-79,0 0 0,1 1 0,-1 1 0,1-1 0,-5 4-60,11-5 14,0 1 1,0 0-1,0 0 1,1 0 0,0 0-1,-1 1 1,1-1 0,1 1-1,-1 0 1,0 1-1,1-1 1,0 0 0,0 1-1,0 0 1,1 0-1,-2 3-14,-4 15 111,0 1-1,1 0 0,2 0 0,0 0 0,2 1 0,1 0 0,0-1 0,2 1 1,1 0-1,1 0 0,5 21-110,-5-34 12,0 0 1,2 0 0,-1 0-1,1-1 1,1 1-1,0-1 1,1 0 0,0 0-1,0-1 1,1 0-1,1 0 1,0 0 0,0-1-1,1 0 1,0-1-1,0 0 1,1 0 0,0-1-1,0-1 1,1 1-1,0-2 1,0 1-1,0-2 1,7 3-13,-14-5 5,0-1-1,0 1 0,0-1 1,1 0-1,-1 0 1,0 0-1,1-1 1,-1 0-1,0 1 1,1-1-1,-1-1 1,1 1-1,-1-1 0,0 0 1,1 0-1,-1 0 1,0 0-1,0-1 1,0 0-1,0 1 1,0-2-1,0 1 1,-1 0-1,1-1 0,-1 0 1,1 1-1,-1-1 1,0-1-1,0 1 1,0 0-1,-1-1 1,1 1-1,-1-1 1,0 0-1,0 0 1,0 0-1,-1 0 0,1 0 1,-1 0-1,0-1 1,0-1-5,8-35 46,-2 0 1,-3 0-1,-1 0 1,-1-1 0,-3 1-1,-2-3-46,2-42 346,3 84-86,4 9-225,7 14-75,13 51 31,-2 1 0,-4 1 0,3 33 9,20 74-8,-44-188 36,0 0 0,1-1 0,-1 1 0,1 0 0,1 0 0,0-7-28,1-16 8,-5-72 14,0 57-6,2 0-1,2 0 1,2 0-1,4-11-15,-5 46-8,1 1 0,0-1-1,0 1 1,1-1 0,0 1-1,1 0 1,0 1 0,0-1-1,1 1 1,0 0-1,1 0 1,-1 1 0,1 0-1,1 0 1,-1 1 0,1 0-1,5-3 9,-8 6-6,1-1 0,0 1 0,0 1 0,0-1 0,0 1 0,1 0 0,-1 0 0,0 1 0,1 0 0,-1 0 0,1 0 0,0 1 0,-1 0 0,1 0 0,-1 1 0,1 0 0,0 0 0,-1 1 0,0-1 0,1 1 0,-1 1 0,0-1 0,0 1 0,0 0 0,-1 0 0,1 1 0,-1 0 6,5 3-2,-1 2-1,0-1 0,0 1 0,-1 0 1,0 1-1,-1-1 0,0 2 1,0-1-1,-1 1 0,-1 0 0,0 0 1,0 1-1,-1-1 0,-1 1 1,0 0 2,3 12-3,-2 0 0,0 0 0,-2 0 0,-1 0 0,-1 0 0,-1 1 0,-1 4 3,-4-13 41,6-16-39,0 0-1,0-1 1,0 1 0,-1 0 0,1 0-1,0 0 1,0 0 0,0 0 0,0-1-1,0 1 1,0 0 0,0 0 0,-1 0-1,1 0 1,0 0 0,0 0 0,0 0 0,0 0-1,0-1 1,-1 1 0,1 0 0,0 0-1,0 0 1,0 0 0,0 0 0,-1 0-1,1 0 1,0 0 0,0 0 0,0 0-1,0 0 1,-1 0 0,1 0 0,0 0-1,0 0 1,0 0 0,0 0 0,0 1-1,-1-1 1,1 0 0,0 0 0,0 0-1,0 0 1,0 0 0,0 0 0,-1 0-1,1 0 1,0 1 0,0-1 0,0 0-1,0 0 1,0 0 0,0 0 0,0 0-1,0 1 1,0-1 0,-1 0 0,1 0-1,0 0 1,0 0 0,0 1-2,-2-21 45,1 1 0,0 0-1,2 0 1,0-1-45,1-27 8,-2 22-7,1-1 0,1 1 0,2-1 0,2-7-1,-3 22-1,0 0 1,0 0-1,1 1 1,1-1-1,0 1 0,0 0 1,1 0-1,0 0 1,1 1-1,6-8 1,-10 14-2,1 0-1,-1 0 1,0 0-1,1 1 0,-1 0 1,1-1-1,-1 1 1,1 0-1,0 1 0,0-1 1,0 1-1,0-1 1,1 1-1,-1 1 0,0-1 1,0 0-1,0 1 1,1 0-1,-1 0 0,0 0 1,1 1-1,-1-1 1,0 1-1,0 0 0,0 0 1,0 1-1,0-1 1,0 1-1,0 0 0,0 0 1,-1 0-1,1 1 0,-1-1 1,1 1-1,-1 0 1,0 0-1,0 0 0,0 0 1,0 0-1,-1 1 1,1 0 2,5 9 14,-1 0 0,-1 0 1,0 0-1,-1 1 0,0 0 0,-1 0 1,-1 1-1,2 9-14,1 27 29,0 46-29,1 9-31,-6-97-35,0 0-1,1 0 1,0 0 0,1 0 0,0 0 0,1-1 0,-1 1 0,2-1 0,-1 0 0,1 0 0,0-1 0,4 5 66,-3-5-653,1 0 0,0-1 0,0 0 0,0 0 0,1-1 0,-1 1 0,9 2 653,36 12-10106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1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 48 14667,'0'0'2222,"-8"28"-888,-24 103-90,30-119-1167,1-1 0,1 1 0,0 0 0,0 0 0,1 0 0,1-1 0,0 1 0,0 0 0,1-1 0,1 0 0,0 0 0,1 0 0,0 0 0,0 0 0,1-1 1,0 0-1,1-1 0,0 1 0,1-1 0,8 8-77,0-1 7,2 0 0,-1-1 0,2-1 1,0-1-1,1-1 0,0 0 0,0-2 0,1 0 1,15 4-8,-26-10-24,1-1 0,0 0 1,0 0-1,0-2 1,0 1-1,0-1 1,0 0-1,0-1 0,0-1 1,2 0 23,-8 0-10,0 0 1,0 0-1,0-1 0,0 0 1,0 0-1,0 0 0,0-1 1,0 1-1,-1-1 0,1 0 0,-1 0 1,0-1-1,0 1 0,0-1 1,-1 0-1,1 0 0,-1 0 1,0-1-1,0 1 0,0-1 1,0-1 9,5-13 209,0-1 1,-1 0 0,-1 0-1,0-1 1,-2 0-1,-1 1 1,0-2 0,-2 1-1,0 0 1,-1 0-1,-1 0 1,-4-16-210,3 27 58,-1 0 1,-1 1-1,0-1 1,0 0-1,-1 1 1,0 0-1,0 0 1,-1 1-1,0-1 1,-1 1-1,0 0 1,0 1-1,-1 0 1,1 0-1,-7-3-58,-43-48-1274,42 36-1658,11 2-4013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1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1 16163,'0'0'1510,"0"0"-1148,24 20-244,2 1-88,23 20 8,-2 1 0,14 20-38,-49-48 11,0 1 0,-1 0 0,-1 0 1,0 1-1,-1 1 0,0-1 0,-2 2 1,0-1-1,-1 1 0,-1 0 0,0 0 1,-1 0-1,0 13-11,-3-20 115,-1-1 0,0 1 0,0 0 0,-1-1 0,0 1 0,-1-1 0,0 1 0,-1-1 0,0 0 0,-1 0 0,0 0 0,0 0 0,-1 0 0,0-1 1,-1 0-1,0 0 0,0-1 0,-1 0 0,0 0 0,-1 0 0,0-1 0,0 0 0,0 0 0,-5 2-115,5-4 21,0-1-1,-1 0 1,0 0 0,0-1 0,0 0 0,0 0 0,0-1-1,0 0 1,-1-1 0,1 0 0,-1 0 0,1-1-1,-2 0-20,2-1-352,1 1-1,0-2 0,0 1 1,0-1-1,0 0 1,0-1-1,1 0 0,-1 0 1,-4-3 352,-24-16-5380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2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23 784,'0'0'13408,"-30"-4"-9497,-102-12-2858,125 15-988,0 0 1,0 1-1,0 0 1,-1 0-1,1 0 1,0 1-1,0 0 0,0 1 1,0 0-1,0 0 1,1 0-1,-1 1 0,0 0 1,1 0-1,0 0 1,0 1-1,0 0 0,0 1 1,1-1-1,-1 1 1,1 0-1,0 0 0,1 1 1,-1-1-1,1 1 1,-3 5-66,1 3 22,-1 0 1,2 0 0,0 0 0,1 1 0,1 0 0,0 0 0,1 0 0,0 0 0,1 1 0,2 13-23,-1-17 7,1-1 0,1 1 0,0-1 0,1 0 1,0 1-1,1-2 0,0 1 0,1 0 0,0-1 0,0 0 0,1 0 0,1 0 1,-1-1-1,2 0 0,-1 0 0,1 0 0,1-1 0,-1-1 0,1 1 1,1-2-1,3 4-7,5 1-105,1 0 1,0-1-1,1-1 1,0-1-1,0-1 0,1 0 1,-1-2-1,1 0 1,1-2-1,-1 0 1,6-1 104,-20-1-264,-1-1 0,1 0 1,0 0-1,0-1 0,0 0 1,-1 0-1,1 0 0,-1-1 1,1 0-1,3-2 264,-7 2-149,0 0 0,0 0 0,0 0 0,0 0-1,-1 0 1,1-1 0,0 0 0,-1 1 0,0-1 0,0 0-1,1 0 1,-2 0 0,1-1 0,0 1 0,-1 0 0,1-1-1,-1 1 1,0-1 0,0-2 149,3-10 54,-2 0 0,0 0 0,-1-1 1,0 1-1,-1 0 0,-1 0 0,-1 0 0,-3-13-54,1 10 947,0 1 0,-2 0 0,0 0 0,-1 0 0,-1 0 0,-1 1 0,-3-4-947,1 10 1399,8 22-835,6 22-491,9 5-31,0 0 0,3-1 0,1 0 1,1-2-1,12 16-42,-22-37-79,1-1 1,1 0-1,0-1 1,0 0-1,1 0 1,1-1-1,0 0 0,0-1 1,5 2 78,-5-5-648,0 1 1,1-2-1,0 0 0,0 0 0,0-1 1,12 3 647,31 3-6832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2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16660,'0'0'2472,"0"0"-1096,0 0-231,25 217 15,-10-39-248,-5 14-88,-2-11-288,-1-48-248,3-48-184,1-21-104,-4-15-232,3-4-440,0-11-680,0-11-1233,-5-23-5320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3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1 324 15363,'0'0'2181,"0"0"-1030,24-8-18,-10 3-998,26-8 60,1 2 0,0 1 0,23-1-195,-11 5 25,-2 1-257,34-9 232,-72 11-78,-1 0 1,0-1-1,0 0 1,0-1 0,0 0-1,-1-1 1,0 0 0,0-1-1,1-1 78,-9 6 5,0-1-1,0 1 0,-1-1 1,1 0-1,-1 0 0,0 0 1,1 0-1,-1 0 0,-1 0 1,1-1-1,0 1 1,-1-1-1,0 1 0,0-1 1,0 1-1,0-1 0,0-1-4,-1 3 42,0 0-1,0 1 0,0-1 0,-1 0 0,1 1 0,0-1 1,-1 1-1,1-1 0,-1 0 0,1 1 0,-1-1 0,0 1 1,0-1-1,0 1 0,1 0 0,-1-1 0,-1 1 1,1 0-1,0 0 0,0-1 0,0 1 0,-1 0 0,1 0 1,0 0-1,-1 1 0,1-1 0,-1 0 0,1 0 0,-1 1 1,0-1-1,1 1 0,-1 0 0,1-1 0,-1 1 1,0 0-1,1 0 0,-2 0-41,-6-1 37,0 1 0,0 0 1,0 0-1,0 1 0,-1 0 0,2 0 0,-1 1 1,0 1-1,0-1 0,1 1 0,-1 1 0,1 0 1,0 0-1,0 0 0,0 1 0,1 0 0,-1 1 1,1 0-1,1 0 0,-1 0 0,1 1 1,-1 2-38,-1 0 0,1 2 1,0-1 0,0 1 0,1 0 0,1 0 0,0 1 0,0 0 0,1 0 0,1 0 0,0 0 0,1 0 0,0 1 0,1-1 0,0 1-1,1-1 1,0 2-1,1-8 0,-1 0 0,1 0 0,1-1-1,-1 1 1,1 0 0,0-1-1,0 0 1,1 1 0,-1-1 0,1 0-1,0 0 1,1 0 0,-1-1 0,1 1-1,0-1 1,0 0 0,0 0-1,1 0 1,-1-1 0,1 1 0,0-1-1,0 0 1,0-1 0,0 1-1,3 0 1,10 4-12,1-1 0,0-1-1,0 0 1,1-1-1,0-1 1,18 0 12,-4-1-290,1-1 0,0-1-1,-1-2 1,1-2 0,-1-1 0,0-2 0,22-7 290,-43 10-542,-1-1 0,1 0 0,-1-1 1,0-1-1,0 0 0,0 0 0,-1-2 1,-1 1-1,6-6 542,-9 7-733,0-1-1,-1 0 1,0 0 0,-1 0 0,1-1-1,-2 1 1,1-1 0,-1-1 0,-1 1-1,0 0 1,0-1 0,0 0 0,0-9 733,-1 5 36,-1-1 0,-1 1 0,0-1 0,-1 1 0,-1-5-36,1 6 788,-2 0 0,1 1 0,-2-1 1,0 1-1,0 0 0,-1 0 0,0 0 0,-1 1 0,-1 0 0,0 0 1,0 0-1,-1 1 0,0 0 0,-1 1 0,-6-6-788,3 9 1523,7 13-557,7 22-436,-1-24-598,11 50 178,3-1 0,14 36-110,13 45 103,-31-95-85,-2 1-1,-2 0 1,-2 0 0,0 31-18,-6-88 100,0 0 1,-2 0 0,1 0-1,-3-2-100,-7-49 70,8 15 126,1 1 1,3-1-1,4-23-196,-3 63 39,0 0 1,1-1-1,0 1 0,1 0 1,1 0-1,0 0 0,0 0 1,1 1-1,0 0 0,1 0 1,1 0-1,0 1 0,0 0 1,1 0-1,0 0 0,1 1 0,1-1-39,-7 8 29,1-1-1,-1 1 1,1 0-1,-1 0 1,1 0-1,-1 0 1,1 0-1,0 1 1,0 0-1,0 0 0,0 0 1,0 0-1,0 1 1,0-1-1,0 1 1,0 0-1,1 0 1,-1 1-1,0-1 0,0 1 1,0 0-1,1 1-28,0 0 16,0 0 1,0 0-1,0 1 0,-1-1 0,1 1 0,-1 1 0,0-1 1,0 1-1,0-1 0,-1 1 0,1 0 0,-1 0 0,0 1 0,0-1 1,0 1-1,1 3-16,5 10 24,-2 1 1,-1-1 0,0 1 0,-1 0-1,-1 1 1,-1-1 0,0 2-25,2 41-11,-3 36 11,-2-39-53,0-52-36,0 0-1,1-1 1,0 1-1,0 0 1,0 0-1,1 0 1,0-1-1,0 1 1,1-1-1,0 1 1,2 2 89,-2-5-474,0 0 1,0 0 0,0 0-1,0-1 1,1 1-1,0-1 1,0 0-1,0 0 1,0 0 0,3 1 472,27 9-9175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3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0 341 15307,'0'0'2241,"0"0"-576,24-9-411,-8 3-1099,14-7 36,1 2 1,0 1-1,1 2 0,21-2-191,-15 5 255,57-10 89,-89 14-330,0 0-1,-1-1 1,1 0-1,-1 0 1,1 0-1,-1-1 1,0 0-1,0 0 1,0 0-1,0-1 1,-1 1 0,1-1-1,1-3-13,-4 4 6,0 1 0,0-1-1,-1 0 1,1 0 0,-1 0-1,0 0 1,0-1 0,0 1 0,0 0-1,0 0 1,-1-1 0,1 1 0,-1 0-1,0-1 1,0 1 0,-1 0 0,1-1-1,-1 1 1,1 0 0,-1 0 0,0-1-1,0 1 1,0 0 0,-1 0 0,1 0-1,-1 0 1,0 0 0,1 1-1,-1-1 1,-1 0 0,1 1 0,-2-2-6,-2-3 52,0 1 0,-1 0-1,0 0 1,0 0 0,0 1 0,-1 0 0,1 1 0,-1 0 0,0 0 0,-1 0 0,-5-1-52,8 3 14,0 1-1,0 0 1,-1 0 0,1 0 0,0 1-1,-1 0 1,1 0 0,0 0 0,-1 1-1,1 0 1,0 0 0,0 1 0,0-1-1,0 1 1,0 1 0,0-1-1,0 1 1,1 0 0,-1 1 0,1-1-1,0 1 1,0 0 0,0 0 0,1 0-1,-1 1 1,1 0 0,0 0 0,1 0-1,-1 0 1,1 1 0,-3 4-14,-1 6 2,0-1 1,1 1 0,0 0-1,1 0 1,1 0 0,1 1-1,0-1 1,1 1-1,1 0 1,1 0 0,0 11-3,1-20-1,0 0 1,0 1-1,1-1 1,0 0 0,0 0-1,1 0 1,0 0-1,1 0 1,-1-1 0,1 1-1,1-1 1,-1 0-1,1 0 1,1-1-1,-1 1 1,2 0 0,3 1-1,0 1 1,1-2-1,-1 1 1,2-2-1,-1 1 0,1-1 1,0-1-1,0 0 0,12 2 1,18 3 1,0-2-1,0-2 0,1-1 0,0-3 0,37-2 0,-64 0 5,0-1 0,0 0 0,0-1 1,0-1-1,-1 0 0,1-2 0,6-2-5,-14 4 17,-1 0 0,0-1 1,0 0-1,-1-1 0,1 1 0,-1-1 0,0 0 0,0-1 0,0 1 0,-1-1 0,0 0 0,0-1 0,0 1 0,-1-1 0,0 0 0,0-2-17,14-27 272,7-15 22,1 1 0,4 2-294,-19 30-7,2 2 0,0 0 0,0 0-1,2 1 1,0 1 0,0 0 0,7-3 7,2 1-93,0 1 1,0 1-1,1 1 1,1 1-1,0 2 1,13-4 92,4 2-1719,0 1 0,7 2 1719,16-1-7571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4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1 118 12603,'0'0'2655,"0"0"-989,0 0-214,25 2-515,-7 0-820,41 4 174,0-3 0,34-3-291,-86-1 17,0-1 1,-1 1-1,1-1 0,-1 0 0,1 0 0,-1-1 0,0 0 1,0 0-1,0 0 0,0-1 0,-1 0 0,3-2-17,-6 5 2,0-1 0,0 1 0,0-1 1,0 0-1,-1 0 0,1 0 0,0 0 0,-1 0 0,1-1 0,-1 1 0,0 0 0,0-1 0,0 1 0,0-1 0,0 1 0,0-1 0,-1 1 0,1-1 0,-1 1 0,0-1 0,0 0 0,0 1 0,0-1 0,0 0 0,0 1 0,-1-1 0,0 1 0,1-1 0,-1 1 1,0-1-1,0 1 0,0-1 0,0 1-2,-1 0 0,1 1 1,-1-1-1,0 1 1,1 0 0,-1 0-1,0 0 1,0 0-1,0 0 1,0 0-1,0 0 1,0 0 0,0 1-1,0-1 1,0 1-1,0 0 1,0-1-1,0 1 1,-1 0 0,1 0-1,0 0 1,0 1-1,0-1 1,0 0-1,0 1 1,0 0-1,-56 15 34,41-6-33,1 0 1,1 0 0,-1 2-1,2 0 1,0 0-1,0 2 1,1 0 0,1 0-1,0 1 1,1 0 0,1 1-1,0 1 1,1 0-1,1 0 1,0 0 0,2 1-1,0 0 1,1 0 0,0 1-1,2-1 1,0 1-1,1 0 1,1 1-2,1-16 0,0 1 1,0 0-1,1 0 0,0 0 1,-1-1-1,1 1 1,1 0-1,-1-1 0,1 1 1,0-1-1,0 0 0,0 1 1,0-1-1,1 0 0,0 0 1,0 0-1,1 0 0,0 0 0,1-1 1,-1 1-1,1-1 0,0 0 0,0 0 1,1 0-1,-1-1 0,0 0 1,1 0-1,-1 0 0,1-1 0,2 1 0,10 1 185,1 0-1,-1-1 1,1-1 0,-1 0-1,1-2 1,-1 0-1,3-1-184,-1-1-692,0-1 0,0-1 1,-1-1-1,0-1 0,0 0 0,-1-2 0,1 0 0,-2 0 1,17-13 691,-19 11-853,0-1 0,0-1 0,-1 0 0,-1-1 0,-1 0 1,0-1-1,0-1 0,-2 1 0,0-2 0,4-9 853,-7 11-400,0-1 0,-1 0 0,-1 0 0,-1-1 0,0 1 0,-2-1 0,2-14 400,-4 7 903,-1-8 4694,1 25-995,3 30-3247,-2-17-1559,8 41 800,3-1 0,1 0 0,2-1 0,3 0 0,6 8-596,-22-49 42,-2-3-29,0 0-1,0 0 1,0-1-1,0 1 1,1 0-1,-1 0 1,0-1-1,1 1 1,-1 0-1,0-1 1,1 1-1,-1 0 1,1-1-1,-1 1 1,1-1-1,0 1 1,-1-1-1,1 1 1,-1-1-1,1 1 1,0-1-1,-1 1 1,1-1-1,0 0 1,0 0-13,7-15 194,-1-51-56,-5 42-137,2-6 47,1 0-1,1 0 1,2 0 0,6-13-48,-10 34 77,0-1-1,0 1 1,1 0 0,1 0-1,0 1 1,0 0-1,2-2-76,-5 6 79,1 0-1,-1 1 0,1 0 1,0 0-1,0 0 1,1 0-1,-1 0 1,1 1-1,-1 0 1,1 0-1,0 0 0,-1 1 1,1-1-1,3 1-78,-4 0 26,0 1 0,-1 0 0,1 0 0,0 0 0,0 1 0,0-1-1,-1 1 1,1 0 0,0 0 0,-1 0 0,1 1 0,-1-1 0,1 1-1,-1 0 1,0 0 0,1 0 0,-1 0 0,0 1 0,-1-1 0,1 1-1,0-1 1,-1 1 0,1 0 0,-1 0 0,0 1 0,0-1 0,1 2-26,6 13 7,0 0 0,-1 0 0,0 1 1,3 15-8,-9-25 13,10 26-24,-3-3-41,2-1 0,10 20 52,-15-40-137,0 1 0,1-1 1,0-1-1,1 1 0,0-1 0,1-1 0,0 1 1,0-1-1,1-1 137,14 10-752,0-2 1,1-1-1,0-1 0,18 6 752,67 23-5044,20-10-6459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5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58 15947,'0'0'2113,"-28"4"-410,-14 3-116,-38 12-1587,73-17 65,1 0 0,0 1 1,0 0-1,0 0 0,0 1 0,0 0 1,1 0-1,-1 0 0,1 1 0,0-1 1,1 1-1,-1 1 0,1-1 0,0 0 0,0 1 1,1 0-1,-1 0 0,1 0 0,1 0 1,-1 1-1,1-1 0,0 1 0,0 4-65,0-4 28,1 0 0,0 1 0,0-1 0,1 0 0,0 0 0,0 0 0,1 1 0,0-1 0,0 0 0,1 0 0,0 0 0,0 0-1,0-1 1,1 1 0,0 0 0,1-1 0,-1 0 0,1 0 0,0 0 0,1 1-28,5 2 9,1 0 1,0-1-1,0 0 0,0 0 0,1-1 1,0-1-1,0 0 0,1-1 1,0 0-1,0-1 0,0 0 0,0-1 1,10 1-10,15 1-385,1-1 1,0-2-1,0-2 0,9-2 385,19-9-1678,-57 8 829,0 0 0,0-1 0,0 0 0,-1-1 0,1 0 0,-1 0 0,0-1 0,0-1 849,-3 2-660,0-1 0,1 1-1,-2-1 1,1-1 0,-1 1-1,0-1 1,0 0 0,-1 0-1,0-1 1,0-1 660,0 1-224,-1-1 1,0 0-1,-1 0 0,0 0 1,0 0-1,0-4 224,-2 8-215,1-53 4427,-1 57-3982,0 0 0,0-1 0,0 1 0,0 0 0,0 0 0,-1-1 0,1 1 0,0 0 0,-1 0 0,1 0 0,-1 0 0,1-1 0,-1 1 0,0 0 0,1 0 0,-1 0 0,0 0 0,0 1 0,0-1 0,0 0 1,0 0-1,0 0 0,0 1 0,0-1 0,0 0 0,0 1 0,0-1 0,0 1 0,-1-1 0,1 1 0,0 0 0,0 0 0,-1-1 0,1 1 0,0 0 0,0 0 0,0 0 0,-1 0 0,1 0-230,-1 1 61,1-1 0,-1 1 0,0 0 0,1 0 0,-1-1 0,1 1 0,0 0 0,-1 0 0,1 0 0,0 1 0,-1-1 0,1 0 0,0 0 0,0 1 0,0-1 0,0 0 0,0 1 0,1-1 0,-1 1 0,0-1 0,1 1 0,-1 0 0,1-1 0,-1 1 0,1 0 0,0 1-61,-6 51 518,5-47-347,1 7-9,-1 1-1,2-1 1,0 0-1,0 1 1,1-1-1,1 0 1,1 0-1,0 2-161,0-8 50,0 1-1,0-1 0,1 0 0,0 0 0,0 0 0,1-1 0,-1 0 0,2 0 1,-1 0-1,1-1 0,0 0 0,1 0 0,1 0-49,3 2 28,1 0-1,0 0 0,0-1 1,1-1-1,0-1 0,0 1 1,1-2-1,-1 0 0,1-1 1,0-1-1,0 0 0,0-1 1,0 0-1,0-1 0,0-1 1,2-1-28,-13 1-3,1 0 0,-1 0 0,0 0 1,0-1-1,0 0 0,0 0 0,0 0 0,-1 0 1,1 0-1,-1-1 0,1 0 0,-1 1 1,0-2-1,0 1 0,0 0 0,0 0 0,0-1 3,1-3-22,0 0-1,0 0 1,-1 0-1,0 0 1,0-1-1,-1 1 1,0-1-1,0 0 0,0-3 23,0-3-39,-1-1-1,0 0 1,-1-1 0,-1 1-1,0 0 1,-1 0-1,0 1 1,-2-1-1,-4-13 40,6 21-49,-13-45-110,14 50 97,1 0 0,-1 0 0,1-1 0,0 1 0,0 0 0,0-1 0,0 1 0,1 0 0,-1 0 0,1-1 0,-1 1 0,1 0 0,0 0-1,0 0 1,-1 0 0,2 0 0,-1 0 0,0 0 0,0 0 0,1 0 0,0 0 62,6-5-172,0 1 0,1 1 1,0 0-1,0 0 0,0 1 0,1 0 0,-1 0 0,1 1 0,0 0 0,0 1 0,2 0 172,23-4 98,0 2 0,24 0-98,-46 4 74,11 0-103,-24 0 43,1 0-1,-1 0 1,1 0 0,-1 0-1,1 0 1,-1 0 0,1 0-1,-1 0 1,1 0-1,-1-1 1,1 1 0,-1 0-1,1 0 1,-1 0 0,0-1-1,1 1 1,-1 0-1,0-1 1,1 1 0,-1 0-1,0-1 1,1 1 0,-1 0-1,0-1 1,1 1-1,-1-1 1,0 1 0,0-1-1,0 1 1,1 0 0,-1-1-1,0 1 1,0-1-14,-1 0 55,0 0 0,0 0 0,-1 0 1,1 1-1,0-1 0,0 1 0,-1-1 0,1 1 1,0-1-1,-1 1 0,1 0 0,0-1 0,-1 1 0,1 0 1,-1 0-1,1 0 0,0 0 0,-1 0 0,1 0 1,-1 1-57,-34 0 441,27 1-407,1 0-1,-1 1 1,1-1 0,0 2-1,0-1 1,0 1 0,0 0-1,1 1 1,0-1 0,-1 2-1,2-1 1,-1 1 0,1 0-1,0 0 1,0 1 0,0 0-1,1 0 1,0 0 0,1 0-1,-2 4-32,-2 3 1,1-1 0,1 1 0,0 0-1,1 0 1,1 1 0,0 0-1,1 0 1,1 0 0,0 0 0,1 0-1,0 7 0,2-16 1,-1 0 0,1 0 0,0 0 0,0-1 0,1 1 0,0 0 0,0 0 0,0-1 0,1 1-1,-1-1 1,1 0 0,0 0 0,1 0 0,0 0 0,-1-1 0,3 3-1,1-1-19,0 0 0,1-1 1,-1 1-1,1-2 0,0 1 0,0-1 1,0 0-1,1-1 0,-1 0 0,5 1 19,5 1-169,-1-2-1,1 0 1,0-1 0,1-1-1,-1 0 1,0-1 0,0-2-1,0 1 1,0-2-1,0-1 1,0 0 169,-9 1-262,0 0 1,0 0-1,0-1 1,0 0-1,0-1 1,-1 0-1,0-1 1,0 1-1,0-1 1,-1-1-1,0 0 1,0 0-1,-1 0 1,1-1-1,-2 1 1,1-1-1,-1-1 1,0 1-1,-1-1 1,0 0 0,-1 0-1,1 0 1,-1-4 261,3-9-57,-1-1 1,-1 1 0,-1-1 0,-1-4 56,1-90 6336,-3 102-4803,7 170-1173,15 75-360,-14-162 17,-7-61-22,2 29 32,-4-28-47,-4-20-66,-5-24 63,1 0 0,2-1 0,1-1 0,3 1 0,0-1 0,3 1 0,1-1 0,2 1 0,3-14 23,-3 36 38,1-1 0,1 1 1,0 0-1,1 0 0,1 0 0,0 1 0,1 0 0,1 1 0,3-4-38,-9 11 40,1 1 0,0 0 0,0 1-1,1-1 1,-1 1 0,1-1 0,0 2 0,0-1 0,0 0-1,1 1 1,-1 0 0,1 0 0,0 1 0,0-1 0,0 1-1,0 1 1,0-1 0,0 1 0,0 0 0,1 0 0,-1 1 0,0 0-1,1 0 1,4 1-40,-5 1 19,-1-1 1,1 2-1,0-1 0,-1 1 0,0 0 1,1 0-1,-1 0 0,0 1 0,-1 0 0,1 0 1,-1 0-1,1 0 0,-1 1 0,-1 0 1,1 0-1,-1 0 0,1 0 0,-1 0 0,-1 1 1,1 0-20,7 16 17,-1 0 0,-1 1 0,0 0 1,0 12-18,4 44 3,-12-66-135,1 0 1,1 0-1,0-1 1,0 1-1,2 0 1,-1-1 0,1 0-1,1 0 1,1 0-1,-1 0 1,3 2 131,16 8-2333,3-12-2772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6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16051,'0'0'2849,"0"0"-2113,27 169 456,4-16-71,-4 14-233,-9-22 16,-8-44-520,-5-40-384,-3-14-128,-2 3-616,0-12-824,0-15-3738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6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0 154 13019,'0'0'4705,"0"0"-2225,0 0-607,0 0-1377,0 0-280,211-61-176,-113 59-40,40 2-848,-23 0-1609,-22 0-5000</inkml:trace>
  <inkml:trace contextRef="#ctx0" brushRef="#br0" timeOffset="1">592 1 13771,'0'0'2034,"0"0"-501,-27 18-126,-11 8-562,-34 30-845,67-50 70,0-1 1,0 1-1,1 0 1,-1 0 0,2 1-1,-1-1 1,1 1-1,0-1 1,0 1 0,1 0-1,0 0 1,0 1-1,0-1 1,1 0 0,0 1-1,1-1 1,0 0-1,0 1 1,0-1 0,1 1-1,0-1 1,1 0-1,-1 0 1,1 1 0,1-1-1,-1 0 1,1-1-1,1 1 1,-1-1 0,1 1-1,0-1 1,1 0-1,-1 0 1,1-1 0,3 4-71,5 1 21,0 0 0,0-1 0,1-1 1,0 0-1,0-1 0,1 0 0,0-1 1,0-1-1,0 0 0,1-1 0,10 1-21,-18-3-69,1-1-1,-1 0 0,1 0 0,-1-1 0,1 0 1,-1 0-1,1-1 0,-1 0 0,0-1 1,1 1-1,-1-2 0,0 1 0,0-1 0,0 0 1,0-1-1,-1 0 0,0 0 0,1-1 0,-1 0 1,-1 0-1,1 0 0,4-6 70,-1-3-100,0 0-1,-1-1 0,-1 0 1,-1 0-1,0-1 1,0 0-1,-2 0 0,0 0 1,1-11 100,-1 5 1630,-2-1 0,0 0 0,-1-22-1630,-2 79 36,-1 27-29,3 0 1,2-1 0,10 43-8,-12-93-206,1 1 0,1-1 1,0 0-1,1 0 0,0 0 1,0 0-1,1-1 0,0 0 1,0 0-1,1-1 0,1 1 1,-1-1-1,1-1 0,1 0 1,-1 0-1,1 0 0,0-1 1,1-1-1,4 3 206,48 20-4812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6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1 392 13019,'0'0'1855,"32"-2"677,213-16 813,-223 16-3211,-11 2-101,0-1 1,0 0-1,-1 0 0,1-1 0,0-1 0,-1 0 0,1 0 0,-1-1 0,0 0 0,0 0 0,0-2 0,3-1-33,-12 6 8,0 1 0,0-1 0,0 1 0,0-1 0,0 0 1,0 0-1,0 1 0,-1-1 0,1 0 0,0 0 0,0 0 0,-1 0 0,1 0 0,0 0 1,-1 0-1,1 0 0,-1 0 0,1 0 0,-1-1 0,0 1 0,0 0 0,1 0 0,-1 0 1,0 0-1,0-1 0,0 1 0,0 0 0,0 0 0,0 0 0,-1-1 0,1 1 0,0 0 1,-1 0-1,1 0 0,0 0 0,-1 0 0,0 0 0,1 0 0,-1 0 0,1 0 1,-1 0-1,0 0 0,0 0 0,0 0 0,0 0 0,1 0 0,-2 0-8,-3-2 60,0 0-1,0 0 1,0 1 0,-1-1-1,1 1 1,0 0-1,-1 1 1,0-1-1,-2 1-59,-6-2 56,1 1 0,-2 1-1,1 0 1,0 1-1,0 1 1,0 0 0,0 1-1,0 1 1,1 0-1,-1 0 1,0 2-1,-9 4-55,14-5 11,0 1-1,0 0 0,1 1 1,-1 0-1,2 0 0,-1 0 0,0 1 1,1 1-1,1-1 0,-1 1 1,1 0-1,1 1 0,-1-1 0,1 1 1,1 0-1,0 1 0,0-1 1,0 3-11,0-2 22,1 0 0,0 1 1,1-1-1,0 1 1,1-1-1,0 1 1,1-1-1,0 1 1,1 0-1,0-1 0,0 1 1,1-1-1,0 1 1,1-1-1,1 0 1,-1 0-1,2 0 1,-1 0-1,1-1 0,1 0 1,-1 0-1,2 0 1,-1-1-1,1 0 1,0 0-1,1 0 1,0-1-1,0-1 0,1 1 1,-1-1-1,1 0 1,1-1-1,-1 0 1,1-1-1,3 1-22,11 5-81,0-2 1,1 0-1,0-2 0,0-1 0,1 0 0,-1-2 1,1-2-1,0 0 0,-1-1 0,1-2 1,12-2 80,-21 2-439,-1-1 1,0 0 0,-1-2 0,1 1-1,-1-2 1,0 0 0,0-1 0,0-1 0,-1 0-1,0-1 1,-1 0 0,0-1 0,0-1-1,-1 0 1,-1 0 0,0-1 0,0-1 0,5-9 438,0-4-1259,-2-1 0,0 0 0,-2-2 1,-1 1-1,-2-1 0,0-1 0,0-12 1259,-1-2-903,2-43 903,-6-46 5530,-4 121-4296,-1 0 0,0 0 0,-1 0 0,0 0 0,-1 0 0,0 1 0,-1-1 0,-4-8-1234,5 18 2463,1 9-1971,2 16-458,13 60 633,3-1 0,3-1 0,15 35-667,-28-98 5,21 59-188,-25-72 93,0 0 1,1 0-1,0-1 0,0 1 1,0-1-1,1 1 0,0-1 1,-1 0-1,2-1 0,-1 1 1,0-1-1,1 0 1,1 2 89,4-1-377,0 0 0,-1-1 0,1 0 0,1 0 0,-1-1 0,5 0 377,42 4-4344,13-5-5395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7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172 105 8106,'0'0'5576,"0"0"-2993,-24 21-419,24-21-2164,-34 31 859,1 0 0,-3 7-859,31-31 91,0 0 0,0 0 0,1 0 0,0 0 0,0 1-1,1-1 1,0 1 0,0 0 0,1 0 0,0 0 0,0 1 0,1-1 0,0 0 0,0 1 0,1-1 0,0 0 0,1 1-1,0 0-90,-1 8 136,0-8-83,1 1-1,0-1 1,0 1-1,1-1 1,1 0-1,-1 1 1,1-1-1,1 0 1,0-1-1,0 1 1,0-1-1,1 0 1,1 0-1,-1 0 1,5 4-53,-1-3 15,0 0 1,1-1-1,0 0 0,0-1 1,0 0-1,1 0 0,0-1 1,1-1-1,-1 0 0,1-1 1,9 3-16,-5-2 24,-1-1 1,1-1-1,-1-1 1,1 0-1,0-1 1,0 0-1,0-2 1,0 0-1,0 0 1,-1-2-1,5 0-24,-10 0-1,-1 0 1,1-1-1,-1 1 0,0-2 1,0 1-1,0-1 0,-1-1 1,0 1-1,0-2 0,0 1 1,-1-1-1,0 0 0,0 0 1,-1-1-1,0 0 0,0 0 1,-1 0-1,2-4 1,2-8-66,0 0 0,-1 0-1,-1-1 1,-1 0 0,-1-1 0,3-20 66,-3-6-104,-1 0 1,-3-21 103,-13 431 991,20-371-150,9-29-550,-2 0-1,-1-1 1,-2-1-1,1-17-290,-3 14 49,2 2 0,1 0 0,2 0 0,7-10-49,-19 45-55,1 0 0,0 1 0,0-1 0,0 1 0,1 0 0,-1 0 0,1 0-1,0 0 1,1 1 0,-1 0 0,1 0 0,0 0 0,4-1 55,53-19-3474,-15 12-4932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7.7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261 462 15579,'0'0'1937,"0"0"-758,0 0-470,-28 18-401,1-3-251,14-9-16,0 2-1,0-1 1,0 2-1,1 0 0,0 0 1,1 1-1,0 1 1,0-1-1,1 2 1,1 0-1,0 0 1,1 0-1,-3 6-40,2 0 218,1 0 0,1 0 0,1 1 0,1 0 0,0 0-1,2 0 1,0 1 0,1-1 0,0 1 0,2 1-218,0-16 32,1 1 0,-1 0 0,1-1 0,0 1 0,0-1 0,1 0-1,0 1 1,0-1 0,0 0 0,1 0 0,-1 0 0,1 0 0,0 0 0,1-1 0,-1 0-1,1 1 1,1 0-32,1 1 20,1-1-1,0 1 1,0-1-1,0-1 0,0 0 1,1 0-1,0 0 1,0-1-1,0 0 0,0 0 1,3 0-20,-3-1-18,0 0 1,0-1-1,0 1 1,0-2-1,0 1 1,0-1-1,0 0 0,1-1 1,-1 0-1,0 0 1,0-1-1,-1 0 1,1 0-1,0-1 1,-1 0-1,1 0 1,-1-1-1,0 0 1,0 0-1,0-1 1,-1 1-1,1-2 1,-1 1-1,-1-1 1,4-2 17,-1-5-37,-1 0 1,0 0 0,0-1 0,-1 0 0,-1 0 0,0 0-1,-1 0 1,-1-1 0,0 0 0,-1-3 36,4-36-67,-4 0 0,-1-11 67,-1 18-19,1-355 308,-8 246 2544,13 252-2816,-1 19 18,5-1 0,6 0 0,15 53-35,-22-137-186,1-1-1,1 0 0,1 0 1,3 1 186,39 59-3585,-18-44-3474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7:58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20 295 12203,'0'0'2176,"0"0"489,22-8-338,-10 4-2071,19-7 112,1 2 0,0 0 0,0 3 0,13-1-368,36 3 515,-59 4-414,1 0-1,-1-2 1,0 0 0,0-2-1,0 0 1,8-4-101,-29 7 3,0 1-1,0 0 1,0-1-1,1 1 0,-1-1 1,0 1-1,0-1 1,0 0-1,-1 1 1,1-1-1,0 0 1,0 0-1,0 0 1,0 0-1,-1 0 1,1 1-1,0-1 1,-1 0-1,1-1 1,-1 1-1,1 0 1,-1 0-1,0 0 0,1 0 1,-1 0-1,0 0 1,0 0-1,0-1 1,0 1-1,0 0 1,0 0-1,0 0 1,0 0-1,0-1 1,0 1-1,-1 0 1,1 0-1,0 0 1,-1 0-1,1 0 1,-1 0-1,0 0 0,1 0 1,-1 0-1,0 0 1,1 0-1,-2 0-2,-1-5 18,-1 1 0,-1 0-1,1 0 1,-1 0 0,0 1-1,0-1 1,-4-1-18,0-1 37,-1 1-1,1 1 1,-1 0-1,0 0 0,0 1 1,-1 0-1,1 1 1,-1 0-1,0 1 1,0 0-1,0 0 1,0 1-1,0 1 1,0 0-1,0 0 1,0 1-1,0 1 1,0 0-1,1 0 0,-1 1 1,0 0-1,1 1 1,0 0-1,0 1 1,0 0-1,0 1 1,1-1-1,0 2 1,0 0-1,1 0 1,0 0-1,0 1 0,0 0 1,1 1-1,-4 6-36,-1 3 60,2 0-1,0 1 1,1 0-1,1 1 1,1 0-1,1 0 1,0 0-1,2 1 0,0 0 1,0 16-60,2-24 28,2 0 0,-1 0 0,2 1 0,0-1 0,0 0 0,1 0 0,1 0 0,0 0 0,1-1 0,0 1 0,1-1 0,0 0 0,1 0 0,1 0 0,-1-1 0,2 0 0,4 5-28,-1-5-58,0-1-1,0 0 0,1-1 1,1-1-1,-1 0 1,1 0-1,1-1 0,-1-1 1,1 0-1,0-1 0,0-1 1,1 0-1,4 0 59,-9-2-67,0 0-1,0-1 1,0 0-1,0-1 1,0 0-1,1 0 1,-1-1-1,0 0 1,0-1-1,0-1 0,0 1 1,-1-1-1,1-1 1,-1 0-1,1 0 1,-1-1-1,-1 0 1,1-1-1,-1 0 1,0 0 67,9-11-376,-2 0 0,0-1-1,-1-1 1,-1 0 0,0-1 0,-2-1 0,0 1 0,-2-2 0,0 1 0,4-18 376,0-3-203,-3-1 1,-1 1 0,-1-2-1,-3 1 1,-1-11 202,-3-30 2990,-1 75-1255,-1 49-1508,9 108 207,6 1 0,19 73-434,-34-241 285,0 1 0,2-1 0,0 0 0,1 0 0,4-16-285,-1 3 80,6-39-76,4 0-1,4-5-3,-11 47 13,1 1 1,1 1-1,2 0 0,1 0 1,1 1-1,11-15-13,-21 34 2,2 0 0,-1 0-1,1 1 1,0 0 0,1 0 0,-1 0 0,1 1-1,0 0 1,1 0 0,-1 1 0,1 0-1,0 0 1,0 0 0,0 1 0,0 1 0,0-1-1,1 1 1,4 0-2,-11 2 2,1 0 0,0 0-1,0 0 1,-1 0 0,1 1 0,0-1 0,-1 1 0,1-1-1,0 1 1,-1 0 0,1 0 0,-1 0 0,1 1-1,-1-1 1,0 0 0,0 1 0,1 0 0,-1-1-1,1 2-1,1 2 13,0 0-1,0 0 1,0 0-1,-1 0 1,1 1-1,-1-1 1,-1 1-1,3 4-12,3 15 91,-1 0-1,-1 0 0,3 27-90,-8-45 19,8 61-337,-2 1 0,-4 0 0,-3 0 0,-4 18 318,-3-49-5193,-2-14-12170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8:29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185 21 9154,'0'0'2435,"0"0"-781,0 0-649,0 0-610,0 0-239,-2 3 27,0-1-86,-1 1 0,1-1 0,0 0 0,0 0 0,-1 0 0,1-1 0,-1 1 0,0 0 0,0-1 0,1 0 0,-1 0 0,0 0 0,0 0 0,0 0-1,0 0 1,0-1 0,-1 1-97,-59 0 1481,33-2-1249,29 1-124,24-2 408,46 2 893,-69 1-1388,0 0 0,0 0 0,0 0 0,0 0 0,0 0 0,-1 0 0,1 0 0,0 0 0,0-1 0,-1 1 0,1 0 0,-1 0 0,1 0 0,-1 0 0,1 0 0,-1 0 0,0-1 0,1 1 0,-1 0-21,-7 4 96,0 0 1,1-1-1,-2 0 1,1-1-1,0 0 0,-1 0 1,0 0-1,1-1 1,-1-1-1,0 1 0,-4-1-96,12-1 91,2-2-82,0 0 0,0 1 0,0-1 1,0 1-1,0-1 0,1 1 0,-1-1 0,0 1 0,1 0 0,-1-1 0,1 1 0,-1 0 1,1 0-1,0 0 0,0 0-9,2-2 12,5-3-8,0-1 0,1 1 0,0 1 0,0-1 0,9-2-4,-15 6 10,0 1-1,0-1 0,0 1 1,1 0-1,-1 0 0,0 1 1,1-1-1,-1 1 0,0 0 1,1 0-1,-1 0 0,0 1 1,1 0-1,-1 0 0,0 0 1,3 1-10,-6-1 5,0 0 0,0 0 0,0 0 0,0 1 1,0-1-1,0 0 0,-1 1 0,1-1 0,0 1 0,-1-1 1,1 1-1,-1-1 0,1 1 0,-1 0 0,0-1 0,0 1 1,0-1-1,0 1 0,0 0 0,0-1 0,0 1 1,0-1-1,0 1 0,-1 0 0,1-1 0,-1 1 0,1-1 1,-1 1-1,0-1 0,0 0 0,0 1 0,1-1 0,-1 0 1,0 1-1,0-1 0,-1 0 0,1 0 0,0 0 0,0 0 1,-1 0-1,1 0-5,-11 3 127,1-1 0,-1 0 0,0-1 0,0-1 0,0 1 0,0-2 0,-1 0 0,0 0-127,7 0 13,6 0-9,0 0 0,-1 0-1,1 0 1,0 0 0,0 0-1,-1 0 1,1 0 0,0 0-1,-1 0 1,1 0-1,0-1 1,0 1 0,-1 0-1,1 0 1,0 0 0,0 0-1,-1 0 1,1 0 0,0-1-1,0 1 1,-1 0 0,1 0-1,0 0 1,0-1 0,0 1-1,-1 0 1,1 0 0,0 0-1,0-1 1,0 1 0,0 0-1,0 0 1,0-1-1,-1 1 1,1 0 0,0-1-1,0 1 1,0 0 0,0 0-1,0-1 1,0 1 0,0 0-4,7-16 26,14-10-90,-15 21 50,0 1-1,1 1 1,0-1-1,0 1 1,0 0-1,0 1 0,0 0 1,1 0-1,-1 0 1,1 1-1,-1 0 1,1 0-1,3 1 15,-10 1-1,0-1-1,1 1 1,-1 0 0,0-1-1,0 1 1,0 0-1,0 0 1,0-1 0,-1 1-1,1 0 1,0 0 0,0 0-1,0 0 1,-1 0 0,1 0-1,-1 1 1,1-1-1,-1 0 1,1 0 0,-1 0-1,0 1 1,1-1 0,-1 0-1,0 0 1,0 0 0,0 1-1,0-1 1,0 0-1,0 1 1,0-1 0,0 0-1,-1 0 1,1 0 0,0 1-1,-1-1 1,1 0-1,-1 0 1,1 0 0,-1 0-1,0 0 1,0 1 1,-3 2 10,-1-1 0,1 0 0,-1 0 0,0 0 0,0 0-1,0-1 1,0 0 0,0 0 0,-1 0 0,1-1 0,-1 1 0,1-1 0,-1-1 0,-1 1-10,-82 4 186,87-5-173,1 0 0,0 0-1,-1 0 1,1 0-1,-1 0 1,1 0-1,0 0 1,-1-1 0,1 1-1,-1 0 1,1-1-1,0 1 1,0-1-1,-1 1 1,1-1 0,0 0-1,0 1 1,-1-1-1,1 0 1,0 0-1,0 0 1,0 0 0,0 0-1,0 0 1,1 0-1,-1 0-12,1-1 5,-1 0 0,1 1 0,1-1 0,-1 0 0,0 1 0,0-1 0,0 0 0,1 1 0,-1-1 0,1 1 0,0-1 0,-1 1 0,1-1 0,0 1 0,0-1 0,0 1 0,0 0 0,0-1 0,0 1 0,0 0 0,0 0 0,0 0 0,2-1-5,4-4-20,0 0 1,0 0-1,0 1 1,1 0-1,0 0 1,0 1 0,0 0-1,0 1 1,1 0-1,0 0 1,-1 0-1,1 1 1,0 1-1,0 0 1,9-1 19,-17 2-2,-1 1 1,0-1-1,1 0 0,-1 0 1,0 1-1,1-1 1,-1 0-1,0 1 0,1-1 1,-1 0-1,0 1 1,0-1-1,1 0 0,-1 1 1,0-1-1,0 1 1,0-1-1,1 0 0,-1 1 1,0-1-1,0 1 1,0-1-1,0 1 0,0-1 1,0 1-1,0-1 1,0 0-1,0 1 0,0-1 1,0 1-1,0-1 1,0 1-1,-1-1 0,1 0 1,0 1-1,0-1 1,0 1-1,-1-1 0,1 0 1,0 1-1,-1-1 2,-9 20 7,-22-6 415,26-12-1596,11-3-2614,11-7-1762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1.9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12043,'0'0'2333,"0"0"-321,0 0 365,0 0-747,0 0-965,11 26-320,21 60 34,-5 1 0,-3 1 0,-4 2 0,4 50-379,-7 60 1155,-7 63-1155,6 99 577,-15-353-782,0-1 0,0 1 0,1-1 0,0 1 0,0-1 0,1 0 0,0 0 0,2 5 205,-3-11-83,-1-1 0,0 1 0,0 0 0,1 0-1,-1-1 1,1 1 0,-1-1 0,1 0 0,-1 1 0,1-1-1,0 0 1,0 0 0,0 0 0,0 0 0,0 0-1,0 0 1,0-1 0,0 1 0,0-1 0,0 1 0,0-1-1,0 0 1,0 0 0,0 0 0,0 0 0,1 0 0,-1 0-1,0-1 1,0 1 0,0-1 0,0 1 0,0-1-1,0 0 1,0 0 0,0 0 0,0 0 83,28-21-3307,-6-7-1602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2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1 201 8770,'0'0'2095,"0"0"79,29-25-115,101-81-834,-118 97-1067,1 1-1,-1 0 1,2 1-1,-1 1 1,1 0-1,0 0 1,0 2-1,0 0 1,1 0-1,0 1 0,-1 1 1,1 1-1,0 0 1,0 1-1,0 0 1,0 1-1,3 1-157,-4 0 72,0 0-1,1 1 1,-1 1-1,0 0 1,-1 1-1,1 1 1,-1 0-1,0 0 1,0 1 0,-1 1-1,0 0 1,-1 1-1,1 0 1,-2 1-1,1 0 1,-1 1-1,-1 0 1,0 1 0,0-1-1,3 9-71,2 3 103,0 1 0,-2 0 0,-1 1 0,0 1 0,-2 0 0,-1 0 0,-1 1 0,-2 0 0,0 0 0,-1 16-103,-3-29 76,-2-1 1,0 1 0,0-1 0,-2 0 0,1 0 0,-2 0 0,0 0 0,0 0-1,-1-1 1,-1 1 0,0-1 0,0-1 0,-1 1 0,-1-1 0,0 0 0,0-1-1,-1 0 1,-7 5-77,1-1 75,0-1 0,-1 0 0,0-1-1,-1-1 1,0-1 0,-1-1-1,0 0 1,0-1 0,-1-1 0,0 0-1,0-2 1,-6 1-75,12-4-3,-1 0 0,0-1-1,1-1 1,-1 0 0,0-1 3,13 1-39,0 0 0,-1 0 0,1-1-1,0 1 1,0 0 0,0 0 0,0-1 0,0 1 0,0-1 0,0 1-1,0-1 1,0 0 0,0 1 0,0-1 0,0 0 0,0 0-1,0 1 1,0-1 0,1 0 0,-1 0 0,0 0 0,1 0 0,-1 0-1,0 0 1,1 0 0,-1 0 0,1 0 0,0-1 0,-1 1-1,1 0 40,0-2-402,-1 0-1,1 0 1,0 0-1,0 0 1,0 0-1,1 0 1,-1 0-1,1 0 0,-1 0 1,1 0-1,0 0 1,1-1 402,17-24-6598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2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41 319 24,'0'0'10518,"0"0"-6298,0 0-1477,27-8-931,-17 6-1671,40-12 407,0-2 1,-2-2-1,17-10-548,-43 17 59,-8 5-54,1-1 0,-2-1 1,1-1-1,9-7-5,-20 14 22,0-1 0,0 0 0,0 0 0,0 0 0,0-1 0,-1 1 0,0-1 0,1 1 0,-1-1 0,-1 0 0,1 0 0,0 0 0,-1 0 0,0 0 0,0 0 0,0 0 0,0 0 0,-1 0 0,1-4-22,-1 4 33,0 0 1,0 0-1,0 0 0,-1 0 1,1 0-1,-1 0 1,0 1-1,0-1 1,-1 0-1,1 1 1,-1-1-1,1 0 0,-1 1 1,0 0-1,0-1 1,-1 1-1,1 0 1,-1 0-1,0 0 1,1 1-1,-1-1 1,0 1-1,-1-1 0,1 1 1,0 0-1,-1 0 1,1 1-1,-1-1 1,1 1-1,-1-1 1,0 1-1,0 0 1,1 1-1,-1-1 0,0 1 1,-1-1-34,-4 0 7,-1 1 0,1 0 0,0 0 1,0 1-1,0 0 0,0 1 0,0 0 0,0 0 0,0 1 1,1 0-1,-1 0 0,1 1 0,-3 2-7,-2 1 6,1 2 0,0-1 0,0 1 0,1 1 0,0 0 0,1 1 0,0 0 0,-1 3-6,-4 6 20,2 0-1,1 0 1,0 1 0,1 1-1,1 0 1,2 0-1,0 1 1,1 0 0,1 0-1,0 12-19,3-21 13,2 0 0,0 0-1,0 0 1,2 0 0,0 0-1,0 1 1,3 7-13,-3-16 4,1 1-1,1-1 1,-1 0-1,1 0 1,0 0 0,0 0-1,1-1 1,-1 1 0,1-1-1,1 0 1,-1 0 0,1 0-1,0-1 1,0 1 0,0-1-1,0 0 1,2 0-4,7 4-21,1 0 0,0-1 0,0-1 0,1 0 0,0-2 1,0 1-1,0-2 0,8 1 21,30 3-2655,50-2 2655,-73-4-1335,57 2-6119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3.0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148 808 8162,'0'0'7881,"0"0"-4511,0 0-1222,0 0-937,-4-22-617,0-2-473,-1-6 55,1 0 0,2 0 1,1-18-177,-2-1 124,-3 1-1,-1 0 1,-3 0 0,-1 0 0,-3 2-1,-10-23-123,-20-72 61,42 134-102,0 0-1,1 0 1,-1 0 0,1 0 0,1 0 0,-1 0 0,1 0 0,1-4 41,-1 9-139,1 0 1,-1 0-1,1 0 0,0 0 0,0 0 1,0 0-1,0 0 0,0 0 1,0 1-1,1-1 0,-1 0 1,0 1-1,1-1 0,-1 1 1,1-1-1,0 1 0,-1 0 1,1 0-1,0 0 0,0 0 1,0 0-1,0 0 0,0 0 1,0 0-1,0 1 0,1-1 139,39-10-6564,-1 1-5363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3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0 198 12963,'0'0'1757,"0"0"-614,16 21-284,2 2-637,0 1 24,-1 0-1,-1 1 1,-1 1-1,8 21-245,26 81 1271,-35-86-504,2 0 1,2-1-1,3 2-767,-20-46 2686,-1-24-2330,-7 3-268,-1 1 0,-2 0 0,0 0-1,-4-4-87,4 7 62,0-1 1,2 0-1,0 0 0,1 0 0,-3-20-62,7 21 1,0 0 1,2 0-1,1 0 1,0 0-1,1 0 1,1 0-1,1 0 1,6-19-2,-5 27-44,0 0 1,0 0 0,2 0-1,-1 0 1,1 1-1,1 0 1,0 0-1,1 1 1,0 0-1,1 0 1,0 1-1,0 0 1,1 0 0,3-1 43,-9 6-16,1 1 0,1 0 1,-1 0-1,0 0 0,1 0 1,-1 1-1,1 0 1,0 0-1,0 1 0,-1 0 1,1 0-1,0 0 1,0 0-1,0 1 0,0 0 1,0 1-1,0-1 0,0 1 1,0 0-1,0 0 1,0 1-1,0 0 0,-1 0 1,1 0-1,-1 1 0,1 0 1,-1 0-1,0 0 1,0 1-1,0-1 0,-1 1 1,1 0-1,-1 1 0,0-1 1,3 5 15,11 17-5,-1 2 0,0 0 0,-2 1 0,-2 0 0,-1 1 0,-1 1 0,-1 0 0,-1 2 5,10 50-3,-3 1 0,0 40 3,-13-85 30,7-209 438,-11 135-456,2 0 1,2 0-1,1 0 0,1 1 0,2-1 1,2-2-13,-7 29-9,1 0 0,-1 0 0,2 1 0,-1-1 0,1 1 0,0 0 0,0 0 0,1 1 0,-1-1 0,2 1 0,-1 0 0,1 0 0,0 0 0,0 1 0,0 0 0,1 0 0,0 1 0,0 0 0,0 0 0,0 1 0,1-1 0,-1 2 0,1-1 0,0 1 0,0 0 0,0 1 0,0 0 1,7-1 8,-8 3-3,1 0 1,-1 0 0,0 0 0,0 1-1,0 0 1,0 0 0,0 1 0,0 0-1,-1 0 1,1 0 0,-1 1 0,0 0-1,0 0 1,-1 1 0,1 0 0,-1 0-1,0 0 1,0 1 0,0-1 0,-1 1-1,3 5 3,10 14 36,-2 1-1,0 1 1,-2 0-1,7 21-35,-6-7 33,-2 1 1,-2 1-1,1 15-33,13 55-1825,-15-88-2146,0-14-3176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3.9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2 147 13659,'0'0'1786,"0"24"402,0-13-1943,-1 25 390,2 1 1,1-1-1,2 1 0,2-1 0,1 0 0,3 2-635,-3-17 58,2 0 1,0 0-1,1-1 1,2-1 0,0 0-1,0 0 1,6 4-59,-14-18-6,0-1 1,1 1 0,0-1-1,0 0 1,0 0-1,0 0 1,1-1-1,-1 1 1,1-2-1,0 1 1,0 0 0,4 0 5,-5-2-7,-1 0 1,1-1-1,0 0 1,-1 0 0,1 0-1,0 0 1,-1-1 0,1 1-1,-1-1 1,1 0 0,-1-1-1,1 1 1,-1-1-1,0 0 1,0 0 0,0 0-1,0-1 1,0 1 0,1-2 6,9-6 48,-1-2 1,1 0-1,-2-1 0,0 0 1,0 0-1,-1-2 1,-1 1-1,0-1 0,-1-1 1,-1 1-1,-1-2 1,0 1-1,-1-1 1,0 0-1,2-16-48,-2 5-61,-2-1 0,0 0 0,-2 0-1,-2 0 1,0 0 0,-2 0 0,-1 0 0,-1 0 0,-4-11 61,-2-2-2009,4 5-2708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4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14947,'0'0'2465,"0"0"-577,0 0-184,0 0-639,70 208 7,-22-46-112,-3 17-296,-10-33-264,-10-42-208,-9-47-136,-4-15-56,1 1-40,-3-2-296,-3-9-648,-2-32-800,0 0-2041,-5-25-4769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4.6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0 140 15403,'0'0'4321,"0"0"-2320,0 0-1,0 0-1168,146-54-552,-49 29-280,11 5-208,45 2-736,-27 4-1729,-16 5-5992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4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264 4 16107,'0'0'2297,"-21"-1"-779,-74-1 81,90 2-1530,0 1 1,0 0-1,0 0 1,0 1-1,0-1 1,1 1-1,-1 0 1,0 0-1,1 0 1,0 1 0,0 0-1,-1 0 1,1 0-1,1 0 1,-1 0-1,1 1 1,-1 0-1,1 0 1,0 0-1,-2 3-69,-2 6 106,0 0-1,2 0 0,-1 0 0,2 1 0,-4 13-105,2-3 72,1 1-1,1 0 1,1 0 0,1 0 0,1 0-1,2 0 1,0 0 0,1 0 0,2 0-1,1 0-71,-2-13 8,0 0 0,1-1 0,0 1 1,1-1-1,1 0 0,0 0 0,0 0 0,1-1 0,7 9-8,-8-12-7,1-1 0,-1 0 0,1 0 0,0-1 0,0 0-1,1 0 1,-1-1 0,1 0 0,0 0 0,0 0 0,1-1 0,-1-1 0,1 1 0,5 0 7,-6-2-108,0 1 0,1-1-1,-1 0 1,0-1 0,1 0 0,-1 0 0,1-1 0,-1 0-1,0-1 1,1 0 0,-1 0 0,0-1 0,0 1 0,0-2 0,-1 1-1,6-5 109,-5 3-136,-1-1-1,0 0 1,-1 0-1,1-1 1,-1 0-1,0 0 1,-1 0-1,0-1 1,0 0-1,-1 0 1,0 0-1,0 0 1,0-1-1,-1 0 1,0-4 136,4-16-56,-2-1 1,0 0-1,-3 0 1,0-14 55,-3-112 3025,0 112-459,6 99-2388,2-1 1,2 0-1,3 0 0,2 0-178,-5-16 32,-7-30-162,0 0 0,0 0-1,1 0 1,0 0 0,1-1-1,0 1 1,0-1 0,0 0-1,1 0 1,0-1 0,0 1-1,1-1 1,0 0 0,0 0-1,0-1 1,1 0 0,0 0 0,0 0-1,0-1 1,0 0 0,1-1-1,-1 1 1,1-1 0,0-1-1,7 2 131,42 9-4986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5.3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31 5457,'0'0'6451,"0"0"-3707,-26-6-156,-86-16-669,109 21-1866,0 0 0,-1 1 0,1-1 0,0 1 0,0 0 0,-1 0 0,1 0 0,0 1 0,-1-1 0,1 1 0,0-1 0,0 1 0,0 0 0,0 0 0,0 1 1,0-1-1,0 1 0,0-1 0,0 1 0,0 0 0,1 0 0,-1 0 0,1 0 0,0 1 0,-1-1 0,1 1 0,0-1 0,0 1 0,1 0 0,-1 0 0,0-1 0,1 1 0,-1 2-53,-2 3 107,-10 20 161,2 1 0,1 1 0,1 0 0,1 0 0,2 1 0,1 0 0,1 1 0,2-1 0,1 1 0,2 13-268,0-29 60,0-1 0,2 1 1,-1-1-1,2 0 0,0 0 0,0 0 1,2 0-1,0 0 0,1-1 1,2 5-61,-2-8 5,1-1 0,0 1 0,0-1 0,1-1 0,0 1 0,1-1 0,0-1 0,0 0 0,1 0 0,0-1 0,1 0 0,-1 0 0,3-1-5,3 2-240,1 0 1,-1-2-1,1 0 1,1-1-1,-1 0 0,1-2 1,0 0-1,0-1 1,0-1-1,0 0 1,0-1-1,1-2 240,-9 2-594,1-2 0,-1 1 0,0-1 0,0-1 0,0 0-1,0-1 1,0 1 0,-1-2 0,0 1 0,1-2 0,-2 1 0,1-1 0,-1 0-1,0-1 1,0 0 0,0 0 0,-1-1 0,-1 0 0,1 0 0,-1 0 0,1-4 594,1-2-723,-2 0 1,1 0 0,-2-1 0,3-8 722,8-65 818,-11 25 6170,-4-52-6988,-1 66 2032,-13-92 4013,22 165-4976,-2-9-957,22 72 584,-4 1 1,-1 14-697,-2-13 306,-21-85-301,24 75 111,-23-73-142,1 0 0,0-1-1,1 1 1,-1-1 0,1 0 0,0 0 0,0 0 0,0-1 0,1 1 0,0-1 0,0 0 0,2 1 26,5 2-459,0-1 1,1 0 0,0-1 0,13 3 458,32 7-4641,9-7-7515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5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425 69 10850,'0'0'2037,"0"0"-393,-31-5 757,-101-15-412,123 19-1866,1 1-1,-1 0 1,0 0-1,1 1 0,-1 0 1,0 1-1,1 0 0,-1 0 1,1 1-1,0 0 1,0 0-1,0 1 0,0 0 1,1 0-1,0 1 1,0 0-1,0 0 0,0 1 1,1 0-1,0 0 1,0 0-1,0 1 0,-3 6-122,-1 1 142,1 1 0,0 0-1,2 1 1,-1 0 0,2 0-1,0 1 1,1 0 0,1 0-1,0 0 1,1 6-142,0-4 86,2 1 0,0-1 0,1 1-1,1 0 1,1-1 0,1 1 0,1-1 0,0 0 0,1 0 0,2 0 0,2 6-86,-5-16-21,1 0 1,0 0-1,0 0 1,1 0 0,0-1-1,1 0 1,-1-1-1,2 1 1,-1-1 0,1-1-1,0 1 1,0-1 0,1-1-1,-1 1 1,1-2-1,1 1 1,-1-1 0,1 0-1,-1-1 1,1 0-1,0-1 1,8 1 20,-9-1-118,0-1 0,1 0 0,-1-1 0,1 1 0,-1-2 0,1 0 0,-1 0 0,0 0 0,1-1 0,-1-1 0,0 1 0,0-2 0,0 1 0,-1-1 1,1 0-1,-1-1 0,1-1 118,1-2-49,-1 0 0,0-1 0,0 0 0,-1 0 0,-1-1 0,0 0 1,0-1-1,0 1 0,-2-1 0,1 0 0,-1-1 0,-1 1 0,0-3 49,7-24 237,-2 1 0,-2-2 0,-2 1 0,1-35-237,-2-125 1286,-4 171-1219,2 208 589,26 176-656,-23-336 54,-5-21-50,0 0-1,0 0 1,0 0 0,0 0-1,0 0 1,1 0-1,-1 0 1,0 0 0,0 0-1,0 1 1,0-1 0,0 0-1,0 0 1,0 0 0,0 0-1,1 0 1,-1 0 0,0 0-1,0 0 1,0 0-1,0 0 1,0 0 0,0 0-1,0 0 1,1 0 0,-1 0-1,0 0 1,0 0 0,0 0-1,0 0 1,0 0 0,0 0-1,0-1 1,0 1-1,1 0 1,-1 0 0,0 0-1,0 0 1,0 0 0,0 0-1,0 0 1,0 0 0,0 0-1,0 0 1,0 0 0,0-1-1,0 1 1,0 0-1,0 0 1,0 0 0,0 0-1,1 0 1,-1 0 0,0 0-1,0-1 1,0 1 0,0 0-1,0 0 1,0 0 0,0 0-1,0 0 1,0 0-1,-1 0 1,1-1 0,0 1-1,0 0 1,0 0-4,6-39 269,-1-17-190,0-18 125,2 0 0,4 1 1,4 0-1,10-28-204,-22 91-8,1 1 1,0-1-1,1 1 0,0 0 1,0 1-1,1-1 0,0 1 1,1 0-1,0 0 0,0 1 1,0 0-1,5-3 8,-8 7-9,-1 1 1,1 0-1,-1 0 0,1 0 1,0 0-1,0 0 0,0 1 1,0 0-1,0-1 0,0 2 0,0-1 1,0 0-1,0 1 0,0 0 1,1 0-1,-1 0 0,0 0 1,0 1-1,0-1 0,0 1 1,0 0-1,0 1 0,0-1 1,0 1-1,0 0 0,0-1 0,0 2 1,-1-1-1,0 0 0,1 1 1,1 2 8,6 5-10,-2 0 0,1 1 0,-1 0 0,-1 1 1,0 0-1,-1 0 0,0 1 0,-1 0 0,-1 0 1,0 1-1,0-1 0,-1 2 10,8 32-11,-1 0 0,3 46 11,-9-50-355,-1 0 0,-2 1 0,-3-1 0,-1 1 0,-7 38 355,4-51-1842,4-11-2816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6.8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279 1 10474,'0'0'1881,"0"0"-1345,0 0 240,0 0-144,-113 144-200,75-94 264,3-5 40,8-4-271,7-8-321,0-1-144,7-12-529,1-6-3583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39:37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11306,'0'0'5826,"0"0"-4930,0 0 56,0 0-952,0 0-1016,0 0-4249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0.2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10 13275,'0'0'1373,"-3"25"-608,-11 84 1807,1 96-2572,13-176 158,-1-17-42,1-1 0,0 0 0,1 0 0,0 1 0,1-1 0,0 1-116,-2-11 648,0-17 1256,-1-8-1651,-1 0 1,-2 1-1,-1-2-253,-7-64 56,11 70-47,0-1 0,1 1 0,1-1 0,1 1-1,1-1 1,3-10-9,-4 24 2,0 0-1,1 0 1,-1 0-1,1 1 1,0-1-1,1 1 0,-1 0 1,1 0-1,0 0 1,0 1-1,1-1 1,-1 1-1,1 0 1,0 0-1,0 0 1,0 1-1,1 0 1,-1 0-1,1 0 1,0 1-1,-1 0 1,5-1-2,-3 0-5,0 1 0,0 0 1,1 1-1,-1-1 0,1 1 0,-1 1 1,1-1-1,-1 1 0,1 1 1,-1-1-1,1 1 0,-1 1 0,1-1 1,5 3 4,-8-1-4,1-1 0,-1 1-1,0 0 1,-1 1 0,1-1 0,0 1 0,-1 0 0,0 0 0,0 1 0,0-1 0,0 1-1,-1 0 1,0 0 0,0 0 0,0 0 0,-1 0 0,1 1 0,-1-1 0,0 2 4,4 13 30,-1 1 1,0 0-1,-2 0 1,0 1-1,-1 12-30,-3 113 203,-1-62-262,2-84 8,0-1 0,0 1-1,0 0 1,0 0 0,0 0 0,0 0 0,0 0 0,0 0 0,0 0 0,0-1 0,0 1 0,1 0-1,-1 0 1,0 0 0,0 0 0,1 0 0,-1-1 0,1 1 0,-1 0 0,1 0 0,-1-1 0,1 1-1,0 0 1,-1-1 0,1 1 0,0-1 51,17 3-6621,-1-3-2777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0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13475,'1'25'1842,"6"539"4925,-8-411-5738,3-116-972,0-1 0,3 0 0,1 0 0,2 0 0,1-1 0,2 0 0,1 0 0,2-1 0,1-1 0,2-1 0,1 0 0,10 12-57,-28-43-95,0 0 0,0-1-1,1 1 1,-1 0 0,0-1-1,1 1 1,-1 0 0,0-1 0,1 1-1,-1 0 1,1-1 0,-1 1-1,1-1 1,-1 1 0,1-1 0,-1 1-1,1-1 1,-1 1 0,1-1 0,0 1-1,-1-1 1,1 0 0,0 0-1,-1 1 1,1-1 0,0 0 0,0 0-1,-1 0 96,2-20-5615,-2 13 4680,0-25-5874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0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0 193 11402,'0'0'2044,"0"0"209,0 0-770,32-24-772,110-75-320,-125 88-255,1 2 0,0 0-1,1 1 1,-1 1 0,1 1 0,1 1 0,-1 0 0,1 2-1,0 0 1,0 1 0,0 1 0,0 0 0,3 2-136,-15-1 40,1 0 0,-1 1-1,1-1 1,-1 2 0,0-1 0,1 1 0,-1 0 0,0 1 0,0 0 0,-1 0 0,1 1 0,0 0 0,-1 1 0,4 2-40,-3 0 21,-1 0 0,0 0 0,0 0 0,0 1 0,-1 0 0,-1 0 0,1 1 1,-1 0-1,-1 0 0,0 0 0,0 0 0,0 2-21,1 4 87,0 1 0,-1-1 0,-1 1-1,-1 0 1,0 0 0,-1 0 0,0 0 0,-2 0 0,-1 14-87,1-20 91,-1 1 0,-1-1-1,1 0 1,-2 0 0,1 0 0,-1 0 0,-1 0 0,0-1-1,0 0 1,0 0 0,-2 0 0,1-1 0,-1 0-1,0 0 1,-3 2-91,-14 9 29,-1-1-1,-1-1 0,-1-1 1,0-2-1,-1 0 0,-1-2 1,0-1-1,0-2 1,-1 0-1,0-2 0,-5-1-28,33-6-508,10 0-560,78-11-5731,-32 0-1159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1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14427,'0'0'2249,"0"0"791,0 0-1263,32 145-849,-27-87-456,3 1-272,-3-3-120,0-8-32,0-10-48,0-11 0,2-11-440,9-16-848,-4 0-1273,3-23-5697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1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0 16219,'0'0'2377,"0"0"-483,0 0-547,0 0-807,0 0-315,-16 20-17,-142 156 202,133-149-407,-41 51 54,62-73-55,0 1-1,0 0 1,1 0 0,0 0 0,0 0 0,0 1 0,1-1 0,0 1 0,0 0 0,1-1-1,0 1 1,0 5-2,1-11 4,1 1 0,0-1-1,0 0 1,0 0 0,-1 0 0,1 0-1,0 0 1,0 0 0,1 0-1,-1 0 1,0 0 0,0 0-1,0-1 1,1 1 0,-1 0-1,0-1 1,0 1 0,1-1 0,-1 1-1,1-1 1,-1 0 0,0 0-1,1 0 1,-1 0 0,1 1-1,-1-2 1,0 1 0,1 0 0,0 0-4,6 0 18,34 4 217,0-3 1,6-1-236,-21-2 59,0 2 0,0 1 1,0 2-1,0 0 0,0 1 1,21 8-60,-20 6-1033,-14-1-6118,-8-8-4367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2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 13123,'0'0'2184,"0"0"-879,0 0-9,150-12-704,-82 5-168,0 3-88,-3-1-208,-7 1-40,-3 2-80,-8-1-8,-9 3-184,-10 0-872,-26 0-1113,-2 3-1695,-7 6-2690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2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12499,'0'0'1848,"0"0"8,0 0 17,0 0-857,0 0-256,0 0-224,173 67-312,-125-58-152,7 0-72,48 5-424,-10-3-1600,0-4-3473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8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31 14403,'0'0'1991,"0"0"-1141,0 0-276,7 21 300,9 30 11,-2 2-1,-3-1 1,-2 2-1,-1 7-884,-8 93 984,0-153-738,0-1 90,0-11 551,-1-14-741,-2 1 0,0 0 0,-3-4-146,1 3-1,1 0 0,1 0 1,1-18 0,2 36-2,0 0 0,1-1 0,0 1 1,0 0-1,1 1 0,-1-1 0,2 0 0,-1 0 1,1 1-1,0-1 0,0 1 0,1 0 1,-1 0-1,2 0 0,0-1 2,11-11-48,1 1 0,0 1 1,1 0-1,1 2 0,8-6 48,-20 15-13,0 0 1,1 1-1,0 0 0,0 0 1,0 0-1,0 1 0,1 1 1,-1-1-1,1 1 1,0 1-1,-1-1 0,1 2 1,0-1-1,0 1 0,0 0 1,2 1 12,-9 0-4,1 1 1,0-1 0,-1 0-1,1 1 1,-1-1 0,1 1-1,-1 0 1,0 0 0,1 0-1,-1 0 1,0 0 0,0 1 0,-1-1-1,1 0 1,0 1 0,-1 0-1,0-1 1,1 1 0,-1 0-1,0 0 1,0-1 0,-1 1-1,1 0 1,-1 0 0,1 2 3,2 13-17,-1 1 0,0-1 1,-1 12 16,-1-23-1,1 27 8,-2 1-1,-2-1 1,-1 0-1,-1 0 0,-2 0 1,-6 13-7,9-18-957,4-28 696,1 0-1,-1-1 1,1 1-1,-1 0 0,1-1 1,-1 1-1,1-1 1,-1 1-1,1 0 0,0-1 1,-1 0-1,1 1 1,0-1-1,0 1 0,-1-1 1,1 0-1,0 1 1,0-1-1,-1 0 0,1 0 1,0 0-1,0 1 1,0-1-1,0 0 0,-1 0 1,1 0-1,0 0 1,0-1-1,0 1 0,0 0 262,18 0-7565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8.8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1296,'0'0'14019,"0"0"-12194,0 0-1049,0 0 800,17 131-616,-14-75-263,-3 1-377,0-3-192,2-7-64,1-6-64,2-9-232,-5-3-1113,0-11-2744,0-7-3592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9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0 7986,'0'0'4857,"0"0"-2497,0 0 1993,0 0-2504,0 0-577,0 0-744,0 0-528,-25 9-416,8-9-1841,-6 0-3896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5:40:19.7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9602,'0'0'2302,"0"0"-310,0 0-325,0 0-474,0 0-428,0 0-171,12 0-120,320 0 570,677-3-737,-780-1-307,473 8-9,-74 3-49,-366-9 85,851-10-6,-700 5-18,-348 6 5,1261-11 1962,-1320 5-1238,-11 3-7171,-2 4-2995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5:40:29.2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17151 3585 803 0,'0'0'183'15,"0"0"-68"-15,0 0-34 16,0 0-26-16,0 0 63 16,0 0 71-16,-7 7 34 15,7-7 19-15,0 0-29 16,0 3-50-16,-2-3-55 15,2 2-32-15,0 0-30 16,-2 0-21-16,-3 4-13 16,2 2-11-16,-1 6 5 15,0 7 5-15,-1 13 20 16,1 13 2-16,0 32 19 0,2 0-15 16,2 12 1-1,0 0-22-15,0-20-10 0,4 2-6 16,13-17-1-16,6-11-18 15,2-14-35-15,14-15-49 16,-8-11-160-16,-1-5-481 0</inkml:trace>
  <inkml:trace contextRef="#ctx0" brushRef="#br0" timeOffset="599.49">17467 3756 1445 0,'0'0'211'0,"0"0"31"16,22 133 5-16,-15-64-79 16,0-2-79-16,-2-4-15 0,-1-9-23 15,2-11-30-15,-1-11-11 16,-1-11-9-16,1-9 8 15,-3-5-9-15,1-5 2 16,-3-2 16-16,0 0 46 16,0 0 43-16,0-14-29 15,0-8-53-15,0-10-13 16,-3-5-10-16,3-7 4 16,0-2-6-16,9 2 0 15,8 3-1-15,6 8-5 16,2 8 5-16,-1 10 1 15,1 11-1-15,-3 4 0 16,2 7-4-16,-1 22 5 0,-1 13 1 16,-4 6 0-1,-4 2 5-15,-4-4 2 0,-3-6-8 16,-3-7-1-16,1-7 1 16,-2-6-7-16,1-4-31 15,2-4-93-15,1-4-129 16,11-3-215-16,-3-2-132 15,1-3-481-15</inkml:trace>
  <inkml:trace contextRef="#ctx0" brushRef="#br0" timeOffset="1125.57">17969 4153 743 0,'0'0'491'0,"0"0"-377"15,0 0 33-15,0 0 86 16,0 0-52-16,129 1-87 16,-75-6-25-16,-3-5-18 15,-9 2-29-15,-15 4-10 16,-12 1-11-16,-10 3-1 16,-5 0 1-16,-9 0 67 15,-18 10 66-15,-9 1-34 0,-3 1-48 16,1-5-33-1,1-3-10-15,12-1-9 0,11-3-21 16,7 0-90-16,7-8-360 0</inkml:trace>
  <inkml:trace contextRef="#ctx0" brushRef="#br0" timeOffset="3520.14">18928 3800 1069 0,'0'0'837'0,"0"0"-586"16,0 0-3-16,0 0-63 15,0 0-93-15,0 0-64 0,0 0-27 16,4 102 36-16,9-44 35 16,3 10-26-16,-3-1-7 15,0-8-23-15,-1-6-4 16,-1-7-11-16,-2-10 1 15,-2-6-1-15,-3-7-1 16,2-8-16-16,-1-7-49 16,-1-8-65-16,3 0-162 15,-4-6-415-15</inkml:trace>
  <inkml:trace contextRef="#ctx0" brushRef="#br0" timeOffset="3883.57">19257 3757 2029 0,'0'0'338'0,"0"0"-219"15,0 0 35-15,0 0-115 16,0 0-38-16,0 0 7 16,-75 138-1-16,43-87-1 15,-1-1 0-15,4-8-6 16,2-4 1-16,5-5 5 15,4-10 0-15,7-2 6 16,6-7 14-16,5-4-8 16,0-2-5-16,2-2 0 15,19 2 4-15,8-2 26 16,6-2 0-16,3 0 10 0,5-4-11 16,-1 0-26-16,-5 0-7 15,-1 0-9-15,-2 0-1 16,-8 0-21-16,-3 0-20 15,-3 0-9-15,0 0-22 16,11 0-84-16,-2 0-130 16,2 0-432-16</inkml:trace>
  <inkml:trace contextRef="#ctx0" brushRef="#br0" timeOffset="4219.22">19583 3523 1809 0,'0'0'471'16,"0"0"-363"-16,0 0 24 15,0 0 47-15,111 134-85 16,-67-48-21-16,-6 29-6 16,-13-9-16-16,-9-10-18 15,-12-22-4-15,-4-26-10 0,0-1-13 16,0-3-5-16,0-12 0 16,-4-14-1-16,2-8-16 15,0-8-43-15,2-2-46 16,0-7-126-16,0-8-669 0</inkml:trace>
  <inkml:trace contextRef="#ctx0" brushRef="#br0" timeOffset="4497.76">20200 3309 1515 0,'0'0'532'0,"0"0"-314"15,0 0-55-15,11 121 76 16,-11-2-67-16,0 30-50 16,-11-10-29-16,0-30-23 15,7-41-31-15,4-22-25 16,0 0-14-16,0 1-15 15,10-1-60-15,13-7-76 16,-3-16-147-16,0-7-527 0</inkml:trace>
  <inkml:trace contextRef="#ctx0" brushRef="#br0" timeOffset="4827.92">20421 4506 1500 0,'0'0'387'16,"0"0"-258"-16,0 0 170 15,0 0-124-15,0 0-119 16,0 0-54-16,0 0 2 16,19-7-3-16,-2 7 8 15,-9 0 1-15,-3 0 2 16,-5 15 12-16,0 3 9 15,-16-2 4-15,-8 2 15 16,-3-6 0-16,2-4-25 0,4-8-7 16,4 0-1-1,11 0 4-15,6-8-23 0,0-4 0 16,0 1 0-16,9 6-1 16,1-2 0-16,7 3-19 15,-5 3-113-15,-2 1-625 0</inkml:trace>
  <inkml:trace contextRef="#ctx0" brushRef="#br0" timeOffset="21854.37">2398 5951 1181 0,'0'0'327'0,"0"0"-110"15,0 0 134-15,0 0-172 16,-11 0-64-16,11 2-27 16,0-2-26-16,0 0-32 15,20 0 1-15,18-14 20 16,15-9 4-16,15-7-19 16,5 1-14-16,-4 0-4 15,-5 8 0-15,-10 5-12 16,-12 6-5-16,-6 8-1 15,-4 2-6-15,-9 0 6 16,0 5 0-16,-5 10-7 0,-7 5 7 16,-7 8 0-16,-4 6 11 15,-6 6 13-15,-28 6-10 16,-13 1 4-16,-8-1-12 16,-7-2 4-16,4-6-9 15,6-6 0-15,10-8 1 16,15-8-1-16,11-8 5 15,12-6-4-15,4-2 14 16,0 0 12-16,13-8-14 16,9-8-13-16,8 0 5 15,5 0-5-15,8 4-1 16,-1 6-1-16,5 6 1 0,-5 0-6 16,-4 14 5-16,-7 13-6 15,-8 4 6-15,-10 8 0 16,-10 0 0-16,-3 3 1 15,-16-2 12-15,-22 1 3 16,-12-5 23-16,-5-5-1 16,-8-4-4-16,1-7-3 15,2-11-8-15,4-4-10 16,9-5-1-16,8 0-5 16,10-8-5-16,8-3-1 15,10 4-14-15,4 2-56 16,7-2-48-16,0-3-91 15,14 0-377-15,9 0-340 0</inkml:trace>
  <inkml:trace contextRef="#ctx0" brushRef="#br0" timeOffset="22179.13">3405 5712 1079 0,'0'0'831'16,"0"0"-589"-16,0 0 35 16,0 0-160-16,0 116 59 15,0 7-16-15,-6 34-32 0,-12-9-13 16,3-30-20-1,10-39-29-15,5-27-38 0,0 4-16 16,0 0-12-16,5 0 1 16,5-14-1-16,0-12-7 15,-1-14-53-15,-3-16-71 16,10-21-44-16,-1-22-55 16,-4-7-706-16</inkml:trace>
  <inkml:trace contextRef="#ctx0" brushRef="#br0" timeOffset="22485.96">3096 5947 1326 0,'0'0'524'0,"0"0"-437"16,54-110 70-16,6 60-59 16,19 1-34-16,8 2 11 15,-2 10 40-15,-14 15 3 16,-10 17-54-16,-14 5-46 15,-7 23-10-15,-9 18-2 16,-9 11 1-16,-13 6 21 16,-9 8 38-16,-11 2 9 15,-29-1 7-15,-9-5 6 16,-7-13-27-16,2-8-25 16,6-11-9-16,7-11-16 15,8-8-5-15,6-9-6 16,7-2-3-16,9 0-65 0,11-8-98 15,0-4-208-15,3-2-626 16</inkml:trace>
  <inkml:trace contextRef="#ctx0" brushRef="#br0" timeOffset="23034.36">3858 6234 1534 0,'0'0'274'0,"0"0"-54"15,0 0-25-15,0 0-106 16,0 0-46-16,149-72-21 15,-115 72-12-15,-9 4 1 16,-7 18 8-16,-10 10 19 16,-5 4 38-16,-3 8-21 15,-5 2-31-15,-19-1-8 16,-3-4-4-16,-2-4 3 16,4-9-4-16,8-8-4 15,3-8 11-15,5-7 33 0,7-5 26 16,0 0 1-16,2 0-42 15,0-9-36 1,0-1 6-16,15 2-6 0,7 8-1 16,5 0-5-16,7 0 6 15,3 16 1-15,2 2-1 16,-1 0 1-16,-7-2 5 16,-2-6-5-16,-8-5-1 15,0-5 2-15,-3 0 5 16,-1 0 4-16,4-15-1 15,-1-5 7-15,-3-3 1 16,-3 4-9-16,-5 1-8 16,-5 4-1-16,-2 4-8 0,-2 1-55 15,0 6-120 1,-6 1-504-16</inkml:trace>
  <inkml:trace contextRef="#ctx0" brushRef="#br0" timeOffset="42120.32">5878 6108 772 0,'0'0'320'0,"0"0"-84"16,0 0-11-16,0 0-50 16,0 0 36-16,0 0 87 15,-2-2-18-15,6-3-61 16,14 3-89-16,4 2-60 16,7 0-37-16,2 0-19 15,3 0-14-15,1 2-1 16,-4 8-45-16,-2 1-41 15,0 0-81-15,3 4-125 16,-10-6-289-16,-4 0-645 0</inkml:trace>
  <inkml:trace contextRef="#ctx0" brushRef="#br0" timeOffset="42283.59">5804 6365 1257 0,'0'0'641'0,"0"0"-516"15,0 0 227-15,0 0-202 16,0 0-92-16,0 0-5 16,0 0-11-16,158 9-42 15,-67-9-128-15,-16 0-438 16,-9 0-921-16</inkml:trace>
  <inkml:trace contextRef="#ctx0" brushRef="#br0" timeOffset="43004.11">7469 5657 1440 0,'0'0'304'0,"0"0"-97"16,0 0 70-16,150-73-158 16,-70 60-24-16,2 2-5 15,-1 10-27-15,-12 1-23 16,-16 0-16-16,-17 19-15 0,-20 7-9 15,-16 9 1-15,-31 1 32 16,-30 1 3-16,-15 0 3 16,-3-7-13-16,7-4-12 15,14-8-8-15,18-6-6 16,19-5 1-16,19-7 0 16,2 0 1-16,25 0 5 15,15 0-6-15,11-7 1 16,10 5-1-16,-1 2 0 15,-4 0 0-15,-5 18 0 16,-9 8-1-16,-13 2 1 16,-12 6-1-16,-11-2-1 0,-6 3 1 15,-23-5 21-15,-17-2 41 16,-13-6 19-16,-8-4-3 16,-3-6-24-16,2-4-15 15,8-7-23-15,7-1-5 16,11 0-5-16,11-5-6 15,10-5 0-15,11 1-63 16,4 4-78-16,21 3-92 16,9-2-582-16</inkml:trace>
  <inkml:trace contextRef="#ctx0" brushRef="#br0" timeOffset="43283.11">8364 5360 1015 0,'0'0'1059'0,"0"0"-783"15,0 0 28-15,0 107-81 16,0-40-69-16,0 5-56 15,0 0-39-15,0-7-38 16,0-12-11-16,2-7-10 16,2-7-37-16,3-4-53 15,-5 0-52-15,0-7-165 16,0-8-767-16</inkml:trace>
  <inkml:trace contextRef="#ctx0" brushRef="#br0" timeOffset="43419.26">8419 6275 2246 0,'0'0'385'16,"0"0"-200"-16,0 0-103 15,0 0-82-15,0 0-126 16,0 0-370-16,0 0-647 0</inkml:trace>
  <inkml:trace contextRef="#ctx0" brushRef="#br0" timeOffset="44168.17">6740 6565 1172 0,'0'0'259'0,"0"0"-102"15,0 0 5-15,0 0-64 16,0 0-45-16,0 0 41 16,0 0 15-16,125 0-25 15,-85 0-26-15,12 0-9 16,8 0-25-16,12-6-13 0,7 4-3 15,8 0 5 1,3 2 2-16,3 0-5 0,19-2-4 16,26 2-5-16,31-2 0 15,14 0 0-15,-2-1 0 16,-7 2 0-16,-18 1 0 16,0 0-1-16,0 0 0 15,4 0-1-15,10 0-11 16,6 0-34-16,9 0-44 15,6 0-23-15,-1 0-5 16,-14 0 79-16,-37 0 39 16,-39-2 36-16,-36 0 49 15,-19 0 4-15,-5-3-26 16,-2 2 10-16,-5-3 10 16,-13 1 16-16,-9 2-11 0,-4-1 10 15,-7 2 14-15,0-1-27 16,0 2-28-16,0 1-21 15,0 0-12-15,0 0-5 16,0 0-5-16,0 0-13 16,0 0-1-16,0 0-1 15,0 0-19-15,0 0-44 16,0 0-87-16,-5 0-439 0</inkml:trace>
  <inkml:trace contextRef="#ctx0" brushRef="#br0" timeOffset="45933.04">6647 7054 1352 0,'0'0'188'0,"0"0"53"15,0 0-36-15,0 0-112 16,0 0 3-16,0 0 62 16,0 0 6-16,0-26-17 15,0 26-26-15,0 0-32 16,0 0-37-16,-11 12-37 0,-9 20-6 16,-9 16 15-16,-9 13 15 15,-1 8-9-15,4 2-5 16,8-1-7-16,10-4-7 15,12-6-5-15,5-5-5 16,0-7 1-16,3-4-1 16,7-2-1-16,1-4 0 15,3-4-33-15,1 0-34 16,8-2-30-16,20-8-87 16,-3-7-380-16,-3-14-644 0</inkml:trace>
  <inkml:trace contextRef="#ctx0" brushRef="#br0" timeOffset="46466.42">6852 7257 1370 0,'0'0'334'0,"0"0"-138"0,0 0 70 16,129-75-155-16,-58 57-40 16,3 8 13-16,-11 10-33 15,-15 0-36-15,-21 21-14 16,-23 8-1-16,-4 5 17 15,-33 1 65-15,-15-1-15 16,-4-4-34-16,0-6-15 16,13-4-8-16,12-6-4 15,14-9-5-15,13-2-1 16,0-3-1-16,29 0 1 16,8 0 6-16,10 0-4 15,2 3-1-15,1 8 1 16,-4 7-1-16,-1 4 0 0,-10 4 0 15,-8 1-1 1,-14-1-1-16,-13-1 1 0,-11 0 30 16,-31-5 75-16,-13-2-5 15,-11-2-26-15,2-8-27 16,3-4-23-16,13-4-15 16,15 0-8-16,17-10-1 15,16-7-46-15,31-6-89 16,16 4-111-16,6 3-569 0</inkml:trace>
  <inkml:trace contextRef="#ctx0" brushRef="#br0" timeOffset="46676.9">7594 7467 1896 0,'0'0'485'15,"0"0"-234"-15,0 0-48 16,0 0-112-16,0 0-40 16,0 0-31-16,131-54-19 15,-94 52-1-15,5 2-69 16,38 0-88-16,-11 0-184 16,-2 0-414-16</inkml:trace>
  <inkml:trace contextRef="#ctx0" brushRef="#br0" timeOffset="47081.44">8410 7340 1502 0,'0'0'294'0,"0"0"174"16,0 0-256-16,0 0-142 15,0 0-39-15,0 0 3 16,149-41-6-16,-97 41 2 16,-4 0 3-16,-2 6-21 15,-13 10-6-15,-11 2-6 16,-15 4-2-16,-7 3 2 0,-20 2 8 16,-18 1 10-1,-9 1 16-15,0-6 9 0,2 1-10 16,8 0 3-16,8-4-8 15,11 1-7-15,9-1-1 16,9-2-7-16,0-5 23 16,22 2 10-16,9-6-8 15,5-2-11-15,5-5 1 16,1-2-4-16,2 0-24 16,1 0-12-16,-1 0-93 15,14-6-87-15,-8-6-448 16,-11-3-1083-16</inkml:trace>
  <inkml:trace contextRef="#ctx0" brushRef="#br0" timeOffset="47353.24">9077 7018 788 0,'0'0'1084'16,"0"0"-861"-16,0 0 67 15,68 102-48-15,-34-30-84 16,-10 11-45-16,-10-1-44 16,-11-2-24-16,-3-7-24 0,0-11-10 15,-10-12-11-15,-3-10-28 16,-7-11-63-1,2-8-102-15,7-13-470 0</inkml:trace>
  <inkml:trace contextRef="#ctx0" brushRef="#br0" timeOffset="47623.22">9502 7024 2065 0,'0'0'470'16,"0"0"-286"-16,0 0 39 16,65 104-65-16,-40-37-66 15,-10 3-40-15,-6 2-26 16,-7-2-26-16,-2-6-5 15,0-3-82-15,0 9-91 16,-16-15-134-16,6-12-863 0</inkml:trace>
  <inkml:trace contextRef="#ctx0" brushRef="#br0" timeOffset="47870.08">9670 7911 1943 0,'0'0'271'0,"0"0"-30"16,0 0-94-16,0 0-111 15,0 0-30-15,0 0-6 16,0 0 16-16,-5-34 75 16,5 34 5-16,0 0 14 15,0 0-30-15,0 0-28 16,0 0-27-16,-2 0-25 15,2 1-22-15,0-1-105 16,0 0-145-16,0 0-1610 0</inkml:trace>
  <inkml:trace contextRef="#ctx0" brushRef="#br0" timeOffset="50141.5">25418 4289 1866 0,'0'0'325'0,"0"0"-131"16,0 0-96-16,0 0 66 15,8 148-42-15,0-76-43 16,3 3-24-16,3-3-23 16,-5-11-14-16,-1-10-9 15,-3-12-8-15,-3-15 7 0,1-10-8 16,-3-14 8-16,0 0 11 16,0-17 19-16,-5-16-19 15,-4-19-7-15,0-9-6 16,7-8-5-16,2-6 0 15,0 3-1-15,20 6 0 16,9 11 0-16,2 15-1 16,5 12-1-16,2 14 1 15,-3 12 0-15,1 2 0 16,-5 18 1-16,-2 19 7 16,-6 8 8-16,-8 10-5 15,-3 0 1-15,-4 2-5 16,-1-3-5-16,2-8-1 0,0-8-15 15,4-6-43 1,3-6-47-16,3-10-74 0,18-16-304 16,-4 0-206-16,-4-4-627 0</inkml:trace>
  <inkml:trace contextRef="#ctx0" brushRef="#br0" timeOffset="50337.29">26219 4255 1721 0,'0'0'307'0,"0"0"46"16,0 0-107-16,11 154-108 16,-11-97-82-16,0-2-35 0,0 2-21 15,0 11-69-15,2-16-158 16,7-12-413-16</inkml:trace>
  <inkml:trace contextRef="#ctx0" brushRef="#br0" timeOffset="50472.4">26290 5067 2104 0,'0'0'498'15,"0"0"-341"-15,0 0-78 16,0 0-79-16,0 0-97 15,0 0-716-15</inkml:trace>
  <inkml:trace contextRef="#ctx0" brushRef="#br0" timeOffset="51885.31">26638 4407 1530 0,'0'0'334'16,"0"0"-133"-16,0 0-18 16,0 0-67-16,0 0-22 15,0 0-39-15,136-18-24 0,-111 17-10 16,4-1-12-1,2 2-9-15,-2 0-24 16,-2 0-130-16,-10 0-201 0,-5 0-255 16,-12 5-195-16</inkml:trace>
  <inkml:trace contextRef="#ctx0" brushRef="#br0" timeOffset="52047.76">26600 4608 1232 0,'0'0'347'0,"0"0"-155"16,0 0 101-16,0 0-57 16,0 0-115-16,114 0-73 0,-67 0-35 15,1 0-13 1,10 0-88-16,-12 5-286 0,-13 0-792 0</inkml:trace>
  <inkml:trace contextRef="#ctx0" brushRef="#br0" timeOffset="53145.3">27411 4289 1053 0,'0'0'645'16,"0"0"-439"-16,0 0-105 15,0 0 32-15,0 0 19 16,0 106-49-16,0-62-41 16,0-2-26-16,11-3-1 15,-1-4-21-15,-2-4-2 16,-1-4-4-16,-1-4 3 16,-3-5-2-16,2-4-8 0,-3-6 5 15,-2-4-4-15,2-4 5 16,-2 0 10-16,0 0 21 15,0 0 38-15,0-2-19 16,0-8-36-16,0-2-9 16,-6-4-11-16,-2 0 5 15,0-2-4-15,1-2 7 16,-1 1 1-16,-2 0 4 16,3-1 7-16,5-1 2 15,0-1-5-15,2 0-3 16,0-2-14-16,9-2 0 15,9-1-1-15,1 0-1 16,0 5 1-16,-1 6-1 0,-3 4 0 16,1 6-1-1,-1 2-5-15,8 4 1 0,1 0 5 16,5 0 1-16,3 10-1 16,-6 11-8-16,-6 6-2 15,-8 7 5-15,-6 7 6 16,-6 2-1-16,0 2 0 15,0-3-1-15,0-4-33 16,4-6-17-16,5-5-45 16,11-2-83-16,-2-6-173 15,0-8-501-15</inkml:trace>
  <inkml:trace contextRef="#ctx0" brushRef="#br0" timeOffset="53677.56">28060 4217 1149 0,'0'0'323'0,"0"0"-189"16,0 0-60-16,0 0 56 15,-60 106 22-15,34-52 2 0,-1 3-18 16,2-2 3-16,7-1-5 15,9-7-60-15,9-9-35 16,0-4-24-16,21-8-8 16,8-2-1-16,2-4-6 15,2-2-39-15,1 0-53 16,12-4-145-16,-8-4-150 16,-4-6-612-16</inkml:trace>
  <inkml:trace contextRef="#ctx0" brushRef="#br0" timeOffset="54090.24">28248 4342 1505 0,'0'0'517'16,"0"0"-430"-16,0 0-54 15,0 0 64-15,19 136-23 16,-9-76-38-16,-2-2-14 15,1-6-9-15,-2-9-5 16,-3-17-2-16,-1-5-5 16,-3-13 6-16,2-8 16 15,-2 0 14-15,2-14 3 16,1-12-28-16,1-9-6 16,0-8-5-16,0-1 1 0,1 3 5 15,-3 5 8 1,5 7 25-16,2 4 18 0,6 6-35 15,8 1-17-15,6 7-6 16,2 6-1-16,0 5 1 16,-4 0 9-16,-7 23-8 15,-9 10 0-15,-7 7 15 16,-4 2-2-16,0 0-13 16,0-2-1-16,0-6 0 15,0-6-58-15,21-5-104 16,4-8-187-16,-1-11-579 0</inkml:trace>
  <inkml:trace contextRef="#ctx0" brushRef="#br0" timeOffset="54295.21">28718 4555 1139 0,'0'0'515'16,"0"0"-419"-16,0 0-30 15,0 0-65-15,0 0-1 16,133-13-303-16,-104 13-455 0</inkml:trace>
  <inkml:trace contextRef="#ctx0" brushRef="#br0" timeOffset="54594.08">28938 4284 1341 0,'0'0'354'0,"0"0"-189"16,0 0-96-16,0 0-6 16,0 0-2-16,0 0-35 15,0 0-2-15,27 132-14 16,-25-99 1-16,0 1-10 0,3 0 5 16,2-3-6-16,2-1-53 15,-1 0-42-15,11 2-76 16,-4-8-142-16,-1-8-328 0</inkml:trace>
  <inkml:trace contextRef="#ctx0" brushRef="#br0" timeOffset="54976.49">29117 4150 851 0,'0'0'543'0,"0"0"-350"16,0 0 7-16,0 0-32 16,0 0-44-16,116 97-50 15,-89-51-22-15,-5 3-21 16,-9 0-3-16,-9 3-12 0,-4-3-9 16,0-2 4-1,-8-4-5-15,-11-3-6 0,2-3-16 16,-3 9-137-16,7-15-126 15,3-4-422-15</inkml:trace>
  <inkml:trace contextRef="#ctx0" brushRef="#br0" timeOffset="55532.63">29402 4238 836 0,'0'0'552'0,"0"0"-444"16,0 0-57-16,0 0 56 15,0 0-28-15,7 123-9 16,-7-67 31-16,0 7 26 15,0-4-37-15,0 2-32 16,9-7-29-16,7-5-10 0,3-10-8 16,6-6-11-16,20-10-67 15,-7-9-149-15,-1-10-404 0</inkml:trace>
  <inkml:trace contextRef="#ctx0" brushRef="#br0" timeOffset="55922.16">29696 4453 1181 0,'0'0'560'0,"0"0"-510"16,0 0 25-16,0 0 5 15,12 143-36-15,-10-93-25 16,0-2-7-16,-2-6 1 0,0-12-12 15,0-8 10-15,0-10-1 16,0-10 0-16,0-2 24 16,0-10 12-16,0-21-37 15,0-10-9-15,0-5 8 16,4 0 29-16,3 5 18 16,5 9-9-16,3 5-5 15,3 10-5-15,1 5-15 16,4 9 5-16,0 3 1 15,-4 0-14-15,-1 13 24 16,-5 12 7-16,-1 5-19 16,-6 6-7-16,-1 0-9 0,-1 2-9 15,3-2-30-15,9 3-145 16,2-13-203-16,-1-6-762 0</inkml:trace>
  <inkml:trace contextRef="#ctx0" brushRef="#br0" timeOffset="56118.36">29997 4659 1631 0,'0'0'267'0,"0"0"-156"16,0 0 9-16,0 0-120 15,118-5-123-15,-82 5-242 16,-9 0-426-16</inkml:trace>
  <inkml:trace contextRef="#ctx0" brushRef="#br0" timeOffset="56567.94">30316 4458 1205 0,'0'0'284'0,"0"0"-131"16,0 0-20-16,0 0-16 15,0 0-60-15,115-26-30 16,-105 26-10-16,-3 0-7 16,-3 2-4-16,-2 10-4 15,2 3 4-15,-4 5-6 16,0 3 6-16,-2 5 11 16,-19 2 24-16,-4 0 42 15,0 0-17-15,3-4 1 16,7-3-42-16,5-2-13 0,10-5-11 15,0-2 10-15,0-4 1 16,12-2 28-16,7-2 41 16,1-2-15-16,5-2-14 15,4 0-34-15,2-2-18 16,3 0-73-16,-1 0-150 16,12-4-114-16,-11-4-404 15,-11-2-363-15</inkml:trace>
  <inkml:trace contextRef="#ctx0" brushRef="#br0" timeOffset="56914.22">30603 4173 747 0,'0'0'733'16,"0"0"-573"-16,0 0 5 16,0 0-22-16,92 120 15 15,-61-58-46-15,-6 4-14 16,-9 2 12-16,-8-2-55 0,-8-8-35 15,0-5-20 1,0-9-13-16,0-4-31 0,-4-8-44 16,2-4-42-16,2-4-68 15,9-2-5-15,11-6-106 16,4-6-540-16</inkml:trace>
  <inkml:trace contextRef="#ctx0" brushRef="#br0" timeOffset="57304.78">30923 4586 88 0,'0'0'1683'16,"0"0"-1383"-16,0 0-85 16,0 0-80-16,0 0-62 15,0 0-73-15,0 0-2 16,93 0-155-16,-66 0-326 16,-7 0-518-16</inkml:trace>
  <inkml:trace contextRef="#ctx0" brushRef="#br0" timeOffset="57453.18">31166 4613 899 0,'0'0'1203'15,"0"0"-916"-15,0 0-58 16,0 0-71-16,0 0-158 0,0 0-15 16,0 0-131-1,91-3-239-15,-62 3-273 0,-7-4-467 0</inkml:trace>
  <inkml:trace contextRef="#ctx0" brushRef="#br0" timeOffset="57584.16">31357 4613 692 0,'0'0'904'0,"0"0"-539"16,0 0-74-16,0 0-131 16,0 0-98-16,0 0-62 15,0 0-222-15,96-7-446 16,-56 1-865-16</inkml:trace>
  <inkml:trace contextRef="#ctx0" brushRef="#br0" timeOffset="57701.08">31765 4613 1748 0,'0'0'542'0,"0"0"-447"16,0 0-9-16,0 0-86 15,0 0-172-15,0 0-995 0</inkml:trace>
  <inkml:trace contextRef="#ctx0" brushRef="#br0" timeOffset="57822.51">32084 4659 2078 0,'0'0'299'16,"0"0"-173"-16,0 0-126 0,0 0-34 15,0 0-1040-15</inkml:trace>
  <inkml:trace contextRef="#ctx0" brushRef="#br0" timeOffset="58806.91">32717 4560 633 0,'0'0'255'0,"0"0"-141"16,0 0 9-16,0 0 19 15,0 0 23-15,0 0 27 0,0 0 13 16,38-82 5-16,-36 65-2 15,0 2-75-15,2 1-69 16,1-1-39-16,0 3-11 16,1 0-13-16,1 2 8 15,-5 1 6-15,0 0 34 16,-2 3 25-16,0 2 13 16,0 3-25-16,0 1-17 15,0 0-25-15,0 0-20 16,2 3-21-16,3 17 6 15,-2 10 15-15,3 2 1 16,1 7 0-16,-1-3-1 16,1 0 0-16,-5 0-16 15,1-2-33-15,-1 0-26 16,0-2-50-16,9 8-92 0,-2-10-129 16,2-6-393-16</inkml:trace>
  <inkml:trace contextRef="#ctx0" brushRef="#br0" timeOffset="59085.4">32684 4868 598 0,'0'0'266'0,"0"0"50"16,0 0-36-16,0 0-34 15,0 0 0-15,0 0-75 16,0 0-90-16,162 11-47 16,-110-9-34-16,-10-1-15 15,3 3-202-15,-14-1-162 16,-10 0-425-16</inkml:trace>
  <inkml:trace contextRef="#ctx0" brushRef="#br0" timeOffset="61749.45">25630 5845 15 0,'0'0'1018'0,"0"0"-801"16,0 0-6-16,132-14-119 15,-101 11-59-15,-7 0-21 16,-6 1-5-16,-7 2-5 15,-8-2 47-15,-3 0 65 16,0 0 56-16,-27 1-13 16,-11 1-73-16,-9 0-34 15,-2 0-31-15,1 7-12 16,7 5 2-16,12 4-9 0,9 0-1 16,11 3-1-16,9 0-4 15,0-3 5-15,14 0 1 16,15-2 9-16,2-2 0 15,4-1-8-15,-3 3 6 16,-8 2-7-16,-9 4-6 16,-5 4 5-16,-10 3 1 15,0 2 6-15,-23-3 59 16,-3-6 21-16,-6-2-16 16,-1-8 10-16,0-2-8 15,-1-6-31-15,3-2-23 16,2 0-10-16,4 0-2 15,9 0-6-15,8-2-5 0,8-6-58 16,14 1-184-16,9-2-450 16</inkml:trace>
  <inkml:trace contextRef="#ctx0" brushRef="#br0" timeOffset="61955.28">26020 5721 1618 0,'0'0'275'0,"0"0"-104"0,0 0 76 16,0 0-150-16,0 136-59 16,0-93-38-1,0 12-2-15,0-13-216 0,0-7-411 0</inkml:trace>
  <inkml:trace contextRef="#ctx0" brushRef="#br0" timeOffset="62081.44">26087 6346 1918 0,'0'0'522'0,"0"0"-387"15,0 0-135-15,0 0-58 16,0 0-601-16</inkml:trace>
  <inkml:trace contextRef="#ctx0" brushRef="#br0" timeOffset="62546.41">26645 5784 1126 0,'0'0'563'0,"0"0"-360"16,0 0-66-1,0 0-88-15,156-14-49 0,-90 9-49 16,-10 1-180-16,-14 1-434 16</inkml:trace>
  <inkml:trace contextRef="#ctx0" brushRef="#br0" timeOffset="62696.66">26718 5927 1154 0,'0'0'326'0,"0"0"12"16,0 0-59-16,0 0-92 0,0 0-187 16,185-7-1-1,-113 3-320-15,-8 0-744 0</inkml:trace>
  <inkml:trace contextRef="#ctx0" brushRef="#br0" timeOffset="63221.59">27507 5641 745 0,'0'0'221'0,"0"0"-162"16,0 0-41-16,0 0-18 16,0 0 1-16,0 0 18 15,0 0 201-15,-6 5-14 16,-30 8-82-16,-5 3-18 15,4-2 14-15,3 1-48 16,12 2-21-16,13-5-30 16,9 0-20-16,2-2 4 15,27 0 11-15,5-2-1 16,1 1 7-16,2 5 6 16,-4-1-14-16,-4 6-12 15,-7-2-1-15,-4 1 1 16,-5 0-1-16,-8-2 1 0,-5-4-1 15,0-1 67-15,-22-4 78 16,-10 1-38-16,-3-2-30 16,-4 0-13-16,-1 0-22 15,3-4-22-15,1 1-20 16,9-3 8-16,5 0-7 16,11 0 5-16,4 0-7 15,4 0-10-15,3 0-93 16,0 3-99-16,3 3-167 15,8-3-537-15</inkml:trace>
  <inkml:trace contextRef="#ctx0" brushRef="#br0" timeOffset="63621.08">28122 5645 783 0,'0'0'871'0,"0"0"-716"15,0 0 157-15,0 0-54 16,-106 139-78-16,66-95-76 16,1-3-50-16,8-10-33 15,4-6-11-15,6-6-9 16,0-8-1-16,8-5-22 15,1-6-88-15,4 0-126 16,1-17-246-16,0-4-324 0</inkml:trace>
  <inkml:trace contextRef="#ctx0" brushRef="#br0" timeOffset="63792.56">27775 5745 1505 0,'0'0'381'0,"0"0"-123"15,0 0 21-15,0 0-90 16,0 0-95-16,129 126-58 16,-100-88-36-16,-2-1-5 15,2-5-84-15,13-3-134 16,-6-4-314-16,-5-11-725 0</inkml:trace>
  <inkml:trace contextRef="#ctx0" brushRef="#br0" timeOffset="64116.59">28319 5711 950 0,'0'0'573'0,"0"0"-345"15,0 0-13-15,0 0-32 16,0 0-9-16,0 0-42 16,0 0-32-16,-14 126-46 15,-3-96-26-15,3-4-16 16,7-3-11-16,5-7-1 0,2-4 2 16,0-7-1-16,18-1 17 15,4-2 5-15,7-2-6 16,-2 0-17-16,-3 0-61 15,3 0-101-15,-6 0-230 16,-6 0-620-16</inkml:trace>
  <inkml:trace contextRef="#ctx0" brushRef="#br0" timeOffset="64296.3">28473 5761 1557 0,'0'0'372'16,"0"0"14"-16,0 0-183 15,0 0-162-15,0 0 7 0,0 0 1 16,2 125-10-16,-2-76-23 16,0-5-14-16,0-2-2 15,0-8-34-15,0 1-94 16,2-12-203-16,4-6-640 0</inkml:trace>
  <inkml:trace contextRef="#ctx0" brushRef="#br0" timeOffset="64605.34">29043 5689 1283 0,'0'0'615'0,"0"0"-478"15,0 0-62-15,0 0 74 16,-107 127-33-16,63-74-64 16,1-1-24-16,7-7-18 15,3-9-4-15,4-9 0 16,2-6-6-16,-6-14-86 0,6-2-239 15,2-5-576-15</inkml:trace>
  <inkml:trace contextRef="#ctx0" brushRef="#br0" timeOffset="64777.01">28613 5807 1795 0,'0'0'387'16,"0"0"-181"-16,0 0-37 15,125 74-50-15,-87-30-71 16,-7 2-48-16,-9-1-3 16,-2-4-81-16,0-1-145 15,-4-9-334-15,-1-11-742 0</inkml:trace>
  <inkml:trace contextRef="#ctx0" brushRef="#br0" timeOffset="65294.2">29342 5738 350 0,'0'0'1195'0,"0"0"-918"15,0 0-80-15,0 0-45 0,140-16-57 16,-115 29-66-16,-14 9-28 16,-11 5 0-16,-7 5 15 15,-26-3 62-15,-3-3-8 16,1-6-27-16,6-6-43 15,11-7-34-15,11-7-9 16,7 0 31-16,0 0 12 16,20-12-28-16,6 3 11 15,7 1 17-15,-2 6 32 16,-2 2-7-16,-6 0-7 0,0 19 2 16,-7 4 1-1,-12 7-6-15,-4 2 7 0,-9 0 20 16,-20-3 23-16,-7-8 17 15,-1-4-16-15,-1-7-23 16,2-7-8-16,5-3-16 16,7 0-8-16,7 0-11 15,13-7-37-15,4 1-132 16,14 1-363-16,8 1-740 0</inkml:trace>
  <inkml:trace contextRef="#ctx0" brushRef="#br0" timeOffset="65617.69">30160 5741 1551 0,'0'0'275'16,"0"0"-9"-16,0 0 42 16,-167 106-112-16,111-60-94 15,7 0-52-15,11-6-29 0,9-8-13 16,9-7-8-16,4-11-24 15,8-14-67-15,3 0-184 16,5-2-645-16</inkml:trace>
  <inkml:trace contextRef="#ctx0" brushRef="#br0" timeOffset="65789.1">29814 5789 1523 0,'0'0'540'0,"0"0"-265"15,0 0-164-15,0 0-25 16,0 0 30-16,77 118-56 16,-44-70-42-16,0 1-18 15,-4-7-35-15,2 2-122 16,-6-12-205-16,-8-9-390 0</inkml:trace>
  <inkml:trace contextRef="#ctx0" brushRef="#br0" timeOffset="66276.39">30300 5791 916 0,'0'0'264'0,"0"0"14"16,0 0 19-16,0 0-13 15,129-26-54-15,-108 24-91 16,-3 2-51-16,-3 0-40 16,-1 0-32-16,1 4-10 15,-3 10-6-15,-4 4-8 16,-8 2-2-16,0 0-8 15,-2 2 18-15,-18 0 0 16,-3 0 8-16,-4 0-1 0,6 0-5 16,1-1 4-1,1 1-6-15,4-5 2 0,4 3-1 16,0-1 1-16,4-3 5 16,5-2 5-16,2-5 6 15,0 1 9-15,4-3-6 16,19-3 7-16,8-2 5 15,5-1-8-15,-1-1-10 16,-2 0-9-16,-4 0-5 16,-4 0-1-16,8-1-55 15,-8-3-127-15,2-1-464 0</inkml:trace>
  <inkml:trace contextRef="#ctx0" brushRef="#br0" timeOffset="66594.36">31134 5796 1122 0,'0'0'860'15,"0"0"-583"-15,0 0-122 16,0 0-100-16,0 0 37 16,-140 69 10-16,86-34-26 0,0 0 7 15,6-4-20-15,8-5-35 16,3-9-20-16,8-5-7 16,4-5-1-16,2-7-19 15,3 0-81-15,-1-12-140 16,6-12-440-16,7-2-402 0</inkml:trace>
  <inkml:trace contextRef="#ctx0" brushRef="#br0" timeOffset="66752.27">30641 5796 1119 0,'0'0'409'0,"0"0"-115"16,0 0-48-16,0 0-32 16,128 81-14-16,-84-33-36 15,1 2-30-15,-1-1-28 0,-2-6-60 16,1-9-46-16,-3-3-19 15,-2-11-57-15,18-4-97 16,-9-8-298-16,-7-8-240 0</inkml:trace>
  <inkml:trace contextRef="#ctx0" brushRef="#br0" timeOffset="67200.64">31417 6039 995 0,'0'0'869'0,"0"0"-617"16,0 0-21-16,19-102-89 15,-11 74-59-15,-1-2-45 16,-5 5 2-16,-2-1 48 0,0 1 3 16,2 4-48-1,2 4-19-15,-2 5-8 0,4 4-2 16,-4 8 7-16,0 0-21 15,0 16-8-15,-2 24 8 16,0 13 2-16,0 13 5 16,-14 2-5-16,-1-3-2 15,-1-2 0-15,7-11-8 16,1-10-11-16,6-12-5 16,-1-9 2-16,3-10-11 15,0-5-42-15,0-4-37 0,-2 0-60 16,-7 0-77-16,-6 1-50 15,-8-3 156-15,-4 0 106 16,5 0 37-16,4 0 0 16,9 0 19-16,9 0 14 15,0 0 34-15,5 4-6 16,17 0 39-16,5-1-50 16,6-1-50-16,23 2-46 15,-7-4-252-15,-7 0-796 0</inkml:trace>
  <inkml:trace contextRef="#ctx0" brushRef="#br0" timeOffset="70572.92">25383 7752 701 0,'0'0'0'0,"0"0"-256"0</inkml:trace>
  <inkml:trace contextRef="#ctx0" brushRef="#br0" timeOffset="71000.17">25555 7715 1217 0,'0'0'354'16,"0"0"-103"-16,0 0 24 16,0 0-158-16,0 0-73 15,171-82 11-15,-99 64 36 16,-3 5 37-16,-11 5-36 15,-16 6-50-15,-13 2-24 16,-16 2-12-16,-13 18-6 16,-2 4 17-16,-29 6 28 0,-16 0-2 15,-5 0-8-15,2-6-20 16,5-4-5-16,13-8-4 16,15-3-5-16,10-7 7 15,7-2 4-15,5 0-6 16,24 0-4-16,9-9-1 15,8 4-1-15,3 2 0 16,-1 3-1-16,-9 4-1 16,-10 16-16-16,-11 8-23 15,-13 2 4-15,-5 5 3 16,-20-3 17-16,-20-1 17 16,-10-4 26-16,-3-5 31 0,1-4-11 15,8-6-25-15,11-8-5 16,12-4-16-16,19 0 0 15,2-10-13-15,50-35-120 16,0 8-345-16,4-4-302 16</inkml:trace>
  <inkml:trace contextRef="#ctx0" brushRef="#br0" timeOffset="71179.81">26244 7495 2248 0,'0'0'333'0,"0"0"-217"0,0 0-60 16,0 0-6-16,13 127-21 15,-7-69-29-15,3 0-35 16,-2 11-108-16,0-18-346 16,-3-9-309-16</inkml:trace>
  <inkml:trace contextRef="#ctx0" brushRef="#br0" timeOffset="71299.62">26313 8085 67 0,'0'0'1606'0,"0"0"-1104"15,0 0-306-15,0 0-52 16,0 0-144-16,0 0-77 16,0 0-615-16</inkml:trace>
  <inkml:trace contextRef="#ctx0" brushRef="#br0" timeOffset="71586.49">26861 7564 1625 0,'0'0'486'0,"0"0"-308"0,0 0 0 16,0 0-120-16,0 0 0 16,118-3-37-16,-69 3-21 15,4 0-69-15,-13 6-258 16,-15 1-400-16</inkml:trace>
  <inkml:trace contextRef="#ctx0" brushRef="#br0" timeOffset="71721.08">26925 7782 1290 0,'0'0'344'16,"0"0"135"-16,0 0-210 15,0 0-144-15,136-8-88 0,-29-5-37 16,-11 1-148-1,-11 3-434-15</inkml:trace>
  <inkml:trace contextRef="#ctx0" brushRef="#br0" timeOffset="72239.48">27683 7403 1023 0,'0'0'855'0,"0"0"-653"16,0 0 34-16,0 0-104 15,119-36-83-15,-55 32-22 16,-1 4 23-16,-8 0 11 15,-17 6-25-15,-15 11-24 16,-21 6-11-16,-2 1 12 16,-31 1 18-16,-14-2 14 15,-2-1-17-15,0-5-14 16,9-8-7-16,11 0-7 16,15-8-6-16,9 1-6 15,3-2-8-15,11 0 3 16,20 0 11-16,9 0 6 15,3 0 0-15,1 7 1 0,-1 5 7 16,-7 3-2-16,-9 6-5 16,-12 1-1-16,-15 0-6 15,-7 0 6-15,-30-1 17 16,-15-1 31-16,-8-5-9 16,-3-4-12-16,7-2-14 15,12-7-11-15,11-2-2 16,15 0-8-16,18 0-92 15,20-22-111-15,22 2-434 16,8 0-898-16</inkml:trace>
  <inkml:trace contextRef="#ctx0" brushRef="#br0" timeOffset="72518.36">28871 7360 1307 0,'0'0'767'0,"0"0"-585"16,0 0-82-16,0 0 70 16,0 0 12-16,-135 118-21 15,69-75-31-15,4 0-52 16,7-8-42-16,6-3-23 0,11-11-11 15,5-3-2 1,4-6-40-16,8-5-99 0,8-7-94 16,6-9-275-16,7-11-414 15</inkml:trace>
  <inkml:trace contextRef="#ctx0" brushRef="#br0" timeOffset="72659.25">28444 7429 1249 0,'0'0'335'16,"0"0"24"-16,0 0-56 15,0 0-127-15,122 23-18 16,-89 13-33-16,-4 5-55 16,-6 5-46-16,-6 3-24 15,12 9-104-15,-6-11-236 16,2-12-518-16</inkml:trace>
  <inkml:trace contextRef="#ctx0" brushRef="#br0" timeOffset="73048.7">29177 7485 1506 0,'0'0'223'0,"0"0"-84"15,0 0-29-15,0 0-75 0,145-21-21 16,-114 21 6-16,-8 0 31 16,-10 0-8-16,-7 0-27 15,-6 11-16-15,0 7-2 16,-9 9 2-16,-20 3 19 16,-13 6 21-16,-5 2 54 15,3 2-6-15,5-1-31 16,10-7 4-16,12-6-22 15,11-3-6-15,6-7 26 16,0-6 5-16,19-4-1 16,14-3-3-16,13-3-48 15,3 0-12-15,4 0-81 16,16-17-86-16,-14 5-159 0,-9-3-481 16</inkml:trace>
  <inkml:trace contextRef="#ctx0" brushRef="#br0" timeOffset="73297.92">30088 7395 1560 0,'0'0'489'15,"0"0"-263"-15,0 0-119 16,0 0-33-16,0 0 72 15,-120 126-5-15,60-73-27 16,4-5-31-16,10-6-47 16,12-10-21-16,10-10-15 0,8-8 0 15,3-8-82-15,2-6-142 16,1-14-402-16,4-7-1245 0</inkml:trace>
  <inkml:trace contextRef="#ctx0" brushRef="#br0" timeOffset="73455.32">29725 7457 2032 0,'0'0'492'0,"0"0"-332"15,0 0-1-15,0 0-20 16,118 68-55-16,-70-37-54 16,-4-4-30-16,-1-2-41 15,9-1-144-15,-6-6-365 0,-7-4-773 16</inkml:trace>
  <inkml:trace contextRef="#ctx0" brushRef="#br0" timeOffset="73739">30532 7483 1558 0,'0'0'263'16,"0"0"71"-16,0 0-13 0,0 0-99 16,0 0-67-16,29-108-22 15,-26 108-10-15,-1 0-62 16,-2 11-53-16,0 24 5 16,0 14 5-16,-7 10-3 15,-4 8-6-15,0-1-9 16,2-4-45-16,2-8-57 15,0-2-70-15,5-15-158 16,0-14-627-16</inkml:trace>
  <inkml:trace contextRef="#ctx0" brushRef="#br0" timeOffset="78087.53">11159 6356 1433 0,'0'0'480'15,"0"0"-211"-15,0 0-76 16,0 0-113-16,0 0-54 16,0 0 6-16,71-2 10 15,-31 2-18-15,7 0-3 16,-3-8-5-16,-1-2-7 0,-7 2-9 16,-7 2-19-16,-12 6-119 15,-7 0-155-15,-10 2-100 16,0 8-538-16</inkml:trace>
  <inkml:trace contextRef="#ctx0" brushRef="#br0" timeOffset="78244.17">11274 6541 844 0,'0'0'763'16,"0"0"-534"-16,0 0 62 15,0 0-89-15,0 0-42 16,0 0-84-16,0 0-54 15,116 0-22-15,-58 5-108 0,-8 6-198 16,0-3-321-16</inkml:trace>
  <inkml:trace contextRef="#ctx0" brushRef="#br0" timeOffset="79558.77">12842 5692 1418 0,'0'0'361'16,"0"0"110"-16,0 0-290 15,0 0-84-15,0 0-42 16,147-101-25-16,-70 83-13 0,-3 7 10 16,-9 11-9-16,-16 7-12 15,-23 20-5-15,-20 13 5 16,-6 2 10-16,-41 4 17 16,-17-3 10-16,-9-1-10 15,0-9-9-15,7-1-12 16,18-13-4-16,15-5-8 15,16-8-1-15,11-6-6 16,2 0 7-16,27 0 2 16,12-8 5-16,9-4-6 0,6 5 0 15,2 4 0 1,-2 3-1-16,-4 3 0 0,-6 20-1 16,-11 9-5-16,-12 6 6 15,-19 4 0-15,-4 1 1 16,-27-3 13-16,-19-4 35 15,-14-5 17-15,-9-11 1 16,-5-3-19-16,1-9-26 16,10-8-14-16,14 0-8 15,20-10-9-15,25-12-49 16,8 0-53-16,79-12-95 16,-6 5-449-16,8 4-558 0</inkml:trace>
  <inkml:trace contextRef="#ctx0" brushRef="#br0" timeOffset="79821.62">14349 5629 1774 0,'0'0'583'0,"0"0"-310"15,0 0-144-15,0 0-31 16,-176 109 22-16,84-48-34 16,-1 7-33-16,6-6-20 15,12-8-18-15,21-8-8 16,8-11-7-16,15-12-28 0,7-11-80 16,8-12-116-1,5-2-344-15,4-20-809 0</inkml:trace>
  <inkml:trace contextRef="#ctx0" brushRef="#br0" timeOffset="79988.7">13758 5729 1397 0,'0'0'487'0,"0"0"-149"16,0 0-73-16,0 0-110 16,140 99-34-16,-115-41-56 15,2 5-30-15,4-1-17 16,5-6-18-16,3-5-35 0,26-10-128 15,-9-12-421-15,-5-14-1363 16</inkml:trace>
  <inkml:trace contextRef="#ctx0" brushRef="#br0" timeOffset="80385.39">14513 5796 1741 0,'0'0'212'0,"0"0"-33"16,119-31-58-16,-51 23-49 16,2 1-12-16,-9 7 23 0,-13 0-21 15,-13 0-37-15,-12 20-19 16,-14 3-6-16,-9 9 1 15,-9 10 9-15,-22 8 5 16,-7 3 11-16,-5 1 24 16,3-3 8-16,5-4-17 15,10-10-21-15,12-8-8 16,6-7-3-16,7-8 11 16,0-9 7-16,18-2 19 15,11-3 15-15,9 0-25 16,5-3-16-16,-1-10-20 15,0 0 0-15,1 1-52 16,-4-1-50-16,15-13-74 0,-12 4-424 16,-3-2-603-16</inkml:trace>
  <inkml:trace contextRef="#ctx0" brushRef="#br0" timeOffset="80617.2">15880 5699 1942 0,'0'0'393'0,"0"0"-203"15,0 0-21-15,0 0-42 16,-152 97-24-16,94-42-32 16,-2-3-13-16,2-2-10 15,10-8-17-15,5-9-20 16,11-9-11-16,11-9-12 0,7-8-76 15,-1-9-49-15,3-17-223 16,1-6-1194-16</inkml:trace>
  <inkml:trace contextRef="#ctx0" brushRef="#br0" timeOffset="80775.11">15392 5761 1942 0,'0'0'548'0,"0"0"-332"16,0 0-1-16,0 0-58 15,109 156-64-15,-77-99-53 16,1-3-40-16,-2-8-9 16,0-9-76-16,21-8-53 0,-8-13-117 15,-4-15-769-15</inkml:trace>
  <inkml:trace contextRef="#ctx0" brushRef="#br0" timeOffset="80963.17">16177 5717 2220 0,'0'0'371'15,"0"0"-212"-15,0 0-72 16,15 102 26-16,-10-35-60 16,-5 6-33-16,0 4-20 15,0-5-86-15,-16 11-124 0,1-16-468 16,-1-16-979-16</inkml:trace>
  <inkml:trace contextRef="#ctx0" brushRef="#br0" timeOffset="81713.57">12561 6895 1230 0,'0'0'251'0,"0"0"8"15,0 0-67 1,0 0-40-16,0 0-51 0,0 0-26 15,0 0-29-15,51-12 16 16,-15 12 2-16,8 3 8 16,10 6-12-16,8-2-27 15,9-2-1-15,12 4-8 16,27-4-13-16,39-5-4 16,40 0 1-16,19 0-1 15,-4-15 0-15,-14 1-7 16,-21 2-2-16,8-3 2 15,16 2 0-15,28-3 2 16,29-3-1-16,26 0 0 16,11-1 5-16,4 3-5 15,-19 5-1-15,-29 5 0 0,-36 5 0 16,-31 0 0-16,-47-1-12 16,-31 1 0-16,-31-3 12 15,-16-2 0-15,-1-1 0 16,-6-3 57-16,-9-4 56 15,-14 3 34-15,-12 0 2 16,-9 4-33-16,0 2-47 16,0 4-22-16,0 0-24 15,0 0-17-15,0 2-6 16,0 0-36-16,0 0-28 16,0 0-24-16,0 0-46 15,0 0-51-15,-3 14-88 16,-7-1-287-16,0-6-553 0</inkml:trace>
  <inkml:trace contextRef="#ctx0" brushRef="#br0" timeOffset="86224.11">14289 7425 1311 0,'0'0'361'0,"0"0"-199"15,0 0 66-15,0 0-38 16,0 0-79-16,0 0-42 16,0 0-2-16,91-71-2 15,-80 56-16-15,0-3-4 16,3-4-2-16,-4 0-9 16,2-5 2-16,1-1-14 15,0 3-7-15,-1 3-4 16,-4 8 2-16,-3 10 17 15,-3 4-6-15,-2 9-24 16,0 28 0-16,0 13 13 16,0 8 9-16,-2 6-2 0,-5 0-4 15,1-4 1 1,-1-3-8-16,5-9-8 0,-1-7 0 16,3-8-1-16,0-8-12 15,0-6-68-15,0-3-102 16,0 2-143-16,0-4-233 15,0-3-317-15</inkml:trace>
  <inkml:trace contextRef="#ctx0" brushRef="#br0" timeOffset="86421.08">14219 7849 1498 0,'0'0'388'0,"0"0"-168"0,0 0 3 16,0 0-152-16,132-25-46 16,-59 20-16-16,3 2-9 15,2 1-4-15,20 2-198 16,-20 0-134-16,-15 0-550 0</inkml:trace>
  <inkml:trace contextRef="#ctx0" brushRef="#br0" timeOffset="88380.87">17933 6261 1600 0,'0'0'472'16,"0"0"-236"-16,0 0-38 16,0 0-110-16,0 0-36 15,148-29-17-15,-88 19-10 16,-5 2-7-16,-8 2-13 15,-14 4-5-15,-10 2-53 16,-19 0-111-16,-4 0-212 16,0 6-260-16</inkml:trace>
  <inkml:trace contextRef="#ctx0" brushRef="#br0" timeOffset="88553.12">17838 6532 1520 0,'0'0'223'0,"0"0"42"16,0 0 50-16,0 0-174 16,156-5-77-16,-94-5-35 15,-4 1-29-15,-10 8-7 16,6 1-101-16,-14 0-225 16,-9 0-340-16</inkml:trace>
  <inkml:trace contextRef="#ctx0" brushRef="#br0" timeOffset="90183.34">19383 5999 681 0,'0'0'570'0,"0"0"-343"0,0 0 65 16,0 0-76-16,0 0-50 15,0 0-18-15,0 0 15 16,-25-96-8-16,23 88-14 16,-6 2-60-16,0 3-38 15,-1-2-13-15,-7 3-12 16,1 2-9-16,-6 0 0 15,-1 0 6-15,2 0 13 16,-2 0 4-16,4 2-3 16,-2 3-6-16,2 4-7 15,1 1-7-15,-4 2-3 16,-1 3 2-16,-1 2-7 16,2 4 8-16,0-1 1 15,3 1 5-15,3 0-1 0,4 0-2 16,1 5-5-16,2 3 4 15,-1-1-5-15,-3 2 4 16,2 2 4-16,-3-1 1 16,-1 1-2-16,5 5-1 15,3-1-4-15,6 0-7 16,0 3 5-16,0-1 0 16,6-2-5-16,9 1 0 15,1-4 0-15,2-1 0 16,2 0 0-16,-2-2-1 15,0-2 1-15,2-4-1 16,2-2 1-16,0-5-1 16,1-8-8-16,1 0-1 0,3-8 8 15,0-1-4-15,0 0 5 16,-1 0 7-16,-2-12-5 16,1-5 5-16,-2-3 4 15,-4-3-10-15,-1-3 7 16,-7 3-2-16,-3-2-5 15,-8 1 0-15,0 2 5 16,0 0-5-16,-6 2-1 16,-9 4-1-16,-7 2-10 15,-7 7-5-15,-11 7-32 16,-14 0-45-16,-39 39-57 16,10 2-129-16,5 0-639 0</inkml:trace>
  <inkml:trace contextRef="#ctx0" brushRef="#br0" timeOffset="105134.17">2291 9523 195 0,'0'0'323'0,"0"0"-173"16,0 0 23-16,0 0-25 16,0 0-57-16,0 0 32 15,-7 8 75-15,3-7-6 16,2-1-11-16,-3 0-17 15,3 0-7-15,0 0-36 16,2 0-31-16,0 0-33 16,0 0-12-16,0 0 19 15,0 0 1-15,0 0-7 16,0 0 9-16,4-3-3 0,17-8-26 16,8 1-16-1,8-5-13-15,8-2-8 0,6 1 5 16,1 0-5-16,-4 4-1 15,-3 3 0-15,-9 2 1 16,-12 4-2-16,-6 3 0 16,-7 0 0-16,-2 0-11 15,-2 5 6-15,-1 9 5 16,-4 4-1-16,0 6 0 16,-2 5 2-16,0 0 3 15,-13 3-2-15,-7 1 8 16,-4-3-3-16,-3 0 0 15,3-5-5-15,1-2-1 16,4-5 1-16,3-3 1 16,5-6-1-16,1-3 0 0,4-2 1 15,4-4-1-15,2 0 7 16,0 0 1-16,0 0 3 16,0 0-11-16,16-1 5 15,5-10-6-15,10 1-1 16,5 1 1-16,3 2 0 15,-2 3 0-15,-1 4-1 16,-3 0 1-16,-2 2-1 16,3 19-1-16,-3 4-4 15,-2 8 6-15,-7 3-2 16,-3 4-4-16,-13 0 6 16,-6-2-1-16,0 0 1 15,-6-2 1-15,-15-4 5 0,-4-2 13 16,-4-3 4-16,0-4 3 15,-2-3-2-15,0-1-9 16,-2-8-4-16,2-3-5 16,-7-4 0-16,-2-4 0 15,-5 0 1-15,-4 0 17 16,2-2-3-16,5-8-3 16,6 2-6-16,9 1-6 15,5 0-5-15,6-1 0 16,3 2 7-16,2-2-8 15,0 2-9-15,0 2-44 16,-5 4-45-16,-11 0-93 16,2 4-329-16,4 4-367 0</inkml:trace>
  <inkml:trace contextRef="#ctx0" brushRef="#br0" timeOffset="108212.87">3538 9432 1461 0,'0'0'308'0,"0"0"-197"15,0 0 5-15,0 0-46 0,0 0-39 16,0 0 23-16,0 0 60 15,0 0 1-15,0 0-3 16,0 0-16-16,0 0-12 16,0 0-20-16,0 0-15 15,0 0-18-15,0-1-13 16,0 1-3-16,0 0-3 16,0-3 3-16,0 1 4 15,0-1 1-15,0-4-1 16,0 0-11-16,0-3-7 15,0-3 0-15,0 4 0 16,0-1 0-16,-4-1 0 16,2 3 5-16,-2 0-4 0,0 2 7 15,-1 0 0 1,3 0-3-16,2 0-6 0,-2 2 1 16,2-1 1-16,-2 3-1 15,2-3 1-15,-2-2-1 16,0 4 5-16,-2-1-5 15,2-1-1-15,0 0 0 16,0 1 0-16,0 0 1 16,2 0 0-16,0 1-1 15,0 0 1-15,0 1 0 16,0-2-1-16,0 1 1 16,-2 3 0-16,2 0 0 15,-2-2 0-15,-3 2-1 0,1 0-1 16,-3-3 1-16,0 3-1 15,-4-2 0-15,3 2-5 16,-4 0 5-16,1 0 0 16,-3 0 0-16,-1 0 1 15,-3 5 0-15,-2 0 0 16,0 1 0-16,0 2 0 16,0 0 0-16,4 2-1 15,1 4 1-15,1 4-1 16,1 6 1-16,-3 4-1 15,1 6 1-15,1 8 0 16,1 7 1-16,2 5 0 16,2 6 11-16,2 1-12 15,7 2 1-15,0-3-1 0,0-2 0 16,0-1 0-16,2-3 0 16,7 0 0-16,3-2 1 15,3-1 0-15,3-4 0 16,7-4 5-16,6-3 4 15,2-8-1-15,7-4 3 16,3-4 0-16,-3-8-5 16,-5-3 1-16,-3-4-7 15,-8-4 1-15,-7-2 4 16,-3-3-6-16,-1 0 0 16,-1 0-10-16,1 0-34 15,1-8-27-15,8-4-86 16,-6 2-373-16,-1 0-253 0</inkml:trace>
  <inkml:trace contextRef="#ctx0" brushRef="#br0" timeOffset="108892.86">3925 10062 766 0,'0'0'340'0,"0"0"-123"16,0 0 40-16,0 0-102 15,0 0-15-15,0 0-10 16,0 0-2-16,0-68-17 15,14 59-15-15,1-4-28 16,3 3-34-16,-1 1-3 16,4 6-17-16,-1 3-7 15,-5 0-7-15,-1 6 0 16,-5 16-9-16,-7 4 9 16,-2 4 0-16,0 2 2 15,0 3 7-15,-4-4 0 16,-7 1-8-16,-5-2-1 15,1-2 1-15,-6 1-1 0,-1-1 25 16,-1-2 9-16,4-5-8 16,3-2-10-16,5-4-4 15,4-8-3-15,2-2 0 16,3-5 9-16,2 0 25 16,0 0 20-16,0-5-13 15,0-7-27-15,0-3-12 16,0 0-10-16,9-1-1 15,4 1 1-15,1 3-1 16,-1 3-1-16,3 4 1 16,-3 5 0-16,0 0-13 15,3 0 2-15,3 14 10 16,-2 5-5-16,1 1 6 0,-3-1 0 16,3-4 1-1,-3-3 5-15,-1-5-5 0,-1-2-1 16,3-3 1-16,2-2-1 15,2 0-51-15,3 0-58 16,-2-9-32-16,6-8-102 16,-4 2-100-16,-5 1-385 0</inkml:trace>
  <inkml:trace contextRef="#ctx0" brushRef="#br0" timeOffset="109715.42">4774 9645 1547 0,'0'0'212'0,"0"0"20"16,0 0-16-16,0 0-120 15,0 0-56-15,0 0 12 16,0 0-5-16,125-2-26 16,-89 2-20-16,-5 0-1 15,-2 0-46-15,3 0-138 16,-6 13-126-16,-8-6-313 0</inkml:trace>
  <inkml:trace contextRef="#ctx0" brushRef="#br0" timeOffset="109872.22">4778 9944 1209 0,'0'0'171'0,"0"0"58"15,0 0 47-15,0 0-103 16,0 0-48-16,143 9-50 15,-72-23-49-15,28-1-26 16,-17 1-186-16,-12 4-646 0</inkml:trace>
  <inkml:trace contextRef="#ctx0" brushRef="#br0" timeOffset="110451.39">6001 9353 1347 0,'0'0'343'0,"0"0"-45"16,0 0 50-16,0 0-152 15,0 0-106-15,0 0-63 16,0 0-16-16,-52 61 30 16,27-3 40-16,-1 14-14 0,-6 29-6 15,-3 31-5 1,4 37-2-16,10 12-13 0,17-9-5 15,4-18-6-15,20-27-13 16,7-13-11-16,0-3 1 16,-5-19-5-16,-6-18 4 15,-5-16-5-15,-2-11 0 16,4 6-1-16,5-2-24 16,4-2-66-16,17-21-95 15,-8-13-322-15,0-14-457 0</inkml:trace>
  <inkml:trace contextRef="#ctx0" brushRef="#br0" timeOffset="111193.19">6375 9367 339 0,'0'0'833'0,"0"0"-547"16,0 0-33-16,0 0-99 15,0 0-75-15,0 0-9 16,135-41 5-16,-108 41-31 16,-4 0-16-16,-7 4-18 0,-10 17 1 15,-6 6 27-15,0 8 43 16,-20 2 45-16,-11-1-22 15,-7 1-53-15,5-8-29 16,4-6-8-16,13-8-12 16,9-6-2-16,7-7-2 15,2-2 2-15,25 0 13 16,9-6-7-16,1-4-4 16,2 6-1-16,-3 4-1 15,-7 0-1-15,-5 16 0 16,-9 9-8-16,-10 6-3 15,-5 5 11-15,-11 1 1 0,-20-3 34 16,-9-1 33-16,-1-5 3 16,1-3-22-16,3-7-20 15,8-4-13-15,4-6-15 16,9-4-15-16,7-4-48 16,9 0-86-16,4-4-127 15,17-6-282-15</inkml:trace>
  <inkml:trace contextRef="#ctx0" brushRef="#br0" timeOffset="111734.19">6294 10587 1485 0,'0'0'213'0,"0"0"-124"16,0 0 79-16,0 0 29 16,0 0-97-16,0 0 9 15,0 0 7-15,83-9-41 16,-56 4-22-16,0 5-14 15,-3 0-18-15,-2 5-12 16,-2 11-9-16,-11 8 0 16,-9 6 0-16,0 6 1 0,-13 4 7 15,-14 3 3-15,-6-3 4 16,0-1 17-16,1-5-4 16,1-4-7-16,7-5-5 15,5-10-8-15,4-5 4 16,7-3 1-16,0-6 11 15,4-1 15-15,4 0-11 16,0 0-2-16,0 0 7 16,2 0 4-16,18-8-19 15,7 1 0-15,7-2 3 0,-1 4 6 16,-4 2-9 0,-7 3-12-16,-4 0-6 0,-4 0-1 15,-1 0-40-15,5 7-36 16,1-4-45-16,24-3-64 15,-7 0-386-15,-1-6-176 0</inkml:trace>
  <inkml:trace contextRef="#ctx0" brushRef="#br0" timeOffset="112185.49">6925 9282 1422 0,'0'0'308'0,"0"0"-103"16,0 0 30-16,0 0-77 16,0 0-103-16,0 0 13 15,0 0 67-15,90 129-20 16,-48-43-26-16,5 39-33 0,-3 51-22 15,-5 25-3-15,-22 5-5 16,-13-18-2-16,-4-35-6 16,-11-22-11-16,-18-10 1 15,-2-25-8-15,0-19-8 16,6-19-14-16,-12 16-35 16,5-14-110-16,-1-8-496 0</inkml:trace>
  <inkml:trace contextRef="#ctx0" brushRef="#br0" timeOffset="119882.28">2917 12035 1215 0,'0'0'301'16,"0"0"-115"-16,0 0 64 16,0 0 0-16,0 0-93 15,0 0-24-15,40 57-32 16,-38-44-7-16,1-3-24 15,0-2-24-15,-3-3-22 16,0-5-10-16,0 0-1 0,0 0 5 16,0-6 18-16,0-11-18 15,-6-3-11-15,-13-1-5 16,-4-2-1-16,-6 5 0 16,0 5 0-16,-2 2 0 15,0 8-1-15,0 3 0 16,-3 0 0-16,1 9-1 15,-5 20 0-15,-7 12 1 16,-11 15 8-16,-15 31 6 16,7 0 4-16,4 5 10 15,10 1-2-15,26-12-4 16,8 3-13-16,14-8 1 16,2-6-9-16,18-4 0 15,8-1-1-15,3-5 0 16,3-2 0-16,4-7 0 0,2-2-24 15,10-10-31-15,12-11-35 16,61-16-71-16,-12-9-220 16,-4-3-421-16</inkml:trace>
  <inkml:trace contextRef="#ctx0" brushRef="#br0" timeOffset="120226.54">3256 12689 1330 0,'0'0'586'16,"0"0"-539"-16,0 0 123 15,-118-16-1-15,103 40-117 0,4 17-24 16,11 12 40-16,0 6 5 16,13-1 13-16,22-7 2 15,13-8-30-15,14-9-18 16,7-15-13-16,2-10-10 15,-4-9-8-15,-12-6-8 16,-12-23 6-16,-18-10 5 16,-19-7 0-16,-6-5 19 15,-8 4 29-15,-24 2-6 16,-8 9-11-16,-4 9-26 16,-8 8-17-16,1 9 0 15,0 8-7-15,6 2-45 0,12 0-49 16,26 2-99-16,7 4-433 15,7-6-649-15</inkml:trace>
  <inkml:trace contextRef="#ctx0" brushRef="#br0" timeOffset="120761.43">3860 12657 1940 0,'0'0'226'0,"0"0"-127"16,14 116 113-16,3-57-108 16,-1 0-46-16,0-2-28 15,-5-8-14-15,-2-8-14 16,-5-9 6-16,-2-10-6 0,-2-13 7 16,0-9 4-16,-6 0 62 15,-14-19 1-15,-7-17-40 16,3-8-11-16,4-7-1 15,9 1-9-15,11 7-9 16,0 6-4-16,28 13 5 16,13 11-1-16,3 13-4 15,1 0-2-15,-5 21 0 16,-7 17 0-16,-8 9-1 16,-7 2 1-16,-9 0 0 15,-5-8 1-15,-4-4-1 16,0-13 1-16,0-10 0 15,0-12 0-15,0-2 17 0,0-22 6 16,0-16-14-16,0-14-9 16,15-3 5-16,10 4-5 15,8 6-1-15,6 13-8 16,0 12 8-16,3 13 0 16,-5 7 0-16,-8 17-9 15,-7 21 2-15,-9 13 7 16,-6 5 1-16,-5 0-1 15,0-6 0-15,0-8-12 16,5-8-59-16,13-12-92 16,1-13-198-16,0-9-1090 0</inkml:trace>
  <inkml:trace contextRef="#ctx0" brushRef="#br0" timeOffset="121278.51">4639 12290 1780 0,'0'0'263'0,"0"0"40"16,0 0-136-16,0 0-58 16,108 140-14-16,-71-59 7 15,-4 7-23-15,-9 0-22 16,-6-3-23-16,-7-10-23 0,-2-10-10 15,-4-15 0 1,-5-15 0-16,2-12 0 0,-2-17 0 16,0-6 10-16,0-4 16 15,0-22-16-15,0-6-3 16,0-5-2-16,13 0-6 16,14-3 1-16,8-1 5 15,12-1-5-15,7 4-1 16,2 6-1-16,-3 15 1 15,-4 12-11-15,-5 5 1 16,-5 28 1-16,-10 12 9 16,-12 10 0-16,-15-1-1 15,-2-1 1-15,-15-8 28 16,-14-6 32-16,-6-8 11 16,-6-7 7-16,-3-2-8 0,-3-3-28 15,-4-4-24-15,2-5-9 16,-1 0 0-16,0-3-8 15,4-2 0-15,7 0-1 16,12 0-18-16,12 0-29 16,15-10-32-16,21-10-101 15,22 0-159-15,3 0-794 0</inkml:trace>
  <inkml:trace contextRef="#ctx0" brushRef="#br0" timeOffset="121476.64">5571 12818 2179 0,'0'0'393'16,"0"0"-187"-1,0 0-23-15,0 0-45 0,0 0-42 16,0 0-44-16,33 128-28 16,-24-103-16-16,-1-8-8 15,4-1-39-15,-1-6-69 16,20-10-69-16,-4 0-102 15,0 0-739-15</inkml:trace>
  <inkml:trace contextRef="#ctx0" brushRef="#br0" timeOffset="121834.71">5895 12851 2218 0,'0'0'339'0,"0"0"-149"0,0 0-69 16,0 0-11-16,0 0-14 15,63 120-30-15,-47-79-27 16,-3 2-18-16,-4-6-15 16,-4-8-6-16,-5-8 0 15,0-11-18-15,0-8-9 16,0-2 15-16,-2-14 12 16,-12-16 0-16,-1-5 0 15,1-6 2-15,7 1 7 16,7 2 13-16,0 0-4 15,25 3-17-15,15 7-1 16,7 8 0-16,1 10-2 16,2 10-4-16,-10 7 0 0,-11 26 0 15,-11 11-1-15,-10 6 5 16,-8 0 1-16,0-1-5 16,0-9-42-16,7-5-52 15,51-18-71-15,-2-8-192 16,11-9-870-16</inkml:trace>
  <inkml:trace contextRef="#ctx0" brushRef="#br0" timeOffset="122232.34">6912 12791 1373 0,'0'0'481'0,"0"0"-418"0,0 0 213 16,-161-76-72-16,113 73-70 15,-2 3-3-15,4 14-27 16,7 25-26-16,14 14-20 16,13 5-6-16,12 5 14 15,14 2-18-15,28-7-23 16,14-10-13-16,6-11-12 16,-4-18-19-16,-7-13-45 15,-11-6-11-15,-11-22 27 16,-11-20 8-16,-9-8 17 15,-7-4 18-15,-2 1 5 16,0 11 21-16,0 14 46 0,0 12 8 16,3 15 3-16,3 1-48 15,5 10-24-15,3 20 13 16,1 5-1-16,-1 8-10 16,-6-3-2-16,1 0-6 15,-2-6 0-15,0-4-37 16,-3-6-48-16,9-15-81 15,-1-4-431-15,-1-5-529 0</inkml:trace>
  <inkml:trace contextRef="#ctx0" brushRef="#br0" timeOffset="122458.33">7233 12366 1445 0,'0'0'748'0,"0"0"-520"15,0 0 141-15,0 0-190 16,0 0-119-16,83 163 3 16,-77-9 16-16,-4-7-10 15,-2-29-30-15,0-42-31 16,0-25-8-16,2 2-33 16,6-2-42-16,-2-8-54 15,-1-33-93-15,-5-10-266 16,0-6-200-16</inkml:trace>
  <inkml:trace contextRef="#ctx0" brushRef="#br0" timeOffset="122624.2">7070 12959 2237 0,'0'0'361'0,"0"0"-103"15,0 0-48-15,0 0-136 16,146-47-52-16,-71 31-8 15,10 1-14-15,53 3-52 16,-22 5-102-16,-9 0-432 0</inkml:trace>
  <inkml:trace contextRef="#ctx0" brushRef="#br0" timeOffset="122945.16">7951 12779 1938 0,'0'0'340'0,"0"0"-244"16,0 0 139-16,-127 14-120 0,94 21-51 16,-1 9 17-16,5 6-1 15,9 6-15-15,14-5 6 16,6-2-11-16,12-9-15 16,34-11-16-16,14-14-4 15,13-11-4-15,3-4-9 16,-7-7-12-16,-18-19-9 15,-19-3 9-15,-17-7 6 16,-15-6-4-16,0-4-1 16,-23-2 5-16,-8 4 3 15,-4 3-1-15,-3 8-8 16,5 3-1-16,8 13-10 0,11 8-49 16,17 9-90-16,23 0-174 15,11 5-1480-15</inkml:trace>
  <inkml:trace contextRef="#ctx0" brushRef="#br0" timeOffset="123125.57">8375 13194 1431 0,'0'0'402'16,"0"0"198"-16,0 0-236 16,0 0-144-16,0 0-135 15,0-128-25-15,0 70-16 16,4-6-29-16,7-2-15 15,3 6-20-15,3 9-35 0,14 7-107 16,-4 14-192-16,2 10-822 16</inkml:trace>
  <inkml:trace contextRef="#ctx0" brushRef="#br0" timeOffset="123262.27">8707 12890 1627 0,'0'0'522'0,"0"0"-167"16,0 0-112-16,0 0-163 15,0 0-50-15,0 107-30 16,8-90-27-16,-1-2-109 16,0-6-373-16,-2-4-229 0</inkml:trace>
  <inkml:trace contextRef="#ctx0" brushRef="#br0" timeOffset="123426.07">8630 12668 2300 0,'0'0'317'0,"0"0"-145"15,0 0-9-15,0 0-163 16,117-92-51-16,-39 89-114 16,-7 3-582-16</inkml:trace>
  <inkml:trace contextRef="#ctx0" brushRef="#br0" timeOffset="123831.2">9554 12691 1955 0,'0'0'495'16,"0"0"-425"-16,0 0 129 16,-158-42-87-16,111 42-73 15,-5 22-15-15,1 24 16 16,4 16-13-16,10 13 8 15,16 5 7-15,21 2 2 16,12-4-11-16,38-10-12 16,19-18-12-16,10-15-9 15,-3-26-29-15,-7-9-41 16,-15-26 4-16,-15-25 24 16,-12-18 33-16,-14-12 9 0,-8-4 22 15,-5 5 38-15,0 9 18 16,0 19 30-16,0 23 7 15,0 17 17-15,0 12-50 16,0 26-73-16,2 27 2 16,12 18 19-16,1 11-8 15,1 2-10-15,1-6-11 16,-1-8-1-16,-3-12-39 16,-1-14-56-16,-4-15-38 15,-8-24-63-15,0-5-41 16,0-5-452-16</inkml:trace>
  <inkml:trace contextRef="#ctx0" brushRef="#br0" timeOffset="125850.87">11741 12613 1728 0,'0'0'316'16,"0"0"-100"-16,0 0-93 16,0 0-43-16,10 116 5 15,4-46-31-15,-1 7-10 16,0 3 0-16,-1-7-18 15,-1-4-9-15,1-11-8 0,-2-14-3 16,-1-14-5-16,-5-13 0 16,-4-13 5-16,0-4 19 15,0-21 18-15,-15-18-16 16,-5-14-13-16,3-13-7 16,3-9-6-16,11-4 0 15,3-2-1-15,19 2-9 16,16 4 0-16,9 9 9 15,10 10 8-15,0 16 21 16,-3 20-11-16,-2 18 9 16,-4 4-22-16,-5 35-4 15,-5 16-1-15,-8 7 0 16,-9 6 8-16,-5 1-8 0,-4-5-12 16,-2-3-35-16,4 2-53 15,2-3-44-15,5 0-158 16,11 28-88-16,-2-14-181 15,-2-10-62-15</inkml:trace>
  <inkml:trace contextRef="#ctx0" brushRef="#br0" timeOffset="126489.38">13365 12483 666 0,'0'0'1001'0,"0"0"-863"15,0 0 85-15,0 0-21 16,-23-111-113-16,9 87-10 16,-2-2 39-16,-2 0-34 15,-2-3 4-15,0 4-14 16,-4 4-11-16,-1 1-14 16,-4 8-12-16,-4 3-5 15,-3 6-13-15,-1 3-7 16,-2 0-3-16,3 23 0 15,3 19-3-15,0 30-5 16,-3 36 11-16,1 32 11 0,6 7 12 16,10-21 6-16,15-34 11 15,4-31-29-15,13-6-16 16,23 6-6-16,11 3 0 16,15 2-1-16,5-16-7 15,5-11-20-15,-3-11-39 16,2-12-61-16,-2-6-45 15,29-10-175-15,-16-5-318 16,-10-12-961-16</inkml:trace>
  <inkml:trace contextRef="#ctx0" brushRef="#br0" timeOffset="126745.72">13947 12825 1881 0,'0'0'330'15,"0"0"-121"-15,0 0-29 16,0 0-72-16,0 0-11 16,39 146-38-16,-33-85-33 15,0 1-11-15,-1-6-13 16,-1-8-2-16,4-9-28 15,0-11-85-15,3-17-93 16,-1-4-453-16,-6-7-902 0</inkml:trace>
  <inkml:trace contextRef="#ctx0" brushRef="#br0" timeOffset="127053.27">14231 12753 2165 0,'0'0'307'15,"0"0"-138"-15,0 0 27 16,0 0-134-16,0 0-61 16,0 0 0-16,0 0 10 15,-108 68-11-15,77-31 2 16,2-2 11-16,2 2-2 16,8-5 5-16,3-4 11 15,7-2-3-15,9-6-7 0,0-6-8 16,2-4-9-16,16-4 0 15,4-2 3-15,-2 1 19 16,1 0-6-16,-2-3-9 16,2 3-7-16,3-3-18 15,7-2-16-15,3 0-63 16,20 0-72-16,-10 0-155 16,-7 0-424-16</inkml:trace>
  <inkml:trace contextRef="#ctx0" brushRef="#br0" timeOffset="127345.41">14922 12772 1731 0,'0'0'394'15,"0"0"-175"-15,0 0-44 16,0 0-93-16,122 17-21 16,-63-10-26-16,-2-2-35 15,-6-1-72-15,-6 0-142 16,-11 1-131-16,-15-3-351 0,-12 0-657 15</inkml:trace>
  <inkml:trace contextRef="#ctx0" brushRef="#br0" timeOffset="127504.22">14968 13075 1669 0,'0'0'498'15,"0"0"-286"-15,0 0 43 16,0 0-137-16,0 0-33 15,147-7-73-15,-82-1-12 16,-1 6-158-16,-14 2-547 16,-17 0-775-16</inkml:trace>
  <inkml:trace contextRef="#ctx0" brushRef="#br0" timeOffset="128734.55">16660 12170 453 0,'0'0'1064'16,"0"0"-818"-16,0 0 67 16,0 0-30-16,0 0-114 15,0 0-99-15,0 0-41 16,-39-2-8-16,22 38 37 15,-5 14 17-15,-7 36-9 16,-7 41 4-16,1 48-7 16,-1 25 0-16,12-2-17 15,15-9-24-15,9-34-8 16,22-10-7-16,21-11-5 16,7-15-1-16,-3-23 7 0,-7-19-7 15,-11-24-1-15,0-6-8 16,12-1-43-16,37-20-82 15,-4-6-237-15,-8-20-604 0</inkml:trace>
  <inkml:trace contextRef="#ctx0" brushRef="#br0" timeOffset="129223.24">17381 12064 1622 0,'0'0'225'15,"0"0"-76"-15,8 112 79 16,-1-41-88-16,4 2-55 15,5 4-3-15,-1-7-30 16,-1-11-25-16,-1-9-8 16,-4-11-6-16,-4-15-2 15,-3-14-10-15,-2-10 8 16,0 0 18-16,0-20-2 16,0-18-14-16,-7-15-10 15,0-6 0-15,7-10 1 16,0 1-2-16,9 2-14 0,18 6 1 15,7 7 13-15,-1 9 9 16,2 14 15-16,1 12-18 16,-5 18 5-16,-2 2 2 15,-6 39-12-15,-6 15 24 16,-3 16 1-16,-10 8-7 16,0 4-7-16,1-3-12 15,-1-6 0-15,6-3-101 16,3 11-108-16,-5-19-343 15,2-13-611-15</inkml:trace>
  <inkml:trace contextRef="#ctx0" brushRef="#br0" timeOffset="129614.13">17487 13384 1938 0,'0'0'337'16,"0"0"-156"-16,0 0-52 15,0 0-38-15,14 127 0 16,-3-58-25-16,-3-2-26 16,-1-2-16-16,0-11-17 15,0-8-7-15,-1-10-9 16,-1-12-69-16,-3-10-90 15,0-14-345-15,-2-14 125 16,0-14-861-16</inkml:trace>
  <inkml:trace contextRef="#ctx0" brushRef="#br0" timeOffset="129994.46">17746 13339 1292 0,'0'0'398'16,"0"0"-202"-16,0 0 90 15,0 0-100-15,0 0-170 16,0 0 20-16,0 0-35 16,-18 18 56-16,-9 26-4 15,-6 5-11-15,-1-2-24 16,5-3-17-16,5-3 7 16,6-8-7-16,7-1-1 15,9-2 0-15,-1-6 0 16,3 1 0-16,0-9 6 15,0-2-6-15,0-8 0 0,0-2-6 16,0-4 1-16,0 0 4 16,0 0-10-16,0 0 11 15,0 0 11-15,0 0-9 16,0 0 7-16,9 0 0 16,5 0 25-16,5-7 27 15,8-2-34-15,4-1-27 16,-2 2 0-16,0 2-123 15,3 6-85-15,21 0-116 16,-5 0-169-16,-2 0-298 0</inkml:trace>
  <inkml:trace contextRef="#ctx0" brushRef="#br0" timeOffset="130777.22">17861 12048 1113 0,'0'0'182'0,"0"0"-22"16,0 0 131-16,0 0-19 16,0 0-60-16,0 0-92 15,0 0 10-15,58-11-15 16,-33 28-30-16,13 4 4 15,9 9-19-15,13 12-23 0,7 15-4 16,16 25-12-16,6 32-13 16,2 33 3-16,-4 11-7 15,-18-4-14-15,-17-9 0 16,-23-16 0-16,-18 3 1 16,-11-6 8-16,0-20 19 15,-11-23 17-15,-3-23-12 16,-1-13-3-16,-1 4-18 15,1-1-12-15,-4-4-13 16,3-14-52-16,1-12-42 16,-3-11-17-16,-9-9-94 15,3-12-399-15,6-7-708 0</inkml:trace>
  <inkml:trace contextRef="#ctx0" brushRef="#br0" timeOffset="131129.23">19016 12537 1587 0,'0'0'213'0,"0"0"-155"16,0 0-5-16,149-4-43 15,-91 1-10-15,-2 3-66 16,-2 0-67-16,-16 0-113 16,-14 0-399-16</inkml:trace>
  <inkml:trace contextRef="#ctx0" brushRef="#br0" timeOffset="131279.38">19074 12854 1162 0,'0'0'590'0,"0"0"-340"16,0 0 129-16,0 0-201 16,141 4-123-16,-61-7-55 15,-13-1-31-15,-15 0-627 0</inkml:trace>
  <inkml:trace contextRef="#ctx0" brushRef="#br0" timeOffset="132638.96">21794 11633 408 0,'0'0'1583'15,"0"0"-1355"-15,0 0 3 0,0 0-103 16,0 0-69-16,-2 128 23 16,8-49-19-16,1 4-21 15,-7-7-9-15,0-11-12 16,0-15-12-16,0-17-2 16,0-12-6-16,0-13 0 15,0-8 10-15,0 0 11 16,0-22-5-16,0-10-8 15,0-10-8-15,0-13 5 16,0-5-5-16,0-8-1 16,7-3 0-16,19 8-1 15,11 8-17-15,2 15 2 0,3 19-2 16,-3 16 18-16,-6 5 36 16,-4 31-6-16,-7 17-8 15,-4 10-8-15,-5 2-4 16,-3-2-9-16,-2-8 1 15,-1-6-2-15,-3-8-21 16,0-8-54-16,8 9-93 16,-5-12-331-16,-1-2-297 0</inkml:trace>
  <inkml:trace contextRef="#ctx0" brushRef="#br0" timeOffset="132910.12">22606 11471 1753 0,'0'0'303'16,"0"0"-83"-16,0 0 42 15,19 130-144-15,-19-67-77 16,0 6-26-16,0-4-15 16,0 0-15-16,0-10-92 15,-2-2-147-15,-7-13-127 0,3-14-505 16</inkml:trace>
  <inkml:trace contextRef="#ctx0" brushRef="#br0" timeOffset="133021.74">22579 12247 1179 0,'0'0'584'16,"0"0"-212"-16,0 0-90 16,0 0-282-16,0 0-4 15,0 0-642-15</inkml:trace>
  <inkml:trace contextRef="#ctx0" brushRef="#br0" timeOffset="133757.01">20411 12758 195 0,'0'0'94'0,"0"0"-24"16,0 0 207-16,0 0 252 15,0 0-235-15,0 0-71 16,0 0-67-16,12 1 11 15,22-1-12-15,12-4-78 16,14 0-47-16,14-1-7 16,13-2-5-16,9 6 13 0,4 1 55 15,0 0-31-15,-3 5-34 16,-4 7-12-16,1 3-9 16,17-4-7-16,32-5 7 15,39-2 0-15,17-2 1 16,-5 1-1-16,-20-2 2 15,-29 3 4-15,-5-4-5 16,3 0-1-16,8 0-9 16,19-5-16-16,22-12 2 15,19-3 12-15,10 0 11 16,-7 7 7-16,-20 4 13 16,-29 9-1-16,-45 0-19 15,-37 0-6-15,-30 0-8 0,-10 0 8 16,7 0-1-16,14 0-2 15,7 0-15-15,-5-2 24 16,-3 1-26-16,-18 1-238 16,-18 0-733-16</inkml:trace>
  <inkml:trace contextRef="#ctx0" brushRef="#br0" timeOffset="134351.41">20940 13279 1285 0,'0'0'263'0,"0"0"-68"15,-43 142 60-15,30-64-63 0,5 8-40 16,0 1-17-16,8-5-43 16,0-6-56-16,10-10-24 15,19-7-12-15,7-15-66 16,39-13-97-16,-8-11-164 15,-2-15-328-15</inkml:trace>
  <inkml:trace contextRef="#ctx0" brushRef="#br0" timeOffset="134711.42">21362 13673 1523 0,'0'0'393'15,"0"0"-293"-15,0 0 119 16,-8 125-73-16,6-65-92 16,0 4-28-16,0-7-17 15,0-10-3-15,2-11-4 16,-2-11-2-16,2-16-7 16,-5-9-39-16,-1 0 46 15,-6-21 1-15,-1-11 0 16,2-9 0-16,4-4-1 15,7 2 0-15,0 3 0 16,25 8-58-16,6 6 58 16,4 8 29-16,2 10 30 0,-6 6 23 15,-5 2-10 1,-6 5-11-16,-4 18-41 0,-7 1 12 16,-3 2-10-16,-1 0-22 15,13 4-48-15,-1-11-181 16,4-5-443-16</inkml:trace>
  <inkml:trace contextRef="#ctx0" brushRef="#br0" timeOffset="134914.1">21827 13904 1859 0,'0'0'317'16,"0"0"-147"-16,0 0-56 16,0 0-114-16,139-9-22 15,-95 9-169-15,-8 5-306 16,-10-1-385-16</inkml:trace>
  <inkml:trace contextRef="#ctx0" brushRef="#br0" timeOffset="135122.56">22131 13726 1790 0,'0'0'328'16,"0"0"-121"0,0 0-25-16,0 0-85 0,0 0-46 15,55 120-29-15,-44-76-10 16,-1-4-12-16,-2-6-43 15,1-8-50-15,14-14-81 16,-3-6-402-16,-3-6-560 0</inkml:trace>
  <inkml:trace contextRef="#ctx0" brushRef="#br0" timeOffset="135499.01">22419 13672 1923 0,'0'0'329'0,"0"0"-126"0,0 0 55 16,0 0-179-16,0 0-79 15,0 0 9-15,4 107 0 16,-27-49-1-16,-1-5 16 16,-3-4-14-16,4-12 2 15,6-9-10-15,3-10-1 16,8-6-1-16,1-8 1 15,3 1-1-15,2-5 1 16,0 0 16-16,0 0-9 16,0 0 4-16,0 0 1 15,16 0-12-15,10-6 5 16,11-5 20-16,2 1-16 16,3 0 5-16,-6 3-4 0,-9 2-11 15,-7 3 0-15,-7 2-12 16,-3 0-12-16,-2 0-26 15,5 0-30-15,16 0-171 16,0 0-236-16,6 0-200 0</inkml:trace>
  <inkml:trace contextRef="#ctx0" brushRef="#br0" timeOffset="136048.47">22830 13469 1279 0,'0'0'491'16,"0"0"-299"-16,0 0 74 16,0 0-126-16,0 0-132 15,0 0-8-15,0 0-15 16,19-24-1-16,-19 32 16 15,0 1 1-15,-5-6 5 16,0-1-6-16,5 0-1 16,0-2-86-16,0 0-64 0,0 0-66 15,-2 0-83-15,-5 0-18 16,1 2-170-16,2 0-82 0</inkml:trace>
  <inkml:trace contextRef="#ctx0" brushRef="#br0" timeOffset="136295.19">22830 13469 544 0,'-17'7'565'15,"14"-7"-173"-15,1-3-7 16,2-5-51-16,0 2-114 16,0-3-73-16,0 6-44 15,12 1-33-15,7 2-6 16,6 8-10-16,6 24 5 16,-4 14-23-16,-2 15-18 15,-7 29-17-15,-10-5 0 0,-5 8 8 16,-3 2-3-16,0-20-5 15,0 3 0-15,-11-13-1 16,-5-15 0-16,-3-15 0 16,4-9-20-16,1-13-37 15,6-11-8-15,6-4-40 16,2-16-202-16,0-8-611 0</inkml:trace>
  <inkml:trace contextRef="#ctx0" brushRef="#br0" timeOffset="136573.53">23366 13284 2000 0,'0'0'356'16,"0"0"-145"-16,0 0-37 16,11 134-62-16,-11-53-33 15,0 7-11-15,0 0-19 16,0-7-29-16,-3-9-20 16,3-8-64-16,-2 2-97 15,0-16-382-15,-2-13-733 0</inkml:trace>
  <inkml:trace contextRef="#ctx0" brushRef="#br0" timeOffset="136768.35">23354 14364 1776 0,'0'0'383'15,"0"0"-123"-15,0 0 5 16,0 0-119-16,0 0-80 15,0 0-35-15,0 0-25 16,-2 0-6-16,2 0-53 16,0 0-80-16,0 0-358 15,0-5-1102-15</inkml:trace>
  <inkml:trace contextRef="#ctx0" brushRef="#br0" timeOffset="137811.73">23847 13499 863 0,'0'0'1005'0,"0"0"-755"16,0 0-18-16,0 0-115 0,0 0 1 15,51 132 20 1,-37-63-17-16,-3-2-28 0,0 0-38 16,0-6-26-16,-2-6-23 15,-3-6-6-15,-1-5-5 16,-5-12-52-16,0-11-92 16,0-7-320-16,0-14-411 0</inkml:trace>
  <inkml:trace contextRef="#ctx0" brushRef="#br0" timeOffset="138110.84">24244 13559 1711 0,'0'0'228'0,"0"0"-136"0,0 0 101 15,0 0-90-15,-128 142-39 16,84-93-3-16,4-6-39 15,7-4-11-15,6-7-2 16,9-4-2-16,11-4-6 16,7-1-1-16,0-5 23 15,27-3 38-15,15-3 7 16,12-6-25-16,13-2-13 16,2-4-28-16,-2 0 16 15,-7 0-18-15,-13 0-11 16,-12 0-36-16,-8 0-71 15,-2 0-117-15,-7 0-89 16,-5 0-407-16</inkml:trace>
  <inkml:trace contextRef="#ctx0" brushRef="#br0" timeOffset="138321.79">24730 13409 1657 0,'0'0'306'0,"0"0"-61"16,0 0-9-16,0 0-170 16,0 0 0-16,0 130 41 15,-2-64-31-15,2 1-37 16,0-6-21-16,0-4-18 0,0-3-42 16,11 6-112-1,0-16-349-15,0-8-286 0</inkml:trace>
  <inkml:trace contextRef="#ctx0" brushRef="#br0" timeOffset="138449.42">24868 14253 1964 0,'0'0'593'16,"0"0"-368"-16,0 0-80 16,0 0-78-16,0 0-67 15,0 0-230-15,0 0-866 0</inkml:trace>
  <inkml:trace contextRef="#ctx0" brushRef="#br0" timeOffset="146189.22">21562 13939 16 0,'0'0'202'0,"0"0"-144"15,0 0-19-15,0 0 36 16,0 0 60-16,0 0-31 16,16 0 49-16,-7-5-46 15,-1 0-68-15,2 0-26 16,-2-1-6-16,-3 4 3 16,-3-2 67-16,0 4 69 15,-2 0-29-15,0 0-79 16,0 0 23-16,0 0-35 15,0 0-19-15,0 0 6 0,0 0 2 16,0 0 29-16,0 0 57 16,0 0 20-16,0 0-8 15,0 0-19-15,0 0-14 16,0 0-13-16,0 0-22 16,0 0-14-16,0 0-12 15,0 0 0-15,2 0 9 16,6 0 31-16,-4 0-12 15,0 0-11-15,1 2-5 16,-3 6-13-16,2 0 6 16,-2 6-15-16,0 0 1 15,4 3-3-15,-4-3-5 16,2 1-2-16,-2 2 1 16,3-8 0-16,-1 4 4 15,-2-1-5-15,2 4 0 0,2 0 8 16,-2 4-8-16,2-2 2 15,1 2-1-15,-1-4 1 16,2 0-1-16,-2-6 5 16,1 3-6-16,-5-8 1 15,0 2 0-15,-2 0 0 16,2-3 0-16,-2-2 0 16,0-1-1-16,0-1 6 15,0 3-5-15,0-3 6 16,0 0-1-16,0 0 7 15,0 0 33-15,0 0 23 16,0-8-32-16,0-4-19 16,0-2-8-16,-4-1-1 0,0 0-7 15,-3 1-1 1,3-3 5-16,-4 3-6 0,6-1 2 16,-2-1-1-16,2-2 0 15,-3-1 0-15,1 1-1 16,-2 5 2-16,-2-6-1 15,2 9 0-15,-5 0 7 16,1 4-7-16,4 1 8 16,-1 2 1-16,3-1-4 15,2 2 0-15,2 2 6 16,-2-5-6-16,-4 1-5 16,0-1 1-16,-3 1 5 15,-1-1-1-15,-4 0 5 16,1 1 2-16,-1 3 4 15,3-2-8-15,7 1-2 0,-1 0-1 16,3 2-5-16,0 0 5 16,-1-4-4-16,-1 2-1 15,1 0-1-15,1 0 2 16,0-1-1-16,0 3 9 16,2 0-8-16,0-3 4 15,0 3-6-15,0 0 0 16,0 0 1-16,0 0-1 15,0 0 1-15,0 0-1 16,0 0 1-16,0 0 0 16,0 0-1-16,0 0 1 15,0 0-1-15,0 0 1 0,0 0 0 16,0 0 0-16,0 0-1 16,0 0 0-16,0 0 0 15,0 0 0-15,0 0 0 16,0 0 0-16,0 0 0 15,0 0 0-15,0 0-11 16,0 0-5-16,0 0 4 16,0 3 11-16,4 10 1 15,5-1-1-15,3 4 1 16,-1-2 0-16,0-2-1 16,-2 1-7-16,-3-3 2 15,-3-3 5-15,-1 0-5 16,-2-4 4-16,0 2 1 0,0-4 0 15,0-1 0 1,0 3 0-16,0-3 1 0,0 0 1 16,0 0 0-16,0 0 7 15,0 0-7-15,0 0 5 16,0 0 1-16,0 0-6 16,0-4 1-16,0-11-1 15,-5-1-1-15,-3 1 0 16,1-2 0-16,-2 0 0 15,0 6 0-15,3 3 0 16,-4-2 0-16,1 4 0 16,-4 4-1-16,-1-6 0 15,2 4-5-15,-2-2 6 16,3 3-1-16,2-4-32 16,3 5-88-16,0 0-219 0,2 2-643 15</inkml:trace>
  <inkml:trace contextRef="#ctx0" brushRef="#br0" timeOffset="165906.54">3136 15055 415 0,'0'0'196'0,"0"0"-60"16,0 0 51-16,0 0 59 16,0 0 14-16,0 0-34 15,-53 28-46-15,48-28-26 16,2 4 9-16,1-4-17 0,0 0-7 15,2 0-40 1,0 0-46-16,0 0-25 0,0 0-25 16,14 0 6-16,13-8 11 15,8-5-1-15,7-2 0 16,8-2-17-16,0 3 10 16,8 2-5-16,0 12-7 15,-4 0 0-15,-8 0 0 16,-11 17-16-16,-20 12-11 15,-15 6 27-15,-4 8 13 16,-32 0 0-16,-11 3-1 16,-4-5-6-16,4-5 0 0,7-6-5 15,9-1 0 1,8-12 0-16,7-8 1 0,10-2-1 16,4-5 1-16,2-2 8 15,0 0 2-15,6-2 15 16,19-14-15-16,6-1-2 15,10 2-4-15,3 5-6 16,5 10-1-16,0 0-5 16,0 18 0-16,-5 15-9 15,-3 10 8-15,-15 7 7 16,-12 4-1-16,-14 3 1 16,-9-3 1-16,-31 0 11 15,-16-5-6-15,-11-3 4 16,-4-11 2-16,2-5 5 15,9-16 7-15,8-14-3 0,17 0-11 16,12-21-1-16,17-16-9 16,6-4-76-16,33-6-102 15,7 10-370-15,7 5-526 0</inkml:trace>
  <inkml:trace contextRef="#ctx0" brushRef="#br0" timeOffset="166559.56">4558 14988 803 0,'0'0'387'0,"0"0"-140"16,0 0 73-16,-9-107-28 16,-7 81-109-16,-3 0-60 15,-8 4-13-15,-4 3-25 16,-5 10-21-16,-5 5-17 16,4 4-14-16,-5 15 0 0,-3 41-5 15,-7 35 0-15,4 38 11 16,8-4 8-16,15-14-4 15,19-35-7-15,6-22-20 16,11 8-4-16,18 5-11 16,10-5-1-16,9-8 0 15,8-14-7-15,6-12-26 16,9-12-33-16,43-16-119 16,-18 0-401-16,-9-8-836 0</inkml:trace>
  <inkml:trace contextRef="#ctx0" brushRef="#br0" timeOffset="167114.69">4855 15378 1395 0,'0'0'508'16,"0"0"-356"-16,0 0 193 15,0 0-160 1,0 0-128-16,0 0-18 0,0 0-8 15,10-21-25-15,7 21 3 16,-2 0-8-16,5 3-1 16,3 15-6-16,-2 4 5 15,-5 14 1-15,-5 8 0 16,-11 6 0-16,0 8 11 16,-24 8-10-16,-12-3 5 15,-4-5-4-15,-2-4 5 16,3-9-6-16,10-10 1 15,8-8-1-15,9-9 0 16,8-13-1-16,4-5 0 16,0 0-8-16,16 0 1 0,9-9 7 15,8-9 15-15,0-1 4 16,1 7 38-16,-5 2 13 16,-5 6-31-16,-4 4-25 15,0 0-14-15,0 0-2 16,6 0-16-16,3 0-44 15,19 0-119-15,-11-10-424 16,-1-2-585-16</inkml:trace>
  <inkml:trace contextRef="#ctx0" brushRef="#br0" timeOffset="167498.04">5744 15444 1024 0,'0'0'1143'16,"0"0"-1001"-16,0 0-7 0,0 0-21 16,0 0-81-16,125-22-27 15,-74 15 1-15,-1 0-1 16,-6 3-6-16,-5 0-37 15,-7 4-138-15,-12 0-188 16,-9 0-233-16,-11 8-392 0</inkml:trace>
  <inkml:trace contextRef="#ctx0" brushRef="#br0" timeOffset="167647.57">5864 15611 1152 0,'0'0'357'0,"0"0"-64"15,0 0 39 1,0 0-103-16,0 0-24 0,0 0-59 15,0 0-53-15,81 26-56 16,-23-36-29-16,9 3-8 16,30 2-138-16,-14-3-511 15,-12-1-578-15</inkml:trace>
  <inkml:trace contextRef="#ctx0" brushRef="#br0" timeOffset="168015.33">6805 14717 1681 0,'0'0'291'16,"0"0"-204"-16,-80 152 183 16,53-30-90-16,11 50-82 15,3 27 17-15,-1 18-12 16,-5-6-29-16,-8-11-21 16,5 1-4-16,9-14-11 15,13-8-10-15,4-18-16 16,32-19-3-16,12-20-8 0,6-25 0 15,-5-25 0 1,-3-28-1-16,0-12-48 0,27-15-105 16,-9-3-364-16,-8-14-853 0</inkml:trace>
  <inkml:trace contextRef="#ctx0" brushRef="#br0" timeOffset="168630.95">7075 15087 1315 0,'0'0'290'0,"0"0"-204"15,0 0 0-15,133-93-18 0,-77 70-41 16,-2 14-6-16,-5 9-5 16,-9 0-5-16,-11 26-10 15,-16 6 25-15,-13 9-7 16,0-1-5-16,-29 0 13 16,-11 1 18-16,-8-5 23 15,0-2-8-15,6-7-24 16,11-4-25-16,13-9-11 15,14-5-1-15,4-2-12 16,2-2 9-16,20 4 4 16,7 5 25-16,7 4-16 15,2 6-8-15,-3 6 19 16,-6 4-8-16,-13 2-12 16,-16 0 13-16,-2-4 4 15,-32-6 91-15,-8 1 18 0,-5-9-63 16,0-5-37-16,10-6-15 15,8-5-11-15,12-2-14 16,17 0-173-16,7 2-451 16,15 6-713-16</inkml:trace>
  <inkml:trace contextRef="#ctx0" brushRef="#br0" timeOffset="169081.56">7204 16128 1446 0,'0'0'518'15,"0"0"-276"-15,0 0 14 16,0 0-111-16,0 0-84 15,0 0-27-15,0 0-21 16,132-26-13-16,-103 26-7 16,-10 18-8-16,-5 12 8 15,-11 6 7-15,-3 8 0 16,-7 2 9-16,-18 7-3 16,-6-7-5-16,-2 2 0 0,-1-4 5 15,2 2-6 1,6-5 1-16,8-8 0 0,5-5 0 15,6-10 12-15,7-6 16 16,0-6 8-16,2-6-4 16,23 0 10-16,4 0 14 15,6 0-23-15,2-6-13 16,-6 2-21-16,-5 0-13 16,1 0-47-16,2 4-58 15,20-9-85-15,-5-3-282 16,1 1-168-16</inkml:trace>
  <inkml:trace contextRef="#ctx0" brushRef="#br0" timeOffset="169508.51">7795 14749 1435 0,'0'0'381'16,"0"0"-230"-16,0 0 120 0,0 0-88 15,0 0-111-15,0 0 11 16,48 130 20-16,-11-18-57 16,1 44-21-16,-5 29-14 15,-8 9-5-15,-10-1-5 16,-11-17 8-16,-4-5-8 16,0-11 6-16,-11-17 39 15,-7-35 42-15,1-24-38 16,1-26-32-16,-2-14-17 15,0 2-1-15,1-6-1 16,3-3-70-16,1-15-93 16,6-10-301-16,2-10-348 0</inkml:trace>
  <inkml:trace contextRef="#ctx0" brushRef="#br0" timeOffset="170088.22">8495 15404 1154 0,'0'0'364'0,"0"0"-258"16,0 0 61-16,0 0-39 15,0 0-54-15,0 0 93 16,0 0 22-16,106 18-106 16,-48-18-55-16,-4 0-28 15,-7 0-46-15,-15 2-223 16,-15 15-217-16,-13-4-279 0</inkml:trace>
  <inkml:trace contextRef="#ctx0" brushRef="#br0" timeOffset="170223.44">8537 15637 916 0,'0'0'529'0,"0"0"-452"16,0 0 178-16,0 0-37 15,0 0-120-15,139 5-45 16,-29-5-53-16,-11 0-41 15,-10 0-313-15</inkml:trace>
  <inkml:trace contextRef="#ctx0" brushRef="#br0" timeOffset="171424.28">10688 14927 1247 0,'0'0'178'0,"0"0"-107"15,0 0 35-15,0 0-40 16,114-46-2-16,-74 37 76 15,-2 2 13-15,0-1 17 16,-2 4-65-16,-3 2-41 16,-6 2-21-16,-8 2-43 15,-9 20 21-15,-10 7-17 16,0 12 15-16,-27 2-2 16,-13 2 32-16,-5-5-13 15,5-8-16-15,7-8-9 16,10-8-11-16,11-7 1 15,6-8-1-15,6-1 2 16,6 0-2-16,19-1 7 0,14-8-4 16,3 1-2-16,0 8-1 15,-1 4-14-15,-10 23-4 16,-8 10 18-16,-13 8 6 16,-10 3-5-16,0-4 0 15,-16-3 11-15,-13-2 20 16,-6-11 45-16,-1-2 11 15,1-14-27-15,4-6-32 16,6-6-17-16,4 0-12 16,8-10-8-16,7-8-37 15,6 0-34-15,0-1-56 0,27-10-87 16,4 7-268-16,0 4-740 16</inkml:trace>
  <inkml:trace contextRef="#ctx0" brushRef="#br0" timeOffset="171680.04">11664 14788 983 0,'0'0'962'15,"0"0"-830"1,0 0 221-16,0 103-84 0,0-49-155 16,0 4-69-16,0-6-30 15,0-2-15-15,0-4-3 16,-2 8-96-16,0-9-178 16,-2-11-474-16</inkml:trace>
  <inkml:trace contextRef="#ctx0" brushRef="#br0" timeOffset="171807.36">11654 15587 1607 0,'0'0'519'0,"0"0"-447"16,0 0 8-16,0 0-80 16,0 0-25-16,0 0-624 0</inkml:trace>
  <inkml:trace contextRef="#ctx0" brushRef="#br0" timeOffset="172526.41">9513 15968 378 0,'0'0'1008'16,"0"0"-804"-16,0 0-21 16,0 0 55-16,0 0-156 15,0 0-41-15,0 0-23 16,27 0-5-16,-15 0-1 0,1 0 44 16,5 0 22-1,6 0-7-15,14 0-3 0,15-5-8 16,19-1-23-16,28 3-3 15,-2-1-19-15,7 4-3 16,20 0-12-16,2 0-9 16,29 0 2-16,2 0 1 15,-13 4-12-15,-6-4 16 16,-10 0-11-16,0 0-14 16,1 0-17-16,-26 0 30 15,-19 0 14-15,-18 0 0 16,-5 0 0-16,16 0 1 15,33 0 1-15,41 0 3 16,31 0-4-16,11-9-2 16,-11 4 1-16,-21 5 0 0,-23 0-35 15,-28 0-106-15,-24 0 65 16,-23 0 63-16,-12 0 13 16,-1 0 53-16,0-8 36 15,-2-1 36-15,-13-5-11 16,-11 4-33-16,-12 2-34 15,-6 4-21-15,-5 0 15 16,-2 2-8-16,0 2-24 16,2 0-9-16,7-2-48 15,0 0-163-15,0-1-403 0</inkml:trace>
  <inkml:trace contextRef="#ctx0" brushRef="#br0" timeOffset="174450.57">9621 16419 1870 0,'0'0'233'0,"0"0"-156"15,0 0 114-15,0 0-138 16,0 0-28-16,-69 147-1 16,48-57 31-16,-1-2-1 15,9 2-21-15,4-14-16 16,9-10-3-16,0-8-8 16,13-12-6-16,37-6-38 15,-6-13-243-15,1-13-621 0</inkml:trace>
  <inkml:trace contextRef="#ctx0" brushRef="#br0" timeOffset="175080.05">9957 16605 1001 0,'0'0'775'16,"0"0"-678"-16,0 0 44 15,0 0 72-15,0 0-142 16,0 0-39-16,123-65-11 16,-81 60 1-16,-8 5-14 15,-15 12-2-15,-12 20-5 16,-7 13 6-16,-9 1 5 15,-18-2 7-15,-6-5-4 16,4-6-8-16,6-8-5 16,8-11-1-16,11-9 0 0,4-5 6 15,0 0 8-15,15-8-7 16,16-6 1-16,6 4-2 16,0 6 15-16,3 4-4 15,-6 4-18-15,-8 18 0 16,-12 6 2-16,-11 7-2 15,-3 0 6-15,-19-3 3 16,-12 0 16-16,-7-2 44 16,0-8-16-16,0-8-17 15,7-5-18-15,6-9-3 16,6 0-3-16,3-5-12 16,11-9-21-16,5 2-97 15,25-10-257-15,11 5-398 0,1-2-125 16</inkml:trace>
  <inkml:trace contextRef="#ctx0" brushRef="#br0" timeOffset="175350.32">10584 16776 1570 0,'0'0'566'0,"0"0"-498"0,0 0-31 16,0 0 21-16,0 0 14 16,0 0-55-16,146 0-17 15,-101 0 0-15,-5 0-168 16,3 0-114-16,-14 0-100 15,-10 3-716-15</inkml:trace>
  <inkml:trace contextRef="#ctx0" brushRef="#br0" timeOffset="175777.22">11159 16687 1309 0,'0'0'345'0,"0"0"-213"15,0 0 74-15,0 0-109 16,0 0-65-16,0 0-5 16,0 0 18-16,140-28-18 15,-107 28-12-15,-4 0-12 16,-6 0-3-16,-7 14 0 15,-10 8 1-15,-6 4 0 16,-4 11 12-16,-21-5-1 16,-6 3 32-16,0 0 2 15,2-7-7-15,6-6-7 0,10-8-4 16,4-2-1-16,2-7 7 16,7 0 4-16,0-5-10 15,0 0 9-15,5 0 51 16,17 0 9-16,9 0-33 15,1-10-44-15,1 6-20 16,-6 1-10-16,0 3-23 16,-3 0-35-16,14-9-107 15,-2 4-159-15,-5-4-489 0</inkml:trace>
  <inkml:trace contextRef="#ctx0" brushRef="#br0" timeOffset="176026.57">11743 16404 1545 0,'0'0'296'15,"0"0"-195"-15,0 0 55 16,0 0 28-16,29 143-49 15,-25-85-22-15,-4-4-33 16,0-4-44-16,0-6-24 16,0-11-12-16,0 3-63 15,0-10-259-15,7-8-428 0</inkml:trace>
  <inkml:trace contextRef="#ctx0" brushRef="#br0" timeOffset="176274.15">12117 16598 1478 0,'0'0'569'15,"0"0"-491"-15,0 0 149 16,0 0-16-16,0 116-116 15,0-68-63-15,0-2-19 0,0-2-13 16,0-1-2-16,0-2-74 16,0 13-175-16,-6-10-237 15,-1-8-292-15</inkml:trace>
  <inkml:trace contextRef="#ctx0" brushRef="#br0" timeOffset="176394.12">12090 17299 1549 0,'0'0'394'15,"0"0"-28"-15,0 0-70 16,0 0-143-16,0 0-123 16,0 0-30-16,0 0-174 15,8 0-560-15</inkml:trace>
  <inkml:trace contextRef="#ctx0" brushRef="#br0" timeOffset="179486.04">12790 16427 854 0,'0'0'345'0,"0"0"-126"16,0 0-6-16,0 0-57 15,0 0-60-15,0 0-50 16,0 0-23-16,62-44 11 15,-39 36 36-15,2 3-19 16,-3 5-24-16,2 0-20 16,1 8-1-16,-3 11-6 15,-1 7 0-15,-8 0-1 16,-5 6 1-16,-8 0 0 16,0 2 6-16,-8 2-5 0,-19 5 12 15,-7-6 18-15,-1 5 14 16,-3-8 3-16,3 0 0 15,6-1 8-15,4-5-16 16,7-9-21-16,7 2-5 16,7-6-4-16,4 1-4 15,0-2-4-15,6 3 11 16,17 4 46-16,4-7 29 16,1 5-4-16,4-7-50 15,-6-2-22-15,0-4-12 16,1-4-13-16,2 0-52 15,13-16-107-15,-5-7-219 16,-6 2-616-16</inkml:trace>
  <inkml:trace contextRef="#ctx0" brushRef="#br0" timeOffset="179698.91">13433 16302 1588 0,'0'0'379'0,"0"0"-281"16,0 0-3-16,0 0-18 15,0 0-34-15,-3 153-19 16,3-91-14-16,0 0-1 0,0-4-9 16,14 19-62-16,-4-19-304 15,0-8-879-15</inkml:trace>
  <inkml:trace contextRef="#ctx0" brushRef="#br0" timeOffset="179825.23">13544 17205 1016 0,'0'0'1049'16,"0"0"-847"-16,0 0-35 16,0 0-96-16,0 0-71 15,0 0-201-15,0 0-633 0</inkml:trace>
  <inkml:trace contextRef="#ctx0" brushRef="#br0" timeOffset="183619.16">14054 15620 1672 0,'0'0'294'16,"0"0"-193"-16,0 0 82 16,0 0-48-16,134-37-67 15,-91 29-49-15,-1-2-8 0,-3 2-11 16,0 3 0-16,-6-2-41 15,7 0-113-15,-11 3-179 16,-8-4-367-16</inkml:trace>
  <inkml:trace contextRef="#ctx0" brushRef="#br0" timeOffset="183775.98">14231 15767 1513 0,'0'0'238'15,"0"0"5"-15,0 0 57 16,0 0-140-16,0 0-99 16,135-9-49-16,-85 9-12 15,-13 0-166-15,-8 0-470 0</inkml:trace>
  <inkml:trace contextRef="#ctx0" brushRef="#br0" timeOffset="184946.56">15929 15409 1555 0,'0'0'207'0,"0"0"-133"16,136-39 80-16,-76 35-90 15,-4 4-37-15,-14 12-20 16,-20 25-5-16,-22 6 20 15,-6 6 87-15,-41 5 20 16,-16 0-46-16,-1-10-54 0,4-8-14 16,15-8-9-16,21-13-5 15,19-9 0-15,5-6 0 16,32 0-1-16,16-13 9 16,15-1-1-16,2 9-7 15,-1 5 8-15,-5 0 6 16,-18 19-14-16,-12 13-1 15,-18 4-6-15,-11 6 6 16,-17 4 52-16,-26-6 26 16,-10 4 8-16,-5-7-19 15,0-7-32-15,4-2-22 16,13-14-13-16,9-10 0 0,18-4-67 16,26-32-124-1,22-8-468-15,10-1-916 0</inkml:trace>
  <inkml:trace contextRef="#ctx0" brushRef="#br0" timeOffset="185164.72">17119 15468 2036 0,'0'0'286'0,"0"0"-215"15,0 0 64-15,-131 135-38 16,98-79-57-16,2-3-25 16,4-2-13-16,2-7-2 0,3-8-21 15,-18-5-119-15,4-14-363 16,0-9-578-16</inkml:trace>
  <inkml:trace contextRef="#ctx0" brushRef="#br0" timeOffset="185345.48">16821 15561 2032 0,'0'0'288'0,"0"0"-229"16,0 0 73-16,43 112-10 16,-22-58-52-16,6-2-44 15,0 2-17-15,2-8-9 0,13-5-108 16,-6-11-283-16,-8-17-868 15</inkml:trace>
  <inkml:trace contextRef="#ctx0" brushRef="#br0" timeOffset="185720.04">17498 15580 1340 0,'0'0'234'0,"0"0"-163"15,0 0 104-15,134-28-58 16,-85 28-40-16,-6 5-48 16,-10 17-19-16,-15 6-9 15,-11 6-1-15,-7 8 6 16,-16 6 94-16,-18 0 76 15,-6 2-36-15,-2-4-75 16,2 2-35-16,6-8-24 16,12 0-6-16,9-5 6 15,9-3 6-15,4-8-11 16,0-8 10-16,21-6 14 16,10-10 26-16,8 0-1 0,5-8-39 15,1-10-11 1,13-10-117-16,-9 2-183 0,-10 2-571 15</inkml:trace>
  <inkml:trace contextRef="#ctx0" brushRef="#br0" timeOffset="185961.09">18633 15552 1741 0,'0'0'590'0,"0"0"-514"16,0 0-29-16,0 0 80 16,-114 143-23-16,58-75-16 15,-6 2 2-15,4-6-40 0,2-6-33 16,10-10-17-16,8-13 0 16,5-7-55-16,2-10-92 15,-4-18-184-15,6-9-364 16,8-18-786-16</inkml:trace>
  <inkml:trace contextRef="#ctx0" brushRef="#br0" timeOffset="186112.07">18172 15717 1655 0,'0'0'366'0,"0"0"-147"16,0 0 82-16,0 0-98 15,140 50-127-15,-111-20-54 16,2 6-22-16,-4-4-19 15,16 9-129-15,-8-11-238 16,-1-11-225-16</inkml:trace>
  <inkml:trace contextRef="#ctx0" brushRef="#br0" timeOffset="186350.59">19188 15530 1408 0,'0'0'891'0,"0"0"-805"0,0 0-70 15,0 0 130 1,14 107-15-16,-10-49-87 0,1-4-27 16,1-4-17-16,3-1-41 15,5-14-118-15,3-5-111 16,19-11-41-16,-2-11-201 15,1-7-812-15</inkml:trace>
  <inkml:trace contextRef="#ctx0" brushRef="#br0" timeOffset="187642.05">15454 16856 582 0,'0'0'181'0,"0"0"-172"15,0 0 11-15,0 0 34 16,0 0-11-16,0 0 133 16,0 0 46-16,118 27-84 15,-73-27-80-15,-5 0-16 16,-4 0-23-16,-5 9-11 16,0 1-7-16,2-2 5 15,9 0-5-15,10-6 6 16,8-2 2-16,14 0-7 15,4 0 54-15,7 0 39 16,-5-2-26-16,-2 2-38 0,-6 0-21 16,-3 0-1-16,4 0-9 15,7 0 10-15,25-3-10 16,29-12 9-16,-7 3-6 16,-13-2 16-16,-16 9 22 15,-23 5-25-15,8 0-15 16,6 0 0-16,-4 0 6 15,2 0-7-15,19 0 1 16,33-3-1-16,30-15 1 16,12 4 0-16,-14 5 1 15,-22 4 7-15,-24 1-8 16,-4-1-1-16,3-4 1 0,10-3 0 16,15-2-1-1,20-9-1-15,24 1 1 16,14 0-1-16,3 4 1 0,-13 10-1 15,-16 2-25-15,-19 2-44 16,-17-6 0-16,-15-2 40 16,-3-6 19-16,-3-3 11 15,3-8 35-15,2 0 45 16,-21 0 4-16,-19 12 54 16,-27 4-9-16,-13 3-74 15,-3 2-31-15,-6 0-15 16,-5 1 1-16,-15 4 17 15,-10-1 73-15,-4-1-21 16,3 2-45-16,-1-3-34 16,6 1-48-16,-4-2-291 0,-6 1-748 0</inkml:trace>
  <inkml:trace contextRef="#ctx0" brushRef="#br0" timeOffset="189970.25">16285 17584 340 0,'0'0'1485'16,"0"0"-1299"-1,0 0-142-15,0 0 27 0,79-147-30 16,-46 107-9-16,-8 5 29 16,-7 9 5-16,-12 11 14 15,-6 10 17-15,0 5-11 16,0 0-40-16,0 0-26 15,0 9-19-15,0 21 0 16,5 12 13-16,3 10 18 16,4 12 3-16,-3 7-8 15,-5-3-14-15,0-2-3 16,-1-3-8-16,-1-5-2 16,5-5 0-16,4-12-7 15,4-12-33-15,5-14-49 16,18-15-41-16,-1 0-237 0,-6-15-328 15</inkml:trace>
  <inkml:trace contextRef="#ctx0" brushRef="#br0" timeOffset="190143.16">16939 17275 1763 0,'0'0'332'0,"0"0"-263"15,0 0-69-15,0 0 17 0,29 145-4 16,-9-70-13 0,2 32-59-16,-2-23-130 0,-7-12-423 0</inkml:trace>
  <inkml:trace contextRef="#ctx0" brushRef="#br0" timeOffset="190284.62">17046 18141 479 0,'0'0'1334'16,"0"0"-1125"-16,0 0-85 16,0 0-69-16,0 0-55 15,0 0-105-15,0 0-178 16,31-62-610-16</inkml:trace>
  <inkml:trace contextRef="#ctx0" brushRef="#br0" timeOffset="191321.72">18060 17321 1213 0,'0'0'407'0,"0"0"-198"0,0 0 34 15,0 0-100 1,0 0-93-16,0 0-21 0,0 0 4 16,104-63-18-16,-67 63-8 15,-6 0-7-15,-9 9 0 16,-8 9-14-16,-10 4 13 16,-4 7-8-16,-11 9 9 15,-23 15 0-15,-10 14 6 16,0 0 2-16,5 0-2 15,10-4-6-15,18-14 0 16,11-13-1-16,0-14-11 16,15-12 0-16,16-10 12 15,6 0 21-15,5-1-7 16,0-16-1-16,-4 3-13 16,2 0 0-16,10-8-53 0,-10 5-281 15,-5-2-622-15</inkml:trace>
  <inkml:trace contextRef="#ctx0" brushRef="#br0" timeOffset="191517.06">18878 17209 1290 0,'0'0'409'16,"0"0"-312"-16,0 0-57 15,0 120 52-15,5-55-35 0,3 5-32 16,2-5-16-16,-6 22-9 16,1-17-89-16,-5-16-570 0</inkml:trace>
  <inkml:trace contextRef="#ctx0" brushRef="#br0" timeOffset="191658.07">18891 18017 1692 0,'0'0'588'0,"0"0"-475"16,0 0-69-16,0 0-44 15,0 0-83-15,0 0-556 16,0 0-703-16</inkml:trace>
  <inkml:trace contextRef="#ctx0" brushRef="#br0" timeOffset="194317.18">22392 15825 1506 0,'0'0'320'0,"0"0"-271"16,0 0 3-16,118 0-23 15,-45 0-17-15,10-4-11 16,1 2 5-16,-8 2-6 16,-7 0-113-16,-24 0-259 15,-20 2-490-15</inkml:trace>
  <inkml:trace contextRef="#ctx0" brushRef="#br0" timeOffset="194467.03">22563 16152 1487 0,'0'0'358'0,"0"0"-198"16,0 0 130-16,0 0-192 15,0 0-98-15,214-54-151 16,-121 40-183-16,-16 5-943 0</inkml:trace>
  <inkml:trace contextRef="#ctx0" brushRef="#br0" timeOffset="195953.71">19620 15290 1091 0,'0'0'153'0,"0"0"-109"15,-125 93-11-15,25-28-18 16,-49 25-4-16,-61 23-2 16,-33 6 1-16,-8-2 119 15,10-6 34-15,34-15-20 0,26 1-30 16,45-7-57-16,20 12-36 16,31 2-20-16,21-4-7 15,12-14-203-15,25-36-635 0</inkml:trace>
  <inkml:trace contextRef="#ctx0" brushRef="#br0" timeOffset="196493.66">19748 16825 747 0,'0'0'117'0,"0"0"-84"15,0 0-23-15,0 0-3 16,0 0 3-16,0 0 5 16,0 0 32-16,-78 63 137 15,26-33-62-15,-37 25-43 16,-51 24-5-16,-61 42-36 16,-40 31-16-16,-19 22-2 15,-6 18 31-15,17 5-23 16,6 4-19-16,22 0-8 15,23-6 6-15,24-8-7 0,53-57-18 16,21-23-537-16</inkml:trace>
  <inkml:trace contextRef="#ctx0" brushRef="#br0" timeOffset="200343.17">23696 15530 1371 0,'0'0'224'0,"0"0"-169"15,0 0-5-15,160-40-31 16,-102 37-19-16,-7 3-12 15,-8 0 2-15,-14 0-3 16,-12 7 3-16,-15 11 8 16,-2 4 2-16,-11 5 57 15,-24 5 26-15,-12 4 26 16,-6 4-37-16,-1 0-36 16,2-8-16-16,13-6-3 15,7-3 6-15,14-9-5 16,12-7-2-16,6-7 25 0,0 0 79 15,22-4-34 1,12-10-64-16,5-4-3 0,9 6-7 16,-4 7-1-16,1 5-4 15,-5 0-7-15,-7 9-6 16,-6 17 5-16,-7 6 1 16,-9 5 0-16,-4 0 1 15,-7 4 7-15,0-3-7 16,-13 0 12-16,-16-2 57 15,-11-1 6-15,-10-6-15 16,-1-3-29-16,-3-8-17 16,1-6-7-16,4-10-7 15,7-2 8-15,11 0-3 0,8-2-4 16,9-10-1 0,6-3 2-16,6 3-3 0,-1 7-45 15,1 5-78-15,-4 0-218 16,1 5-246-16,-2 7-754 0</inkml:trace>
  <inkml:trace contextRef="#ctx0" brushRef="#br0" timeOffset="-191263.75">17516 10476 834 0,'0'0'244'16,"0"0"36"-16,0 0-32 16,0 0-67-16,0 0-4 0,0 0 35 15,-25-9-22-15,21 9-23 16,2 0-35-16,2 0-35 15,-2 0-31-15,2 0-32 16,-2 0-14-16,0 0-12 16,-3 0-2-16,3 9 5 15,-1 3 1-15,1-3-5 16,2 4 2-16,0-1-1 16,0 0-2-16,-2 4 3 15,2-1 4-15,-3 5 2 16,1 5 0-16,-2 1-4 15,2 0-5-15,-2 1 0 16,1 2-6-16,3 0 6 0,-2 2-6 16,0 3 6-16,2 2-4 15,0 4 4-15,0 4 2 16,0 0-6-16,0 5 5 16,0-3-5-16,9 2 4 15,-3-2-5-15,1 3 5 16,-5 2-6-16,-2 3 0 15,0 5 0-15,0 2 12 16,-5 2 14-16,-1-3 4 16,0-1-12-16,1-9-11 15,1-7 4-15,-4-6-10 16,4-9 5-16,-2-9-5 16,-1-3-1-16,1-5 1 15,-2-3-1-15,4-4-18 16,0-4-30-16,1 0-30 0,3-4-43 15,0-15-134-15,0-1-510 0</inkml:trace>
  <inkml:trace contextRef="#ctx0" brushRef="#br0" timeOffset="-189821.37">17178 11664 965 0,'0'0'262'0,"0"0"-14"16,0 0-56-16,0 0-77 15,0 0-59-15,0 0-2 16,0 0-17-16,20-20 7 15,1 12 4-15,8-2 5 16,9-2 13-16,1-1 5 16,-4 2-8-16,-6 1-20 15,-8 2-4-15,-8 4-5 16,-9 2-2-16,-2 2-8 16,0 0-8-16,-2 0-8 15,0 0-7-15,0 0-1 0,0 0 1 16,0 0-1-16,0 0-21 15,0 10 21-15,0 8 17 16,0 9-6-16,-2 2 2 16,-2 5 14-16,-1 3 0 15,3-4-1-15,2 2-5 16,0-5-4-16,0-3-6 16,-2-6 3-16,0-5-5 15,0-6-8-15,0-6 8 16,2-3-1-16,-3-1-2 15,-2 0 26-15,-1 0 56 16,-5-5-29-16,-5-9-37 16,-4-2-10-16,-2-1-6 0,-1-3-5 15,1 3 2 1,-2 2-2-16,4 1 0 0,1 5-1 16,4 3 1-16,1 2 0 15,6 1-1-15,4 3 0 16,1 0-1-16,3 0 1 15,0-2-1-15,0 2 1 16,0-2 18-16,0-1-6 16,5-1-11-16,5 0 11 15,2 0-3-15,-1 0-7 16,0-2-1-16,3 2 1 16,-1-3-1-16,7-1 1 0,3 1-1 15,-2-3 5 1,0 1-5-16,-5 4 0 0,-6-2 0 15,-5 6 1-15,-5 1-2 16,0-3 0-16,0 3 0 16,-7 0 1-16,-9 0 5 15,-1 0-6-15,-3 0 2 16,4 0-1-16,3 0 0 16,6 0 1-16,5 0-1 15,2 0-1-15,0 0-2 16,0-1-13-16,17-6 12 15,12 1 3-15,8-4 9 16,0 2 0-16,-1 0-8 16,-5 2-1-16,-6 5 1 15,-5-2-1-15,-5 3-1 0,-4 0 1 16,-1 0 0-16,-6 0 1 16,0 0-1-16,-2 0 0 15,-2 0-9-15,0 4-12 16,0 16 20-16,-18 10 1 15,-6 6 9-15,-7 9-7 16,2 0 4-16,0 3-5 16,4-7 0-16,7-7 0 15,7-5 0-15,5-12 0 16,4-8-1-16,2-4 1 16,0-5 0-16,0 0 8 15,0-12 1-15,11-13-4 16,2-6 0-16,0-1-5 0,-4 4 0 15,-2 6 0 1,-4 7-1-16,-3 8-5 0,0 7 4 16,-6 0-4-16,-13 0 5 15,-1 7-1-15,-3 8 1 16,6-3 0-16,3-2 0 16,7-6-1-16,7-4-4 15,0 0 4-15,0 0 2 16,3-14 4-16,7-4 1 15,2 0-6-15,-3 2 6 16,-5 4-4-16,0 6-1 16,-4 4-1-16,0 2 0 0,0 0-11 15,0 0 11 1,0 0 1-16,0-3 0 16,0 2 8-16,0-3-2 0,0-3-6 15,0 4 0-15,0-2-1 16,0 4 0-16,0-2-7 15,0 3-19-15,0 0-17 16,0 0-26-16,0 0-15 16,0 0 2-16,0 0-61 15,0 0-24-15,3 0 30 16,2 23 3-16,-3 3-74 16,-2 4-277-16</inkml:trace>
  <inkml:trace contextRef="#ctx0" brushRef="#br0" timeOffset="-186750.69">17684 14923 449 0,'0'0'83'0,"0"0"-21"16,0 0 60-16,0 0-11 15,0 0 21-15,0 0 43 16,0 0-1-16,-12 65-35 16,10-59-48-16,2-6-25 15,0 0-15-15,-2 0-6 0,2 0 28 16,0 0 50-16,0-3 3 16,0-12-34-16,0-4-37 15,0-2-20-15,0-4 1 16,0 1-10-16,0 2-14 15,0-2 6-15,0 2 14 16,0 0-3-16,0 0-4 16,0-1 1-16,0 1-5 15,0-4 0-15,0 1-6 16,0-2-5-16,0 3-8 16,0 0 11-16,0 2-5 15,0 1 5-15,0-2-1 16,0-3 12-16,-5-3-5 0,1 0-10 15,2-2-9 1,2 3 7-16,0 0-6 0,0 4-1 16,0 6 1-16,0 2 14 15,0 4-6-15,0 4 4 16,0-2-4-16,0 6-1 16,0-4-7-16,0 2 0 15,0 3 0-15,2 3 0 16,-2 0-1-16,0 0-1 15,0 0-26-15,0 0 18 16,0 9-1-16,-9 8 9 16,-2 4 1-16,-2 2 1 15,-1 0 0-15,1 0 0 16,1-6 0-16,-1 5 0 16,5-8 0-16,-2 3 0 0,4-6 0 15,1-2 0-15,1-2 0 16,4-7 0-16,0 0-1 15,0 0 1-15,0 0 1 16,0 0 7-16,0 0-9 16,0-16 1-16,9-3-1 15,-3-4 7-15,1 1-1 16,0 0-5-16,-3 4 5 16,3 4-6-16,-1 0 0 15,2 0-2-15,-2 4 2 16,-2 0 1-16,3 2-1 15,-5 2 1-15,2 1-1 0,-2 2 0 16,-2 3 0-16,4 0-6 16,0 0-19-16,2 0 2 15,5 0 23-15,5 0 2 16,4 0-1-16,0 3 0 16,1 8-1-16,-6-1 0 15,1 4-6-15,-8 0-9 16,-1 4 15-16,-3-5 2 15,-1 1 5-15,-3-4-5 16,2-2-1-16,-2-2 0 16,0-3 1-16,0 1-1 15,0-2-1-15,0 2 0 16,-2 0 1-16,-10 4 5 0,0-3 0 16,-5-1-5-16,2-1 1 15,-3 2-1-15,1-3 7 16,1 2-8-16,3-3 1 15,1-1 0-15,6 2 5 16,3-2-5-16,3 0 0 16,0 0 8-16,0 0-9 15,0 0-15-15,0 0 6 16,0 0 9-16,7 0-27 16,2 0 27-16,2 0 7 15,4 0-6-15,-1-2 5 16,-3 2-5-16,-4 0 1 15,-7 0-2-15,0 0-8 0,0 0 4 16,-7 0 4 0,-10 0 13-16,-6 4-2 0,1 1-4 15,1-3 2-15,8-2-8 16,7 0 7-16,6 0 1 16,0 0-2-16,6-4-1 15,17-10-5-15,-1-1 11 16,2 5-12-16,-6 2-17 15,-5 8-78-15,-1 0-178 16,-5 11-75-16,-5 1-234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5:45:37.14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2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19T15:46:12.119"/>
    </inkml:context>
  </inkml:definitions>
  <inkml:trace contextRef="#ctx0" brushRef="#br0">1634 1610 371 0,'0'0'1180'16,"0"0"-1041"-16,0 0 19 15,0 0 21-15,0 0-65 16,0 0-58-16,133-113-25 0,-102 86 0 15,3-5-6-15,2-8 2 16,2 0 13 0,-3-3-9-16,-6 9-12 0,-4 10 37 15,-10 16 7-15,-5 8-30 16,-4 40-19-16,-4 51 3 16,0 38 59-16,-2 6 53 15,0-21-37-15,3-35-10 16,3-32-22-16,6 1-35 15,1-4-18-15,3-1-5 16,1-16-1-16,1-13-1 16,0-11-51-16,-2-3-77 15,8-14-75-15,-6-10-375 16,-4-4-632-16</inkml:trace>
  <inkml:trace contextRef="#ctx0" brushRef="#br0" timeOffset="359.46">2445 1405 1870 0,'0'0'225'0,"0"0"-131"16,0 0 14-16,-49 150-10 15,45-67-6-15,4 10-23 16,0-1 4-16,29-22-35 15,13-4-14-15,16-18-4 16,6-21-8-16,8-18-1 0,-5-9-2 16,-7-18-3-16,-18-19-6 15,-13-9 6-15,-18-5 7 16,-11-9 3-16,-2-1 34 16,-22-1 33-16,-13 6 30 15,-7 5-36-15,-7 12-50 16,-7 9-17-16,2 9-10 15,5 14-10-15,14 5-19 16,16 2-74-16,17 6-37 16,23 20-75-16,24-3-416 15,3-2-541-15</inkml:trace>
  <inkml:trace contextRef="#ctx1" brushRef="#br0">7813 17735 0,'-24'0'46,"-26"0"-30,-24 0 0,-1 0-16,-49 0 0</inkml:trace>
  <inkml:trace contextRef="#ctx0" brushRef="#br0" timeOffset="58558.39">3405 1580 644 0,'0'0'101'16,"0"0"-10"-16,27 105 61 0,-11-47 20 15,2 8-35-15,0 2 1 16,-3-3-39-16,3-5-39 16,-5-9-5-16,-1-12 0 15,-3-10 8-15,-5-9-13 16,-2-9 8-16,-2-10 10 16,0-1 91-16,0-8 42 15,-2-19-127-15,-11-10-50 16,-1-7-15-16,1-5-2 15,-1-2-6-15,8-3 0 16,6-1-1-16,0 2 0 16,6-2-1-16,17 9-5 15,6 11 5-15,0 14 0 0,4 19-15 16,0 2 7 0,5 34 9-16,5 18 0 0,1 10 1 15,-1 7 5-15,-1-1-5 16,-6-2 0-16,-5-6-1 15,-9-7 0-15,-3-7 0 16,-7-10 8-16,-5-10-8 16,-3-13 2-16,-2-11-1 15,2-2 12-15,-4-27 11 16,0-19-11-16,0-15-5 16,0-6 1-16,0 4 1 15,-6 5-2-15,6 10-7 16,0 11 1-16,6 9-2 15,13 11 0-15,8 9-2 16,2 8 2-16,0 3 1 0,0 26 19 16,-2 10 28-16,-5 10 23 15,-2 2-26-15,0 0-24 16,1-5-12-16,-2-8-8 16,3-7 0-16,1-10-1 15,4-9-55-15,8-12-128 16,-3 0-441-16,-8-16-873 0</inkml:trace>
  <inkml:trace contextRef="#ctx0" brushRef="#br0" timeOffset="58849.49">4389 1895 1493 0,'0'0'198'16,"0"0"-18"-16,-10 144 40 15,13-88-88-15,28-6-58 16,12-10-40-16,7-12-10 16,8-11-9-16,0-16 0 15,-2-1-2-15,-11-11-1 16,-11-18-2-16,-17-9 5 16,-13-8 79-16,-4-6-8 15,-8-1 5-15,-21 4 1 16,-7 3-38-16,-1 6-30 15,-1 6-13-15,1 2-11 0,11 4 0 16,4-14-32 0,10 9-135-16,8 6-650 0</inkml:trace>
  <inkml:trace contextRef="#ctx0" brushRef="#br0" timeOffset="59128.32">5178 1828 1800 0,'0'0'247'0,"0"0"-61"16,11 131 69-16,0-59-84 15,3 10-67-15,-1 6-50 16,-5 3-23-16,-2-1-2 16,-6-10-7-16,0-8-7 15,0-9-9-15,-12-12 1 0,-1-10 8 16,-1-7 6-16,1-10-19 15,-1-7 8-15,1-6-8 16,-2-7 5-16,-5-4-6 16,-3 0-1-16,-4-24-53 15,-17-34-92-15,6 4-221 16,-2-4-778-16</inkml:trace>
  <inkml:trace contextRef="#ctx0" brushRef="#br0" timeOffset="59295.05">4826 1864 2034 0,'0'0'300'0,"0"0"-141"16,0 0 10-16,0 0-114 16,60-121-55-16,7 95-79 15,-7 3-419-15,-4 9-1454 0</inkml:trace>
  <inkml:trace contextRef="#ctx0" brushRef="#br0" timeOffset="59653.18">5584 1976 1765 0,'0'0'256'0,"0"0"-99"0,0 0 18 15,0 0-82-15,137-125-51 16,-81 93-20-16,-6 4-13 16,-11 3-3-16,-14 7-5 15,-14 6 0-15,-11 7 27 16,-4 0-11-16,-28 5-4 16,-5 0-2-16,-5 0 29 15,-3 5 5-15,7 7-8 16,5 5-22-16,4 7-2 15,8 11-2-15,6 6-10 16,8 9 12-16,7 3 5 16,0-3 0-16,24-6-9 15,15-9-2-15,7-4-5 0,8-9-1 16,6-10-1-16,25-10 0 16,-16-2-158-16,-11 0-499 0</inkml:trace>
  <inkml:trace contextRef="#ctx0" brushRef="#br0" timeOffset="60081.9">6217 2127 1437 0,'0'0'394'0,"0"0"-46"16,0 0-56-16,0 0-138 16,-29-122-79-16,13 86-50 15,1-3-14-15,-1-7-11 16,7 0-1-16,9 2-43 0,0 2-82 15,11 9-226-15,16 6-34 16,8 8-213-16,4 5 59 16,0 5 126-16,-3 3 414 15,-5 1 167-15,-8 2 142 16,-10 3-20-16,-6 0 9 16,-5 0-89-16,-2 0-12 15,0 0-11-15,2-2-18 16,1 0-22-16,3-3-69 15,-2 2-49-15,-1 1-19 16,-3 2-9-16,0 5-13 16,-20 20 13-16,-14 17 47 0,-4 12 18 15,0 11 1 1,5 1-2-16,11-1-21 0,11-7-16 16,11-14-14-16,6-9-5 15,25-17-2-15,15-16-6 16,4-2 0-16,8-18-40 15,25-28-121-15,-12 6-114 16,-11-1-440-16</inkml:trace>
  <inkml:trace contextRef="#ctx0" brushRef="#br0" timeOffset="60433.32">6736 1502 409 0,'0'0'1295'0,"0"0"-1148"15,0 0-75-15,0 0-42 16,0 0-4-16,0 0-3 16,0 0-9-16,11 132 3 15,24-90 5-15,6 2 4 16,-1 2 36-16,-2 2 6 15,-7 5-6-15,-4-3-17 16,-9 0-11-16,-12-4 34 16,-6-6 52-16,0-6 7 15,-4-6-8-15,-18-5-23 16,-5-6-26-16,-2-5-43 0,-3-2-11 16,1-3-7-16,0-3-9 15,0-1-53-15,-15 9-113 16,7-2-429-16,3 3-776 0</inkml:trace>
  <inkml:trace contextRef="#ctx0" brushRef="#br0" timeOffset="71597.47">8929 1613 1232 0,'0'0'275'16,"0"0"-113"-16,0 0 122 15,0 0-72-15,-135-29-89 16,98 29-65-16,0 14 2 16,-1 22 9-16,-9 28 24 15,-6 36 1-15,8 3-16 16,12-2-14-16,15-14-18 15,18-23-23-15,0 3-23 16,26-3 1-16,19-18-1 16,16-18 1-16,10-18-2 15,9-10-6-15,3-14-40 0,-8-21-72 16,-10-8-45-16,-16-9-69 16,-22-6-57-16,-21-11-33 15,-6-9-236-15,-29-27 233 16,-8 7 132-16,-4-8 167 15,3-3 27-15,11 24 248 16,6-5 96-16,5 11-23 16,12 21-24-16,4 14-6 15,0 18-10-15,4 16-57 16,16 10-102-16,5 17-63 16,-1 32 20-16,-4 15 6 15,-9 14 23-15,-7 7-29 0,-4 1-31 16,3-1-23-16,4-7-25 15,6-8-26-15,7-10-61 16,22-9-82-16,-6-12-316 16,0-19-809-16</inkml:trace>
  <inkml:trace contextRef="#ctx0" brushRef="#br0" timeOffset="71921.21">9371 2002 1842 0,'0'0'385'16,"0"0"-167"-16,0 0-6 16,0 0-104-16,123-116-71 0,-90 97-27 15,-4 1-8-15,-10 2-1 16,-5-1 0-16,-7-3 1 16,-7-3-1-16,0-6-1 15,0 4-8-15,-21 4-26 16,-4 8 4-16,-14 13 23 15,-7 9 7-15,-10 26 22 16,0 14-10-16,4 11-2 16,13 12-2-16,14 3 8 15,21 0-1-15,4-9-14 16,31-8 0-16,20-16 12 16,14-12-3-16,4-13-10 15,26-17-57-15,-14 0-171 16,-14-9-415-16</inkml:trace>
  <inkml:trace contextRef="#ctx0" brushRef="#br0" timeOffset="72221.69">10051 1734 1367 0,'0'0'295'15,"0"0"-206"-15,0 0 55 16,0 0-44-16,74 135-27 16,-30-72-1-16,-2 7 79 15,-11 3-21-15,-13-3-42 0,-11-3 0 16,-7-9-9-16,-7-11 3 16,-22-6 0-16,-8-13-21 15,-11-8-13-15,2-12-5 16,-3-8-5-16,2-5-18 15,11-20-20-15,12-8-19 16,24-25-101-16,0 11-220 16,20 4-1091-16</inkml:trace>
  <inkml:trace contextRef="#ctx0" brushRef="#br0" timeOffset="72537.35">10331 2055 895 0,'0'0'930'0,"0"0"-742"0,0 0 4 16,103-130-124-16,-61 96-44 15,-2 6-23-15,-5 3 7 16,-12 10-7-16,-9 2 5 16,-10 5 8-16,-4 4 92 15,-2 4 27-15,-20 0-51 16,-7 4-12-16,-7 20-25 15,-4 10-18-15,0 13-9 16,2 9 4-16,9 10 14 16,12 6 7-16,11-2-25 15,6-7-6-15,17-13-11 16,16-15-1-16,9-10 2 16,7-18-2-16,30-7-76 0,-15-17-95 15,-6-10-398-15</inkml:trace>
  <inkml:trace contextRef="#ctx0" brushRef="#br0" timeOffset="73220.33">10969 1852 1996 0,'0'0'314'15,"0"0"-188"-15,0 0 67 16,-127-3-69-16,108 37-81 15,9 20-13-15,8 11 3 16,2 10-14-16,12-2 12 0,16-10-30 16,10-10 11-16,6-17-10 15,6-21-2-15,-2-15-16 16,-1-1-28-16,-5-33-53 16,-13-10-17-16,-8-13-9 15,-15-3 60-15,-6-1 63 16,0 6 45-16,-2 15 64 15,-6 14-20-15,3 19 1 16,5 7-42-16,0 27-48 16,7 23 28-16,10 16 23 15,1 11-17-15,3 1-4 16,-4-8-13-16,-1-14-17 0,-5-16 6 16,-7-15-6-16,-2-18-12 15,-2-7-9-15,0-19 20 16,-11-27-30-16,-2-15-10 15,4-11 29-15,7-5 12 16,2 5 9-16,2 12-8 16,20 15 0-16,7 25 0 15,7 20 11-15,2 9-11 16,2 33 0-16,-2 11 7 16,-9 8 5-16,-6-2-4 15,-10-9 3-15,-9-14-4 16,-4-13-7-16,0-14 0 15,0-9 11-15,-2-13 16 0,-5-26-28 16,3-13-3 0,4-12 3-16,0-6 1 0,17 1 12 15,14 8-1-15,6 15-12 16,0 18 0-16,1 23 4 16,-2 5-4-16,-7 35 1 15,-7 16 0-15,-9 9 0 16,-5 3-1-16,-4-4-1 15,0-7-6-15,9-10-73 16,32-17-106-16,-1-14-594 16,4-11-439-16</inkml:trace>
  <inkml:trace contextRef="#ctx0" brushRef="#br0" timeOffset="73505.41">12008 1941 1810 0,'0'0'303'0,"0"0"-57"16,0 0 18-16,-62 148-106 16,62-78-76-16,19-3-42 15,27-11-25-15,6-14-7 16,6-18-7-16,-4-18 10 16,-2-6 2-16,-13-20 2 15,-5-14-1-15,-12-10-2 16,-11-6-2-16,-11-3 1 15,0 4 32-15,-15 0 26 16,-14 7 4-16,-6 8-17 0,1 6-32 16,3 7-24-16,13 9-33 15,18-1-84-15,13 4-90 16,20-4-651-16</inkml:trace>
  <inkml:trace contextRef="#ctx0" brushRef="#br0" timeOffset="73775.81">12652 1775 1857 0,'0'0'242'16,"0"0"-174"-16,0 0 43 16,0 0-14-16,0 0-34 15,27 126 21-15,11-56 67 16,0 5 4-16,-3 2-36 0,-8-6-39 15,-9-13-39-15,-9-10-30 16,-9-14-2-16,0-8-8 16,-21-9 5-16,-10-6 0 15,-9-10-6-15,-4-1-50 16,-5 0-42-16,-11 0-82 16,10 0-144-16,13 3-410 0</inkml:trace>
  <inkml:trace contextRef="#ctx0" brushRef="#br0" timeOffset="74220.13">13974 1791 2000 0,'0'0'377'16,"0"0"-123"-16,0 0-84 15,-125-18-72-15,85 22-41 16,0 24-16-16,2 14-17 16,7 12 1-16,9 8 8 15,12 4-21-15,10-3-11 16,12-5-1-16,30-10 0 15,14-11-14-15,13-8-59 16,36-17-108-16,-16-6-420 16,-13-6-970-16</inkml:trace>
  <inkml:trace contextRef="#ctx0" brushRef="#br0" timeOffset="74452.24">14650 2239 1530 0,'0'0'706'0,"0"0"-445"15,0 0-11-15,0 0-120 16,0 0-63-16,-41-108-4 16,26 66 11-16,-3-4-21 15,1 0-25-15,-2 4-16 16,6 5-12-16,6 8-38 15,7 4-90-15,0 8-384 0,0 5-1068 16</inkml:trace>
  <inkml:trace contextRef="#ctx0" brushRef="#br0" timeOffset="74730.5">14868 1864 1624 0,'0'0'352'15,"0"0"-62"-15,127-51-4 16,-73 30-168-16,-12 7-81 15,-15 4-27-15,-14 5-8 16,-13 0-2-16,0-1 1 16,-20 2 26-16,-7 2-9 15,-6 2 19-15,-5 0-20 16,2 5-2-16,-2 21 3 0,5 11-2 16,6 13 4-16,10 11 11 15,11 2-9-15,6 0-20 16,14-7 8-16,20-10-10 15,13-14-1-15,6-14-31 16,9-11-81-16,41-7-175 16,-14-7-468-16,-9-8-301 0</inkml:trace>
  <inkml:trace contextRef="#ctx0" brushRef="#br0" timeOffset="75059.12">15519 1813 1744 0,'0'0'529'0,"0"0"-295"16,0 0-56-16,0 0-93 16,0 0-39-16,-116 85-1 15,109-16-10-15,7 7 1 16,0 0-6-16,12-6-17 16,17-13-13-16,6-15-1 15,3-18-20-15,4-19-18 16,-1-5-24-16,-6-25 38 15,-4-15 25-15,-4-6 12 16,-9-3 10-16,-7 3 42 16,-6 8 38-16,-3 4 0 15,0 6-32-15,4 2-16 16,8 0-21-16,8-3-27 16,7 2-6-16,6-2-15 0,6 7-39 15,-3 5-33-15,2 8-58 16,-11 7-331-16,-7 2-1011 0</inkml:trace>
  <inkml:trace contextRef="#ctx0" brushRef="#br0" timeOffset="75869.32">16852 1884 1644 0,'0'0'496'15,"0"0"-430"-15,0 0 75 16,6 104 31-16,17-51-44 16,10-2-60-16,8-4-39 15,3-9-14-15,5-14-3 16,0-12-12-16,0-12 0 15,-7-1-24-15,-4-30-14 0,-13-9-12 16,-11-9 26 0,-12-6 13-16,-2 1 11 0,0 10 9 15,-9 10 63-15,2 18 4 16,4 16 9-16,3 0-70 16,5 34-13-16,17 16-2 15,5 11 7-15,2 6-7 16,0-2 0-16,-6-7 1 15,-6-12-1-15,-7-11 1 16,-8-18-1-16,-2-13-27 16,0-4-23-16,-10-24 49 15,-3-19 0-15,2-15 1 16,8-10 8-16,3-5 47 16,12 4-21-16,15 8-13 0,6 15 2 15,3 22-11-15,-1 24-2 16,1 7-2-16,-7 33-7 15,-2 18 6-15,-7 6-5 16,-5 2 4-16,3-4-6 16,3-9-13-16,39-14-90 15,-3-12-261-15,5-18-814 0</inkml:trace>
  <inkml:trace contextRef="#ctx0" brushRef="#br0" timeOffset="76105.45">18731 1845 2063 0,'0'0'304'16,"0"0"-179"-16,-114-44 13 0,68 41-45 16,5 6-56-16,3 31 0 15,5 17 5-15,6 16 12 16,8 11-9-16,13 0-5 15,6-6-23-15,27-11-16 16,25-15-1-16,48-20-68 16,-11-14-129-16,-4-12-666 0</inkml:trace>
  <inkml:trace contextRef="#ctx0" brushRef="#br0" timeOffset="76770.89">19250 1869 1994 0,'0'0'331'16,"0"0"-166"-16,-118-2 63 15,72 30-95-15,7 16-69 16,11 14-12-16,12 2-13 16,16 1-12-16,7-10-21 15,30-10 0-15,17-16 3 16,10-16-9-16,6-9-18 15,-1-9-63-15,-9-20-37 16,-13-13-29-16,-16-11 8 0,-15-7 71 16,-12-3 68-1,-4 10 4-15,0 9 117 0,0 16-7 16,-2 16 10-16,-2 12-37 16,2 9-87-16,2 27 4 15,0 19-4-15,0 7 11 16,0 5-4-16,10-8-1 15,0-13 0-15,-1-11-5 16,-1-20-1-16,-4-15 0 16,1-1 20-16,-5-32-20 15,2-13-28-15,-2-12-10 16,3-5 23-16,6 0 15 16,4 5 0-16,7 12-1 15,5 14-9-15,2 20 10 16,4 12 15-16,2 26-14 0,-2 21 1 15,-4 13 4-15,-7 5 1 16,-2-9-6-16,-7-10 7 16,-5-14 1-16,-3-18-9 15,-3-14 0-15,0-2 9 16,0-30-9-16,-5-11-67 16,1-15 19-16,4-3 48 15,0 1 3-15,9 3 76 16,13 14-25-16,3 17-14 15,4 16 0-15,0 10-7 16,2 12-10-16,-4 22-4 16,2 7-1-16,-5 8-1 0,-2-6-16 15,3-4-1-15,1-9 0 16,22-14-107-16,-8-11-253 16,-3-5-616-16</inkml:trace>
  <inkml:trace contextRef="#ctx0" brushRef="#br0" timeOffset="76906.39">20245 1930 1570 0,'0'0'479'16,"0"0"-238"-16,0 0 78 15,0 0-130-15,0 0-106 16,2 116-49-16,9-102-34 16,3-11-9-16,-6-3-215 15,-3 0-540-15</inkml:trace>
  <inkml:trace contextRef="#ctx0" brushRef="#br0" timeOffset="77050.05">20010 1580 2027 0,'0'0'599'16,"0"0"-449"-16,0 0-150 15,0 0-5-15,0 0-297 16,137 8-1540-16</inkml:trace>
  <inkml:trace contextRef="#ctx0" brushRef="#br0" timeOffset="77243.03">20472 1430 2313 0,'0'0'476'0,"0"0"-404"15,0 0 19-15,45 112 86 16,-25-32-56-16,-7 10-27 15,-2 3-38-15,-7-3-37 16,-1-9-19-16,2-16-30 16,-1-11-83-16,0-18-100 15,3-14-313-15,-5-16-947 0</inkml:trace>
  <inkml:trace contextRef="#ctx0" brushRef="#br0" timeOffset="77522.1">20590 1973 1699 0,'0'0'668'0,"0"0"-397"16,0 0-16-16,152-90-111 16,-86 71-68-16,2 4-31 15,-15 3-30-15,-17-1-6 16,-19 2-9-16,-15-4-10 16,-2 1-67-16,-21 0 38 15,-16 2 33-15,-5 10-5 16,-7 2 11-16,3 26 5 15,1 23-4-15,13 13-1 16,17 10 0-16,15 0-8 16,7-5 8-16,33-12 2 15,11-15-1-15,9-9-1 16,3-17-27-16,8-14-58 16,-15 0-233-16,-13 0-831 0</inkml:trace>
  <inkml:trace contextRef="#ctx0" brushRef="#br0" timeOffset="78273.03">22519 1744 2104 0,'0'0'571'0,"0"0"-399"16,-127-30-56-16,73 30-31 15,2 5-41-15,6 31-17 16,5 15-9-16,12 14-3 16,14 6-2-16,13-2-4 15,2-7-9-15,31-14 0 0,23-14-1 16,13-13 1-16,8-16-1 16,3-5-39-16,-9-12-54 15,-13-18 14-15,-16-10 29 16,-18-13 41-16,-15-28 9 15,-7-32 1-15,-27-27 15 16,-4 12 12-16,0 32 4 16,11 39 20-16,11 35 49 15,0 4-14-15,0 3 8 16,5 7 12-16,4 8-41 16,0 9-65-16,2 31 6 15,20 37-6-15,3 30 7 16,-1-2-1-16,-1-9 0 15,-4-19-6-15,2-26-1 0,3-8-8 16,8-5-39-16,7-18-48 16,6-17-19-16,6-3 34 15,-4-29 18-15,-9-11 44 16,-13-7-11-16,-19 3 3 16,-6 7 15-16,-4 9 12 15,-19 13 1-15,-6 12-1 16,-2 3-6-16,2 23 5 15,3 19-4-15,6 11 5 16,8 7 6-16,12-2 7 16,0-4-2-16,20-12-11 15,20-8 0-15,14-11-11 16,13-12-31-16,53-11-136 0,-15 0-180 16,-2-18-718-16</inkml:trace>
  <inkml:trace contextRef="#ctx0" brushRef="#br0" timeOffset="78700.52">23965 1763 1515 0,'0'0'498'0,"0"0"-319"16,118-27 49-16,-60 22-137 15,-6 3-91-15,-17 2-73 16,-17 0-78-16,-18-3 18 16,-4 1 36-16,-35-2 97 0,-7 1 9 15,-10 3 2-15,-2 0 31 16,2 0 43-16,6 14 28 16,7 10-4-16,14 3-32 15,18 5-36-15,11 3-35 16,15-5-6-16,26-2 22 15,7-3-21-15,6 4 15 16,-2 1-1-16,-8 6 1 16,-13 6 5-16,-9 2-7 15,-15 0-13-15,-7-3 5 16,-2-9 6-16,-23-6 54 16,-8-9-10-16,-5-6-27 0,-4-10-16 15,-1-1-13-15,3-3-25 16,3-15-60-16,-4-8-140 15,12 3-339-15,12 7-1014 16</inkml:trace>
  <inkml:trace contextRef="#ctx0" brushRef="#br0" timeOffset="79232.11">25276 1586 2318 0,'0'0'469'15,"0"0"-358"-15,0 0-84 16,7 150 19-16,13-22 29 15,2-4-24-15,-6-25-36 16,-5-33-9-16,-3-30-5 16,0 1-1-16,0-6-19 15,-1-4-60-15,-5-15-101 16,-2-12-124-16,0-11-60 16,-22-22-327-16,-5-13 314 15,-2-12 377-15,5-9 193 16,10-7 109-16,14-1-95 0,9 2-52 15,31 6 35 1,16 9 6-16,11 12-16 0,7 14-52 16,-3 12 19-16,-9 18-33 15,-8 2-71-15,-19 32-34 16,-17 16-9-16,-18 8 0 16,-2 2 8-16,-34-3 27 15,-12-8 18-15,-6-12-17 16,-2-9-9-16,4-15-3 15,6-8-10-15,13-3-14 16,8-6-11-16,19-14-79 16,12-15-95-16,21 8-387 0,8 3-1194 0</inkml:trace>
  <inkml:trace contextRef="#ctx0" brushRef="#br0" timeOffset="79391.3">25945 2095 1450 0,'0'0'257'0,"0"0"-164"16,0 0-93-16,0 0-277 16,0 0-652-16</inkml:trace>
  <inkml:trace contextRef="#ctx0" brushRef="#br0" timeOffset="79668.61">25945 2095 1230 0,'162'-130'368'16,"-135"124"-115"-16,4 0-49 16,7 0-73-16,0 0-84 15,-4 0-47-15,-1-2-28 16,-6-5-47-16,-3 0 18 16,-8-5 54-16,-5-5 3 15,-9 3 38-15,-2-1 65 16,-2 3 17-16,-23 4-49 15,-6 5-18-15,-9 9 10 16,-6 4-11-16,-4 28-19 16,5 17 10-16,10 9 0 15,13 6-12-15,10-3-14 0,12-8-17 16,5-7 2-16,30-11-2 16,15-9-52-16,41-6-118 15,-10-8-305-15,-6-6-862 0</inkml:trace>
  <inkml:trace contextRef="#ctx0" brushRef="#br0" timeOffset="79841.28">26674 2188 1974 0,'0'0'516'0,"0"0"-248"16,-25-133-53-16,21 83-92 15,4 8-56-15,0 9-37 16,0 8-19-16,0 4-11 15,11 6-1-15,11 1-83 0,32-1-79 16,-6 3-150-16,2 5-575 16</inkml:trace>
  <inkml:trace contextRef="#ctx0" brushRef="#br0" timeOffset="80127.67">26999 1738 1478 0,'0'0'549'0,"0"0"-307"15,0 0-36-15,0 0-82 16,0 0-72-16,0 0-32 16,-90 131-20-16,104-82 0 15,1 9 3-15,-3 0-3 0,-5 0 0 16,-5 0 7-16,-2-5-1 16,0-7 7-16,0-7 8 15,-13-11 8-15,-3-10 2 16,-5-10 0-16,0-8 22 15,-6 0 6-15,-2-14-17 16,4-9-9-16,3 0-33 16,9-2-21-16,8 2-36 15,14-8-92-15,22 5-382 16,5 4-242-16</inkml:trace>
  <inkml:trace contextRef="#ctx0" brushRef="#br0" timeOffset="80652.82">27405 1867 1709 0,'0'0'543'0,"0"0"-320"16,0 0-107-16,-127 26-48 16,88 18 1-16,10 10-23 15,14 6-24-15,13 2-4 16,2-4-16-16,23-12 11 15,14-11-13-15,7-17 1 16,6-15-8-16,-2-3 4 16,-3-21-32-16,-9-16-11 15,-11-14 4-15,-7-9-2 0,-9-10-16 16,-5 5 57 0,-2 6 3-16,-2 20 60 0,0 15-23 15,0 22 29-15,0 2-66 16,4 36-9-16,-2 13 8 15,3 9 1-15,-3 7 1 16,1-7 4-16,-1-10-4 16,0-11 12-16,1-18 2 15,-1-14-1-15,0-5 18 16,-2-17 19-16,2-20-38 16,-2-10-13-16,4-9 7 15,5-2 2-15,9 0 9 0,11 7 12 16,7 10-16-1,7 17-13-15,1 14 20 0,-4 10 31 16,-7 19-30-16,-6 22-22 16,-7 8 1-16,-7 6 19 15,-3-1-8-15,1-6-6 16,11-5-6-16,45-4-43 16,-1-9-230-16,3-9-966 0</inkml:trace>
  <inkml:trace contextRef="#ctx0" brushRef="#br0" timeOffset="81012.84">28394 1927 1879 0,'0'0'362'0,"0"0"-179"16,0 0 2-16,0 0-90 15,-129-56-47-15,89 68-13 16,3 26 13-16,2 14-16 15,14 9-14-15,9 0-17 16,12-4 0-16,2-13 0 16,29-13-1-16,10-14-26 15,5-15-17-15,2-2-42 16,-6-26-36-16,-7-14-26 16,-10-13 74-16,-7-3 73 15,-5-1 21-15,-7 10 172 16,2 10 5-16,-6 17-63 15,-2 19-20-15,2 1-85 16,-2 26-30-16,0 18-1 16,2 8 1-16,5 2 0 0,5-4 0 15,7-8-70-15,33-16-134 16,-6-12-448-16,8-9-842 0</inkml:trace>
  <inkml:trace contextRef="#ctx0" brushRef="#br0" timeOffset="81283.98">28959 1680 1633 0,'0'0'404'0,"0"0"-118"0,0 0-123 16,-27 125-68-16,27-61-32 15,2 2-23-15,10 1 27 16,-4-9 29-16,-6-7-23 15,-2-10-6-15,0-9-4 16,-20-13-8-16,-9-2-17 16,-7-10 1-16,-6-3-17 15,-3-4-7-15,3 0-13 16,9 0-2-16,4-4-33 16,2-3-102-16,7 0-192 15,5 4-806-15</inkml:trace>
  <inkml:trace contextRef="#ctx0" brushRef="#br0" timeOffset="89421.08">20457 1775 428 0,'0'0'564'15,"0"0"-418"-15,0 0-84 16,0 0-16-16,0 0-7 16,0 0-13-16,0 0 5 0,0 0 56 15,0 0-19 1,15 0 27-16,12 0-47 0,11 0-25 16,13 0-23-16,40-9-174 15,-8-1-87-15,-10 0-72 0</inkml:trace>
  <inkml:trace contextRef="#ctx0" brushRef="#br0" timeOffset="111066.23">2722 3098 375 0,'0'0'972'16,"0"0"-740"-16,0 0 142 0,0 0-64 15,0 0-56-15,0 0-84 16,-6-68-51-16,4 66-41 16,2 2-19-16,-2 0-12 15,0 0-14-15,-5 0-24 16,-1 6-9-16,-10 15 24 16,-5 11-5-16,-6 8 1 15,1 15 8-15,-3 13 7 16,-6 31 4-16,2 40 0 15,-3 36-6-15,9 18 1 16,13-12-4-16,16-26 1 16,0-31-7-16,12-28-7 15,3-19-10-15,-3-14 2 0,-2-7-8 16,-1 4 1-16,1 4 3 16,-2 0-5-16,1-14-22 15,-3-14-43-15,4-9-38 16,15-15-54-16,-6-8-102 15,8-4-518-15</inkml:trace>
  <inkml:trace contextRef="#ctx0" brushRef="#br0" timeOffset="111533.8">3225 3055 1672 0,'0'0'316'15,"0"0"-85"-15,0 0 67 16,0 0-75-16,20 155-57 15,-15-87-49-15,-1 4-14 16,0-4-24-16,4-5-34 16,-2-10-33-16,1-10-6 15,1-7-6-15,0-10-11 16,-4-8-30-16,-2-5-47 16,5-13-60-16,-1 0-63 15,1 0-396-15</inkml:trace>
  <inkml:trace contextRef="#ctx0" brushRef="#br0" timeOffset="111869.47">3509 3230 1340 0,'0'0'580'15,"0"0"-410"-15,0 0 32 16,0 0-116-16,0 0 9 15,-19 130 10-15,19-67-2 16,7-3-28-16,13-4-11 16,5-8-28-16,8-10-6 15,3-10-1-15,4-14-15 16,3-14 10-16,-6 0-6 0,-1-19 0 16,-9-17-3-16,-5-10 13 15,-9-9 14-15,-9-5 6 16,-4-2 13-16,0 1-20 15,-17 8-31-15,-8 15-10 16,-4 9-8-16,0 15-43 16,-2 14-47-16,-16 23-80 15,7 12-296-15,2 5-584 0</inkml:trace>
  <inkml:trace contextRef="#ctx0" brushRef="#br0" timeOffset="112539.22">3256 4485 1104 0,'0'0'239'0,"0"0"-75"0,0 0 142 15,0 0-171-15,156-18-58 16,-107 9-2-16,-5-1-34 15,-9 3-19-15,-14 3-11 16,-9 2-5-16,-10 1 10 16,-2-1 44-16,0 0 38 15,-16-1-43-15,-9 1-18 16,-6 2-16-16,-4 0-6 16,-3 0-5-16,1 9-9 15,1 0 5-15,7 1-4 16,4 0 7-16,7 1 0 15,5 0 0-15,7 1 0 16,0 5-3-16,6 1-5 0,0 5 0 16,6 0 0-16,17 0 1 15,9 0-1-15,6 1 8 16,0-1-9-16,-3 2 0 16,-4-1 0-16,-8-1-2 15,-8 0 1-15,-11-1-5 16,-4-1 6-16,0-4 24 15,-10-1 55-15,-15-2 21 16,-2-2-21-16,-4 1-28 16,-2-2-29-16,4-3-13 15,0-1-8-15,7-3-1 16,4-2 0-16,5-1-15 16,3-1-49-16,10 2-119 0,0 0-413 15,12-2-291-15</inkml:trace>
  <inkml:trace contextRef="#ctx0" brushRef="#br0" timeOffset="113070.9">4172 3331 1570 0,'0'0'248'16,"0"0"136"-16,0 0-58 15,0 0-175-15,0 0-90 16,0 0 21-16,0 0 9 16,68 82-9-16,-37-24-22 15,4 26-17-15,3 34-19 0,-3 43 2 16,-5 11-4-16,-12-7 4 15,-12-19 2-15,-6-46-7 16,0-20-1-16,0-20 11 16,-15-7 2-16,-5 8 10 15,-3 0-2-15,-2 5-10 16,4-11-8-16,3-13-14 16,5-10-9-16,5-12-49 15,8-10-68-15,0-6-22 16,0-4-21-16,23-8-96 15,4-15-572-15,2-4-663 0</inkml:trace>
  <inkml:trace contextRef="#ctx0" brushRef="#br0" timeOffset="113432.09">4926 3900 532 0,'0'0'1228'0,"0"0"-1038"15,0 0 172-15,0 0-132 16,116-4-141-16,-63 0-57 16,1-2-32-16,-8 4-51 15,-6 0-169-15,-11 2-136 16,-10 0-203-16,-13 0-239 0</inkml:trace>
  <inkml:trace contextRef="#ctx0" brushRef="#br0" timeOffset="113579.94">5004 4180 1182 0,'0'0'383'0,"0"0"-199"15,0 0 211-15,0 0-151 16,0 0-122-16,143 17-122 15,-76-17-37-15,-11-5-241 16,-19 5-566-16</inkml:trace>
  <inkml:trace contextRef="#ctx0" brushRef="#br0" timeOffset="116599.43">8192 3090 1069 0,'0'0'510'16,"0"0"-268"-16,0 0 132 0,0 0-91 15,0 0-91-15,0 0-45 16,0-74-26-16,0 72-22 15,0 0-21-15,0 2-11 16,0 0-34-16,0 26-32 16,4 12 14-16,-4 16 30 15,0 12 6-15,0 2 5 16,0 1-21-16,0-6-17 16,0-8-12-16,0-9 1 15,0-12-7-15,0-10-10 16,0-8-41-16,0-7-34 15,0-6-17-15,0-1 1 0,0-2-14 16,4 0-46-16,3-14-349 16,2-4-571-16</inkml:trace>
  <inkml:trace contextRef="#ctx0" brushRef="#br0" timeOffset="116996.36">8455 3162 1068 0,'0'0'665'16,"0"0"-443"-16,0 0 62 15,0 0-183-15,0 0-54 16,0 0 41-16,-60 159 20 15,52-98-32-15,8-2 12 16,0-7-33-16,27-11-23 16,18-12-2-16,10-15-6 15,13-11-8-15,1-3-6 16,-5-20-10-16,-10-9 0 16,-16-7 0-16,-20-6 1 15,-14-4 7-15,-4-5-7 16,-20 0 12-16,-16 2-1 15,-6 5-5-15,-3 8-7 0,-1 10 0 16,3 12-8 0,10 8-29-16,10 6-35 0,21 8-73 15,2 13-400-15,8-4-315 16</inkml:trace>
  <inkml:trace contextRef="#ctx0" brushRef="#br0" timeOffset="117275.42">9121 2988 1475 0,'0'0'395'15,"0"0"-189"-15,0 0 157 16,-7 106-124-16,-1-56-103 16,-1 2-57-16,5-4-48 15,4-4-16-15,0-4-15 16,0-4-24-16,10 10-71 16,8-11-208-16,-2-5-477 0</inkml:trace>
  <inkml:trace contextRef="#ctx0" brushRef="#br0" timeOffset="117410.93">9217 3802 1388 0,'0'0'325'15,"0"0"-4"-15,0 0-77 16,0 0-80-16,0 0-91 16,0 0-73-16,0 0-76 15,0-9-442-15</inkml:trace>
  <inkml:trace contextRef="#ctx0" brushRef="#br0" timeOffset="118535.96">6696 4225 867 0,'0'0'300'15,"0"0"-87"-15,0 0-33 0,0 0-67 16,0 0-38-16,0 0 28 15,0 0 16-15,11 0 22 16,12 0-38-16,3 0-39 16,8 0-35-16,3 0-11 15,8 0-6-15,2 0-6 16,7 0-6-16,6 0 6 16,4 0 12-16,3 0 1 15,4 0-7-15,-1 0 1 16,-6-2-13-16,-3 0 2 15,-9 2-2-15,0 0 0 16,-5 0 1-16,2 0 7 16,4 0-7-16,5 0 0 0,7-4 0 15,4-2 0 1,5 0 0-16,-1 0 1 0,-1 2-1 16,-5 0 0-16,-3 0 5 15,-4 2-6-15,1-3 0 16,5-2 0-16,3-2 0 15,7 2-2-15,2 0-2 16,2 2 3-16,-3 1 1 16,-6 2 0-16,-7-3 0 15,-6 3 1-15,0-1-1 16,2-2 0-16,5-2-17 16,11-1-4-16,6 2 12 15,5-1 9-15,2 3 0 16,-4 0-1-16,-5 4 0 15,-6-1-6-15,-3-2-9 0,1-3-2 16,5-1-28-16,23-5 6 16,-1-1 21-16,3 1 7 15,6 3 11-15,-19 7 0 16,9-1 0-16,-7 3 1 16,-9 0 1-16,-6 0 0 15,-11-2 19-15,-13-2 18 16,-15-2 55-16,-12 0 47 15,-14-3 55-15,-5 4-19 16,-6 1-28-16,0 0-46 16,0 0-42-16,0 2-30 15,0 2-21-15,0 0-9 0,0 0-27 16,3 0-38-16,-3 0-60 16,0 5-82-16,0 3-461 15,0-3-649-15</inkml:trace>
  <inkml:trace contextRef="#ctx0" brushRef="#br0" timeOffset="119384.56">7075 4750 962 0,'0'0'243'15,"0"0"8"-15,0 0-51 16,0 0-52-16,0 0-5 0,0 0 4 16,-87 105 15-16,62-47-5 15,1 12-19-15,6 6-25 16,5 1-20-16,10-5-32 15,3-5-25-15,10-8-17 16,14-11-5-16,7-9-6 16,3-10-8-16,1-9-5 15,3-8-49-15,16-10-93 16,-12-2-310-16,-7 0-279 0</inkml:trace>
  <inkml:trace contextRef="#ctx0" brushRef="#br0" timeOffset="120226.88">7293 4950 1448 0,'0'0'243'0,"0"0"-29"16,0 0-115-16,0 0-62 0,0 0-27 16,125-34-10-1,-105 32-19-15,-9 2 8 0,-4 0 11 16,-4 0 1-16,-3 0 16 15,0 0 11-15,0 0 17 16,0 0 4-16,0 0-11 16,0 0-5-16,0-1-5 15,0 1-4-15,0 0-10 16,0-2-5-16,0 2-3 16,0-2 9-16,-3 0 3 15,3-2-2-15,0 1-9 16,0 3-6-16,-2-1 9 15,-1 1-10-15,-1 0-1 16,-7 0-8-16,-5 0 0 0,-3 0 7 16,-4 0 2-16,5 1-1 15,5 2 1-15,6-3 3 16,3 0-2-16,4 0 0 16,-2 0 0-16,2 0 7 15,-2 0-7-15,-1 0 1 16,0 0 7-16,1 0 6 15,0 0 2-15,2 0 0 16,0 0-7-16,0 0-1 16,0 0-2-16,0 0-6 15,0 0 7-15,0 0-7 16,0 0 6-16,0 0 1 16,0 0 4-16,0 0-4 0,0 0 1 15,0 0 11 1,0 0 17-16,0 0-7 0,0 1-14 15,0 20-15-15,2 8 16 16,8 10 18-16,-2 5 18 16,3 2-2-16,-1 2-20 15,-4-4-16-15,-1-2-1 16,-5-2 1-16,0-6 10 16,0-3 2-16,0-7-8 15,0-7-8-15,0-6-10 16,0-5 0-16,0-4 1 15,0-2 2-15,0 0-4 16,0 0-33-16,4-19-95 16,5 5-241-16,-2-1-625 0</inkml:trace>
  <inkml:trace contextRef="#ctx0" brushRef="#br0" timeOffset="120647.09">7637 4969 1232 0,'0'0'255'0,"0"0"-29"16,0 0 22-16,-43 155-85 15,37-94-60-15,3 1-7 16,3-5-41-16,5-7-34 16,19-12-6-16,8-12 9 15,7-12 48-15,4-10-14 16,2-4-22-16,0-6-8 16,-6-15-7-16,-3-6-12 15,-9-6 5-15,-10-4 14 16,-7-5 45-16,-10-4 2 15,0-5-2-15,-5-1-19 16,-17 2-29-16,-3 4-16 16,-4 9-9-16,2 14 0 0,2 8-33 15,6 15-15 1,3 0-31-16,10 23-85 0,6 4-188 16,0-2-374-16</inkml:trace>
  <inkml:trace contextRef="#ctx0" brushRef="#br0" timeOffset="121060.08">8410 5211 788 0,'0'0'251'15,"0"0"0"-15,0 0-26 16,0 0-87-16,0 0-42 15,0 0 17-15,0 0 99 16,33-17 3-16,-53 14-62 16,-6 3-73-16,-1 0-26 15,3 0-14-15,1 0-19 16,10 0-16-16,7 0-5 0,0 0-20 16,6 0-54-16,0 0-125 15,0 7-37-15,0-2-19 16,6 0-231-16,4-4-243 0</inkml:trace>
  <inkml:trace contextRef="#ctx0" brushRef="#br0" timeOffset="121666.74">8734 5005 1124 0,'0'0'278'0,"0"0"-102"15,0 0-23-15,0 0-84 16,127-17-46-16,-96 12-14 15,-7 3-9-15,-9 0-9 16,-8 2-10-16,-7 0 19 16,0 0 11-16,-2 0 62 15,-11 0 36-15,-5 0-56 16,-2 0-26-16,-2 0-11 16,-3 0 0-16,-2 6 9 0,0 6 0 15,-2 2-1-15,5 4 4 16,0-1-7-16,6 6-12 15,2-3-2-15,7 0 2 16,4-2-8-16,5 0 11 16,0-1-11-16,7-4 8 15,13 1 3-15,7 0 0 16,4 0 7-16,3 0 5 16,1 2 5-16,-4 1 4 15,-6 1-26-15,-7-2-5 16,-7 2-1-16,-9-2 7 15,-2 1-2-15,0 0 10 16,-4-3 37-16,-14 1 14 0,-6-1-16 16,-5 1-20-16,-4-3-11 15,-4-2-11-15,0 0-8 16,1-4 0-16,7-1-1 16,6-5-54-16,15 0-77 15,8 0-111-15,0 0-355 0</inkml:trace>
  <inkml:trace contextRef="#ctx0" brushRef="#br0" timeOffset="122073.02">9112 4743 1421 0,'0'0'362'0,"0"0"-100"15,0 0-76-15,0 0-20 0,118 90-25 16,-89-34-58 0,-10 12-37-16,-13 9-3 0,-6 0-4 15,-2 1 1-15,-18-6-5 16,-5-5-13-16,-2-12-7 16,5-4 0-16,0-11-4 15,4-6-11-15,7-8 0 16,9-6-102-16,4-17-148 15,20-3-236-15,7 0-714 0</inkml:trace>
  <inkml:trace contextRef="#ctx0" brushRef="#br0" timeOffset="122314.32">9596 4680 1766 0,'0'0'480'0,"0"0"-321"16,0 0 61-16,14 144-57 16,-14-64-64-16,0 4-28 15,0 1-69-15,-8-5-2 16,6 21-163-16,0-26-345 15,0-9-520-15</inkml:trace>
  <inkml:trace contextRef="#ctx0" brushRef="#br0" timeOffset="122613.82">9614 5599 1249 0,'0'0'331'16,"0"0"-124"-16,0 0 68 16,0 0-165-16,0 0-63 15,0 0 23-15,0 0 38 16,58-45-1-16,-51 45-62 16,-7 3-16-16,0 6 22 0,-3 1 58 15,-13 0-11 1,-1-4-44-16,3-2-26 0,3-4-19 15,7 0-1-15,2 0-8 16,2-5-39-16,0-5-73 16,19 0-95-16,6 3-383 15,0 2-274-15</inkml:trace>
  <inkml:trace contextRef="#ctx0" brushRef="#br0" timeOffset="123372.12">10233 4941 662 0,'0'0'403'0,"0"0"-271"16,0 0-44-16,0 0-88 16,0 0-233-16,0 0-126 15,0 0-55-15,83-14 414 16,-78 14 187-16,-1 0 351 0,0-2-28 15,6-5-220 1,7 0-102-16,3-1-83 0,7 0-47 16,-2 2-20-16,-6 1-19 15,-3 3-6-15,-5 2-13 16,-9 0 0-16,-2 0 7 16,0 0 2-16,0-1 10 15,-6 1 66-15,-12-2-42 16,-6 2-20-16,-8 0-5 15,-4 0-6-15,-3 3 6 16,-1 7-11-16,1 5 1 16,4 1-2-16,6 2-6 0,4 2 12 15,8 2-12 1,6 0 0-16,3 2 0 0,8-2 1 16,0-2 1-16,2-2-1 15,15-3 6-15,3-6-7 16,2-3 0-16,2-1 0 15,7-5 3-15,1 1 8 16,-1 5-5-16,-4 4-6 16,-3 4-14-16,-9 8 13 15,-3 2-5-15,-5 4-1 16,-7 2 7-16,0-1 0 16,0-5 1-16,-13-4 0 15,-8-3 29-15,-5-3 56 16,-6-5-10-16,1-3 0 15,-2-4-19-15,2-2-14 0,6 0-22 16,7 0-12-16,5-12-9 16,8-2-12-16,5-12-95 15,20 5-181-15,5 2-472 0</inkml:trace>
  <inkml:trace contextRef="#ctx0" brushRef="#br0" timeOffset="123635.81">10842 4652 1385 0,'0'0'520'0,"0"0"-398"15,0 0 202-15,0 130-58 16,0-57-80-16,0 4-44 16,0 2-78-16,0-7-55 15,0-5-9-15,0 11-72 16,2-20-141-16,-2-12-586 0</inkml:trace>
  <inkml:trace contextRef="#ctx0" brushRef="#br0" timeOffset="123944.22">10848 5600 1487 0,'0'0'368'0,"0"0"-88"16,0 0 3-16,0 0-170 15,0 0-79-15,0 0-34 16,0 0 1-16,8-54 4 15,-2 53 48-15,3 1 10 16,-5 0-2-16,-2 1-34 16,-2 12-14-16,0-1 11 15,-15 0 33-15,-3-3-9 0,1-5-29 16,1-4-5 0,7 0 2-16,7 0-10 0,2-12-6 15,0-1-45-15,4 1-64 16,23 3-149-16,-2 4-272 15,-1-2-397-15</inkml:trace>
  <inkml:trace contextRef="#ctx0" brushRef="#br0" timeOffset="124634.98">11739 3699 1270 0,'0'0'504'15,"0"0"-310"-15,0 0-20 16,0 0-113-16,0 0-55 15,0 0 84-15,0 0-7 16,108 0-25-16,-72 0-23 16,-5 0-35-16,1 0-12 15,-4 4-114-15,6 2-204 16,-8 1-233-16,-8-2-568 0</inkml:trace>
  <inkml:trace contextRef="#ctx0" brushRef="#br0" timeOffset="124812.06">11760 3976 1020 0,'0'0'493'16,"0"0"-277"-16,0 0 119 16,0 0-110-16,134-4-140 15,-69-1-42-15,2 2-43 16,11 3-112-16,-20 3-277 15,-14 6-496-15</inkml:trace>
  <inkml:trace contextRef="#ctx0" brushRef="#br0" timeOffset="131352.19">13635 3067 1840 0,'0'0'323'15,"0"0"-153"-15,0 0-103 16,0 0 57-16,7 141 4 16,-5-79-38-16,1 1-20 15,-1-9-30-15,0-6-22 16,0-8-12-16,-2-8 0 15,2-5-6-15,-2-10 0 16,0-2-38-16,0-12-86 16,0-3-253-16,3 0-429 0</inkml:trace>
  <inkml:trace contextRef="#ctx0" brushRef="#br0" timeOffset="131688.24">13876 3194 664 0,'0'0'1165'16,"0"0"-1026"-16,0 0-69 15,0 0 46-15,-40 151-11 16,38-93-67-16,2-2 5 16,0-6 22-16,9-6 7 15,15-12-4-15,7-8 24 0,9-12-23 16,3-8-21-1,-1-4-19-15,-2-1-20 0,-9-22-1 16,-6-7 2-16,-9-7 1 16,-7-9 4-16,-9-1-2 15,0-2 45-15,-17 4-10 16,-8 4-1-16,-8 10-23 16,0 6-15-16,2 12-8 15,7 5-1-15,4 5-25 16,18 3-69-16,2 0-172 15,0 0-554-15</inkml:trace>
  <inkml:trace contextRef="#ctx0" brushRef="#br0" timeOffset="131870.53">14576 3138 2170 0,'0'0'356'15,"0"0"-239"-15,0 0 50 16,0 0-80-16,-42 130-53 16,42-88-34-16,0 15-57 15,4-11-152-15,5-6-456 0</inkml:trace>
  <inkml:trace contextRef="#ctx0" brushRef="#br0" timeOffset="131988.9">14619 3738 1350 0,'0'0'868'0,"0"0"-755"16,0 0-113-16,0 0-21 15,0 0-597-15</inkml:trace>
  <inkml:trace contextRef="#ctx0" brushRef="#br0" timeOffset="132666.2">12949 4160 575 0,'0'0'1019'0,"0"0"-850"0,0 0 74 16,0 0-85-1,0 0-84-15,0 0-37 0,0 0-6 16,55 4-4-16,-19 3 19 16,9-5 6-16,13 0 9 15,13 0-23-15,14-2-13 16,8 0-4-16,5 0 3 16,5 0-3-16,-3 0-12 15,-2 0-8-15,18 0-1 16,29-2 8-16,38-6-8 15,27 1 18-15,10 0 5 16,6 4-14-16,-22 3 2 16,-7 0-5-16,-21 0-6 15,-16 0-44-15,-12 3-144 16,-11-3-31-16,-8 0 55 0,-3 0 92 16,-6-8 72-1,-17-3 11-15,-23 1 12 0,-20 4 98 16,-13 1 14-16,-4-2-20 15,-10 1-3-15,-4 1-13 16,-18 1 27-16,-7 0 5 16,-4 1-34-16,0 2-24 15,0-1-29-15,0 2-29 16,0-3-15-16,0 3-1 16,0 0-65-16,0 5-113 15,-15 7-450-15,-3 2-122 0</inkml:trace>
  <inkml:trace contextRef="#ctx0" brushRef="#br0" timeOffset="134984.98">13330 4778 679 0,'0'0'688'0,"0"0"-476"16,0 0-4-16,0 0-95 16,149-10-30-16,-93 6-55 15,-2 1-8-15,-10-2-14 0,-11 1-5 16,-12 1 0 0,-11 0 5-16,-10 0 14 0,0 0 51 15,-4 1-30-15,-18 0-11 16,-12 0-30-16,-3 2 9 15,-3 0 5-15,-1 0 8 16,5 6-2-16,7 4 0 16,3 3 0-16,6-1-1 15,0 8-10-15,5-1-3 16,3 3-5-16,8 2 8 16,4 0-9-16,0 1 0 15,16-4 0-15,12-6 0 16,4 1 1-16,3-2 9 15,1-1-9-15,-3 4 1 16,-2-2 4-16,-6 2-6 0,-8 1 0 16,-5-2 0-16,-5 0 0 15,-7-2 0-15,0 0 0 16,-3-2 30-16,-19 0 98 16,-11-1-3-16,-7 2-46 15,-5-1-29-15,1 0-20 16,1-3-18-16,9-2-4 15,5-2-8-15,10-4 0 16,3-1-12-16,7 0-46 16,9 0-145-16,0-8-162 15,4-4-281-15</inkml:trace>
  <inkml:trace contextRef="#ctx0" brushRef="#br0" timeOffset="135247.13">14015 4705 1587 0,'0'0'292'16,"0"0"43"-16,0 0-67 15,2 114-87-15,-2-73-81 16,0-1-63-16,0 1-23 16,-2-6-14-16,-3 2-39 0,0 5-171 15,5-8-367-15,0-8-710 16</inkml:trace>
  <inkml:trace contextRef="#ctx0" brushRef="#br0" timeOffset="135382.59">14003 5456 1927 0,'0'0'467'15,"0"0"-365"-15,0 0-60 16,0 0-42-16,0 0-604 0</inkml:trace>
  <inkml:trace contextRef="#ctx0" brushRef="#br0" timeOffset="136905.99">15002 4678 1200 0,'0'0'407'0,"0"0"-121"16,0 0-4-16,0 0-108 16,0 0-101-16,0 0-11 15,0 0-23-15,126-16-17 16,-87 13-7-16,-1 3-8 16,-9 0-6-16,-10 0-1 15,-5 0 0-15,-10 0-2 16,-4 0 2-16,0 0 0 15,0 0-3-15,-8 0 3 0,-15 0 21 16,-4 0-3-16,-4 0-9 16,-4 0-7-16,-3 0 5 15,3 0-7-15,0 0 0 16,2 12 0-16,4 3-12 16,5 4 12-16,6 0-6 15,7 3 6-15,9-4-8 16,2 0 8-16,4-5-1 15,16-3-5-15,6-3-4 16,6 2 10-16,1 1 13 16,4 0-7-16,-4 4-6 15,-2-1-16-15,-4 5-17 16,-6 0-4-16,-4 3 15 0,-9-1 11 16,-8 0 5-16,0-2 2 15,0-1 4-15,-15 0 47 16,-5-3 10-16,-7-2-4 15,-2-2 3-15,-5-2-16 16,-1 0-12-16,-1-2-16 16,5-3-6-16,7-2-4 15,5-1-2-15,11 0-1 16,3 0-36-16,5 0-84 16,0-12-183-16,18 0-230 15,0-2-1126-15</inkml:trace>
  <inkml:trace contextRef="#ctx0" brushRef="#br0" timeOffset="137139.88">15744 4625 1332 0,'0'0'536'0,"0"0"-449"16,0 0 163-16,0 0-72 16,-45 150-106-16,34-99-48 15,5 0-24-15,1-5-13 0,-2 6-224 16,1-10-290 0,1-13-638-16</inkml:trace>
  <inkml:trace contextRef="#ctx0" brushRef="#br0" timeOffset="137252.92">15680 5328 1785 0,'0'0'385'15,"0"0"-255"-15,0 0-130 16,0 0-200-16</inkml:trace>
  <inkml:trace contextRef="#ctx0" brushRef="#br0" timeOffset="139546.28">16912 3720 1425 0,'0'0'336'0,"0"0"-225"15,0 0 42-15,0 0-73 16,156-8-45-16,-102 4-35 0,-5 4-20 16,-11 0-67-16,-9 0-43 15,-12 4-136-15,-10 1-631 0</inkml:trace>
  <inkml:trace contextRef="#ctx0" brushRef="#br0" timeOffset="139695.1">16970 4103 1493 0,'0'0'214'15,"0"0"-22"-15,0 0-14 16,0 0-102-16,170 0-76 15,-106 0-73-15,-6 0-559 0</inkml:trace>
  <inkml:trace contextRef="#ctx0" brushRef="#br0" timeOffset="140717.37">18716 2996 1189 0,'0'0'332'15,"0"0"-115"-15,0 0 41 16,0 0-90-16,0 0-67 16,0 0-39-16,0 0-9 15,-49-47-7-15,40 46-4 16,-5 1 2-16,-3 0-3 16,-6 0 0-16,-2 0-7 15,-1 0-5-15,1 0-10 16,1 1-5-16,-1 3-14 15,3 2 7-15,1 0 5 16,2 1-6-16,3 1 5 16,3 0 7-16,-1 0-10 15,3 0-7-15,1 4 4 0,-2 2-4 16,1 6 0-16,2 4-1 16,2 6 0-16,5 4 7 15,2 2-6-15,0-2 0 16,12-5-1-16,11-8 0 15,6-6-7-15,8-8 7 16,-2-7 0-16,3 0-4 16,-3 0-2-16,-1-12 6 15,-3-2 9-15,-6 0-8 16,-5 0-1-16,-7 2 1 16,-4 4-1-16,-4 0-7 15,-5 2 2-15,0-1 5 0,0 4 0 16,0 1 0-16,0 2-21 15,-10 0-59-15,0 8-99 16,1 10-179-16,1-2-428 0</inkml:trace>
  <inkml:trace contextRef="#ctx0" brushRef="#br0" timeOffset="141219.5">17994 2903 1243 0,'0'0'395'0,"0"0"-82"0,0 0 48 16,0 0-158-1,0 0-112-15,0 0-15 0,0 0 18 16,124 166-17-16,-109-97-11 16,-3-2-23-16,-5-8-11 15,-3-7-8-15,0-5-8 16,-4-7-7-16,0-6-8 16,0-3 6-16,0-2-6 15,0-5-1-15,0-6 0 16,0-4-1-16,0-8-21 15,7-5-46-15,7-1-77 16,19-7-124-16,-2-12-411 16,0-6-416-16</inkml:trace>
  <inkml:trace contextRef="#ctx0" brushRef="#br0" timeOffset="141894.6">18627 3028 598 0,'0'0'289'0,"0"0"-188"15,0 0 62-15,0 0-38 16,0 0-40-16,0 0 50 15,0 0 14-15,-112-5-27 16,96 5 19-16,1 0-30 16,-1 0-32-16,-2 0-16 15,-2 0-21-15,0 5-22 16,-4 6-9-16,1 5-5 16,1 1 16-16,5 5 22 0,3 6 4 15,5 2-5-15,5 0 6 16,4 2-15-16,0-2-12 15,10-4 2-15,11-4 10 16,4-4 3-16,0-2-17 16,4-4-12-16,3-3-2 15,4-7-6-15,4-2-15 16,0 0 15-16,3-11 19 16,-3-8-17-16,-5-4 11 15,-6-3 1-15,-9 0-3 16,-4-4-10-16,-10 0 13 15,-3 2 14-15,-3 4 4 16,-5 2 2-16,-19 6-1 0,-7 3-17 16,-3 6-14-16,-2 2-2 15,5 3-33-15,9 2-101 16,11 5-128-16,8 11-338 16,3 0-606-16</inkml:trace>
  <inkml:trace contextRef="#ctx0" brushRef="#br0" timeOffset="142280.17">19344 3124 1625 0,'0'0'248'16,"0"0"99"-16,0 0-123 15,0 0-172-15,0 0-17 0,0 0 74 16,-60 144-3 0,31-89-33-16,2-7-34 0,1-5-26 15,6-6-5-15,1-7-8 16,2-9-72-16,-3-9-109 16,1-6-310-16,2-6-277 0</inkml:trace>
  <inkml:trace contextRef="#ctx0" brushRef="#br0" timeOffset="142435.29">19055 3298 1460 0,'0'0'634'16,"0"0"-478"-16,0 0 19 16,0 0-25-16,0 0-86 15,122 89-43-15,-86-58-21 0,22 0-102 16,-10-7-267-16,-1-12-694 15</inkml:trace>
  <inkml:trace contextRef="#ctx0" brushRef="#br0" timeOffset="142916.04">19986 3076 863 0,'0'0'399'0,"0"0"-244"15,0 0 115-15,0 0-84 16,-138-48-83-16,105 48-29 16,2 6 7-16,4 17-4 15,4 8-23-15,8 3-15 16,10 3 17-16,5-5-3 15,5-6 4-15,24-5 2 16,7-9-32-16,3-10-25 16,1-2 7-16,-7 0-9 15,-6-14-55-15,-8-7 55 16,-6 2-1-16,-4-3 1 16,-5 2 6-16,1 3 24 0,-1 8 20 15,-2 4 17 1,3 5-7-16,2 2-44 0,2 25-8 15,1 10 39-15,-1 9 12 16,3 8 2-16,-6 0-19 16,1-3-18-16,-3-5-15 15,-1-5-9-15,-1-7 0 16,3-10-1-16,1-8-52 16,5-6-81-16,24-10-128 15,-2 0-419-15,0-14-339 0</inkml:trace>
  <inkml:trace contextRef="#ctx0" brushRef="#br0" timeOffset="143209.72">20955 3132 570 0,'0'0'1186'15,"0"0"-1017"-15,0 0 24 16,0 0 20-16,-139 138-87 16,96-89-58-16,7-5-7 15,3-7-22-15,6-7-20 16,4-5-7-16,6-9-12 15,-1-8-4-15,-4-8-182 0,2 0-401 16,2-17-716-16</inkml:trace>
  <inkml:trace contextRef="#ctx0" brushRef="#br0" timeOffset="143381.31">20568 3252 1443 0,'0'0'393'16,"0"0"-179"-16,0 0 63 15,0 0-57-15,0 0-102 16,103 111-45-16,-83-76-20 16,-1-1-32-16,2-4-21 15,6-4-3-15,23-9-88 0,-5-5-212 16,-1-8-450-16</inkml:trace>
  <inkml:trace contextRef="#ctx0" brushRef="#br0" timeOffset="143764.73">21551 3081 1162 0,'0'0'197'16,"0"0"-54"-16,0 0 110 16,0 0-113-16,0 0-56 15,-127 49 10-15,121-17 46 16,6 0 3-16,0-4-21 16,29-6-5-16,8-8-51 15,10-8-25-15,2-6 49 16,-7 0-27-16,-6-16-16 15,-10-6 0-15,-12-6-4 16,-7-4-4-16,-7 0-17 16,0-1-7-16,-9 8-15 15,-11 4-18-15,-5 4-25 16,-10 13-54-16,3 4-164 0,8 0-585 16</inkml:trace>
  <inkml:trace contextRef="#ctx0" brushRef="#br0" timeOffset="144064.51">21558 3230 636 0,'-3'4'1151'15,"-10"6"-987"-15,-5 9-74 16,-2 6-31-16,0 13-34 16,4 5-12-16,10 2-4 15,4 3-8-15,2-10 6 16,6-4 15-16,21-8 49 0,6-6 10 15,10-13 4-15,-1-7-38 16,0 0-9-16,-8-4-22 16,-12-16-9-16,-8-6 5 15,-12-4 28-15,-2-4 18 16,0 0 41-16,-16 4-5 16,-3 2-57-16,-4 7-37 15,1 8-1-15,1 4-67 16,6 9-118-16,6 3-164 15,6 8-366-15</inkml:trace>
  <inkml:trace contextRef="#ctx0" brushRef="#br0" timeOffset="144334.96">22494 3208 1237 0,'0'0'493'15,"0"0"-388"-15,0 0 81 16,0 0 30-16,-102 111-78 16,59-70-22-16,-1 2 10 15,3-5-34-15,3-8-39 16,7-6-33-16,12-6-12 15,3-8-8-15,7-10-148 16,7 0-374-16,0 0-346 0</inkml:trace>
  <inkml:trace contextRef="#ctx0" brushRef="#br0" timeOffset="144493.01">22141 3270 1662 0,'0'0'276'0,"0"0"-165"15,0 0-60-15,0 0 15 16,0 0-38-16,68 126-19 16,-39-85-9-16,4 10-80 15,-4-16-222-15,-7-7-740 0</inkml:trace>
  <inkml:trace contextRef="#ctx0" brushRef="#br0" timeOffset="144994.26">23129 3254 1440 0,'0'0'376'0,"0"0"-8"16,0 0-76-16,0 0-203 16,0 0-16-16,0 0-39 15,154-12 2-15,-110 16-5 16,-10 10-15-16,-10 4-15 16,-10 9 4-16,-10 6 4 15,-4 8-8-15,0 5-1 0,-8 2 9 16,-8 2-8-16,3-2 9 15,-1-4-10-15,5-4 1 16,3-7-2-16,4-9-40 16,2-9-83-16,2-8-109 15,13-6-327-15,1-1-450 0</inkml:trace>
  <inkml:trace contextRef="#ctx0" brushRef="#br0" timeOffset="145199.79">23142 3525 1935 0,'0'0'524'0,"0"0"-325"0,0 0-53 16,0 0-92-16,137-30-51 15,-71 28-3-15,5 2-30 16,-3 0-73-16,21-2-157 15,-18-1-408-15,-11 3-221 0</inkml:trace>
  <inkml:trace contextRef="#ctx0" brushRef="#br0" timeOffset="145430.89">24093 3396 1631 0,'0'0'761'15,"0"0"-562"-15,0 0-37 16,0 0-105-16,0 0-35 16,0 0 1-16,-123 129 17 15,76-85-9-15,3-4-7 16,7-8-16-16,8-6-2 16,10-9-6-16,7-8-1 15,5-6-53-15,7-8-102 16,0-15-403-16,0-8-1074 0</inkml:trace>
  <inkml:trace contextRef="#ctx0" brushRef="#br0" timeOffset="145588.23">23844 3350 1850 0,'0'0'376'0,"0"0"-275"15,0 0 34-15,0 0-13 16,85 143-76-16,-54-93-30 15,-4-4-16-15,0 4-44 16,-9-13-241-16,-3-14-401 0</inkml:trace>
  <inkml:trace contextRef="#ctx0" brushRef="#br0" timeOffset="146003.31">24612 3288 1570 0,'0'0'353'0,"0"0"-62"16,0 0-155-16,0 0-53 16,-127 101-10-16,90-43 10 15,14 2-11-15,9 2 7 16,14-6-23-16,4-8-24 0,27-9-1 16,14-16-20-16,4-11-5 15,-2-12-6-15,-5 0 38 16,-9-5-18-16,-14-13-11 15,-13 0-9-15,-6 0 21 16,0 1-12-16,-21 8-9 16,-8 2-13-16,0 7-81 15,4 0-108-15,7 12-375 16,13 1-978-16</inkml:trace>
  <inkml:trace contextRef="#ctx0" brushRef="#br0" timeOffset="146304.1">25572 3525 1847 0,'0'0'496'0,"0"0"-349"15,0 0 57-15,0 0-73 16,0 0-34-16,-140 128-28 0,103-80-42 16,2-3-27-16,6-6 0 15,-9 1-87-15,7-11-196 16,4-11-802-16</inkml:trace>
  <inkml:trace contextRef="#ctx0" brushRef="#br0" timeOffset="146475.72">25245 3580 1785 0,'0'0'331'16,"0"0"-95"-16,0 0 69 15,51 126-140-15,-20-80-121 0,2-5-44 16,14-3-154 0,-11-11-445-16,-3-15-1259 0</inkml:trace>
  <inkml:trace contextRef="#ctx0" brushRef="#br0" timeOffset="146992.25">26326 3493 601 0,'0'0'302'0,"0"0"-23"15,0 0 103-15,0 0-98 16,0 0-73-16,0 0-73 16,0 0-61-16,-40-48-46 15,-2 48-7-15,-1 0 11 16,1 14 32-16,6 3 18 16,10 4-38-16,9-1-26 15,11-3-4-15,6 0-16 16,0-2-1-16,0-1 4 15,15-2-4-15,5 5 51 16,5 3-1-16,2 1-20 0,0 2-7 16,-8-3-18-16,-5-1-5 15,-12-4-22-15,-2 0 22 16,-6-5 0-16,-21-3 0 16,-6 0 26-16,-8-2 13 15,3-2-6-15,3-3-3 16,4 0-11-16,10 0-12 15,6 0-1-15,3 0-6 16,8 1-21-16,2 4-34 16,2-1-27-16,2 0-99 15,21 1-154-15,1-5-206 0</inkml:trace>
  <inkml:trace contextRef="#ctx0" brushRef="#br0" timeOffset="147219.45">26656 3301 1478 0,'0'0'526'16,"0"0"-231"-16,0 0-18 15,0 0-55-15,4 131-105 16,-4-66-50-16,-11 1-29 15,-7 0-38-15,1-4-35 16,-10 6-167-16,6-15-402 16,6-15-531-16</inkml:trace>
  <inkml:trace contextRef="#ctx0" brushRef="#br0" timeOffset="147338.93">26609 4025 2133 0,'0'0'608'0,"0"0"-452"15,0 0-72-15,0 0-84 16,0 0-258-16,0 0-1699 0</inkml:trace>
  <inkml:trace contextRef="#ctx0" brushRef="#br0" timeOffset="149004.13">18349 4296 1294 0,'0'0'188'16,"0"0"-128"-16,0 0-1 15,0 0-47-15,0 0 24 16,0 0-9-16,0 0 30 0,75-15 48 15,-60 15-4 1,3 6-29-16,7-2-17 0,4-2-18 16,10-2-5-16,7 0 4 15,6 0-13-15,2 0 7 16,0 0 22-16,-3 0-1 16,-4 3-17-16,-2 4-4 15,1-3-8-15,3-2-10 16,9-2 6-16,7 0-8 15,6 0-9-15,5 0 6 16,-3 0-6-16,-4 0 5 16,-4 0 6-16,-7 0-6 15,-2 0-6-15,2 0 1 16,24-2 1-16,35-4-2 16,36 1-1-16,12 5-6 0,-20 0-8 15,-39 3 13-15,-38 5 1 16,-13 1-7-16,3-2 8 15,-2 1 0-15,4-2-6 16,-8-1-7-16,1-5-35 16,8 0 10-16,12 0 30 15,12 3 8-15,8-1 7 16,5 5 12-16,2 0 3 16,-3 0-10-16,-4 2-5 15,-1 0-7-15,-3-6 0 16,0 1-7-16,3-2 6 15,1-2-7-15,5 0 3 0,0 0 5 16,-5 3 1-16,-3-1-1 16,-10 5 1-16,-9-1-1 15,-6-2 0-15,-1 0-1 16,4-4 1-16,5 0-6 16,12 0 5-16,9 0-7 15,8 2 8-15,3 2-1 16,-5 3 1-16,-9 0-8 15,-8 3 8-15,-14-3-1 16,-7-2-17-16,-1-2-137 16,-1-2 44-16,4-1 49 15,8 0 20-15,6 3 42 16,4-2 2-16,6 3 12 0,-1 1-1 16,2 0 2-16,-1 2-14 15,7-2-1-15,-2 0-36 16,5-1-82-16,2-1-40 15,3 2 95-15,-3-2 53 16,-4 1-16-16,-5 0 26 16,-4-1 4-16,-2-2 22 15,-3-1-25-15,5 0 56 16,21 0-27-16,34 3-5 16,34 7-7-16,16 3-8 15,-11 6-9-15,-21 3 13 16,-49-5-13-16,-28-6 0 15,-30-5 0-15,-15-4-1 0,-5-2-55 16,6 0 18 0,3 0 36-16,-2 0 1 0,5-2 18 15,11-4-18-15,-14 2-15 16,-13 0-694-16</inkml:trace>
  <inkml:trace contextRef="#ctx0" brushRef="#br0" timeOffset="149913.19">21812 4601 506 0,'0'0'816'0,"0"0"-536"15,0 0 7-15,0 0-78 16,127 3-94-16,-94-3-66 16,-1 0-34-16,-8 0 1 15,-6 2-11-15,-4 0-5 16,-8-2 0-16,-4 0 1 0,-2 2-1 15,0-2 6-15,-2 0 59 16,-18 0-35-16,-9 0-20 16,-9 0 6-16,-2 0 27 15,-5 3-14-15,1 6-10 16,1-1-10-16,3 4-3 16,2 5-5-16,1 4 1 15,-2 5-1-15,8 0 1 16,4 0-1-16,10-2 8 15,8-6-9-15,9-4-5 16,0-4 3-16,15-3-7 16,17-2 9-16,5 4 18 0,4 2-2 15,1 4-10-15,-2 3-5 16,-4 4-1-16,-8-1 0 16,-3 1-28-16,-9 0 12 15,-5-3 16-15,-11-1 0 16,0-2 1-16,-4-2 5 15,-21 0 3-15,-8-2 25 16,-7 0 24-16,-8-1 17 16,2-2-18-16,3-3-20 15,3-2-21-15,11-2-7 16,7-2-7-16,9 0-2 16,13 0-46-16,6-16-130 15,23 0-321-15,5-2-551 0</inkml:trace>
  <inkml:trace contextRef="#ctx0" brushRef="#br0" timeOffset="150118.12">22403 4705 2138 0,'0'0'322'16,"0"0"-225"-16,0 0-11 15,0 0 22-15,-3 123-53 16,-3-72-33-16,-4 0-22 16,6-2-1-16,0 11-147 0,-1-14-204 15,3-7-280-15</inkml:trace>
  <inkml:trace contextRef="#ctx0" brushRef="#br0" timeOffset="150251.84">22324 5296 1940 0,'0'0'394'0,"0"0"-168"16,0 0-91-16,0 0-135 15,0 0-50-15,0 0-255 16,0 0-354-16</inkml:trace>
  <inkml:trace contextRef="#ctx0" brushRef="#br0" timeOffset="150836.82">23341 4914 1075 0,'0'0'331'16,"0"0"-156"-16,0 0 64 15,114-11-109-15,-87 11-73 0,-8 0-34 16,-7 0-14-16,-10 0-8 16,-2 0 0-16,0-3 71 15,0-1-60-15,-14 0 7 16,-3-2 0-16,-8 4-5 15,-4 2-13-15,-4 0 46 16,-6 0 21-16,0 5-22 16,-1 10-14-16,4 4-3 15,7 0-12-15,7 0-11 16,11-1 0-16,6 0-5 16,5-4 1-16,0 0-2 15,20 0-4-15,7 0 4 16,2 2 23-16,2 0-8 0,-2 3-8 15,-2 2-7-15,-8 4-17 16,-3-4 1-16,-7 2 16 16,-5-6 0-16,-4 1 0 15,0-2 0-15,-19-4 9 16,-12 1 21-16,-5-4 43 16,-2 1 9-16,2-1-31 15,5-3-26-15,8-3-15 16,10 0-10-16,9-3-27 15,4 0-83-15,20 0-80 16,12-12-189-16,1-2-543 0</inkml:trace>
  <inkml:trace contextRef="#ctx0" brushRef="#br0" timeOffset="151069.14">23999 4858 1378 0,'0'0'257'16,"0"0"103"-16,-16 109-103 16,5-56-89-16,-3 6-70 15,-1-5-51-15,3-2-27 16,4-6-20-16,-1-2-130 15,5-9-425-15,2-13-917 0</inkml:trace>
  <inkml:trace contextRef="#ctx0" brushRef="#br0" timeOffset="151205.26">23840 5596 2160 0,'0'0'515'16,"0"0"-387"-16,0 0-74 15,0 0-54-15,0 0-541 16,0 0-1068-16</inkml:trace>
  <inkml:trace contextRef="#ctx0" brushRef="#br0" timeOffset="152099.98">26870 3784 863 0,'0'0'7'16,"0"0"-7"-16,0 0-33 16,0 0-154-16</inkml:trace>
  <inkml:trace contextRef="#ctx0" brushRef="#br0" timeOffset="152534.14">27333 3074 504 0,'0'0'102'15,"0"0"-63"-15,0 0 97 0,0 0 104 16,0 0-19-16,-113 34-47 15,68-20-30-15,-3 0-57 16,-8 4-45-16,-2 4-23 16,-5 2-11-16,-9 6-7 15,-7 4 1-15,-33 11 6 16,-40 10-8-16,-55 23 6 16,-43 17-6-16,47-17-28 15,23-5-289-15</inkml:trace>
  <inkml:trace contextRef="#ctx0" brushRef="#br0" timeOffset="153443.04">24500 4638 945 0,'0'0'311'0,"0"0"-191"16,0 0 36-16,-187 65-75 15,48-14-49-15,-85 29-19 0,-61 16-4 16,-41 8-3 0,-4 5-5-16,49-7 20 0,40 9 14 15,52 5 0-15,30 7-12 16,15 3-23-16,37-28-9 15,11-17-784-15</inkml:trace>
  <inkml:trace contextRef="#ctx0" brushRef="#br0" timeOffset="156785.78">4823 7529 1587 0,'0'0'296'0,"0"0"-50"16,0 0-30 0,0 0-70-16,141-32-32 0,-99 20-32 15,0 2-40-15,-1 0-29 16,-5 6-13-16,-1 1 0 16,-6 3-119-16,-6 0-383 15,-15 6-922-15</inkml:trace>
  <inkml:trace contextRef="#ctx0" brushRef="#br0" timeOffset="156943.38">4935 7814 1692 0,'0'0'391'0,"0"0"-235"15,0 0 1-15,149-39-95 0,-62 16-62 16,45-3-7-16,-21 8-296 15,-12 6-675-15</inkml:trace>
  <inkml:trace contextRef="#ctx0" brushRef="#br0" timeOffset="157289.06">6429 7235 1935 0,'0'0'477'0,"0"0"-361"16,0 0 94-16,0 0-22 15,29 116-58-15,-19-61-26 16,-1-3-25-16,-1 3-35 16,-4-7-26-16,2-7-11 15,-1-7-7-15,-1-6-30 16,-2-6-42-16,2-2-48 16,0-6-47-16,8-10-149 0,-1-4-325 15,3 0-581-15</inkml:trace>
  <inkml:trace contextRef="#ctx0" brushRef="#br0" timeOffset="157656.01">6725 7289 1642 0,'0'0'360'0,"0"0"-275"15,0 0 93-15,-45 111-55 16,41-47-23-16,4 1 2 16,0 2-9-16,4-6-11 15,19-10-21-15,8-13-24 0,4-16-14 16,10-16-6-16,4-6 7 16,0-16-7-16,-2-16-8 15,-4-8-8-15,-14-1 8 16,-12-7 0-16,-11 3-1 15,-6-1 1-15,0 1 19 16,-17 5 12-16,-10 5-16 16,-8 2-22-16,-8 8-2 15,-1 8-5-15,2 9-29 16,3 8-22-16,14 0-59 16,25 28-121-16,0 1-356 15,23-6-438-15</inkml:trace>
  <inkml:trace contextRef="#ctx0" brushRef="#br0" timeOffset="157889.28">7585 7369 1318 0,'0'0'805'15,"0"0"-712"-15,0 0 62 16,0 0-16-16,-89 121-21 16,64-86-73-16,5 1-16 0,1-7-15 15,0-5-14 1,-7-10-49-16,4-6-224 0,2-8-621 0</inkml:trace>
  <inkml:trace contextRef="#ctx0" brushRef="#br0" timeOffset="158060.31">7349 7417 1855 0,'0'0'366'0,"0"0"-71"16,0 0-73-16,0 0-85 16,0 0-89-16,96 119-32 15,-65-88-16-15,2-2-43 16,17-10-166-16,-11-3-502 15,-5-14-882-15</inkml:trace>
  <inkml:trace contextRef="#ctx0" brushRef="#br0" timeOffset="158496.26">8292 7270 348 0,'0'0'1281'16,"0"0"-1131"-16,-123-12 74 15,72 12-58-15,0 3-47 16,4 17-25-16,7 7-13 0,9 5-11 16,13 3-1-16,13-1-17 15,5-6-21-15,18-4-4 16,24-10 3-16,12-8 4 15,6-6-34-15,1 0-5 16,-8-11-1-16,-9-10-17 16,-12 1 14-16,-10-2 9 15,-11 4 9-15,-7 4 6 16,-2 4 61-16,-2 6 23 16,3 4-47-16,2 0-44 15,1 22-7-15,-1 15 37 16,-1 10 12-16,-2 10 7 0,-2 2-4 15,0-2-20-15,0-6-21 16,7-7-12-16,0-15-17 16,6-12-53-16,16-17-83 15,-4 0-201-15,2-23-630 0</inkml:trace>
  <inkml:trace contextRef="#ctx0" brushRef="#br0" timeOffset="158732.41">9062 7282 1822 0,'0'0'400'0,"0"0"-249"16,0 0 38-16,0 0-3 15,-88 138-75-15,50-83-25 16,4-1-26-16,3-4-22 15,7-9-31-15,4-11-7 16,6-9-55-16,-3-10-107 16,3-7-451-16,3-4-573 0</inkml:trace>
  <inkml:trace contextRef="#ctx0" brushRef="#br0" timeOffset="158887.35">8755 7461 1458 0,'0'0'675'15,"0"0"-354"-15,0 0-46 16,0 0-142-16,0 0-31 0,0 0-14 16,0 0-43-16,130 55-26 15,-94-35-19-15,15-3-73 16,-9-5-154-16,-6-5-589 0</inkml:trace>
  <inkml:trace contextRef="#ctx0" brushRef="#br0" timeOffset="159248.35">9598 7182 907 0,'0'0'629'0,"0"0"-540"15,0 0 209-15,0 0-109 16,-133 25-47-16,114 4-41 16,11 5-7-16,8-1-3 15,0-1 0-15,13-7-26 16,23-8-26-16,13-11-6 16,7-6-5-16,2 0-19 15,-5-18 6-15,-11-7 0 16,-19-2 0-16,-17-4 39 15,-6 2 13-15,-18-3-14 0,-17 0-34 16,-5 7-11 0,0 6-8-16,4 8-45 0,2 11-74 15,9 2-207-15,8 12-523 0</inkml:trace>
  <inkml:trace contextRef="#ctx0" brushRef="#br0" timeOffset="159525.12">9489 7407 1633 0,'0'0'335'0,"0"0"135"16,0 0-274-16,-76 122-77 15,76-81-62-15,0-3-26 16,27-4-31-16,13-6 0 16,7-8-36-16,9-12-38 15,2-8-89-15,-1 0 49 0,-3-20 108 16,-13-10 6-16,-12-8 15 15,-16-2 23-15,-13-2 38 16,0 4 12-16,-21 3 2 16,-10 7-22-16,-2 8-26 15,-1 8-42-15,5 6 0 16,7 6-98-16,15 0-107 16,7 14-308-16,0 0-297 0</inkml:trace>
  <inkml:trace contextRef="#ctx0" brushRef="#br0" timeOffset="159797.54">10547 7285 1587 0,'0'0'323'16,"0"0"50"-16,0 0-100 16,-122 152-88-16,80-99-72 15,4-4-61-15,7-6-26 16,6-10-17-16,5-6-9 16,3-9-28-16,-2-8-84 0,-3-10-218 15,5-2-393 1,3-14-863-16</inkml:trace>
  <inkml:trace contextRef="#ctx0" brushRef="#br0" timeOffset="159939.47">10169 7449 1230 0,'0'0'513'0,"0"0"-26"16,0 0-316-16,0 0-30 16,0 0-43-16,0 0-9 15,141 103-29-15,-110-69-57 16,7 0-3-16,-9-9-224 15,-5-6-508-15</inkml:trace>
  <inkml:trace contextRef="#ctx0" brushRef="#br0" timeOffset="160404.42">10788 7319 675 0,'0'0'1297'15,"0"0"-1128"-15,0 0 170 16,0 0-162-16,0 0-48 16,145-62-40-16,-102 62-33 15,-1 13-33-15,-11 20-5 16,-6 9-18-16,-14 8 1 15,-11 8 7-15,0 2 11 16,-4-1 14-16,-9-3 16 16,-1-7-19-16,5-8-9 0,5-5-19 15,4-9-2 1,0-8-38-16,0-7-56 0,0-12-70 16,8-5-134-16,3-14-457 0</inkml:trace>
  <inkml:trace contextRef="#ctx0" brushRef="#br0" timeOffset="160576.85">10896 7586 1766 0,'0'0'469'16,"0"0"-297"-16,0 0 43 15,0 0-130-15,0 0-85 16,0 0-26-16,176-21-100 15,-85 9 8-15,-17 5-168 0,-12-6-591 0</inkml:trace>
  <inkml:trace contextRef="#ctx0" brushRef="#br0" timeOffset="160796.13">12215 7351 1957 0,'0'0'383'16,"0"0"-250"-16,0 0 10 16,0 0-27-16,-146 104-32 15,82-56-20-15,0 1-9 16,1-5-26-16,11-8-11 0,6-8-18 16,13-11-46-16,2-17-106 15,8 0-469-15,8-11-893 0</inkml:trace>
  <inkml:trace contextRef="#ctx0" brushRef="#br0" timeOffset="160945.46">11689 7423 1597 0,'0'0'507'0,"0"0"-204"16,0 0-95-16,0 0-14 16,0 0-48-16,0 0-59 15,102 105-45-15,-65-76-26 16,0-4-16-16,24-3-74 0,-13-11-145 15,-1-4-793-15</inkml:trace>
  <inkml:trace contextRef="#ctx0" brushRef="#br0" timeOffset="161237.25">12605 7175 1685 0,'0'0'255'0,"0"0"-180"16,-122 61 219-16,68-2-89 15,5 11-40-15,12 9-7 0,18-2-40 16,19-6-56 0,13-11-40-16,37-14-13 0,10-18-9 15,5-16 6-15,-7-12-6 16,-16 0 6-16,-16-14-5 15,-16-7-1-15,-10 1-6 16,-16 5-45-16,-22 4-71 16,-44 11-159-16,6 5-369 15,-2 10-646-15</inkml:trace>
  <inkml:trace contextRef="#ctx0" brushRef="#br0" timeOffset="162318.82">6475 8336 1401 0,'0'0'274'15,"0"0"-71"-15,0 0-31 0,0 0-30 16,0 0-87 0,0 0-26-16,0 0-7 0,96 6 5 15,-56-2 34-15,9-3-3 16,7-1-6-16,8 0-11 16,6 0-19-16,5 0-14 15,6-1-2-15,4-3-5 16,4 2 6-16,2-1-6 15,7 2 17-15,21-3 4 16,23-5 5-16,30-4-9 16,10-1-6-16,-12 1-1 15,-18 5-11-15,-44 5 9 16,-23 3-9-16,-20 0 0 16,-7 0 0-16,11-2 0 15,9 2 1-15,9-5-1 0,2 0 1 16,3-3 0-16,1-1 0 15,5 4 0-15,-2-2 0 16,-3 5 1-16,-8 2-1 16,-6 0 0-16,-8 0 0 15,0 0 0-15,-1 0 6 16,3-1-7-16,5-4 1 16,2-1 0-16,5 0-1 15,-3 0 0-15,-2 2 0 16,-1 0 0-16,-4 2 0 15,3 1-1-15,3 1 1 16,6 0 0-16,22 0-1 16,29 0 0-16,33 0-5 0,12 0 6 15,-9 9 0 1,-16 3 6-16,-23-1 3 0,-9-2-8 16,6 1-1-16,2-2 0 15,6-1-2-15,3 0-4 16,2 1 6-16,-10-1 1 15,-2-1 0-15,-25-3 6 16,-21-3 29-16,-27 0 51 16,-15 0-7-16,-5 0-12 15,-6 0-12-15,-7 0 1 16,-17 0 2-16,-5 0-19 16,-3 0-20-16,-2 0-14 0,0 0-6 15,0 0-23 1,0 0-58-16,-7 0-104 0,-10 0-440 15,-3 0-657-15</inkml:trace>
  <inkml:trace contextRef="#ctx0" brushRef="#br0" timeOffset="163422.68">7837 8944 1324 0,'0'0'372'0,"0"0"-103"16,0 0-77-16,0 0-102 15,0 0-46-15,143-3-11 16,-95-6-18-16,-9 0-14 16,-12-1 14-16,-16 4-2 15,-11 0 13-15,-11 4 33 16,-26 2-29-16,-11 0-4 15,-6 2-12-15,-2 15-5 16,3 4 1-16,9 5 15 16,6 6-11-16,11 0-8 15,15-1-6-15,12-4 6 16,6-3-5-16,27-4 10 0,11-3-10 16,8-1-1-1,1 0 30-15,-4 0-14 0,-6 3-5 16,-10 4-4-16,-14 0-7 15,-9 4 0-15,-10-3 1 16,-2 0 6-16,-27 0 48 16,-10-3 32-16,-7-3-16 15,-8-3-26-15,0-4-15 16,6-5-13-16,3-5-16 16,12-1-1-16,13 0-23 15,20-1-77-15,5-9-192 16,24 0-553-16</inkml:trace>
  <inkml:trace contextRef="#ctx0" brushRef="#br0" timeOffset="163656.06">8682 9071 1881 0,'0'0'521'15,"0"0"-362"-15,0 0-24 16,0 0-12-16,-85 109-26 16,50-61-34-16,1 0-12 15,-1-2-17-15,1-5-27 0,1-7-7 16,4-8-9 0,0-14-104-16,7-8-466 0,5-4-1128 0</inkml:trace>
  <inkml:trace contextRef="#ctx0" brushRef="#br0" timeOffset="163835.44">8408 9156 2029 0,'0'0'354'0,"0"0"-177"16,0 0-50-16,0 0 8 15,0 0-53-15,35 120-55 16,-19-86-11-16,0-2-16 15,0-4-45-15,1-1-84 16,-1-10-403-16,-1-6-884 0</inkml:trace>
  <inkml:trace contextRef="#ctx0" brushRef="#br0" timeOffset="164292.76">8925 9140 2102 0,'0'0'550'16,"0"0"-359"-16,0 0-8 16,0 0-109-16,0 0-56 15,0 0-1-15,0 0 13 16,-25 142 1-16,15-94-16 16,3-8-6-16,7-6-9 15,0-7-1-15,7-14 0 16,17-4 0-16,7-7 1 0,7-2-8 15,2 0-13-15,-1 0-27 16,-6-2-36-16,-4-3-14 16,-8 0-43-16,0-3-61 15,-6-6-95-15,-1-7 35 16,-3-2 8-16,-5-10 26 16,2-4 16-16,-6 0 202 15,2 2 10-15,-2 6 248 16,3 5 72-16,-3 10 51 15,0 6-74-15,2 8-92 0,-1 0-112 16,-1 17-47 0,1 20 23-16,-3 7 10 0,0 10-10 15,0 2-15-15,0-3-21 16,0-5-15-16,0-6-18 16,0-10-34-16,8-11-85 15,3-4-99-15,5-15-680 0</inkml:trace>
  <inkml:trace contextRef="#ctx0" brushRef="#br0" timeOffset="164557.43">9937 9118 1735 0,'0'0'639'16,"0"0"-559"-16,0 0 160 16,0 0-100-16,-144 131-67 15,96-90-25-15,9 1-15 16,0-6-19-16,6-5-14 16,4-7-21-16,3-7-82 15,3-9-144-15,5-8-130 16,5-9-248-16,11-14-523 0</inkml:trace>
  <inkml:trace contextRef="#ctx0" brushRef="#br0" timeOffset="164707.96">9639 9232 1467 0,'0'0'387'15,"0"0"107"-15,0 0-267 16,0 0-8-16,0 0-53 16,0 0-26-16,93 122-63 15,-80-86-46-15,0-1-14 16,1-5-17-16,1-6-47 15,20-6-68-15,-6-7-108 16,-1-6-584-16</inkml:trace>
  <inkml:trace contextRef="#ctx0" brushRef="#br0" timeOffset="165126.56">10240 9099 1461 0,'0'0'243'0,"0"0"-17"16,0 0 54-16,118-14-136 16,-97 14-84-16,-15 19-42 15,-6 5 3-15,-6 2 73 16,-17 0 31-16,-4-3-40 15,2-6-48-15,6-2-21 16,7-6-16-16,10-4-12 16,2 0-70-16,0-1-1 15,18 2 25-15,3 2 25 0,2 6 27 16,-2 5 0-16,-1 4 6 16,-7 5 11-16,-6 2 1 15,-7 0 7-15,0-2 33 16,-15-3 39-16,-14-5 4 15,-7-3-18-15,-2-5-34 16,2-5 11-16,3-5-36 16,8-2 3-16,12 0-21 15,13-24-35-15,0-3-150 16,16 4-550-16</inkml:trace>
  <inkml:trace contextRef="#ctx0" brushRef="#br0" timeOffset="165389.41">11094 9101 1670 0,'0'0'398'0,"0"0"-233"16,0 0 151-16,0 0-85 15,-109 119-91-15,55-69-21 16,0-1-27-16,6-5-53 16,7-8-27-16,12-9-12 15,12-5-4-15,3-8-58 16,5-14-62-16,5 0-239 16,2-4-413-16</inkml:trace>
  <inkml:trace contextRef="#ctx0" brushRef="#br0" timeOffset="165563.21">10780 9230 1560 0,'0'0'390'15,"0"0"-127"-15,0 0 93 16,0 0-142-16,0 0-79 16,71 106-60-16,-45-82-42 15,-1-2-25-15,2-4-8 16,9-4-65-16,-7-3-141 15,-5-8-548-15</inkml:trace>
  <inkml:trace contextRef="#ctx0" brushRef="#br0" timeOffset="165936.42">11241 9136 147 0,'0'0'1492'0,"0"0"-1349"15,0 0-46-15,136-35 8 16,-87 33-27-16,-6 2-40 0,-14 0-22 16,-16 16-15-16,-13 9-1 15,0 3 67-15,-18 4 107 16,-11 0-30-16,-4 2-64 15,-1 0-13-15,6 0-15 16,3 2 14-16,7-4-11 16,11 1-19-16,7-8-18 15,0-4-6-15,7-8 7 16,17-4-4-16,5-6 6 16,5-3-10-16,-1 0-11 15,0 0-5-15,-1-7-68 16,1-7-76-16,-8 0-178 15,-5 0-428-15</inkml:trace>
  <inkml:trace contextRef="#ctx0" brushRef="#br0" timeOffset="166171.99">11930 9064 1886 0,'0'0'367'16,"0"0"-285"-16,0 0 111 16,0 0 2-16,0 105-79 15,0-54-19-15,0 1-29 0,-9 0-28 16,2-6-21 0,0-5-19-16,1-9-36 0,-5-15-104 15,2-6-479-15,4-10-1141 16</inkml:trace>
  <inkml:trace contextRef="#ctx0" brushRef="#br0" timeOffset="167461.01">12015 9261 940 0,'0'0'133'16,"0"0"-65"-16,0 0 78 15,0 0 47-15,0 0 1 16,0 0-16-16,0 0-48 16,13-7 94-16,-40 25-4 15,-9 3-117-15,-8 5-66 16,-7 6-37-16,-9 5-8 15,-1 6-207-15,3 7-59 16,18-8-233-16,20-16-995 0</inkml:trace>
  <inkml:trace contextRef="#ctx0" brushRef="#br0" timeOffset="167769.45">12619 9118 1721 0,'0'0'479'0,"0"0"-420"0,0 0 136 16,-12 108-52-16,1-53-88 15,-1-2-32-15,-5-2-23 16,-9 4-50-16,3-14-242 16,1-11-621-16</inkml:trace>
  <inkml:trace contextRef="#ctx0" brushRef="#br0" timeOffset="167919.57">12320 9593 876 0,'0'0'1177'15,"0"0"-851"-15,0 0-89 16,0 0-129-16,0 0-55 16,169-3-30-16,-107 3-23 0,23 0-16 15,-20 0-493-15,-11-3-1216 0</inkml:trace>
  <inkml:trace contextRef="#ctx0" brushRef="#br0" timeOffset="170240.12">8361 8739 880 0,'0'0'859'16,"0"0"-756"-16,0 0 8 15,0 0 30-15,-118 110-22 16,60-52-29-16,-14 11-20 0,-32 20 11 15,1-4-3 1,-4 3-44-16,0 0-21 0,27-17-13 16,-13 22-71-16,23-22-279 15,19-22-763-15</inkml:trace>
  <inkml:trace contextRef="#ctx0" brushRef="#br0" timeOffset="170675.57">7482 7086 1207 0,'0'0'302'16,"0"0"-208"-16,-204 145 5 16,55-36-55-16,-53 43-28 15,-27 20-16-15,49-32-138 16,26-21-604-16</inkml:trace>
  <inkml:trace contextRef="#ctx0" brushRef="#br0" timeOffset="172446.16">6471 6557 1033 0,'0'0'246'0,"0"0"90"16,0 0-28-16,0 0-107 0,0 0-51 15,0 0-28-15,105-71-24 16,-67 59-23-16,-3 0-20 16,-4 4-28-16,-6 3-13 15,-3 5-9-15,-6 0-5 16,-6 0-6-16,0 13 5 15,-6 6 1-15,1-1-2 16,-5 0 2-16,2-1 0 16,-2 2 1-16,0-3-1 15,0 2 0-15,-5-1-7 16,-8 6-21-16,-5 0 15 16,-4 2 13-16,0 3-1 15,0-2 1-15,-1-1 1 16,8-5 0-16,1-5 1 15,5-4-1-15,7-6-1 0,0 0 0 16,2-3 0-16,0 0 0 16,0-1-2-16,0 4 1 15,0-1 0-15,0 0 1 16,2 0 0-16,18-2-1 16,11-2 1-16,10 0 1 15,5 0 6-15,3-2-6 16,-7 2-1-16,-8 5-15 15,-12 16-285-15,-15 1-345 0</inkml:trace>
  <inkml:trace contextRef="#ctx0" brushRef="#br0" timeOffset="173581.56">10142 7024 1400 0,'0'0'206'0,"0"0"-82"15,-174 68 31-15,41 3-92 16,-48 33-32-16,-22 20-18 15,11 1-13-15,54-33-4 16,56-30-534-16</inkml:trace>
  <inkml:trace contextRef="#ctx0" brushRef="#br0" timeOffset="174099.93">9478 9182 1463 0,'0'0'254'15,"0"0"-177"-15,0 0 72 0,0 0-77 16,-158 46-28-16,60 14 43 15,-52 24-31-15,-49 18-27 16,-10 2-29-16,46-31-51 16,47-25-507-16</inkml:trace>
  <inkml:trace contextRef="#ctx0" brushRef="#br0" timeOffset="175480.83">9525 6334 1132 0,'0'0'228'16,"0"0"-9"-16,0 0-47 16,0 0-83-16,0 0-65 15,0 0-17-15,0 0 28 16,-16 34 43-16,7-13-2 15,-2-1-38-15,0 1-20 16,-2-1-9-16,3 1 2 16,1-4-5-16,3-2-6 15,6-3 0-15,0-4-1 0,0-2 1 16,4-3 0 0,17-3 9-16,3 0 76 0,5 0-30 15,-3 0-33-15,1 0-22 16,-4 0-12-16,-1 0-53 15,-4 0 8-15,0 0 23 16,-3 0-15-16,3 0-106 16,-5-1-110-16,-1-3-333 0</inkml:trace>
  <inkml:trace contextRef="#ctx0" brushRef="#br0" timeOffset="176794.54">9587 6374 453 0,'0'0'176'0,"0"0"32"15,0 0 42-15,0 0-58 16,0 0-66-16,0 0-55 16,0 0-18-16,67-21-18 15,-58 21-18-15,0 0 9 16,0 0-26-16,2 1 13 15,3 8 12-15,-2-4-13 16,5 4-1-16,-2-2-3 16,1 4-7-16,-5 1 1 0,-3-1-1 15,-6 3-1-15,-2 4-6 16,0 1 5-16,0 0 1 16,0 0 6-16,-4 1-5 15,-5-4 1-15,-1 0-2 16,-2 0 2-16,-1-1-1 15,-1 2 6-15,-1 0-6 16,-1 0-1-16,-2 1-9 16,0 0 9-16,1-1 1 15,3-2 0-15,3-3 0 16,0 2 0-16,0-2 1 16,-2 5-1-16,-5-2 7 15,-5 6-8-15,-2 1-8 16,2-2 7-16,0-4-8 0,3-4 9 15,9-4 1-15,2-4 10 16,7-3-2-16,2 2 10 16,0-3 0-16,0 0-9 15,-3 0 15-15,3 0-12 16,0 0 3-16,0 0-16 16,0-6-10-16,10-4 5 15,5 1 5-15,1 2 10 16,-3 5 9-16,3 2 7 15,-3 0-26-15,3 4 2 16,-1 10 15-16,5 2-4 16,1-4-11-16,5-3 5 15,3-7-1-15,7-2-6 0,4 0-2 16,2-9 1-16,-1-8-7 16,-8 6-1-16,0-5-84 15,-10 4-217-15,-8 2-784 0</inkml:trace>
  <inkml:trace contextRef="#ctx0" brushRef="#br0" timeOffset="178011.52">12898 7333 1243 0,'0'0'283'0,"0"0"-105"16,0 0-70-16,0 0-73 16,-179 62-16-16,50 8-17 15,-52 30 6-15,-17 12-8 16,39-25-93-16,41-18-746 0</inkml:trace>
  <inkml:trace contextRef="#ctx0" brushRef="#br0" timeOffset="178762.87">11778 8863 950 0,'0'0'256'0,"0"0"-92"15,0 0-9-15,0 0-95 16,0 0 54-16,0 0 40 16,-129 143-8-16,36-64-9 15,-44 25-72-15,-37 23-65 16,23-18-1-16,26-23-527 0</inkml:trace>
  <inkml:trace contextRef="#ctx0" brushRef="#br0" timeOffset="181185.59">12231 6354 586 0,'0'0'104'16,"0"0"22"-16,0 0 128 0,0 0-25 15,0 0-13-15,0 0-12 16,0 0-14-16,-20-26-7 16,20 24-32-16,0-2-20 15,9-2-36-15,11-3-72 16,9-2 5-16,4-1-9 16,0 3 11-16,-2 2-24 15,-6 5-6-15,-7 2-1 16,-2 0-11-16,-7 0 11 15,-2 4-15-15,-5 8-4 0,-2 4-1 16,0 5-19-16,-23-2 31 16,-2 3 9-16,2 0 0 15,0-1-5-15,5-6-66 16,5-1-10-16,9-5-3 16,4-1 23-16,0-4 26 15,4 0 13-15,15 0-8 16,8 0 23-16,4 3 7 15,3 6 0-15,-5 5-1 16,-2 4-8-16,-9 6-10 16,-12 4-12-16,-6 0 19 15,0 0 11-15,-8-2-4 16,-17-6 5-16,-6-2 34 16,0-5 24-16,0-7-23 15,2-8-17-15,2-2-18 0,0 0-22 16,7-7-237-1,4 0-951-15</inkml:trace>
  <inkml:trace contextRef="#ctx0" brushRef="#br0" timeOffset="182566.73">10811 9096 1182 0,'0'0'302'0,"0"0"-150"16,0 0 40-16,0 0-96 16,0 0-78-16,0 0-4 0,0 0-14 15,-71 10 27-15,19 22 47 16,-12 6 9-16,-15 8-51 16,-7 6-14-16,-11 4-11 15,0 2-5-15,-1 0-2 16,-23 19-62-16,28-15-274 15,12-11-408-15</inkml:trace>
  <inkml:trace contextRef="#ctx0" brushRef="#br0" timeOffset="183271.18">13087 6157 912 0,'0'0'255'0,"0"0"-167"16,0 0 93-16,-148 37-75 16,82-9-34-16,-32 11-26 15,-41 22 10-15,-50 20-23 16,-27 9-11-16,-2 4-22 16,54-24-34-16,51-19-598 0</inkml:trace>
  <inkml:trace contextRef="#ctx0" brushRef="#br0" timeOffset="195976.43">13887 7764 1290 0,'0'0'530'0,"0"0"-244"15,0 0-5-15,0 0-119 16,116-15-88-16,-69 8-38 15,1 0-9-15,0-2-11 16,-4 3-16-16,1 6-21 0,-10 0-278 16,-10 0-576-16</inkml:trace>
  <inkml:trace contextRef="#ctx0" brushRef="#br0" timeOffset="196126.55">14092 7939 1837 0,'0'0'315'0,"0"0"-81"16,0 0-117-16,125 0-77 15,-24-3-40-15,-14 3-137 16,-5-1-380-16</inkml:trace>
  <inkml:trace contextRef="#ctx0" brushRef="#br0" timeOffset="196666.24">15008 7461 1850 0,'0'0'334'16,"0"0"-56"-16,0 0-137 0,126-40-75 15,-64 39-26-15,0 1-10 16,-9 0-17-16,-12 13-13 16,-19 11 0-16,-17 7-1 15,-5 2-7-15,-25 3-1 16,-20 1 9-16,-3-3 14 15,-2-6-4-15,10-4-8 16,11-6-2-16,9-8-8 16,13-4-22-16,7-5 9 15,0-1 10-15,11 0-46 16,16 0 57-16,4 0 0 0,3 11 12 16,-3 3 7-1,0 10-10-15,-6 5-8 0,-7 0 1 16,-12 5 5-16,-6-2-6 15,-2-2 30-15,-25-3 57 16,-8-5 9-16,-8-4 2 16,-3-4-28-16,1-6-39 15,9-7-19-15,15-1-13 16,9 0-4-16,12-2-41 16,2-14-93-16,56-9-224 15,-2 0-365-15,2 6-577 0</inkml:trace>
  <inkml:trace contextRef="#ctx0" brushRef="#br0" timeOffset="197079.57">16158 7513 1505 0,'0'0'296'16,"0"0"-85"-16,0 0 144 16,0 0-147-16,-129-28-80 15,90 50-33-15,-4 17-8 16,1 9-3-16,2 8-12 16,9 4-11-16,8 0-18 15,17-3-11-15,6-6-23 16,10-6-9-16,26-11-1 15,11-10 0-15,9-11 1 0,-1-10-40 16,-6-3-29-16,-9 0 17 16,-13-4 35-16,-11-10 17 15,-9 0 12-15,-7-4 8 16,0-1 5-16,-13-1 5 16,-12 0-18-16,-4 4-12 15,-4 7 0-15,-4 4-40 16,6 5-45-16,5 0-66 15,23 19-171-15,3-1-179 16,3-2-470-16</inkml:trace>
  <inkml:trace contextRef="#ctx0" brushRef="#br0" timeOffset="197380.54">16950 7618 1691 0,'0'0'393'0,"0"0"-155"16,0 0 38-16,-165 76-113 0,101-30-62 15,1 4-31-15,7-4-32 16,11-5-23-16,14-10-15 16,14-7-9-16,12-7-48 15,5-17-82-15,9 0-338 16,6 0-382-16</inkml:trace>
  <inkml:trace contextRef="#ctx0" brushRef="#br0" timeOffset="197552.18">16716 7668 1964 0,'0'0'535'15,"0"0"-367"-15,0 0 82 16,0 0-84-16,31 132-103 16,-18-86-37-16,3-2-26 0,2-6-49 15,15 1-66-15,-2-13-186 16,0-12-773-16</inkml:trace>
  <inkml:trace contextRef="#ctx0" brushRef="#br0" timeOffset="197875.43">17148 7510 1607 0,'0'0'327'16,"0"0"64"-16,0 0-161 15,0 0-103-15,156-35-27 16,-100 34 15-16,-6 1-36 16,-13 1-32-16,-10 23-22 15,-12 10-19-15,-10 15 0 16,-5 11 0-16,0 6-5 15,-5 1 7-15,-8-2 4 16,4-6-12-16,2-13 0 16,7-10-22-16,0-10-34 15,0-10-77-15,5-7-231 16,6-9-421-16</inkml:trace>
  <inkml:trace contextRef="#ctx0" brushRef="#br0" timeOffset="198079.66">17153 7863 1726 0,'0'0'470'0,"0"0"-229"15,0 0-80-15,160-13-115 16,-82 2-46-16,3 2 0 15,1-1-128-15,-22 4-101 16,-15 4-350-16</inkml:trace>
  <inkml:trace contextRef="#ctx0" brushRef="#br0" timeOffset="198348.94">18083 7615 1437 0,'0'0'566'0,"0"0"-312"0,0 0 3 16,0 0-150-16,133-9-62 15,-86 9-26-15,-7 0-19 16,-4 0-57-16,-14 0-320 16,-9 0-608-16</inkml:trace>
  <inkml:trace contextRef="#ctx0" brushRef="#br0" timeOffset="198497.86">18035 7853 1458 0,'0'0'221'0,"0"0"97"16,0 0 40-16,0 0-145 0,117 10-134 16,-55-10-71-16,25 0-8 15,-18-7-300-15,-15 0-1083 0</inkml:trace>
  <inkml:trace contextRef="#ctx0" brushRef="#br0" timeOffset="207407.96">19105 7270 1280 0,'0'0'325'0,"0"0"-37"16,0 0 13-16,0 0-144 15,0 0-82-15,0 0-42 16,85-14-2-16,-52 14 3 16,-4 0-10-16,-6 11-5 15,-10 13 8-15,-11 10 9 16,-2 8 24-16,-4 6-19 15,-20 7-18-15,-10-1-8 16,-4 0-6-16,-4-1-2 16,-1-6 0-16,1-3-5 15,5-8 7-15,5-8-3 16,10-7-6-16,9-12 9 16,5-5 13-16,8-4 35 0,0 0 16 15,0 0 2-15,3-1-50 16,17-6-13-16,7-1 3 15,6 2 8-15,3 3 2 16,-3 1 4-16,-4-1-16 16,-4 3-7-16,-5 0-5 15,-3 0-1-15,6 0-12 16,0 0-30-16,3 0-52 16,23-2-68-16,-8-4-338 15,-2-2-580-15</inkml:trace>
  <inkml:trace contextRef="#ctx0" brushRef="#br0" timeOffset="207985.61">19808 7337 1335 0,'0'0'308'0,"0"0"-49"15,0 0-97 1,0 0-88-16,138-29-52 0,-103 26-12 16,-6 0-4-16,-10 0 3 15,-15 3-9-15,-4 0 7 16,-14 0 54-16,-19 0-27 15,-5 0-15-15,-4 8-17 16,1 6 7-16,4 0-9 16,8 4 1-16,4-2 9 15,8 1-4-15,5-4-4 16,3 1 16-16,7 0 16 16,2 0 3-16,0-2-2 15,18 2 11-15,6 2-5 16,5 0-6-16,5 1-8 15,2-1-11-15,-1 0-10 16,-1 1 5-16,-7 1-11 16,-7 3 0-16,-7-1-10 0,-9 1 8 15,-4 0 2-15,0-1 27 16,-6 0 5-16,-10-2 3 16,-6-2 4-16,-3-4-6 15,-6 0 4-15,-2-4-14 16,-3-2 2-16,5-2-10 15,7-2-15-15,3-2 1 16,10 0-1-16,4 0-32 16,7 0-134-16,5 0-342 15,12 0-627-15</inkml:trace>
  <inkml:trace contextRef="#ctx0" brushRef="#br0" timeOffset="208721.12">20382 7340 1505 0,'0'0'356'16,"0"0"-79"-16,0 0-87 16,0 0-120-16,0 0-37 15,0 0 16-15,126-27-9 16,-100 27 1-16,-1 0-9 16,-5 12-14-16,-7 3-5 0,-8 8-7 15,-5 5-5 1,0 6 0-16,-16 5 13 0,-11 4-1 15,-4 3 5-15,-2 3 9 16,-3-6 21-16,1-2 13 16,4-7-9-16,2-5-9 15,6-10-20-15,5-6-13 16,7-8 2-16,5-5-10 16,4 0 7-16,2 0 3 15,0-12-12-15,0-4-18 16,0 0-6-16,0-2 24 15,6 2 6-15,3 2 9 16,2 9-4-16,4 2-11 16,6 3-5-16,4 3 5 15,6 11 6-15,2 7-5 0,5-1 5 16,-3-3-4-16,-4-4-1 16,-4-5 0-16,0-6 0 15,-2-2 0-15,0 0-1 16,3-3-11-16,-2-12-14 15,-1-2-25-15,-2 4-44 16,-1-5-64-16,-7 3-155 16,-6 2-398-16</inkml:trace>
  <inkml:trace contextRef="#ctx0" brushRef="#br0" timeOffset="-161918.66">3078 11325 1512 0,'0'0'201'0,"0"0"46"16,0 0 26-16,0 0-140 15,0 0-45-15,0 0 14 16,0 0-26-16,-65-18-22 15,23 16-18-15,-18 2-21 16,-9 0-3-16,-9 10-6 16,-1 10-5-16,6 10 1 15,8 10 3-15,10 9-5 16,15 11 0-16,13 4 0 16,20 0 0-16,7-3-7 15,18-11-4-15,25-12 11 16,9-13-1-16,9-12 1 0,28-13-49 15,-13-17-177-15,-11-8-558 16</inkml:trace>
  <inkml:trace contextRef="#ctx0" brushRef="#br0" timeOffset="-161648.16">3027 10814 172 0,'0'0'1487'16,"0"0"-1088"-16,0 0 62 16,0 0-266-16,0 0-99 15,0 0 31-15,40 143-6 16,-40-53 3-16,-11 6-13 16,-5-13-29-16,5 5-53 0,7-12-16 15,4-12-11-15,0-12-1 16,0-12-1-16,11-8-31 15,2-9-57-15,3-11-57 16,19-12-83-16,-2 0-331 16,1-15-877-16</inkml:trace>
  <inkml:trace contextRef="#ctx0" brushRef="#br0" timeOffset="-161274.54">3505 11260 1850 0,'0'0'236'0,"0"0"2"15,0 0-41-15,-95 101-82 16,71-48 3-16,10 5-26 16,12 2-31-16,2-2-20 15,25-4-28-15,17-8-2 16,14-7-1-16,4-12-4 15,6-10-5-15,4-15 4 16,-3-2-5-16,-9-12-21 16,-12-16 21-16,-10-9 0 15,-14-5 10-15,-11-4 10 16,-6-2 33-16,-5 0 42 0,0-1-32 16,-11 7-27-16,-12 5-17 15,-10 6-19-15,-7 11 0 16,-4 10-8-16,-1 10-4 15,7 0 0-15,15 5-60 16,23 8-68-16,29-1-155 16,13-7-552-16</inkml:trace>
  <inkml:trace contextRef="#ctx0" brushRef="#br0" timeOffset="-160958.9">4514 11171 1543 0,'0'0'251'0,"0"0"-175"0,0 0 22 15,0 0-67-15,0 0-31 16,-41 118 26-16,72-84-8 16,4 4-1-16,-4 5 27 15,-5-1 58-15,-6 2 25 16,-6 0-27-16,-10-2-44 15,-4-5-11-15,0-8 7 16,-14-3 24-16,-17-5 37 16,-9-3-4-16,-5-4-34 15,-3-6-21-15,5-2-30 16,9-6-15-16,13 0-9 16,11 0-17-16,15-14-73 15,19-2-200-15,8-3-616 0</inkml:trace>
  <inkml:trace contextRef="#ctx0" brushRef="#br0" timeOffset="-160553.54">5876 11478 1551 0,'0'0'257'16,"0"0"35"-16,127-22-49 15,-73 8-149 1,-4 2-60-16,-7 0-21 0,-12 1-5 16,-16 2 2-16,-15-1 20 15,0 0 4-15,-13 0-10 16,-13 2 7-16,-6 3 23 15,1 4-11-15,-2 1-9 16,0 6-16-16,-2 20-8 16,0 10-2-16,1 7 10 15,8 10 43-15,8 1 0 16,14-4-23-16,4-4-14 16,22-9 6-16,18-12-11 0,13-8-6 15,5-13-2 1,2-4-11-16,23-16-55 0,-16-11-146 15,-9-2-469-15</inkml:trace>
  <inkml:trace contextRef="#ctx0" brushRef="#br0" timeOffset="-160311.77">7193 11304 1476 0,'0'0'720'0,"0"0"-507"16,0 0 55-16,0 0-185 0,0 0-34 16,0 0 66-1,-156 130-19-15,105-79-6 0,2-2-35 16,2-5-29-16,9-7-17 16,7-4-8-16,6-10-1 15,5-10-51-15,9-13-94 16,5-8-161-16,3-16-691 0</inkml:trace>
  <inkml:trace contextRef="#ctx0" brushRef="#br0" timeOffset="-160145.81">6792 11337 1670 0,'0'0'478'16,"0"0"-249"-16,0 0 24 15,0 0-11-15,58 117-36 16,-41-67-73-16,4 1-70 0,-4 0-43 15,3-5-20-15,-1-5-36 16,12-4-102-16,-4-11-95 16,-4-11-633-16</inkml:trace>
  <inkml:trace contextRef="#ctx0" brushRef="#br0" timeOffset="-159921.78">7394 11392 1711 0,'0'0'611'0,"0"0"-455"0,0 0 38 15,0 0-8 1,9 158-63-16,1-80-38 0,-3 6-33 16,-4-3-31-16,-3-7-16 15,0-11-5-15,0-17-59 16,0-14-51-16,2-25-87 15,0-7-526-15,3-2-542 0</inkml:trace>
  <inkml:trace contextRef="#ctx0" brushRef="#br0" timeOffset="-159637.1">7401 11517 977 0,'0'0'372'0,"0"0"-120"0,0 0-94 16,104-134-65-1,-50 111 3-15,-1 13 119 0,1 7-15 16,-8 3-56-16,-8 14-44 16,-13 18-42-16,-11 11-5 15,-14 6 0-15,-4 4-3 16,-27 1 20-16,-11-6 4 16,-4-6-10-16,-3-6-4 15,1-7-9-15,9-11-27 16,7-7-14-16,10-7-9 15,11-4-1-15,7 0-31 16,4 0-44-16,0-12-42 16,35-17-77-16,3 0-334 15,3-1-709-15</inkml:trace>
  <inkml:trace contextRef="#ctx0" brushRef="#br0" timeOffset="-159104.22">8011 11451 1416 0,'0'0'318'0,"0"0"-111"16,0 0 28-16,0 0-118 15,114-35-33-15,-81 26 45 16,-6 2-26-16,-5-1-33 0,-6-1-3 15,-3-2-15 1,-3-1-25-16,-6-2-15 0,-4 0-4 16,0 1-7-16,-10 5 48 15,-14 4-19-15,-9 4-7 16,-3 0-14-16,2 14-9 16,3 16 2-16,4 9-2 15,10 7 1-15,11 6 7 16,6 0-8-16,0 0 1 15,23-8-1-15,14-9 9 16,9-10-3-16,3-9 2 16,4-10-8-16,-1-6-19 15,-5 0-75-15,-5-6-172 16,0-13-510-16,-8-2-124 0,-12 3 133 16,-4 2 767-16,-16 8 380 15,0 0 262-15,-2-4-257 16,3-2 12-16,-1-4-44 15,0-5-118-15,0 0-41 16,2-3-54-16,2-4-68 16,2-2-44-16,3-2-19 15,5 0-9-15,1 4-27 16,10-2-66-16,-2 10-214 16,-2 5-896-16</inkml:trace>
  <inkml:trace contextRef="#ctx0" brushRef="#br0" timeOffset="-158984.61">8827 11434 380 0,'0'0'1042'0,"0"0"-712"0,0 0 67 16,0 109-218-16,0-80-112 15,0-7-40-15,11-2-27 16,3-6-217-16,3-9-376 0</inkml:trace>
  <inkml:trace contextRef="#ctx0" brushRef="#br0" timeOffset="-158181.25">9027 11436 1407 0,'0'0'361'0,"0"0"-101"16,0 0 211-16,0 0-303 15,16 124-55 1,-5-100-65-16,1-7-28 0,-6-5-19 15,-1-4-1-15,-5-5-27 16,0-3-12-16,0 0 26 16,0 0 13-16,0 0 7 15,0 0 2-15,0 0-2 16,0 0-7-16,0-2-4 16,0 1-117-16,-3-5-83 15,1 4-30-15,0-3 135 16,2 3 81-16,-2-3 18 15,2 5 65-15,0-5 105 0,0 1-2 16,0-4-39-16,0 0-65 16,2-4-32-16,5-2 15 15,-5-2-5-15,0 0-9 16,0 0 15-16,-2-1 0 16,0 6 3-16,0 2-2 15,0 8-33-15,2 1-16 16,0 0-16-16,4 18 0 15,-4 10 15-15,2 5-11 16,-2 4 12-16,3-3 9 16,-3-4 7-16,0-7-10 15,0-10 0-15,0-7-5 16,0-6 7-16,-2 0 7 16,3-14 9-16,2-14-17 15,1-10-1-15,5-10-6 0,10-6 0 16,3 4-9-16,7 6-4 15,3 12-14-15,3 18-15 16,-1 14 8-16,-3 9 20 16,-6 28-1-16,-4 9 6 15,-13 6-1-15,-5 0 8 16,-5-6-5-16,0-5 7 16,0-15 1-16,0-9 0 15,-5-13 5-15,1-4 5 16,2-15 8-16,2-22-8 15,0-11-10-15,11-10-2 16,18-4 1-16,4 2-10 16,6 10-8-16,-4 16-5 0,1 15 1 15,-5 19 8 1,-4 4 7-16,-9 28-2 0,-7 14 3 16,-5 9 6-16,1 3 13 15,2 2-7-15,9-4-6 16,29 4-6-16,-3-13-316 15,3-18-1092-15</inkml:trace>
  <inkml:trace contextRef="#ctx0" brushRef="#br0" timeOffset="-157543.68">9864 11514 2155 0,'0'0'332'15,"0"0"-172"-15,0 0-23 16,158-38-92-16,-78 26-25 16,-7-1-8-16,-15-1-3 15,-20 0-3-15,-26-2-6 16,-12 1-3-16,-12-1 2 16,-23 4 1-16,-7 3 0 15,-6 9 8-15,4 0-7 16,1 24-1-16,8 16 0 15,8 12 7-15,12 6 26 16,15-1 12-16,0-1-3 16,33-8-21-16,17-12-11 15,4-14-10-15,9-16 0 0,-5-6-60 16,-2-19-35-16,-9-22-34 16,-9-11-133-16,-7-8-5 15,-11 0 123-15,-9 9 144 16,-4 12 87-16,-7 14 81 15,0 19-22-15,0 6-45 16,2 25-86-16,0 20 23 16,7 14 19-16,4 9-15 15,10 5 16-15,6-7 76 16,0-12-63-16,-4-19-52 16,-10-15-19-16,-7-20-7 15,-2-12 7-15,-6-31-20 16,0-18-8-16,0-10 13 0,0-8 15 15,0 1 15-15,8 10 62 16,7 12-24-16,8 15-18 16,2 19-17-16,2 17 1 15,2 5-2-15,0 22-11 16,-2 19 4-16,-4 9 10 16,-5 5 14-16,-5 1-4 15,-3-6-19-15,-6-8-11 16,-2-8 0-16,1-12-17 15,1-14-103-15,0-8-122 16,6 0-586-16</inkml:trace>
  <inkml:trace contextRef="#ctx0" brushRef="#br0" timeOffset="-157331.72">11134 11071 1994 0,'0'0'195'15,"0"0"8"-15,0 0-2 16,0 0-90-16,94 144 18 16,-67-58 8-16,-10 11-17 15,-7 2-38-15,-10-20-43 16,0 4-25-16,0-13-14 16,0-19-20-16,-14-20-106 15,-1-17-187-15,-1-14-732 0</inkml:trace>
  <inkml:trace contextRef="#ctx0" brushRef="#br0" timeOffset="-156957.92">10962 11526 2201 0,'0'0'510'16,"0"0"-331"-16,0 0-27 15,172-29-100-15,-63 17-33 16,32-5-11-16,-12-1-8 15,-22 0-19-15,-31 0-146 16,-43 2-51-16,-11 1-86 16,-8 5 197-16,-14 6 105 15,-3 4 35-15,-20 9 29 16,-4 20-3-16,0 12 37 0,4 8-10 16,12 4 4-16,11-2 5 15,3-2-34-15,32-6-6 16,15-15-11-16,12-12-7 15,2-16 4-15,1 0-22 16,-9-20-4-16,-16-15-4 16,-14-3-1-16,-15-5-12 15,-11 2 20-15,-8 3-1 16,-26 4 5-16,-3 6-24 16,1 7 0-16,14 0-87 15,8 7-94-15,14-2-312 0</inkml:trace>
  <inkml:trace contextRef="#ctx0" brushRef="#br0" timeOffset="-156716.79">12401 11189 2220 0,'0'0'252'0,"0"0"-181"16,0 0-22-16,0 0 17 15,-18 122-23-15,24-61 15 16,17 6 12-16,-1 4 27 16,-2-1-8-16,-2-6-18 15,-10-8-44-15,-5-5-15 16,-3-9-12-16,0-9-27 16,-51 1-101-16,4-9-353 0,-5-9-1163 0</inkml:trace>
  <inkml:trace contextRef="#ctx0" brushRef="#br0" timeOffset="-108794.5">6959 12773 967 0,'0'0'563'0,"0"0"-448"16,0 0 158-16,0 0-67 16,0 0-109-16,0 0-19 15,-20 0 50-15,18 0 5 16,-1 0 3-16,-1 0-8 15,-1 0-22-15,3 0-28 16,-4 0-21-16,-1 6-33 16,-5 6-14-16,2 6-4 15,-6 6-4-15,-2 8 5 16,2 12-6-16,1 9 7 16,1 14 2-16,6 5 4 0,3 3 2 15,5 3-1-15,0-7-3 16,11-7-4-16,12-8 1 15,-1-10 1-15,5-8-9 16,-3-6 8-16,-2-1-3 16,1-8-4-16,-6 2-1 15,-3-7 7-15,-3-3-7 16,-5-2 12-16,0-5 11 16,-4-2 2-16,0-2-11 15,-2 0-5-15,2-3-9 16,-2 2-1-16,4-3 0 15,12 0-48-15,0 0-102 0,-3-4-214 16</inkml:trace>
  <inkml:trace contextRef="#ctx0" brushRef="#br0" timeOffset="-105850.89">7494 13036 1311 0,'0'0'259'0,"0"0"-115"16,0 0 97-16,0 0-88 16,0 0-75-16,0 0-28 15,0 0-13-15,13-102-7 0,-9 81-2 16,2 4 24-16,-4 0 7 16,-2 7 3-16,0 3 31 15,0 3-8-15,0 4-27 16,0 0-28-16,0 0-30 15,0 0 0-15,0 11-2 16,6 10 1-16,3 9 1 16,-3 6 1-16,4 4 5 15,-4 7-5-15,1 0 0 16,-3 3 1-16,4 1 0 16,-6-3-1-16,2-4 0 15,-4-4-1-15,2-8 1 0,-2-6-1 16,0-6-2-16,0-8-14 15,0-2 0-15,0-3-14 16,0 0-6-16,0-1-7 16,-8-2-8-16,-4 2-28 15,1-2-56-15,-3 1-58 16,1-2-20-16,2 3-58 16,0 2 48-16,-2 1 167 15,1-1 56-15,-3 1 19 16,-3 3 88-16,-2-2 8 15,4-3-13-15,3 2-45 16,4-3-19-16,9-1-17 16,0-5-15-16,7 0 13 0,19 0 58 15,13 0-35-15,7-5-15 16,20-3-27-16,-10 1-21 16,-8 2-468-16</inkml:trace>
  <inkml:trace contextRef="#ctx0" brushRef="#br0" timeOffset="-104190.54">7632 14337 1525 0,'0'0'716'0,"0"0"-546"15,0 0 108-15,0 0-117 16,0 0-97-16,0 0-44 16,0 0-20-16,-15-9-24 15,12 9-79-15,-10 27-71 16,0-5-328-16,0 5-362 0</inkml:trace>
  <inkml:trace contextRef="#ctx0" brushRef="#br0" timeOffset="-104042.1">7501 14749 1609 0,'0'0'296'0,"0"0"-136"15,0 0 76-15,0 0-118 16,0 0-98-16,0 0-20 15,0 0-236-15,-11 26-248 16,11-13-586-16</inkml:trace>
  <inkml:trace contextRef="#ctx0" brushRef="#br0" timeOffset="-103904.9">7538 15109 1215 0,'0'0'216'0,"0"0"-35"0,0 0 42 15,0 0-128-15,0 0-95 16,0 0-50-16,0 0-441 0</inkml:trace>
  <inkml:trace contextRef="#ctx0" brushRef="#br0" timeOffset="-103755.65">7511 15727 214 0,'0'0'1325'0,"0"0"-1260"16,0 0-59-16,0 0-6 15,0 0-380-15</inkml:trace>
  <inkml:trace contextRef="#ctx0" brushRef="#br0" timeOffset="-103170.64">7004 16022 1283 0,'0'0'282'16,"0"0"-186"-16,0 0 24 15,0 0-15-15,0 0-48 16,0 0-29-16,0 0 6 16,-34 30 92-16,23 10 16 15,-4 13 3-15,-2 14-10 16,2 9-35-16,1 1-32 16,6-1-30-16,4 0-22 15,4-14-7-15,0-4-8 16,22-18-1-16,11-8-70 15,38-18-140-15,-4-6-70 0,-5-8-237 0</inkml:trace>
  <inkml:trace contextRef="#ctx0" brushRef="#br0" timeOffset="-102517.78">7405 16353 1348 0,'0'0'247'16,"0"0"-170"-16,0 0 125 16,-4 124-34-16,4-76-50 15,-3 2 3-15,1-1-10 16,-3-8-28-16,-2-7-17 15,3-10-20-15,0-3-24 16,4-12-6-16,0-9-4 16,0 0 6-16,0 0 57 15,0-22 17-15,4-10-62 16,5-4-13-16,0-8-10 16,0-4-6-16,4 2 8 15,1 6-9-15,1 2-21 16,1 10 2-16,-1 13 8 0,3 15 0 15,1 0 11-15,-4 19 0 16,3 17-4-16,-5 8 4 16,-5 0 9-16,0 2-9 15,-6-10 6-15,0-6-5 16,-2-7-1-16,0-10 1 16,0-9 0-16,0-4 1 15,0 0 16-15,0-13 6 16,0-17-13-16,0-11-5 15,2-8-6-15,7 0 0 16,7-1-12-16,4 2-9 16,4 4 17-16,3 8-2 15,2 8 0-15,0 10-6 16,-4 18 3-16,-6 0 3 16,0 23 5-16,-7 22-15 0,-4 5 16 15,-6 8 6-15,-2 0 0 16,0-2-5-16,0-15 7 15,0-6-7-15,0-11-1 16,2-8-46-16,9-6-124 16,1-10-337-16,-4 0-700 0</inkml:trace>
  <inkml:trace contextRef="#ctx0" brushRef="#br0" timeOffset="-79075.74">7451 13087 576 0,'0'0'97'15,"0"0"5"-15,0 0 69 16,0 0-102-16,0 0-69 16,-9 9 0-16,3 3 44 15,-3 2-20-15,-2 0 11 0,0 2 11 16,0-2 8-16,-1-1-8 16,6-3-20-16,1-5-1 15,5-3 2-15,0 0 2 16,0-2 5-16,0 0 33 15,0 0 30-15,0 0-32 16,3-7-37-16,3-4-27 16,5-1 6-16,3-2-7 15,4-4-6-15,-1 0-9 16,4-2-27-16,-4 0-12 16,-1 4-29-16,-7 2-24 15,-7 4-96-15,-2 4-49 16,0 0-275-16</inkml:trace>
  <inkml:trace contextRef="#ctx0" brushRef="#br0" timeOffset="-76785.65">9212 12867 1607 0,'0'0'340'16,"0"0"-201"-16,0 0 102 16,0 0-130-16,0 0-75 15,0 0 13-15,66 155 46 16,-56-76 6-16,-3 4 2 16,-7 1-31-16,0-3-23 15,-11-7-13-15,-11-9-21 16,-7-10-9-16,-5-9-6 15,3-9-58-15,-11-5-108 16,11-13-372-16,0-7-675 0</inkml:trace>
  <inkml:trace contextRef="#ctx0" brushRef="#br0" timeOffset="-76460.68">8125 13650 1538 0,'0'0'375'0,"0"0"-258"15,0 0 14-15,0 0 11 16,0 0-81-16,-62 129-54 16,33-76-7-16,4-9-227 15,5-11-403-15</inkml:trace>
  <inkml:trace contextRef="#ctx0" brushRef="#br0" timeOffset="-75891.79">8657 13339 791 0,'0'0'200'0,"0"0"-132"16,0 0 92-16,0 0-51 15,0 0-24-15,0 0 81 0,0 0-1 16,27-86-15-16,-25 73-17 16,1-1-37-16,-1-2-21 15,2-1-5-15,-1-5-13 16,1-2-14-16,-1-1-4 16,-1-1-2-16,0 5 2 15,0 1 2-15,-2 5 23 16,2 4-10-16,0 2-33 15,1 1-8-15,-1 2-1 16,0 2 12-16,0 4 9 16,-2 0-30-16,2 18-3 15,1 14 0-15,-3 8 6 16,2 10 0-16,-2 4-4 0,0 4-1 16,0 0 7-16,0 2-8 15,0-2 2-15,0-7-2 16,0-5-1-16,0-4-44 15,0-11-34-15,0-5-25 16,0-6-131-16,0-7-115 16,0-4-339-16,-2-5-303 0</inkml:trace>
  <inkml:trace contextRef="#ctx0" brushRef="#br0" timeOffset="-75732.84">8472 13754 1367 0,'0'0'353'0,"0"0"-251"0,0 0 40 15,0 0-56-15,154 0-86 16,-85 0-174-16,-4 0-385 0</inkml:trace>
  <inkml:trace contextRef="#ctx0" brushRef="#br0" timeOffset="-73563.63">9953 13302 1704 0,'0'0'282'16,"0"0"-266"-16,0 0-5 15,0 0-11-15,0 0-173 16,0 0-512-16,0 0-35 0</inkml:trace>
  <inkml:trace contextRef="#ctx0" brushRef="#br0" timeOffset="-73406.5">10410 13379 1838 0,'0'0'107'0,"0"0"-107"16,0 0-41-16,0 0-360 0</inkml:trace>
  <inkml:trace contextRef="#ctx0" brushRef="#br0" timeOffset="-73249.72">10942 13333 1704 0,'0'0'23'0,"0"0"-23"15,0 0-132-15,0 0-1160 0</inkml:trace>
  <inkml:trace contextRef="#ctx0" brushRef="#br0" timeOffset="-73113.81">11556 13329 785 0,'0'0'1202'15,"0"0"-1202"-15,0 0-6 0,0 0-13 16,0 0-317-16</inkml:trace>
  <inkml:trace contextRef="#ctx0" brushRef="#br0" timeOffset="-72978.57">12042 13312 1868 0,'0'0'334'0,"0"0"-241"16,0 0-75-16,0 0-18 16,0 0-474-16</inkml:trace>
  <inkml:trace contextRef="#ctx0" brushRef="#br0" timeOffset="-72563.83">13342 12867 1358 0,'0'0'775'16,"0"0"-685"-16,0 0-46 16,-99 123 115-16,52-17-24 15,9 3-47-15,10-7 9 16,12-14-14-16,16-26-47 16,0 3-13-16,26-4-15 15,19-13-8-15,46-11-61 16,-8-14-140-16,-7-10-436 0</inkml:trace>
  <inkml:trace contextRef="#ctx0" brushRef="#br0" timeOffset="-71987.32">13974 13133 1363 0,'0'0'201'0,"0"0"-132"15,22-109 136-15,-11 63-63 16,1 7-12-16,-6 9 3 16,1 9 5-16,-5 7-22 15,-2 7 11-15,0 5-9 0,0 2-43 16,0 0-55-16,0 14-19 15,0 15 6-15,0 9 12 16,0 8-7-16,0 5 0 16,7 4-9-16,2-1-2 15,2 1 5-15,3-1-5 16,-3-4 0-16,-1-4-1 16,-2-4 1-16,-2-4-1 15,-1-6-1-15,-3-4-14 16,-2-5-7-16,2-4-8 15,-2-4-6-15,0-3-25 16,0-5-51-16,0 0-38 16,-9-4-62-16,-11 3 119 0,-7-2 46 15,-2 3 32 1,-4-2 15-16,-1-1 11 0,1 1 3 16,4 0 20-16,4-2 28 15,8 1 9-15,5-3 5 16,8-1-8-16,4 2 11 15,0 0-57-15,0 0-6 16,18 1 63-16,7-1 5 16,6 0-35-16,0-1-16 15,5 1-32-15,22-2-1 16,-10 0-228-16,-1 0-464 0</inkml:trace>
  <inkml:trace contextRef="#ctx0" brushRef="#br0" timeOffset="-71776.72">14467 13605 124 0,'0'0'1742'0,"0"0"-1447"16,0 0-113-16,0 0-58 16,0 0-67-16,0 0-25 15,0 0 6-15,24 107-20 16,-24-79-1-16,-7-2-7 15,-3-6-10-15,3-1-14 16,4-10-118-16,3-3-347 16,0-6-640-16</inkml:trace>
  <inkml:trace contextRef="#ctx0" brushRef="#br0" timeOffset="-71270.27">14928 13072 1330 0,'0'0'260'16,"0"0"-179"-16,0 0 57 15,0 0-15-15,15 157-57 16,-10-95-13-16,-2-2-14 0,-3-4-19 15,0-10-6-15,0-10 3 16,0-10 2-16,0-12 7 16,0-6-10-16,0-8 1 15,0 0 35-15,0-24 3 16,4-13-39-16,1-6-14 16,-1-7 11-16,0 4-1 15,3 4-6-15,0 5 6 16,6 4 22-16,2 2-20 15,6 3-14-15,3 0-1 16,7 4 1-16,3 6 0 16,-1 6 0-16,0 6 2 15,-4 6-2-15,-2 6-1 16,-6 20 0-16,-4 9 1 16,-3 9 2-16,-5 6 20 0,-5 6-6 15,-2 0 1-15,-2-3-16 16,0 0 6-16,0-9-7 15,0-6-11-15,0-8 1 16,0-2-73-16,0-8-150 16,4-8-348-16</inkml:trace>
  <inkml:trace contextRef="#ctx0" brushRef="#br0" timeOffset="-70912.5">15742 12825 1262 0,'0'0'239'15,"0"0"-48"-15,0 0 37 16,82 111-13-16,-62-50-17 0,-11 31-36 16,-9 22-41-1,0-5-11-15,-6-10-40 0,-13-14-45 16,4-24-25-16,-5 8-78 15,-29 26-127-15,6-18-337 16,1-11-314-16</inkml:trace>
  <inkml:trace contextRef="#ctx0" brushRef="#br0" timeOffset="-65260.61">7044 14073 25 0,'0'0'1258'16,"0"0"-1098"-16,0 0-16 15,0 0-86-15,0 0-43 16,0 0-8-16,-27 46-6 16,20-23 27-16,3 12 49 15,-3 9 39-15,0 10 18 16,1 3-13-16,1 1-44 15,3 0-40-15,2-9-22 16,0-5-6-16,4-7-9 16,21-5-109-16,-2-9-158 15,-4-16-261-15</inkml:trace>
  <inkml:trace contextRef="#ctx0" brushRef="#br0" timeOffset="-64127.69">7322 14151 195 0,'0'0'926'0,"0"0"-683"16,0 0-13-16,0 0-99 0,0 0-86 15,0 0-32-15,0 0 9 16,0-6 16-16,0 3 57 16,4 2 5-16,4-6-21 15,3 2-48-15,2-2-19 16,0 4-6-16,3-3-6 16,0 3 0-16,-6 3 0 15,0 0-13-15,-6 5 5 16,-1 13 1-16,-3 3 7 15,0 2 4-15,0 3-2 16,0 2 11-16,0-1-13 16,-10 2 1-16,-1 3 5 0,-2 4-5 15,-5-3-1-15,-2 2 7 16,-2-3 7-16,-1-2-3 16,1 1 0-16,5-13-5 15,1 0-6-15,5-4 7 16,-1-5 2-16,3-2-8 15,3-2 21-15,2 0 1 16,-4-5 17-16,6 2 3 16,-2-2 8-16,1 0-3 15,3 0-2-15,-2 0-9 16,2 0 8-16,0 0-2 16,0 0 8-16,0 0-20 15,0-2-21-15,0-6-9 16,0 2 7-16,0-2 7 15,0 2-15-15,2 0 0 0,3 0-1 16,4-5 1-16,2 4-14 16,2-1 14-16,-1 2 1 15,-1 2 5-15,-3 0-5 16,2 0-1-16,1 2 0 16,-3 2 0-16,4 0 0 15,-1 0 1-15,-2 0-1 16,2 0-1-16,-4 0-5 15,1 2 5-15,2 7-5 16,-1 3 6-16,1-1 0 16,2 1 0-16,3-6 0 15,4 6 1-15,-2-7 0 16,3 2 0-16,1 3 0 0,-4-6 0 16,-1 0 8-16,-1-3-9 15,-1-1 0-15,-1 0 6 16,1 0-1-16,1-7-4 15,1-7 5-15,-3 0-5 16,-2 0-1-16,-2 0 0 16,-2 2 0-16,-1 2-105 15,-4-4-217-15,1 6-391 0</inkml:trace>
  <inkml:trace contextRef="#ctx0" brushRef="#br0" timeOffset="-63862.83">7904 14594 1181 0,'0'0'243'0,"0"0"6"16,0 0 110-16,0 0-124 15,-20 136-135-15,-27-59-91 16,3-15-9-16,-3-4-601 0</inkml:trace>
  <inkml:trace contextRef="#ctx0" brushRef="#br0" timeOffset="-61574.88">8412 14397 12 0,'0'0'1292'0,"0"0"-1114"15,0 0-38-15,0 0-13 16,0 0-72-16,0 0-37 15,47-81-7-15,-40 69-2 16,-3-5 23-16,-2 5 77 16,-2 0 45-16,0 0-8 15,0 2-72-15,0 0-34 16,0 0-9-16,0 6 8 0,0-1-4 16,0 5-15-16,0 0-8 15,0 0-12-15,3 14-9 16,3 13 9-16,1 9 6 15,0 7 6-15,-3 4-3 16,1 4-1-16,-3-1 0 16,-2-4-8-16,2-2 1 15,-2-4 0-15,2-5-1 16,0-8 0-16,0-3-5 16,4-3-76-16,-4-4-127 15,-2-2-41-15,0-6-36 16,0-1-601-16</inkml:trace>
  <inkml:trace contextRef="#ctx0" brushRef="#br0" timeOffset="-61401.7">8346 14833 1667 0,'0'0'309'0,"0"0"-213"15,0 0 82-15,0 0-61 16,0 0-114-16,0 0-3 15,145-8-201-15,-108 8-69 16,10 0-80-16,-9 0-141 16,-4 0 116-16</inkml:trace>
  <inkml:trace contextRef="#ctx0" brushRef="#br0" timeOffset="-60891.38">9016 14110 1450 0,'0'0'246'0,"0"0"-165"15,0 0 14-15,0 0 12 16,0 0-26-16,98 141 20 16,-77-76-28-16,-8-2-11 0,-8 2-4 15,-5-1-29 1,0-6-28-16,-10-6 8 0,-3-8 5 15,2-8-14-15,4-8-9 16,7-5-105-16,0-20-100 16,18-1-167-16,7-2-511 0</inkml:trace>
  <inkml:trace contextRef="#ctx0" brushRef="#br0" timeOffset="-60643.98">9701 14522 1810 0,'0'0'247'16,"0"0"-173"-16,0 0 60 15,0 0-32-15,0 0-102 16,0 0-50-16,0 0-130 16,142-6-194-16,-117 6-642 0</inkml:trace>
  <inkml:trace contextRef="#ctx0" brushRef="#br0" timeOffset="-60516.94">9978 14517 1587 0,'0'0'350'0,"0"0"-180"15,0 0 37-15,0 0-30 16,0 0-124-16,0 0-53 16,0 0-316-16,73-22-707 0</inkml:trace>
  <inkml:trace contextRef="#ctx0" brushRef="#br0" timeOffset="-60373.81">10470 14520 1154 0,'0'0'973'16,"0"0"-842"-16,0 0-87 16,0 0 20-16,0 0-64 0,0 0-303 15,0 0-187-15,106-38-340 16</inkml:trace>
  <inkml:trace contextRef="#ctx0" brushRef="#br0" timeOffset="-60245.96">10823 14494 225 0,'0'0'328'16,"0"0"70"-16,0 0 137 15,0 0-178-15,0 0-3 16,0 0-100-16,0 0-93 16,25 0-91-16,-4 0-70 15,55-12-85-15,-3 6-506 16,10-2-1002-16</inkml:trace>
  <inkml:trace contextRef="#ctx0" brushRef="#br0" timeOffset="-60109.44">11936 14561 1976 0,'0'0'365'0,"0"0"-264"15,0 0-63-15,0 0-38 16,0 0-154-16,133-120-877 0</inkml:trace>
  <inkml:trace contextRef="#ctx0" brushRef="#br0" timeOffset="-59976.04">12570 14570 2141 0,'0'0'271'0,"0"0"-201"16,0 0-70-16,0 0-181 16,0 0-1102-16</inkml:trace>
  <inkml:trace contextRef="#ctx0" brushRef="#br0" timeOffset="-59207.79">13577 14141 1121 0,'0'0'499'0,"0"0"-382"15,0 0 61-15,0 0-34 16,0 0-71-16,-62 106-25 16,55-48 11-16,7 6-25 15,0 4-18-15,0-1-9 16,13-5-5-16,8-10-2 0,3-6 0 16,20 2-127-16,-3-18-74 15,1-6-370-15</inkml:trace>
  <inkml:trace contextRef="#ctx0" brushRef="#br0" timeOffset="-58482.13">14098 14275 1033 0,'0'0'140'0,"0"0"-98"16,0 0 41-16,0 0-57 15,0 0-19-15,0 0 5 16,133-42 2-16,-116 42-13 16,-5 0-1-16,-6 2-20 15,-4 14 20-15,-2 12 14 16,0 0 50-16,0 10-16 16,-10 5 1-16,-4 1 2 15,-6 2 4-15,-2-2-17 16,-5-2 9-16,0-8 7 15,2-4-13-15,4-6-9 16,5-8-9-16,5-4-1 0,3-8-3 16,6-4 49-16,2 0 34 15,0 0-18-15,0 0-20 16,0 0 4-16,0 0 1 16,0 0-29-16,2-2 9 15,14-6-6-15,5 2-7 16,2-4 2-16,4 4 7 15,-2 4-21-15,-2 2-15 16,-6 0-8-16,-1 0-1 16,-3 0 5-16,1 0-5 15,3 0-1-15,6 0-101 16,14 0-183-16,-6-5-257 16,-4-2-830-16</inkml:trace>
  <inkml:trace contextRef="#ctx0" brushRef="#br0" timeOffset="-58284.98">14634 14604 1352 0,'0'0'704'0,"0"0"-608"16,0 0 16-16,0 0-21 16,0 0-50-16,0 122-28 15,2-96-13-15,-2-2-20 16,0-3 7-16,0-7-29 15,0 0-57-15,6-10-143 0,8-4-90 16,-1 0-620-16</inkml:trace>
  <inkml:trace contextRef="#ctx0" brushRef="#br0" timeOffset="-57790.89">15042 14395 1385 0,'0'0'225'0,"0"0"-67"0,0 0 22 16,9 141-97-16,-3-99-38 15,1-4-5-15,-1-4 13 16,-2-12 9-16,-2-3-7 16,-2-12-17-16,0-5-21 15,0-2 20-15,0 0 7 16,0-18-8-16,0-6-30 16,-6-1 4-16,2-8-10 15,2-1 9-15,2 2-9 16,0-2 0-16,2 2 0 15,16 1 1-15,5 3 7 16,4 7-8-16,-4 7 10 16,4 7-10-16,-4 5 11 0,-3 2 11 15,0 0 3-15,-2 17-4 16,-1 5-9-16,-3 10 2 16,-3 0-4-16,-5 6-3 15,2-3-5-15,-6 2-2 16,0-5-53-16,2-9-114 15,9-6-128-15,-1-9-221 16,1-4-612-16</inkml:trace>
  <inkml:trace contextRef="#ctx0" brushRef="#br0" timeOffset="-57408.13">15601 14251 1348 0,'0'0'292'16,"0"0"-105"-16,0 0-5 15,0 0-105-15,0 0-37 0,0 0 29 16,0 0 45-16,107 86-6 16,-82-49-36-16,-7 2-22 15,-10 7-1-15,-8 7 2 16,0-3-32-16,0 4-7 15,-12 2-12-15,-20 16-37 16,3-14-137-16,2-5-355 0</inkml:trace>
  <inkml:trace contextRef="#ctx0" brushRef="#br0" timeOffset="-53424.71">8089 16665 821 0,'0'0'143'0,"0"0"-20"15,0 0 55-15,0 0-78 16,0 0-55-16,0 0-12 0,-34 26 26 15,34-26 31-15,0 0 0 16,0 0 43-16,0 0-9 16,0 0-50-16,0 0-56 15,0 0-18-15,0 0 0 16,0 4 0-16,0 0 6 16,0 1 0-16,0 0-5 15,-4 0 21-15,-7-1 32 16,-3 4 26-16,-1-3-9 15,-1 4-24-15,5-5-8 16,5-4-1-16,4 0 17 16,2 0 21-16,0 0 12 15,0-8-56-15,0 0 3 0,6 1-6 16,-2 4-12 0,-1-1-12-16,-1 4-4 0,-2 0-2 15,0 0 1-15,0 0-9 16,0 0-3-16,0 0 4 15,0 0 8-15,2 0 0 16,2-5 0-16,2 1-8 16,2-2 6-16,3 2 0 15,1 0 1-15,-1 4-6 16,-1 0-11-16,4 8 6 16,-1 14 6-16,-1 6 6 15,-8 7-1-15,-4 1-10 16,-9 4-4-16,-56 24-71 15,5-12-275-15,-2-2-275 0</inkml:trace>
  <inkml:trace contextRef="#ctx0" brushRef="#br0" timeOffset="-50146.76">8464 16343 1018 0,'0'0'239'0,"0"0"-162"15,0 0 63-15,0 0-33 16,0 0-33-16,0 0 28 16,44-53 52-16,-42 47 4 15,0-2-39-15,0 2-61 16,2-6-27-16,-2 3-17 15,-2 0-6-15,2-1-1 16,2 3 1-16,-2-2 9 16,0 3-6-16,1-2-5 15,-1 2 7-15,0 3 11 16,-2 3 1-16,2 0-10 0,-2 0-3 16,0 0-3-1,0 0-7-15,0 0-1 0,0 0-1 16,0 0-16-16,0 0-6 15,0 9 20-15,0 9 2 16,0 4 17-16,2 8-7 16,6 2-1-16,-4 5-2 15,0 2-5-15,1 6-1 16,-1-6 5-16,-2 2-4 16,0-4-1-16,3-11 1 15,-2 1-2-15,-1-8-10 16,0-2-35-16,0 1-75 15,-2-2-49-15,0 3-28 16,0 3-15-16,0 2-37 16,-9 1-148-16,0-6-6 0</inkml:trace>
  <inkml:trace contextRef="#ctx0" brushRef="#br0" timeOffset="-49927.88">8493 16776 975 0,'0'0'324'15,"0"0"-114"-15,0 0-44 16,0 0-94-16,0 0-66 16,0 0 26-16,0 0-15 0,75 0-5 15,-36 0-3 1,1 0-9-16,15 0-16 0,-13 0-232 15,-4-4-452-15</inkml:trace>
  <inkml:trace contextRef="#ctx0" brushRef="#br0" timeOffset="-49499.68">8890 16133 895 0,'0'0'188'0,"0"0"-105"15,0 0 92-15,0 0 2 16,0 0-65-16,44 133-27 0,-20-70 2 15,1 5-12-15,-2 16-36 16,-8 1-12-16,-9 5-27 16,-6-6-40-16,0 13-80 15,-19-24-216-15,-4-15-673 0</inkml:trace>
  <inkml:trace contextRef="#ctx0" brushRef="#br0" timeOffset="-48732.85">9650 16601 1744 0,'0'0'248'0,"0"0"-169"16,0 0-56-16,0 0-23 15,0 0-72-15,0 0-32 16,0 0-31-16,100 0-262 0</inkml:trace>
  <inkml:trace contextRef="#ctx0" brushRef="#br0" timeOffset="-48575.84">10007 16605 1927 0,'0'0'248'0,"0"0"-191"0,0 0-31 16,0 0-26-16,0 0-227 15,0 0-384-15,0 0-227 16</inkml:trace>
  <inkml:trace contextRef="#ctx0" brushRef="#br0" timeOffset="-48440.93">10200 16633 1635 0,'0'0'328'16,"0"0"-221"-16,0 0-65 15,0 0-36-15,0 0-6 16,0 0-520-16,0 0-965 0</inkml:trace>
  <inkml:trace contextRef="#ctx0" brushRef="#br0" timeOffset="-48314.3">10439 16601 1016 0,'0'0'1047'0,"0"0"-1011"15,0 0-23-15,0 0-13 16,0 0-123-16,0 0-1196 0</inkml:trace>
  <inkml:trace contextRef="#ctx0" brushRef="#br0" timeOffset="-48177.89">10798 16579 1545 0,'0'0'554'0,"0"0"-483"15,0 0-36 1,0 0 36-16,0 0-53 0,0 0-18 15,0 0-362-15</inkml:trace>
  <inkml:trace contextRef="#ctx0" brushRef="#br0" timeOffset="-48022">11103 16645 1418 0,'0'0'320'15,"0"0"-223"-15,0 0-68 0,0 0 2 16,0 0-31 0,0 0-237-16,0 0-855 0</inkml:trace>
  <inkml:trace contextRef="#ctx0" brushRef="#br0" timeOffset="-47877.55">11482 16579 1410 0,'0'0'311'0,"0"0"-197"16,0 0 15-16,0 0-53 16,0 0-74-16,0 0-2 15,0 0-329-15,47-36-530 0</inkml:trace>
  <inkml:trace contextRef="#ctx0" brushRef="#br0" timeOffset="-47750.91">11946 16513 1151 0,'0'0'223'16,"0"0"-68"-16,0 0 71 16,0 0-56-16,0 0-170 15,0 0-82-15,0 0-653 0</inkml:trace>
  <inkml:trace contextRef="#ctx0" brushRef="#br0" timeOffset="-47659.94">12269 16499 1551 0,'0'0'0'16,"0"0"-77"-16,0 0-49 0</inkml:trace>
  <inkml:trace contextRef="#ctx0" brushRef="#br0" timeOffset="-47078.89">13124 16211 1827 0,'0'0'283'0,"0"0"-109"16,0 0-14-16,0 0-94 15,0 0-65-15,0 0 43 16,0 0 41-16,-91 140 0 16,33-72-21-16,-17 4-36 15,-12 3-28-15,-38 22-47 16,21-24-287-16,16-15-697 0</inkml:trace>
  <inkml:trace contextRef="#ctx0" brushRef="#br0" timeOffset="-46323.75">14090 16113 1270 0,'0'0'299'0,"0"0"-168"15,0 0 53-15,0 0-87 16,0 0-51-16,0 0 35 16,-73 131 46-16,57-64 3 15,7 5-27-15,9-5-45 16,0 0-29-16,13-13-15 16,18-10-14-16,6-14 0 15,23-5-158-15,-7-13-234 16,-6-11-610-16</inkml:trace>
  <inkml:trace contextRef="#ctx0" brushRef="#br0" timeOffset="-45641.77">14636 16284 1689 0,'0'0'206'0,"0"0"-143"16,0 0 25-16,16 125 32 16,-9-72-44-16,1-2-31 15,1-7-12-15,-2-8-2 16,0-10-12-16,-3-8-10 15,-2-10-3-15,0-2-4 16,-2-6 17-16,0 0 11 16,0-14 31-16,0-11-32 15,-4-4-3-15,-5-7 17 16,0 2 15-16,4-2-21 16,3-5 2-16,2 2-23 15,0-5 2-15,10 2-7 16,11 1-10-16,6 11-1 15,-4 8 0-15,-1 12-1 16,-4 10-10-16,0 15 0 0,-1 20 10 16,-1 9 0-16,3 7 1 15,-7 0 0-15,-1 0 0 16,-3-11 0-16,-4-6 0 16,-4-6-2-16,0-10-13 15,0-10 5-15,0-4-1 16,0-4 10-16,0 0 1 15,0-12 39-15,-4-14-16 16,-2 2-16-16,6-6-7 16,0 2-4-16,0-3 4 15,19 4 10-15,3 1-2 16,3 8-8-16,1 1 1 16,-1 17 0-16,-3 0 0 0,-2 27-1 15,-2 13 1-15,-4 7 5 16,-6 8-5-16,-3-1 7 15,-5-1-7-15,2-14-2 16,0-3-9-16,10-12-110 16,-4-3-387-16,3-16-558 0</inkml:trace>
  <inkml:trace contextRef="#ctx0" brushRef="#br0" timeOffset="-45459.98">15414 16659 1573 0,'0'0'550'15,"0"0"-502"-15,0 0-24 0,0 0-12 16,0 0-12-16,0 0-31 16,-4 125-68-16,4-107-96 15,0-9-379-15</inkml:trace>
  <inkml:trace contextRef="#ctx0" brushRef="#br0" timeOffset="-44972.41">15595 16235 1547 0,'0'0'201'16,"0"0"-143"-16,22 113 15 15,-11-57-1-15,0 2-44 16,-1-12-16-16,-4-5-6 16,-2-11-5-16,-4-11-1 15,0-10-22-15,0-4 22 16,0-5 13-16,0 0 0 15,0-11 22-15,0-15-22 16,0-2-7-16,-6-11 0 16,4 0 1-16,0-1 3 0,2-1-1 15,0 4 7 1,6 2 14-16,9 3-5 0,3 2 31 16,0 8-3-16,2 8 11 15,-2 0 3-15,2 14 13 16,-2 0-42-16,-1 4-29 15,4 18-7-15,-3 14-1 16,-3 0-1-16,-3 8 0 16,-6 0-1-16,-1 2 0 15,-3-5-4-15,-2-1-38 16,2-3-124-16,4-2-65 16,2-5-144-16,-2-12-735 0</inkml:trace>
  <inkml:trace contextRef="#ctx0" brushRef="#br0" timeOffset="-44561.83">16119 15932 1585 0,'0'0'227'0,"0"0"-156"15,0 0 91-15,0 0-59 16,95 155-35-16,-79-65-19 16,-9 23 17-16,-7 1-20 15,0-15-18-15,-7-19-2 16,-9-22-26-16,-1 5-15 16,-17 23-200-16,2-20-270 15,1-12-721-15</inkml:trace>
  <inkml:trace contextRef="#ctx0" brushRef="#br0" timeOffset="-18163.42">20700 12601 1433 0,'0'0'243'0,"0"0"-126"0,0 0 16 16,0 0 30-16,0 0 43 15,0 0-41-15,6 145-34 16,3-95-48-16,7 4-20 15,-1 0-36-15,3 1-4 16,-2-5-11-16,-3-4-4 16,-4-9-7-16,-3-8 5 15,-1-14-4-15,-5-6 4 16,0-9 4-16,0 0 17 16,0-9 37-16,-13-17-31 0,-7-4-15 15,-2-7-3-15,1-6-9 16,4-1 0-16,7 0-5 15,10-1-1-15,0 3-1 16,10 1-5-16,12 6 6 16,7 3 1-16,2 8 5 15,0 6-4-15,0 6-1 16,6 12 0-16,-2 0-1 16,1 14 0-16,1 21-1 15,-3 8 1-15,-5 9 0 16,-7 3 1-16,-7-1 1 15,-3-4-1-15,-8-2-1 16,-4-4 0-16,0-4 1 0,0-8 0 16,0-6 0-1,0-6 0-15,-2-7 6 0,0-8-7 16,-4-5-5-16,-4 0 5 16,-1-12 18-16,0-18-9 15,0-8-8-15,6-8 0 16,5-2 1-16,0-1-2 15,16-2 0-15,16 5-1 16,5 4 1-16,9 3-8 16,2 9 8-16,-6 13 2 15,-4 12-2-15,-12 5-2 16,-5 18 2-16,-7 19 1 16,-8 4 9-16,-6 5-2 15,0 3-7-15,0-5 7 16,0-3-8-16,2-6-1 0,9-7-39 15,24-7-77-15,2-12-173 16,-2-6-444-16</inkml:trace>
  <inkml:trace contextRef="#ctx0" brushRef="#br0" timeOffset="-17892.9">22141 12647 1356 0,'0'0'314'0,"0"0"-134"15,0 0-101-15,0 0 87 16,0 0 42 0,-71 150-30-16,27-89-41 0,-5 1-36 15,-1-6-50-15,4-3-25 16,5-7-18-16,8-7-2 15,4-8-6-15,5-12-22 16,4-11-87-16,-7-16-203 16,4-20-267-16,4-10-1012 0</inkml:trace>
  <inkml:trace contextRef="#ctx0" brushRef="#br0" timeOffset="-17726.68">21690 12807 1640 0,'0'0'359'0,"0"0"-89"0,0 0 42 16,0 0-150-16,79 116-75 16,-48-73-47-16,3-1-28 15,1-4-12-15,4-4-39 16,17-6-86-16,-12-10-189 16,-6-8-454-16</inkml:trace>
  <inkml:trace contextRef="#ctx0" brushRef="#br0" timeOffset="-17239.85">22303 12659 1633 0,'0'0'247'0,"0"0"-51"16,0 0 67-16,0 0-184 15,0 0-54-15,0 0-9 16,93 160 4-16,-89-98 3 16,-4 1 15-16,0-7 2 15,0-10-7-15,0-8-11 16,0-14-9-16,0-10-4 16,0-10-3-16,0-4 9 15,0-5 60-15,0-22-29 16,5-7-28-16,-1-9-5 15,2 2-7-15,2-3-5 0,-2 0 1 16,5-1-1 0,5 1 0-16,6 0 0 0,5 1-1 15,4 6-6-15,5 11-4 16,2 10 10-16,0 12 13 16,-3 4 7-16,-2 13-5 15,-3 20 7-15,-8 9-1 16,-4 6-5-16,-9 3-5 15,-3 0-10-15,1-2 0 16,-2-3-1-16,2-6-13 16,1-6-47-16,5-4-12 15,1-7-47-15,11-6-119 0,-6-5-269 16,-1-9-876-16</inkml:trace>
  <inkml:trace contextRef="#ctx0" brushRef="#br0" timeOffset="-1719.9">20318 12339 409 0,'0'0'182'0,"0"0"-23"16,120-19 157-16,-75 15-62 16,-9 0-90-16,-11 0-64 15,-12 1-40-15,-2 3-1 0,2-5 16 16,10 1-20 0,12-2-33-16,19 0-11 0,17 1-10 15,14-2 2-15,6 5 4 16,-4 2-6-16,-9 0 1 15,-14 0-1-15,-8 0 0 16,-8 0 1-16,2 0 5 16,10-6-6-16,35-4 0 15,47-2 5-15,47 2 9 16,16 6 20-16,-12 4 9 16,-33 0-23-16,-49 0-12 15,-26 0-7-15,-23 0 0 16,-8 0 4-16,4 0-6 15,6-4 1-15,3-2 0 16,-15 0 5-16,-15 2-4 0,-14 0 6 16,-15 1 10-16,-5 3 58 15,-3 0-76-15,0 0-8 16,0 0-5-16,0 0-176 16,-9 0-208-16,-4 0-645 0</inkml:trace>
  <inkml:trace contextRef="#ctx0" brushRef="#br0" timeOffset="-1021.75">20174 12364 986 0,'0'0'327'16,"0"0"-189"-16,0 0-13 15,0 0-55-15,0 0-39 16,0 0 4-16,0 0 55 16,-25 72 7-16,25-41-17 15,0 3 5-15,0 8 12 0,0 8-23 16,0 8-10-16,0 6-17 15,0 5-2-15,0 5-16 16,2-2-8-16,-2 0-2 16,0-4-4-16,0 0 2 15,0-3 3-15,0-2-5 16,0 2-3-16,-4-4-6 16,-4-3 4-16,2-3-8 15,0-5-1-15,3-8 0 16,3-6 1-16,0-6-2 15,0-6 0-15,3-3-54 16,13-8-122-16,15-2-189 16,-2-5-164-16,-3-4-212 0</inkml:trace>
  <inkml:trace contextRef="#ctx0" brushRef="#br0" timeOffset="263.21">20200 13825 1265 0,'0'0'293'15,"0"0"-210"-15,0 0 51 0,0 0-17 16,0 0-40-1,0 0-52-15,0 0-14 0,128 0-2 16,-84 0-7-16,3-7 4 16,1-1 5-16,2-2-10 15,4 0 12-15,-2-1 9 16,2 2-1-16,-5 1-4 16,-4 4 31-16,-8 2-10 15,-2 0-17-15,0 0-14 16,5-3 0-16,11 4-6 15,10-3 5-15,7 0-5 16,6 1 5-16,-2 3 7 16,-8 0 8-16,-4 0 18 15,-10 0-23-15,-8 0-6 0,-9-2 1 16,-2-1-11-16,-2-1 7 16,7-4-5-16,9-1-1 15,11 4-1-15,8 1 11 16,9 2-11-16,6 0 1 15,-4 0 0-15,4-1 0 16,-6-1 5-16,1-1-6 16,3-2 0-16,6 0 0 15,8 1 0-15,7 2 0 16,4 0-2-16,-3 4 1 16,-9 0 1-16,-15 0-1 15,-15 0 0-15,-15 1 0 16,-12 2 1-16,-9-3 6 0,-1 0-6 15,-5 0 7-15,1-4 2 16,2-4 0-16,1-2-9 16,1 3-1-16,-2 2 1 15,2 0-10-15,-3 3 10 16,-4 2 0-16,0-2-2 16,-6 1 2-16,1-1 1 15,-1-3 0-15,1 3 1 16,-3-3 4-16,2 1-5 15,-2-3 7-15,-1 1-6 16,-1 1-2-16,2-4-15 16,-6 1-3-16,0-4 18 15,2-3 29-15,-1-4-12 0,1-5-4 16,2-5-1 0,4-6-6-16,1-1-6 0,3-4 6 15,-4 0 5-15,1 0-4 16,-1-1-6-16,-4 2 10 15,-1-2-4-15,-1 5 2 16,-2 0 6-16,2 1 4 16,1 0-7-16,-3-2-11 15,3 0 13-15,-3-1-7 16,-2-3-1-16,0 2-4 16,3-2 8-16,-3 1-9 15,0 2-1-15,0 0 0 0,0 0 0 16,-5 4 1-1,-2 2-1-15,0 2 0 0,3 4 0 16,4-1 1-16,0 3 0 16,0-2-1-16,0-1 0 15,0 0 0-15,0 1 1 16,4 2-1-16,1 2 1 16,-1 6 0-16,-1 0 5 15,-3 4-5-15,2 2 5 16,-2 3 3-16,0 2-2 15,0 1 1-15,0 2-7 16,2 0-1-16,-2 2 1 16,0-1 5-16,0-2-5 15,0 1 0-15,0 0 0 16,0 0 1-16,0 2-1 0,0 0 5 16,0 0-6-16,0 0 0 15,0 0-1-15,0 0 1 16,0 0-1-16,-4 0-1 15,-12 0-4-15,-7 0 6 16,-6 0-1-16,-4-3 0 16,-9 3 0-16,-9 0-5 15,-10 0-25-15,-61 0-94 16,13 0-214-16,-5 0-45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5:53:09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1299 1115 1655 0,'0'0'253'0,"0"0"-11"16,0 0 26-16,0 0-85 15,121-32-87-15,-92 32-33 16,-2 9-9-16,-8 18-8 16,-5 2-13-16,-14 6-18 15,0 1-2-15,-33-3 4 16,-19 0 10-16,-10-8-14 16,-3-4 7-16,7-10-13 15,13-11 2-15,14 0 6 0,14-21-9 16,12-13-6-1,5-6-10-15,5-1 10 0,16 6 0 16,4 9 1-16,4 12-1 16,-2 14 0-16,2 0-11 15,-2 24 1-15,-5 12 10 16,-9 4 0-16,-9 4 0 16,-4-2 2-16,0-5 4 15,-13-8-6-15,0-9 6 16,0-9-5-16,4-11 8 15,-3 0 15-15,6-23-11 16,4-10-13-16,2-10-5 16,0-1 5-16,10-1 1 0,15 13-1 15,4 6-1 1,2 18 0-16,0 8-14 0,-4 7 3 16,-8 20 3-16,-11 5 9 15,-8 3 0-15,0 2 9 16,-22-5 4-16,-5-4 17 15,0-9-11-15,5-8-5 16,6-11-1-16,8 0 20 16,5-19-10-16,3-13-22 15,0-2 0-15,16 0 6 16,4 8-6-16,3 9-1 16,-2 6-1-16,-1 11-7 15,-3 0-4-15,-7 14-4 16,-10 9 7-16,0 2 9 0,-10-1 6 15,-19 0 3-15,2-5-3 16,2-9 3-16,5-6 1 16,9-4 7-16,4-7 2 15,5-13-18-15,2-4 0 16,0 4-1-16,0 2 1 16,0 6 7-16,0 7-8 15,2 2-6-15,3-1-33 16,15 2-95-16,-1-2-129 15,6-2-636-15</inkml:trace>
  <inkml:trace contextRef="#ctx0" brushRef="#br0" timeOffset="645.8">2688 776 1783 0,'0'0'232'15,"0"0"-69"-15,0 0 100 16,-151 14-135-16,106 20-86 16,7 12-8-16,9 7-1 15,13 0-11-15,14-4-7 16,2-5-9-16,27-11-6 0,18-8 0 16,7-9 0-16,2-8 14 15,-4-6 5-15,-13-2-17 16,-14 0-1-16,-19 0 8 15,-4 0-8-15,-16 0 6 16,-22 0-7-16,-8 0 2 16,-8 11 5-16,-2 10-6 15,5 9 5-15,9 7-6 16,6 9-1-16,14 3 1 16,11 4 0-16,11-2 1 15,0-3 0-15,24-9 8 16,14-8-9-16,11-16-17 15,11-13 16-15,43-12-175 0,-14-18-446 16,-5-6-1061-16</inkml:trace>
  <inkml:trace contextRef="#ctx0" brushRef="#br0" timeOffset="976.23">3171 1121 1766 0,'0'0'272'16,"0"0"-192"-16,0 0 57 16,0 0-17-16,0 0-85 15,0 0-26-15,0 0 0 16,-86 84 6-16,110-48 24 16,3 4 5-16,-1-2-1 15,-1 2-5-15,-4-1-9 0,-8-6-9 16,-9-1-4-16,-4-1 8 15,-4-7 43-15,-21-3 6 16,-9-3-38-16,-5-6-12 16,-4-3-5-16,3-6-7 15,7-3-10-15,8 0 1 16,12 0-2-16,9 0-51 16,4 0-50-16,15-12-179 15,16-2-282-15,2 1-451 0</inkml:trace>
  <inkml:trace contextRef="#ctx0" brushRef="#br0" timeOffset="1239.5">3526 822 1785 0,'0'0'369'0,"0"0"-233"15,0 0 46-15,0 0 24 16,76 120-77-16,-59-44-41 16,-5 11-7-16,-5 2-24 15,-3-4-30-15,0-8-18 16,3-14-3-16,0-12-6 16,0-15-1-16,-3-14-50 0,-4-16-61 15,0-12-152-15,-6-18-381 16,-8-6-1032-16</inkml:trace>
  <inkml:trace contextRef="#ctx0" brushRef="#br0" timeOffset="1382.1">3434 1363 1735 0,'0'0'580'0,"0"0"-231"16,0 0-136-16,0 0-135 15,0 0-41-15,0 0-32 16,179-58-5-16,-69 24-127 15,-19 8-398-15,-11 4-593 0</inkml:trace>
  <inkml:trace contextRef="#ctx0" brushRef="#br0" timeOffset="1725.27">4052 1206 1582 0,'0'0'706'15,"0"0"-578"-15,-113 46 95 16,68-14-49-16,9 5-84 15,11 7-56-15,12 5-5 16,13-3 5-16,0-2-4 16,18-6-11-16,16-8-11 15,8-12-7-15,0-12 8 16,1-6 0-16,-5-4-7 16,-9-22-2-16,-9-10 0 15,-7-10-7-15,-7-3 2 16,-4 5 5-16,-2 9 6 0,0 10 17 15,0 13 14-15,0 8 4 16,0 4-35-16,3 6-6 16,4 20 0-16,2 8 21 15,2 2 3-15,2 3-12 16,-4-6-6-16,2-4-6 16,-4-9-17-16,4-10-83 15,-4-3-135-15,1-7-671 0</inkml:trace>
  <inkml:trace contextRef="#ctx0" brushRef="#br0" timeOffset="2905.36">5100 1451 1343 0,'0'0'307'0,"0"0"-138"16,0 0 126-16,0 0-133 15,0 0-134-15,0 0 11 16,0 0-19-16,35 0-5 0,1 0 12 15,15 0 12-15,16 0 50 16,14 0-7-16,25-2-20 16,35-6-5-16,23-6-17 15,13 1-3-15,-10 1-17 16,-13-1-11-16,-20 4-8 16,-21-2 8-16,-28 3-8 15,-24 3 0-15,-19 0 0 16,-5 1 0-16,-8 1 0 15,-4 1-1-15,-16-1-9 16,-6 1-3-16,-3 0-4 16,0-2-38-16,0-4-22 15,0 2-40-15,0-1-3 0,-6 2-71 16,-11 1 19 0,-8 1 29-16,-4 1 29 0,-4-1-58 15,4 1 16-15,0-2 98 16,6-2 57-16,2-2 35 15,-2-2 78-15,1 2 70 16,-3 0 36-16,-2 2 6 16,1 0-68-16,4 2-44 15,1-1-18-15,8 5-13 16,6 0 11-16,5-3-1 16,2 3-41-16,0 0-36 15,2 0-15-15,16 0 16 16,11 0 8-16,11 0 0 15,5 0-9-15,4 0-13 16,0 6 5-16,-2 4-6 0,-9 6-1 16,-9 0-1-16,-10 6-5 15,-7 0 6-15,-10 2 1 16,-2 0 0-16,0 1 7 16,-16-4-7-16,-3 1 8 15,-8 0-8-15,-2 1 1 16,-2-3 6-16,0 0-8 15,2-2-47-15,2-4-55 16,11-2-81-16,7-3-295 16,9-6-147-16</inkml:trace>
  <inkml:trace contextRef="#ctx0" brushRef="#br0" timeOffset="3399.79">7870 1327 1916 0,'0'0'365'0,"0"0"-166"16,0 0-30-16,0 0-57 16,0 0-27-16,0 0-40 15,39-118-8-15,-35 103 19 16,1 1-19-16,-3 2 2 15,0 7-6-15,-2 2 0 16,0 3-5-16,2 0-28 16,0 23 6-16,3 13-6 15,-3 12 33-15,2 8 11 16,-1 2 1-16,-1-1-8 16,3-10-15-16,-1-4-13 15,2-9-3-15,-1-10-5 0,-1-6-1 16,-1-9-10-16,2-4-71 15,3-5-60-15,28-5-70 16,-1-12-425-16,4-1-1023 0</inkml:trace>
  <inkml:trace contextRef="#ctx0" brushRef="#br0" timeOffset="3745.38">8246 1277 1943 0,'0'0'336'16,"0"0"-135"-16,0 0-57 16,0 0-68-16,0 0-28 0,-77 125 19 15,75-76-1-15,2-3-18 16,18-8-21-16,20-9-18 16,8-13 4-16,6-12 4 15,-1-4-4-15,-4 0-1 16,-11-18-3-16,-10-5 5 15,-8-2 11-15,-9-4 15 16,-9 2 17-16,0-4-4 16,-4 3-8-16,-21 1-27 15,-4 0-6-15,-2 8-12 16,-3-1-8-16,5 9-27 16,5 1-20-16,9 6-13 0,10 3-2 15,5-2-20-15,29 3-91 16,11 0-507-16,5 0-251 0</inkml:trace>
  <inkml:trace contextRef="#ctx0" brushRef="#br0" timeOffset="3994.4">9546 1285 1654 0,'0'0'576'16,"0"0"-481"-16,0 0 105 16,0 0 4-16,-8 146-77 15,6-89-63-15,-3 1-31 0,3-3-18 16,2-2-6-16,0-5-8 16,0-6-1-16,5-6-22 15,11-7-44-15,9-15-126 16,-2-6-308-16,-5-8-268 0</inkml:trace>
  <inkml:trace contextRef="#ctx0" brushRef="#br0" timeOffset="4264.06">9402 1356 1592 0,'0'0'271'16,"0"0"65"-16,0 0-74 0,127-107-165 15,-64 96-67-15,-1 11-3 16,-6 0-13-16,-14 17-14 16,-15 12-20-16,-17 2 20 15,-10 1 0-15,0 1 24 16,-25-8 55-16,-12 0 48 16,-3-7-29-16,-2-4-42 15,7-9-37-15,4-2-7 16,10-3-12-16,13 0-26 15,8-24-89-15,19 1-231 16,10 3-642-16</inkml:trace>
  <inkml:trace contextRef="#ctx0" brushRef="#br0" timeOffset="4452.31">9978 1548 1854 0,'0'0'517'15,"0"0"-260"-15,0 0-38 16,0 0-95-16,0 0-79 16,-41-131-31-16,41 94-14 15,11 1-11-15,5 5-16 16,13 3-22-16,-5 7-124 16,-1 9-550-16</inkml:trace>
  <inkml:trace contextRef="#ctx0" brushRef="#br0" timeOffset="4803.49">10379 1310 1905 0,'0'0'471'0,"0"0"-285"16,0 0-48-16,0 0-60 15,0 0-65-15,0 0-7 16,0 0 12-16,-90 81 15 15,80-42 9-15,4-2-9 16,6-2-17-16,6-5 2 16,23-10 8-16,8-8 17 15,5-10 3-15,3-2-5 16,-5-4-23-16,-7-16-2 0,-6-4-1 16,-8-2-4-16,-11-3 10 15,-8 1 24-15,0 0-6 16,0 1-20-16,-16-2-19 15,-3 8-6-15,0 1-33 16,1 8-25-16,3 5-26 16,6 7-42-16,9 0-123 15,0 5-378-15,9 2-512 0</inkml:trace>
  <inkml:trace contextRef="#ctx0" brushRef="#br0" timeOffset="5053.24">10965 958 1654 0,'0'0'245'16,"0"0"3"-16,0 0-29 16,0 0-148-16,0 0-40 15,0 0 18-15,-69 137 30 16,60-72 18-16,2 6 27 15,4-1-30-15,3-6-51 16,0-3-26-16,8-11-17 16,5-8-5-16,5-10-67 15,-5-13-239-15,-2-12-447 0</inkml:trace>
  <inkml:trace contextRef="#ctx0" brushRef="#br0" timeOffset="5367.05">10838 1449 1699 0,'0'0'531'0,"0"0"-448"15,0 0 25-15,114-35-41 16,-56 23-42-16,6 1-14 16,1-3-11-16,-7 0-45 15,-14 0-4-15,-19-2-38 16,-15 0-24-16,-10 2 93 15,0 0 18-15,-10 4 112 16,-11 4 16-16,2 4-31 0,-4 2-54 16,5 10-19-16,1 19-5 15,3 5-1-15,7 7 20 16,7 0 22-16,0-4-12 16,12-6-18-16,17-7-23 15,9-12-7-15,26-12-22 16,-6 0-209-16,-4-16-424 0</inkml:trace>
  <inkml:trace contextRef="#ctx0" brushRef="#br0" timeOffset="5677.15">11627 1217 1294 0,'0'0'243'15,"0"0"-90"-15,0 0 42 16,0 0-65-16,29 110-7 16,-7-72 55-16,0 0-30 15,-6-2-75-15,-10-1-24 16,-6-7-11-16,0-4-6 16,0-4 24-16,-15-6 10 15,-5-5-20-15,0-2-2 16,-4-5 3-16,3-2-9 15,3 0-17-15,5 0-8 0,9-12-13 16,4 1-29 0,2-6-70-16,36-10-69 0,-1 8-213 15,2-1-700-15</inkml:trace>
  <inkml:trace contextRef="#ctx0" brushRef="#br0" timeOffset="6305.81">12229 1259 1940 0,'0'0'341'16,"0"0"-127"-16,0 0-25 0,0 0-84 16,0 0-76-1,-114-10-28-15,91 36 0 0,4 9 8 16,1 2-8-16,9-1 12 15,9 0 14-15,0-4 4 16,19-6-1-16,18-7-15 16,9-11 12-16,8-8-12 15,-2 0-15-15,-8-12-19 16,-11-13-14-16,-10-7 4 16,-11-3 6-16,-4-2 10 15,-4 5 13-15,-2 6 9 16,1 12-1-16,-1 8 4 15,2 6-12-15,5 0-42 16,2 13 37-16,5 8 5 16,0 4 12-16,-1 0-3 0,-1-3 4 15,-6-4-1-15,-1-8-11 16,-5-6 6-16,-2-4 5 16,2 0 12-16,3-11-6 15,2-12-18-15,4-3-1 16,5-2-8-16,5 3-11 15,8 6 4-15,2 3-29 16,6 2-50-16,-2 2-16 16,3 4-36-16,-5 2-83 15,-4 2-2-15,-10 2 146 16,-13 2 25-16,-6 0 61 16,-2 0 132-16,-16 0 102 0,-5 9-23 15,4 5-82-15,-2 7-68 16,4 7-28-16,3 6-12 15,8 7 6-15,4-1 14 16,2-5-21-16,8-2-20 16,19-9-15-16,33-18-101 15,-4-6-145-15,0 0-620 0</inkml:trace>
  <inkml:trace contextRef="#ctx0" brushRef="#br0" timeOffset="6562.45">13029 1215 1294 0,'0'0'229'0,"0"0"-35"0,0 0-19 16,0 0-89-16,27 127-56 16,-5-88-4-16,-7-3 37 15,-5-5-13-15,-10-9-19 16,0-4 22-16,-10-9 36 15,-11-2-67-15,-2-7-22 16,3 0-207-16,7-7-74 16,6-10-97-16,7-3 23 15,0-5 269-15,0 6-53 16,-3 3-481-16</inkml:trace>
  <inkml:trace contextRef="#ctx0" brushRef="#br0" timeOffset="6923.77">14368 1226 1069 0,'0'0'859'0,"0"0"-549"16,0 0-43-16,0 0-94 0,-144 12-63 15,113 9-58-15,4 11-28 16,9 4-7-16,9 2 9 15,9 0-5-15,0-6-9 16,15-5-12-16,14-8-10 16,38-16-11-16,-7-3-131 15,0 0-525-15</inkml:trace>
  <inkml:trace contextRef="#ctx0" brushRef="#br0" timeOffset="7440.14">14831 1206 1960 0,'0'0'478'0,"0"0"-378"15,0 0 49-15,0 0-58 16,-139 41-53-16,121-3-21 16,11 2-7-16,7 0-1 15,7-5-2-15,27-9-6 16,10-11 13-16,8-8 2 15,0-7-16-15,-2 0-34 16,-10-21-95-16,-11-6-58 16,-11-10 11-16,-12-1 15 15,-3 0 101-15,-3 8 60 16,0 8 180-16,0 13 38 0,0 6-35 16,0 3-125-16,0 12-52 15,0 20 0-15,4 6 5 16,8 6-2-16,-2 2-8 15,1-7 8-15,1-10-7 16,-3-8-1-16,-5-11 6 16,0-10-6-16,-2 0 17 15,-2-24-18-15,4-8-24 16,0-6 15-16,4-3 9 16,5 3 1-16,6 8 23 15,1 6-5-15,2 9 2 16,0 8 15-16,-4 7 0 15,-3 0-26-15,-1 19 1 0,-5 10 5 16,-5 3-5 0,-2 2-10-16,1-4-1 0,3-5-18 15,31-8-85-15,-2-9-464 16,9-3-890-16</inkml:trace>
  <inkml:trace contextRef="#ctx0" brushRef="#br0" timeOffset="7765.12">15585 1223 1393 0,'0'0'212'0,"0"0"-137"0,0 0 28 15,0 0-52-15,0 0-49 16,0 0 27-16,6 102-13 15,2-62 21-15,-8 2 41 16,0 0 8-16,0 1 27 16,-16-7 68-16,-5-7-42 15,-8-6-32-15,0-11-17 16,0-6-42-16,2-6-19 16,6 0-3-16,6-12-26 15,8-8-35-15,7 0-93 16,0-3-154-16,24 6-195 15,26-1 76-15,-8 6 16 16,3 3-108-16</inkml:trace>
  <inkml:trace contextRef="#ctx0" brushRef="#br0" timeOffset="7987.49">15764 1438 383 0,'0'0'783'15,"0"0"-556"-15,120-21-160 16,-84 13-44-16,-16-1-10 16,-9-6 6-16,-11 1 103 15,0 1 112-15,0-3-41 16,-17 4-14-16,-6 1-49 15,-2 7-60-15,2 4-44 16,-2 2-26-16,5 23-8 16,4 6 8-16,7 8 7 15,7 0 2-15,2-1 2 16,8-7-11-16,19-8 1 16,12-9 7-16,7-9-8 0,8-5-143 15,26-20-196-15,-15-8 57 16,-12-5-822-16</inkml:trace>
  <inkml:trace contextRef="#ctx0" brushRef="#br0" timeOffset="8191.17">16212 1281 821 0,'0'0'972'0,"0"0"-813"15,0 0 21-15,0 0-127 16,0 0-38-16,0 0 0 16,42 149 47-16,-8-53 62 15,-2-2 16-15,-7 8-56 16,-2-1-33-16,-19-21-32 15,-4 0-7-15,0-17-3 0,-19-24 3 16,-10-25-12-16,-4-14-38 16,-1-24-27-16,0-28-39 15,-15-48-80-15,12 12-149 16,0 5-543-16</inkml:trace>
  <inkml:trace contextRef="#ctx0" brushRef="#br0" timeOffset="8326.85">16069 1333 2140 0,'0'0'475'15,"0"0"-291"-15,0 0-121 16,114-66-63-16,-54 48-256 16,-4 2-469-16</inkml:trace>
  <inkml:trace contextRef="#ctx0" brushRef="#br0" timeOffset="8710.42">16536 1298 593 0,'0'0'716'16,"0"0"-355"-16,0 0 177 15,135 19-356-15,-92-13-85 16,-10 1-63-16,-6-4-21 16,-12-1-12-16,-10-2 0 15,-5 0 29-15,0 0 59 16,-9-10-62-16,-9 0 27 15,-6 2-4-15,-3 2-29 16,-4 6-10-16,-2 0-11 16,2 16-9-16,2 12 8 0,10 7 0 15,15 2 1-15,4-3-1 16,9-4 0-16,22-7 1 16,12-11 9-16,3-10 7 15,8-2 1-15,-6 0-8 16,-5-14-8-16,-10-5 1 15,-12 1 4-15,-8-1 0 16,-11 1-6-16,-2 0 47 16,0-3-18-16,0 1-29 15,0 3 0-15,0-4-85 16,16 5-136-16,24-2-242 16,-2 4-107-16,-3 4-444 0</inkml:trace>
  <inkml:trace contextRef="#ctx0" brushRef="#br0" timeOffset="8965.16">17109 1263 1345 0,'0'0'401'0,"0"0"-249"16,0 0 8-16,0 0-39 15,0 0-68-15,0 117-27 16,23-85-12-16,18-6 20 16,8-4 19-16,4-10-50 15,1-10-3-15,-10-2-149 16,-7-11 62-16,-16-14 84 15,-11-8 3-15,-10-1 76 16,-3 2 94-16,-19 3 43 0,-7 0-8 16,-2 7-57-1,0 6-91-15,6 4-39 0,3 7-18 16,9 5-28-16,13 0-79 16,2 0-248-16,22 5-465 0</inkml:trace>
  <inkml:trace contextRef="#ctx0" brushRef="#br0" timeOffset="9219.28">17717 1194 548 0,'0'0'816'15,"0"0"-715"-15,0 0 2 16,-29 131-15-16,29-85-47 0,0-3-24 15,4-4-2-15,1-4 31 16,-5-7 70-16,0-6 15 16,-9-8 74-16,-13-4 17 15,-7-6-24-15,-7-4-78 16,1 0-44-16,1 0 1 16,7-18-77-16,11-4-161 15,6 0-1506-15</inkml:trace>
  <inkml:trace contextRef="#ctx0" brushRef="#br0" timeOffset="24669.71">4055 2871 935 0,'0'0'605'15,"0"0"-471"-15,0 0 63 16,0 0-51-16,0 0-69 16,0 0 0-16,0 12 32 15,0-10-2-15,0-2-6 16,0 0-20-16,0 0-21 15,8 0-24-15,3-2-12 16,7-12-7-16,-3-6-5 16,-1-2 5-16,-3-2 35 15,-4 0 2-15,-5 0-5 16,0 2-4-16,-2 4-9 16,0 4-2-16,0 2-16 15,0 3 5-15,0 2-3 16,0 2-5-16,0 4-1 15,0 1-3-15,0 0-11 0,0 20-11 16,0 10 11-16,0 10 6 16,0 6 1-16,-2 5-1 15,-2 0 0-15,-1 2-5 16,3-2-1-16,2 2 6 16,-2-2-6-16,2-5 1 15,-2 0 0-15,-3-9-1 16,3-6 0-16,-5-8-10 15,2-6-13-15,-3-6-27 16,-1-4-31-16,0-5-42 0,0-2-112 16,3 0-257-1,1 0-388-15</inkml:trace>
  <inkml:trace contextRef="#ctx0" brushRef="#br0" timeOffset="24894.31">3920 3310 1237 0,'0'0'302'0,"0"0"-186"15,0 0 16-15,0 0-15 16,0 0-70-16,156 6-28 0,-93-6-11 15,28-11-8-15,-12-3-58 16,-15 1-306-16</inkml:trace>
  <inkml:trace contextRef="#ctx0" brushRef="#br0" timeOffset="26643.4">4882 3156 983 0,'0'0'314'15,"0"0"18"-15,0 0-103 16,0 0-134-16,0 0-33 0,0 0 17 16,0 0 8-16,-7 0-2 15,7 0 0-15,0 0-26 16,7 0-43-16,12 0-7 16,12 0 4-16,10 0-11 15,7 0-1-15,6-2 0 16,4-2 5-16,7 0-5 15,7-3 1-15,25 2-1 16,49-7 0-16,49-2 5 16,21 0-5-16,-6 4 0 15,-48 6 0-15,-61 4 0 16,-38 0 0-16,-21 0 8 16,-11 0-9-16,-6 0-26 0,-7 0 7 15,-7-6 19-15,-7-6 8 16,2 0-6-16,4-4 4 15,-3 3-5-15,-1 1-1 16,0 7 1-16,-3 0 10 16,-3 3-2-16,0 2-3 15,0-1 1-15,0 1-7 16,0-4-11-16,-11 0-30 16,-4 0-13-16,-8-3-14 15,-6 0-12-15,-6-1 37 16,-4 2 26-16,-3-2 6 15,4-1 10-15,3 1 1 16,6 0 1-16,11 1 6 0,5 0 29 16,7 1 49-1,6 3 31-15,0 3 16 0,0-2-65 16,8-1-28-16,11-1-21 16,8 2 1-16,0-2 17 15,4 4-3-15,-2 0-20 16,-2 0-7-16,0 4-4 15,-4 14-2-15,-6 2 1 16,-5 2 0-16,-8 4 0 16,-4 1 6-16,0 1-6 15,-2 2 0-15,-14 0 14 16,-5 2-9-16,2-2-5 16,-2 2 0-16,3-6 5 15,3-2-5-15,2-6-1 16,6-6-1-16,5-3-1 0,2-9-23 15,9 0-93-15,15-19-201 16,7-3-620-16</inkml:trace>
  <inkml:trace contextRef="#ctx0" brushRef="#br0" timeOffset="27094.2">7054 2869 1258 0,'0'0'240'0,"0"0"-83"15,0 0-16-15,0 0-78 16,0 0-36-16,0 0 11 16,0 0 79-16,83-85 48 15,-74 82-43-15,-2 3-24 16,0 0-32-16,-3 12-38 16,0 18-7-16,-4 12 29 15,0 7 14-15,0 0 3 16,-2 0-4-16,-4-6-20 15,1-6-26-15,1-4-5 0,4-4-6 16,0-7-5-16,0-4 0 16,0-7 0-16,0-4-1 15,0-2-11-15,0-5-25 16,0 0-17-16,0 0-49 16,9-3-118-16,8-11-256 15,1-2-480-15</inkml:trace>
  <inkml:trace contextRef="#ctx0" brushRef="#br0" timeOffset="27762.39">7476 2784 322 0,'0'0'1066'0,"0"0"-874"15,0 0 5-15,0 0-93 16,0 0-75-16,0 0-19 16,116-17-10-16,-94 17-5 15,-9 0 3-15,-6 0-9 16,-7 0-2-16,0 0 5 0,0 0 8 15,-2 0 15-15,-9 0-6 16,-2 0 7-16,-3 0 13 16,-1 0 25-16,-4 0 11 15,-1 0 23-15,-1 0-8 16,2 0-26-16,0 0-25 16,3 0 0-16,1 8-16 15,3 1-1-15,3 6-11 16,0 1-1-16,4 4 1 15,5 0-1-15,2 0 0 16,0 0 0-16,0-3 1 16,4-6 6-16,8 0 1 15,1-4-7-15,-2-2 5 0,0 0-5 16,2-3 8 0,3 1-9-16,2-1 2 0,0-1-1 15,2 2 1-15,-3-2-1 16,2 6-1-16,-3 3 0 15,-3 2-1-15,-3 3 0 16,-2 1 0-16,-2 4 0 16,-1 1 1-16,-3-1-1 15,2-3 1-15,-2 4 0 16,-2-4-1-16,0-2 1 16,0-1-1-16,-2-2 1 15,-9-1 2-15,-7-4 2 16,1 0-4-16,-6-4-117 15,-17-3-122-15,8 0-309 16,1 0-334-16</inkml:trace>
  <inkml:trace contextRef="#ctx0" brushRef="#br0" timeOffset="29414.21">4034 4164 590 0,'0'0'394'0,"0"0"-92"15,0 0-56-15,0 0-108 16,0 0-2-16,0 0 10 16,0 0-16-16,0-22-24 15,0 19-18-15,0-4-31 16,3-3-26-16,7-2-19 16,4-2-4-16,1 1-8 15,1 3 1-15,-3 1 5 16,-1 5-6-16,-1 3 0 0,2 1-1 15,1 0-11-15,1 0 11 16,1 7-8-16,-3 11 3 16,-3 4-1-16,-8 6-2 15,-2 6 5-15,-8 7 4 16,-11-1 6-16,-6 0 0 16,-2-1-5-16,0-6 6 15,0-3-1-15,4-5-6 16,-4-6 1-16,2-1-1 15,3-5 6-15,1-4 0 16,4-3-6-16,3-4 8 16,5-2-7-16,5 0 7 0,2 0-8 15,2 0-12-15,0 0-16 16,4-5-18-16,12-2 46 16,4 2 1-16,4 0 0 15,3 3 5-15,2 1 1 16,-2 1-5-16,-2 0-2 15,-6 0 0-15,0 1 0 16,-2 7-22-16,12-1-151 16,-2-3-405-16,0-2-713 0</inkml:trace>
  <inkml:trace contextRef="#ctx0" brushRef="#br0" timeOffset="30075.16">4857 4311 983 0,'0'0'401'16,"0"0"-93"-16,0 0-102 15,0 0-109-15,0 0-61 16,0 0-18-16,0 0-9 16,85-4 6-16,-52 0 60 15,3 2-3-15,-1-3-44 16,3 5-6-16,0 0-6 0,4 0-16 15,3 0 2-15,6 0-1 16,9-3 5-16,27 3-6 16,40-2 0-16,34 0 1 15,13 0 0-15,-13-1 0 16,-39 3-1-16,-40 0 0 16,-22 0-78-16,-8 0 0 15,-1 0 32-15,0 0 21 16,-4 0 13-16,-16-3-19 15,-10-1 22-15,-10 0 9 16,-9 1 32-16,0-3 33 16,-2 6 8-16,0 0-6 15,0 0-67-15,0 0-58 0,0-3-152 16,0 1-148 0,-4-2-738-16</inkml:trace>
  <inkml:trace contextRef="#ctx0" brushRef="#br0" timeOffset="30444.2">6333 4142 1315 0,'0'0'343'0,"0"0"-73"16,0 0-53-16,0 0-87 15,0 0-85-15,0 0-17 16,0 0-6-16,46 11 15 0,-19-1 0 16,4 0 11-16,5-1-23 15,-5 1-10-15,-2-2-14 16,-4 3 5-16,-9-1-4 16,-3 2-2-16,-7 2 0 15,-4 0 2-15,-2 2-1 16,0 3 0-16,-2-2 11 15,-15 3-5-15,-6-2 8 16,1-2-7-16,-1-2-7 16,6-2 0-16,3-2-1 15,10-4 0-15,4-6-156 16,14 0-384-16,7 0-129 0</inkml:trace>
  <inkml:trace contextRef="#ctx0" brushRef="#br0" timeOffset="30961.04">7164 4160 859 0,'0'0'311'15,"0"0"-159"-15,0 0 24 16,0 0-38-16,0 0-46 15,0 0 7-15,0 0 12 16,56-7-22-16,-34-5-33 16,-4 0-29-16,-2-4 36 15,-8 2 32-15,-1-2-6 16,-5-1-30-16,0 6-9 0,0 2-4 16,-2 5-29-1,2 4-10-15,-2 0-7 0,4 17-20 16,-2 15 18-16,-2 9 2 15,0 9 1-15,0 3 15 16,-2-4 18-16,-8 0-11 16,6-8-13-16,-1-10-8 15,5-4 8-15,0-11-10 16,0-8-10-16,9-8-74 16,5-3-261-16,1-13-953 0</inkml:trace>
  <inkml:trace contextRef="#ctx0" brushRef="#br0" timeOffset="31614.04">7565 4066 487 0,'0'0'403'15,"0"0"-263"-15,0 0-46 16,0 0-50-16,0 0-27 16,0 0-10-16,0 0-7 0,118-6 9 15,-113 6-8-15,-1 0 8 16,-4 0 139-16,0 0 73 15,0 0-98-15,0-5-88 16,0-2-21-16,-2 1-14 16,-5 5-9-16,-6 1-4 15,-3 0 7-15,-4 0 6 16,-4 5 0-16,-1 8 1 16,1 4 0-16,-1 3 14 15,3 2-3-15,6 1 2 16,3-1-2-16,8 0-11 15,5-4 7-15,0-3 2 16,0-2-4-16,14-6 4 0,3 0 10 16,4-5 4-1,-1-2-11-15,3 2-12 0,3-2 0 16,-2 1 0-16,3 4 0 16,-2 1 0-16,-3 0 0 15,-7 2-1-15,-4 1-1 16,-3 6 0-16,-6 2 0 15,-2 2-9-15,0 0 10 16,0-2 2-16,0 0 34 16,0-5 10-16,-10-5 17 15,2-1 36-15,-5-2 43 16,-3 0-28-16,-2-4-61 16,-2 0-30-16,-3 0-15 15,4 0-8-15,-18 0-97 16,6 0-264-16,2 0-682 0</inkml:trace>
  <inkml:trace contextRef="#ctx0" brushRef="#br0" timeOffset="33124.04">4190 5446 1781 0,'0'0'192'15,"0"0"-125"-15,0 0-67 16,0 0-30-16,0 0-305 15,0 0-391-15</inkml:trace>
  <inkml:trace contextRef="#ctx0" brushRef="#br0" timeOffset="33274.08">4130 5791 87 0,'0'0'1384'16,"0"0"-1234"-16,0 0-102 15,0 0-45-15,0 0-3 16,0 0-140-16,0 0-576 0</inkml:trace>
  <inkml:trace contextRef="#ctx0" brushRef="#br0" timeOffset="33395.12">4139 6182 1177 0,'0'0'110'0,"0"0"-110"16,0 0-259-16</inkml:trace>
  <inkml:trace contextRef="#ctx0" brushRef="#br0" timeOffset="33522.24">4238 6517 1979 0,'0'0'251'0,"0"0"-251"16,0 0-115-16,0 0-794 0</inkml:trace>
  <inkml:trace contextRef="#ctx0" brushRef="#br0" timeOffset="34378.14">3818 7240 1270 0,'0'0'344'15,"0"0"-36"-15,0 0-49 16,0 0-106-16,0 0-58 15,0 0-34-15,0 0 10 16,40 65 71-16,-40-19-2 16,0 3-40-16,-2 4-29 15,-13-3-34-15,3-5-13 0,1-10-17 16,5-7-6 0,-2-7 7-16,6-8-7 0,2-8-2 15,0-1-17-15,0-4-39 16,0 0-73-16,0-4-229 15,7-10-642-15</inkml:trace>
  <inkml:trace contextRef="#ctx0" brushRef="#br0" timeOffset="34722.01">4076 7238 990 0,'0'0'589'0,"0"0"-505"0,0 0-7 16,0 0 24-16,-31 109 25 16,27-59 21-16,4 0 25 15,0-2-35-15,0-5-63 16,11-11-22-16,13-8-7 16,7-10-5-16,5-11-4 15,3-3-5-15,-4 0-21 16,-4-12-2-16,-8-8-1 15,-10-6 4-15,-9-6-4 16,-4-1 11-16,0-6 28 16,-13 5-7-16,-9 0 2 15,-3 6-15-15,3 3-12 16,2 8-9-16,4 5-5 0,5 4-27 16,11 8-107-16,0 0-375 15,4 0-439-15</inkml:trace>
  <inkml:trace contextRef="#ctx0" brushRef="#br0" timeOffset="35436.47">5015 7429 1175 0,'0'0'260'0,"0"0"-84"16,0 0 34-16,0 0-136 0,0 0-49 15,0 0 22-15,0 0 2 16,20 20-6-16,9-20 3 15,2 3-21-15,3-3-4 16,1 0-8-16,8 0-6 16,8 0-6-16,9 0 5 15,7 0-5-15,5 0-1 16,1 0 2-16,-4-7-1 16,1 1 0-16,-4 0 6 15,5 0-6-15,10 2 24 16,8 1-6-16,27-2-13 15,31 3-5-15,-9 2 11 16,-15 0-11-16,-20 0 13 0,-39 0 18 16,-6 0-1-16,-5 0-17 15,-20 0-8-15,-8 0 7 16,-2-2-6-16,-1-3-1 16,-2-1 2-16,0 3 12 15,-7 1-5-15,-1 2-6 16,-8 0-7-16,-2 0-2 15,-2 0 0-15,0-2 0 16,0 2 1-16,2 0-1 16,1-2-46-16,-1 0-93 15,-2-1-112-15,0 3-281 16,-2-3-66-16</inkml:trace>
  <inkml:trace contextRef="#ctx0" brushRef="#br0" timeOffset="35757.58">6716 7257 985 0,'0'0'308'16,"0"0"-22"-16,0 0 29 15,0 0-51-15,0 0-57 16,0 0-64-16,0 0-81 16,-76-36-15-16,83 36 11 15,8 6 10-15,8 5-16 16,3 0-10-16,6 3-18 15,3 0-6-15,-2 2-9 16,-4 4-2-16,-6-2-6 0,-9 4 0 16,-8 0-1-1,-6 0 1-15,0 2 5 0,-2 0 0 16,-16 1-5-16,-5-3 0 16,0 2 5-16,-2-1-5 15,2-1-1-15,5-1-26 16,5-4-99-16,13-2-221 15,0-7-245-15,7-6-495 0</inkml:trace>
  <inkml:trace contextRef="#ctx0" brushRef="#br0" timeOffset="36180.08">7389 7296 1485 0,'0'0'299'16,"0"0"1"-16,0 0-108 15,0 0-124-15,0 0-45 0,0 0-9 16,49-111-4 0,-45 92 69-16,-1 7 38 0,-1 4 17 15,-2 3-5-15,0 5-40 16,0 0-44-16,0 9-37 16,0 22-7-16,0 10 12 15,0 10 15-15,0 4 8 16,-7-2-12-16,1-2-14 15,4-8-8-15,0-8 4 16,2-7-6-16,0-10-14 16,0-7-41-16,2-11-92 15,15 0-146-15,3-15-558 0</inkml:trace>
  <inkml:trace contextRef="#ctx0" brushRef="#br0" timeOffset="36853.93">7781 7103 914 0,'0'0'170'15,"0"0"1"-15,0 0-26 0,130-7-74 16,-99 7-43-16,-9 0-17 16,-10-1-3-16,-10 1 5 15,-2-3 161-15,0-1 24 16,-9 2-79-16,-9-2-29 15,-2 2-19-15,-2 2-18 16,-5 0-20-16,2 0-11 16,1 12-12-16,-1 4-2 15,8 4-8-15,3 1 1 16,7-4 0-16,7-1-1 16,0-1 1-16,0-1 11 15,3-4 1-15,5 0-1 16,4-3 0-16,-3 4-5 0,-1-4-1 15,2 0-4-15,3 0-1 16,3 0 5-16,5-2 2 16,4 4 5-16,0-1-7 15,-3 4-5-15,-7 2-1 16,-3 6-1-16,-10 0 0 16,-2 4 0-16,0-4 0 15,0 0 1-15,0-4 1 16,-5-6 0-16,-1 0 18 15,-3-4 48-15,-7 1 27 16,-1 0 1-16,-6 1-22 16,-2-2-25-16,1 1-26 15,0-3-11-15,-1-3-10 0,3-1 8 16,-3 0-7-16,3 0-2 16,-2 0-25-16,-10 0-102 15,5 0-389-15,5 0-821 0</inkml:trace>
  <inkml:trace contextRef="#ctx0" brushRef="#br0" timeOffset="91475.39">12523 3398 849 0,'0'0'506'0,"0"0"-290"15,0 0-12-15,0 0-56 0,0 0 10 16,0 0-4-16,47-11-34 16,-33 3-21-16,1-2-32 15,3-3-36-15,3-2-15 16,2-3-4-16,2-3-6 16,-5 1-4-16,0 4 8 15,-4 2 7-15,-6 2 12 16,-3 6-6-16,-3 2 3 15,-1 4-14-15,-1 0-7 16,1 0-5-16,1 8 0 16,-2 17 0-16,2 8 33 0,-4 9 26 15,0 12 10 1,0 7-3-16,0 3-18 0,0 0-14 16,-2-4 2-16,2-3-12 15,0-8-5-15,0 0-2 16,0-5-2-16,0 0-9 15,0 0 1-15,2-2-1 16,1-4-5-16,-3-1 0 16,2-9 0-16,-2-6 0 15,0-7 0-15,2-4-1 16,-2-5 0-16,0-6-6 16,4 0-39-16,10-14-74 15,-3-12-149-15,5-6-643 0</inkml:trace>
  <inkml:trace contextRef="#ctx0" brushRef="#br0" timeOffset="92031.01">13049 3323 1071 0,'0'0'390'16,"0"0"-84"-16,0 0-115 0,0 0-94 15,0 0-65-15,0 0 24 16,0 0 48-16,-45 58 7 15,30-21-2-15,-3 10-9 16,0 8-18-16,2 5 1 16,6 1-14-16,7 4-11 15,3-5-13-15,0-4-21 16,22-4-8-16,5-5 1 16,4-6-5-16,2-7 1 15,2-5 1-15,2-4-4 16,-1-9-1-16,-1-6 5 15,1-10 9-15,-5 0 6 16,-2-14-4-16,-4-16 2 0,-5-12 3 16,-5-10 2-16,-3-11 1 15,-8-5 1-15,-4 0-11 16,0 2-4-16,-14 8-2 16,-12 6 3-16,-3 10-6 15,-2 9-8-15,0 4-6 16,-3 11 0-16,3 7-9 15,-3 11-39-15,3 0-82 16,2 29-65-16,10 7-172 16,9 0-766-16</inkml:trace>
  <inkml:trace contextRef="#ctx0" brushRef="#br0" timeOffset="92443.07">13986 3539 1575 0,'0'0'650'0,"0"0"-453"16,0 0-57-16,0 0-85 15,0 0-27-15,0 0 68 16,-36 111 1-16,13-70-24 15,-1 2-30-15,1-3-20 16,2-7-16-16,0-2-6 16,5-9-1-16,1-7-22 15,1-8-75-15,-5-7-149 16,0-12-349-16,-1-10-671 0</inkml:trace>
  <inkml:trace contextRef="#ctx0" brushRef="#br0" timeOffset="92706.15">13691 3546 1472 0,'0'0'395'0,"0"0"-104"0,0 0-42 16,125 58-98-16,-80-33-95 15,-8 5-36-15,-5 4-20 16,-17 11-37-16,-8-8-335 16,-7-7-1074-16</inkml:trace>
  <inkml:trace contextRef="#ctx0" brushRef="#br0" timeOffset="95902.06">14106 3892 512 0,'0'0'216'16,"0"0"-112"-16,0 0 23 15,0 0-15-15,0 0-36 16,0 0-16-16,0 29 3 16,0-29 75-16,0 3 58 15,0-3 9-15,0 0 11 16,0 0-13-16,0-3-65 15,2-9-36-15,2 1-13 16,-1-3-29-16,-1 0-12 0,-2 2-4 16,0 0-5-16,0 6-6 15,0 3-12-15,0 0-8 16,0 3-1-16,0 0-12 16,0 0-7-16,0 0-7 15,0 9 7-15,0 11 7 16,0-3 0-16,0 3 1 15,0 1 0-15,0-7-1 16,0-3 1-16,0-2-1 16,0-8 2-16,0-1 11 15,0 0 4-15,2-8 22 0,0-12 10 16,-2-6-30 0,2-4-7-16,-2 0 0 0,0 0 2 15,0 7-4-15,-2 4-4 16,-7 5-5-16,-1 4-1 15,-2 2-22-15,1 1-117 16,5 3-370-16,0 1-794 0</inkml:trace>
  <inkml:trace contextRef="#ctx0" brushRef="#br0" timeOffset="99745.1">13952 3635 781 0,'0'0'253'16,"0"0"-42"-16,0 0-83 15,0 0-70-15,0 0 25 16,0 0-38-16,0 0 48 16,11-4 97-16,-11 4 51 15,0 0-64-15,0 0-67 16,0 0-36-16,0 0-31 15,0 0-27-15,2 8-16 16,2 8 0-16,3 9 1 16,3 4 7-16,0 1 1 15,4 2 0-15,-3-1-8 16,2-2 8-16,-1 0-8 0,-4-3 0 16,1-3 1-16,3-4-1 15,-6-3 5-15,3-5-5 16,-3-4 0-16,0-2 6 15,0 0-6-15,-4-3 1 16,0-2 4-16,-2 2-5 16,0-2 9-16,0 0 5 15,0 0-3-15,0 0 40 16,0-9 6-16,0-8-31 16,-6-9-6-16,-2-3 9 15,0-3-5-15,1-1-2 16,1 3 2-16,-2 8 6 15,4 6-8-15,2 6-1 0,0 5-1 16,2 1-10 0,0 4-11-16,0 0 0 0,0 0-12 15,2 3 5-15,14 10 6 16,3 2 1-16,4-1 0 16,2 0 1-16,-5-2 0 15,-5-2 0-15,-3-3-1 16,-8 0 0-16,-2-5 0 15,-2 0 0-15,0-2 2 16,0 0 10-16,0 0 3 16,-11-14 25-16,-11-7-12 15,-7-4-19-15,-2-1-3 0,0 1 2 16,6 7-7-16,9 4 1 16,5 3-1-16,7 3-1 15,2-1-15-15,0 4-51 16,-1-2-134-16,-6 3-609 0</inkml:trace>
  <inkml:trace contextRef="#ctx0" brushRef="#br0" timeOffset="101247.04">14578 3557 1172 0,'0'0'358'15,"0"0"-129"-15,0 0-5 16,0 0-131-16,0 0-62 15,0 0-14-15,0 0 0 16,64-66 26-16,-45 46 9 0,1-2 16 16,-3 3-18-16,-1-2-11 15,-3 7-1-15,-1 1-13 16,-5 5-8-16,-3 3-1 16,-2 5 11-16,2 0-11 15,1 0-15-15,1 20 0 16,2 16 0-16,-6 15 8 15,-2 14 10-15,0 9 49 16,0 4-9-16,-7-4-15 16,-2-7-11-16,0-12-11 15,5-9-4-15,2-14-6 16,2-11-3-16,0-9-8 16,0-10 5-16,0-2 6 15,0 0-12-15,0-15-80 16,0-16-154-16,0 5-408 0,0-2-739 15</inkml:trace>
  <inkml:trace contextRef="#ctx0" brushRef="#br0" timeOffset="102086.82">15091 3379 1043 0,'0'0'294'15,"0"0"-129"-15,0 0-5 16,0 0-102-16,0 0-37 15,134-2-12-15,-106 2-2 16,-3-3-6-16,-5 1 0 16,-5 1 11-16,-5-3 71 15,-4 1 28-15,-3-1 15 16,-3 3-33-16,0-3-16 16,0 1-27-16,0 3-16 15,-9 0-25-15,-5 0-8 0,-1 0 0 16,-1 0 0-16,1 0 7 15,-6 0-7-15,1 4 0 16,-4 4 0-16,-3 5-1 16,0 2 1-16,1 2-1 15,3 1 0-15,6-3 0 16,3 2-2-16,5-5 1 16,5 0-6-16,2-4 6 15,2 0 0-15,0-2 1 16,0-2 0-16,0 0 1 15,0-4-1-15,4 0 7 16,13 0 1-16,6 0-2 16,2 0 0-16,4 0-5 15,-2 0 5-15,-5-2-5 16,-3 0 0-16,-2 2-1 0,-5 0 0 16,2 5-1-16,2 10-5 15,0 2 6-15,1 4-1 16,-1-1 0-16,-1 5 0 15,-3 1 0-15,-4-1 0 16,-3 1 1-16,-5 1-2 16,0-4 2-16,0 0 0 15,0-3 0-15,-5-2 1 16,-1-2 0-16,-4-2 0 16,2-2 5-16,-3 2-4 15,-3-4 15-15,-3 2 43 16,-4-2 27-16,-1-2-18 15,-2-4-23-15,2 0-9 0,-1-4-22 16,5 0-4 0,-2 0-10-16,2 0 5 0,1 0-6 15,-1-4-6-15,-3 0-19 16,2 0-102-16,-15 1-127 16,3 3-111-16,4 0-443 0</inkml:trace>
  <inkml:trace contextRef="#ctx0" brushRef="#br0" timeOffset="110455.19">15936 3631 1322 0,'0'0'284'0,"0"0"-167"16,0 0 35-16,0 0-92 0,0 0-38 16,124 0-12-16,-92 0-4 15,-1 2-6-15,0-2-20 16,2 0-132-16,-6 0-347 16,-11 0-451-16</inkml:trace>
  <inkml:trace contextRef="#ctx0" brushRef="#br0" timeOffset="110650.05">15824 3982 54 0,'0'0'1550'0,"0"0"-1315"0,0 0-94 16,0 0-53-16,0 0-57 15,114 0-30-15,-54-10-1 16,-8 0-126-16,-6 1-576 0</inkml:trace>
  <inkml:trace contextRef="#ctx0" brushRef="#br0" timeOffset="111146.65">16781 3631 1013 0,'0'0'775'0,"0"0"-587"16,0 0 45-16,0 0-94 15,0 0-69-15,0 0-39 16,0 0 11-16,60-97 17 16,-54 72 14-16,-1 4-12 15,-3 0 17-15,0 5-23 0,-2 2-22 16,2 7-15-16,-2 2-3 15,0 5 8-15,2 5-23 16,-2 21-10-16,0 20 10 16,0 12 18-16,0 11 3 15,0 3 6-15,-6-2-2 16,2-4-10-16,1-8-7 16,3-12-7-16,0-11 5 15,0-9-6-15,0-10 1 16,0-9-1-16,0-2-15 15,0-5-38-15,3-2-71 16,5-12-126-16,2-4-437 0</inkml:trace>
  <inkml:trace contextRef="#ctx0" brushRef="#br0" timeOffset="111919.09">17184 3432 1288 0,'0'0'263'0,"0"0"-126"15,0 0-39-15,0 0-56 0,120-11-26 16,-93 8-9-16,0 3-6 16,-7-4 0-16,-4 3 0 15,-8-3 8-15,-6 0 2 16,-2 2 33-16,0-1 53 16,0 1-34-16,-15 2-56 15,-5 0 1-15,-3 0-7 16,2 0 12-16,-2 0 40 15,1 0 9-15,0 7 7 16,-3 5-11-16,-1 1-15 16,-1 8-19-16,2 1-12 15,2 2-11-15,8-1 6 16,5-2-6-16,2-2-1 0,8-2 1 16,0-5 0-16,0-2 8 15,4-2-8-15,10-2 5 16,4-2 5-16,4-3-2 15,7-1 3-15,7 0-3 16,0 0-2-16,0 0-6 16,-3-3 0-16,-4 3 0 15,-2 0-1-15,-6 2-2 16,2 14-6-16,-5 6 2 16,-3 4 5-16,-3 2 1 15,-5 5 0-15,-5-1 1 16,-2-1-1-16,0-2 0 0,0-5 6 15,-2-2 13-15,-8-4 33 16,1-7 12-16,-1 1 27 16,-7-3 9-16,0-1-27 15,-3-2-28-15,-3-4-20 16,2 0-11-16,-4-2-7 16,0 0 2-16,1 0-8 15,1 0 7-15,4 0-8 16,-2 0-1-16,6 0-1 15,3 0 1-15,6 0 0 16,2 0-16-16,4 0-44 16,0-6-85-16,15-4-192 15,1-1-629-15</inkml:trace>
  <inkml:trace contextRef="#ctx0" brushRef="#br0" timeOffset="112564.59">17922 3417 730 0,'0'0'645'0,"0"0"-320"16,0 0 61-16,0 0-117 16,0 0-88-16,0 0-82 15,0 0-26-15,-32-8-26 16,26 8-10-16,-5 0 9 15,-3 12 2-15,-1 2-9 16,-1 6-8-16,-1 1 4 16,-2 8-5-16,-1 5-14 15,3 2-3-15,1 2-5 16,5 2-7-16,5 0 5 0,3 1 5 16,3-1-4-16,0 0 1 15,5-4-7-15,12 0 7 16,1-1-7-16,3-3 7 15,2-5-8-15,4-5 1 16,4-8 0-16,6-5 15 16,0-9 2-16,5 0-3 15,-4-5-14-15,-1-13 11 16,-4-5-3-16,-2-8 24 16,-4-8 21-16,0-7 3 15,-6-5-2-15,-2-7-10 16,-6-5-4-16,-6 1-8 15,-5 6-14-15,-2 8-10 0,0 8-1 16,-14 10-8 0,-13 7-6-16,-8 5-30 0,-15 7-78 15,-38 4-67-15,8 3-126 16,3 1-1135-16</inkml:trace>
  <inkml:trace contextRef="#ctx0" brushRef="#br0" timeOffset="122949.05">19464 3569 1362 0,'0'0'207'15,"0"0"-83"-15,16 120 113 16,-7-62-86-16,4-3-35 0,1-7-24 16,-1-9-25-1,-1-10-29-15,-2-9-2 0,-5-10-13 16,-3-3-6-16,-2-7 11 16,0 0 52-16,0-7 2 15,-9-15-42-15,-4-8-23 16,-1-10-10-16,6-2-7 15,3-2 5-15,5 4-5 16,0 6-7-16,0 5 7 16,13 10 2-16,8 4-1 15,3 11 1-15,2 4-1 16,5 6-1-16,2 21 1 16,-5 9 11-16,-4 5-1 15,-5 4 5-15,-4-1-4 0,-6-4-2 16,-2-6-2-16,-3-6-7 15,-2-12 0-15,0-7 0 16,-2-9 9-16,0 0 8 16,0-21-1-16,-2-15-10 15,-6-11-6-15,1-4-1 16,5-3 0-16,2 6-1 16,4 12-8-16,18 9 1 15,9 16 8-15,6 11 0 16,-2 0 11-16,3 14 17 15,-7 11 6-15,-4 5-5 16,-5 4-14-16,-7-2-6 16,2-2-3-16,-5-2-6 0,2-2-11 15,8-3-49-15,23-9-77 16,-3-5-367-16,3-9-112 0</inkml:trace>
  <inkml:trace contextRef="#ctx0" brushRef="#br0" timeOffset="124284.38">20388 3643 1478 0,'0'0'233'16,"0"0"-35"-16,0 0-5 16,0 0-96-16,-128-30-48 15,111 41-25-15,-2 20-5 0,6 15 34 16,5 9 9-1,8 3 8-15,0 0 2 0,11-9-29 16,20-10-42-16,13-12 14 16,5-14 3-16,3-13-18 15,-8-4-67-15,-6-25-79 16,-14-12-36-16,-12-7 30 16,-12-6 90-16,0 0 62 15,-2 4 43-15,-8 11 62 16,6 17 41-16,4 18-24 15,0 4-113-15,9 21 7 16,11 15 14-16,3 4 4 0,-2 1-7 16,2 4 16-1,-7-5-5-15,-3-4-12 0,-5-8-5 16,0-10-9-16,-6-6-1 16,-2-10-5-16,0-2 6 15,0-10 17-15,0-20-17 16,0-9-12-16,0-13 0 15,-2 1 0-15,0 2 0 16,2 5 0-16,0 11 0 16,0 6-7-16,6 6-14 15,9 10-3-15,8 8 9 16,4 3 14-16,2 1 0 16,0 19 0-16,0 8 0 15,-5 4 1-15,3 0 1 16,-5-2 0-16,0-2 8 0,-1-3-9 15,-4-5 0-15,-1-6 0 16,-7-5-7-16,-1-4-5 16,2-5-29-16,-3 0 41 15,1-14 0-15,1-10 1 16,0-4 5-16,-2-2-6 16,-5 5-1-16,-2 6-7 15,0 7 8-15,0 4 5 16,-4 5 4-16,-5 2-8 15,-3 1 5-15,2 0-6 16,3 0 0-16,2 0 1 16,3 0-2-16,-1 0-4 15,3 0-1-15,0 0-5 0,0 0 10 16,0 0 0 0,0 0 1-16,0 0 0 0,0 0 2 15,0 0 7-15,0 0 0 16,0 0 1-16,0 0 2 15,0 0-6-15,0 0 0 16,0 0-6-16,0 0-13 16,3 0 8-16,2 0 5 15,4 0 8-15,-1 0-7 16,4-3 5-16,5-1-5 16,1-3 0-16,4-4 0 15,-2-3 6-15,1-2-5 16,-6 0-1-16,-3 0 7 15,-6 2-7-15,-4 0 6 0,-2 4-7 16,0 2 0-16,0 3 8 16,-6 5-3-16,-6 0-5 15,-3 0-1-15,-3 23-11 16,-2 13 6-16,-2 9 5 16,4 13 0-16,5 1 1 15,8 4 6-15,5-5-5 16,9-8-1-16,20-12-1 15,9-10 1-15,1-14 0 16,4-12 2-16,-1-2 10 16,-3-10-6-16,-8-18-6 15,-5-6-8-15,-6-5-19 16,-6-2 5-16,-5 3 5 0,-3 6 10 16,-3 9 5-16,-1 14 2 15,-2 9-34-15,0 4-5 16,0 22 30-16,0 6 9 15,4 3 6-15,3 0 16 16,0-5 12-16,2-8-13 16,-3-5-4-16,-4-10-2 15,0-5 10-15,-2-2 27 16,0-9 65-16,0-17-59 16,0-11-40-16,0-4-9 15,0-6 7-15,0 1-2 16,0-3 1-16,0 5-9 15,0 5-6-15,0 5-6 0,0 5-31 16,23 3-63 0,-1 8-144-16,1 7-571 0</inkml:trace>
  <inkml:trace contextRef="#ctx0" brushRef="#br0" timeOffset="124653.2">21807 3514 1620 0,'0'0'257'0,"0"0"-74"15,0 0-69-15,0 0-54 16,0 0-30-16,-107 134-7 16,101-81 4-16,6 2 49 15,0-9-5-15,22-10-41 0,7-11-20 16,7-14 3-16,0-11 16 15,-3 0-3-15,-4-20-9 16,-10-12-5-16,-9-8-6 16,-8-3-5-16,-2 2 5 15,0 2 30-15,-12 9 52 16,4 10-9-16,1 10-27 16,3 10-40-16,4 2-12 15,0 24-15-15,0 9 15 16,0 6 0-16,11 3 1 15,7-6-1-15,4-3-8 16,29-15-49-16,-4-10-142 0,6-10-560 16</inkml:trace>
  <inkml:trace contextRef="#ctx0" brushRef="#br0" timeOffset="124931.44">22311 3334 1538 0,'0'0'197'0,"0"0"-32"15,0 0-47-15,11 117-39 16,20-75-32-16,6-1-13 16,-4-2-5-16,-9 0 41 0,-8-6 20 15,-14-2-31-15,-2-4 53 16,-2-3-36-16,-19-4-11 15,-2-3 1-15,-6-6-7 16,-3-6-17-16,3-5-9 16,7-5-15-16,13-31-18 15,6 0-96-15,3 3-567 0</inkml:trace>
  <inkml:trace contextRef="#ctx0" brushRef="#br0" timeOffset="125074.09">22876 3870 347 0,'0'0'1627'15,"0"0"-1327"-15,0 0-141 0,0 0-159 16,0 0-83-16,0 0-1308 16</inkml:trace>
  <inkml:trace contextRef="#ctx0" brushRef="#br0" timeOffset="133728.29">12641 5304 1415 0,'0'0'284'16,"0"0"-179"-16,0 0-34 16,0 0 64-16,0 0 16 15,0 117 15-15,0-85-37 16,0-6-38-16,-3-6-39 15,3-15-24-15,0-5 12 16,0 0 69-16,0-14-19 16,0-9-53-16,0-6-13 15,0 0-3-15,-6 0-5 16,2 3-1-16,2 4-4 16,-1 6-1-16,3 4 1 15,0 4 7-15,0 3 13 0,0 3 3 16,0 2-7-1,0 0-15-15,0 0-12 0,0 16 0 16,0 8 0-16,0 13 13 16,0 3 5-16,-2 4-3 15,2 2-4-15,0-4-4 16,0 1-6-16,0-7 1 16,0-3 4-16,0-5-5 15,0-3 1-15,0-6-1 16,0 0 0-16,2-5 1 15,-2-4-1-15,3-2-1 16,-3-2 1-16,2-4 0 16,-2-2 0-16,2 0 5 15,-2 0-5-15,2 0 5 16,2 0-5-16,6 0 0 0,-1 0 1 16,3-2-2-16,5-2 0 15,-2 2 0-15,1-1 0 16,-1 3-1-16,1-3 1 15,1 1-1-15,4 0 1 16,3 0 0-16,5-1 0 16,7 2 0-16,1-3-1 15,9 0-5-15,-2 0 4 16,1 0-5-16,-3 1 5 16,1-2 2-16,-3 1-1 15,-5 1 0-15,3 1 0 16,-3 2 0-16,4 0 1 15,1 0 0-15,4 0 0 0,5 0 0 16,1 0-1-16,0 0 1 16,0 0 0-16,-8 7-1 15,-6 0-1-15,-7-2-4 16,-3 1 6-16,3 0-1 16,12-4 1-16,9-1 1 15,16-1-1-15,7 0 1 16,0 0-1-16,-5 5-1 15,-15-1 1-15,-13 4-1 16,-13-1-7-16,-14 2-2 16,-6-4 4-16,-5-5 5 15,0 3 1-15,-2-3 6 16,0 0 0-16,0 0 2 16,0 0 4-16,0 0-6 0,0 0-5 15,0-3 0-15,0-6 0 16,0-1 0-16,0-2-1 15,-4-3 1-15,-1 3 0 16,3-7-1-16,0 3 1 16,0 0 0-16,0-3 0 15,0 4 0-15,-3-4-1 16,-2-2 0-16,-2-4 0 16,0-1 1-16,0-4 0 15,2 2-1-15,1 0 0 16,2-2 1-16,1 2 0 15,1 0 0-15,0-2 0 16,2 2 0-16,0 1 0 0,0 4 5 16,0 2-5-16,0 3 1 15,0 6-2-15,0 1 1 16,-2 4-1-16,-1 5-6 16,3 2-24-16,-7 5-151 15,1 10-388-15,-1-1-1249 0</inkml:trace>
  <inkml:trace contextRef="#ctx0" brushRef="#br0" timeOffset="135244.35">15128 5444 857 0,'0'0'271'0,"0"0"-161"16,0 0 216-16,0 0-59 15,0 0-87-15,0 0-1 16,0 0-65-16,-2-49-49 15,2 68 18-15,0 8 20 16,0 6 16-16,0 7-20 16,0 6-14-16,0 2-30 0,0-2-16 15,0-3-9-15,0-2-14 16,0-9-7-16,0-1 2 16,0-4-5-16,0-8-5 15,-2-1 5-15,0-8 0 16,0-4-4-16,2-4-1 15,0-2 9-15,0 0-4 16,0 0 2-16,0 0-2 16,0 0 3-16,0 0-2 15,0 0 1-15,0 0-7 16,6-2 0-16,10-5-1 16,2-4 0-16,4 2 0 15,1-3 0-15,-1 5 0 16,-2 0 0-16,-2 2 1 15,4-1-1-15,2 0 0 0,5 0-1 16,10 0 0-16,3-2 1 16,5-1 0-16,4 4 0 15,-4 1-1-15,-5 1-6 16,-4 3 7-16,-4 0 0 16,-3 0-1-16,0 0 1 15,7 0 0-15,4 0-1 16,12 0-13-16,6 0-3 15,9 0 4-15,3-7 13 16,-4 1 0-16,-7 4-1 0,-10 0 1 16,-11 2-11-1,-7 0-17-15,3 0-1 0,4 0-5 16,16 0-23-16,16 0 8 16,17 0 34-16,9 0-2 15,-1 0 5-15,-3 4-17 16,-18 6 14-16,-18-4-6 15,-22 0 0-15,-19-3-1 16,-7-3 22-16,-8 0 4 16,0 0 23-16,2 0 4 15,-2 0-10-15,1-1-6 16,-3-5 6-16,0 1-3 16,0 2 9-16,0-1-14 15,-9-1-12-15,-3 0 0 16,4 1 10-16,-3-2-5 0,1-2-5 15,2-1 12-15,1-2-7 16,-2-1-5-16,-2-2 5 16,2 2-5-16,-4-2 1 15,-1-3-1-15,1 0 0 16,-1-6 14-16,1-2 8 16,-1-6 1-16,4-3-2 15,1 0-5-15,-1 2 7 16,4 6-1-16,0 4 6 15,1 3-4-15,-1 6 8 16,0 1 2-16,2 2-7 16,2-1-4-16,0 3-4 15,0 1-2-15,2 1 0 0,0 2-3 16,0-1-14-16,0 3-1 16,6 2-9-16,4 0-3 15,-2 0-36-15,-3 31-79 16,-1-4-157-16,-4-2-1437 0</inkml:trace>
  <inkml:trace contextRef="#ctx0" brushRef="#br0" timeOffset="137301.82">13307 4374 434 0,'0'0'383'16,"0"0"-12"-16,0 0-73 16,0 0-114-16,0 0-64 15,0 0-18-15,0-11-25 0,0 9-16 16,-2 0 27-1,2 0 27-15,0 0-7 0,0-2-17 16,0 2-4-16,-2 2-15 16,2 0-22-16,0 0-23 15,0 0-18-15,0 0-9 16,0 0-7-16,0 0 6 16,0 8 1-16,0 2 0 15,0 2 1-15,0 2 1 16,0 0-1-16,0 0 7 15,0 2-7-15,0-4-1 16,0 0 2-16,0-3-2 0,0-5 0 16,6-4-145-1,6 0-421-15,-8 0-909 0</inkml:trace>
  <inkml:trace contextRef="#ctx0" brushRef="#br0" timeOffset="137948.07">12588 6079 1505 0,'0'0'224'0,"0"0"102"16,0 147-44-16,6-77-141 15,9 4-74-15,2-3-30 16,-5-7-20-16,0-4-10 15,-5-10-5-15,-3-10-1 16,-4-10-1-16,2-12 0 0,-2-10-58 16,0-8-12-16,0 0 1 15,0-9-163-15,0-23-86 16,0 1-330-16,-2 1-190 0</inkml:trace>
  <inkml:trace contextRef="#ctx0" brushRef="#br0" timeOffset="138216.97">12478 6238 1322 0,'0'0'335'0,"0"0"-111"15,0 0 9-15,87-106-74 16,-31 92-85-16,4 9-28 0,-2 5-30 16,-5 20-15-16,-12 18 0 15,-12 3-1-15,-20 3 0 16,-9 0 0-16,-9-3 53 15,-26-10 57-15,-13-3 23 16,-1-5-24-16,-2-9-32 16,6-4-36-16,10-8-28 15,12-2-4-15,14 0-7 16,9-10-2-16,0-8-99 16,48-3-126-16,-4 5-354 15,0 6-315-15</inkml:trace>
  <inkml:trace contextRef="#ctx0" brushRef="#br0" timeOffset="138629.95">12898 6583 1756 0,'0'0'347'0,"0"0"-93"16,0 0-12-16,0 0-163 15,0 0-46-15,0-134-26 16,20 98-6-16,1 4-1 15,-2 5 2-15,-4 3-1 16,1 3 4-16,1 3-5 16,1 2-83-16,1 7-48 15,-2 7 17-15,-1 2 44 16,-7 0 45-16,-9 18 17 16,0 9 8-16,0 0 8 15,-9 4 21-15,3-6 10 0,6-3 7 16,0-4-21-16,10-8-7 15,13-5 6-15,6-5 31 16,4 0-18-16,-2-17-21 16,1-4-1-16,-11-6 0 15,-3 1-5-15,-11 0 7 16,-5 5 38-16,-2 3-15 16,0 2-13-16,-9 5-15 15,-1 5-12-15,0 2-42 16,8 0-79-16,2 0-127 15,18 0-145-15,7-2-685 0</inkml:trace>
  <inkml:trace contextRef="#ctx0" brushRef="#br0" timeOffset="138804.26">13437 6043 1470 0,'0'0'323'15,"0"0"-89"-15,0 0 17 16,0 0-211-16,0 0-21 15,-14 113-10-15,6-49 0 16,3 0 0-16,5 1-3 16,0-7-6-16,2 4-18 15,9-18-198-15,-1-12-298 0</inkml:trace>
  <inkml:trace contextRef="#ctx0" brushRef="#br0" timeOffset="138931.49">13425 6459 2203 0,'0'0'336'0,"0"0"-269"15,0 0-67-15,119-78-682 0</inkml:trace>
  <inkml:trace contextRef="#ctx0" brushRef="#br0" timeOffset="140612.43">12889 5211 745 0,'0'0'321'0,"0"0"-55"15,0 0-17-15,0 0-18 16,0 0-72-16,0 0-30 16,62-17-22-16,-44 7 4 15,0-1-9-15,-3 1-2 16,1-3-8-16,1 1-22 16,4-5-27-16,1 0-17 15,1-2-11-15,-2 5-8 16,-3 0-5-16,-7 6 6 15,-4 2 12-15,-2 4 23 16,-3 2-19-16,0 0-24 0,3 10 1 16,1 14-1-16,1 8 15 15,-3 11 7-15,1 6 19 16,-5 6 2-16,0 3 2 16,0 2-6-16,0-4-9 15,0-5-9-15,-5-5-6 16,-2-9-9-16,3-7 1 15,0-7-1-15,4-7 3 16,-2-6-8-16,2-5 7 16,-2-1-8-16,-1 0 0 0,3-1-11 15,-2-3 1 1,2 0 10-16,0 0-1 0,0 0-1 16,0 0-20-16,0-7-29 15,13-12-58-15,10 3-132 16,1-4-617-16</inkml:trace>
  <inkml:trace contextRef="#ctx0" brushRef="#br0" timeOffset="141146.46">13477 5121 694 0,'0'0'511'0,"0"0"-305"16,0 0-29-16,0 0-75 15,0 0-26-15,0 0 38 16,0 0 2-16,-65 52 1 16,59-22 6-16,1 9 11 15,3 1-34-15,2 2-39 16,0 0 15-16,0-4-29 16,5-4-24-16,12-5-4 15,6-4-1-15,4-9 3 0,2-6 16 16,4-6 6-16,0-4-17 15,3 0-11-15,-7-6-8 16,-2-8-1-16,-5-2 3 16,-7-6 4-16,-6-4 10 15,-4-6 14-15,-3-4-4 16,-2-5-13-16,0 1-13 16,0 3-7-16,0 2 1 15,-9 9-1-15,-6 6-6 16,-6 8 5-16,-6 6-9 15,-8 6-35-15,-27 2-67 16,6 16-249-16,3 3-738 0</inkml:trace>
  <inkml:trace contextRef="#ctx0" brushRef="#br0" timeOffset="142558.01">14746 5421 834 0,'0'0'351'0,"0"0"-155"15,0 0-39-15,0 0-65 16,0 0-20-16,0 0 35 0,-129 120-3 15,106-99-22-15,7-2-35 16,7-8-31-16,5-3-10 16,4-5-6-16,0-3-102 15,0-3-199-15,2-6-752 0</inkml:trace>
  <inkml:trace contextRef="#ctx0" brushRef="#br0" timeOffset="142700.04">14563 5514 1151 0,'0'0'237'15,"0"0"-45"-15,0 0-103 0,0 0-89 16,147 81-55-16,-103-61-913 16</inkml:trace>
  <inkml:trace contextRef="#ctx0" brushRef="#br0" timeOffset="145898.68">15773 5249 671 0,'0'0'599'16,"0"0"-432"-16,0 0 17 0,0 0-76 15,0 0-64-15,0 0-28 16,0 0-4-16,49-48 16 15,-37 36 52-15,-6 0 11 16,1 2 23-16,-1-2-37 16,0 2-22-16,4-4-17 15,-1 2-4-15,-1 0-6 16,2 4-6-16,-6 1 8 16,1 7 15-16,-3 0 5 15,-2 0-32-15,0 21-12 16,0 11 13-16,0 8 33 15,0 4-3-15,0 1-19 0,0-5-9 16,0-5 1-16,0-6-10 16,0-9-3-16,0-9-8 15,0-2 5-15,0-6-4 16,0 0 4-16,0 1-6 16,0 2 0-16,0 1-6 15,0-2-35-15,-5 2 6 16,3-4-19-16,2-1-72 15,0-2-33-15,0-5 41 16,5-10-132-16,5-2-480 0</inkml:trace>
  <inkml:trace contextRef="#ctx0" brushRef="#br0" timeOffset="146664.99">16114 5104 168 0,'0'0'1108'15,"0"0"-863"-15,0 0-66 16,0 0-97-16,0 0-37 15,0 0-26-15,127-31-12 16,-106 27-5-16,-6 2-1 16,-7 1 8-16,-2 1 1 0,-6 0 37 15,0 0 42-15,0 0 21 16,0 0-26-16,0-3-31 16,0 3-41-16,-6-2-3 15,-5 2-9-15,1 0 16 16,-4 0 16-16,1 0-8 15,-1 0-3-15,1 0-3 16,0 0-4-16,-1 2-8 16,-1 6-5-16,-1 4 1 15,1 0-1-15,-1 2 10 16,5 1 5-16,1-1-3 16,4-5-13-16,4 1 0 0,2 0-1 15,0 0 1-15,0 0 1 16,0 2 8-1,0-2-7-15,0-2 4 0,0 0-5 16,0-2 0-16,2-2-1 16,2-1-4-16,6-3-1 15,1 2 5-15,5 0 14 16,3-1-13-16,1 3 8 16,3 5-8-16,-1 1 0 15,-2-1-1-15,-2 7 1 16,-3 3-1-16,-2 0-1 15,-1 6 1-15,-6-1 0 16,-3 2-1-16,-3-2 1 0,0-4-2 16,0-1 2-1,-9-4 39-15,-5-3 25 0,-3-2 1 16,1-3 4-16,-4-4-23 16,2-3-12-16,-4 0-7 15,2 0 3-15,-2 0-16 16,-1-6-13-16,4 0-1 15,3 3 0-15,3 0-26 16,3 1-44-16,6 2-154 16,1 0-278-16,1 6-196 0</inkml:trace>
  <inkml:trace contextRef="#ctx0" brushRef="#br0" timeOffset="147581">18087 5314 1597 0,'0'0'266'16,"0"0"-91"0,0 0-7-16,127-2-110 0,-98 2-43 15,-7 0-15-15,-6 4-54 16,-5 4-121-16,-6-3-220 16,-1-2-535-16</inkml:trace>
  <inkml:trace contextRef="#ctx0" brushRef="#br0" timeOffset="147752.28">17927 5595 1134 0,'0'0'582'0,"0"0"-219"0,0 0 17 16,0 0-203-16,0 0-109 15,129-24-47-15,-73 13-21 16,19-3-10-16,-15 2-231 15,-8 0-583-15</inkml:trace>
  <inkml:trace contextRef="#ctx0" brushRef="#br0" timeOffset="148112.24">18769 5324 918 0,'0'0'694'0,"0"0"-484"16,0 0 122-16,0-104-97 15,0 75-66-15,0 8-54 16,0 4-4-16,0 11-18 16,2 6-14-16,0 6-64 15,-2 28-9-15,0 14 24 16,0 10 0-16,0 9 16 15,-13 1-1-15,-3-4-16 16,3-6-14-16,4-12-14 16,5-8 5-16,4-9-6 15,0-7 0-15,0-7-10 16,0-3-11-16,0 0-2 16,0-1-16-16,0-3-32 0,0-2-42 15,4-6-82-15,9 0-184 16,6-2-370-16</inkml:trace>
  <inkml:trace contextRef="#ctx0" brushRef="#br0" timeOffset="148767.03">19061 5259 474 0,'0'0'891'15,"0"0"-616"-15,0 0 13 16,0 0-138-16,138-30-61 15,-111 25-51-15,-9 1-17 16,-7 0-9-16,-7 1-3 16,-4 3 8-16,-7 0 47 15,-19 0-14-15,-8 0-10 16,-3 0-25-16,-3 8-3 0,-1 6-9 16,3 0 7-1,7 4 19-15,4 1-4 0,5-1-3 16,7 2-5-16,6-4-17 15,7-2 1-15,2-2-1 16,0-4 3-16,13 0 6 16,9 0 7-16,7 2-5 15,5-1-10-15,-1 6 8 16,3-1-8-16,-3 1 1 16,-2-1-1-16,-2 5 0 15,-6-1-1-15,-5 6 0 16,-9 0 0-16,-7 5-1 15,-2 0 0-15,0-3 0 16,-9-1 1-16,-5-8 10 16,-1 0 4-16,-3-8 9 15,-3-2 23-15,0-3 27 16,-4-2-9-16,-2-2-13 0,0 0-15 16,-2 0-14-16,0 0-22 15,2 0-1-15,3 0-71 16,2 0-125-16,8 0-159 15,8-8-125-15,6 2-93 16,0 0-534-16</inkml:trace>
  <inkml:trace contextRef="#ctx0" brushRef="#br0" timeOffset="149262.07">19703 5242 986 0,'0'0'378'0,"0"0"-46"15,0 0-34-15,0 0-95 16,0 0-73-16,0 0-4 0,0 0-10 16,-123 72-3-1,101-35 0-15,5 7-2 0,3 2-23 16,7-1-16-16,7-1-11 16,0-1-14-16,21-6-8 15,10-2 9-15,6-7 4 16,11-9 0-16,-2-7-10 15,3-5-13-15,0-7-14 16,-4 0-8-16,-5-8 2 16,-3-13 0-16,-5-11 3 15,-8-5 9-15,-6-10 18 16,-9-3 14-16,-7 1-4 16,-2-2-25-16,-2 3-24 15,-20 5-8-15,-12 6-37 16,-10 8-58-16,-7 12-52 0,-23 17-42 15,14 0-34-15,6 17-554 16</inkml:trace>
  <inkml:trace contextRef="#ctx0" brushRef="#br0" timeOffset="164501.17">1582 9663 1622 0,'0'0'340'0,"0"0"-236"15,0 0-45-15,0 0 10 16,0 0 33-16,0 0 54 16,11 114-16-16,-26-88-55 15,-6-4-27-15,0-3-25 16,-4-9 1-16,3-6-10 15,-1-4 22-15,6-2-6 16,3-19-8-16,5-7-16 16,7-2-5-16,2-2-11 15,6 6-1-15,17 4 1 16,4 10-2-16,0 9 1 16,-6 3-7-16,-5 5 3 15,-5 15 5-15,-11 4 0 0,0 5 1 16,-11 0 16-1,-15 0 4-15,-3-5-2 0,2-6-10 16,4-9-7-16,6-9-1 16,5 0 17-16,6-15-2 15,6-18-16-15,0-4 0 16,14 0-1-16,12 7 0 16,3 12-5-16,3 13 4 15,-7 5 0-15,0 5 1 16,-7 19 1-16,-11 2 1 15,-7 4 15-15,0-2 20 16,-18-2 25-16,-6-5-1 0,-1-6-28 16,5-8-14-16,5-7-3 15,1 0 13-15,5-8-3 16,3-13-13-16,1 2-6 16,2 1-6-16,3 4-9 15,0 4-67-15,6 5-84 16,40 1-108-16,-1 2-237 15,1-1-413-15</inkml:trace>
  <inkml:trace contextRef="#ctx0" brushRef="#br0" timeOffset="164764.32">2162 9374 2237 0,'0'0'277'0,"0"0"-141"16,0 0-51-16,62 109 33 15,-21-17-27-15,-1 30-13 16,-7-8-16-16,-6-9-15 16,-10-17-31-16,-5-20-14 15,-1 4 5-15,-2 1-6 16,-5-13-1-16,1-14-50 15,-5-24-84-15,0-14-189 16,0-8-487-16</inkml:trace>
  <inkml:trace contextRef="#ctx0" brushRef="#br0" timeOffset="165042.1">2205 9633 1590 0,'0'0'294'16,"37"-116"-119"-16,19 52 150 15,15 3-172-15,14 20-8 16,0 18-51-16,-8 23-36 16,-12 11-36-16,-20 31-10 15,-18 12-1-15,-19 10 15 16,-8 1 36-16,-10-5 27 16,-27-2-23-16,-5-7-16 15,-9-9-16-15,-7-7-13 16,3-8-10-16,3-8-4 15,7-10-7-15,12-5-34 16,11-4-35-16,15 0-52 0,18-22-69 16,23-4-451-16,6 1-795 15</inkml:trace>
  <inkml:trace contextRef="#ctx0" brushRef="#br0" timeOffset="165277.13">3017 9360 2376 0,'0'0'294'0,"0"0"-182"16,0 0 0-16,50 119 32 0,-37-54-43 16,1 8-17-16,-6-3-28 15,-1-4-37-15,2-8-10 16,-2-9-8-16,-1-11-1 15,3-10-54-15,16-18-74 16,-3-10-129-16,3 0-560 0</inkml:trace>
  <inkml:trace contextRef="#ctx0" brushRef="#br0" timeOffset="165644.03">3468 9581 1972 0,'0'0'350'0,"0"0"-177"0,0 0 13 16,0 0-84-16,-113 78-48 15,97-30 1-15,7 6-10 16,9 0-13-16,0-4-17 16,27-8-2-16,9-10-7 15,1-9-6-15,-1-15-3 16,-3-8-76-16,-6-2 3 15,-9-25 35-15,-9-8 23 16,-7-10 8-16,-2-2 10 16,0 0 10-16,0 13 71 15,-7 10 18-15,5 14-10 16,2 10-17-16,0 0-61 16,0 27-2-16,7 12 30 15,6 7-6-15,3 4-12 0,0-4-9 16,-1-2-12-16,1-10 0 15,8-8-63-15,-4-13-124 16,1-13-579-16</inkml:trace>
  <inkml:trace contextRef="#ctx0" brushRef="#br0" timeOffset="165898.25">3920 9581 1805 0,'0'0'240'0,"0"0"-69"16,0 0 59-16,0 0-104 15,-124 76-29-15,97-28 19 16,6 8-28-16,6 4-4 16,9 2-23-16,6-6-18 15,0-7-22-15,15-9-10 16,14-12-11-16,2-12 0 15,8-12-62-15,18-11-104 16,-8-14-396-16,-7-7-1124 0</inkml:trace>
  <inkml:trace contextRef="#ctx0" brushRef="#br0" timeOffset="166295.67">4197 9703 1862 0,'0'0'395'0,"0"0"-206"16,0 0 53-16,0 0-126 15,0 0-75-15,-127 8-20 16,102 28 1-16,0 10 3 16,8 7 4-16,9 1 2 15,8-4 2-15,2-8-15 16,29-12-7-16,9-12-11 15,4-15 0-15,3-3-31 16,-7-11-50-16,-9-22 8 0,-8-4 11 16,-9-7 39-1,-8 0 23-15,-6 2 0 0,0 8 66 16,0 8 43-16,-2 11-21 16,-2 10-7-16,4 5-26 15,0 4-55-15,0 24 1 16,0 9 11-16,0 7 3 15,4 7-8-15,7-3-5 16,3-6-2-16,1-8-15 16,14-19-96-16,-2-13-200 15,-3-2-994-15</inkml:trace>
  <inkml:trace contextRef="#ctx0" brushRef="#br0" timeOffset="166589.51">4574 9587 1847 0,'0'0'293'0,"0"0"-40"15,0 0-43-15,0 0-114 16,0 0-57-16,0 0-18 16,-39 128-3-16,64-90 0 15,4 9-3-15,-4 4 3 16,-3 10 13-16,-9 1 6 15,-8 0-2-15,-5-4-1 16,0-8 2-16,-11-9 12 16,-7-16-23-16,-2-11-7 0,-2-14-4 15,-3 0-2-15,-2-14 1 16,-2-10-13-16,-13 0-36 16,7 6-149-16,1 9-568 0</inkml:trace>
  <inkml:trace contextRef="#ctx0" brushRef="#br0" timeOffset="168337.64">5586 9916 871 0,'0'0'532'15,"0"0"-331"-15,0 0 26 0,0 0-59 16,0 0-51-16,0 0-23 16,0 0 104-16,122 0-33 15,-43-9-23-15,10-6-21 16,7 1-39-16,-3 0-42 16,-6 4-20-16,-5 3-14 15,-8 4-5-15,-7 3-1 16,-9 0 0-16,-6 0-8 15,-8 0 7-15,-9 0-10 16,-8 0-4-16,-7-7-3 16,-11 2 3-16,-5-4 5 15,-2 1 2-15,-2-1-47 16,0-1-12-16,0-2 10 0,-10 2-19 16,-11 1 41-16,-6 1 27 15,-6 3 8-15,-9-2 1 16,-3 4 0-16,-1 1-1 15,1 0 1-15,5-1 1 16,6 3 4-16,10 0 16 16,7 0 15-16,7 0 23 15,6 0 13-15,4 0 6 16,0 0-31-16,0 0-29 16,20-2-7-16,9 0 9 15,9 0 5-15,1 2-13 16,7 0-11-16,-7 2-1 15,-1 14 0-15,-7 6-1 0,-8 2-1 16,-11 6 0-16,-12 3-5 16,0-1 6-16,-29 2 22 15,-12 2 3-15,-6-4-13 16,-2 2-12-16,-5 2-18 16,12-6-109-16,11-7-589 0</inkml:trace>
  <inkml:trace contextRef="#ctx0" brushRef="#br0" timeOffset="172655.02">7282 9523 1530 0,'0'0'344'15,"0"0"-109"-15,0 0 78 0,0 0-206 16,125-52-61 0,-73 41 17-16,-8 6-4 0,-7 5-24 15,-8 0-11-15,-6 16-18 16,-9 6 4-16,-12 8 0 15,-2 2-8-15,-16 2 14 16,-22 4 38-16,-13-2-5 16,-3 0-17-16,3-6-20 15,11-7-12-15,14-10 1 16,14-9 7-16,12-4 1 16,6 0-8-16,26-20 7 15,13 0-8-15,6 0 9 16,2 5-9-16,5 12 6 15,-4 3 2-15,-3 3-7 16,-11 18 0-16,-13 9-1 0,-16 6-1 16,-11 2 0-16,-13 4 1 15,-25 1 24-15,-11-3 17 16,-9-2 4-16,-2-4-12 16,1-7-27-16,8-8 5 15,11-9-10-15,9-8 9 16,14-2-9-16,7-5-1 15,10-12-18-15,2-3-69 16,45-13-91-16,-2 10-429 16,0 0-462-16</inkml:trace>
  <inkml:trace contextRef="#ctx0" brushRef="#br0" timeOffset="172985.97">8312 9252 2065 0,'0'0'331'0,"0"0"-70"15,0 0-79-15,0 0-43 0,40 183-30 16,-34-93-23-16,-6 7 1 16,0 0-13-16,-8-20-35 15,-3 5-21-15,4-14-3 16,4-15-14-16,3-9-1 16,0-15-13-16,3-11-86 15,26-18-66-15,-3 0-99 16,1-12-698-16</inkml:trace>
  <inkml:trace contextRef="#ctx0" brushRef="#br0" timeOffset="173337.43">8535 9825 1950 0,'0'0'288'0,"0"0"-11"15,0 0-117-15,156-51-105 16,-116 42-39-16,-8 1-7 16,-13 3-7-16,-7 0 4 15,-8 0 7-15,-4-4 11 16,0 2 46-16,-20-2-25 16,-9 1 7-16,-7 4-17 15,-6 4 5-15,-1 0 5 16,4 4-20-16,3 20-11 15,7 8-4-15,11 10-9 16,9 11 9-16,9 3 17 16,2 0-7-16,25-4-5 0,9-7-6 15,3-13-9-15,4-11 0 16,4-11-63-16,25-10-55 16,-12-19-99-16,-7-8-631 0</inkml:trace>
  <inkml:trace contextRef="#ctx0" brushRef="#br0" timeOffset="173593.86">9112 9406 1969 0,'0'0'288'0,"0"0"-58"16,0 0 114-16,0 0-162 0,0 0-119 15,0 0 13-15,0 0 4 16,60 151-22-16,-48-72 0 16,-8 0-22-16,1-3-19 15,1-6-16-15,1-12-1 16,-1-7-33-16,2-15-64 16,-4-16-80-16,0-10-186 15,-4-10-710-15</inkml:trace>
  <inkml:trace contextRef="#ctx0" brushRef="#br0" timeOffset="173855.86">9148 9825 1560 0,'0'0'315'16,"0"0"-80"-16,0 0 53 16,0 0-163-16,127 8-49 15,-99 28 4-15,-7 9 7 16,-9-3-31-16,-12-1-15 15,0-12 11-15,0-7-24 16,-8-13-19-16,2-9-9 16,-1-1 33-16,3-24-8 15,4-14-7-15,0-7-4 16,0-2-7-16,15-1-6 16,10 3 0-16,4 3-1 15,15-6-39-15,-3 11-130 16,-6 8-516-16</inkml:trace>
  <inkml:trace contextRef="#ctx0" brushRef="#br0" timeOffset="174223.26">9681 9627 1913 0,'0'0'513'15,"0"0"-233"-15,0 0-122 16,0 0-100-16,0 0-35 15,0 0 1-15,-114 129 4 16,112-66 1-16,2-1 3 16,14-2-11-16,19-11-10 15,9-15 2-15,5-15-12 0,-3-14-1 16,0-5-12-16,-5-22-10 16,-10-16 7-16,-7-11 2 15,-11-4 5-15,-8 0 8 16,-3 7 2-16,0 6 42 15,-5 12 24-15,-4 10-4 16,2 11-4-16,7 7-33 16,0 0-27-16,0 15-15 15,0 16 14-15,7 3 1 16,7 2 0-16,3-4 0 16,3-6-54-16,18-13-81 15,-7-6-155-15,2-7-720 0</inkml:trace>
  <inkml:trace contextRef="#ctx0" brushRef="#br0" timeOffset="174472.32">10256 9578 1805 0,'0'0'228'15,"0"0"-86"-15,0 0 1 16,0 0-44-16,9 145-45 15,2-93-4-15,-4 3-23 16,-7-4-11-16,0-2 4 16,-2-7 18-16,-14-8 7 15,-2-9-21-15,2-13-21 16,-4-7 0-16,0-5-3 0,-4-8-82 16,-14-24-114-16,5 2-168 15,2 3-392-15</inkml:trace>
  <inkml:trace contextRef="#ctx0" brushRef="#br0" timeOffset="175065.57">11190 9649 2023 0,'0'0'295'0,"0"0"7"16,0 0-106-16,-136-4-110 15,100 27-45-15,7 12-16 0,7 7-14 16,13 6 8 0,9 3-13-16,2-5-4 0,29-6 4 15,11-10-6-15,12-12 1 16,8-11-1-16,3-7-28 15,-5-3-74-15,-10-21-210 16,-15-8-230-16,-17-13 405 16,-16-8 137-16,-2-12 54 15,-24-7 162-15,-12-9 56 16,1 0-32-16,1 5-93 16,10 11-3-16,5 19-14 15,13 14-24-15,6 18-8 16,0 14-18-16,13 2-47 15,16 34-16-15,7 18-1 16,0 13-5-16,-3 9-4 0,-4 0 0 16,-4-3-7-16,-3-10-59 15,0-3-87-15,-4-16-86 16,-5-15-698-16</inkml:trace>
  <inkml:trace contextRef="#ctx0" brushRef="#br0" timeOffset="175215.93">11698 9694 2381 0,'0'0'284'16,"0"0"-168"-16,0 0 16 15,0 0-47-15,0 0-55 16,20 117-30-16,-9-95-16 16,9-8-144-16,-1-7-554 0,-2-7-751 15</inkml:trace>
  <inkml:trace contextRef="#ctx0" brushRef="#br0" timeOffset="175562.17">12193 9440 2121 0,'0'0'256'0,"0"0"-157"16,0 0 63-16,0 0-99 15,0 0-39-15,-85 121-9 0,103-85-6 16,11 3 0-16,2-2-8 16,0 1 7-16,-2-2-8 15,-6 1 1-15,-5-6 0 16,-7 0 0-16,-9-8 5 16,-2-4-5-16,0-5 9 15,-23-4 80-15,-8-4 1 16,-4-2-29-16,-1-2-18 15,3-2-20-15,6 0-13 16,10 0-5-16,3 0-6 16,7-2-16-16,3-2-39 15,4 0-71-15,2 2-168 16,11-3-441-16</inkml:trace>
  <inkml:trace contextRef="#ctx0" brushRef="#br0" timeOffset="175825.17">12777 9220 2186 0,'0'0'278'15,"0"0"-171"-15,0 0-8 16,0 0 35-16,0 148-13 15,2-66-30-15,0 7 3 16,1-4-20-16,1-4-41 16,0-12-20-16,2-13-13 0,0-14-21 15,-2-14-51-15,1-26-79 16,1-2-173-16,-4-7-402 0</inkml:trace>
  <inkml:trace contextRef="#ctx0" brushRef="#br0" timeOffset="176109.94">12617 9682 2102 0,'0'0'479'0,"0"0"-269"16,0 0-74-16,135-33-92 15,-70 20-25-15,2-6-19 0,-7 1-9 16,-11 4-194-16,-9 2-491 15,-9 10-225-15,-10 2 393 16,-8 7 526-16,-4 20 339 16,-2 4 219-16,-3 8-254 15,-2 1-48-15,0 1 0 16,0-6-102-16,4-3-72 16,-2-6-45-16,2-7-37 15,15-15-9-15,-4-4-466 16,1 0-812-16</inkml:trace>
  <inkml:trace contextRef="#ctx0" brushRef="#br0" timeOffset="176431.46">13412 9613 1577 0,'0'0'328'16,"0"0"-47"-16,0 0 197 15,7 104-303-15,-5-68-45 16,0-2-30-16,0-6-33 15,-2-8-43-15,0-6-12 16,0-9-10-16,0-5-1 16,-10-5-1-16,3-19-15 15,3-10-2-15,4-5 16 16,0-2 1-16,11 3 7 16,9 8 8-16,4 9-4 15,3 9 8-15,-1 9 7 16,1 3-16-16,-2 15-9 0,-6 12 7 15,0 6-7-15,-5-4 10 16,-6-2-10-16,3-5-1 16,-2-5-1-16,15-7-71 15,1-4-177-15,4-6-712 0</inkml:trace>
  <inkml:trace contextRef="#ctx0" brushRef="#br0" timeOffset="176643.69">14092 9189 1001 0,'0'0'1592'0,"0"0"-1389"0,0 0-125 16,0 0 64 0,-4 133 12-16,8-56-63 0,6 5-10 15,-6-6-32-15,0-6-29 16,-4-10-20-16,0-9-46 15,-2-14-105-15,-16-11-150 16,1-16-892-16</inkml:trace>
  <inkml:trace contextRef="#ctx0" brushRef="#br0" timeOffset="176785.4">13905 9703 1597 0,'0'0'922'0,"0"0"-655"16,0 0-10-16,0 0-164 15,125-96-90-15,-59 76-3 16,24-3-77-16,-18 0-195 16,-10 5-727-16</inkml:trace>
  <inkml:trace contextRef="#ctx0" brushRef="#br0" timeOffset="177077.11">14498 9476 1743 0,'0'0'664'16,"0"0"-420"-16,0 0-44 15,0 0-96-15,-109 117-33 16,102-71-21-16,7-3-15 16,9-11-13-16,20-11-5 15,11-9-4-15,3-12-7 16,-1-2-6-16,-5-24-45 0,-8-8-22 16,-8-6 4-16,-8 0 0 15,-4 4 42-15,-7 10 21 16,1 10 79-16,-3 9 27 15,0 7-62-15,0 7-43 16,0 18 7-16,2 6 16 16,2-1-1-16,2-2-14 15,6-6-9-15,5-8-1 16,33-14-81-16,-6 0-159 16,8-6-891-16</inkml:trace>
  <inkml:trace contextRef="#ctx0" brushRef="#br0" timeOffset="177326.95">15111 9368 912 0,'0'0'971'0,"0"0"-731"16,0 0 103-16,0 0-164 16,-58 118-105-16,58-65-39 15,7 3-19-15,13 0-6 16,-5 2-4-16,-7-4-5 15,-8-3 5-15,-6-7-5 16,-23-2 1-16,-8-8 4 16,-5-10-5-16,-1-8 8 15,5-12-8-15,9-4-1 0,22-34-6 16,7-4-195 0,0-3-940-16</inkml:trace>
  <inkml:trace contextRef="#ctx0" brushRef="#br0" timeOffset="182852.34">17601 9411 1657 0,'0'0'250'16,"0"0"-172"-16,0 0 130 15,13 107 13-15,7-64-64 16,1-9-40-16,3-7-56 15,-2-10-23-15,1-9-11 16,1-8-10-16,-2-4-7 16,0-20 7-16,-5-12-16 15,-4-6 11-15,-5-2-12 16,0 4 8-16,-4 6 3 16,-2 15 64-16,2 15 22 0,3 6-67 15,-1 35-19-15,4 18 35 16,-4 15 10-16,-1 7 1 15,-5 1-5-15,0-4-6 16,0-7-11-16,0-11-16 16,0-12-17-16,0-10 4 15,0-12 0-15,0-10-6 16,4-8-43-16,8-4-38 16,1 0-43-16,20-28-80 15,-2 4-473-15,-2-3-686 0</inkml:trace>
  <inkml:trace contextRef="#ctx0" brushRef="#br0" timeOffset="183345.54">18711 9416 1542 0,'0'0'259'0,"0"0"-68"15,134-38 13-15,-83 28-113 16,-15 5-55-16,-14 2-26 16,-13 3-9-16,-9 0 1 0,-2 0 60 15,-23 0 60 1,-10 0-40-16,-6 12 0 0,-3 6-27 15,4 5-6-15,2 0-13 16,6 6-18-16,11 0-2 16,9 2-4-16,10-5-10 15,2-2-1-15,22-6 8 16,18-1 6-16,7-5-9 16,2 2 4-16,-4 3-10 15,-9 5-8-15,-10 2-29 16,-13 3 11-16,-8 0 17 15,-5-3 9-15,-5-3 1 16,-19-8 33-16,-5-3 11 16,-7-3-6-16,1-7-2 0,3 0-5 15,6 0-10-15,6-9-7 16,13-7-15-16,7-3-19 16,16-5-125-16,15 6-331 15,2 2-432-15</inkml:trace>
  <inkml:trace contextRef="#ctx0" brushRef="#br0" timeOffset="183766.97">20024 9552 1741 0,'0'0'244'16,"0"0"55"-16,-9 105-39 15,7-63-147-15,2-8-60 16,0-7-27-16,-3-12-10 16,3-6-10-16,-2-9 11 15,-2 0 29-15,-3-19 14 16,1-11-37-16,1-6 4 15,3-4 2-15,2 0 16 16,4 4-2-16,23 4-15 16,6 8-11-16,8 10-10 0,1 7-6 15,-5 7 8 1,-2 11 0-16,-9 19-8 0,-10 8 7 16,-12 4-2-16,-4 2 3 15,0-4-8-15,-2-6-1 16,-2-10-1-16,1-7-29 15,3-17-110-15,13 0-498 16,6-7-940-16</inkml:trace>
  <inkml:trace contextRef="#ctx0" brushRef="#br0" timeOffset="184419.16">20454 9532 2227 0,'0'0'313'0,"0"0"-117"15,0 0 0-15,0 0-99 16,-14 136-48-16,39-103-16 16,4-8-9-16,2-11-10 15,-2-11-14-15,0-3-21 16,-6-8-39-16,-6-16 3 16,-3-7-22-16,-5-6-17 15,-3 1 45-15,-4 2 34 16,2 5 17-16,-4 12 72 15,4 10 7-15,0 7-27 16,5 3-46-16,2 21 6 16,0 10 8-16,4 2-2 15,-1 0 17-15,-3-4 3 0,1-8-19 16,-3-7-8-16,-5-10-10 16,0-5 0-16,-2-2 15 15,3-6-16-15,-1-18-9 16,3-8-4-16,4-5 11 15,5 2 1-15,-1 0 1 16,6 10 1-16,-2 4 0 16,6 12 12-16,2 9-1 15,2 0-6-15,-2 20-5 16,-5 13 1-16,-7 13 4 16,-10 0-5-16,-5 1-1 15,0-5-1-15,-7-8 1 16,-1-12 0-16,3-12-2 15,5-10-22-15,0-5 12 16,5-27-34-16,12-13-11 0,5-2 30 16,3-2 20-16,-2 6 7 15,-2 10 1-15,2 11 36 16,-3 10 2-16,0 9-11 16,0 3-10-16,-2 3-3 15,-3 15 0-15,-5 5 5 16,-4 2-4-16,-3 1-8 15,-3-2-8-15,0-2 0 16,0-3-46-16,0-5-38 16,10 3-95-16,4-5-454 15,-1-4-454-15</inkml:trace>
  <inkml:trace contextRef="#ctx0" brushRef="#br0" timeOffset="185141.01">21513 9617 325 0,'0'0'1838'15,"0"0"-1379"-15,0 0-244 16,0 0-95-16,0 0-84 16,0 0-21-16,0 0 12 15,136-46-7-15,-120 39-5 16,-10 2 0-16,-3-2 14 15,-3-1-4-15,0-4-8 0,-16 0-16 16,-6 0 0-16,-1 3 5 16,-3 0 0-16,3 8 7 15,1 1-4-15,0 1-8 16,4 26 1-16,5 7-1 16,4 8 5-16,9 1 0 15,0 3-4-15,13-9-2 16,16-7 0-16,9-10 0 15,7-8-1-15,1-7-41 16,1-5-15-16,0 0-17 16,-7-5-18-16,-8-4 27 15,-13-2 54-15,-7-1 11 16,-12-2 22-16,0-2 27 16,0-4 2-16,0-2-7 15,0-4-6-15,0-3-11 0,0-3-18 16,15 3-9-16,5 5 0 15,1 5-2-15,-6 7 1 16,-1 7-1-16,-4 3-4 16,1 2 5-16,-4 0-7 15,2 0 7-15,-2 12 0 16,-3 8 0-16,0 4 1 16,1 4 0-16,4 2 1 15,0 0-1-15,7-5-6 16,1-4-3-16,6-9 8 15,6-6 1-15,4-6 0 16,1 0 1-16,-1-16 0 16,-4-4 7-16,-7-4-1 0,-6-1 2 15,-7-4 6-15,-5 0 41 16,-4 2 4-16,0 1-2 16,0 1-19-16,0 6-23 15,-6 2-15-15,-6 6-1 16,1 3-6-16,0 5-52 15,9 3-66-15,2 0-145 16,0 3-724-16</inkml:trace>
  <inkml:trace contextRef="#ctx0" brushRef="#br0" timeOffset="185441.95">22683 9334 90 0,'0'0'2061'16,"0"0"-1822"-16,0 0-90 16,0 0-23-16,0 0-74 15,0 0-29-15,-60 138-11 16,60-93-6-16,0-3-5 16,2 0 5-16,0-4-5 15,-2-2 5-15,0-6 11 16,0-6 37-16,-6-8 30 15,-9-4 1-15,-4-6-28 16,-1-6-18-16,1 0-18 0,-4 0-9 16,3-14-12-1,-2 3-51-15,-9-1-147 0,4 9-532 16,0 1-1075-16</inkml:trace>
  <inkml:trace contextRef="#ctx0" brushRef="#br0" timeOffset="185786.57">20822 9154 1947 0,'0'0'385'15,"0"0"-19"-15,0 0-75 16,0 0-147-16,0 0-114 15,0 0-24-15,0 0 16 16,-67 78-22-16,32-26-15 16,6-8-122-16,2-7-415 0</inkml:trace>
  <inkml:trace contextRef="#ctx0" brushRef="#br0" timeOffset="189564.94">4500 11321 935 0,'0'0'843'0,"0"0"-690"16,0 0 143-16,0 0-78 15,0 0-107-15,0 0-54 16,6-17-30-16,2 17-11 16,3 3 24-16,-1 8 19 15,4 3-9-15,-3 1-6 16,3 7-11-16,-5 7-10 0,-3 5 3 16,-2 5 8-16,-1 4-1 15,2-2-6-15,-3 0-15 16,5-2 0-16,-1-10-11 15,3-3 8-15,0-8-2 16,-2-1-6-16,-3-7 0 16,-2-5 7-16,0-1-7 15,-2-1 0-15,2-3-1 16,1 0 2-16,4 0-2 16,4 0 1-16,4 0 13 15,8 0-5-15,1 0-8 16,1 0 5-16,-2-4-5 15,-2-2-1-15,2 4 0 0,-1-3 1 16,3 1 0-16,6-1 0 16,7-4 0-16,6-3 0 15,12 2 0-15,10-1-1 16,11-1-1-16,8 4 0 16,6-1 1-16,5 3 0 15,-3 4-1-15,-4 2 1 16,-4 0-2-16,-11 0 1 15,-10 0 0-15,-12 0 0 16,-13 2-13-16,-10 6 4 16,-10-1-14-16,-6-4 8 15,-3 2 14-15,2-4 1 16,1-1 0-16,1 3 1 0,1-3 0 16,1 0 1-1,-7 0-1-15,-5 0 1 0,-2 0 6 16,-2 0 5-16,2-7 2 15,1-10-13-15,-3-4-1 16,2-1 2-16,-2-2-1 16,0 4 7-16,0 3 1 15,0 3-8-15,-9 2 5 16,3-1 0-16,-1 1-5 16,3-2 5-16,-1 0 0 15,2-4 2-15,1 2-7 16,0 2 6-16,2 3 13 15,0 4 7-15,-2-1-9 16,2 1-6-16,0 0-6 0,0 0-6 16,0 2-1-16,0-1-9 15,0 6-64-15,4 0-95 16,1 0-564-16</inkml:trace>
  <inkml:trace contextRef="#ctx0" brushRef="#br0" timeOffset="190623.97">7064 11494 924 0,'0'0'263'15,"0"0"88"-15,0 0-17 16,0 0-41-16,0 0-32 15,0 0-113-15,0 0-52 16,0-16-47-16,0 32-16 16,2 10 28-16,2 4 5 15,-1 6-10-15,1 0-24 16,0-2-16-16,4 0-7 16,-4-7-7-16,2-5 5 15,-1-8-6-15,-1-6 1 16,-2-4 4-16,-2-2 0 0,2-2 1 15,3 0-6 1,7 0-1-16,5 0 1 0,10 0 0 16,8-11 0-16,6-1-1 15,-1 1 0-15,0-1 0 16,-6 3-2-16,-3 5 1 16,-2 1 1-16,-1 3-1 15,11-5 0-15,9 1 1 16,35-3-1-16,35-6-9 15,0 5 10-15,-11 0 0 16,-18 8 0-16,-31 0 0 16,-2 0-16-16,0 4 1 0,-12 3 3 15,-3-5-3-15,3-2 2 16,12 0 11-16,13 0 2 16,7 0-1-16,-1 0 1 15,-10 3-1-15,-16 5 0 16,-15 1 0-16,-16-4-7 15,-10 0 2-15,-3-3 6 16,-3-2 0-16,-2 0 13 16,2 0 5-16,2 0 17 15,0-7-14-15,-2-2 0 16,-2-4 4-16,0-1-9 16,0-1-5-16,0-6-10 15,0-1 8-15,-2-2-8 0,-8-1 0 16,1-4 1-1,-5 0-2-15,1 0 1 0,-3 0 7 16,3 4 1-16,3-1 5 16,2 3-7-16,2 4 4 15,4 3-4-15,2 4 8 16,0 4 0-16,0 2-1 16,0 2-7-16,0 4-7 15,0 0-17-15,0 0-55 16,20 1-85-16,-1 12-485 15,-3-2-1479-15</inkml:trace>
  <inkml:trace contextRef="#ctx0" brushRef="#br0" timeOffset="191712.77">9703 11464 712 0,'0'0'757'0,"0"0"-514"15,0 0-15-15,0 0-130 16,0 0-63-16,0 0 56 15,0 0 33-15,7 105 4 16,1-68-12-16,-3-1-39 16,-1-5-20-16,-1-4-26 15,-3-5-10-15,2-5-11 16,-2-8-2-16,0-3-1 16,3-4 1-16,-1 0 4 15,4-2 0-15,3 0 8 16,7 0 7-16,5 0 9 0,6 0-3 15,10-7-14 1,5-5-8-16,7-1-4 0,4 1-5 16,5 1-1-16,2 1 7 15,-2 1-2-15,0 4-6 16,-4 2 1-16,-2 3-1 16,0 0 1-16,9 0-1 15,8 0 1-15,31-3-1 16,32 3 0-16,31 0 0 15,6 0 0-15,-28 0 0 16,-41 0-6-16,-45 6-16 16,-17-3-30-16,-9 1-1 15,-6 0-33-15,-6 0 50 16,-10-4 36-16,-4 0 3 0,1 0 21 16,0 0 7-16,5 0-20 15,-3-1-10-15,0-3 0 16,-4-3 7-16,0 1 11 15,-2-3 11-15,0-4-9 16,0-1-3-16,0-4 3 16,0-3 8-16,0 0 3 15,-7-4-1-15,-4-1-4 16,-2-6-3-16,-6-1 4 16,4-1-10-16,-1-4-9 15,3 1 2-15,2 3-1 16,4 5 7-16,5 6 1 15,0 7 22-15,2 6 4 0,-2 5-10 16,2 2-1-16,0 1-7 16,0 2-14-16,0 0-12 15,0 0-7-15,0 0-8 16,0 0-54-16,0 10-60 16,6 4-118-16,1 2-727 0</inkml:trace>
  <inkml:trace contextRef="#ctx0" brushRef="#br0" timeOffset="193461.67">12480 11347 992 0,'0'0'622'0,"0"0"-415"16,0 0 2-16,0 0-110 15,0 0-68-15,0 0 13 16,21 22 58-16,-13 1 14 16,3 4-11-16,1 8 5 15,-3 3-40-15,-5 4-5 16,0 2-21-16,-4 0-27 16,0-2-2-16,0-1-14 15,0-9 1-15,0-6 10 0,0-9-12 16,0-8 2-16,2-9 5 15,12 0-5-15,7 0 10 16,5-13-5-16,3-2-7 16,5 1 1-16,-3 0-1 15,2 2-8-15,1 3 0 16,1 4 1-16,5 1 1 16,12 1 4-16,8 1-5 15,13 2 1-15,8 0-3 16,8 0-5-16,0 0-16 15,-2 9 5-15,-9 6 3 16,-14 6 7-16,-10-1 1 16,-13 0 5-16,-8-5 8 15,-6-4 0-15,-6-6 1 16,2-3 0-16,2-2 6 0,-1 0-5 16,0 0-1-16,-1-7 13 15,-7 0-4-15,-10-1 5 16,-6-1 24-16,0-8 10 15,-6-4-10-15,-10-8 6 16,1-5-5-16,-4-2-7 16,4-2-8-16,1 0-12 15,1 0-5-15,-1 4 1 16,2 2 2-16,-2 0 3 16,3 0 1-16,4 0-2 0,5-1 1 15,2 4 2 1,0-2 3-16,0 9-3 0,0 4 8 15,0 5-1-15,0 8-5 16,0 1-7-16,0 2-8 16,0 2 4-16,0 0-6 15,0 0 0-15,0 0-8 16,0 0-44-16,24 8-80 16,3 9-121-16,2 3-512 0</inkml:trace>
  <inkml:trace contextRef="#ctx0" brushRef="#br0" timeOffset="194408.34">15287 11430 1564 0,'0'0'256'0,"0"0"-16"16,0 0 16-16,0 0-166 15,0 0-56-15,0 0 14 16,0 0 41-16,34 130 23 16,-32-89-32-16,-2-2-31 15,4-8-23-15,1-8-11 16,-1-5-2-16,-2-8-2 16,2-6 0-16,0-1-3 0,-2-3 4 15,2 0 3-15,7 0 6 16,7 0 12-16,6-11-18 15,8-2-8-15,3-3-5 16,1-1-1-16,-1 4 5 16,1 1-6-16,-3 3 2 15,6 4-2-15,7-2 2 16,33-1-1-16,41-2 0 16,44 3 0-16,13 4 1 15,-26 3-2-15,-42 0 1 16,-49 0-1-16,-19 8 1 15,-10 0-2-15,-4-1 1 0,-5-4-1 16,-13-1 1-16,-2-2 5 16,-3 0 4-16,0 0-3 15,1 0-5-15,0-2 9 16,-3-4 4-16,-2-2 23 16,2-1-11-16,-2-6-2 15,0-2-11-15,0-2-7 16,0-1 0-16,0-2 2 15,0-1 5-15,0-4 7 16,-14-4 10-16,-5 2-6 16,-1-1-5-16,1 1 7 15,6 4-1-15,5 4-1 16,2 7-5-16,6 2-1 16,0 2-3-16,0 4-7 15,0 2-1-15,0 0-1 0,0 0-5 16,0 3-1-16,0-2-1 15,0 1-15-15,8-2-64 16,27 1-78-16,-3-2-161 16,1-1-845-16</inkml:trace>
  <inkml:trace contextRef="#ctx0" brushRef="#br0" timeOffset="195318.01">17884 11346 1443 0,'0'0'515'15,"0"0"-191"-15,0 0-116 16,0 0-119-16,0 0 6 16,20 104 45-16,-18-50-22 15,1 4-44-15,-1-2-24 16,0-6-21-16,0-6-14 15,2-9-14-15,4-11 5 16,-4-8-5-16,5-10-1 16,-1-6 0-16,4 0 5 15,5 0 4-15,2-6-7 0,5-6-1 16,5 0 5-16,9-3-5 16,8 0-1-16,12-1 1 15,9 4-1-15,5 1-1 16,5 6 0-16,8 5 0 15,25 0-5-15,26 0 6 16,36 1 2-16,12 7-2 16,-5 2 0-16,-38 0 0 15,-48-2 0-15,-28 3-1 16,-21-4 0-16,-3 3 0 16,-8-1-5-16,-9-4-1 15,-15-2 1-15,-7-3 6 16,-2 0 16-16,0 0 17 0,0 0 2 15,0-13-23-15,-2-1-6 16,-7-1 0-16,0-4-6 16,-2-1 0-16,-3-3 0 15,-1-4 2-15,1 0 5 16,1-4 5-16,3-3 8 16,-2-4-8-16,3 0 6 15,1 2 7-15,-2 1 0 16,4 10-1-16,-1 4 0 15,3 5-6-15,4 5-10 16,0 1-8-16,0 2 0 16,0-1-12-16,2 4-52 0,13 2-69 15,16 3-63-15,-4 0-466 16,-2 11-692-16</inkml:trace>
  <inkml:trace contextRef="#ctx0" brushRef="#br0" timeOffset="196158.08">20766 11555 939 0,'0'0'1094'0,"0"0"-796"15,0 0-125-15,0 0-91 16,0 0-9-16,0 0 33 16,2 117-19-16,-2-67-5 15,0-1-10-15,0-6-25 16,0-4-30-16,0-11-8 0,0-11-2 16,0-4-6-16,0-9 5 15,0-4 8-15,0 0 7 16,0 0-2-16,5 0-5 15,9-10-13-15,5 0 0 16,8 2 5-16,6-2-5 16,8 0 0-16,10 0 0 15,7 0 0-15,14 0 1 16,25 4-2-16,33 6 0 16,23 0 0-16,5 8 0 15,-23 6-1-15,-35-2-11 16,-31-5-4-16,-4-2 10 15,4-1-2-15,6-2-5 0,1 0-5 16,-11-2 16 0,-13 0 1-16,-15 0 0 0,-12 0 1 15,-10 0 0-15,-5-4 1 16,-6 2 7-16,-2 0 1 16,0-3 0-16,-2 2-8 15,0-3 5-15,0-2-5 16,0-1 0-16,0-4 5 15,0-1 5-15,0-7 10 16,0-2 1-16,-6-5 4 16,-6-7-1-16,1-4-10 15,3-1-1-15,-2-4-5 0,1-2 0 16,1 9 4 0,-2 3-4-16,6 6 0 0,-1 3 0 15,3 10-9-15,2 1 2 16,0 5-2-16,0 6-8 15,0 3-34-15,0 0-84 16,9 14-159-16,3 8-418 16,-6-2-1092-16</inkml:trace>
  <inkml:trace contextRef="#ctx0" brushRef="#br0" timeOffset="197036.09">23638 11464 1337 0,'0'0'635'0,"0"0"-336"15,0 0-225-15,0 0 1 16,0 0 41-16,0 126 5 15,0-80-38-15,0-2-19 16,0-6-8-16,0-3-19 16,0-12 3-16,0-5-13 15,0-7-7-15,0-7-10 16,0-4 2-16,0 0 5 16,0 0-1-16,2 0 11 15,7 0-3-15,5-11-9 16,7 0-14-16,8-3 0 15,7-1 0-15,7 4-1 0,12-1 1 16,14 3-1-16,31 8 0 16,31 1 0-16,37 0 0 15,13 14-1-15,-32 3-15 16,-35-5-14-16,-49-1 0 16,-21-5-3-16,-9 0-15 15,-6-3 24-15,-6 0 24 16,-15-3 3-16,-2 0 50 15,-2 0 14-15,0 0-36 16,1-4-16-16,1-2-13 16,-4 2-1-16,0-3 8 15,-2 4 2-15,0-3-10 16,0-3 23-16,0-1-4 16,-4-1-2-16,0-4-2 15,-3-2-2-15,1-8-7 0,-2-1-6 16,2-4 1-16,-3-5-1 15,3-4 14-15,2 0 0 16,-2 0 6-16,4 1-7 16,2 2 1-16,0 3-2 15,0 7-4-15,0 8 4 16,0 4 8-16,0 7 5 16,0 4-2-16,0 2-11 15,0 1-13-15,0 0-7 16,0 0-6-16,0 0-16 15,0 0-33-15,0 4-7 16,0 11-35-16,-15 16-56 16,1-4-391-16,-5 0-929 0</inkml:trace>
  <inkml:trace contextRef="#ctx0" brushRef="#br0" timeOffset="202819.99">10630 9046 666 0,'0'0'216'16,"0"0"-71"-16,0 0-69 15,0 0-47-15,0 0 63 16,0 0 137-16,14 0 30 16,-14 0-46-16,4 0-49 15,3-3-49-15,4-1-59 16,9-1-36-16,7-4-10 15,4 3-9-15,0 0 5 0,-4 0-4 16,-2 5 4-16,-8-2-5 16,-1 3 11-16,-1 0-2 15,4 0-4-15,5 0 5 16,7 0-1-16,9 0 0 16,4 0-1-16,4 0 3 15,3-4-1-15,-2 2 0 16,0 2-3-16,-5 0-2 15,-1 0-5-15,-3 2 5 16,0 5-5-16,3-3 0 16,1-3 0-16,5-1 6 15,3 0-5-15,-4 0 5 16,-1 0-1-16,-5 0 6 16,-2 0 1-16,-1 0-2 0,-1 0 8 15,1 0 5-15,0 0-1 16,1 0 4-16,0 0 3 15,-7-1-3-15,-4-3 0 16,-6 0-5-16,-7 1 0 16,-6 1 2-16,-3 2-4 15,-5-2 1-15,2 2-2 16,1-2 8-16,2-1 9 16,2-2 1-16,-1 1-15 15,2 1-7-15,-1-4-4 16,-3 1-10-16,-2 0 13 15,1 0 1-15,-3 0 7 16,-2-2 2-16,5-1-7 0,-1-3-8 16,3-5-8-16,4 2 1 15,0-2-2-15,-2 1 1 16,0 2 5-16,-3 0-5 16,0 0 5-16,-6 0-5 15,0-1 7-15,0 0 2 16,0-3 2-16,0-2-4 15,2-2-7-15,4-3 0 16,3 4-1-16,0-2 0 16,2 5 0-16,-2 4 0 15,-3 4 1-15,0 3-1 16,-4 0 0-16,2-1 1 16,2 0 1-16,3-1-2 0,7-3 0 15,-1-2-2-15,4 1 2 16,-4 6-1-16,-4-2 0 15,-4 6 0-15,-5 3 1 16,0 0-1-16,-2 0-7 16,0 0 7-16,2 0-5 15,1 0 5-15,-1 0 0 16,3 0 1-16,-3 0-1 16,0 5-7-16,0 5 2 15,-2 2 5-15,0 0-5 16,0 2 6-16,0-2 0 15,0 0 0-15,0 1 0 0,0-6 0 16,0 3 1-16,-2-1-1 16,0 0 0-16,-3 2-1 15,-2 3 1-15,1 1 0 16,-1 2 1-16,1 0 0 16,1 2-1-16,0-5 0 15,5-2 0-15,0-2 0 16,0-2 1-16,0 1 0 15,0 2 0-15,0 1-1 16,0 0 1-16,8-1-1 16,-2 1 1-16,5-3 0 15,0-3 1-15,5 0-1 16,2-4 7-16,-3 0-7 0,3 0 0 16,-2 0 0-1,-5 1 0-15,0-3-1 0,0 3 1 16,-1-3 0-16,5 0 0 15,5 0 1-15,13 0 4 16,11 0-5-16,12 0 0 16,7 0 0-16,1 0 0 15,-6 0-1-15,-6 0 1 16,-12 0 0-16,-9 0-1 16,-4 0 1-16,-3 0 5 15,8 0 0-15,10-6-5 16,13 0 0-16,14 0 26 15,3 4-18-15,1-1-8 16,-8 3 1-16,-11 0-1 16,-11-1-1-16,-12-1 2 0,-5-2-1 15,-4-4 7-15,7-1-8 16,11 2 1-16,16-1-1 16,18 1 13-16,8 6-1 15,3-1-4-15,-7 2-7 16,-18 0 0-16,-18 0 0 15,-17 0 0-15,-9 0 1 16,-5 0 5-16,2-2 1 16,3-2-2-16,9 0-6 15,8 2 0-15,9 0 0 16,7 2 7-16,2 0-1 16,-8 0-5-16,-12 5-1 15,-10 0-1-15,-11-1 0 0,-3-4 1 16,-1 2 2-16,2-2 4 15,5 1-5-15,0-1 0 16,5 0 5-16,2 0-6 16,2 0 0-16,-2 0 1 15,1 5-2-15,-4 1 1 16,-5-2-1-16,-4 1 0 16,1-3-1-16,-5 3 1 15,6-1 1-15,-2-1 0 16,3 2 0-16,3 1 0 15,-1 2 1-15,1 0-1 16,-1 2 0-16,1 2 0 0,-5 0 0 16,-1 0-1-1,1 0 1-15,0-2 0 0,-2 2 0 16,1-3 1-16,0-2 11 16,-4-1 0-16,1-2 6 15,-5-4 3-15,2 3 3 16,-2-3-5-16,0 0-1 15,0 0 2-15,2 0-2 16,0 0 1-16,0-3-10 16,0-7-9-16,0 3-22 15,-2 0-56-15,0 5-61 16,-6-1-113-16,-9 3-772 0</inkml:trace>
  <inkml:trace contextRef="#ctx0" brushRef="#br0" timeOffset="-196222.45">26591 8731 1109 0,'0'0'325'16,"0"0"-104"-16,0 0 139 16,0 0-64-16,0 0-90 15,0 0-53-15,9-56-7 16,13 42-38-16,9-2-24 16,7-1-28-16,5 6-26 15,3 2-7-15,-1 9-13 0,-3 0-10 16,-8 20 0-1,-12 18-12-15,-13 13 4 0,-9 7 8 16,-9 2 1-16,-22-4 8 16,-12-3-1-16,-5-4-1 15,-4-6 7-15,2-8 5 16,2-2 8-16,9-9-3 16,7-8 0-16,14-6-4 15,9-7-7-15,5 0 1 16,4-1 4-16,0-2 20 15,0 0 3-15,2 0-4 16,18 0 5-16,11 0-12 16,10 0 12-16,3-2 11 15,1-4-11-15,-5 2-14 0,-5 2-11 16,-8 2-12-16,-4 0-5 16,-2 0 0-16,-3 0-2 15,1 2-10-15,0 2-24 16,2-2-33-16,1-2-48 15,7 0-35-15,26-23-34 16,-1-2-294-16,-3-1-775 0</inkml:trace>
  <inkml:trace contextRef="#ctx0" brushRef="#br0" timeOffset="-195863.49">27569 8596 1778 0,'0'0'340'0,"0"0"-39"16,0 0-124-16,0 0-105 15,-133 97 13-15,98-37 22 16,-2 3-17-16,6 2-3 16,12-5-29-16,12-9-24 15,7-7-16-15,13-11-3 16,27-8 8-16,14-9 7 15,4-12-14-15,0-4-9 16,-9 0-7-16,-11-4 0 16,-14-9 0-16,-13 1 1 15,-11-2 11-15,0 3 5 0,-27-1 8 16,-6 0-13-16,-2 3-1 16,1 4-10-16,5 0-1 15,9 5-1-15,5 0-33 16,5 0-52-16,10 10-32 15,0 2-78-15,0-1-495 0</inkml:trace>
  <inkml:trace contextRef="#ctx0" brushRef="#br0" timeOffset="-195567.82">28533 8386 2167 0,'0'0'466'0,"0"0"-251"16,0 0-40-16,0 0-38 15,37 172-32-15,-37-92-14 16,0 8-16-16,-6 0-25 15,-3-25-35-15,2 1-10 16,7-12-5-16,0-13-40 16,3-14-59-16,23-11-67 15,1-7-111-15,0-7-771 0</inkml:trace>
  <inkml:trace contextRef="#ctx0" brushRef="#br0" timeOffset="-195209.04">28769 8913 1731 0,'0'0'678'0,"0"0"-571"16,0 0 22-16,142-27-39 16,-82 22-65-16,-8 3-17 15,-12-3-8-15,-11 0-14 16,-13 1 14-16,-12-1 0 15,-4 0 21-15,0-1 12 0,-13 0 6 16,-14 0-2-16,-8 2 6 16,-6-1-7-16,-1 5-19 15,5 0-5-15,5 15-11 16,8 11 1-16,5 11 8 16,9 4 7-16,7 4-7 15,3-1-4-15,3-5 0 16,23-4-4-16,8-7 5 15,6-10-7-15,5-10 0 16,-1-8-42-16,25-8-85 16,-11-17-147-16,-7 0-423 0</inkml:trace>
  <inkml:trace contextRef="#ctx0" brushRef="#br0" timeOffset="-194930.5">29658 8424 2082 0,'0'0'498'0,"0"0"-245"16,0 0-27-16,0 0-132 16,0 0-64-16,0 0 50 15,13 150-10-15,-10-72-1 16,-3 3-8-16,0-3-29 0,0-8-22 15,-7-12 2 1,3-9-7-16,4-12-5 0,0-9-22 16,0-10-44-16,6-6-54 15,12-12-48-15,-1 0-104 16,-5 0-472-16</inkml:trace>
  <inkml:trace contextRef="#ctx0" brushRef="#br0" timeOffset="-194584.62">29529 8816 1655 0,'0'0'318'0,"0"0"-12"0,0 0-158 15,113 31-95-15,-55-4-19 16,-6 8 23-16,-9 3 32 15,-12-2-20-15,-14-2-33 16,-8-3-13-16,-9-8-5 16,0-7 6-16,0-6 0 15,0-6 8-15,-7-4 47 16,-3 0 10-16,1-19-27 16,4-12-23-16,5-5-20 15,0-3-11-15,0-2-7 16,16 7 6-16,1 7-7 15,4 10-17-15,1 5 1 16,7 2-58-16,17-2-87 0,-5 4-505 16,-5 0-840-16</inkml:trace>
  <inkml:trace contextRef="#ctx0" brushRef="#br0" timeOffset="-194233.59">30329 8758 1770 0,'0'0'291'16,"0"0"-34"-16,0 0-71 16,0 0-102-16,-149 67-29 15,116-29 24-15,3 5-6 16,8 0 2-16,15 0-19 16,7-6-15-16,5-6-22 15,24-9-13-15,9-10 9 0,4-10-1 16,0-2-6-16,-1-13-8 15,-3-17 0-15,-9-6 0 16,-4-2 2-16,-10 0 7 16,-4 4 28-16,-6 10 38 15,-3 10-11-15,-2 8-16 16,0 6-40-16,0 0-8 16,0 16-10-16,0 6 10 15,0 2 0-15,9-2 0 16,3-5-15-16,9-5-72 15,28-12-99-15,-5 0-349 16,4-15-1712-16</inkml:trace>
  <inkml:trace contextRef="#ctx0" brushRef="#br0" timeOffset="-193969.51">30907 8572 1228 0,'0'0'315'16,"0"0"-203"-16,0 0 77 16,0 0-93-16,-18 128 11 15,21-93-1-15,9 0 45 16,2 0 18-16,-1 0-10 16,-2 2-43-16,-1 1-35 15,-4 0-33-15,-6-3-29 0,0-6-10 16,0-3-3-16,-22-1-6 15,-5-3 0-15,-20-1-133 16,7-4-423-16,4-7-654 16</inkml:trace>
  <inkml:trace contextRef="#ctx0" brushRef="#br0" timeOffset="-193295.27">26437 9738 1190 0,'0'0'271'0,"0"0"-20"16,0 0 148-16,0 0-183 16,0 0-118-16,0 0-12 15,0 0-37-15,112 5-27 16,-63-3 1-16,29-2-4 16,55 0-9-16,77 0-1 15,51 0-1-15,33 4 10 16,3 8 22-16,-30 1 6 15,-6-3-28-15,-7-5-9 16,6-5-9-16,6 0 9 16,4-10-3-16,-9-2-1 15,-20 2-4-15,-35 5 3 16,-32-2-3-16,-45 2 4 0,-37-2-3 16,-29 0 4-16,-19 2 3 15,0-2 15-15,-1-2 55 16,-5 3 0-16,-15 1 9 15,-13 5 2-15,-5 0-18 16,-5 0-24-16,0 0-27 16,0 0-20-16,0 0-1 15,0 0-13-15,-2 0-24 16,-27 0-91-16,5 0-150 16,-5 0-604-16</inkml:trace>
  <inkml:trace contextRef="#ctx0" brushRef="#br0" timeOffset="-191258.84">5374 12173 1418 0,'0'0'391'16,"0"0"-20"-1,0 0 11-15,0 0-126 0,0 0-114 16,0 0-68-16,-7 9-30 16,3 7-24-16,-3 8 29 15,0 8 16-15,1 7-19 16,1 8-11-16,-1 5 1 16,-4 4-1-16,2 4-2 15,-5 5-1-15,-3-5-1 16,1 0-10-16,-1-2-10 15,0-5-5-15,5-3-6 16,0-7 2-16,2-1-1 16,2-5-1-16,0-9 2 15,3-6-2-15,0-8 0 16,-1-4 0-16,3-8-7 0,2-2-20 16,-5 0-27-16,3 0-51 15,-9-20-66-15,0-4-158 16,2 0-486-16</inkml:trace>
  <inkml:trace contextRef="#ctx0" brushRef="#br0" timeOffset="-189915.76">5343 12119 1407 0,'0'0'213'16,"0"0"-5"-16,0 0-25 15,0 0-91-15,0 0-46 16,0 0-2-16,0 0 74 16,-7 24 26-16,-7-4-28 15,-3 6-21-15,-8 6-20 0,1 3-11 16,-5 2-10 0,2-2-8-16,5-3-3 0,4-6-2 15,7-6-17-15,6-8-12 16,3-6-5-16,2-6 2 15,0 0 0-15,0 0 3 16,7-8 4-16,6-8-4 16,3-1-6-16,1-3 0 15,4-3-6-15,-2 1 0 16,0 0 0-16,-1-1 0 16,-3 4 0-16,-1 0 1 15,-1 2-1-15,1 0 2 16,-4 3 4-16,1 4-6 15,-1 3 1-15,-4 3-1 16,1 4 0-16,-3 0-8 0,3 0-1 16,2 7 9-16,2 7 0 15,0 5 1-15,5-1 0 16,-3 0 0-16,3 2 1 16,-3 0-1-16,1 0 5 15,-6-2-5-15,1 2-1 16,-5-4 0-16,2-1 0 15,-4-3 0-15,0-5 1 16,-2 0 0-16,2-4 0 16,-2-3 0-16,0 2-1 15,0-2 0-15,0 0 9 16,0 0 0-16,0 0 3 16,-6 0 3-16,-13 0-6 0,-3 0-8 15,-9-2 0 1,-3 2 0-16,-3 0 0 0,-3 0 0 15,5 0 5-15,10 0-6 16,4 0 0-16,10 0 0 16,4 0 0-16,5 0 0 15,2 0-1-15,0 0 1 16,0 0 0-16,0 0 2 16,0 0-1-16,2 0 11 15,12 0-6-15,5 0-5 16,6 0 7-16,2-5-7 15,-2-2 0-15,-7-1-1 0,-3 2 2 16,-6 3-1-16,-5-2 7 16,-1-1-7-16,-1 2 0 15,-2-1 5-15,0 2 0 16,0 1-6-16,0 0-1 16,0 2-8-16,-5 0 3 15,-12 0 0-15,-4 0 5 16,-6 0 0-16,4 7 0 15,-2 2 0-15,7-3 1 16,5 0 0-16,8-4-2 16,5-2-8-16,0 0 8 15,22 0 2-15,9-2 7 16,8-7-5-16,-2 0-1 0,-3 3 1 16,-7 2-1-1,-14 2 0-15,-7 2-1 0,-6 0-1 16,0 0-8-16,-11 0 9 15,-11 12 2-15,0 0 4 16,0-2-5-16,6-1 0 16,5-4 0-16,9-3-1 15,2-2 1-15,0 0-1 16,0 0 1-16,13 0 0 16,3 0 7-16,-1 0-8 15,1 0 0-15,-8 0-1 16,1 3 1-16,-6-3-1 15,-1 2 0-15,1-2 1 16,-3 0 0-16,0 0 1 16,0 0 1-16,0 1-2 0,0 3-11 15,0 4-10-15,-10 4-24 16,-26 10-91-16,3-2-526 16,0-5-945-16</inkml:trace>
  <inkml:trace contextRef="#ctx0" brushRef="#br0" timeOffset="-184497.16">4890 10836 821 0,'0'0'224'0,"0"0"-36"0,0 0-33 16,0 0-100-16,0 0 12 16,0 0 76-16,-33 41 10 15,33-40 78-15,0-1 72 16,0 0-49-16,0-1-67 16,8-16-107-16,11-1-31 15,3-2-25-15,4 3-15 16,1 5 3-16,2 1-11 15,-2 7 0-15,-2 4 6 16,-3 0-6-16,-5 4-1 16,-3 16 0-16,-3 8 0 15,-7 7 5-15,-1 9-5 16,-3 4 9-16,0 1-8 16,-7 0 6-16,-8-3-6 0,-5-2 1 15,-3-7-1-15,2-4 7 16,-6-5-8-16,4-4 1 15,5-7 0-15,3-5 0 16,8-8 0-16,0-4 8 16,5 0 2-16,-1 0-10 15,3 0 8-15,0 0-9 16,0-3 11-16,0 2 8 16,3-6-7-16,19-1-5 15,12-4-6-15,9-2 23 16,3-1 11-16,-1 6 1 15,-5 1-20-15,-7 6-4 0,-6 2-11 16,-5 0-1-16,-4 0 0 16,-4 2 0-16,-6 1 0 15,-1 4 0-15,-3-5 0 16,-2 2 0-16,0-3 0 16,-2 2-1-16,2-3 1 15,-2 3-6-15,4-3-45 16,11 0-58-16,-1-15-188 15,5-2-429-15</inkml:trace>
  <inkml:trace contextRef="#ctx0" brushRef="#br0" timeOffset="-184121.53">5575 10680 198 0,'0'0'1110'0,"0"0"-805"15,0 0 37-15,0 0-94 16,0 0-104-16,0 0-63 16,0 0 1-16,-112 154-20 15,96-84 7-15,5 5-13 16,9-6 0-16,2-10-18 15,23-18-15-15,19-12-7 16,5-15 25-16,4-14 2 16,0 0-13-16,-9-14-12 0,-5-15-6 15,-14 3-3-15,-9-3 21 16,-14 5 19-16,0 6-13 16,-14 8-6-16,-9 4-17 15,-6 6-13-15,0 0-24 16,-19 36-70-16,8-2-116 15,1 0-631-15</inkml:trace>
  <inkml:trace contextRef="#ctx0" brushRef="#br0" timeOffset="-171743.2">8238 12143 1500 0,'0'0'328'0,"0"0"-174"15,0 0 179-15,0 0-169 16,0 0-97-16,0 0-45 16,-4-33-13-16,4 42-9 15,-2 18 12-15,-3 11 39 16,-1 16 22-16,-3 13 19 15,0 11-21-15,0 3-21 16,-5 5-8-16,1-5-13 16,-2-5-13-16,1-8-4 15,1-11-10-15,1-11 4 16,4-12-6-16,3-10 1 16,1-9 5-16,2-10-6 15,2-5-2-15,0 0-34 0,0-12-72 16,0-24-142-16,0 2-259 15,0-1-302-15</inkml:trace>
  <inkml:trace contextRef="#ctx0" brushRef="#br0" timeOffset="-170100.23">8252 12212 993 0,'0'0'395'16,"0"0"-105"-16,0 0-51 0,0 0-128 16,0 0-69-16,0 0 81 15,0 0 9-15,-58 67-58 16,38-44-16-16,0 0-11 15,0-6-8-15,4 1-12 16,5-6 1-16,2-4 2 16,5-3-17-16,4-5 2 15,0 0 12-15,0 0-2 16,9-13-10-16,6-5 0 16,3 1-7-16,0-4-7 0,2 1 5 15,2-3-4-15,1 4-1 16,-2 0 0-16,-3 2 0 15,-1 5 0-15,-7 2 0 16,-3 3 0-16,-5 5 0 16,0 2 0-16,-2 0-1 15,0 0 0-15,4 0-8 16,2 4 8-16,2 13 6 16,1 1 9-16,0 6-5 15,-2 2-1-15,-3 0-3 16,1 0-5-16,-3-3 0 15,0-2 0-15,0-3 0 16,-2-6 7-16,0-5-8 16,2-4 1-16,-2-1-1 15,0-2 0-15,0 0 1 0,0 0-1 16,0 0 0-16,-13 0 2 16,-7 0 4-16,-7 0 3 15,0 0-8-15,-4 0 0 16,5-4 5-16,-1 3-5 15,7-4-1-15,7 3 1 16,3 2-1-16,6-2 2 16,4 2 5-16,0 0 1 15,0 0 1-15,0-2 3 16,0 2-2-16,0-3 0 16,14-2 7-16,3 0-16 15,6-2 0-15,-1 1 0 16,-2 0-1-16,-2 4-2 0,-5 1-7 15,-7-2 8-15,0 3 0 16,-6 0 1-16,0-2 1 16,0 2 0-16,0 0 6 15,0 0-7-15,0-2 0 16,-8 2-13-16,-7-2 13 16,-3-1 2-16,1 3 4 15,1-3-5-15,5 1 7 16,6 0 11-16,5 2 1 15,0 0-7-15,0-2-8 16,3 0 2-16,14-1-4 16,8-2 3-16,-1-1-4 15,-1 2-1-15,-8 2 0 0,-9 0-1 16,-6 2-1 0,0 0-17-16,0 0 16 0,-6 0 2 15,-7 8 1-15,1 0 5 16,6-3-5-16,-1-2 0 15,7-1-1-15,-2-2 1 16,2 0 5-16,0 0-4 16,0 0-2-16,0 0 0 15,0 0 11-15,0 0-5 16,0 0-6-16,0 0 0 16,0 0 0-16,0 0-1 15,0 0-6-15,0 7-1 0,0 2 7 16,0 2-11-16,0 1 12 15,0-3 0-15,0-1 0 16,0-2 1-16,0-3 0 16,0-3 5-16,0 0 4 15,0 0 4-15,0-11-4 16,4-9-8-16,3-4-2 16,3 0 1-16,-4 2 0 15,0 7 0-15,-1 4 10 16,-3 8 6-16,-2 3 1 15,0 0-18-15,2 0 0 16,0 7-11-16,6 9 11 16,-4 2 1-16,0-4-1 15,-1-2 1-15,-3-4-1 16,0-2 0-16,0-3 0 0,0-3 1 16,0 0 14-16,0-7 2 15,0-12-8-15,0-6-9 16,0-1 1-16,0 2 1 15,0 6-1-15,0 4 0 16,0 8 8-16,0 3-3 16,0 0-6-16,0 3-1 15,0 0-6-15,0 0-2 16,-3 0 1-16,-1 8 8 16,0 4 0-16,-6 2 0 15,1 0 0-15,-1 0 1 16,0-1-1-16,4-6 1 15,1-2 0-15,3-5 0 0,2 0 8 16,0 0-1-16,0-12-8 16,0-2-7-16,0-5 7 15,4 6 0-15,-4 4 0 16,0 6 0-16,0 3-8 16,0 3-6-16,-12 15 13 15,-7 5 0-15,-1 0 0 16,7-5 1-16,2-4 0 15,6-6-6-15,5-8-37 16,0 0-125-16,0-2-527 0</inkml:trace>
  <inkml:trace contextRef="#ctx0" brushRef="#br0" timeOffset="-165977.29">7436 10955 348 0,'0'0'1470'0,"0"0"-1300"16,0 0-98-16,0 0-19 15,0 0-36-15,0 0-11 16,-25 0 39-16,25 0 113 16,0 0 66-16,0 0-35 15,0 0-53-15,0-2-49 0,0-7-56 16,0 4-16-1,2-4-4-15,8 1-11 0,1 0 9 16,0 3-8-16,7-4 0 16,1 1-1-16,4 2 1 15,4-2 0-15,0 4 5 16,-3 2-6-16,-4 2 0 16,-4 5-11-16,-8 18-4 15,-8 9 9-15,0 7 6 16,0 5 0-16,-13 5 0 15,-7-3 2-15,1 1 4 16,-6-1-6-16,-2-6 0 0,0-2 1 16,0-5 0-1,0-8 0-15,5-4 1 0,3-9-1 16,5-5 0-16,7-5 7 16,3-2 2-16,2 0 2 15,2-9-5-15,0-12-6 16,6 2-1-16,10-2 2 15,6 6 5-15,-2 3-7 16,1 3 0-16,-2 9 0 16,-1 0-2-16,3 0-5 15,-2 18 5-15,-1 3 2 16,3 0 0-16,-4 2 2 16,-1-3-1-16,-5-6 1 15,-5-5 4-15,-1-5-6 16,-1-4-1-16,3 0-17 0,2-1-24 15,14-27-130-15,-6-1-367 16,3 1-371-16</inkml:trace>
  <inkml:trace contextRef="#ctx0" brushRef="#br0" timeOffset="-165332.2">7949 10897 1204 0,'0'0'316'16,"0"0"-77"-16,0 0-40 0,0 0-129 15,0 0-42-15,0 0-5 16,0 0 23-16,131-15 59 15,-108 13 21-15,-3 0-32 16,-7 2-7-16,-4-1-22 16,-7 1-8-16,-2 0-11 15,0 0 0-15,0 0 6 16,0 0 1-16,0 0-19 16,0-3-18-16,-11 3-7 15,-4-2-8-15,-6 2 1 0,-3 0-2 16,-1 0 1-1,-2 0 1-15,0 0-2 0,1 0 8 16,2 8-8-16,-1 6-6 16,2 2 6-16,6 4 1 15,3 0 1-15,8 1-2 16,6-3 0-16,0-3-1 16,2-4 1-16,14-3 6 15,3-2 3-15,4-3-2 16,-1 2-1-16,0-1-5 15,1 3-1-15,1 6 0 16,-1 2 0-16,-2 8-8 16,2 3 7-16,-5 2 0 15,-5-1 0-15,-3 0 0 16,-6 1-7-16,-4-2 7 0,0 0 0 16,-7-3 1-16,-11-8 1 15,0-3 5-15,1-6 0 16,3-6 0-16,3 0 6 15,-3-6-11-15,1-10-1 16,-5 2-103-16,-26 8-247 16,2 6-290-16,-1 0-459 0</inkml:trace>
  <inkml:trace contextRef="#ctx0" brushRef="#br0" timeOffset="-163868.81">4848 13772 598 0,'0'0'121'0,"0"0"132"16,0 0 67-16,0 0-45 16,0 0-54-16,0 0-87 15,0 0-46-15,27-16-3 16,-27 39 64-16,-5 6 4 15,-8 9-39-15,-3 4-38 16,-2 6-26-16,-4 0-5 16,3 2-12-16,-2-1-12 15,1-3 1-15,7-9-11 16,1-3-4-16,3-17 3 16,7-8-10-16,0-4 2 15,2-5 11-15,0 0 10 0,0-2 26 16,0-18-1-16,0-9-35 15,0-6-12-15,11-5-1 16,5-4 0-16,3-6 0 16,6 1 6-16,0-4-6 15,-1 4 1-15,-3 3-1 16,-4 6 0-16,-1 1 1 16,-5 8 0-16,0 2 1 15,-2 1-1-15,4 5 1 16,3-1-1-16,0-1-1 15,4 5 0-15,-3 2-1 16,-1 4-1-16,-3 4 2 16,-5 5 0-16,-4 5-1 0,0 0-17 15,-2 9 5-15,5 13 12 16,-1 5 1-16,4 3 1 16,-1 5 1-16,-1 4-1 15,2 0 10-15,-2-1-5 16,-1 1-5-16,-3-5 1 15,3-3 4-15,-4-6-5 16,1-3 0-16,1-4 0 16,-3-4-1-16,2-3 1 15,0-2-1-15,-2 3-6 16,1-6-12-16,-1 1-11 16,0 0-15-16,1 0-40 15,-3-6-69-15,2 1-96 0,0-2-9 16,-2 0 4-1,0-2-283-15,0-6-223 0</inkml:trace>
  <inkml:trace contextRef="#ctx0" brushRef="#br0" timeOffset="-163619.45">4897 13950 1061 0,'0'0'564'0,"0"0"-491"16,0 0 56-16,0 0-56 0,0 0-38 16,0 0 9-16,0 0 0 15,118 0-15-15,-77-9-17 16,1-2-12-16,-11 3-166 15,-6-5-845-15</inkml:trace>
  <inkml:trace contextRef="#ctx0" brushRef="#br0" timeOffset="-159604.27">7563 13825 1534 0,'0'0'373'0,"0"0"-175"16,0 0 16-16,0 0-140 16,0 0-29-16,0 0 2 15,74 79 11-15,-55-49-1 16,-7 0-13-16,-5-4-24 16,-5-3-7-16,0-7-5 15,-2-7-2-15,0-4-4 0,0-5 7 16,0 0 12-16,-6-22-3 15,-11-12-10-15,2-5-2 16,-3-3-5-16,7 4 1 16,9 4 4-16,2-2-5 15,2 0-1-15,29 0 6 16,11-4-6-16,10 4 0 16,2 8 1-16,-6 11 0 15,-7 16-1-15,-12 1-6 16,-12 20-2-16,-15 11-4 15,-2 8 12-15,-8 0 9 16,-21 2 1-16,0-7-1 16,0-8-8-16,8-9 1 0,8-4 5 15,7-13-6-15,6 0 19 16,0-4 35-16,19-16-41 16,12-4-7-16,8-1-6 15,5 8-1-15,-4 5 0 16,-1 8 0-16,-8 4-1 15,-4 8-10-15,-8 10 4 16,-5 10-1-16,-7 2 1 16,-7 2 6-16,0 3 1 15,-25-5 7-15,-8-2 41 16,-7-6 4-16,1-7-11 16,1-6-28-16,7-9-2 0,2 0-11 15,7 0-6-15,7-11-36 16,4 3-72-16,5 3-80 15,6-2-47-15,0 4-74 16,8-4-195-16</inkml:trace>
  <inkml:trace contextRef="#ctx0" brushRef="#br0" timeOffset="-155764.18">6545 11044 986 0,'0'0'349'0,"0"0"-3"16,0 0-33-16,0 0-72 15,0 0-90-15,0 0-63 16,0 20-51-16,-6 12 58 16,-9 7-20-16,-12 6-28 15,-4 1-12-15,-2 0-25 16,2-8 2-16,4-6-12 0,9-9 0 16,5-10-39-1,2-13-229-15,3-10-228 0,2-12-705 0</inkml:trace>
  <inkml:trace contextRef="#ctx0" brushRef="#br0" timeOffset="-155593.83">6315 11032 1795 0,'0'0'319'15,"0"0"-198"-15,0 0-69 16,0 0-28-16,0 0-10 15,118 95-6-15,-78-63-8 16,7 3-85-16,-9-3-200 16,-11-11-636-16</inkml:trace>
  <inkml:trace contextRef="#ctx0" brushRef="#br0" timeOffset="-154925.27">10146 11396 1839 0,'0'0'105'0,"0"0"-105"16,0 0-107-16,0 0-644 0</inkml:trace>
  <inkml:trace contextRef="#ctx0" brushRef="#br0" timeOffset="-148860.2">10372 12151 1491 0,'0'0'194'0,"0"0"-120"16,0 0 106-16,22 137-29 16,-11-74-27-16,-2 2-6 15,0-1-26-15,-4-6-12 16,1-7-25-16,-1-7-11 15,-3-6-22-15,0-6-9 16,0-6-2-16,-2-6-10 16,0-6 8-16,0-5-7 15,0-6 5-15,0-3 8 16,0 0 21-16,0 0 40 0,-4-8-27 16,-5-10-32-16,0-8-10 15,0-6-6-15,0-5 5 16,3-7-5-16,1-2-1 15,2-2 0-15,3 0 0 16,0 2-1-16,0 2 1 16,8 5 1-16,1-2 8 15,-3 5-2-15,1 2-6 16,0 0 1-16,-3 3 4 16,1 8-6-16,-3 2 12 15,-2 10-4-15,0 4 11 16,0 7 1-16,0 0-15 15,-11 13-5-15,-12 13-1 0,-10 10 1 16,-10 4 7-16,1 0-1 16,-1 0 9-16,8-8 2 15,11-6-10-15,6-8-5 16,11-7-1-16,5-9 0 16,2-2 7-16,0 0 7 15,0-14 28-15,7-13-24 16,6-5-11-16,5-4-8 15,-1 0 0-15,3 4 0 16,1 4 0-16,-4 6-1 16,-1 5 1-16,-5 5-1 15,1 2 2-15,-6 5-1 16,1 1 2-16,-1 2-2 0,4-1 0 16,3 3-2-1,3 0 1-15,3 0-1 0,4 3 1 16,-1 8-7-16,0 3 8 15,-6 0-1-15,-5 2-7 16,-2-2 2-16,-7-2 5 16,-2-3 0-16,0-3 1 15,0-1 0-15,0 0 1 16,0 2-1-16,-9 0 1 16,-6 3 6-16,-3 2-6 15,0 0 0-15,0-1 0 16,3-2 1-16,3-1-1 15,4-5 0-15,1 0 1 16,3-3 4-16,-2 0-5 0,4 0 5 16,0 0-5-16,2 0 0 15,0 0 1-15,0 0-2 16,0 0-6-16,10 0-12 16,13-8 18-16,9-1 0 15,4-4 1-15,-5 3 1 16,-7 4-1-16,-10 3 0 15,-12 3-1-15,-2 0-16 16,-18 0 16-16,-20 3 6 16,-11 7 2-16,-2-3-2 15,6 2-5-15,12-5 1 16,10-2 5-16,15-2-5 16,8 0 4-16,0 0-6 0,0 0-27 15,4 0-7-15,14 0-42 16,7 0-81-16,19-3-186 15,-6-9-294-15,-2-1-864 0</inkml:trace>
  <inkml:trace contextRef="#ctx0" brushRef="#br0" timeOffset="-144122.65">10136 10999 1033 0,'0'0'258'0,"0"0"-129"16,0 0 98-16,0 0-60 15,0 0-80-15,0 0-27 16,0-20 8-16,2 20-10 16,6-3 4-16,8-1 16 15,9 0-16-15,4-2-15 16,2 2-1-16,-5 4-15 15,-5 0-10-15,-5 0-10 0,-8 18-4 16,-5 9 3 0,-3 5 7-16,0 2 20 0,-11 4 4 15,-10-2-17-15,-1-2-4 16,-3 0-8-16,-4-5-1 16,1 3-2-16,-1-4 3 15,2-5-3-15,5 0-3 16,1-8 5-16,8 0 1 15,7-8 2-15,0-2-8 16,6-5-5-16,0 2 0 16,0-2 12-16,0 0 13 15,0 3 7-15,0 2-5 16,8 1-7-16,7 0 21 16,3 2 7-16,7-4-18 15,4-4 17-15,6 0-9 0,3 0-17 16,-2 0-8-16,-5-4-5 15,-4 0-8-15,-9 2 7 16,-7 0-7-16,-3 2 5 16,-3 0-5-16,-5 0 0 15,3 0 0-15,-3 0-1 16,0 0-7-16,0 0-34 16,0-3-11-16,4 0-20 15,7-5-64-15,5-7-72 16,13-8-181-16,-5 0-273 15,-4 2-393-15</inkml:trace>
  <inkml:trace contextRef="#ctx0" brushRef="#br0" timeOffset="-143538.86">10661 10953 1410 0,'0'0'204'0,"0"0"10"16,0 0 10-16,0 0-78 16,0 0-43-16,0 0-23 15,0 0 27-15,32 22 27 16,-32 4-40-16,0 2-24 16,-5 0-24-16,-6-2-13 0,2-4-13 15,-2 0-6-15,2-4-3 16,0-2-2-16,2-4-8 15,3-5 0-15,4-5 7 16,0 1 2-16,0-3 11 16,0 4-3-16,14 0-7 15,3 3-5-15,4-2 1 16,-2 4-7-16,1-6 1 16,1-1 5-16,-2-2-5 15,2 0 7-15,1 0-7 16,-5 0-1-16,-3-2 0 15,-3-4-12-15,-9 2-13 16,-2-3-40-16,0-2-60 0,0-2-61 16,-8-4-9-1,-1-5 8-15,3-3 65 0,6-9 84 16,0 3 36-16,0 0 2 16,8 5 22-16,3 9 64 15,-2 5 66-15,-4 10-2 16,-3 0-54-16,-2 16-51 15,0 20 70-15,0 10-2 16,-4 8-26-16,-6 0-5 16,1 0-34-16,7-4-35 15,2-6-5-15,0-5-8 16,2-10 0-16,25 2-58 16,-4-11-147-16,-4-11-631 0</inkml:trace>
  <inkml:trace contextRef="#ctx0" brushRef="#br0" timeOffset="-142936.86">9326 11246 466 0,'0'0'102'15,"0"0"60"-15,0 0 173 16,0 0 36-16,0 0-34 16,0 0-93-16,0 0-95 15,-6-13 29-15,-21 37-11 16,-2 6-48-16,-5 1-32 15,1 1-26-15,-5-3-16 16,3 2-27-16,-2-5-5 16,8-6-13-16,6-5-31 15,4-15-154-15,9 0-490 16,0-17-636-16</inkml:trace>
  <inkml:trace contextRef="#ctx0" brushRef="#br0" timeOffset="-142793.81">9116 11269 1096 0,'0'0'185'16,"0"0"94"-16,0 0-147 15,41 121-85-15,-26-77-27 16,16 7-20-16,-1-14-77 16,-4-9-955-16</inkml:trace>
  <inkml:trace contextRef="#ctx0" brushRef="#br0" timeOffset="-125705.9">13047 12129 1781 0,'0'0'241'15,"0"0"93"-15,0 0-125 16,0 0-149-16,0 0-29 15,0 0 45-15,13 111 23 16,-13-58-8-16,0 5-21 16,0 3-22-16,0 2-14 0,-7-3-19 15,1-2-7-15,-1-6-1 16,0-4-5-16,3-12-1 16,2-7 5-16,-1-10-5 15,1-9-1-15,2-8 1 16,-2-2 13-16,2 0 2 15,-4-2-1-15,-3-18-13 16,2-8 5-16,-1-11-7 16,6-4 1-16,0-9-1 15,0-1 0-15,4 0 0 16,10-2-1-16,-1 6 1 16,1 2 0-16,-1 4 1 0,-5 4 1 15,4 1-1-15,-3 1 0 16,-1 6-1-1,4 2 1-15,-3 10-1 0,-3 4 0 16,-2 10 0-16,-4 2 0 16,0 3 0-16,0 0-2 15,0 0-8-15,-4 11 4 16,-9 8 6-16,-7 5 1 16,-5 5-1-16,-2 3 1 15,-6 2 0-15,0 1 0 16,-1 0 5-16,7-6-5 15,8-8-1-15,7-7 0 16,8-6 0-16,4-5 0 0,0-3 9 16,0-5 6-1,14-17-6-15,7-8-7 0,0-3-1 16,-1 2 0-16,-5 4 1 16,-4 6-1-16,-1 7-1 15,-4 3 1-15,1 6-1 16,4-2 0-16,4 3 0 15,6 4-1-15,4 0-5 16,-2 0 0-16,2 0 5 16,-3 7 1-16,-6 4-1 15,-5 2 0-15,-4-1 0 16,-3 0-5-16,-2 0 6 16,-2-5 0-16,0 2 0 15,0-3 0-15,-2-1 2 16,-15 1 7-16,-6 1 1 0,-4-3-2 15,-2 2-8-15,-2 2 0 16,4-1-10-16,-8 16-86 16,6-5-159-16,2 2-657 0</inkml:trace>
  <inkml:trace contextRef="#ctx0" brushRef="#br0" timeOffset="-124547.89">27436 11555 1407 0,'0'0'234'0,"0"0"-138"0,0 0 52 15,0 0-75-15,-134 49-36 16,100-1 52-16,11 8 38 15,5 4-15-15,11-2-25 16,7-5-5-16,2-9 0 16,25-10-24-16,13-12-18 15,9-12-9-15,6-10-11 16,1 0-8-16,-4-24-3 16,-13-11 0-16,-7-10 1 15,-12-6 54-15,-9 0 5 16,-9-2 6-16,-2 5-6 15,-4 6-5-15,-14 8-30 16,-4 6-19-16,-3 8-9 0,-2 5-6 16,0 10-1-16,4 5-20 15,0 0-48-15,19 8-85 16,4 10-220-16,0-4-520 0</inkml:trace>
  <inkml:trace contextRef="#ctx0" brushRef="#br0" timeOffset="-124293.47">28074 11833 1901 0,'0'0'391'0,"0"0"-274"15,0 0 102-15,2 134-67 16,-23-76-53-16,-5-1-7 15,-3-3-24-15,0-6-34 16,3-6-18-16,5-8-5 16,5-8-10-16,5-7 1 15,5-8-2-15,6-5-8 16,4-6-53-16,21-12-107 16,6-12-515-16</inkml:trace>
  <inkml:trace contextRef="#ctx0" brushRef="#br0" timeOffset="-123445.79">29023 11606 484 0,'0'0'241'15,"0"0"129"-15,0 0-20 16,0 0-95-16,0 0-75 16,0 0-75-16,0 0-30 15,0-40 12-15,0 38 13 16,0 2 4-16,0-2-38 15,0 2-17-15,-6-2 5 16,-1 0-19-16,-5-1-12 16,4 0 4-16,-1-1 13 15,-1-1-1-15,4 5-8 16,2-3-3-16,-1 3 1 16,1-2-1-16,-2 0-1 15,0 2-8-15,-2-2-5 16,1 2-8-16,1-2 0 15,-2 2 0-15,4 0-5 0,2 0 8 16,-3 0 1-16,-3 0 1 16,-8 0-4-16,-4 2 1 15,-7 10 1-15,1 6-3 16,-1 0 1-16,4 1-1 16,6-5-5-16,3 1-1 15,8-5 0-15,1-3 0 16,3-2 0-16,2-3 0 15,0 0-1-15,0 1 0 16,0-2-16-16,0-1-53 0,0 0-58 16,7 0-96-1,5-1-333-15,0-6-631 0</inkml:trace>
  <inkml:trace contextRef="#ctx0" brushRef="#br0" timeOffset="-123121.89">28379 12172 1662 0,'0'0'376'16,"0"0"-188"-16,0 0-14 15,0 0-157-15,0 0-17 16,116-10-114-16,-83-1-278 15,-4 0-851-15</inkml:trace>
  <inkml:trace contextRef="#ctx0" brushRef="#br0" timeOffset="-122980.78">28718 12096 2023 0,'0'0'382'15,"0"0"-171"-15,0 0-10 16,0 0-133-16,0 0-68 15,140-18-86-15,-73 8-415 16,-7-1-824-16</inkml:trace>
  <inkml:trace contextRef="#ctx0" brushRef="#br0" timeOffset="-122859.96">29128 12041 1945 0,'0'0'324'16,"0"0"-26"-16,0 0-101 15,0 0-197-15,0 0-6 0,0 0-521 0</inkml:trace>
  <inkml:trace contextRef="#ctx0" brushRef="#br0" timeOffset="-122334.85">30323 11628 1418 0,'0'0'224'16,"0"0"26"-16,0 0-54 15,-127-18-112-15,84 18-14 16,1 11 35-16,4 8-12 16,11 8-2-16,14 0-44 15,13 0-26-15,5-1-7 16,28-5 9-16,11-4-23 16,6-8-15-16,-4-6-59 15,-3-3 21-15,-10-8 38 16,-6-18 15-16,-5-4 1 15,-4 0 1-15,-3 3 23 0,-5 11 54 16,-8 15 25-16,-2 1-53 16,0 25-45-16,0 20 37 15,-7 9 53-15,-7 6-2 16,4 2-21-16,-4-3-16 16,5-10-24-16,3-7-17 15,-1-10-8-15,2-9-8 16,3-10 0-16,2-7-6 15,0-2-29-15,0-4-17 16,0 0-53-16,7 0-110 16,10-7-337-16,2-5-334 0</inkml:trace>
  <inkml:trace contextRef="#ctx0" brushRef="#br0" timeOffset="-121666.02">28878 13433 1737 0,'0'0'265'0,"0"0"3"16,0 0-54-16,0 0-137 16,128-84-52-16,-95 64-8 15,-7 3-7-15,-6 3 9 16,-6 7 17-16,-5 3 25 16,-3 4 21-16,3 4-38 15,3 24-20-15,-1 11 35 16,-5 12 13-16,-2 2-27 15,-4 0-11-15,0-7-5 16,0-7-16-16,0-8-5 0,-2-4-7 16,2-10 0-1,0-6-1-15,0-8-36 0,10-3-54 16,27-16-98-16,-1-14-435 16,-1-1-475-16</inkml:trace>
  <inkml:trace contextRef="#ctx0" brushRef="#br0" timeOffset="-121366.34">29442 13253 1595 0,'0'0'314'16,"0"0"-227"-16,0 0 106 0,-8 119-6 16,-2-56-77-1,8-2-35-15,2-8-40 0,0-9-19 16,18-11-4-16,11-13-3 15,5-16 3-15,3-4 3 16,1-10-5-16,-2-21 1 16,-8-7-2-16,-7-4 32 15,-7 1 53-15,-12-4-9 16,-2 6-8-16,-2 2-37 16,-17 9-26-16,1 3-13 15,3 9-1-15,1 9-27 16,8 7-109-16,6 0-186 15,14 0-374-15,7 6-681 0</inkml:trace>
  <inkml:trace contextRef="#ctx0" brushRef="#br0" timeOffset="-120975.78">30312 13217 1905 0,'0'0'243'0,"0"0"-89"16,0 0-16-16,-136 85-86 15,113-27-20-15,14 5-9 16,9-7 3-16,0-10-12 16,21-12-1-16,16-15 12 15,10-14 8-15,4-5-15 16,3-5-18-16,-5-26-65 15,-11-11-38-15,-7-16 33 0,-6-14 65 16,-8-10 5-16,-5-3 12 16,-6 10 28-16,-3 17 91 15,-3 21 21-15,0 21-1 16,0 16-67-16,0 7-72 16,0 26 4-16,0 13 20 15,0 10 6-15,4 5-17 16,2-2-13-16,4-2-11 15,1-11-1-15,11-8-72 16,0-13-180-16,-2-13-693 0</inkml:trace>
  <inkml:trace contextRef="#ctx0" brushRef="#br0" timeOffset="-120839.85">30820 13341 1899 0,'0'0'241'0,"0"0"9"16,0 0-41-16,-5 102-122 15,1-72-50-15,2-4-37 16,2-17-11-16,0-4-451 16,11-5-938-16</inkml:trace>
  <inkml:trace contextRef="#ctx0" brushRef="#br0" timeOffset="-120712.93">30811 13130 1796 0,'0'0'482'0,"0"0"-393"16,0 0-89-16,0 0-188 16,0 0-935-16</inkml:trace>
  <inkml:trace contextRef="#ctx0" brushRef="#br0" timeOffset="-120270.09">31243 13150 2078 0,'0'0'250'0,"0"0"-111"16,0 0-45-16,-118 87-33 15,103-44-16-15,15 0 1 0,0-6-21 16,27-8-5-16,10-11 2 16,5-10-9-16,1-8-13 15,-5 0-26-15,-7-24-53 16,-8-9-6-16,-10-9 3 15,-7-2 45-15,-4 2 37 16,-2 8 25-16,0 14 42 16,0 15 14-16,0 5-62 15,0 22-13-15,10 24-6 16,1 20 15-16,0 16-6 16,-9 7 0-16,-2-4 0 15,0-5-3-15,-16-9 1 16,-8-16-6-16,-5-10 14 15,-3-20-3-15,-1-11 13 16,-4-14 60-16,-1-5 36 0,-1-16-30 16,4-11-16-16,6 5-16 15,9 1-37-15,9 2-11 16,11 2-11-16,0 0-41 16,26 0-62-16,41-16-57 15,-5 4-170-15,1 2-491 0</inkml:trace>
  <inkml:trace contextRef="#ctx0" brushRef="#br0" timeOffset="-120064.56">31702 13284 2111 0,'0'0'258'0,"0"0"-139"16,0 0-39-16,0 0-5 15,27 108-17-15,-20-65-10 16,-4-5-23-16,-1-8-13 16,2-8-12-16,3-16-32 15,-1-6-329-15,4 0-645 0</inkml:trace>
  <inkml:trace contextRef="#ctx0" brushRef="#br0" timeOffset="-119924.52">31665 13142 2295 0,'0'0'291'0,"0"0"-82"15,0 0-157-15,0 0-52 16,0 0-218-16,124 5-625 0</inkml:trace>
  <inkml:trace contextRef="#ctx0" brushRef="#br0" timeOffset="-119743.73">32233 12925 2074 0,'0'0'274'0,"0"0"-158"16,34 107 107-16,-24-41-75 0,-2 7-84 16,-8-2-36-1,0-2-20-15,0-11-8 0,-18-9-11 16,-11-14-89-16,4-12-190 15,2-11-366-15</inkml:trace>
  <inkml:trace contextRef="#ctx0" brushRef="#br0" timeOffset="-119457.84">32053 13379 1840 0,'0'0'304'0,"0"0"205"15,0 0-354-15,0 0-110 16,120-22-32-16,-58 20-13 15,1-2-8-15,-7 4-41 16,-17 0-11-16,-5 0 1 0,-7 6 30 16,-9 8 22-16,1 2 5 15,4-2 2-15,4-2 1 16,2-4 7-16,2-8 2 16,-2 0 1-16,-4-8-4 15,-6-13 2-15,-9-2-8 16,-8-5 8-16,-2-1 2 15,0 1-5-15,-12 2 0 16,3 0 0-16,9-10-6 16,9 6-213-16,14 0-1136 0</inkml:trace>
  <inkml:trace contextRef="#ctx0" brushRef="#br0" timeOffset="-119225.66">33022 13090 2297 0,'0'0'188'0,"0"0"-133"15,0 0-28-15,56 127-11 16,-32-73-10-16,-4 0-5 16,-11-4 7-16,-9-7 10 15,0-8 7-15,-11-7 30 16,-11-6-22-16,-7-8-18 15,-5-4-15-15,-24-6-84 16,8-4-306-16,2 0-422 0</inkml:trace>
  <inkml:trace contextRef="#ctx0" brushRef="#br0" timeOffset="-117304.58">12875 10863 1202 0,'0'0'485'16,"0"0"-183"-16,0 0-4 16,0 0-158-16,0 0-42 15,0 0 9-15,0 0-15 16,9-19 14-16,-9 19-13 15,0 0-30-15,0 2-30 0,0 17-17 16,0 15 9-16,0 7 16 16,0 8 10-16,-5 1-8 15,3-2-14-15,0-2-11 16,2-8 0-16,0-4-6 16,0-4-6-16,0-5-6 15,0-1 6-15,0-3 0 16,0 4-5-16,-4-4-1 15,-3 1 0-15,3-3-1 16,2-6 1-16,-1-6 0 16,3-5-21-16,0-2 0 15,0 0-25-15,3-24-91 16,10-2-230-16,3-3-849 0</inkml:trace>
  <inkml:trace contextRef="#ctx0" brushRef="#br0" timeOffset="-116786.92">13296 10944 801 0,'0'0'630'15,"0"0"-412"-15,0 0 6 16,0 0-105-16,0 0-4 16,0 0 24-16,0 0-18 15,-53-1-24-15,42 13-5 16,-3 5-9-16,-1 10-4 15,-8 4 8-15,-1 6-26 16,-5 6-4-16,0 0-12 16,1 1-15-16,5-2-17 15,7-4-7-15,7-4-6 16,9-8 1-16,0-3 0 16,15-7-1-16,18-9 1 0,4-7 17 15,7 0-6-15,1-7-6 16,2-15-5-16,-7-11 9 15,-4-4-4-15,-9-7 0 16,-10-3 0-16,-7-1 3 16,-10 4-7-16,0 7 4 15,-6 12 4-15,-13 11-10 16,-10 10-1-16,-27 4-53 16,4 20-150-16,2 3-707 0</inkml:trace>
  <inkml:trace contextRef="#ctx0" brushRef="#br0" timeOffset="-113015.9">15805 10894 675 0,'0'0'545'0,"0"0"-183"16,0 0 23-16,0 0-26 15,0 0-78-15,0 0-38 16,0-26-83-16,2 26-66 16,2 17-61-16,0 15-1 15,-1 9 28-15,-1 14-8 16,-2 3-4-16,0-2-9 15,0-3-15-15,-5-4-11 16,-3-6-7-16,-6-10 0 16,3-3 0-16,0-7-5 15,4-9 0-15,2-5-1 0,3-7-5 16,2-2 4-16,0 0-19 16,0 0-56-16,0-15-67 15,0-6-65-15,5-1-528 0</inkml:trace>
  <inkml:trace contextRef="#ctx0" brushRef="#br0" timeOffset="-112633.73">16085 10957 1279 0,'0'0'261'0,"0"0"-12"0,0 0-6 16,0 0-81-16,-35 126-41 15,30-84-5-15,5 4-33 16,0-2-7-16,0-2 7 16,18-6-26-16,6-10-7 15,8-8-14-15,1-9-12 16,0-9-7-16,1-3-4 15,-5-19-2-15,-5-10-1 16,-8-8-3-16,-7-4 7 16,-9-2 37-16,0 0 4 15,-6 6-9-15,-13 8-23 16,1 8-13-16,-4 8-10 16,0 5-10-16,-5 11 2 0,-2 0-48 15,-9 7-64-15,7 9-196 16,11 0-556-16</inkml:trace>
  <inkml:trace contextRef="#ctx0" brushRef="#br0" timeOffset="-112069.39">18453 11041 1605 0,'0'0'524'0,"0"0"-195"16,0 0-33-16,0 0-181 16,0 0-72-16,0 0 58 15,0 112 17-15,0-58-30 16,0 0-10-16,6-4-29 16,5-6-14-16,1-9-11 15,-2-7-6-15,2-9-8 16,-8-6 0-16,-1-5-10 15,-3-4-1-15,0-4-8 16,2 0-13-16,-2 0-38 16,6 0-34-16,8-26-77 0,-1 2-399 15,0-5-1106-15</inkml:trace>
  <inkml:trace contextRef="#ctx0" brushRef="#br0" timeOffset="-111747.45">18689 11052 1104 0,'0'0'720'0,"0"0"-516"15,0 0-46-15,0 0-81 16,0 0 99-16,0 121-20 16,0-68-23-16,0-2-23 0,0-3-23 15,17-8-44-15,10-7-19 16,7-12-9-16,8-10-6 15,3-11 0-15,0-3-7 16,-5-24 5-16,-7-13 5 16,-8-13-2-16,-8-3-1 15,-8-4 0-15,-9 5 32 16,0 12-2-16,0 11-31 16,-20 14-8-16,-9 12-27 15,-9 6-70-15,-9 0-77 16,-26 11-126-16,8 5-242 15,10-5-347-15</inkml:trace>
  <inkml:trace contextRef="#ctx0" brushRef="#br0" timeOffset="-111138.72">21208 11182 1580 0,'0'0'769'16,"0"0"-489"-16,0 0-84 15,0 0-39-15,0 0-27 16,2 125-27-16,-2-78-35 16,0-1-23-16,5-2-22 15,-1-8-11-15,0-5-6 16,5-6-6-16,0-9-5 16,4-6-51-16,3-10-63 15,13-4-50-15,-2-20-285 0,-5-2-742 16</inkml:trace>
  <inkml:trace contextRef="#ctx0" brushRef="#br0" timeOffset="-110809.7">21468 11171 377 0,'0'0'1479'0,"0"0"-1337"16,0 0-1-16,0 0 27 15,-4 113-6-15,4-67-55 16,0-4-7-16,11-2-44 16,5-8-26-16,6-11-12 15,10-4 30-15,5-11 20 16,5-6-5-16,3-3-31 0,-1-14-13 16,-8-9 2-16,-9-6 13 15,-7-2 14-15,-11-9 5 16,-7-1-13-16,-2 1-16 15,0 2-12-15,-22 9-12 16,-4 12-6-16,-12 9-33 16,-7 11-65-16,-9 0-32 15,-21 29-103-15,8 3-412 16,13 0-578-16</inkml:trace>
  <inkml:trace contextRef="#ctx0" brushRef="#br0" timeOffset="-110200.8">24103 11122 1538 0,'0'0'509'0,"0"0"-142"15,0 0-57-15,0 0-185 16,0 0-40-16,0 0 35 16,7 143-18-16,-5-85-26 15,-2-2-25-15,0-5-27 16,2-9-13-16,3-10-10 15,2-10 5-15,-3-8-6 16,1-8-17-16,1-6-36 16,10-10-44-16,-1-15-105 15,-1-1-603-15</inkml:trace>
  <inkml:trace contextRef="#ctx0" brushRef="#br0" timeOffset="-109839.64">24359 11148 1490 0,'0'0'306'0,"0"0"-155"16,0 0 39-16,0 0 8 15,0 0-39-15,-44 119-21 16,31-79-41-16,6 0-16 15,7-1-39-15,0-7-18 0,0-6-15 16,14-8 5-16,5-8 22 16,8-10 24-16,6 0-25 15,2-10-10-15,-2-18-13 16,-2-6 1-16,-7-8-1 16,-6-1 5-16,-9 1 17 15,-9 7 23-15,0 6-21 16,-7 9-27-16,-13 8-9 15,-11 8-27-15,-7 4-78 16,-29 9-72-16,7 12-418 16,4-3-956-16</inkml:trace>
  <inkml:trace contextRef="#ctx0" brushRef="#br0" timeOffset="-93671.23">11103 13909 785 0,'0'0'575'16,"0"0"-408"-16,0 0 91 15,0 0-4-15,0 0-12 16,0 0-67-16,42 32-23 16,-15-32-47-16,6 0-45 15,1 0-35-15,3 0-25 16,11 0-29-16,-11 0-168 0,-12 5-471 16</inkml:trace>
  <inkml:trace contextRef="#ctx0" brushRef="#br0" timeOffset="-93521.91">11103 14239 2099 0,'0'0'296'15,"0"0"-42"-15,0 0-69 16,0 0-124-16,121-46-46 16,-59 26-15-16,34-4-157 15,-14 8-418-15,-11 2-789 0</inkml:trace>
  <inkml:trace contextRef="#ctx0" brushRef="#br0" timeOffset="-92951.7">12164 13759 1622 0,'0'0'267'16,"0"0"-144"-16,0 0 90 15,0 0-109-15,160-89-57 16,-110 81-30-16,-8 8-1 15,-9 0-6-15,-8 18 14 16,-10 11 44-16,-5 9 2 16,-10 6-13-16,0 7 1 15,-3 2-22-15,-15 0-15 16,-4 3-11-16,-5-3-4 16,-4-5 2-16,2-6-7 15,-3-6 8-15,1-7-3 16,5-8 10-16,2-7 22 15,5-10 8-15,4-4 3 16,6 0-11-16,2 0-14 0,5 0-2 16,2-4 14-16,0 0-9 15,0 0 1-15,7-6-1 16,6 2-10-16,7-1-2 16,0 4-14-16,1 3 7 15,-2 2-8-15,1 0-1 16,3 0 0-16,-1 0 0 15,0 0-11-15,5 0-31 16,4 0-35-16,9 0-45 16,26-12-83-16,-9-4-345 15,-6-2-643-15</inkml:trace>
  <inkml:trace contextRef="#ctx0" brushRef="#br0" timeOffset="-92544.64">13029 13619 652 0,'0'0'741'0,"0"0"-523"15,0 0 43-15,0 0-63 16,0 0-48-16,-140 109-31 15,113-55 14-15,4 6 1 0,7 2-27 16,10 1-26 0,6-8-36-16,0-6-23 0,14-12-16 15,10-4-6-15,5-15 0 16,5-12 15-16,-3-5-2 16,-2-1-4-16,-5 0-8 15,-8-5 8-15,-7-5 0 16,-7 0-3-16,-2 0 1 15,0 1 11-15,-11 6-1 16,-5 3-16-16,-6 0-1 16,0 0-1-16,-1 1-6 15,3 10-28-15,9-5-57 16,11-2-108-16,2-3-365 0,19-1-437 16</inkml:trace>
  <inkml:trace contextRef="#ctx0" brushRef="#br0" timeOffset="-92266.96">13840 13759 962 0,'0'0'1246'15,"0"0"-1021"-15,0 0-84 16,0 0 41-16,-64 121-64 16,28-67-40-16,0 1-29 0,3-7-20 15,6-6-16-15,7-11-11 16,6-8-1-16,8-9-1 16,4-10-21-16,2-8-59 15,0-18-90-15,2-7-500 0</inkml:trace>
  <inkml:trace contextRef="#ctx0" brushRef="#br0" timeOffset="-92095.85">13616 13864 1914 0,'0'0'337'0,"0"0"-79"16,0 0-78-16,0 0-96 0,0 0-28 15,0 0 0-15,0 0-24 16,119 98-20-16,-101-70-12 15,3-3-15-15,16-6-92 16,-3-5-142-16,6-7-518 0</inkml:trace>
  <inkml:trace contextRef="#ctx0" brushRef="#br0" timeOffset="-91585.91">14217 13709 575 0,'0'0'670'16,"0"0"-583"-16,0 0 48 15,0 0 24-15,0 0-44 16,0 0-8-16,0 0-3 15,116-54-23-15,-100 61-3 16,-5 13-28-16,-3 6-26 16,-2 10 20-16,-6 4 7 15,0 8-16-15,-12 0 7 16,-9-2 5-16,-2-4-13 16,-2-6-16-16,2-6-3 15,3-7-6-15,5-9 0 16,-1-5 0-16,5-2 7 0,5-5 21 15,-1 0 40-15,2-2 4 16,5 2-8-16,0-2-15 16,0 0-1-16,0 0-24 15,5 0-9-15,15 0-6 16,4 0-3-16,1 8-6 16,-2 1 0-16,-4 3-8 15,-5 3-1-15,-3-3-1 16,-3 0 0-16,2-5-14 15,-1 2-32-15,3-9-105 16,9 0 15-16,14 0-73 16,-3-14-268-16,-1-2-653 0</inkml:trace>
  <inkml:trace contextRef="#ctx0" brushRef="#br0" timeOffset="-91036.19">14904 13672 1069 0,'0'0'191'16,"0"0"-136"-1,0 0-36-15,0 0-19 0,0 0-20 16,0 0 20-16,0 0 67 16,78-46 111-16,-92 42 53 15,-6 1-60-15,-6 3 11 16,-1 0-54-16,-2 7-64 16,4 13-36-16,1 4-19 15,6 6-8-15,7 2-1 16,4-2 1-16,5-4 0 15,2-4-2-15,0-7-10 16,9 0 11-16,9-4 32 16,1 2-13-16,6 3-12 15,2 4-6-15,-2 6-1 16,-3 6 0-16,-5 0-7 0,-7 3-4 16,-10-5 11-16,0-5 11 15,-3-2 13-15,-12-4 78 16,-6 0 34-16,-3-1-19 15,0-6-42-15,-3-3-21 16,-2-2-27-16,2-3-17 16,0-4-10-16,0 0-16 15,3 0-68-15,4 0-59 16,4-4-54-16,16-15-37 16,0 5-88-16,18-6-908 0</inkml:trace>
  <inkml:trace contextRef="#ctx0" brushRef="#br0" timeOffset="-90759.66">15791 13730 1478 0,'0'0'252'0,"0"0"26"16,0 0 77-16,-111 146-144 15,74-96-81-15,4-4-57 0,8-7-40 16,6-7-21-16,7-13-8 16,6-6-4-16,4-12-85 15,2-6-159-15,0-19-315 16,0-7-923-16</inkml:trace>
  <inkml:trace contextRef="#ctx0" brushRef="#br0" timeOffset="-90594.45">15523 13883 1979 0,'0'0'483'16,"0"0"-304"-16,0 0-29 15,0 0-57-15,0 0-53 16,0 0-27-16,110 119-13 0,-86-95-58 15,-1-5-75 1,8-9-145-16,-5-8-302 0,-1-2-488 0</inkml:trace>
  <inkml:trace contextRef="#ctx0" brushRef="#br0" timeOffset="-90053.56">16232 13704 1433 0,'0'0'319'0,"0"0"-170"16,0 0 93-16,0 0-67 15,0 0-107-15,0 0-42 16,0 0-9-16,94-87-8 16,-81 87 1-16,-1 0-3 15,-4 9 8-15,-1 12 5 16,-3 5-4-16,-4 9-7 16,0 3-8-16,-11 4 5 15,-16 2 0-15,-6 0 2 16,-4-2-7-16,-2-2 6 15,1-1-5-15,5-7 12 0,2 0 0 16,4-10 10 0,4-4 10-16,10-6-6 0,5-5 9 15,3-2 2-15,2-3 21 16,3 0-3-16,0-2-10 16,0 0-11-16,12 0-12 15,11 0 14-15,2 0 20 16,4 0 15-16,-6 0-22 15,-3 0-30-15,-7 0-12 16,1 0-9-16,1 2-1 16,1 4-32-16,4-1-40 15,5 0-47-15,10-5-59 16,-4 0-134-16,-2-10-456 0</inkml:trace>
  <inkml:trace contextRef="#ctx0" brushRef="#br0" timeOffset="-89700.28">16847 13668 1553 0,'0'0'632'15,"0"0"-485"-15,0 0-81 16,0 0-35-16,0 0 4 15,0 0 31-15,-31 111 33 16,15-74-17-16,-1-2 2 16,3-6-23-16,3-5-19 0,7-6-21 15,4-4-5-15,0 0 11 16,0 0 20-16,17-2 9 16,4-1-12-16,1-6-22 15,5 2-11-15,0-7-5 16,0 0-6-16,-1 0-24 15,-4 0-20-15,-4 0-11 16,0-10-20-16,-7 0-46 16,0-11-126-16,-4 4-273 15,-3-2-268-15</inkml:trace>
  <inkml:trace contextRef="#ctx0" brushRef="#br0" timeOffset="-89489.45">17041 13694 1141 0,'0'0'588'16,"0"0"-10"-16,0 0-206 15,0 0-163-15,0 0-124 16,0 0-48-16,0 0 23 16,20 80 21-16,-20-26-11 15,0 8-8-15,-8 3-9 16,-13-4-27-16,4-4-19 16,1-10-1-16,7-8-6 15,5-13 0-15,4-11-61 16,0-15-83-16,11-9-72 15,9-19-398-15,4-1-819 0</inkml:trace>
  <inkml:trace contextRef="#ctx0" brushRef="#br0" timeOffset="-89120.7">17737 13647 1582 0,'0'0'691'16,"0"0"-529"-16,0 0-76 0,0 0 0 15,0 0 42-15,-15 103-4 16,-4-51 2-16,-5 4-10 16,-2 2-5-16,-3-6-46 15,2 1-38-15,2-13-18 16,5-5-4-16,5-9-5 16,-2-6-41-16,7-3-34 15,1-13-27-15,-1-2-13 16,-5-2-46-16,1-6-301 15,4-11-542-15</inkml:trace>
  <inkml:trace contextRef="#ctx0" brushRef="#br0" timeOffset="-88927.38">17479 13874 1470 0,'0'0'692'0,"0"0"-487"15,0 0 44-15,0 0-81 16,0 0-66-16,149 9 10 15,-116 14 13-15,-6 1-74 16,-12 1-37-16,-3-1-14 16,-3-1-5-16,1-3-61 15,13 1-48-15,46-2-97 16,-3-2-426-16,6-7-558 0</inkml:trace>
  <inkml:trace contextRef="#ctx0" brushRef="#br0" timeOffset="-88649.58">18249 13740 948 0,'0'0'323'15,"0"0"288"-15,0 0-44 16,0 0-383-16,0 0-11 15,0 0-10-15,19 124-28 16,-19-66-29-16,-7-1-34 16,-2-2-39-16,2-2-19 15,5-13-14-15,2-6 0 16,0-12-63-16,0-10-60 0,9-7-46 16,7-5-79-16,-1-13-343 15,-1-6-855-15</inkml:trace>
  <inkml:trace contextRef="#ctx0" brushRef="#br0" timeOffset="-88229.91">18791 13709 717 0,'0'0'830'15,"0"0"-621"-15,0 0-27 0,0 0-40 16,0 0-46-16,0 0 66 16,-102 105 40-16,69-48-16 15,4 4-30-15,2 6-29 16,9-5-48-16,11-10-45 16,7-6-17-16,2-14-11 15,23-11-6-15,8-10 0 16,9-11 6-16,6 0-5 15,-4-11 8-15,-6-16 0 16,-6 1 3-16,-11-8 20 16,-5-2 17-16,-7-3 1 15,-7 0-12-15,0-4-11 0,-2 1-15 16,0-1-10 0,0 8-2-16,-17 5-12 0,-6 5-24 15,-6 11-4-15,-2 7-12 16,-4 7-13-16,3 0-23 15,6 30-42-15,5-2-212 16,15-2-592-16</inkml:trace>
  <inkml:trace contextRef="#ctx0" brushRef="#br0" timeOffset="-87463.39">19194 13253 738 0,'0'0'267'16,"0"0"131"-16,0 0-78 16,0 0-109-16,0 0-43 0,125-41 11 15,-98 34-47-15,-2 0-52 16,-9 3-37-16,-10 1-18 15,-4 1 2-15,-2-1 34 16,0 1-6-16,-2-2-17 16,-12 3-2-16,-5-4-17 15,-4 5-9-15,-3 0-8 16,1 0 4-16,1 2-6 16,-1 13 1-16,3 2 0 15,4 1 0-15,0 0-1 16,0 3 1-16,5-3 0 15,-1-4 0-15,6 0 0 0,3-4 0 16,5-2-1-16,0 0-5 16,2-2 5-16,15 0 12 15,0 0-4-15,-1-1-7 16,1 0 5-16,-3 1 0 16,1 2-6-16,-3 0 0 15,1 4 0-15,0 2-6 16,-1 3-32-16,-2 3-17 15,-1-1 16-15,-7 1 16 16,-2-4-7-16,0 1 18 16,0-5 12-16,-2-3 9 15,-7 2 2-15,1-6-1 16,1 0 2-16,-2 0 0 16,0-3 1-16,-6-2 5 0,-3 0 9 15,-5 0 9-15,-2 0-5 16,2 0-4-16,-2 0-16 15,2-2-10-15,1 2-1 16,-5-5-32-16,8 2-287 16,-4 3-469-16</inkml:trace>
  <inkml:trace contextRef="#ctx0" brushRef="#br0" timeOffset="-59585.59">19957 10147 791 0,'0'0'187'16,"0"0"-118"-16,0 0 22 15,0 0 12-15,0 0-91 16,0 0-10-16,-7 0-2 16,7 0 12-16,0 0-2 15,-2 0 16-15,2 0-3 16,0 0-1-16,0 0 20 0,0 0-3 15,0 0-39-15,0 0-13 16,0 0-132-16,0 0-135 16,0 0-362-16</inkml:trace>
  <inkml:trace contextRef="#ctx0" brushRef="#br0" timeOffset="-58812.22">23416 9948 1356 0,'0'0'386'0,"0"0"-241"15,0 0 95-15,0 0-14 0,0 0-147 16,0 0-53-16,0 0-3 16,-4 0-23-16,-17 0-3 15,0 0-174-15,3 0-392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00:11.9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1406 1146 2080 0,'0'0'316'0,"0"0"-27"15,0 0-52-15,0 0-128 16,0 0-81-16,76 167 5 15,-38 4 29-15,-3 18-4 16,-6-13-8-16,-8-46-4 16,1-52-21-16,-2-26-13 15,9-11-6-15,4-3-4 16,8-2 4-16,5-4-6 16,-1-17 6-16,-3-6-6 15,-4-9-6-15,-7 0-27 0,-6 0-61 16,-5-7-56-16,11-28-77 15,-6 0-298-15,-4-2-578 0</inkml:trace>
  <inkml:trace contextRef="#ctx0" brushRef="#br0" timeOffset="368">2351 1712 1465 0,'0'0'627'0,"0"0"-408"16,0 0 81-16,0 0-98 15,0 0-97-15,0 0-68 16,-134-38-36-16,112 95 6 0,5 17-6 16,7 5 0-16,8 2 0 15,2-9 0-15,14-14 0 16,17-15 0-16,7-14 5 16,1-15-6-16,0-14 0 15,-8 0-5-15,-7-22-8 16,-10-16-10-16,-10-12-5 15,-4-10 19-15,0-2 7 16,-4 9 2-16,-5 13 32 16,4 21 25-16,5 17-11 15,0 2-46-15,5 34 0 16,13 15 24-16,4 12 21 16,1 6-14-16,-2-4-17 0,4-3-13 15,-3-7-1-15,3-11-9 16,11-21-97-16,-7-8-182 15,0-13-1001-15</inkml:trace>
  <inkml:trace contextRef="#ctx0" brushRef="#br0" timeOffset="711.64">2922 1923 2328 0,'0'0'316'16,"0"0"-211"-16,0 0 87 15,6 130-54-15,6-79-69 16,-1-3-39-16,0-9-17 0,0-10-7 16,-4-11-4-1,-5-10-1-15,-2-8 6 0,0-8 14 16,0-24-20-16,-11-10-1 16,-1-13 0-16,6-5 1 15,6-1 0-15,0 8-1 16,22 7-5-16,12 13-3 15,1 19 2-15,6 14-3 16,-5 9 8-16,-7 26-8 16,-5 16 9-16,-9 7 0 15,-4 2 2-15,-6-6-1 16,0-8-1-16,-1-10-7 16,-2-15-75-16,9-20-114 15,-1-1-497-15,0-3-1006 0</inkml:trace>
  <inkml:trace contextRef="#ctx0" brushRef="#br0" timeOffset="969.17">3486 1773 1965 0,'0'0'371'0,"0"0"-172"16,0 0-50-16,0 0-16 15,149-5-87-15,-111 38-31 16,-9 13-13-16,-14 16-1 16,-9 12 9-16,-6 6-9 0,0 0 7 15,-8-6-2-15,-1-9-6 16,3-13 0-16,2-10-7 16,-1-14-93-16,3-23-97 15,2-5-311-15,-3-5-349 0</inkml:trace>
  <inkml:trace contextRef="#ctx0" brushRef="#br0" timeOffset="1126.66">3495 2166 1892 0,'0'0'334'0,"0"0"-29"15,0 0-174-15,0 0-98 0,129-69-24 16,-64 49-9-16,44-6-71 15,-16 4-407-15,-6 4 132 0</inkml:trace>
  <inkml:trace contextRef="#ctx0" brushRef="#br0" timeOffset="1785.13">4097 1896 2221 0,'0'0'288'16,"0"0"-83"-16,0 0-57 15,0 0-99-15,0 0-31 16,-90 131-4-16,90-66 7 0,11-2 13 16,23-5-10-1,9-15-10-15,8-15-7 0,4-16 2 16,-1-12-8-16,-7-11-1 16,-11-22-20-16,-12-9-29 15,-11-9 8-15,-11-1 17 16,-2 2 23-16,0 6 1 15,-6 12 26-15,-1 10 25 16,3 12 20-16,4 10-18 16,0 2-53-16,4 26-3 15,16 14 2-15,7 14 1 16,2 6 2-16,2 0 10 16,0-4-2-16,-8-12-9 15,-5-15 0-15,-12-16-1 16,-6-15-20-16,-2-7-2 0,-20-32-2 15,-5-17 0-15,0-8 17 16,7-8 7-16,7 0 15 16,10 10 9-16,3 10-10 15,14 14-14-15,18 20-12 16,7 16-2-16,5 4 13 16,2 30-8-16,-7 12 9 15,-7 8 0-15,-12 0 0 16,-9-4 0-16,-11-6 1 15,0-12-1-15,0-12 1 16,-7-9-1-16,-6-9 0 16,-1-10 6-16,4-25-5 15,3-12 11-15,7-13-6 0,0 2 9 16,9 0 30 0,15 9 3-16,8 17-27 0,3 14-14 15,3 18-7-15,2 0-1 16,-6 32-1-16,-8 8 1 15,-8 8 0-15,-9 0 0 16,-7-1 0-16,2-12-12 16,23-17-76-16,0-10-86 15,12-8-465-15</inkml:trace>
  <inkml:trace contextRef="#ctx0" brushRef="#br0" timeOffset="2052.82">5258 1784 2244 0,'0'0'289'16,"0"0"-152"-16,0 0 5 15,-87 146-51-15,78-74-33 16,9 1-29-16,13-13-17 16,28-11-6-16,7-21-5 15,4-18 6-15,-5-10 2 16,-5-9-8-16,-11-20 11 15,-10-5-2-15,-13-1 1 16,-8 1 4-16,0 4-9 16,-6 2 3-16,-10-2-9 15,3-14 0-15,4 4-107 16,9 2-586-16</inkml:trace>
  <inkml:trace contextRef="#ctx0" brushRef="#br0" timeOffset="2289.42">5677 1717 1892 0,'0'0'561'15,"0"0"-486"-15,0 0-74 16,0 0-1-16,0 0 8 16,81 130-7-16,-50-70 5 15,-10 0-6-15,-7-2 1 16,-9-10 5-16,-5-12-4 15,0-10 6-15,0-9-6 0,-15-5-2 16,-14-7-5-16,-12 2-75 16,-44 1-145-16,12-1-135 15,4 1-1153-15</inkml:trace>
  <inkml:trace contextRef="#ctx0" brushRef="#br0" timeOffset="2896.94">7204 1855 2201 0,'0'0'340'0,"0"0"-260"16,-9 101 12-16,22-52-44 15,28-8-15-15,13-7-15 16,3-22-18-16,-4-12-9 0,-10 0-85 15,-17-29-103 1,-14-11-4-16,-10-7 69 0,-2-2 132 16,-2 1 13-16,-7 6 166 15,4 7 49-15,5 13-72 16,2 12-65-16,21 10-65 16,6 19-25-16,4 23 0 15,-2 10 1-15,-6 6-1 16,-7-2 0-16,-7-10 1 15,-7-9-1-15,-4-16-1 16,0-16 0-16,-4-5-79 16,-7-23 18-16,4-23-50 15,7-15 38-15,0-8 73 16,3-1 78-16,14 6 58 16,8 15-41-16,0 19-56 0,2 18-15 15,2 12-17-15,-4 18-6 16,-2 25 0-16,-5 8 8 15,-3 7-9-15,-3-5-1 16,21-9-44-16,-1-14-125 16,14-18-576-16</inkml:trace>
  <inkml:trace contextRef="#ctx0" brushRef="#br0" timeOffset="3317">8938 1613 1290 0,'0'0'872'0,"0"0"-730"16,-117 35 61-16,82 7-100 16,16 11-66-16,15 10-25 15,4 5 46-15,21-1 46 16,22-6-19-16,13-17-31 15,11-13-27-15,6-16-16 16,-1-15-11-16,-8-7-9 16,-17-27-51-16,-16-15-1 15,-19-16 41-15,-12-32 20 16,-29-31 18-16,-12 4 52 0,1 13 7 16,7 25 18-1,14 34 24-15,4 9 9 0,5 6-29 16,4 21 23-16,6 16-32 15,0 6-86-15,14 34 4 16,13 20-8-16,6 17 10 16,5 6-8-16,0 4-2 15,2-5-14-15,0-12-140 16,16-16-59-16,-12-21-88 16,-1-21-847-16</inkml:trace>
  <inkml:trace contextRef="#ctx0" brushRef="#br0" timeOffset="3639.16">9594 1576 232 0,'0'0'1750'15,"0"0"-1531"-15,0 0 4 16,0 0-47-16,-127 162-65 16,118-84-17-16,9-1-16 15,7-14-41-15,30-14-25 16,15-20-3-16,4-26-9 15,-3-3-34-15,-4-32-122 16,-14-18 2-16,-10-10 109 16,-14-4 45-16,-9-1 46 15,-2 11 93-15,0 10 43 16,0 15 15-16,-6 14-50 16,4 13-54-16,2 2-92 15,0 17-1-15,0 20-1 0,0 9 1 16,0 7 0-1,8-5 0-15,8-7-55 0,22-10-95 16,-3-16-120-16,8-8-802 0</inkml:trace>
  <inkml:trace contextRef="#ctx0" brushRef="#br0" timeOffset="4038.3">10202 1596 1468 0,'0'0'570'0,"0"0"-312"16,0 0-7-16,-147 100-76 15,118-44-58-15,14 5-47 16,15 0-9-16,0-3-14 0,27-5 2 16,15-11-12-16,9-12-11 15,5-14-13-15,-3-16-4 16,-4 0 0-16,-9-27 0 15,-9-17-1-15,-8-17 1 16,-5-31-8-16,-9-1 0 16,-5-9 0-16,-4 3 1 15,0 25 4-15,0 5 4 16,-6 18 65-16,-1 20 19 16,0 14 1-16,4 14 2 0,1 3-37 15,2 15-60 1,0 23 1-16,0 16-1 0,0 9 9 15,16 7-2-15,4-4-7 16,7-4-13-16,2-11-126 16,20-20-119-16,-9-14-366 15,-2-17-740-15</inkml:trace>
  <inkml:trace contextRef="#ctx0" brushRef="#br0" timeOffset="4249.3">10671 1644 1407 0,'0'0'866'0,"0"0"-755"15,-32 114 88-15,32-46-36 16,5 2-75-16,33-7-55 16,15-20 8-16,12-22-3 15,-1-21-4-15,-1-6-8 0,-12-32-8 16,-15-14-2-16,-17-11-4 16,-13 0-3-16,-6 0-9 15,-23 10 0-15,-20 16-16 16,-14 13 0-16,-36 10-80 15,14 8-274-15,6 6-354 0</inkml:trace>
  <inkml:trace contextRef="#ctx0" brushRef="#br0" timeOffset="4683.95">12594 1377 1543 0,'0'0'741'15,"0"0"-376"-15,0 0-47 16,0 0-110-16,0 0-99 16,0 0-86-16,0 0-23 15,-37 35 10-15,6 15-2 16,6-3-7-16,7-4 8 0,9-9-9 16,7-10 0-16,2-7 0 15,4-6-7-15,23-1 7 16,8-4 8-16,13-1 0 15,4-2-8-15,2-3-7 16,0 0-52-16,-8 0-66 16,-7 0-15-16,-10-3-53 15,-10-14-99-15,0-15-183 16,-9 0-290-16,-5 2-300 0</inkml:trace>
  <inkml:trace contextRef="#ctx0" brushRef="#br0" timeOffset="4859.03">12904 1444 730 0,'0'0'780'16,"0"0"-150"-16,0 0-131 15,0 0-244-15,0 0-67 0,0 0-53 16,0 0-69-16,6-27-34 16,11 66 9-16,-5 9 19 15,-2 10-9-15,-1 2-28 16,-3 0-16-16,1-4-7 16,0-5-36-16,0-14-72 15,3-7-71-15,32-9-94 16,1-9-424-16,7-8-546 0</inkml:trace>
  <inkml:trace contextRef="#ctx0" brushRef="#br0" timeOffset="5376.12">13653 1546 591 0,'0'0'1264'15,"0"0"-1029"-15,0 0 120 16,47 125-117-16,-12-58-83 16,6 0-51-16,-3-8-23 15,-3-14-38-15,-6-17-26 16,-6-16-5-16,-8-12-3 16,-6-12 12-16,0-22-2 15,-7-13-7-15,-2-7-4 16,0-2 19-16,0 0 21 15,-2 2-8-15,-5 8-30 0,3 6-10 16,2 10-44 0,2 9-49-16,0 11-28 0,9 6-36 15,15 4-9-15,10 0 49 16,8 0 57-16,7 9 38 16,9-4 21-16,4 0 1 15,-1-5 8-15,-5 0-8 16,-12 0 1-16,-15-8-1 15,-13-4 0-15,-16 2 27 16,0 1 66-16,-23 6 12 16,-6 3-28-16,-4 0-47 15,2 22-30-15,4 14 1 16,2 10 6-16,9 8 4 16,7 6-10-16,9-4 5 0,0-3-6 15,9-16 1-15,18-11-2 16,9-18 0-16,48-13-75 15,-7-22-311-15,5-7-801 0</inkml:trace>
  <inkml:trace contextRef="#ctx0" brushRef="#br0" timeOffset="5587.23">14819 1509 1952 0,'0'0'386'15,"0"0"-168"-15,0 0-33 16,0 0-103-16,-94 118-31 0,94-69-2 16,0-3-1-1,18-2-27-15,14-9-20 0,5-12 10 16,5-9-5-16,3-10-6 16,11-4-36-16,-12-9-239 15,-10-10-606-15</inkml:trace>
  <inkml:trace contextRef="#ctx0" brushRef="#br0" timeOffset="5840.33">15244 1569 1149 0,'0'0'609'0,"0"0"-457"16,0 0 102-16,0 0-112 0,127-73-99 15,-115 61-12 1,-12 4 108-16,-2-1-46 0,-25 4-34 15,-6 5 17-15,-3 0-16 16,-2 10-9-16,2 22-8 16,3 12-31-16,8 9 4 15,12 8-9-15,13-4-6 16,0-8 0-16,27-12-1 16,19-16-18-16,52-21-118 15,-11 0-452-15,-4-17-268 0</inkml:trace>
  <inkml:trace contextRef="#ctx0" brushRef="#br0" timeOffset="6045.05">15617 1426 1407 0,'0'0'237'0,"0"0"-74"15,38 108 29-15,-7-48-75 16,-2 5-53-16,-7 2 49 15,-8-6-30-15,-12-11-50 16,-2-10-12-16,0-14-11 16,-18-12-10-16,-18-14-139 15,5 0-373-15,2-12-837 0</inkml:trace>
  <inkml:trace contextRef="#ctx0" brushRef="#br0" timeOffset="6404.82">17159 1476 1640 0,'0'0'393'0,"0"0"-86"0,0 0-69 16,0 0-71-16,-129 79-58 15,111-36-23-15,12 5-21 16,6 0-31-16,0-6-19 15,18-5-14-15,9-9 10 16,8-10-11-16,34-18-26 16,-11 0-140-16,4 0-526 0</inkml:trace>
  <inkml:trace contextRef="#ctx0" brushRef="#br0" timeOffset="6883.66">17534 1480 1914 0,'0'0'591'0,"0"0"-453"0,0 0 11 16,-116 58-81-16,94-8-22 15,9 10-7-15,13 0-8 16,13-4-23-16,32-14-2 16,12-20-3-16,3-17-3 15,-2-5-29-15,-11-27-84 16,-13-11-66-16,-14-8 100 15,-15 0 79-15,-5 2 1 16,0 6 38-16,-10 13 61 16,3 8 12-16,5 15-35 15,2 2-47-15,0 19-30 0,12 22 6 16,1 11 2-16,3 8-1 16,-5 0-6-16,-5-5-1 15,-1-13 2-15,-3-16-2 16,-2-18 0-16,0-8 0 15,0-20-15-15,-7-24-40 16,-1-13 0-16,3-9 43 16,5-4 12-16,3 6 52 15,18 10 12-15,10 13-20 16,4 20-29-16,-2 19 9 16,-2 2-7-16,-9 30-5 15,-6 14 5-15,-12 9 5 16,-4 5 2-16,0-3-22 15,0-11-2-15,0-20-56 16,14-12-99-16,10-12-658 0</inkml:trace>
  <inkml:trace contextRef="#ctx0" brushRef="#br0" timeOffset="7148.23">18069 1481 1825 0,'0'0'525'0,"0"0"-348"16,0 0-27-16,0 0-95 16,0 0-25-16,18 115-16 0,30-67 5 15,-2 4-12 1,-13 7-7-16,-22-1-6 16,-11 0 6-16,-11-4 1 0,-22-6 13 15,-5-12 19-15,1-11-12 16,6-8-17-16,8-15-4 15,4-2-30-15,9-19-9 16,10-32-138-16,2 5-470 16,17 2-274-16</inkml:trace>
  <inkml:trace contextRef="#ctx0" brushRef="#br0" timeOffset="7379.23">18382 1682 937 0,'0'0'605'15,"131"-40"-51"-15,-67 18-388 16,-8 3-69-16,-22 4-56 15,-19 5 75-15,-10 0 127 0,-5-1-105 16,0-2-67-16,-8 3-23 16,-7 6-28-16,-9 4-20 15,-8 7-6-15,-5 30 2 16,-6 15 4-16,5 12 0 16,7 3 0-16,14-8 0 15,17-10 0-15,0-17-6 16,21-17 6-16,20-15-1 15,24-14-40-15,-9-18-284 16,-6-1-1104-16</inkml:trace>
  <inkml:trace contextRef="#ctx0" brushRef="#br0" timeOffset="7582.53">19003 1514 78 0,'0'0'2020'0,"0"0"-1703"15,0 0-98-15,0 0-88 16,-116 66-70-16,103-12-20 16,9 8 39-16,4 0 19 15,0-7-53-15,21-12-29 16,16-13-17-16,9-13 0 16,19-17-81-16,-10-19-270 15,-9-9-745-15</inkml:trace>
  <inkml:trace contextRef="#ctx0" brushRef="#br0" timeOffset="7800.4">19211 1659 1185 0,'0'0'308'0,"0"0"-23"15,0 0 110-15,0 0-138 16,71 133-123-16,-24-111-82 16,11-10-24-16,6-12-13 15,7 0 9-15,-8-20-6 16,-16-11 0-16,-18-10 44 15,-18-5-11-15,-11-3-30 16,-2 2 34-16,-19 1 11 16,-6 4-27-16,1 1-39 15,2-6-22-15,6 8-129 16,9 7-524-16</inkml:trace>
  <inkml:trace contextRef="#ctx0" brushRef="#br0" timeOffset="7988.42">19910 1194 2415 0,'0'0'555'0,"0"0"-481"15,0 0 62-15,11 145 18 16,-1-70-60-16,-2 5-38 16,1-2-25-16,-2-4-22 15,-2-12-9-15,-5-14-77 16,0-22-99-16,-10-12-83 15,-5-14-475-15</inkml:trace>
  <inkml:trace contextRef="#ctx0" brushRef="#br0" timeOffset="8250.29">19832 1576 2338 0,'0'0'569'15,"0"0"-374"-15,0 0-48 16,0 0-109-16,125-34-38 15,-58 31-26-15,4 3-83 16,-4 0-86-16,-9 4-526 16,-13 8-162-16,-14 5 294 15,-11 3 589-15,-11 1 516 16,-6 8-18-16,-3 3-26 16,0 0-240-16,-3 2-51 15,-6-4-48-15,2-6-63 16,5-9-42-16,2-10-16 0,11-5-12 15,16 0-160-15,4-12-1283 16</inkml:trace>
  <inkml:trace contextRef="#ctx0" brushRef="#br0" timeOffset="8527.51">20644 1618 1766 0,'0'0'810'0,"0"0"-673"15,0 0 81-15,14 122-39 16,7-68-78-16,10-8-47 16,3-9 4-16,-1-18-24 0,3-12-14 15,-4-7-7-15,-3-12-4 16,-6-19-9-16,-2-6-1 16,-7-6-10-16,-6-3-1 15,-8 2 11-15,0 6 0 16,0 2-5-16,-2 8 5 15,-2 4 1-15,4 3-63 16,0 8-67-16,19-1-74 16,10 4-423-16,5 1-695 0</inkml:trace>
  <inkml:trace contextRef="#ctx0" brushRef="#br0" timeOffset="8851.2">21217 1470 1726 0,'0'0'633'0,"0"0"-304"0,0 0-115 16,0 0-130-16,0 0-52 16,0 0-1-16,-112 146 11 15,112-96 4-15,12-4-8 16,21-10-19-16,7-14-10 16,5-17 5-16,1-5-4 15,-4-20-1-15,-8-15-9 16,-8-7-14-16,-7-4-11 15,-11 0 7-15,-3 2 12 16,-2 10 6-16,-3 10 19 16,0 12 1-16,0 12-20 15,0 0-5-15,0 22-19 16,0 10 24-16,-3 6 0 0,3-1 1 16,0-2-2-16,3-9-3 15,36-14-71-15,-3-6-100 16,6-6-545-16</inkml:trace>
  <inkml:trace contextRef="#ctx0" brushRef="#br0" timeOffset="9093.12">21713 1335 1631 0,'0'0'325'0,"0"0"-42"16,0 0-30-16,-46 125-132 15,46-76-80-15,11-1-24 0,14-1-4 16,-3-5-7-16,-5-3-5 16,-7-2 7-16,-10-4-7 15,0-4 4-15,-18-3 7 16,-13-5 12-16,-5-5-6 16,-3-4-18-16,-9-11-18 15,8-1-171-15,9 0-818 0</inkml:trace>
  <inkml:trace contextRef="#ctx0" brushRef="#br0" timeOffset="22195.55">1899 2900 1510 0,'0'0'250'0,"0"0"1"16,0 0 73-16,0 0-87 16,0 0-49-16,0 0-70 15,-9-41-60-15,9 51-35 16,0 24-22-16,2 21 37 16,2 33 30-16,1 0-14 15,-3 8-3-15,1 2-10 16,3-17-22-16,7 1-13 15,12-13-5-15,10-14 0 16,8-13 0-16,1-15 5 16,1-10 0-16,-5-9-5 15,-4-8-1-15,-3 0-9 0,-2-3-71 16,3-33-59-16,-8 1-136 16,-7-1-610-16</inkml:trace>
  <inkml:trace contextRef="#ctx0" brushRef="#br0" timeOffset="22504.27">2405 3294 689 0,'0'0'1518'0,"0"0"-1362"16,0 0 2-16,-119 120-36 16,96-55-30-16,11 2-17 15,12-4-32-15,0-9-14 16,29-9-16-16,14-15-3 0,7-12-8 15,6-17 7 1,2-1 0-16,-2-11-8 0,-12-18 8 16,-8-3-1-16,-14-5-1 15,-13-4 8-15,-9 1-14 16,0 2 11-16,-7 4 51 16,-15 4-1-16,0 6-23 15,-2 8-27-15,5 4-12 16,6 8-10-16,7 2-80 15,8 2-86-15,21 0-474 16,5 0-373-16</inkml:trace>
  <inkml:trace contextRef="#ctx0" brushRef="#br0" timeOffset="22775.4">2951 3345 396 0,'0'0'1758'16,"0"0"-1489"-16,0 0-55 15,0 0-166-15,0 0-11 16,0 0-15-16,56 114-7 16,-11-71-7-16,-6 6-7 15,-5-1 7-15,-12-4-7 16,-9-2 2-16,-11-7 25 16,-2-6 34-16,-6-4-1 15,-21-7 0-15,-11-5-11 16,-1-6-16-16,-2-7-15 15,10 0-8-15,13-5-11 0,13-14-44 16,19-20-53-16,22 6-426 16,3 1-587-16</inkml:trace>
  <inkml:trace contextRef="#ctx0" brushRef="#br0" timeOffset="23195.42">3927 3427 2102 0,'0'0'303'16,"0"0"-102"-16,0 0 76 15,18 160-127-15,-3-88-67 16,8 7-41-16,-3-1-24 0,1-2-10 16,-8-12-8-16,-7-10-11 15,-6-18-38-15,0-18-26 16,-13-18-13-16,-12-7 25 15,1-34 35-15,-3-13 26 16,5-10 2-16,4-9 17 16,11-3 45-16,7-3-27 15,11 1-20-15,31 0-8 16,18 9-6-16,12 13-1 16,4 17 0-16,-4 23 1 15,-12 16 0-15,-16 13-1 16,-19 24-1-16,-21 14 1 15,-4 5 0-15,-27-4 23 16,-13-3 9-16,-5-10-6 16,-1-8-7-16,1-12-12 0,5-9-7 15,11-8-1-15,12-2-58 16,17-27-29-16,13-10-368 16,16-3-872-16</inkml:trace>
  <inkml:trace contextRef="#ctx0" brushRef="#br0" timeOffset="23494.98">4581 3423 2038 0,'0'0'295'16,"0"0"-47"-16,-83 118-51 0,76-67-118 15,7-2-51-15,40-10-13 16,20-13-9-16,12-15 1 15,1-11-7-15,-2-4-5 16,-13-20 4-16,-15-3 1 16,-16-6 1-16,-18 1 8 15,-9 1 21-15,0-1 58 16,-21 0-12-16,-8 5-29 16,-6 3-7-16,-1 3-19 15,3 4-13-15,6 2-8 16,9 6-92-16,18-11-83 15,4 6-439-15,21-4-780 0</inkml:trace>
  <inkml:trace contextRef="#ctx0" brushRef="#br0" timeOffset="23779.96">5125 3258 1972 0,'0'0'316'0,"0"0"-118"15,0 0-137-15,0 0-18 16,60 126-24-16,-16-80-4 16,-1-1-14-16,-8 3 7 15,-10-5-7-15,-12-4 1 16,-13-6 4-16,0-8-5 16,-7-4 71-16,-17-9 46 0,-5-7-26 15,-5-5-39 1,1 0-5-16,2 0-19 0,2-13-17 15,4 2-12-15,5 1-21 16,7 6-30-16,11 4-92 16,2 0-181-16,0-1-672 0</inkml:trace>
  <inkml:trace contextRef="#ctx0" brushRef="#br0" timeOffset="23923.95">5459 3621 1859 0,'0'0'281'0,"0"0"-195"16,0 0-5-16,0 0-54 0,0 0-27 15,27 109-126-15,-19-87-376 16</inkml:trace>
  <inkml:trace contextRef="#ctx0" brushRef="#br0" timeOffset="24358.42">5733 3034 2094 0,'0'0'279'16,"0"0"-232"-16,0 0 78 15,58 151-1-15,-22-68-65 0,1 9 71 16,-6-15-22-16,-2 3-59 15,-6-14-31-15,-12-20-12 16,-5-16-6-16,-6-18 0 16,0-12-21-16,0-8 0 15,-2-20 9-15,-4-10 12 16,6 0 0-16,0-1 16 16,8 0 2-16,27 5-11 15,11 5-7-15,8 9 0 16,1 13-1-16,-4 7-1 15,-4 14-4-15,-13 22 0 16,-16 11 5-16,-16 4-5 16,-2-3 6-16,-27-4 6 15,-10-8 26-15,-9-12 11 16,2-7-1-16,-1-13 0 0,3-4-14 16,9-4-13-16,6-19-15 15,15-7-52-15,12-20-108 16,21 5-424-16,8 5-1111 0</inkml:trace>
  <inkml:trace contextRef="#ctx0" brushRef="#br0" timeOffset="24570.32">6497 3035 1809 0,'0'0'657'0,"0"0"-575"0,32 131 234 16,-16-55-100-16,1 6-76 16,-1 1-59-16,-3-11-46 15,-4-10-35-15,-2-11-23 16,-5-22-115-16,-2-11-145 16,0-16-885-16</inkml:trace>
  <inkml:trace contextRef="#ctx0" brushRef="#br0" timeOffset="24831.35">6930 3427 1807 0,'0'0'281'15,"0"0"16"-15,0 0-68 0,143-99-153 16,-108 80-48-16,-12 4-16 16,-17 8 7-16,-6 0 23 15,-22 2-24-15,-20 5 21 16,-10 0 11-16,-1 7 7 15,2 17-3-15,13 12-25 16,9 11-1-16,13 5 0 16,16 2-7-16,0-3-15 15,23-8 0-15,14-14-5 16,10-9-1-16,11-20-31 16,32-20-90-16,-15-17-136 15,-2-10-826-15</inkml:trace>
  <inkml:trace contextRef="#ctx0" brushRef="#br0" timeOffset="25088.3">7353 3208 751 0,'0'0'995'0,"0"0"-884"16,0 0 8-16,0 0 20 15,65 155-41-15,-34-95-56 16,-9 2 56-16,-8-4-12 15,-9-9 3-15,-5-8 35 16,-2-12-12-16,-19-11-44 16,-8-10-35-16,-8-8-6 15,-13 0-12-15,-10-3-8 16,-7-11-1-16,-4 0-6 16,-3 2 0-16,-13 10-139 0,20 2-515 15,16 0-820-15</inkml:trace>
  <inkml:trace contextRef="#ctx0" brushRef="#br0" timeOffset="25710.03">8876 3449 1888 0,'0'0'250'0,"0"0"-176"15,-15 110 166-15,15-68-151 16,2-10-53-16,11-12-26 0,-4-18 2 16,-7-2 19-1,-2-26 86-15,0-18-65 0,-6-10-24 16,-10-6 22-16,5-2 17 15,4 5-3-15,7 6-13 16,7 4-44-16,29 7-7 16,12 10-41-16,14 5-52 15,8 12-46-15,3 9 2 16,-1 4 1-16,-9 0 12 16,-15 8-169-16,-12 4 44 15,-16-3 47-15,-16 0 90 16,-4-4 112-16,-13 2 83 15,-16 6 138-15,-4 4 26 16,-3 11 0-16,7 10-65 16,11 7-92-16,10 6-53 0,8 0-19 15,6-3-17-15,27-11 5 16,11-11-6-16,10-13-4 16,31-13-184-16,-12-13-436 15,-5-13-777-15</inkml:trace>
  <inkml:trace contextRef="#ctx0" brushRef="#br0" timeOffset="25958.28">9872 3156 700 0,'0'0'967'0,"0"0"-690"15,23 108 188-15,-1-49-287 16,-4-1-69-16,-5-2-37 15,-10-5-37-15,-3-10-15 16,-10-4 7-16,-18-11 28 16,-11-5-15-16,-3-9-22 15,-1-10-7-15,8-2-2 16,6-3-2-16,14-20-7 16,15-18-69-16,4 6-251 15,19 1-964-15</inkml:trace>
  <inkml:trace contextRef="#ctx0" brushRef="#br0" timeOffset="26318.34">10233 3294 1905 0,'0'0'273'0,"0"0"-16"15,0 0 54-15,65 113-172 16,-9-85-70-16,8-12-27 15,-1-12-29-15,-7-4-13 16,-17-14-6-16,-10-18-51 16,-10-10-64-16,-11-6-120 15,-8-5-71-15,0 1 2 16,0 2 109-16,0 8 201 16,0 8 47-16,-2 10 184 15,2 10 14-15,0 10 32 16,0 4-87-16,4 9-111 0,10 28-24 15,4 15 39-15,-2 14-28 16,-3 6 9-16,-2 1-23 16,-4-7-32-16,-1-11-14 15,1-11-6-15,-3-18-42 16,4-26-94-16,-2 0-170 16,1-21-619-16</inkml:trace>
  <inkml:trace contextRef="#ctx0" brushRef="#br0" timeOffset="26484.8">11020 2985 1279 0,'0'0'834'0,"0"0"-604"0,0 0-50 16,34 113 10 0,-20-40-72-16,-4 6-43 0,-1-1-44 15,-5-6-20-15,-4-5-11 16,-2-21-145-16,-15-20-527 0</inkml:trace>
  <inkml:trace contextRef="#ctx0" brushRef="#br0" timeOffset="26619.53">10952 3298 1798 0,'0'0'470'0,"0"0"-359"0,0 0-32 16,209-42-79-1,-86 36-80-15,-1 2-437 0</inkml:trace>
  <inkml:trace contextRef="#ctx0" brushRef="#br0" timeOffset="26912.77">11609 3230 1881 0,'0'0'514'0,"0"0"-339"15,0 0-55-15,0 0-58 16,-103 149 5-16,103-98-4 15,0-5-20-15,27-11-19 16,11-15-9-16,9-14 0 16,4-6-15-16,-4-17-37 0,-5-20-77 15,-11-7-35 1,-8-6 98-16,-9-1 51 0,-8 7 14 16,-4 10 129-16,-2 12 59 15,0 16-38-15,0 6-101 16,0 6-61-16,0 22-2 15,0 8 6-15,7 4-6 16,7-3-36-16,9-6-67 16,40-9-111-16,-5-9-570 15,2-9-285-15</inkml:trace>
  <inkml:trace contextRef="#ctx0" brushRef="#br0" timeOffset="27280.03">12204 3166 1839 0,'0'0'213'16,"0"0"-5"0,0 0 0-16,-141 56-161 0,106 0-4 15,8 8 59-15,12 3-20 16,15-9 4-16,2-11-42 16,33-12-19-16,15-18-3 15,6-16-7-15,4-1-6 16,-5-28-9-16,-10-12-17 15,-14-14-39-15,-14-10 32 16,-7-7 18-16,-8-2 6 16,-2 7 39-16,0 8 70 15,0 14 21-15,0 17-19 0,0 10-12 16,0 12-9-16,0 5-27 16,0 10-53-16,0 24-9 15,2 15 11-15,1 9 3 16,1 1-6-16,2 2 1 15,4-7-8-15,1-12-2 16,2-12-22-16,16-22-94 16,-2-8-110-16,2 0-484 0</inkml:trace>
  <inkml:trace contextRef="#ctx0" brushRef="#br0" timeOffset="27497.97">12592 3288 2141 0,'0'0'487'0,"0"0"-380"15,0 0 37-15,0 0-41 0,4 112-49 16,26-82-5-16,7-7-9 16,10-13-10-16,0-10-4 15,-4 0-11-15,-8-21-3 16,-10-8-2-16,-10-12-10 16,-9-3-1-16,-3-2-53 15,-3 4-50-15,0 8-20 16,0 6-179-16,0-2-339 15,0 6-155-15,0 4 75 0</inkml:trace>
  <inkml:trace contextRef="#ctx0" brushRef="#br0" timeOffset="27693.28">12931 3060 1182 0,'0'0'532'0,"0"0"-308"16,0 0 83-16,75 111-65 16,-46-52-79-16,-2 2-36 0,-7-3-49 15,-4-4-16-15,-13-10-26 16,-3-12 6-16,-12-9 27 15,-21-11 10-15,-7-5-43 16,-3-7-15-16,1 0-10 16,4-19-11-16,7-2-6 15,6-4-36-15,7 4-51 16,3-5-78-16,5 8-535 16,8 4-776-16</inkml:trace>
  <inkml:trace contextRef="#ctx0" brushRef="#br0" timeOffset="28307.27">14445 3113 1702 0,'0'0'499'0,"0"0"-167"15,0 0-174-15,0 0-109 16,0 0-25-16,-110 137-8 16,106-82-5-16,4-5-1 15,10-10-4-15,23-17-5 0,4-11 7 16,7-12 1-16,-1-13-9 15,-5-22-5-15,-11-10-47 16,-8-12-64-16,-9-11-20 16,-6-5 19-16,-4-2 68 15,0 5 49-15,0 14 116 16,0 18 122-16,-2 19-16 16,0 17-59-16,2 2-101 15,0 28-56-15,0 18 4 16,17 8 2-16,10 6-6 15,11-3-5-15,9-10 0 16,11-10 0-16,6-15-1 16,1-14-10-16,-7-8-67 0,-16-9-35 15,-17-22-42-15,-21-3-35 16,-4-3 95-16,-15 6 66 16,-12 9 28-16,0 10 126 15,2 12-8-15,6 0-49 16,5 30-54-16,10 10 0 15,4 6-3-15,0 0-5 16,16-7 0-16,10-10-6 16,12-8 5-16,9-13-6 15,13-8-10-15,29-12-50 16,-13-17-196-16,-13-5-461 0</inkml:trace>
  <inkml:trace contextRef="#ctx0" brushRef="#br0" timeOffset="28474.27">15385 2805 2118 0,'0'0'483'0,"0"0"-415"16,0 0-4-16,0 129 63 15,0-51-57-15,9 6-25 16,9-2-9-16,4-12-18 16,2-13-18-16,1-20-6 15,22-27-155-15,-9-10-544 16,6 0-1212-16</inkml:trace>
  <inkml:trace contextRef="#ctx0" brushRef="#br0" timeOffset="28794.13">16194 3162 1305 0,'0'0'655'0,"0"0"-433"16,120-20 120-16,-52 14-123 15,-4 0-110-15,-8-2-66 16,-16-1-25-16,-17-4 0 16,-19 0-10-16,-4-2-8 15,-12 0-44-15,-14 6 13 16,-10 4 30-16,-2 5 0 16,-2 12 1-16,1 21-4 15,4 9 4-15,9 6 10 16,12-2-4-16,14-2 0 0,0-7-4 15,34-11 15-15,15-10 3 16,14-13-7-16,10-3-13 16,39-22-15-16,-19-8-264 15,-8-5-709-15</inkml:trace>
  <inkml:trace contextRef="#ctx0" brushRef="#br0" timeOffset="28962.12">17280 2921 1815 0,'0'0'327'16,"0"0"134"-16,-90 107-226 15,38-54-115-15,-6 2-47 0,2-7-31 16,2-10-29-16,8-10-13 16,-8-20-75-16,11-8-231 15,14 0-713-15</inkml:trace>
  <inkml:trace contextRef="#ctx0" brushRef="#br0" timeOffset="29118.42">16955 3016 1612 0,'0'0'382'16,"0"0"14"-16,0 0-42 16,46 130-154-16,-23-78-85 15,6-2-62-15,2-6-32 0,2-10-21 16,9-11-57-1,-6-12-199-15,-5-11-653 0</inkml:trace>
  <inkml:trace contextRef="#ctx0" brushRef="#br0" timeOffset="29463.14">17510 3072 1716 0,'0'0'776'0,"0"0"-651"15,0 0-67-15,0 0 45 16,0 140 6-16,8-68-24 15,8 3 19-15,2-7-35 16,-2-12-45-16,-3-14-22 16,-7-18-2-16,-6-16-87 15,0-8-31-15,-17-18-120 16,-6-21-315-16,3-8 50 0,7-10 62 16,11-6 441-16,2-6 558 15,13-3-306-15,22 2-168 16,15 8-62-16,3 9-12 15,3 20 3-15,-3 17 67 16,-6 16 56-16,-5 5 20 16,-11 29-49-16,-12 15-16 15,-19 5-3-15,-2 0 5 16,-32-6-27-16,-11-10-32 16,-5-8-34-16,-27-9-19 15,13-7-198-15,6-10-683 0</inkml:trace>
  <inkml:trace contextRef="#ctx0" brushRef="#br0" timeOffset="30515.18">10194 5150 1377 0,'0'0'592'16,"0"0"-441"-16,0 0-77 16,0 0-31-16,0 0 29 0,13 132-5 15,-2-78-20-15,2 2 28 16,3-2 14-16,-3-1-31 15,-4-7-24-15,-5-7-12 16,-4-5-1-16,0-6-3 16,0-10 9-16,0-5-5 15,0-8-8-15,0-2-7 16,0-3 1-16,0 0-2 16,10 0 13-16,7-7 33 15,8-7-17-15,6 0-11 16,9-2-11-16,9 0-7 15,7 1-4-15,11 4-1 16,7 3 0-16,3 7 0 0,2 1 0 16,-4 0-1-1,1 9 1-15,2 5 1 0,5 2-2 16,8-4 0-16,7 0 0 16,5-1 1-16,-7-4 0 15,-11-3 0-15,-23-1 0 16,-24-3 0-16,-18 0 0 15,-16-7 8-15,-4-16-8 16,0-8 7-16,0-6-7 16,-4-4 0-16,-1-1 5 15,-2 0-4-15,-1 3 10 16,-1 4 10-16,-1 3 3 0,0 0 1 16,1 1-11-1,2 1-9-15,0 2-5 0,5 3 0 16,2 4 1-16,0 5-2 15,0 7-9-15,0 4-67 16,11 1-168-16,0 4-570 0</inkml:trace>
  <inkml:trace contextRef="#ctx0" brushRef="#br0" timeOffset="31341.15">12697 5143 2089 0,'0'0'381'16,"0"0"-149"-16,0 0-151 15,0 0-56-15,0 0 11 16,49 121 15-16,-43-75-24 16,-1-2 7-16,-3-6-13 15,0-9-13-15,0-6-8 16,3-7 9-16,-2-9-8 16,-3-2 8-16,0-3 0 15,0-2 0-15,0 0-3 16,4 0-5-16,7 0 0 15,11 0-1-15,16 0 6 16,14-7 0-16,10-2-5 0,9 1 0 16,1 4 0-1,-3 4 0-15,-1 0 1 0,4 0-1 16,4 7 0-16,22 0 1 16,36 0-2-16,35 2 1 15,5 5-1-15,-29 0 0 16,-45 2 0-16,-46-4-11 15,-19-2 10-15,-6 0 1 16,-4-2-6-16,-8-2 4 16,-7-6 2-16,-6 0 7 15,1 0 20-15,1-16-2 16,-4-4-5-16,0-4-10 16,-2-3-2-16,0 1-2 15,-4-6-5-15,-7-1 5 16,-5-6 0-16,3 0 0 0,-5-5 0 15,1-1-4-15,-4-1-1 16,-1 0 1-16,0 4-1 16,4 4 1-16,4 9-1 15,8 6 0-15,1 7-1 16,3 6 0-16,2 8-1 16,0 2-42-16,0 6-71 15,2 14-86-15,5-2-632 0</inkml:trace>
  <inkml:trace contextRef="#ctx0" brushRef="#br0" timeOffset="32168.13">15593 5131 1431 0,'0'0'781'0,"0"0"-487"16,0 0-155-16,0 0-80 15,0 0 41-15,40 155-3 16,-27-92-53-16,-2 4-19 15,-2-7-16-15,-3-6-3 16,-1-10 3-16,0-10-7 16,-3-10 3-16,0-10-4 0,0-7-1 15,-2-7 9 1,5 0 3-16,1 0 5 0,6-3-6 16,7-8 0-16,10-6-10 15,7 1 0-15,9 1 0 16,11 0 1-16,11 1-1 15,10 0 0-15,8 7 0 16,4 0-1-16,-2 7 0 16,0 0-1-16,-2 0 1 15,2 0 0-15,18 11-1 16,22-2 1-16,-7-1 0 16,-13-1-1-16,-15-2-10 15,-28-1-7-15,-1 2 2 16,-7-2 2-16,-23-4 8 15,-18 0 6-15,-11 0 5 0,-4-7 7 16,0-14-6-16,0-2-5 16,0-6 1-16,0-3-1 15,0-2 20-15,0 1 4 16,0-4 10-16,-8 2 20 16,-5 2 2-16,-5-1-25 15,-3-3-8-15,2 2-12 16,0-1-6-16,7 1-5 15,-2 0 1-15,5 9-1 16,3-1-1-16,-1 5-1 16,2 8-48-16,3 8-68 15,2 4-96-15,0 2-634 0</inkml:trace>
  <inkml:trace contextRef="#ctx0" brushRef="#br0" timeOffset="33059.41">19039 5041 1886 0,'0'0'485'0,"0"0"-271"16,0 0-85-16,0 0-45 16,0 0 6-16,126 134-29 0,-114-67-18 15,-10 3 2-15,-2-4-17 16,0-8-10-16,-6-10-10 15,-2-14-7-15,6-10 0 16,0-12 8-16,2-9 0 16,0-3 13-16,0 0 43 15,7-12-20-15,13-8-35 16,11-1-4-16,12-1-6 16,8 7-1-16,13 1-8 15,10 2 3-15,11 5-1 16,3 5-1-16,2 2 7 15,-5 0-4-15,-11 6 4 16,-14 9 1-16,-12-4-13 0,-14 1-2 16,-7-2 13-1,-5-4 1-15,-4-4 1 0,2-2 0 16,0 0 2-16,-5 0 4 16,-1-2-5-16,-5-8 8 15,-5-2 2-15,-2 0-10 16,-2-4 5-16,0 2-5 15,2-2 5-15,2 2-6 16,0-4 6-16,2-2-5 16,-1-4 0-16,1-5 9 15,-4-3 2-15,-2-1 12 16,0-1 9-16,0-3 9 0,0 4-9 16,0-4-3-1,0 2 3-15,0-4-8 0,0 0-16 16,0 4-3-16,0 3-4 15,0 6-2-15,0 8 6 16,3 8-5-16,-3 3 0 16,0 5-1-16,0 2-7 15,0 0-45-15,0 13-116 16,-5 8-77-16,-10 1-640 0</inkml:trace>
  <inkml:trace contextRef="#ctx0" brushRef="#br0" timeOffset="51210.03">10931 4590 1160 0,'0'0'507'0,"0"0"-275"0,0 0-52 15,0 0-73-15,0 0-35 16,0 0 9-16,2 0 17 16,-2 0 40-16,0 0 25 15,0 0-29-15,-4 0-34 16,-2 0-38-16,1 0-27 15,-2-3-18-15,2 2-10 16,-1-3-1-16,0 2-4 16,-3 0-1-16,-1-1 1 15,4 3-1-15,-3 0 10 16,0 0-2-16,0 0 1 16,0 0 1-16,1 0-5 0,-4 0 0 15,1 0 3 1,-1 0 9-16,2 0-2 15,-1 0 1-15,-3 7 1 0,3 1 4 16,0-2-5-16,0 2-7 16,-2 1-1-16,-1 2 0 15,1 3 2-15,-6 0 4 16,2 2 2-16,-3 2 1 16,2 1-6-16,2-4 0 15,4 3-3-15,0-2-7 16,3 0-1-16,1 2 0 15,-2 1 0-15,-1 2 11 16,3 1 2-16,-4 5 5 16,3-1 4-16,3 1-10 0,3 2-4 15,3 0-8-15,0-2-1 16,0 1 1-16,0 2-1 16,0 1 0-16,7 1 0 15,2 2-1-15,5-1 1 16,-2 2 0-16,7-3-1 15,0-4 1-15,4-2-2 16,-1-4 1-16,5-5 1 16,-3-5 1-16,3-1-1 15,-3-7 0-15,1-4 0 16,0 0 6-16,4-8 4 16,0-11 1-16,-2-7-4 15,-4 3 1-15,-2-3-7 16,-10 2 1-16,-4 2 4 15,-7 0 3-15,0 0-8 0,-5 1-1 16,-10 3 1-16,-6 0-1 16,0 4 0-16,-4 0 0 15,-2 5-6-15,-4 6-24 16,-2 3-34-16,-3 3-55 16,-13 34-66-16,9-1-120 15,3 0-739-15</inkml:trace>
  <inkml:trace contextRef="#ctx0" brushRef="#br0" timeOffset="57843.59">13811 4430 986 0,'0'0'340'0,"0"0"-56"16,0 0-115-16,0 0-49 16,0 0-54-16,0 0 1 15,-6-3 85-15,2 1 58 16,-2 0-7-16,2-1-40 16,-5-1-50-16,1-3-31 15,-4 3-26-15,-1-1-18 16,-1 3-11-16,1-1-6 15,0 1-1-15,1 0 2 16,4-1 4-16,-3 1 1 0,-1-1-6 16,-1 1 1-1,-5 0 1-15,-1 2-8 0,-6 0-5 16,-2 0-1-16,-4 10-3 16,2 1 2-16,0 1-2 15,6-4-5-15,4-1 0 16,3 0 1-16,5-2 4 15,-1 4 1-15,4 1 5 16,-5 6-3-16,-3 3 4 16,1 9-2-16,-6 6-5 15,3 4 0-15,3 3-5 16,1 1 1-16,7-1-1 16,5 0-1-16,2-3 1 0,0-1-1 15,13-3 1 1,8-2-1-16,3-1 1 0,3-2 5 15,6-3-6-15,1-4-2 16,1-4 1-16,1-4 1 16,-3-4 0-16,-2-4-1 15,-4-4 0-15,2-2 1 16,-4 0 5-16,0 0 6 16,-5-4-5-16,-5-8 9 15,-4-2 3-15,-4-2 24 16,-2-7-6-16,-3 0-11 15,-2-5 2-15,0-2-18 16,0 2-1-16,-2 4-7 16,-5 2 4-16,-2 5-5 15,-2 6-2-15,-2 2-5 0,-5 4-1 16,-7 5-10-16,-8 0-51 16,-9 0-60-16,-26 32-58 15,13-2-73-15,1 3-529 0</inkml:trace>
  <inkml:trace contextRef="#ctx0" brushRef="#br0" timeOffset="60446.72">16382 4517 1068 0,'0'0'281'16,"0"0"-72"-16,0 0-20 15,0 0-32-15,0 0-15 16,0 0 11-16,-29-15 18 15,25 12 6-15,-2 3-34 16,2-2-27-16,0 1-26 16,-3-2-23-16,1 2-17 15,-2-2-13-15,-3 2-19 16,-1 1-9-16,0 0-8 16,1 0 0-16,0 0 0 15,2 0-1-15,2 0 1 0,-2 5 0 16,-2 13 1-16,-4 10 11 15,-6 11 2-15,-1 13-1 16,-2 12-4-16,1 8 5 16,7 4-1-16,8-4-7 15,8-3-1-15,0-9-5 16,22-11 0-16,12-14-1 16,3-9-9-16,6-12 9 15,1-11-1-15,-2-3 0 16,-7-4 1-16,-10-17 9 15,-13 0 0-15,-12-6 4 16,0-1 25-16,-22 2-7 16,-10 0-17-16,-5 6-14 15,-6 8-12-15,-1 12-60 16,-8 0-62-16,-35 32-45 0,10 6-275 16,3 2-542-16</inkml:trace>
  <inkml:trace contextRef="#ctx0" brushRef="#br0" timeOffset="61544">20046 4596 983 0,'0'0'386'0,"0"0"-86"16,0 0-94-16,0 0-39 16,0 0 11-16,0 0-33 0,0 0-22 15,-29-57-8-15,18 54-25 16,-2-1-18-16,-3 1-8 15,1 2-16-15,-5-2-17 16,-1 3-1-16,0 0 5 16,-4 0-4-16,0 0 7 15,-4 0 2-15,-2 11-9 16,0 1-1-16,2 4-10 16,0 6-5-16,2 5-3 15,0 6-2-15,4 9 1 16,2 4-2-16,5 4-8 15,3 2 5-15,6 1 0 0,7-3-6 16,0-4 0-16,7-6-8 16,15-4 7-16,6-5-14 15,7-10 14-15,0-5-5 16,3-7 6-16,0-9 0 16,0 0 2-16,0-19 7 15,-7-8 4-15,-8-6-2 16,-13-1-2-16,-7 2-9 15,-3 4 9-15,-13 8-9 16,-16 5 0-16,-10 15-54 16,-9 0-55-16,-35 31-56 15,12 7-294-15,3 0-378 0</inkml:trace>
  <inkml:trace contextRef="#ctx0" brushRef="#br0" timeOffset="64186.14">21054 4575 1189 0,'0'0'355'0,"0"0"-139"16,0 0-60-16,0 0-69 16,0 0-24-16,0 0 56 15,2 18 27-15,11-13-15 16,1-3-11-16,4-2-29 16,4 1-33-16,5-1-20 15,4 0-12-15,7 0 1 16,4 0-15-16,3 0-10 15,-1 0 4-15,-1 0-6 0,-3 0 1 16,-5 0-1-16,-1 0-16 16,-8 0-13-16,-1 0-36 15,-7-1-133-15,-9-1-164 16,-7 2-208-16,-2 0-591 0</inkml:trace>
  <inkml:trace contextRef="#ctx0" brushRef="#br0" timeOffset="64480.56">21109 4795 1117 0,'0'0'369'0,"0"0"-214"16,0 0-16-16,0 0-40 15,0 0-64-15,0 0 87 16,0 0 19-16,108 1-26 16,-69-1-26-16,4 0-34 15,-5 0-25-15,0 0-18 16,-3 2-6-16,4 2-6 16,-1-4-7-16,1 0-103 15,1 0-78-15,7 0-110 16,-11 0-50-16,-9 0-391 0</inkml:trace>
  <inkml:trace contextRef="#ctx0" brushRef="#br0" timeOffset="73765.53">23595 4299 1113 0,'0'0'593'0,"0"0"-380"16,0 0 108-16,0 0-105 15,0 0-73-15,0 0-26 16,-121-35-21-16,92 35-13 16,-6 3-15-16,-7 19-22 0,-10 14 12 15,-4 16-10-15,-6 29-12 16,12 0-3-16,4 10-4 16,15 1-5-16,25-18-6 15,6 2-6-15,15-11-12 16,28-14-7-16,7-12 6 15,6-15 1-15,0-12 1 16,-6-12 10-16,-8 0-10 16,-9-6 11-16,-6-14 3 15,-11-2 1-15,-10-5-2 16,-6 1-12-16,0-1 4 16,-14 3 8-16,-12 4-5 0,-8 3-9 15,-3 10-6 1,-1 5-12-16,2 2-46 0,12 2-35 15,10 12-47-15,14 1-67 16,12 0-302-16,12-12-450 0</inkml:trace>
  <inkml:trace contextRef="#ctx0" brushRef="#br0" timeOffset="74238.03">23912 3814 1520 0,'0'0'536'0,"0"0"-174"16,0 0-89-16,0 0-121 16,0 0-79-16,0 0-37 15,0 0-18-15,0-26-9 16,0 43 21-16,0 3 14 16,0 6-6-16,0 7-16 15,0 4-13-15,-2-2-1 16,-4 1-7-16,4-3 8 0,2-3-8 15,0-9-1-15,2-5 0 16,15-3-9-16,5-5 9 16,7-4 1-16,0-3 9 15,5-1-1-15,-3 0-9 16,-2 0-28-16,-5-1-34 16,-2-10-14-16,-4-3 1 15,-3 3-50-15,-5-6-125 16,-10-6-213-16,0 2-129 15,0 0-591-15</inkml:trace>
  <inkml:trace contextRef="#ctx0" brushRef="#br0" timeOffset="74389.98">24145 3798 1726 0,'0'0'605'0,"0"0"-321"16,0 0-153-16,0 0-47 15,0 0-1-15,8 150-33 16,-8-78-28-16,0 3-8 15,0-3-14-15,0 10-15 16,0-18-142-16,0-14-544 0</inkml:trace>
  <inkml:trace contextRef="#ctx0" brushRef="#br0" timeOffset="83514.5">24870 4942 1564 0,'0'0'549'0,"0"0"-344"16,0 0 50-16,0 0-124 16,0 0-44-16,0 0-23 15,141-26-13-15,-88 23-18 16,-6 3-23-16,-10 0-10 15,-4 0-48-15,-10 0-158 16,-7 0-444-16,-9 0-470 0</inkml:trace>
  <inkml:trace contextRef="#ctx0" brushRef="#br0" timeOffset="83654.8">24899 5119 1713 0,'0'0'278'16,"0"0"-21"-16,0 0 38 15,0 0-128-15,134-2-101 16,-56-11-43-16,40-2-23 16,-20 5-119-16,-18 0-587 0</inkml:trace>
  <inkml:trace contextRef="#ctx0" brushRef="#br0" timeOffset="83970.54">25993 4788 1976 0,'0'0'297'16,"0"0"-171"-16,0-112 68 16,0 70-100-16,3 9 0 15,4 12-6-15,-5 11-7 16,0 7-9-16,0 3-29 15,3 17-42-15,-1 21 11 16,3 14 21-16,-3 12 6 16,-1 12 7-16,-3 2 2 15,0-1-27-15,0-5-12 16,0-9-9-16,0-10-7 16,0-12-41-16,7-14-52 0,12-14-53 15,1-9-196-15,1-4-634 16</inkml:trace>
  <inkml:trace contextRef="#ctx0" brushRef="#br0" timeOffset="84383.13">26346 4705 1534 0,'0'0'227'0,"0"0"-2"0,0 0 18 16,0 0-89-16,141-51-64 15,-99 51-17-15,-5 2-28 16,-8 18-45-16,-8 10-7 16,-8 4 7-16,-13 4 17 15,0 5-11-15,-13-1 2 16,-16-1 2-16,-7 0 14 15,-4-1 6-15,2-2 5 16,7-6-6-16,4-4-4 16,12-7 2-16,5-6 6 15,10-7 0-15,0-2 4 16,2-3-4-16,23-3 28 0,8 0 20 16,10 0-33-1,1 0-17-15,2 0-11 0,-7-7-14 16,-5 2-6-16,-3-2-25 15,12-3-68-15,-8 0-143 16,-4 0-465-16</inkml:trace>
  <inkml:trace contextRef="#ctx0" brushRef="#br0" timeOffset="84840.39">27463 4550 1333 0,'0'0'159'16,"0"0"-4"-16,-136-2 49 16,85 14-35-16,4 15-3 15,5 8 15-15,7 2-17 16,14 4-5-16,9-3-56 15,12-6-40-15,8-6-44 16,23-6-18-16,11-10-1 16,7-10 11-16,4 0-11 15,-4-7-91-15,-7-17-80 16,-11-7 65-16,-8-3 70 16,-11 4 36-16,-6 1 41 15,-6 14 90-15,0 7 30 0,0 8-59 16,0 0-69-16,0 26-33 15,0 14 34-15,0 12 35 16,0 8-11-16,-2 3-7 16,-2-3-4-16,1-9-25 15,3-5-14-15,0-14-8 16,0-9-6-16,3-9-36 16,7-5-64-16,24-9-130 15,-5-3-237-15,0-11-807 0</inkml:trace>
  <inkml:trace contextRef="#ctx0" brushRef="#br0" timeOffset="85178.55">28145 4471 1629 0,'0'0'290'0,"0"0"-202"16,0 0 128-16,-125 103 41 16,83-32-70-16,5 10-50 15,9 5-29-15,12-2-18 16,14-9-44-16,2-17-46 16,27-14 0-16,11-18-15 15,7-14-16-15,-5-12-1 16,-7 0 32-16,-10-19 12 0,-15-6 6 15,-8 4 46-15,0 0 23 16,-25 7-39-16,-8 8-46 16,-11 6-2-16,-8 6-71 15,-39 40-89-15,8-2-302 16,4-2-837-16</inkml:trace>
  <inkml:trace contextRef="#ctx0" brushRef="#br0" timeOffset="131014.03">1881 8464 1896 0,'0'0'234'16,"0"0"-34"-16,0 0-77 15,0 0-67-15,143 16 8 16,-119 15 14-16,-6 4-2 16,-12 1 24-16,-6 0-26 15,-2-2-20-15,-25-4 0 16,-2-5-15-16,-4-8-11 15,0-10-10-15,4-7 5 16,4-7 16-16,1-22-15 0,6-7-11 16,5-6-2-1,8-1 4-15,5 5-15 0,0 6 0 16,22 10-1-16,5 10-11 16,4 12 11-16,-2 0-1 15,-4 20-5-15,-8 10 5 16,-11 5 2-16,-6 2 0 15,-4 2 10-15,-17-7 2 16,-4-6-1-16,3-8-2 16,2-8-9-16,2-10 9 15,5 0 3-15,1-22 3 16,4-10-14-16,5-7 0 0,3-1-1 16,0 4 0-1,7 10 0-15,9 10-6 0,-1 9-5 16,3 7-2-16,-3 0 12 15,-1 21 0-15,-5 5-7 16,-9 4 7-16,0 2 1 16,-9-2 7-16,-11-4-6 15,0-8 14-15,0-7-13 16,4-11 7-16,7 0 6 16,3-18-2-16,6-15-12 15,0-6 1-15,0-2 4 16,13 3-6-16,5 8 1 15,-1 10-1-15,2 10-1 16,-4 8-10-16,-1 2 5 16,-4 3 5-16,-3 17-8 0,-7 1 8 15,0 4 1-15,-11-4 10 16,-9-1 9-16,0-3-4 16,2-8-7-16,5-9 2 15,6 0 15-15,0-6 16 16,5-17-23-16,2-6-5 15,0 0-7-15,2 0 0 16,16 5-6-16,4 6 0 16,1 5 6-16,-1 10-6 15,-7 3-6-15,-7 0-1 16,-6 12 1-16,-2 5 6 16,0 6 17-16,-12-5 10 15,-1-1-3-15,5-10-15 0,0-3-2 16,8-4 2-1,0 0-9-15,0-4-54 0,14-15-95 16,6 0-124-16,2 3-766 16</inkml:trace>
  <inkml:trace contextRef="#ctx0" brushRef="#br0" timeOffset="134056.89">2911 8035 431 0,'0'0'511'15,"0"0"-316"-15,0 0 14 16,0 0-119-16,0 0-66 16,0 0-24-16,0 0-81 15,0 0-75-15,0 0-139 0,0 0-1 16,0 4-336-16</inkml:trace>
  <inkml:trace contextRef="#ctx0" brushRef="#br0" timeOffset="134642.29">2911 8035 791 0,'-40'36'369'0,"35"-36"-23"16,5 0-91-16,-2 0-76 15,2 0-49-15,0 0-43 16,0 0-41-16,0 0-6 16,0 0 11-16,0 0 22 15,0 0 14-15,0 0-2 16,0 0-13-16,0 0-22 15,0 0-14-15,4 0-12 16,10-5-9-16,1-3-8 0,3 1 2 16,0-7-3-16,0-3 0 15,-2-3 2-15,-1 1 0 16,-3-4 1-16,-4 0 15 16,-3 1-7-16,-1-1-8 15,0 1-3-15,-2 4 0 16,2 0 6-16,-4 5 12 15,2-2 4-15,0 6-1 16,-2 2 6-16,2 3 0 16,-2 4-9-16,0 0-14 15,6 2-10-15,3 26-13 16,7 14 13-16,4 18 20 16,0 14 7-16,-2 11 11 0,-5 3 1 15,-2 1 0-15,-4-1-14 16,0-6 14-16,-1-7-13 15,1-12-4-15,2-8-5 16,-2-11-10-16,-1-8 6 16,-1-10-5-16,-3-11-7 15,0-4 10-15,-2-5-10 16,0-6 9-16,0 0-2 16,0 0-7-16,0 0 8 15,0 0 2-15,0-4-2 16,0-9-9-16,-4-4-32 15,4-2-56-15,0 1-45 16,20-3-51-16,11 5-498 0,7 2-535 16</inkml:trace>
  <inkml:trace contextRef="#ctx0" brushRef="#br0" timeOffset="136789.51">3370 7967 768 0,'0'0'344'16,"0"0"-238"-16,0 0 239 16,-31-107-74-16,29 97 39 15,2 10-40-15,0 45-206 16,10 54-28-16,4 54 59 16,-5 22 38-16,-5-5-33 15,1-24-23-15,-1-48-27 16,6-25-31-16,-4-25-2 0,3-16-11 15,-3 0 0 1,4-2-6-16,-2-3-5 0,-1-12-47 16,-5-15-84-16,-2-10-133 15,0-16-460-15</inkml:trace>
  <inkml:trace contextRef="#ctx0" brushRef="#br0" timeOffset="136986.04">2835 8528 1375 0,'0'0'344'0,"0"0"-193"0,0 0 45 16,221-60-72 0,-65 12-31-16,-7 2 23 0,-28 8-56 15,-44 16-60-15,-10 4-35 16,-11 4-315-16,-11 2-417 0</inkml:trace>
  <inkml:trace contextRef="#ctx0" brushRef="#br0" timeOffset="137173.98">3036 8570 1605 0,'0'0'205'16,"0"0"-31"-16,0 0-23 15,0 0 84-15,0 0-57 16,172-1-84-16,-101-22-32 16,0-1-26-16,-4 1-36 15,11 4-18-15,-18 3-342 0,-11 5-488 0</inkml:trace>
  <inkml:trace contextRef="#ctx0" brushRef="#br0" timeOffset="137722.04">4269 8337 1177 0,'0'0'218'0,"0"0"-101"0,0 0 84 16,0 0-109-16,0 0 14 15,0 0 68-15,0 149 15 16,2-73-13-16,6 11-18 16,-1-1-44-16,-1-6-23 15,0-12-17-15,-2-12-18 16,-2-14-26-16,0-12-16 16,1-14-13-16,-1-9 7 15,-2-7 5-15,0-2 14 16,-5-23-11-16,-15-15-8 15,-7-14-7-15,-8-31 0 16,3 1 5-16,12-8-6 16,16 0 1-16,6 20 1 0,37-2-2 15,15 11-1-15,16 18-8 16,6 16 9-16,2 19-1 16,-7 10-6-16,-11 16 6 15,-17 23 0-15,-21 8 0 16,-16 8 1-16,-6-1 12 15,-21-4 16-15,-17-6 8 16,-5-8 2-16,1-8-20 16,1-12-11-16,4-7 2 15,3-9-7-15,5 0 6 16,4-4-8-16,8-13-18 16,8 1-26-16,9 0-37 15,24-16-91-15,14 6-587 16,9 0-764-16</inkml:trace>
  <inkml:trace contextRef="#ctx0" brushRef="#br0" timeOffset="138148.79">5100 8265 1577 0,'0'0'290'0,"0"0"-176"16,0 0 204-16,0 0-159 0,0 0-94 16,-139 23-36-1,113 26 9-15,2 9 22 0,5 3-7 16,13-3 22-16,6-8-15 16,4-13-26-16,27-11-1 15,17-15 4-15,8-9-11 16,3-2-17-16,-1 0 1 15,-9-16-8-15,-15 0-1 16,-12-2 5-16,-11-2 5 16,-7-5 1-16,-4-6 0 15,0-3 37-15,0-2-10 16,-2-2-14-16,-4 6-16 16,3 4 0-16,3 5 0 15,0 6 0-15,7-1-9 16,15 0-6-16,10-3 0 0,3 1-18 15,3 2-31-15,0 1-47 16,13-2-134-16,-8 5-331 16,-5 4-339-16</inkml:trace>
  <inkml:trace contextRef="#ctx0" brushRef="#br0" timeOffset="138846.93">6616 8085 1870 0,'0'0'264'15,"0"0"-143"-15,0 0-60 16,0 0 46-16,64 175 19 16,-41-91-32-16,-1 4-33 15,-2-2 18-15,-4-6-40 16,-1-7-15-16,-3-11-12 16,-4-14-5-16,-6-10-7 15,-2-14-27-15,-2-10-224 16,-14-14-431-16</inkml:trace>
  <inkml:trace contextRef="#ctx0" brushRef="#br0" timeOffset="139095.03">6609 8267 1480 0,'0'0'306'16,"0"0"6"-16,92-134 29 16,-28 90-154-16,11 13-32 15,0 24-46-15,-11 7-62 16,-18 27-35-16,-19 19-12 15,-17 7 2-15,-10 8-2 16,-21-3 15-16,-14-5 20 16,-8-7 4-16,-1-9 5 15,2-13-6-15,8-12-17 16,5-10-5-16,9-2-1 0,8-10-15 16,12-11-72-1,19-12-50-15,16 5-219 0,8 6-588 0</inkml:trace>
  <inkml:trace contextRef="#ctx0" brushRef="#br0" timeOffset="139372.57">7305 8636 1035 0,'0'0'1219'0,"0"0"-991"15,0 0 91-15,-12-104-198 16,12 44-72-16,12-6-31 0,-1 0-12 15,-5 5 0 1,-2 13 2-16,-4 11-7 0,0 14 0 16,3 11 0-16,6 10-1 15,4 2-28-15,12 13 17 16,6 12 5-16,4 9 6 16,1 4 0-16,-7 2 1 15,-9-3 0-15,-5 0 0 16,-5-11 0-16,5 0-1 15,-1-6-66-15,-1-13-617 0</inkml:trace>
  <inkml:trace contextRef="#ctx0" brushRef="#br0" timeOffset="139860.31">7895 8382 1986 0,'0'0'251'0,"0"0"116"16,0 0-153-16,18 103-76 16,-7-77-98-16,-4-6-23 15,-7-8-17-15,0-7-15 16,-3-5-33-16,-12 0 7 16,-1-22-12-16,3-10 30 15,7-9 23-15,6-6 0 16,0 5 22-16,21 6-10 15,8 15 0-15,7 14 3 16,5 7-14-16,1 15-1 0,0 19-1 16,-2 12 1-1,-11-1 1-15,-9 3 0 0,-8-8 1 16,-12-4-1-16,0-14 0 16,0-10 7-16,-7-12-8 15,0-12-10-15,2-26-30 16,5-16 5-16,0-10 32 15,5-1 3-15,15 6 44 16,5 13-4-16,2 15-24 16,6 17-7-16,0 14-8 15,-1 13-1-15,-1 24 0 16,-7 12 8-16,-6 2 7 16,-7 4 10-16,-6-7-8 15,-3-5-16-15,0-11-1 16,2-15-33-16,-1-7-139 0,1-10-599 15</inkml:trace>
  <inkml:trace contextRef="#ctx0" brushRef="#br0" timeOffset="140228.45">8564 8364 1428 0,'0'0'319'16,"0"0"210"-16,0 0-261 15,145-81-68-15,-112 61-75 16,-8 2-70-16,-10 4-5 15,-11-2-8-15,-4 2 13 16,0-2-25-16,-8 2-5 16,-13 2 4-16,-2 6-2 0,-6 4-11 15,2 2-8-15,-2 17-7 16,2 22-1-16,6 17 0 16,9 17 0-16,12 7 0 15,0 1 0-15,18-8-1 16,15-15-13-16,9-15-7 15,5-21-9-15,4-22 25 16,-2-3 5-16,0-33 6 16,-6-10-5-16,-10-7 10 15,-6-3-5-15,-10 5-5 16,-5 7 10-16,-6 5-10 16,-3 10 4-16,-1 3-5 15,0 4-37-15,0-5-77 0,0 8-186 16,-2 0-419-16</inkml:trace>
  <inkml:trace contextRef="#ctx0" brushRef="#br0" timeOffset="140538.07">9369 7874 2141 0,'0'0'344'16,"0"0"-179"-16,0 0-37 15,0 0 5-15,55 143 15 16,-24-65-37-16,1 6-66 15,-6-3-26-15,3-8-19 16,0-11-9-16,5-16-60 16,24-22-76-16,-9-13-425 15,-3-11-1119-15</inkml:trace>
  <inkml:trace contextRef="#ctx0" brushRef="#br0" timeOffset="141017.06">9924 8183 1607 0,'0'0'826'16,"0"0"-621"-16,0 0 16 16,-131 78-124-16,115-25-49 15,16 2-21-15,0 2-17 16,26-7-9-16,12-15-1 16,9-12-18-16,2-19-18 15,0-4-58-15,-9-18-67 16,-9-20 7-16,-10-11 44 15,-11-8 12-15,-4-5 74 16,-6 5 24-16,0 11 80 16,0 18 76-16,0 18-21 15,4 10-69-15,9 18-59 0,5 24 11 16,2 13 18-16,0 3-16 16,-2 2-5-16,-5-8 2 15,-2-11-3-15,-4-14-5 16,-2-15-9-16,-3-12-1 15,0-7-25-15,-2-32-23 16,0-13 1-16,2-7 41 16,0-8 7-16,3 6 67 15,1 9 48-15,2 19-18 16,0 12-43-16,3 19-16 16,5 2-37-16,3 25 0 15,2 12-1-15,-3 8 0 16,-5 3-1-16,-1-2 0 0,-6-2-26 15,1-10-64 1,6-12-101-16,1-12-553 0,1-10-1065 0</inkml:trace>
  <inkml:trace contextRef="#ctx0" brushRef="#br0" timeOffset="141227.32">10530 8043 2023 0,'0'0'372'0,"0"0"-108"16,0 0-82-16,116 23-55 15,-72 14-62-15,-8 11-36 16,-9 12-20-16,-11 6-9 0,-14 4-1 16,-2 1-17-16,0-7-64 15,-4 2-112-15,-8-16-326 16,5-17-492-16</inkml:trace>
  <inkml:trace contextRef="#ctx0" brushRef="#br0" timeOffset="141385.25">10570 8364 2000 0,'0'0'488'0,"0"0"-135"15,0 0-181-15,0 0-111 16,0 0-38-16,181-92-23 15,-97 80-14-15,50 4-75 0,-22 1-183 16,-15 2-724-16</inkml:trace>
  <inkml:trace contextRef="#ctx0" brushRef="#br0" timeOffset="142006.26">11255 8111 2286 0,'0'0'290'0,"0"0"-161"15,0 0 6-15,-121 54-62 16,105-8-24-16,14 4-8 16,2-1-25-16,20-8-10 15,18-10 0-15,5-13 0 16,1-14-6-16,-6-4-31 0,-5-12-41 16,-10-16-13-1,-7-8-11-15,-10-4 8 0,-4-3 58 16,-2 5 30-16,0 10 23 15,0 12 77-15,0 14 12 16,3 2-80-16,5 16-30 16,6 21 20-16,-1 5 14 15,3 5 0-15,-1-1-6 16,-1-5 12-16,-1-11-2 16,-6-10-19-16,-5-12-13 15,-2-8-7-15,0-7-1 16,0-24-23-16,-2-11-26 15,-3-8 3-15,5-1 31 16,0 5 15-16,0 8 0 16,5 12 15-16,4 16 5 0,2 10-9 15,2 10-11-15,5 27 0 16,3 9 1-16,-2 3-1 16,1-1 0-16,-7-7 6 15,-1-15 4-15,-5-14-9 16,-5-12 0-16,-2-4-1 15,2-32-16-15,4-12-62 16,8-8-1-16,4-5 48 16,2 7 31-16,3 12 40 15,-4 14 12-15,-1 16-8 16,-5 12 12-16,3 6-32 16,-3 24-6-16,1 6 8 0,-3 6 13 15,1 0-6-15,-6-6-32 16,3-7-1-16,-3-11-13 15,2-17-112-15,-2-1-516 16,-2-1-1139-16</inkml:trace>
  <inkml:trace contextRef="#ctx0" brushRef="#br0" timeOffset="142150.9">11930 8110 1724 0,'0'0'537'0,"0"0"-436"16,0 0 189-16,0 121-111 15,0-75-73-15,0-1-73 16,11-9-33-16,7-6-3 0,-5-11-159 16,3-8-690-16</inkml:trace>
  <inkml:trace contextRef="#ctx0" brushRef="#br0" timeOffset="142742.34">12019 8149 1783 0,'0'0'331'16,"0"0"-77"-16,0 0 32 16,136-46-140-16,-67 36-33 15,-2 2-24-15,-11 1-37 16,-25 0-24-16,-22 0-19 16,-9-6 0-16,-25-1-1 15,-15 2 1-15,-7 7 9 16,-1 5 0-16,0 0 12 0,6 21-11 15,7 21-8-15,8 11-11 16,13 8 11-16,12-1-11 16,2-3 0-16,23-11 1 15,16-18 0-15,11-14-1 16,6-14-28-16,2-2-25 16,-2-29-19-16,-8-10-34 15,-10-12 26-15,-14-5-27 16,-10 2 46-16,-9 8 61 15,-5 13 27-15,0 18 52 16,0 14 8-16,0 3-59 16,0 23-16-16,0 13 29 0,-3 6-8 15,3 4-1-15,0-2 9 16,0-7 13-16,0-8 15 16,7-8-39-16,-5-13-14 15,0-8 1-15,-2 0-1 16,0-29 8-16,0-11-15 15,0-12-9-15,9-8 1 16,7 0 0-16,1 6-1 16,6 13 0-16,-1 22-7 15,1 16-7-15,-2 7 2 16,2 31 3-16,-3 13 4 16,-5 8 5-16,-7 0 1 15,-6-6-1-15,-2-8 0 0,2-9-38 16,11-18-73-1,3-10-153-15,2-5-1076 0</inkml:trace>
  <inkml:trace contextRef="#ctx0" brushRef="#br0" timeOffset="142932.29">12884 7754 2119 0,'0'0'324'0,"0"0"-87"16,0 0-67-16,0 0-81 15,55 136 0-15,-30-52 12 16,2 7 0-16,-7-15-19 16,-2 0-45-16,-10-11-37 0,-8-17-26 15,0-20-94-15,-10-14-135 16,-8-14-674-16</inkml:trace>
  <inkml:trace contextRef="#ctx0" brushRef="#br0" timeOffset="143186.13">12873 8119 1453 0,'0'0'788'16,"0"0"-474"-16,0 0-62 15,0 0-142-15,143-16-62 16,-85 16-7-16,-2 10 3 16,-4 13-15-16,-2 11-17 15,1 1-7-15,10 9-4 16,5 3 5-16,7-7-4 0,-1-8-1 15,-19-14-1-15,-17-18 0 16,-20-10-19-16,-14-29-4 16,-2-12 13-16,-9-4 9 15,-20 1 0-15,-31 4-106 16,4 12-122-16,-2 14-756 0</inkml:trace>
  <inkml:trace contextRef="#ctx0" brushRef="#br0" timeOffset="144567.47">1921 10210 1936 0,'0'0'265'16,"0"0"-159"-16,0 0-36 16,0 0-38-16,0 0-11 15,0 0 0-15,0 0 16 16,31 111 52-16,-38-92 7 0,-13-2 2 16,-4-2-28-1,-3-8-38-15,3-5-10 0,1-2 2 16,6 0-8-16,7-12 7 15,8-4 14-15,2-2-19 16,10-3 3-16,16 4 0 16,10 7-6-16,4 5 0 15,0 5-8-15,-5 0-1 16,-8 19-6-16,-11 3 0 16,-16 2 0-16,0 1 1 15,-27-2 8-15,-8 0-3 16,-1-9 1-16,0-5-6 15,10-9 1-15,6-2 10 16,13-24-11-16,7-8-1 16,9-6-11-16,28 2-1 0,11 7 3 15,4 12 8-15,2 12-5 16,-7 7 0-16,-11 10 5 16,-16 17 0-16,-15 6 0 15,-5 0 1-15,-14-1 11 16,-17-4-4-16,-1-8 2 15,5-10-8-15,4-10 5 16,2 0 7-16,5-19-1 16,8-13-12-16,8-7 1 15,0-3 0-15,8 4-1 16,15 10-8-16,2 13-1 16,-1 12 0-16,-7 3 0 0,-7 12 3 15,-10 11 5-15,0 8 1 16,-14-4 1-16,-11 2 9 15,0-9-2-15,-2-9-2 16,4-8-5-16,7-3 15 16,7-14-16-16,9-16 0 15,0-4-31-15,7 0-54 16,22 2-113-16,-2 9-420 16,-5 11-792-16</inkml:trace>
  <inkml:trace contextRef="#ctx0" brushRef="#br0" timeOffset="148135.82">3145 10043 965 0,'0'0'242'16,"0"0"-55"-16,0 0 80 15,0 0-118-15,0 0-39 16,0 0 17-16,0 0 4 16,0-29-7-16,0 29 8 15,0-3-47-15,0 3-44 0,0-3-17 16,0 1-9-16,0-2-7 16,0 1 1-16,0 3 13 15,0-2 8-15,0 2-4 16,0 0-5-16,0 0-4 15,0 0-5-15,0 0-5 16,0 0-6-16,0 0 5 16,0 0-5-16,0 0 0 15,0 0 0-15,0 0 1 16,0 0 5-16,0 0-5 16,0 0 4-16,0 0-4 15,0 0-1-15,0 0 8 0,0 0-3 16,0 0 3-1,0 0 2-15,0 0-5 0,0 0 1 16,0 0-6-16,0 0 0 16,0 0 0-16,0 0-1 15,0 0 1-15,0 0 0 16,0 0 0-16,0 0-1 16,0 0 1-16,0 0-1 15,0 0-1-15,0 0 0 16,0 0 0-16,0 0 0 15,0 0 1-15,0 0 1 16,0 0 0-16,0 0 0 16,0 0 0-16,0 0 0 0,0 0 5 15,0 0-5 1,0 0 0-16,0 0 0 0,0 0 0 16,0 0 0-16,0 0-1 15,0 0-1-15,0 0 1 16,0 0 0-16,0 0-1 15,0 0 0-15,0 0 0 16,0 0-5-16,0 0 4 16,0 0 1-16,0 0 1 15,0 0-1-15,0 0 1 16,0 0 0-16,0 0 0 16,0 0 0-16,0 0 0 15,0 0-11-15,0 0-60 16,0 0-44-16,0 0-34 15,0 0-33-15,0 0-1 0,2 0-61 16,7 0-647-16</inkml:trace>
  <inkml:trace contextRef="#ctx0" brushRef="#br0" timeOffset="149004.04">3357 10008 740 0,'0'0'248'0,"0"0"43"15,0 0 65-15,0 0-144 16,0 0-75-16,0 0-12 16,0 0 14-16,-39-30-24 0,20 30-39 15,-8 0-10-15,-4 7-6 16,0 14-18-16,2 5-14 15,2 2-12-15,9 1-1 16,7-3-9-16,11-5-4 16,0-3 7-16,11-8 4 15,22-6 8-15,8-4 25 16,3 0-15-16,-1-9-17 16,-10-1-7-16,-11-1-5 15,-15 8 4-15,-7 3 4 16,-7 0-9-16,-24 1-1 15,-9 15 1-15,-4 8 22 0,1 7-1 16,9 5 3-16,7 3-16 16,10 7-3-1,10 0-4-15,7-2 4 0,0-7-5 16,27-7 11-16,13-10 0 16,9-12 11-16,7-8-10 15,4 0-13-15,0-8-35 16,-2-9-79-16,-6-4-63 15,1-19-199-15,-15 6-207 16,-11-4-612-16</inkml:trace>
  <inkml:trace contextRef="#ctx0" brushRef="#br0" timeOffset="149193.31">3657 9946 1886 0,'0'0'385'0,"0"0"-52"0,0 0-178 16,0 0-39-16,72 104 19 15,-43-37-38-15,0 5-36 16,-4 2-14-16,-1-11-25 16,0-6-13-16,1-15-9 15,2-10-36-15,4-13-53 16,25-12-95-16,-8-7-458 16,2 0-961-16</inkml:trace>
  <inkml:trace contextRef="#ctx0" brushRef="#br0" timeOffset="149611.95">4622 10190 1879 0,'0'0'213'0,"0"0"-30"16,27 133 79-16,-4-77-108 16,-1-5-52-16,-2-5-24 15,-2-9-44-15,-5-8-22 16,-3-10-4-16,-8-9-7 16,-2-10 5-16,0 0 9 15,-4-21 0-15,-13-18-7 0,4-11-2 16,6-8-6-16,7-5 12 15,2 5-5-15,23 11-5 16,8 12 5-16,8 21 2 16,-1 14-9-16,-3 7 0 15,-3 24 0-15,-9 10 6 16,-7 5-5-16,-7-2 6 16,-7-2-7-16,-2-9 0 15,2-2 6-15,4-7-6 16,7-4-96-16,-1-6-279 15,1-8-837-15</inkml:trace>
  <inkml:trace contextRef="#ctx0" brushRef="#br0" timeOffset="150243.71">5149 10349 2082 0,'0'0'353'16,"0"0"-253"-16,0 0 13 15,-2 120 3-15,30-84-29 16,15-6-38-16,5-8-10 16,6-11-23-16,-7-11-16 15,-9 0-28-15,-11-22 1 16,-9-13-6-16,-11-9 24 16,-7-8 8-16,0-3 1 15,-2 2 0-15,-8 9 27 16,3 16 40-16,7 15 20 0,0 13-53 15,0 7-33-15,7 22-1 16,11 7 9-16,3 3-3 16,-2-5 1-16,-1-4 5 15,-5-9-3-15,-3-4-8 16,-4-5-1-16,-4-8 0 16,-2-4-1-16,3 0 0 15,-3-12 1-15,2-16-1 16,2-9-8-16,6-2 8 15,3 3 0-15,5 10 0 16,3 14-6-16,6 12-8 16,0 9 6-16,2 28 7 15,-4 9 1-15,-6 4 1 0,-5 0 0 16,-5-8 2-16,-5-8 10 16,0-12 0-16,-4-9-6 15,0-12-6-15,0-1 12 16,0-14-12-16,0-20-8 15,0-10 0-15,4-8 8 16,6-4 0-16,11 5 1 16,-2 5-1-16,6 21 0 15,0 17-1-15,-1 8-11 16,-2 18 5-16,-2 18 7 16,-4 3 1-16,-7 5-1 15,-3-9 2-15,-3-5-2 0,1-8 0 16,8 0-24-16,-4-8-309 15,7-4-821-15</inkml:trace>
  <inkml:trace contextRef="#ctx0" brushRef="#br0" timeOffset="150896.22">6201 10331 93 0,'0'0'1566'15,"0"0"-1385"-15,0 0 2 16,0 0-58-16,130-44-77 0,-97 36-28 16,-14 2 30-16,-7 0 2 15,-12 2 53-15,0-1 42 16,-9 1-64-16,-15 4-32 15,-3 0-27-15,-4 2-8 16,2 24-5-16,4 8 18 16,5 10 10-16,11 1-4 15,9-1-5-15,0-4-2 16,27-10-10-16,15-6-5 16,10-10-2-16,6-7-11 15,2-7-18-15,-4 0-43 16,-10-7-4-16,-13-8 25 15,-10-5 25-15,-10-5 5 0,-8-5-2 16,-5-5 6-16,0 0 6 16,0-5 1-16,4 2 14 15,3 1-3-15,6 8-11 16,5 2 1-16,2 13-2 16,4 10 0-16,1 4-12 15,0 13 0-15,-3 17 12 16,-5 6 1-16,-3 2 26 15,-3-3 11-15,1-4 6 16,3-4 3-16,8-8-9 16,8-3-10-16,4-8-16 15,5-4-12-15,-1-4-12 16,-4 0-27-16,-6-16 8 0,-9-10 21 16,-4-6 10-1,-6-6 0-15,-5-1 1 0,-5 0-1 16,0 4 10-16,-2 10 2 15,-16 4-7-15,-11 12-5 16,-29 9-62-16,5 0-186 16,4 0-475-16</inkml:trace>
  <inkml:trace contextRef="#ctx0" brushRef="#br0" timeOffset="151451.89">8666 10267 1005 0,'0'0'711'16,"0"0"-481"-16,0 0 114 16,-117-34-102-16,69 36-96 0,4 31-69 15,1 13-35-15,14 12-8 16,14 0 5-16,15 0 10 15,5-11 4-15,32-13-13 16,17-11-13-16,10-16-9 16,3-7-18-16,-5-7-22 15,-10-24-62-15,-14-8 0 16,-18-12 30-16,-18-27 17 16,-2-30 29-16,-14-1 8 15,-5 9 6-15,1 18 36 16,5 36 53-16,4 8 36 15,0 9 8-15,4 29-34 16,5 0-84-16,0 37-15 0,7 17 13 16,11 12-12-16,4 6-1 15,2-1-6-15,5-5-1 16,2-12-75-16,17-8-69 16,-6-19-370-16,-6-12-1354 0</inkml:trace>
  <inkml:trace contextRef="#ctx0" brushRef="#br0" timeOffset="151582.14">9048 10347 1422 0,'0'0'1147'0,"0"0"-1008"16,0 0-17-16,0 0 2 15,0 0-34-15,42 118-44 16,-29-88-31-16,0-3-15 0,6-12-40 16,-1-4-217-1,-5-11-662-15</inkml:trace>
  <inkml:trace contextRef="#ctx0" brushRef="#br0" timeOffset="151993.23">9295 10106 656 0,'0'0'1794'15,"0"0"-1483"-15,0 0-109 16,0 0-59-16,160 90-66 15,-106-39-50-15,-7 1-18 16,-9-4-9-16,-9-9 6 16,-9-10-5-16,-7-12 0 0,-2-10 5 15,1-7 2-15,1-9 10 16,3-20-8-16,-6-12-1 16,-1-5-8-16,-9-5 7 15,0 0-2-15,0 5 21 16,-4 8-27-16,-5 4-5 15,5 9-86-15,4 6-61 16,4 12-334-16,19 7-408 16,1 0-734-16,-4 9 1628 15,-12 8 484-15,-2 0 238 16,0 10-141-16,3 7-77 16,-1 8-243-16,2 4-107 15,-1 0-87-15,-1-1-40 0,2 1-27 16,5-3-107-1,-3-9-378-15,1-12-660 0</inkml:trace>
  <inkml:trace contextRef="#ctx0" brushRef="#br0" timeOffset="152286.89">10258 10117 1618 0,'0'0'218'16,"0"0"-85"-16,0 0 0 0,0 0-75 16,-6 104-34-16,23-60-10 15,1 2 1-15,-1 3 29 16,-5-6 42-16,-3-5 15 16,-7-6 6-16,-2-10-4 15,0-4-26-15,-4-7-25 16,-17-4 4-16,-10-4-26 15,-2-3-17-15,2 0-4 16,4 0-9-16,7-12-93 16,20-15-227-16,0 3-209 15,9 0-405-15</inkml:trace>
  <inkml:trace contextRef="#ctx0" brushRef="#br0" timeOffset="152429.91">10447 10325 1936 0,'0'0'533'15,"0"0"-240"-15,0 0-105 16,0 0-98-16,0 0-56 16,32 107-34-16,-26-90-9 15,12-5-118-15,1-4-355 16,2-8-724-16</inkml:trace>
  <inkml:trace contextRef="#ctx0" brushRef="#br0" timeOffset="152818.82">10871 9876 1446 0,'0'0'987'15,"0"0"-827"-15,0 0-47 0,0 0 83 16,-7 140-63-16,28-60-66 16,3 5-1-16,-2-5-3 15,1-15-21-15,-8-12-19 16,-3-19-18-16,-6-17-5 15,-4-10-14-15,-2-7-10 16,0-7 5-16,0-22-13 16,2-12 13-16,14-3 18 15,8-4-5-15,15 6-5 16,5 9-19-16,8 13-4 16,-4 15-1-16,-1 5 14 15,-7 35 10-15,-13 15 2 16,-18 8 8-16,-9 0 1 0,-16-6 0 15,-21-8 25 1,-10-10 6-16,0-11-13 0,2-14-4 16,3-9-13-16,9 0 10 15,8-12-11-15,7-10-43 16,18-11-91-16,0 4-338 16,6 3-285-16</inkml:trace>
  <inkml:trace contextRef="#ctx0" brushRef="#br0" timeOffset="153186.51">11540 9958 1994 0,'0'0'505'16,"0"0"-462"-16,0 0 158 15,29 134 12-15,-13-70-86 16,-1 2-61-16,1-7-48 15,-1-12-1-15,3-12-11 16,2-15-6-16,11-14-6 16,12-6-5-16,13-12 11 15,6-18-9-15,5-8 9 16,-11-3-7-16,-17 2 6 16,-18 0 0-16,-19 8 1 15,-2 7 0-15,-23 9 16 16,-6 13-1-16,-6 2-15 15,4 26 0-15,4 23 1 0,9 9 0 16,16 5-1-16,2-3 0 16,22-4-14-16,18-17-55 15,7-11-46-15,22-22-152 16,-11-6-356-16,-11 0-658 0</inkml:trace>
  <inkml:trace contextRef="#ctx0" brushRef="#br0" timeOffset="153704.92">13500 10069 1698 0,'0'0'248'0,"0"121"28"16,-3-44-3-16,-2 5-82 16,1-18-65-16,2-4-63 15,-1-14-35-15,1-15-17 16,0-17-11-16,-4-14-34 0,-8-9-53 15,-3-29-116 1,-4-14-76-16,6-14 195 0,5-10 84 16,10-7 222-16,5 3-27 15,29 6-101-15,17 14-55 16,7 16-29-16,4 20-10 16,-2 19-12-16,-6 5 12 15,-14 37-1-15,-16 16-9 16,-15 5 10-16,-9 3 0 15,-19-4 43-15,-17-9 54 16,-7-13-7-16,-1-11-23 16,1-13-13-16,8-11-24 15,8 0-13-15,12-23-17 16,15-10-27-16,0-5-87 16,42-9-209-16,1 10-430 0,1 6-320 15</inkml:trace>
  <inkml:trace contextRef="#ctx0" brushRef="#br0" timeOffset="154020.01">14106 9914 942 0,'0'0'1049'16,"0"0"-469"-16,0 0-329 16,0 0-136-16,0 0-72 15,0 0-19-15,0 0-9 16,-60 132-6-16,66-88-1 0,21-10-2 15,6-8-5 1,9-14 0-16,8-12 0 0,-4 0 6 16,1-15-7-1,-7-10-8-15,-11-7 8 0,-6-3 0 16,-15-6 2-16,-3-1 5 16,-5 2 6-16,0 6 29 15,0 8-6-15,-7 8-7 16,7 6-17-16,0 3-12 15,0 8-9-15,21 1-70 16,8 0-108-16,-5 5-447 16,-6 7-663-16</inkml:trace>
  <inkml:trace contextRef="#ctx0" brushRef="#br0" timeOffset="155055.78">14569 9900 1707 0,'0'0'264'0,"0"0"-184"16,0 0 106-16,9 136 3 16,3-80-64-16,-2-6-34 15,-1-6-60-15,-7-9-16 16,-2-13-5-16,0-11-2 15,0-11 1-15,0 0 21 16,-4-10 22-16,-3-13-10 16,-1-5-9-16,0-3 1 15,4 4 12-15,0 0 14 16,2 3-11-16,-1 4-29 16,3-1-13-16,0 4-5 15,0-1-1-15,0-2 1 0,0 0 5 16,0-2-6-1,5 0 0-15,1 0 0 0,2 1 6 16,-2 5-7-16,-2 2 1 16,-1 5 0-16,-1 2 1 15,-2 5-2-15,0 1 6 16,0 1-6-16,0 0-1 16,0 0-11-16,0 0-11 15,0 14 16-15,0 1 6 16,0 5 1-16,0-3 0 15,0 1 0-15,0-2 0 16,0 0 1-16,0-4-1 16,2 0 1-16,-2-6-1 0,0-2-6 15,2-1-28-15,-2-3 1 16,0 0 12-16,0 0 20 16,0 0 1-16,0 0 0 15,0 0 0-15,0 0-8 16,2-3-19-16,0-5 6 15,-2 2 6-15,0-2 7 16,0 1 7-16,0 0 0 16,0 0 1-16,0 0 1 15,0 2 8-15,0 2-1 16,0 1-2-16,0 2-6 16,0 0-10-16,0 14-16 15,0 14 16-15,0 12 10 16,0 4-1-16,0 0 1 0,0-5 0 15,0-6 0-15,0-11 1 16,0-5-1-16,0-12 0 16,0-3 1-16,0-2 12 15,0 0 7-15,0-17-4 16,0-10-1-16,0-7 2 16,0-8 4-16,4-5-2 15,-2 1 5-15,0 2 1 16,4 5-7-16,5 6-3 15,5 8-9-15,9 4-6 16,6 5-8-16,7 3 7 0,4 0-7 16,1 6-7-16,-4 2-11 15,8 5-63-15,-13 0-382 16,-8 0-683-16</inkml:trace>
  <inkml:trace contextRef="#ctx0" brushRef="#br0" timeOffset="155536.04">15585 9714 1817 0,'0'0'260'0,"0"0"-155"16,0 0 59-16,0 0-110 15,0 0-48-15,135-20-5 16,-100 23-2-16,-10 15-5 16,-10 7 5-16,-15 2-4 15,0-1 5-15,-27 0 39 16,-11-3 53-16,3-5-28 15,4-4-36-15,13-7-18 16,15 0-9-16,3-5 4 16,21 1-4-16,12 4 7 0,5 5-7 15,-2 3 0-15,-5 11 0 16,-11 9 0-16,-6 3 14 16,-12 0 30-16,-2-1 24 15,-14-3 23-15,-17-9 26 16,-7-4-39-16,-6-9-32 15,-1-7-26-15,3-5-12 16,1 0-9-16,6 0 0 16,-9-9-100-16,10-4-394 15,3 1-838-15</inkml:trace>
  <inkml:trace contextRef="#ctx0" brushRef="#br0" timeOffset="156901.63">2064 12022 1588 0,'0'0'272'0,"0"0"-193"0,0 0 54 16,0 0-6-16,18 129-40 15,-18-98 29-15,-14-4-5 16,-9-6-44-16,2-7-15 16,-2-11-10-16,3-3 2 15,7-12 29-15,7-19-17 16,6-7-19-16,2 0 5 15,25 6-12-15,2 9-3 16,2 14 1-16,-2 9-4 16,-8 4-11-16,-2 21-12 15,-13 8 0-15,-6 3 13 16,-2-2 17-16,-23-2 14 16,-4-8-6-16,-2-9-6 0,4-9-3 15,6-6-6-15,4-6 24 16,11-23-9-16,6-11-17 15,2-4-13-15,25 2-9 16,6 8 0-16,3 11-8 16,-1 14 2-16,-6 9-3 15,-6 0-1-15,-14 20 8 16,-9 10 1-16,-5 2 1 16,-26 2 8-16,-7-5 5 15,-2-2-2-15,6-13-5 16,7-11 1-16,12-3 26 15,9-17 6-15,6-14-18 0,0-1-12 16,21-1-8-16,8 7-1 16,3 10 0-16,-3 11-6 15,-5 5 0-15,-8 7 0 16,-13 16 5-16,-3 8 1 16,-9-1 7-16,-16-5 8 15,-2-4-9-15,5-7-5 16,7-10-1-16,1-4-6 15,5 0-18-15,5-12-51 16,4-8-48-16,8-10-58 16,15 3-384-16,2 3-546 0</inkml:trace>
  <inkml:trace contextRef="#ctx0" brushRef="#br0" timeOffset="158785.01">17896 9699 1603 0,'0'0'251'0,"0"0"-135"0,0 0 134 16,142-63-115-16,-80 58-38 16,-6 5-30-16,-11 10-43 15,-16 17-23-15,-16 8 7 16,-13 2 18-16,-11-2 67 16,-27-3 23-16,-9-4-34 15,-2-7-36-15,9-8-26 16,13-6-2-16,16-7 9 15,11 0 30-15,0 0-35 16,22-4-22-16,11 4-7 16,6 0 7-16,3 9 7 15,-4 17-7-15,-5 6 0 0,-8 3 0 16,-14-1 0-16,-11-2 8 16,-7-3-7-16,-26-2 44 15,-14-5-3-15,-6-8-15 16,-3-6 5-16,4-8-11 15,14 0-6-15,14-16 0 16,19-10-15-16,5-3-52 16,63-16-97-16,4 6-191 15,2 7-602-15</inkml:trace>
  <inkml:trace contextRef="#ctx0" brushRef="#br0" timeOffset="159004.28">18679 9431 2326 0,'0'0'503'0,"0"0"-368"15,0 0-5-15,83 116 32 16,-56-41-58-16,-7 6-30 16,-9 0-41-16,-4-7-18 15,-3-14-9-15,0-10-6 16,6-14-60-16,7-9-57 15,39-18-70-15,0-6-575 16,2-3-820-16</inkml:trace>
  <inkml:trace contextRef="#ctx0" brushRef="#br0" timeOffset="159521.93">19348 9636 1410 0,'0'0'771'0,"0"0"-645"16,-113-5 92-16,72 19-71 16,10 18-84-16,10 14-29 15,9 8 20-15,12 4 14 16,0-1 18-16,31-5-32 16,14-11-16-16,4-15-14 15,0-13-12-15,-3-13-12 16,-3 0-31-16,-12-30-5 15,-6-11-21-15,-10-10-4 0,-5-5 32 16,-6-1 22-16,-4 10 7 16,0 8 63-16,0 18 12 15,0 19 10-15,5 4-81 16,3 33 2-16,6 17 3 16,-1 11-3-16,-2 0-5 15,-2-2 1-15,-4-13 4 16,-5-12-6-16,0-12 2 15,0-16-1-15,0-8 6 16,0-8 14-16,-2-22-21 16,-3-12-16-16,5-9 14 15,0-7 1-15,9 3 0 16,11 4 1-16,6 16 0 0,-1 14-1 16,0 19-8-1,-3 4-6-15,-2 34 10 0,-4 13 4 16,-6 9 2-16,-7 2-2 15,-3-4-6-15,0-8-2 16,0-10-64-16,0-15-212 16,0-14-661-16</inkml:trace>
  <inkml:trace contextRef="#ctx0" brushRef="#br0" timeOffset="159799.66">20068 9624 1144 0,'0'0'1045'0,"0"0"-800"16,0 0 5-16,0 0-128 16,0 0-80-16,154 53-23 15,-118-1 2-15,-16 15 10 16,-16 9 23-16,-4 0 3 15,-13-4-11-15,-7-10-23 16,2-12-14-16,7-16-9 16,9-14 0-16,2-16-42 15,4-13-93-15,14-20-342 16,-5-5-892-16</inkml:trace>
  <inkml:trace contextRef="#ctx0" brushRef="#br0" timeOffset="159945.16">20077 9976 2225 0,'0'0'495'16,"0"0"-331"-16,0 0-25 15,0 0-96-15,147-62-43 16,-46 40-59-16,-15 6-125 16,-11 1-549-16</inkml:trace>
  <inkml:trace contextRef="#ctx0" brushRef="#br0" timeOffset="160594.96">20813 9743 675 0,'0'0'1593'0,"0"0"-1237"0,-127-12-101 16,85 12-92-16,8 21-93 16,14 13-41-16,9 5-1 15,11 4 1-15,0-5-7 16,27-5-7-16,13-12-4 15,9-11-11-15,5-10-17 16,-1 0-59-16,-4-20-25 16,-11-12-36-16,-11-10-11 15,-11-6 50-15,-10-1 46 16,-4 5 52-16,-2 12 56 16,0 11 98-16,0 19 1 15,0 2-86-15,11 25-53 16,1 23 10-16,1 14 2 0,-2 6-16 15,0-1-6-15,-4-9 9 16,-3-11-9-16,1-18 4 16,-3-15-10-16,-2-14-1 15,0-2 1-15,0-28-44 16,0-10-47-16,0-10 12 16,0-4 38-16,0 1 34 15,14 9 7-15,1 10 33 16,3 12-13-16,-1 14-10 15,1 8 7-15,3 11-17 16,0 23 0-16,0 11 0 16,-1 6 30-16,-5-2-3 15,-3-3 4-15,-5-15-13 0,-3-11-11 16,0-16 4-16,-2-4 2 16,5-14-13-16,2-25-4 15,4-9-32-15,8-8 25 16,3 1 11-16,3 4 2 15,-1 14 17-15,-3 11 7 16,-1 21 17-16,-4 5-22 16,-2 19-19-16,-6 18 11 15,-2 9 8-15,-6 3-7 16,-2-3-4-16,0-6 2 16,0-10-12-16,0-10-29 15,0-20-88-15,0 0-144 0,6-9-902 16</inkml:trace>
  <inkml:trace contextRef="#ctx0" brushRef="#br0" timeOffset="160747.04">21538 9763 2176 0,'0'0'311'16,"0"0"-219"-16,0 0 60 16,0 0-30-16,28 153-55 15,-18-104-43-15,-2-3-18 16,1-7-6-16,1-15-77 15,-6-9-219-15,2-14-510 0</inkml:trace>
  <inkml:trace contextRef="#ctx0" brushRef="#br0" timeOffset="161398.96">21723 9781 876 0,'0'0'1433'0,"0"0"-1172"15,0 0-34-15,183-36-61 16,-92 33-71-16,5 1-59 16,-11-5-12-16,-23-3-16 15,-22-6-3-15,-29-4-5 16,-11-2-6-16,-18-2 6 16,-20 2 12-16,-6 4 22 15,2 6 10-15,3 10-25 16,4 2 4-16,3 23-14 15,6 26-9-15,1 15 23 0,10 13-14 16,10-1 3-16,5-6-2 16,5-10-2-16,26-16-8 15,9-20-14-15,14-18-26 16,4-6-70-16,0-28-86 16,-9-16-456-16,-11-14 11 15,-11-9-122-15,-15-2 458 16,-7 2 305-16,-5 14 699 15,0 12 36-15,0 17-220 16,0 14-257-16,6 10-77 16,6 8-117-16,3 28-41 15,8 16 7-15,4 17-3 0,4 5 4 16,2-2-17 0,0-5 46-16,-4-18-21 0,-10-17-28 15,-13-21-11-15,-6-11-12 16,0-23 3-16,0-21-43 15,-6-13-19-15,4-6 43 16,2-6 23-16,4-1 5 16,15 8 6-16,8 8 0 15,0 17-6-15,2 14 0 16,-2 21 11-16,0 2-1 16,-5 30-8-16,-4 16 11 15,-5 7 13-15,-6 5-4 16,-5 0 7-16,-2-5-20 15,0-4-8-15,0-13-1 16,0-10-19-16,0-21-99 0,0-5-395 16,9 0-711-16</inkml:trace>
  <inkml:trace contextRef="#ctx0" brushRef="#br0" timeOffset="161601.94">23272 9386 2112 0,'0'0'329'0,"0"0"-132"16,0 0-88-16,0 0 21 15,27 161-28-15,-20-84-44 0,-3 6 20 16,-4-6-32 0,0-14-32-16,0-10-14 0,0-17-33 15,-18-19-90-15,5-10-222 16,-1-7-689-16</inkml:trace>
  <inkml:trace contextRef="#ctx0" brushRef="#br0" timeOffset="161909.51">23031 9791 2263 0,'0'0'473'0,"0"0"-248"15,0 0-20-15,0 0-149 16,121-48-56-16,-39 34-24 15,0 0 4-15,-7 2-5 16,-23 8 17-16,-16 4 7 0,-16 0-8 16,-9 24-9-1,-1 16 17-15,-4 11-1 0,5 3 1 16,5 0-25-16,4-8-36 16,6-12-21-16,5-18 32 15,2-16 43-15,-2-12 8 16,-5-30 14-16,-6-16-8 15,-9-13-5-15,-11-7 0 16,0-2 1-16,-24 4-2 16,-65-5-24-16,6 23-343 15,-8 14-739-15</inkml:trace>
  <inkml:trace contextRef="#ctx0" brushRef="#br0" timeOffset="162099.03">21138 9416 1918 0,'0'0'950'15,"0"0"-937"-15,0 0-13 16,0 0-776-16</inkml:trace>
  <inkml:trace contextRef="#ctx0" brushRef="#br0" timeOffset="170123.1">14630 8199 1557 0,'0'0'321'15,"0"0"-224"-15,0 0 163 16,-139-42-65-16,119 30 4 16,11 3 46-16,9 4-54 15,7 1-93-15,29 4-32 16,35-3 22-16,45 3-4 15,46-7-29-15,17 1-1 16,-26 2-21-16,-36 1-9 16,-51 3-14-16,-14 0-10 0,2 0-27 15,-1 0-12 1,-2 0 3-16,-6 0-3 0,-7 0 13 16,-3-3-7-16,-2-11-23 15,-4-4-36-15,-4 2-28 16,-12-2-38-16,-13 0-103 15,0 4-299-15,-15 1-249 0</inkml:trace>
  <inkml:trace contextRef="#ctx0" brushRef="#br0" timeOffset="170363.64">15427 7854 1470 0,'0'0'496'0,"0"0"85"15,0 0-272-15,0 0-96 16,0 0-117-16,0 0-40 0,0 0-25 15,150 16-10-15,-86 18-19 16,-8 7 13-16,-11 3-15 16,-19 2 1-16,-14-3-1 15,-12-2-11-15,-2-1 1 16,-27-5-2-16,-12-6 3 16,-3-3 3-16,2-5-32 15,3-8-8-15,10-7-1 16,0-4-32-16,8-2-165 15,0 0-579-15</inkml:trace>
  <inkml:trace contextRef="#ctx0" brushRef="#br0" timeOffset="170941.24">16555 8039 2176 0,'0'0'473'0,"0"0"-370"16,0 0 18-16,0 0-29 16,66 112-26-16,-49-78-26 15,-1-2-19-15,-5-6 3 16,-5-6-4-16,1-8-7 15,-5-5-11-15,-2-7 5 16,0 0 11-16,0-10 8 16,-9-17-16-16,1-4-2 0,1-8 3 15,7 0-10 1,0 2 16-16,22 4-17 16,16 10 2-16,11 9 2 0,9 10 11 15,0 4-4-15,-7 10 4 16,-9 16-15-16,-10 6 6 15,-14 4 3-15,-10 0 3 16,-3-2 3-16,-5-4-14 16,0-6-1-16,0-7 0 15,0-8-33-15,0-6-48 16,0-8-4-16,0-12-104 16,2-10-635-16</inkml:trace>
  <inkml:trace contextRef="#ctx0" brushRef="#br0" timeOffset="171587.97">17122 8008 1823 0,'0'0'289'0,"0"0"221"15,0 0-315-15,24 131-44 16,-6-87-55-16,6-4-41 16,10-10-26-16,4-9-23 15,4-13-5-15,0-8-1 16,1-3-18-16,-7-23-7 15,-7-8-10-15,-12-6 4 16,-10-6 25-16,-7-2 6 16,0 0 6-16,0 10-4 15,-7 10 16-15,0 15 15 16,7 13-9-16,0 0-24 0,0 27 0 16,10 13 0-1,3 10 11-15,0-1-10 0,-1 2 19 16,-2-9-8-16,-1-7-5 15,1-12-6-15,-6-9 7 16,0-10-7-16,-4-4-1 16,3-5 0-16,-3-23-18 15,4-9 1-15,2-9 3 16,6-2 14-16,3 0 1 16,3 8-1-16,5 10-6 15,2 12-25-15,3 18 17 16,1 0 14-16,0 24 0 15,-5 14-1-15,-1 6 1 16,-10-2 0-16,-6-1 0 16,-4-8 1-16,-3-8-1 0,0-12 1 15,0-9-1-15,2-4-9 16,2-8 9-16,0-22-16 16,5-10 0-16,5-12 15 15,3-4 1-15,6 2 16 16,4 8 12-16,2 11-22 15,0 20 9-15,2 15-1 16,-4 4-14-16,-8 32 17 16,-3 11 5-16,-9 9-8 15,-7 2-5-15,0-5-9 16,0-5 0-16,4-10 0 16,8-8-51-16,32-14-51 0,-1-8-546 15,7-8-374-15</inkml:trace>
  <inkml:trace contextRef="#ctx0" brushRef="#br0" timeOffset="172008.27">18448 8085 1986 0,'0'0'389'0,"0"0"-114"16,0 0-84-16,121-34-85 0,-71 26-52 16,-7 0-38-1,-12 2-7-15,-13 2-3 0,-9-1-6 16,-7-2-9-16,-2 1 9 16,0-4 0-16,-6-1 0 15,-14 2 0-15,-7-1 0 16,-11 4 1-16,-3 2 0 15,-3 4 0-15,4 0 5 16,4 14 4-16,8 18-1 16,7 10 1-16,10 6 10 15,11 4-2-15,0-2-3 16,14-7-5-16,19-9-2 16,11-15-8-16,8-12-10 15,3-7-10-15,-1 0-13 16,-5-16-20-16,-9-3-54 0,-11 1-173 15,-5 1-79-15,-10 3-126 16,-3 3-848-16</inkml:trace>
  <inkml:trace contextRef="#ctx0" brushRef="#br0" timeOffset="172331.5">18954 8064 980 0,'0'0'612'15,"0"0"-333"-15,0 0 106 16,0 0-185-16,0 0-103 15,0 0-39-15,0 0-32 16,58-58 0-16,-51 59-4 16,0 23-9-16,-1 10 25 0,3 8 2 15,2 4-10-15,5-2-15 16,8-6-6-16,5-10-2 16,7-12 10-16,1-16 41 15,4 0-7-15,-5-19-35 16,-5-18-11-16,-4-9 2 15,-6-7 7-15,0-7 8 16,-7-1 6-16,-10 3 25 16,-4 8 1-16,0 13-23 15,-29 15-31-15,-16 10-3 16,-8 12-63-16,-7 0-62 16,-21 25-164-16,17 3-343 15,8-2-499-15</inkml:trace>
  <inkml:trace contextRef="#ctx0" brushRef="#br0" timeOffset="172504.94">17984 7636 1585 0,'0'0'578'16,"0"0"-504"-16,0 0-29 15,0 0-45-15,-125 70-76 16,108-34-572-16</inkml:trace>
  <inkml:trace contextRef="#ctx0" brushRef="#br0" timeOffset="173308.2">18883 8127 727 0,'0'0'290'0,"0"0"-197"15,0 0 46-15,33 118-15 16,-24-93 48-16,-2-7-8 16,-3-10-38-16,3-8 1 15,-3 0 71-15,0-13-8 16,1-13-122-16,-2-12-36 15,-3-8 10-15,0-5 15 16,0-6 17-16,-3-2-17 16,3 2-40-16,0 8-17 15,20 14-47-15,43 16-184 16,-5 13-316-16,-3 6-496 0</inkml:trace>
  <inkml:trace contextRef="#ctx0" brushRef="#br0" timeOffset="173869.2">20222 8122 1774 0,'0'0'251'0,"0"0"-47"16,21 127 94-16,-13-61-118 16,3 2-69-16,-1-1-44 15,0-6-36-15,-1-14-16 16,-1-9-9-16,-6-16-6 15,-2-12-17-15,0-10-41 16,-5 0 14-16,-15-27-97 16,-5-14 57-16,1-8 69 15,2-12 15-15,8-3 33 16,8-2 28-16,6-1-18 0,15 3-3 16,23 8 0-1,15 8 8-15,7 12 12 0,6 16-21 16,-2 14 13-16,-6 6-16 15,-9 20-3-15,-18 18-33 16,-17 8 22-16,-14 4-8 16,-4-1 19-16,-28-8 15 15,-6-7-6-15,-4-10-9 16,-1-7-11-16,3-12-7 16,5-5-7-16,6 0-8 15,10-3-9-15,13-13-38 16,6 2-52-16,29-7-67 15,14 5-435-15,3 0-213 0</inkml:trace>
  <inkml:trace contextRef="#ctx0" brushRef="#br0" timeOffset="174357.79">20992 8000 1536 0,'0'0'507'0,"0"0"-319"16,0 0 159-16,0 0-193 16,-116-42-90-16,93 73-37 15,1 12 0-15,2 14 9 16,9 1 28-16,11 0-12 16,0-10-6-16,22-10-35 0,18-15-11 15,7-17 0-15,7-6 0 16,-6-14-1-16,-3-18-33 15,-11-9 5-15,-9-5-7 16,-8 0 36-16,-3 4 9 16,-6 9 38-16,3 14 5 15,-1 15-18-15,0 4-32 16,1 30 5-16,1 19 4 16,-1 6-10-16,-5 3 0 15,-1-4-1-15,-5-10 1 16,0-13 1-16,0-14-1 15,0-17 8-15,0-3 15 16,0-29 29-16,11-13-28 0,4-11 14 16,8-6 21-16,4-2-5 15,4 3-20-15,0 6-30 16,3 9-5-16,-3 10-24 16,-2 10-23-16,-2 9-6 15,-10 9-27-15,-1 8-67 16,-7 0-521-16,-5 11-833 0</inkml:trace>
  <inkml:trace contextRef="#ctx0" brushRef="#br0" timeOffset="197837.96">3432 11898 1252 0,'0'0'280'0,"0"0"-51"16,0 0 146-16,0 0-134 15,0 0-166-15,0 0-52 16,0 0 24-16,19 90 23 16,-11-55 15-16,3-3-24 15,-4-5 0-15,0-4-22 16,-1-5-12-16,-3-3-9 0,-1-7 7 16,0-4-1-16,-2-4 5 15,0 0 14-15,0 0 12 16,0 0 5-16,0-9-27 15,0-4-19-15,0-3-13 16,0 0 6-16,0 0-6 16,0 2 1-16,0-4-1 15,0 4 1-15,-4-5-1 16,1 0-1-16,1-4 1 16,-2-6 3-16,2 3-3 15,2-3-1-15,-2 5 1 16,2 6 0-16,0 5 0 15,-3 8-1-15,3 1 1 0,0 4 0 16,0-2-1-16,0 2 1 16,0 0-1-16,-3 0 0 15,3 0 9-15,0 0-9 16,0 0 1-16,0 0 11 16,0-2-6-16,0 2-6 15,0 0 2-15,0 0-1 16,0 0-1-16,0 0 0 15,0 0 0-15,0 0 1 16,0 0-1-16,-2 0 0 16,0 0 3-16,0 0 3 15,0-2-6-15,2 2 0 16,0 0 0-16,0-3-1 16,0 3 1-16,0 0 0 15,-3-2 7-15,3 2-6 0,0-2-1 16,-2 1 1-16,2-1 0 15,-2 2-1-15,2 0 0 16,0 0 0-16,0-2 0 16,0 2 1-16,-2 0 0 15,2 0-1-15,0 0 1 16,-2 0 0-16,2-2-1 16,-2 2 1-16,2 0-1 15,0 0 0-15,0 0-1 16,0 0-5-16,0 0 6 0,0 0-6 15,0 0 6-15,0 0 1 16,0 0-1-16,0 0 1 16,0 0-1-16,0 7-1 15,0 21-13-15,0 17 5 16,8 17 9-16,5 6 1 16,6 6 0-16,-1-1 0 15,1-7-1-15,6-8 6 16,4-5-6-16,4-9 1 15,5-11 6-15,7-8-1 16,3-9 0-16,6-9-5 16,0-7 7-16,-3 0-7 15,-4-14-1-15,-10-7-12 16,-10-6-26-16,-13-3-41 16,-14-2-35-16,-20-8-155 0,-18 6-443 15,-7 8-436-15</inkml:trace>
  <inkml:trace contextRef="#ctx0" brushRef="#br0" timeOffset="198019.1">3405 12180 1600 0,'0'0'386'16,"0"0"-11"-16,0 0-116 15,0 0-144-15,0 0-60 16,127-93-21-16,-79 61-17 15,-6 6-10-15,-9 7-7 16,-11-8-150-16,-5 9-464 0,-15-3-640 16</inkml:trace>
  <inkml:trace contextRef="#ctx0" brushRef="#br0" timeOffset="198197.84">3379 11826 1827 0,'0'0'318'16,"0"0"-43"-16,0 0-120 16,0 0-90-16,138-89-27 15,-82 66-19-15,-3 5-19 16,1 8-13-16,20 4-179 0,-14-1-412 16,-7 5-640-16</inkml:trace>
  <inkml:trace contextRef="#ctx0" brushRef="#br0" timeOffset="198400.17">4170 11708 1721 0,'0'0'257'0,"0"0"249"15,27 123-232-15,-13-50-74 16,1 4-46-16,3 3-59 16,-3-5-26-16,3-7-24 15,1-10-23-15,-4-10-15 16,3-10-1-16,-5-8-6 15,0-10-7-15,-4-4-46 16,2-8-61-16,10-8-88 16,-4-4-436-16,-1-14-801 0</inkml:trace>
  <inkml:trace contextRef="#ctx0" brushRef="#br0" timeOffset="198768.2">4641 12162 1694 0,'0'0'711'0,"0"0"-635"16,0 0 149-16,58 152-40 15,-21-95-101-15,3-4-27 16,1-5-26-16,-5-4-21 16,-10-10-8-16,-8-8-2 15,-9-11 0-15,-9-13-40 0,0-2 15 16,-2-18 25-16,-16-22 1 15,0-12 0-15,3-9 0 16,6 2 7-16,9 4 14 16,2 9 5-16,27 14-11 15,9 14 2-15,4 12-3 16,3 6-9-16,-3 15 3 16,-5 14 2-16,-8 9 7 15,-4 4-3-15,-4 0-8 16,-4 0 1-16,-1-3-1 15,1-5-7-15,4-6-50 16,24-6-140-16,-6-7-374 16,1-8-851-16</inkml:trace>
  <inkml:trace contextRef="#ctx0" brushRef="#br0" timeOffset="199458.91">5401 12172 2015 0,'0'0'254'16,"0"0"-91"-16,0 0 53 15,0 0-70-15,44 142-49 16,-15-92-21-16,0-4-22 16,4-12-11-16,-2-7-20 0,-1-11-10 15,-6-9-5 1,-3-7-1-16,-8 0 2 0,-4-19-9 15,-7-13-34-15,-2-13-54 16,0-7-30-16,-14-1 12 16,1 7 64-16,4 13 42 15,5 17 16-15,4 16 59 16,2 3-62-16,22 31 14 16,10 13 27-16,1 3-23 15,6 3 7-15,-8-8-2 16,-1-3-23-16,-8-11-1 15,-9-9-7-15,-5-10-4 16,-6-12-1-16,-4 0 1 16,0-16-1-16,0-18 0 15,-9-10-7-15,0-9-2 0,3 0 9 16,6-2 1-16,0 8 0 16,4 16-1-16,16 11 0 15,5 18 0-15,1 2 0 16,3 27 0-16,-2 18 4 15,-3 6 4-15,-1 0 7 16,-8-1-3-16,-1-8-11 16,-7-10 7-16,-3-9-8 15,-4-13 0-15,0-10 0 16,0 0 6-16,-4-16 19 16,-7-19-14-16,1-9-5 15,8-8-6-15,2-2 0 16,4 0 0-16,21 10 6 0,6 10-5 15,5 16-1 1,2 18-12-16,-4 6 12 0,-5 32-6 16,-10 14 6-16,-5 10 0 15,-8 3 2-15,-6-4-1 16,3-4-1-16,-3-8-31 16,2 4-117-16,4-16-434 15,4-11-778-15</inkml:trace>
  <inkml:trace contextRef="#ctx0" brushRef="#br0" timeOffset="200103.96">6543 12346 1803 0,'0'0'306'0,"0"0"3"15,0 0-66-15,122-56-160 16,-84 39-56-16,-3 2-12 16,-6 4-14-16,-4-1 5 15,-12 1 0-15,-9 3 9 16,-4 0 73-16,0 1 12 16,-13 0-56-16,-7 2-22 15,-5 2-10-15,-1 3 1 16,-1 0-12-16,-2 20 7 15,0 12-7-15,5 10 14 0,1 10 11 16,12 2 7-16,11 1-6 16,0-6-12-16,29-9-8 15,18-9-5-15,11-13 5 16,6-13-5-16,2-5-2 16,-7-5-5-16,-10-15-3 15,-11-4-20-15,-7-7 10 16,-10-5 11-16,-5-6 7 15,-6-6 0-15,-3 0-1 16,-1 0 1-16,4 10 0 16,-4 10-1-16,3 13-8 15,3 15 3-15,-3 3-13 16,-1 28 11-16,-1 14 8 0,-3 7 6 16,1 6-5-1,0-4-1-15,1-6 9 0,7-14-8 16,9-12-1-16,8-15 2 15,5-7 5-15,8-20-1 16,-3-18-5-16,-5-11 5 16,-8-2 0-16,-13-6-4 15,-12 5 23-15,-2 8 35 16,-7 8-19-16,-15 10-25 16,-5 10-16-16,-4 8-6 15,0 8-17-15,-18 0-71 16,11 14-114-16,5 3-824 0</inkml:trace>
  <inkml:trace contextRef="#ctx0" brushRef="#br0" timeOffset="201194.49">8941 11860 2094 0,'0'0'360'16,"0"0"-7"-16,0 0-39 15,0 0-132-15,0 0-97 16,0 0-57-16,0 0 1 16,59 67 13-16,-34 3-5 15,0 8-2-15,-5 2-11 16,-5-3-9-16,-3-7-8 0,-3-8 4 15,-3-10-10-15,1-10 1 16,-2-11-1-16,1-12 0 16,-1-9 0-16,-3-10 0 15,0 0 5-15,-2-10 10 16,0-19-7-16,0-11-9 16,0-13-1-16,0-7-13 15,0-2-1-15,-7-1-1 16,-4 3 4-16,-2 1 1 15,0-4 2-15,1 1 3 16,3-4 5-16,3 4 1 16,4 9-8-16,0 14 8 0,2 12 8 15,0 11-8-15,0 11 1 16,0 2-1-16,-2 3 0 16,-6 0-3-16,2 0-4 15,-7 8 6-15,-6 15-8 16,-3 8 8-16,-5 12 1 15,1 6 0-15,-1 8 6 16,-4 1 0-16,-2-2-6 16,-4-6 0-16,0-3 0 15,-3-5 6-15,2-8-5 16,2-6 0-16,7-5-1 16,11-11-1-16,7-1-17 15,6-7-3-15,5-2 6 0,0-2 14 16,0 2-6-1,0-2 7-15,14 0 0 0,20 0 12 16,19 0 3-16,20 0-2 16,15-12-12-16,-1 5-1 15,-12-2 0-15,-17 9-59 16,-27 0-93-16,-17 9-86 16,-14 8-494-16</inkml:trace>
  <inkml:trace contextRef="#ctx0" brushRef="#br0" timeOffset="202770.02">5249 13738 1719 0,'0'0'330'0,"0"0"-91"16,0 0-25-16,0 0-110 15,0 0-65-15,0 0-9 16,44 60 13-16,-28-21 6 15,-3 7-9-15,-7 10-4 0,-6 2 15 16,0 0 4-16,-12-3-5 16,-5-4-17-16,1-9-13 15,3-6-14-15,5-17 2 16,4-2-7-16,4-13 5 16,0-4-5-16,0 0 5 15,0 0-5-15,0 0 0 16,4 0 1-16,6 0-1 15,3 0 0-15,7 0 0 16,7-4 1-16,4-6-1 16,5 3-1-16,-1-6 1 15,3 7 0-15,-1-2 1 16,9 2-1-16,9 0-1 0,35-8-1 16,49-8 1-1,58-7 6-15,21 2-5 0,-6 5-1 16,-29 10 1-16,-56 6 0 15,-34 3-1-15,-30 3 0 16,-14 0 0-16,-2 0 0 16,-2 0 0-16,-3 0 0 15,-11 0 0-15,-9 0 1 16,-3 0-1-16,-7 0 0 16,-3 0 0-16,-4 0 0 15,0-1 0-15,1-2 1 16,1-2 0-16,1-6 6 15,0-1-6-15,-2-2 0 16,-4-3 7-16,-2 0-8 16,0 0 9-16,-2-3 9 0,-12 1 10 15,-1-3-7-15,2 0-9 16,-1-2-3-16,6-5 2 16,1 3-10-16,2-8 6 15,3 9-6-15,2 1-1 16,-2 8 1-16,2 6 1 15,0 6-1-15,0 4-1 16,0 0-60-16,11 0-195 16,9 2-860-16</inkml:trace>
  <inkml:trace contextRef="#ctx0" brushRef="#br0" timeOffset="203784.22">8896 13837 1418 0,'0'0'304'0,"0"0"220"16,0 0-212-16,0 0-55 16,0 0-55-16,0 0-51 15,0 0-82-15,52-93-38 16,-50 123-11-16,-2 16 10 0,0 8 17 15,0 11-11-15,-12 0-9 16,5-3-12-16,5-6-13 16,2-12-2-16,0-10-10 15,0-11-7-15,7-11 12 16,-2-8 5-16,-1-2 1 16,1-2 10-16,6 0-11 15,7 0 1-15,13 0 0 16,11-6 0-16,14-8-1 15,10-2-15-15,9-4 0 16,6-2 13-16,6 1-8 16,1 6 10-16,-1 3 0 0,0 5 1 15,-5 4-1-15,0 3 0 16,7 0-1-16,5 0 1 16,24-4-2-16,27 4-13 15,22 0 14-15,-12 0 1 16,-40 0-9-16,-41 0 8 15,-34 0 1-15,-3 6-1 16,-5 2 0-16,-6-3-16 16,-9-5 17-16,-2 0-1 15,-1 0 1-15,3-1 9 16,1-11-8-16,-3 1 0 16,-1 6 0-16,-3 1-2 15,-7 1 1-15,-2 2 0 0,2 1-5 16,-4-3 5-16,0 2 0 15,0-5 6-15,0-6 9 16,0-4-14-16,0-8 1 16,-8-13-1-16,-1-6 5 15,-4-3 0-15,0-5-4 16,-3 3 7-16,-2 4 0 16,2 4 9-16,3 5 0 15,2 8-2-15,4 1-4 16,3 6-1-16,1 5-11 15,3 6 1-15,0 4-2 16,0 5-11-16,0 0-74 16,19 7-75-16,-2 8-176 0,3 0-1108 15</inkml:trace>
  <inkml:trace contextRef="#ctx0" brushRef="#br0" timeOffset="204684.46">12993 13646 1876 0,'0'0'317'16,"0"0"-70"-16,0 0 101 16,0 0-210-16,0 0-104 15,0 0 10-15,0 0 21 0,36 120 1 16,-34-61-13-16,-2 4-11 16,0-5-18-16,0-5-9 15,0-7-8-15,0-8-5 16,-4-2-1-16,-1-13 5 15,1-4-4-15,2-3-1 16,2-13-1-16,0-3-1 16,0 0-11-16,15 0 10 15,14-1 2-15,9-10 0 16,9 2 1-16,7-5 0 16,8 2 0-16,11-1 0 15,28 1 5-15,32 5-6 16,32-1 0-16,9 8 0 0,-8 0-6 15,-22 0 6 1,-22 8 0-16,-3 1-1 0,1 0 0 16,5-8-12-16,9 1 1 15,8-2 11-15,5 0 0 16,5 5 1-16,-5 2 0 16,-24 4-1-16,-30-2 1 15,-33 2 0-15,-19 1-6 16,-12-6 4-16,-9 0 2 15,-6-2-3-15,-14-4 3 16,0 0 58-16,0 0 18 16,-10-14-11-16,1-6-19 15,3-5-5-15,-3-2-25 16,0-5-8-16,-2 0-2 16,-5-3-5-16,-6-1 0 0,-3-2 11 15,1-4-10-15,1-2-1 16,6-4 7-16,3 0-8 15,8 4 1-15,3 6-1 16,1 6 0-16,2 8-10 16,-2 3-25-16,0 8-25 15,-2 2-33-15,-4-1-37 16,4 6-84-16,-3 4-558 0</inkml:trace>
  <inkml:trace contextRef="#ctx0" brushRef="#br0" timeOffset="205593.83">16952 13614 1685 0,'0'0'387'0,"0"0"-107"16,0 0-48-16,0 0-56 16,0 0-23-16,58 107-49 15,-44-62-27-15,-10 1-18 16,-2 0-29-16,-2 2-9 15,0-4-6-15,0-5-14 16,0-6 7-16,0-7-7 16,0-8 0-16,7-5-1 0,-3-9 0 15,3-4-1-15,6 0 0 16,10 0 0-16,10-14-1 16,9 0 1-16,6-3-5 15,5 4-8-15,7-1 7 16,14 2 6-16,28 0 0 15,43 1 0-15,42 6 1 16,27 1 1-16,5 4-1 16,-17 1 8-16,-27 18-7 15,-20 2-1-15,-34 1-5 0,-32-5-43 16,-24-3-15 0,-12-6-6-16,1-2 18 0,-1-2 26 15,-4 0 16-15,-15-4 8 16,-14 0 1-16,-9 0 17 15,-7 0 50-15,-4-8 11 16,0-3-26-16,0-3-11 16,0-6-20-16,-2-4-12 15,-5-6-8-15,3-5 0 16,0-8 1-16,-1-4 4 16,-2-6-6-16,3 1 6 15,-5 0 5-15,0-2-2 16,-2 1 4-16,2 0 4 15,3 2-2-15,3 1 6 16,1 4-4-16,2 8 1 0,0 10 0 16,0 12 2-16,0 8-5 15,0 4-10-15,0 4-5 16,0 0-6-16,0 0-18 16,0 5-47-16,0 13-24 15,-2 0-107-15,2-3-592 0</inkml:trace>
  <inkml:trace contextRef="#ctx0" brushRef="#br0" timeOffset="207641.78">10281 13133 1380 0,'0'0'316'0,"0"0"-44"16,0 0-114-16,0 0-61 16,0 0 44-16,0 0 28 15,0-7-5-15,0 3-42 16,0-2-19-16,-2 3-28 15,-6-2-12-15,2 1-27 16,-3 1 0-16,0-2-23 16,-2 3-1-16,-2-2-10 15,1 3 10-15,-1-4 3 16,2 3-14-16,-3 0 19 16,3 0-11-16,-2-1-3 0,0 3 1 15,-6 0 4-15,2 0-5 16,-3 0 4-16,-1 0-4 15,4 0-6-15,-1 0 1 16,7 0-1-16,-1 0 1 16,6 3-2-16,-3 3 2 15,1 0-1-15,-2 2 9 16,-3 0-1-16,-3 4-7 16,-1 0 8-16,-4 3-3 15,4-1-5-15,-1 3 0 16,-1 1 0-16,7 0-1 15,-1 2 2-15,-1 2 7 0,3 4-3 16,-1 3 1-16,1-1 0 16,5 4-6-1,2 0 7-15,1 2-8 0,3 0 0 16,0-4 6-16,0 0-6 16,9-2 1-16,2-2-1 15,5 0 5-15,-1 3-4 16,5-4 0-16,3 3-1 15,1-1 6-15,3-5-5 16,-1-3 5-16,1-4-6 16,0-7 1-16,-2-4 5 15,-4-2-4-15,0-2-2 16,-3 0 6-16,-1 0-5 0,-3 0-2 16,1 0 1-16,1-6 0 15,0-6 9-15,2-2-8 16,0-2-1-16,-3-3 0 15,-2-4 2-15,-1 2 5 16,-6 3 8-16,-4 2 3 16,1 0 0-16,-3 3-4 15,0-1-7-15,0-3-5 16,-3 3 8-16,-5 2-1 16,-8 2-9-16,-4 0 1 15,-4 4 4-15,-8 2-5 16,-5 4-7-16,-4 0 1 15,-1 0-21-15,-3 7-53 0,-13 20-90 16,12-5-200 0,6 2-1276-16</inkml:trace>
  <inkml:trace contextRef="#ctx0" brushRef="#br0" timeOffset="-190253.38">5900 13371 468 0,'0'0'660'0,"0"0"-395"15,0 0 55-15,0 0-83 16,0 0-42-16,0 0 6 16,-13 0-31-16,13 0-30 15,0 0-16-15,0-4 0 0,11-10-34 16,9-2-51-16,3 0-26 15,0 4 0-15,4 0-5 16,2 2-7-16,2-1 10 16,6 0-5-16,-4-1-5 15,-2 1 8-15,-4 3-9 16,-7 6 0-16,-6 2 0 16,-8 0-6-16,-4 15 0 15,-2 4 6-15,0 10 0 16,-4 1 0-16,-14 5 0 15,-5 4 0-15,-1-1-6 16,-5 1 6-16,2-7-1 16,5-3 0-16,7-7-1 0,3-10-8 15,8-5-9 1,4-5 18-16,0-2 1 0,0 0 0 16,0 0 0-16,10-9-7 15,9 2 5-15,3 0 1 16,5 1-1-16,4 4-4 15,3 2 5-15,-3 0-5 16,-2 12-4-16,-8 12-1 16,-11 8 5-16,-10 6 5 15,-2 3 0-15,-25-2 1 16,-8 0 0-16,-2-5 18 16,-1-8 6-16,3-9-9 15,2-10 1-15,4-5-5 16,2-2-11-16,-7 0-51 15,7 0-237-15,3 0-663 0</inkml:trace>
  <inkml:trace contextRef="#ctx0" brushRef="#br0" timeOffset="-189194.74">5501 14811 965 0,'0'0'329'0,"0"0"-11"15,0 0-107-15,0 0-64 16,0 0-17-16,0 0 13 16,0 0-11-16,-4-45-12 15,4 36-25-15,6 1-32 16,6-2-38-16,-1 3-18 15,1 7-7-15,5 0-10 0,-5 8-23 16,0 18-6-16,-5 8 18 16,-7 9 15-16,0 2 6 15,-2 6-1-15,-17-5 1 16,0-2 0-16,-6-7 0 16,3-6-6-16,-1-4 5 15,4-10 1-15,5-3 0 16,3-4 0-16,2-5 0 15,7-5 5-15,-1 0 9 16,3 0 1-16,0 0 0 16,0 0 31-16,0-2-12 15,0-1-15-15,3 1-2 16,10 2-8-16,5-4 7 0,8-1 11 16,3-2 25-1,0 1 32-15,-2 1-21 0,-9 2-23 16,-5 3-25-16,-3 0-14 15,-4 0-1-15,1 3 0 16,4 2-1-16,3 1-31 16,3-3-43-16,5-2-83 15,16-1-329-15,-7-1-186 16,-2-12-659-16</inkml:trace>
  <inkml:trace contextRef="#ctx0" brushRef="#br0" timeOffset="-188831.29">6085 15079 1287 0,'0'0'245'16,"0"0"58"-16,0 0 21 0,0 0-151 15,0 0-57-15,0 0-6 16,0 0-40-16,-42 107-40 15,27-85-15-15,-2 2-6 16,5-4-9-16,-2-5-87 16,9-10-244-16,5-5-243 15,0 0-368-15</inkml:trace>
  <inkml:trace contextRef="#ctx0" brushRef="#br0" timeOffset="-188497.65">6228 14793 1691 0,'0'0'262'0,"0"0"-4"16,0 0-126-16,0 0-80 15,0 0-14-15,0 0 1 16,0 0-4-16,55 58 9 15,-50-37 6-15,-3 8 14 16,-2-1-6-16,0 0-11 16,0 0-21-16,0-5-15 15,4-2-5-15,8-7-5 16,3-10 0-16,8-4 11 16,1 0-3-16,1 0-9 15,-3-10-8-15,-2 0-68 0,-5 0-42 16,-1 1-57-16,1-5-65 15,-3-1-77-15,-3 3-482 16</inkml:trace>
  <inkml:trace contextRef="#ctx0" brushRef="#br0" timeOffset="-188300.82">6479 14776 542 0,'0'0'1202'16,"0"0"-839"-16,0 0 6 15,0 0-256-15,0 0-98 16,0 0 13-16,0 0 8 16,41 133 10-16,-28-75-18 15,-1 0-14-15,-6-5-13 0,1-4-1 16,-1 6-92-16,-2-11-236 16,2-16-352-16</inkml:trace>
  <inkml:trace contextRef="#ctx0" brushRef="#br0" timeOffset="-188089.84">6892 15129 1691 0,'0'0'210'0,"0"0"-59"0,0 0 44 16,0 0-104-16,-11 123-58 15,7-91-18-15,-1-11-5 16,0-1-10-16,3 5 0 16,0-9-195-16,0-4-513 0</inkml:trace>
  <inkml:trace contextRef="#ctx0" brushRef="#br0" timeOffset="-187671.61">7187 14758 1532 0,'0'0'272'16,"0"0"24"-16,0 0-163 16,0 0-70-16,0 0 7 15,-46 123 26-15,46-71-17 16,0 3-15-16,3-6-25 16,15-7-15-16,2-6-5 15,0-10 3-15,4-8-8 16,-1-9 1-16,-4-7 10 15,2-2-3-15,-5 0-8 0,-8-11-2 16,-3-7 3-16,-5 4 0 16,0 2 0-16,-9 9-8 15,-13 3-7-15,-5 0-16 16,-7 20-65-16,-10 21-132 16,8-5-305-16,5-1-683 0</inkml:trace>
  <inkml:trace contextRef="#ctx0" brushRef="#br0" timeOffset="-172685.93">13573 14536 1048 0,'0'0'284'0,"0"0"-72"0,0 0 37 16,0 0-92-16,122-7-84 15,-93 7 0-15,-8 17 4 16,-13 7 14-16,-8 0 51 15,-8 6-18-15,-23 2-31 16,-7-2-30-16,-3-4-21 16,8-6-17-16,10-8-8 15,12-7-6-15,11-5 0 16,0 0 13-16,29-10-11 16,11-3-7-16,1 4-5 15,-1 9 1-15,-9 0-1 16,-6 13 5-16,-12 11-4 15,-9 6-2-15,-4 5 2 0,0-3 19 16,-19-2 5-16,-6-2-6 16,0-7-13-16,3-1-7 15,6-13-84-15,16-7-187 16,0 0-302-16,0-2-610 0</inkml:trace>
  <inkml:trace contextRef="#ctx0" brushRef="#br0" timeOffset="-172548.61">14032 14969 90 0,'0'0'1549'16,"0"0"-1215"-16,0 0 4 15,0 0-182-15,-54 120-106 16,48-100-50-16,6-2-55 0,0-4-257 16,0-8-483-16</inkml:trace>
  <inkml:trace contextRef="#ctx0" brushRef="#br0" timeOffset="-172218.23">14636 14524 1918 0,'0'0'378'0,"0"0"-234"0,0 0 101 15,0 0-103-15,0 0-102 16,0 0-16-16,0 0-2 16,-75 121-7-16,63-58-7 15,5-1 10-15,7-3-5 16,0-13-5-16,13-10-8 16,14-17 0-16,4-13 6 15,-2-6-6-15,-4-9 0 16,-9-9-11-16,-7-4 2 15,-9 4-1-15,0 6-8 16,-13 8-6-16,-30 4-82 16,5 19-140-16,1 1-508 0</inkml:trace>
  <inkml:trace contextRef="#ctx0" brushRef="#br0" timeOffset="-170168.42">14046 13017 1330 0,'0'0'317'0,"0"0"-53"15,0 0-106-15,0 0-92 16,0 0-15-16,0 0 132 16,0 0-63-16,-36 26-53 15,24-19-31-15,4-2-20 16,1-5-1-16,5 0 7 15,-1 0 5-15,3 0-6 16,0-9-11-16,0-1-4 16,12 3-5-16,1 0-1 15,3 2 0-15,-8 5-1 16,-1 0-8-16,-5 0 7 16,-2 7 1-16,0 7 0 15,-2-2 1-15,-11-2 6 0,-1-2-1 16,3-4-4-16,5-4 4 15,2 0 2-15,1 0 7 16,3-10-7-16,0-4-6 16,3 0 0-16,12-3-1 15,1 6 1-15,-1 2-1 16,-1 8 0-16,-1 1-1 16,-5 0-11-16,-2 10 10 15,-6 6-6-15,0 5 8 16,0-2 2-16,-14-1-1 15,1-2 5-15,-1-6-5 16,5-3 0-16,1-7 0 0,3 0 5 16,2-7-6-16,1-10 1 15,2-4-1-15,0 3 1 16,0 4-1-16,10 4 1 16,0 4 1-16,6 6 4 15,-3 0-5-15,-2 0 0 16,1 14 1-16,-8 4 4 15,-4 5-5-15,0-4 8 16,0 0 6-16,-8-6-2 16,-9-1-12-16,5-5 11 15,0-5-6-15,1-2 5 16,5 0-2-16,1-17 0 16,5 0-3-16,0-4 0 15,0 4 0-15,9 2 1 16,6 5 4-16,1 6 0 0,1 4 0 15,2 0-1-15,-3 2-8 16,-6 10-1-16,-7 6 5 16,-3 0-5-16,0 0 11 15,-17-2-3-15,-4-1-7 16,-2-6-2-16,3-4 11 16,3-5-5-16,1 0 0 15,7 0 3-15,3-19-2 16,6-3-1-16,0-2-6 15,2-2 1-15,13 1 0 16,7 2 0-16,3 3-1 16,2 5 1-16,0 6-1 15,-4 4 0-15,-2 5-1 0,-3 0-5 16,-5 0 5-16,-4 13 0 16,0-1 1-16,-2 0-1 15,-1 0-4-15,1 0 5 16,-3 2 1-16,1 4 0 15,-3 5 0-15,-2 3-1 16,0 6 0-16,0 2 1 16,-4-1-1-16,-5 4 0 15,-2-6 1-15,2 1 1 16,-3 2-1-16,-1-3 0 16,-3 3-1-16,-1-2 0 15,-3 1 6-15,-5-1-6 16,-2-6 1-16,0-1 0 0,4-4 0 15,-2-5 0 1,7-5 1-16,2-3-1 0,5-1 5 16,4-5 6-16,-1 0 9 15,-1-2-1-15,-1 1-8 16,2-1-1-16,1 2-4 16,3-2 1-16,2 0 2 15,-1 0 4-15,3 0 7 16,0 0-8-16,0-7-5 15,0-3-8-15,0-1 6 16,5 2-6-16,6-1 1 16,2-3-1-16,7 1 0 0,3 1 1 15,1-1-1 1,3 3 0-16,-3 4 0 0,-2 2-1 16,-1 3 1-16,-2 0-1 15,0 0-1-15,-1 10 1 16,-3 4 0-16,1 2 1 15,-1 5-1-15,1 2 0 16,-1 2 1-16,3 0 0 16,2-1 0-16,0 1 0 15,1-7 0-15,-2-4 0 16,4-6 1-16,-1-6-1 16,3-2 6-16,2 0-5 15,-4 0 0-15,0-10 5 16,-5-1-5-16,-7-5 0 15,-2 0 10-15,-5-3 2 0,-1-4 23 16,1-2-19-16,-1-4-10 16,-1 5-6-16,-2 4 0 15,0 8-1-15,0 6-6 16,0 6-39-16,-14 0-93 16,-6 8-214-16,0 7-809 0</inkml:trace>
  <inkml:trace contextRef="#ctx0" brushRef="#br0" timeOffset="-153512.02">17980 13334 955 0,'0'0'165'16,"0"0"-25"-16,0 0 136 15,26-105-72-15,-12 60-14 16,4-1-20-16,-2-3 28 16,-3-2-43-16,-2 5-43 15,-4 5 6-15,-5 12-10 16,0 12-3-16,-2 9-23 16,0 8-37-16,0 0-30 15,0 21-14-15,5 11 0 16,1 12 9-16,6 8-1 15,1 6 2-15,5 2-4 16,-1 2-1-16,1-4 0 16,-5-1-6-16,-3-6 9 15,-8-2-9-15,-2-9 2 0,0-6-2 16,0-8 0-16,0-6-8 16,0-6-29-16,-2-2-50 15,-3-2-67-15,-4 2-163 16,-2-4-185-16,2-1-293 0</inkml:trace>
  <inkml:trace contextRef="#ctx0" brushRef="#br0" timeOffset="-153278.89">17871 13828 1545 0,'0'0'204'0,"0"0"-140"16,0 0 46-16,142-23-57 16,-82 14-34-16,10-5-6 15,3-2-11-15,6-8 5 16,-4 3-5-16,-6-2-2 16,-11 5-52-16,-11 8 3 15,-16 8-122-15,-14-3-680 0</inkml:trace>
  <inkml:trace contextRef="#ctx0" brushRef="#br0" timeOffset="-152392.58">18386 14404 2356 0,'0'0'340'16,"0"0"-243"-16,0 0 63 15,0 0-20-15,0 134-74 16,6-85-39-16,5 0-4 16,5-5-13-16,-3-4-2 15,-1-3-2-15,-3-6-5 16,-3-7-2-16,-2-7-6 0,-1-7-16 16,-3-6-25-1,0-4-37-15,0-10-87 0,0-12-407 16,-9-6-589-16</inkml:trace>
  <inkml:trace contextRef="#ctx0" brushRef="#br0" timeOffset="-151957.89">18430 14275 1644 0,'0'0'271'15,"0"0"-126"-15,0 0 63 16,0 0-129-16,0 0-54 16,0 0-13-16,0 0 13 0,-23 22 36 15,13 0 61-15,-9 2-6 16,-2 7-24-16,-8 3-35 16,-2 2-21-16,-1 0-24 15,-1 0-5-15,2-9-1 16,6 0-5-16,7-10-1 15,7-8 0-15,7-1-1 16,2-5-5-16,2 0 6 16,0-3 0-16,0 0 0 15,0 4 1-15,0-2-1 16,2 4 2-16,7 0-2 16,3-1 1-16,5-5 1 15,5 0 4-15,7 0-6 0,0 0 0 16,2-5 1-16,-5-3 0 15,-3 4-1-15,-3 2-1 16,-5 2-42-16,4 0-70 16,10 0-98-16,-7 0-141 15,0 0-380-15</inkml:trace>
  <inkml:trace contextRef="#ctx0" brushRef="#br0" timeOffset="-147715.78">20681 12922 1729 0,'0'0'381'0,"0"0"-111"16,0 0 41-16,0 0-145 16,0 0-62-16,119 24-20 15,-72-20-11-15,3-4-16 0,0 0-19 16,-1 0-22-1,-5 0-8-15,-4 0-8 0,-5 0-49 16,-14 1-66-16,-7 6-150 16,-10-3-490-16,-4 0-515 0</inkml:trace>
  <inkml:trace contextRef="#ctx0" brushRef="#br0" timeOffset="-147527.33">20782 13184 1654 0,'0'0'294'16,"0"0"-40"-16,0 0 109 16,0 0-128-16,0 0-79 0,0 0-62 15,152 34-40 1,-88-34-32-16,1 0-14 0,-11-6-8 16,-12 1-97-16,-5-4-177 15,-10 2-307-15,-11-2-585 0</inkml:trace>
  <inkml:trace contextRef="#ctx0" brushRef="#br0" timeOffset="-140387.53">21959 12729 1528 0,'0'0'381'0,"0"0"-105"16,0 0-106-16,0 0-106 15,153-44-21-15,-95 32 27 16,-6 7 7-16,-5 0 15 15,-11 5-20-15,-7 0-20 16,-5 0-13-16,-9 0-19 16,-4 8-12-16,-5 10-6 15,-6 7 10-15,-14 4 25 16,-28 9-8-16,-14 4-13 16,-7-1-4-16,1-4-5 15,13-4-7-15,15-9-2 16,14-8 1-16,11-8 0 0,9-6-8 15,0-2 9-15,7 0 9 16,15-4-7-16,7-2-1 16,3 3 5-16,1 3-6 15,2 0-5-15,-1 0 5 16,2 21 0-16,-5 4 0 16,-7 8-1-16,-12 6-5 15,-12 5 4-15,0 2 2 16,-31 0 0-16,-10-5 7 15,-8-2 7-15,-4-11 8 16,-3-6-6-16,0-10 1 16,-2-8-16-16,3-4 6 15,3 0 0-15,13-13-7 0,10 1 0 16,8-1 0 0,13 3-9-16,8 1-18 0,0 2-8 15,8 2-52-15,26-4-97 16,-3 3-189-16,0-2-591 0</inkml:trace>
  <inkml:trace contextRef="#ctx0" brushRef="#br0" timeOffset="-139878.39">22878 12726 1500 0,'0'0'308'16,"0"0"-29"-16,0 0-1 15,0 0-164-15,0 0-35 16,0 0 43-16,-114 41-19 16,83-17-1-16,-5 4-5 0,-3 7-26 15,-3 4 6 1,5 9-19-16,1 5-7 0,9 5-10 16,11 4-14-16,12 0-5 15,4-1-12-15,9-5-8 16,20-3 7-16,6-7-9 15,8-5 6-15,3-7-5 16,4-12 0-16,4-12 9 16,1-10-10-16,-6-3-6 15,-6-26 6-15,-12-5 1 16,-16-2 6-16,-13-1 7 16,-2 8 2-16,-8 5-2 15,-15 5-14-15,-4 14-14 16,-8 5-49-16,-34 5-64 15,4 18-96-15,3 3-647 0</inkml:trace>
  <inkml:trace contextRef="#ctx0" brushRef="#br0" timeOffset="-129311.95">23831 8289 1605 0,'0'0'267'0,"0"0"-76"16,0 0 138-16,0 0-103 15,0 0-117-15,0 0-47 16,19-40-27-16,-17 40-19 16,-2 0 2-16,0 0 8 15,2 0 18-15,-2 0 3 16,0 0-5-16,0 0-10 15,0 0-11-15,0 0 3 0,0 0-1 16,2-2-2-16,0 0-2 16,3-5 17-16,1-3 5 15,4-4-25-15,0-3-7 16,-1 2-7-16,-5 4 4 16,2 5 4-16,-6 2 7 15,2 4-11-15,-2 0-6 16,0 0 0-16,0 0 0 15,0 0-2-15,0 4-7 16,0 14 9-16,-8 6-1 16,-2 9 0-16,-6 2 1 15,3 1 1-15,0-3-1 16,1-8 1-16,5-4-1 0,5-7 1 16,2-6 0-1,0-6 0-15,0-2 7 0,7 0 1 16,17-10 1-16,18-13-2 15,16-12-8-15,17-5 1 16,14-9-1-16,11-1 0 16,7 0 0-16,2-3-1 15,3 2-34-15,35-16-71 16,-25 13-176-16,-15 8-535 0</inkml:trace>
  <inkml:trace contextRef="#ctx0" brushRef="#br0" timeOffset="-122402.5">25252 9745 814 0,'0'0'638'0,"0"0"-516"16,0 0 18-16,0 0 19 15,0 0-67-15,0 0-40 16,0 0-13-16,0-16-1 15,0 1 9-15,0-2 3 16,-3 2 21-16,3 1 6 16,0 2 0-16,0 5-19 15,0 3 2-15,0 4-17 16,0 0-28-16,0 0-15 16,0 16 0-16,-2 5-1 15,0 2 1-15,-5 1 0 16,-2 0 0-16,3 0 11 0,-3-3-10 15,1-5 12 1,4-7 6-16,2-2-5 0,2-5-2 16,0-2 4-16,2 0 17 15,23-17 7-15,15-12-20 16,20-8-13-16,37-18-6 16,44-17-1-16,40-15-10 15,-23 10-302-15,-28 16-1181 0</inkml:trace>
  <inkml:trace contextRef="#ctx0" brushRef="#br0" timeOffset="-84597.56">8466 13609 1397 0,'0'0'277'0,"0"0"-191"16,0 0 5-16,0 0-3 15,-74 109-43-15,52-73-21 16,-2-2-12-16,1-2-3 15,-2-4-1-15,6-5-7 0,1-8-1 16,0-13-38-16,4-2-122 16,4 0-747-16</inkml:trace>
  <inkml:trace contextRef="#ctx0" brushRef="#br0" timeOffset="-84423.94">8192 13712 1530 0,'0'0'181'0,"0"0"-113"16,0 0 14-16,0 0-36 15,79 120-32-15,-52-92-5 16,-2-5-9-16,13 3 0 0,-7-9-157 16,-4-4-614-16</inkml:trace>
  <inkml:trace contextRef="#ctx0" brushRef="#br0" timeOffset="-83778.73">11865 13389 39 0,'0'0'1156'15,"0"0"-899"-15,0 0-32 16,0 0 62-16,0 0-52 0,0 0-83 16,-16 108-39-16,3-80-34 15,-5 1-36-15,-1-3-22 16,-6-1-5-16,-2 1-11 16,-2-2-5-16,-9 3-116 15,12-8-202-15,3-6-417 0</inkml:trace>
  <inkml:trace contextRef="#ctx0" brushRef="#br0" timeOffset="-83583.87">11689 13523 1137 0,'0'0'773'0,"0"0"-658"16,0 0 38-16,0 0 96 0,0 0-150 15,0 0-65-15,133 123-22 16,-96-96-12-16,-4 0-41 16,14 1-170-16,-9-6-179 15,-4-6-973-15</inkml:trace>
  <inkml:trace contextRef="#ctx0" brushRef="#br0" timeOffset="-82758.02">16135 13316 1008 0,'0'0'305'0,"0"0"-109"15,0 0-46-15,0 0-29 16,0 0-14-16,0 0 19 16,0 0 80-16,6 83 7 15,-20-52-75-15,-3-2-68 16,-6 1-40-16,3-2-15 16,1-2-7-16,-2 0-8 15,8-10-35-15,1-1-44 16,8-11-114-16,2-4-112 15,2 0-273-15</inkml:trace>
  <inkml:trace contextRef="#ctx0" brushRef="#br0" timeOffset="-82577.81">16014 13372 1709 0,'0'0'233'15,"0"0"-150"-15,0 0 196 16,0 0-92-16,71 116-110 16,-40-81-52-16,11 11-25 15,-8-8-78-15,-7-4-489 0</inkml:trace>
  <inkml:trace contextRef="#ctx0" brushRef="#br0" timeOffset="16727.29">6574 15865 897 0,'0'0'288'15,"0"0"-45"-15,0 0-48 16,0 0-50-16,0 0-14 16,0 0 49-16,-8 12 39 15,6-10-47-15,0 0-25 16,2-2-35-16,-2 0-57 16,2 0-37-16,0 0-18 15,6-4-27-15,17-11-284 16,4-8-776-16</inkml:trace>
  <inkml:trace contextRef="#ctx0" brushRef="#br0" timeOffset="17250.53">10684 15279 1602 0,'0'0'98'16,"0"0"-98"-16,0 0-2 15,0 0-4-15,0 0-768 0</inkml:trace>
  <inkml:trace contextRef="#ctx0" brushRef="#br0" timeOffset="26200.25">5209 16066 544 0,'0'0'137'16,"0"0"-3"-16,0 0 120 16,0 0 52-16,0 0-29 15,0 0-62-15,-18-4-20 16,16 4-49-16,2 0-72 15,0 0-48-15,0 8-24 16,0 14-1-16,0 6 5 16,6 4-5-16,3 7 8 0,1-4-3 15,-4 1-5-15,-1 0 8 16,-3-5 9-16,0 1 4 16,-2-6-5-16,2-4-6 15,2-8-9-15,-1-6 5 16,2-3-6-16,1 0 5 15,5-1 3-15,5-4 13 16,1 0 21-16,4 0-20 16,1 0-14-16,1 2 0 15,-2-2-2-15,4 0-6 16,2 0 0-16,4 0 6 16,3 0-5-16,3 0-2 0,2-6 1 15,1-4 5-15,-1 2-5 16,4-4 8-1,-1 5-7-15,2 0-1 0,4 2 0 16,5 3-1-16,6 0 0 16,9 1 1-16,5-3 0 15,6-1 0-15,4 2 1 16,-2-2-1-16,-2 5 0 16,-4 0-1-16,-7 5-1 15,-6 8-5-15,-9 8 6 16,-4-7 1-16,-7-4 0 15,-1 2-1-15,-5-8 1 16,-3 2 5-16,-4-2 0 0,-6-4-3 16,-6 0-3-1,-3 0 0-15,-6 0 0 0,-3 0 1 16,1-4 16-16,-1-15-1 16,0-2-15-16,-3-11 5 15,-2 0-6-15,0 1 18 16,0 4 11-16,0 0 2 15,0 5 12-15,-2 1-16 16,-3-6 0-16,0 3-9 16,5 2-17-16,0 0 1 15,0 4-2-15,0 6 0 16,0 8-5-16,3 4-96 16,6 0-268-16,0 4-415 0</inkml:trace>
  <inkml:trace contextRef="#ctx0" brushRef="#br0" timeOffset="27335.08">8916 15895 1506 0,'0'0'252'0,"0"0"-167"15,0 0-9-15,0 0-32 16,0 0-23-16,0 0 7 15,0 0 52-15,5 121 28 16,3-89-6-16,1 0-40 16,-2-2-15-16,0-7-23 0,-3 0-9 15,3-2-8 1,-3-4 2-16,1-3-1 0,2-8-2 16,1-2 1-16,3-4 4 15,7 0 5-15,5 0 17 16,4 0-11-16,4-14-9 15,2 4-5-15,3-2-7 16,4 2 5-16,0-2-5 16,7-3 0-16,4 3 0 15,3 3 0-15,3-2-1 16,9 4 0-16,0-5 1 16,5 5-1-16,1-5 1 15,4 7-2-15,4-3-22 16,2 2-8-16,7 2 16 15,5-4 15-15,22 0 0 0,25-2 0 16,17 0 0-16,-11 2 0 16,-29-2 0-16,-35 6 1 15,-21 0-1-15,7 0 1 16,6 4-1-16,8-6 0 16,-10 2 0-16,-7-1 1 15,-18 5-1-15,-12 0 0 16,-14 0-10-16,-8 0-2 15,-7 0 12-15,-5 0 6 16,2 0-5-16,-2 0 11 16,0 0 0-16,3-3-11 15,-3-2 20-15,3-8 3 0,-5-1 0 16,0-4 17 0,0-5-2-16,0-3-2 0,-3-6-5 15,-3 2 6-15,-3-2-11 16,3-2-9-16,1 5-7 15,0 0-2-15,3 5 1 16,0 2-2-16,-1 4-7 16,1 0 1-16,0 1 0 15,0 3-1-15,0 5-1 16,2-5 0-16,0 5-34 16,0 5-75-16,0 4-200 15,0 0-294-15</inkml:trace>
  <inkml:trace contextRef="#ctx0" brushRef="#br0" timeOffset="28332.92">13461 15881 1758 0,'0'0'281'0,"0"0"-194"0,0 0 10 16,0 0 97-16,0 0-104 16,0 0-67-16,0 0-11 15,-26 46 14-15,24-10 10 16,-1 4-8-16,3 1-11 15,0-7-2-15,0-2-6 16,0-6-3-16,0-8 0 16,0-7-6-16,0-8 2 15,5-3-2-15,12 0 8 16,12 0 21-16,13-3-8 0,8-12-9 16,6-2-6-16,4 0 0 15,-4 3-6-15,0-1 2 16,-4 3-1-16,11 7 0 15,9-7 0-15,30 2 7 16,34 2 7-16,29 2-7 16,9 6-7-16,-16 0 0 15,-35 0 5-15,-36 4-6 16,-23 6-1-16,-6-4-8 16,13 2 8-16,14 0 0 15,29-3 0-15,22-5 1 16,-14 0 0-16,-12 0 0 15,-21 0 0-15,-27 0 0 16,-1 0 0-16,-1 0-1 0,-18 5 1 16,-13-1-7-16,-13-1 7 15,-10-3 0-15,-1 0 5 16,-5 0 19-16,0-3 29 16,2-15 6-16,-2-4-20 15,0-6-19-15,0-2-4 16,0-2 1-16,0-4-2 15,-2-1-2-15,-5 4-3 16,-4-4-8-16,2 1 3 16,-2 2-5-16,2 5 0 15,-2 0 0-15,0 7-1 16,0 3 0-16,-3 10-34 16,-1-4-108-16,1 8-149 15,3 1-429-15</inkml:trace>
  <inkml:trace contextRef="#ctx0" brushRef="#br0" timeOffset="29151.13">17886 15836 1610 0,'0'0'310'15,"0"0"-190"-15,0 0 190 16,0 0-67-16,0 0-121 16,0 0-78-16,0 0-31 15,-17 38 5-15,19-3 1 16,4 10-1-16,3-4-7 0,-3 2-10 15,4-6 8-15,-1-2-8 16,-1-7 0-16,4-6 1 16,-3-10-1-16,2-2-1 15,5-10-5-15,6 0 5 16,12-14 19-16,10-12-5 16,12-4-4-16,8 2-10 15,7-4 2-15,7 2 4 16,3 3-5-16,3 3 13 15,5 7-14-15,25 0-39 16,31 12 12-16,32 5 9 0,8 0 12 16,-13 8 5-1,-43 6-20-15,-42-5-12 0,-29-1 21 16,-14-3 11-16,-7 0-1 16,-3 0-4-16,-7-1 5 15,-11 0-5-15,-8-4 6 16,-1 0 14-16,-1 0 15 15,4-8 13-15,1-7-6 16,-3-2 6-16,0-5-3 16,-4-4-8-16,-4-3-4 15,0 0-9-15,0-3-4 16,-2-3-7-16,-10 3-1 16,-1-5-3-16,2 2-2 15,2-1 5-15,2 10-5 0,1-1 0 16,4 14-1-16,2 0 0 15,0 12-1-15,0-3-31 16,0 4-149-16,6 0-366 16,3 0-559-16</inkml:trace>
  <inkml:trace contextRef="#ctx0" brushRef="#br0" timeOffset="30211.95">6296 16929 902 0,'0'0'318'16,"0"0"-227"-16,0 0-59 0,0 0 32 15,0 0 29-15,0 0 9 16,8 105 7-16,3-60 1 15,-3 0-14-15,-3 8-37 16,0 1-24-16,-5 0-10 16,0-3-8-16,0-4-9 15,0-7-2-15,0-8-5 16,0-9 1-16,0-6-2 16,-16-13-115-16,3-4-368 15,-5 0-614-15</inkml:trace>
  <inkml:trace contextRef="#ctx0" brushRef="#br0" timeOffset="30667.9">6163 16946 605 0,'0'0'400'15,"0"0"-263"-15,0 0-52 16,0 0-54-16,0 0-18 0,0 0-12 16,0 0 5-16,-69 106-4 15,47-69 11-15,-3 2 11 16,-2 2 2-16,6-1-8 15,0-8-7-15,5-3-5 16,5-4-4-16,5-9-1 16,4-2 2-16,2-10-3 15,0-4 0-15,2 0 63 16,15 0 123-16,6 0-55 16,3 0-64-16,4 0-27 15,1 0-20-15,0 0-14 16,0 0-4-16,-4 0-1 15,-2 0 7-15,-4 0-7 16,-5 0-1-16,-3 0 0 16,1 0-41-16,-3 0-45 0,-1 0-114 15,-6 0-389-15</inkml:trace>
  <inkml:trace contextRef="#ctx0" brushRef="#br0" timeOffset="31681.92">5947 16078 788 0,'0'0'269'0,"0"0"-96"16,0 0-2-16,0 0-69 15,0 0-53-15,0 0-27 16,0 0-3-16,-9-3-4 16,9 3 5-16,0 0 11 15,-2 0 17-15,2 9 13 16,0-1-24-16,-3-2-15 15,3-2-3-15,-2-4-9 16,0 0 28-16,0 0 160 16,-5-4 29-16,1-14-134 15,-6 0-57-15,3-8-15 16,-2 2-9-16,0-2 10 16,2-1 6-16,0 4-1 0,5 0 9 15,2 1 5 1,2 6-3-16,-2 3-9 0,2 6-11 15,-3 3 3-15,0 4-1 16,3 0-20-16,0 6-8 16,0 18 8-16,0 8 0 15,0 5 0-15,8 3 1 16,1-4-1-16,-3 0 1 16,1-6 0-16,-3-9-1 15,1-6 1-15,-1-7 0 16,-1-2 0-16,-1-6 0 15,-2 0 14-15,0 0 26 16,0-9 6-16,0-12-26 16,0 1-20-16,-2-6 9 15,-7-4-2-15,2 6-8 0,0-7 0 16,1 4 1-16,-1 0 0 16,3 6-1-16,-4-4 1 15,2 6 0-15,-3 0-1 16,1 1 1-16,-2 0 0 15,1 4-1-15,3-2 0 16,-4 6 1-16,6 1 0 16,2 4 0-16,0 5-1 15,2 0-5-15,0 14-17 16,0 12 13-16,8 14 9 16,6 4 0-16,1 6 0 15,4-1-1-15,-1 1 1 16,-1-6 0-16,-1-4 0 15,-3 0 0-15,-4-8 0 16,-2-6 0-16,-3-4-1 0,1-2-44 16,-5-4-64-16,2-1-81 15,-2-12-135-15,0 1-150 16,0-4-306-16</inkml:trace>
  <inkml:trace contextRef="#ctx0" brushRef="#br0" timeOffset="32801.22">5760 16298 386 0,'0'0'246'0,"0"0"-167"16,0 0 74-16,0 0 77 16,0 0-71-16,0 0-65 15,0 0-39-15,111-22-23 16,-84 22-7-16,2 0-19 15,0 0 5-15,2 0-5 16,-2-4 4-16,0-2-2 0,-4-2 3 16,-3 0-11-16,-7 2 12 15,-6 2 1-15,-6 1 9 16,-3 3 81-16,0 0-2 16,-5 0-11-16,-10 0-62 15,-6 0-7-15,0 0-5 16,-4 0 9-16,-2 0 9 15,0 0-17-15,-2 0-8 16,2 0-8-16,3 0 11 16,6 3-12-16,2 1 1 15,8-4-1-15,3 5 0 16,3-5 2-16,2 0 15 16,0 0 6-16,0 0 24 0,0 0-1 15,0 0-46-15,0 0-6 16,9 0 6-16,4 0 8 15,7 0 8-15,0 0-15 16,0 0 10-16,-2 0 3 16,-7 0-14-16,-7 0 0 15,-4 1 0-15,0 3 8 16,-4 4 3-16,-15 0 14 16,-11 3-8-16,-3-4 3 15,-3 0 30-15,-4 0-25 16,4 2-9-16,3-4-8 15,4-1-8-15,6 1 1 16,11-5 5-16,5 0-5 0,2 0 1 16,5 0-2-16,0 7-67 15,0 4-188-15,2-3-510 0</inkml:trace>
  <inkml:trace contextRef="#ctx0" brushRef="#br0" timeOffset="37936.96">10198 15190 920 0,'0'0'387'15,"0"0"-263"-15,0 0 71 16,0 0-45-16,0 0-93 16,0 0-24-16,0 0 22 0,-38-8 22 15,27 8 46-15,-2 0 24 16,-1 0-36-16,-1 0-17 15,-6 0-35-15,2 0-14 16,-2 0-12-16,-1 5-2 16,-1 3-9-16,2 2-2 15,-2 3-3-15,3-1 0 16,0 2 1-16,0 4 3 16,0 4 7-16,0-1-7 15,2 11 0-15,3 5-2 16,1 4 1-16,5 6-10 15,9 11 2-15,0 2 1 16,5 5 2-16,17-1-6 0,7-3 0 16,4-10-3-16,5-7-6 15,7-14 1-15,4-5-2 16,2-9-4-16,3-12 5 16,-6-4 11-16,-5 0-10 15,-7-8 11-15,-11-11 3 16,-13-7-1-16,-7 4-1 15,-5-7-12-15,-5 4 13 16,-17-3 1-16,-3 6-9 16,-6 5-6-16,-4 4-6 15,-3 13-61-15,-29 10-69 16,9 19-400-16,2 8-692 0</inkml:trace>
  <inkml:trace contextRef="#ctx0" brushRef="#br0" timeOffset="39752.96">7978 15735 1886 0,'0'0'236'0,"0"0"-79"15,0 0-3-15,-105 134-52 16,67-76-33-16,0 9-20 0,3-7-18 16,4-2-21-16,4-10-2 15,8-12-7-15,7-9 8 16,5-20-9-16,0-7-47 15,2-4-169-15,1-14-491 0</inkml:trace>
  <inkml:trace contextRef="#ctx0" brushRef="#br0" timeOffset="39920.06">7656 15932 1699 0,'0'0'846'16,"0"0"-766"-16,0 0 32 15,0 0-21-15,125 104-56 16,-75-70-17-16,5-2-18 16,6-1-26-16,34 8-113 0,-10-7-354 15,-5-6-623-15</inkml:trace>
  <inkml:trace contextRef="#ctx0" brushRef="#br0" timeOffset="40398.93">12304 15422 1694 0,'0'0'281'0,"0"0"-158"16,-93 112 239-16,59-63-137 15,7 1-127-15,3-6-65 16,6-9-19-16,4-2-8 15,2-8-6-15,5-5-66 16,-5-17-156-16,4-3-368 16,-1 0-1247-16</inkml:trace>
  <inkml:trace contextRef="#ctx0" brushRef="#br0" timeOffset="40541.36">12011 15520 152 0,'0'0'2272'0,"0"0"-2040"15,0 0-94-15,0 0-17 16,64 125-73-16,-18-83-48 16,46 15-18-16,-12-11-212 15,-7-11-649-15</inkml:trace>
  <inkml:trace contextRef="#ctx0" brushRef="#br0" timeOffset="41113.48">16835 15654 1594 0,'0'0'299'16,"0"0"-176"-16,0 0 364 0,-101 127-233 15,65-75-120-15,-2-6-71 16,5-2-33-16,4-8-9 16,2-1-15-16,7-13-6 15,5-9-43-15,-1-13-194 16,5 0-388-16,2-12-667 0</inkml:trace>
  <inkml:trace contextRef="#ctx0" brushRef="#br0" timeOffset="41240.44">16538 15717 1721 0,'0'0'595'0,"0"0"-426"16,0 0 96-16,0 0-114 15,0 0-97-15,108 126-54 0,-56-51-33 16,-10-13-236-1,-6-6-748-15</inkml:trace>
  <inkml:trace contextRef="#ctx0" brushRef="#br0" timeOffset="43146.9">14299 15561 1098 0,'0'0'604'16,"0"0"-498"-16,0 0 78 16,0 0 17-16,0 0-118 15,137-62-40-15,-73 47 28 16,5 4-7-16,0 0-19 15,-7 11-23-15,-14 0-22 16,-19 14-12-16,-16 22 12 16,-13 9 11-16,-9 5-4 15,-24 4-5-15,-7-3 5 16,-5-10 1-16,5-4-7 16,9-16 7-16,8-7 2 15,13-10-9-15,10-4 14 16,0-8 2-16,31-16-17 0,13-6-6 15,14 0-3-15,4 10-11 16,1 6 9-16,-3 14 11 16,-6 0 0-16,-8 24 0 15,-8 7 0-15,-11 8 0 16,-14 0 0-16,-13-1 1 16,-8-3 16-16,-29 1 58 15,-11-8 17-15,-6-1-46 16,-4-10-29-16,2-8-8 15,5-9-9-15,11 0-11 16,8-26-159-16,15-3-378 16,11-5-734-16</inkml:trace>
  <inkml:trace contextRef="#ctx0" brushRef="#br0" timeOffset="44136.82">18378 15575 1298 0,'0'0'313'15,"0"0"-201"-15,0 0 35 0,0 0 19 16,155-88-87-16,-104 81-45 16,-2 7-3-16,-11 0-28 15,-9 7 10-15,-11 14-13 16,-9 5 11-16,-9 5 0 15,0 2 1-15,-14 6 6 16,-12-3 10-16,-8 3 15 16,2-6 18-16,1-3-20 15,5-3-18-15,6-4-12 16,6-9-2-16,5-2-8 16,5-4 1-16,4-2 7 15,0-6 3-15,23 0 8 16,19 0 43-16,14 0-24 0,10 0-23 15,32-3-16-15,-17-2-171 16,-17 3-339-16</inkml:trace>
  <inkml:trace contextRef="#ctx0" brushRef="#br0" timeOffset="45347.75">13843 16593 952 0,'0'0'312'0,"0"0"-93"15,0 0-89-15,0 0-52 16,0 0-21-16,0 0 24 16,0 0 21-16,76-94-18 15,-63 86-39-15,0 8-33 16,-4 0-12-16,0 17 0 16,-3 15 16-16,-3-1-9 15,-3 10-6-15,0-6 0 16,0 0 8-16,-9-3 0 15,-2-10-8-15,2 0 0 16,4-13-1-16,5 0 2 0,0-9-1 16,0 0 9-16,9 0 14 15,9-9-1-15,0 4-10 16,0-4-7-16,2 5-6 16,-3 4-17-16,10-4-123 15,-4 3-151-15,-5-3-598 0</inkml:trace>
  <inkml:trace contextRef="#ctx0" brushRef="#br0" timeOffset="45955.96">14679 16557 1265 0,'0'0'299'0,"0"0"-204"0,0 0-5 16,0 0 8-16,26 116-53 15,-17-80-24-15,-2 0-14 16,-1-5-5-16,6 1-2 16,-3-10-152-16,2-10-472 0</inkml:trace>
  <inkml:trace contextRef="#ctx0" brushRef="#br0" timeOffset="46178.24">15160 16709 608 0,'0'0'217'15,"0"0"-51"-15,0 0 103 16,0 0-69-16,0 0-75 16,0 0-74-16,18 121-34 15,-12-107-17-15,1-6-33 16,0-4-659-16</inkml:trace>
  <inkml:trace contextRef="#ctx0" brushRef="#br0" timeOffset="46593.15">15499 16312 563 0,'0'0'656'0,"0"0"-561"15,0 0-42-15,0 0 51 16,-45 111-28-16,43-65-5 0,2 5 22 16,0-5-7-16,9-7-32 15,9-15 4-15,4-8-7 16,5-10-17-16,-5-6 31 15,-2 0-29-15,-9-14-13 16,-7 1 2-16,-4-4 36 16,-6 8-35-16,-17 9-8 15,-5 0-16-15,-4 0-2 16,4 14-7-16,-1 7 7 16,6 2-76-16,12 3-126 15,6-9-307-15,5 2-518 0</inkml:trace>
  <inkml:trace contextRef="#ctx0" brushRef="#br0" timeOffset="-212179.5">21658 12629 1081 0,'0'0'160'0,"0"0"-96"16,0 0 134-16,0 0-38 16,0 0-55-16,0 0-13 15,0 0-10-15,22-63-12 16,-20 63-17-16,3 17-44 16,2 37-7-16,-1 44 19 15,-6 46 26-15,0 20 9 16,-18-4 8-16,-6-20-33 15,6-44-18-15,6-24-2 16,4-19-11-16,4-17 12 16,1 2-11-16,1-4 4 15,2-5-5-15,0-12-46 0,0-17-147 16,-2-20-157 0,0-10-725-16</inkml:trace>
  <inkml:trace contextRef="#ctx0" brushRef="#br0" timeOffset="-210798.64">21607 12395 988 0,'0'0'149'0,"0"0"-95"15,0 0 67-15,0 0-52 16,0 0-10-16,122-7-10 16,-88 5-2-16,6 1 13 15,7-4 5-15,3 3-23 16,9 0-17-16,8 2-12 0,6-2-11 16,8 2 4-16,6 0 2 15,4 0 13-15,-2 0 29 16,-7 0-2-16,-1 0-26 15,-4 6-6-15,2 0-10 16,-4 0 0-16,-1 2-6 16,-3-2 6-16,-4 0-3 15,-9-2-2-15,-9 1 5 16,-13-4 16-16,-11-1 10 16,-12 2 7-16,-6-2 44 15,-7 0 4-15,0 2-27 16,0-2-23-16,0 3-23 15,0-2-14-15,2 8 0 0,0 2 0 16,3 7 1-16,-5 8 0 16,2 9-1-16,-2 7 0 15,0 8 2-15,2 4 0 16,2 6 6-16,1 2-8 16,4 3 1-16,-2 0 0 15,-1 4 0-15,-1 1 0 16,-3 0 1-16,-2-1-2 15,0-3 0-15,0-3 1 16,0-2 5-16,-2-6 0 16,-3-4-6-16,5-9 0 15,0-5 6-15,0-8-4 0,0-2 8 16,0-4-9 0,0 0 7-16,2-5-7 0,-2 0 16 15,0-6-1-15,0-2-3 16,0-4-5-16,0-2-1 15,0-4-6-15,0 2 5 16,0 0-5-16,0 0-1 16,3 1 2-16,-3 4-1 15,0-1 5-15,0 1-6 16,0-2 0-16,0-1 0 16,0 1 0-16,-11 2 2 15,-3-2 8-15,-6 0 1 16,-2-1-4-16,-3 0 1 15,-4-4-8-15,0 0 8 16,-2 0-6-16,-2 0-1 0,-5-2 0 16,0-9 7-16,-5 2-7 15,1-3-1-15,-3 0 2 16,-1-1-2-16,1 1 1 16,1 0-1-16,2 3 2 15,1-5-1-15,3 3 0 16,1 1-1-16,-2 1 1 15,-3 0 0-15,0 4-1 16,-5-1 1-16,-5-1 0 16,2 3 0-16,-2 0-1 15,6 0 0-15,5 1 0 16,8-1 1-16,6-1 0 16,4 1 0-16,4 1-1 0,1 1 0 15,-2-1 0-15,-7 3 0 16,-4 0 0-16,-4 0 0 15,-8 0 0-15,1 0 0 16,-3 0-1-16,5 0 1 16,0 0 0-16,7 0-1 15,1 0 2-15,2 0-2 16,9 0 1-16,3 0 0 16,7 0 0-16,2 3 0 15,4-3-1-15,3 2 1 16,2-2 0-16,0 0 1 15,0 0 8-15,0 0-8 16,0 0 11-16,0 0-10 0,0 0-2 16,0 0-22-1,0-5-54-15,0 0-70 0,0-2-30 16,0-7-44-16,0 1-266 16,0-1-393-16</inkml:trace>
  <inkml:trace contextRef="#ctx0" brushRef="#br0" timeOffset="-134749.28">25233 6060 137 0,'0'0'280'15,"0"0"-92"-15,0 0-99 16,0 0-40-16,0 0 9 0,137-8-3 16,-102 8 7-16,3 0-20 15,2-2 6-15,5 0 5 16,9-3-1-16,14 0 28 15,37-4-31-15,42-6-20 16,63-7-7-16,41-3 20 16,24 5 66-16,2 10 22 15,-32 10-41-15,-23 0-47 16,-28 22-9-16,-24 2-27 16,-14 4-5-16,-13 0 0 15,-25-5-1-15,-29-3 0 16,-24-6-15-16,1 6-23 0,-12-4-94 15,-12-3-361-15</inkml:trace>
  <inkml:trace contextRef="#ctx0" brushRef="#br0" timeOffset="-122913.35">25343 4109 1557 0,'0'0'186'0,"0"0"-127"16,0 0-37-16,-18 114-3 16,16-87 20-16,2-4-7 15,0-5-1-15,0-6-19 16,0-4 5-16,0-8-16 15,0 0 23-15,0 0 37 16,0-18 4-16,0-5-42 0,0-4-2 16,-5-1-2-16,-6 0 18 15,0 5 6 1,0 1-11-16,2 2 16 0,0 3-4 16,2 3 8-16,1 4 2 15,1 2 14-15,5 3 3 16,-2 3-14-16,2 0-30 15,0 2-21-15,0 0 6 16,2 0-11-16,18 0 16 16,7 0-16-16,13 0 23 15,11-4-6-15,11 1 3 16,13-4-3-16,9 3-5 16,12 0-3-16,20 0-9 15,22 3 1-15,-9 1 7 16,-11 0-16-16,-15 0 14 0,-23 0-8 15,11 4 2-15,10 1-1 16,2 1 1-16,-1-1 0 16,3-2 5-16,1 1-5 15,2 3 24-15,-8-2-7 16,-11 2 2-16,-13-2-14 16,-13-1 0-16,-10 0-6 15,-6 3 0-15,0-4 6 16,-1 1-6-16,6-1 0 15,-1 1 9-15,-2-3-6 16,-7 2-3-16,-11 0 11 16,-13 0-11-16,-9-1 0 15,-9 0 2-15,0-2-1 16,0 0 3-16,0 0-2 0,2 1 1 16,3 4-3-16,4-1 0 15,0 5 0-15,5 4 1 16,-1 1 0-16,-1 4-1 15,2 2 0-15,2 3 1 16,2 9-2-16,2 7 10 16,4 9-8-16,5 7-1 15,0 4 0-15,2 2 0 16,-4-1 1-16,-4-4 0 16,-5-8-1-16,-10-4 0 15,-1-9 1-15,-5-5 0 16,2-7 7-16,-2-5-8 15,2-6 0-15,-2-3 0 16,-2-5 0-16,2-3 0 0,-2-1 8 16,0 0-7-16,2 0 32 15,-2 0-2-15,0 0 31 16,0 0-29-16,0 0-2 16,0 0-14-16,0 0-5 15,0 0-5-15,0 0-5 16,0 0 3-16,0 0-4 15,2 0-2-15,-2 0 10 16,0 0-9-16,0 0 0 16,0 0 1-16,0 0-1 15,0 0-1-15,0 0-5 16,0 0-34-16,0 0-53 0,-16-1-115 16,-3-2-440-1,-4 0-932-15</inkml:trace>
  <inkml:trace contextRef="#ctx0" brushRef="#br0" timeOffset="-60446.08">16656 10467 1387 0,'-232'4'0'0</inkml:trace>
  <inkml:trace contextRef="#ctx0" brushRef="#br0" timeOffset="-33216.41">25198 12858 1418 0,'0'0'541'15,"0"0"-482"-15,-42 127 70 0,17-16 82 16,7 0-76-16,5-9-16 16,6-12-24-16,7-27-17 15,0-2-21-15,0 1-21 16,5-14-26-16,10-8 6 15,3-9-10-15,7-7-6 16,4-8-6-16,31-14-82 16,-9-2-162-16,2 0-379 0</inkml:trace>
  <inkml:trace contextRef="#ctx0" brushRef="#br0" timeOffset="-32794.88">25960 13089 1579 0,'0'0'325'15,"0"0"-219"-15,0 0 153 16,0 0-92-16,-125-37-96 16,98 51-47-16,1 21 28 15,-1 14 33-15,5 8-19 16,4 7-13-16,11-2-2 15,7-6-37-15,13-8 4 16,30-12 7-16,13-13-10 16,7-16-2-16,1-7-13 0,-10-6 0 15,-14-22 0-15,-11-11 0 16,-14-12 1-16,-8-9 0 16,-5-6 10-16,-2 4-11 15,0 13 14-15,0 15 34 16,0 18 32-16,-2 16-33 15,2 0-47-15,0 21 7 16,0 11-4-16,2 7 11 16,13 3-8-16,2 3-5 15,0-5 1-15,5-2-2 16,1-4-44-16,17-4-74 16,-7-8-492-16,-2-12-559 0</inkml:trace>
  <inkml:trace contextRef="#ctx0" brushRef="#br0" timeOffset="-32650.48">26531 13508 1844 0,'0'0'290'15,"0"0"-70"-15,0 0-25 16,0 0-118-16,0 0-77 16,16 104-10-16,6-89-261 15,-4-6-281-15,-1-5-711 0</inkml:trace>
  <inkml:trace contextRef="#ctx0" brushRef="#br0" timeOffset="-32216.13">27358 12755 2186 0,'0'0'241'15,"0"0"-101"-15,-5 168 70 16,5-48-80-16,0-7-37 16,9-11-32-16,1-21-33 15,-6-29-16-15,0-2-10 16,1-3 10-16,-1-20-11 16,-2-13-1-16,2-14 7 15,4 0 14-15,9-28-7 16,10-11-13-16,14-10 7 0,7-4-8 15,12 5 0-15,5 11-4 16,-3 11 4-16,-6 16 0 16,-13 10-1-16,-19 10-8 15,-15 25 9-15,-9 10 0 16,-20 3 24-16,-27 2 18 16,-8-6-10-16,-8-7-5 15,0-11-21-15,8-6 3 16,8-13 0-16,16-4-9 15,10-3-22-15,17-10-37 16,4-15-55-16,36-28-89 16,9 7-387-16,4 0-340 0</inkml:trace>
  <inkml:trace contextRef="#ctx0" brushRef="#br0" timeOffset="-32057.54">28020 13325 1415 0,'0'0'395'0,"0"0"184"15,0 0-267-15,9 128-128 16,-9-82-87-16,-3-2-56 16,-5-5-26-16,1-7-15 15,5-6-45-15,2-8-111 16,4-6-330-16,12-9-364 0</inkml:trace>
  <inkml:trace contextRef="#ctx0" brushRef="#br0" timeOffset="-31564.43">29077 13279 1592 0,'0'0'286'0,"0"0"-185"16,0 0-101-16,0 0-28 15,0 0-139-15,0 0 109 16,0 0 52-16,11-40 6 15,-11 40 45-15,0 0 119 16,0 0 74-16,0 3 7 16,0 11-28-16,0 9-56 15,-5 9-40-15,-6 3-20 16,-2 10-12-16,-3-1-23 16,-2-3-24-16,1-4-31 15,-1-4-4-15,5-8-6 16,1-4 8-16,6-8-9 15,1-3-1-15,3-6-6 0,2 1-5 16,0-5 10-16,0 0-11 16,0 0-16-16,0 0-31 15,22-12-94-15,0-3-478 16,3 0-1355-16</inkml:trace>
  <inkml:trace contextRef="#ctx0" brushRef="#br0" timeOffset="-31015.83">29418 13026 1177 0,'0'0'181'16,"0"0"-2"-16,0 0 26 0,0 0-89 16,0 0 4-16,0 0-12 15,0 0-40-15,-141 14 41 16,101 35 42-16,-2 9-15 16,-3 9-17-16,7 6-5 15,9-5-39-15,11-5-42 16,12-10-11-16,6-13-11 15,9-10 20-15,22-10 7 16,9-8 5-16,4-5 2 16,4-5-24-16,-4-2-15 15,-1 0-6-15,-10 0 9 16,-4 0-9-16,-4-9 0 16,-4-3-9-16,2 0-15 0,-1-3-30 15,5-6-92 1,-2 5-208-16,-8 2-389 0</inkml:trace>
  <inkml:trace contextRef="#ctx0" brushRef="#br0" timeOffset="-30805.81">29852 13392 1543 0,'0'0'859'16,"0"0"-730"-16,0 0 111 15,0 0-67-15,-19 147-80 16,5-99-53-16,5-4-17 0,0-3-23 16,3-9-11-16,-2-6-50 15,8-6-75-15,0-11-159 16,17-2-354-16,9-7-946 0</inkml:trace>
  <inkml:trace contextRef="#ctx0" brushRef="#br0" timeOffset="-30362.27">30732 13116 1455 0,'0'0'199'16,"0"0"-25"-16,0 0 26 0,0 0-104 15,-131 55 75-15,98-4-15 16,10 11-37-16,13 3-27 16,10-5-25-16,10-4-23 15,31-13-18-15,10-10-2 16,7-10-7-16,0-16-4 16,-7-7-13-16,-9-7-1 15,-8-30-18-15,-5-35-2 16,-11-46-39-16,-12-40-11 15,-6 8-20-15,0 26-16 16,0 47 62-16,-8 38 45 16,1 3 125-16,4 6 9 0,1 7 3 15,2 14-8-15,0 9-59 16,8 18-49-16,7 24 3 16,3 16 25-16,-3 11-10 15,-1 9-15-15,-5 2-22 16,-3-2-4-16,-2-3-22 15,1 2-81-15,0-17-241 16,4-17-572-16</inkml:trace>
  <inkml:trace contextRef="#ctx0" brushRef="#br0" timeOffset="-30114.43">31710 12609 1835 0,'0'0'252'0,"77"105"208"16,-32 13-195-16,-21 42-79 16,-19 16-52-16,-10-15-54 15,-26-40-25-15,2-48-34 16,3-21-21-16,-5-12-60 15,-39 25-82-15,8-10-132 16,-5-2-451-16</inkml:trace>
  <inkml:trace contextRef="#ctx0" brushRef="#br0" timeOffset="-29265.89">26005 11564 1564 0,'0'0'243'0,"0"0"-51"0,0 0 21 16,0 0-138-16,0 0-54 15,0 0 7-15,-25 112 106 16,25-41-17-16,5 7-15 16,11 4-19-16,-1 2-32 15,-4-4 3-15,-2-5-22 16,-6-5 0-16,-3-4-10 15,0-8 2-15,0-6-6 16,-5-8-9-16,-4-5 0 16,2-13-3-16,3-6 1 0,-1-11-7 15,3-4 0 1,0-5 1-16,-2 0-1 0,-4-6-30 16,-2-10-64-16,-6-3-90 15,-13 1-179-15,3 4-120 16,1 5-320-16</inkml:trace>
  <inkml:trace contextRef="#ctx0" brushRef="#br0" timeOffset="-28876.26">25764 12429 971 0,'0'0'552'0,"0"0"-190"16,0 0 17-16,0 0-134 16,0 0-96-16,0 0-76 15,0 0-17-15,98-32-9 16,-58 20-14-16,1-2-15 15,-4-1-11-15,-5 5 0 0,-10 4-7 16,-11 5 6 0,-5 1-6-16,-3 0-9 0,-3 12 1 15,2 13 6-15,-2 8 2 16,0 4 13-16,0 4 2 16,0-3 8-16,0-2 4 15,0-4-21-15,-5-6 10 16,1-8-16-16,2-6 1 15,2-4 1-15,-2-8 5 16,-2 0 23-16,-3-2 55 16,-5-14-41-16,-3-4-38 15,-5 0 5-15,-3-3-11 16,-1 6-1-16,2 1 0 16,-1 2 1-16,5 1 0 15,5 3 0-15,5 3-22 0,0 2-38 16,-1 5-48-16,1 0-193 15,-1 12-448-15</inkml:trace>
  <inkml:trace contextRef="#ctx0" brushRef="#br0" timeOffset="-27082.84">27617 11636 606 0,'0'0'869'15,"0"0"-629"-15,0 0 105 16,0 0-44-16,0 0-103 16,0 0-58-16,0 0-91 15,19-6-26-15,-5 79 45 16,-1 4 17-16,-3 12-22 15,-4 1-7-15,-6-20-10 16,0 2-21-16,0-10-7 16,0-9-17-16,0-9 12 15,0-11-12-15,0-8 5 16,0-6-5-16,0-12-1 0,0-7-5 16,0 0-11-16,0-5-26 15,-4-14-79-15,-8-3-39 16,-3-3-91-16,-3 4-84 15,-5 4-13-15,2 0-183 16,-6 5 245-16,0 2 82 16,0 1 126-16,2 6 78 15,4 1 143-15,5 0 198 16,5 2 2-16,7 0-104 16,4 0-70-16,0 0-43 15,0 0 24-15,2 0 21 16,17 0 3-16,12 0-22 15,5-3-71-15,7-1-38 0,1 1-22 16,-1-4-6 0,-3 2-14-16,-9 1 7 0,-9 1-7 15,-9 3-1-15,-8 0 0 16,-5 3 0-16,0 16-1 16,0 9 2-16,-13 6 6 15,-3-2 0-15,0 3 4 16,3-3 8-16,2-8-8 15,2-4-10-15,5-8 0 16,-1-5 7-16,2-6-1 16,3-1 10-16,-4 0 44 15,0 0 18-15,-5-15-38 0,-7-5-28 16,-3-4-11-16,-6-1 4 16,0 1-6-16,0 4 1 15,6 4 5-15,3 4-5 16,7 2 3-16,3 4-4 15,4 4 0-15,-1 0-8 16,0 2-38-16,1 0-85 16,-9 13-145-16,-2 8-297 15,0 2-533-15</inkml:trace>
  <inkml:trace contextRef="#ctx0" brushRef="#br0" timeOffset="-25197.05">29505 11707 1455 0,'0'0'353'16,"0"0"-141"-16,0 0-49 15,0 0-3-15,0 0-4 16,-16 118-39-16,13-83-37 16,1-4-30-16,2-11-6 15,0-8-12-15,0-8 5 16,0-4 33-16,0 0 35 15,0-18-17-15,0-12-53 16,0-6-20-16,0-6-14 16,0-8 11-16,-2-3-11 15,-4 5 7-15,-1 8-2 16,1 14 16-16,4 11 23 16,2 15-22-16,0 0-23 0,0 32 1 15,0 9 7-15,0 15 5 16,0 9 11-16,0 3 0 15,0-2-2-15,0-6-11 16,-4-6-5-16,2-10-5 16,0-7 5-16,0-12-5 15,2-4-1-15,-2-9 5 16,0-2-5-16,-1 0 0 16,1-3-1-16,-2 2 0 15,0-1-11-15,-2-2-3 16,4-2-11-16,0-4-17 15,2 0 6-15,0 0-1 0,-2 0-35 16,0 0-25-16,-3-3-57 16,-1-4-135-16,-14-1-187 15,-1 2-91-15,4 3-193 0</inkml:trace>
  <inkml:trace contextRef="#ctx0" brushRef="#br0" timeOffset="-24776.41">29270 12176 535 0,'0'0'300'0,"0"0"108"15,0 0-32-15,0 0-61 16,0 0 15-16,0 0-75 16,0 0-74-16,-2 0-46 15,2 0-32-15,7 0-48 16,15-3-23-16,9-2-16 0,9-3-6 16,1-1-9-16,-1 4-1 15,-11-1 8-15,-7 2-8 16,-9 1 6-16,-6 3-6 15,-4 0 0-15,-1 0-1 16,0 0-7-16,3 14 8 16,-3 9-2-16,0 3 2 15,-2 4 0-15,0 0 0 16,0 0 14-16,0-4-14 16,-4-4 5-16,-3-8-4 15,2-4-1-15,0-5 1 16,3-5 8-16,-2 0 18 15,-2-5 69-15,-8-11-57 0,-4-6-38 16,-2 0 11-16,1 3-12 16,-2-2 0-16,3 1 6 15,3 4 3-15,5 2-9 16,4 4-1-16,1 1 1 16,3 7-34-16,-18 2-92 15,3 0-410-15,-6 9-840 0</inkml:trace>
  <inkml:trace contextRef="#ctx0" brushRef="#br0" timeOffset="-21908.57">30784 11430 2006 0,'0'0'266'15,"0"0"-15"-15,0 0-49 16,0 0-138-16,0 0-34 16,0 0-7-16,69 113 4 15,-55-67 13-15,-6-5 8 16,-3-4-21-16,-5-11-6 0,2-9 1 16,-2-6-10-16,0-10 9 15,0-1 37-15,0 0 20 16,0-17-31-16,0-12-20 15,-2-7-21-15,-5-8 0 16,1-4 1-16,1 2-7 16,3 9 7-16,2 11-6 15,0 13 20-15,0 13-13 16,0 4-8-16,0 30-15 16,0 16 15-16,0 14 13 15,0 8 5-15,0 0-6 16,0 0-5-16,0-6-5 15,0-11-2-15,0-11 6 0,0-10-6 16,-2-12 0 0,2-10-36-16,-3-5-45 0,1-7-12 15,0 0-3-15,-3 0-47 16,-1-7-109-16,-3-1-100 16,-5-1 20-16,-3 0 9 15,-3 4 95-15,-1 0 144 16,4 2 84-16,1 0 77 15,5 3 138-15,5 0 5 16,4 0 12-16,2 0 32 16,0-2-47-16,0 2-65 15,8-2-48-15,15-3-20 16,6 2-29-16,4-1-29 16,0-1-10-16,-1 0-5 0,-3 1-10 15,-2 2 5-15,-8 0-6 16,-5 2 1-16,-5 0-1 15,-5 0-9-15,-4 11 9 16,0 3 1-16,0 6 7 16,-2-1-2-16,-9 1-5 15,1-4 1-15,2-1 4 16,1-3-5-16,5-7 7 16,0-1-7-16,2-2 19 15,0-2 8-15,0 0 29 16,-2 0-6-16,2 0-10 15,-5 0-1-15,-2-2-1 16,-4-10-17-16,-3-2-22 0,-1 0 2 16,-1-2-1-16,-3 2-1 15,0 2 0-15,0 3-9 16,-4 2-42-16,1 3-48 16,-9 4-49-16,4 0-137 15,4 0-448-15</inkml:trace>
  <inkml:trace contextRef="#ctx0" brushRef="#br0" timeOffset="-17772.79">22822 14543 624 0,'0'0'218'16,"0"0"-49"-16,0 0 115 15,0 0-78-15,0 0-87 16,0 0-12-16,0 0 17 16,0-5 1-16,0 5 17 15,0 0 23-15,0 0-9 0,0 0-27 16,0 0-14 0,0 0-11-16,0 0-19 0,0 0-16 15,0 0-20-15,0 0-25 16,-2 2 3-16,-5 10-9 15,2 11 4-15,-2 18 1 16,-1 34 1-16,1 45-9 16,5 36-2-16,2 18-12 15,0-13 1-15,22-41 11 16,9-42-13-16,0-26 0 16,6-11-17-16,2-1-26 15,13-4-47-15,-10-5-170 16,-15-19-626-16</inkml:trace>
  <inkml:trace contextRef="#ctx0" brushRef="#br0" timeOffset="-12357.75">23760 14825 1113 0,'0'0'340'0,"0"0"-98"15,0 0 9-15,0 0-68 16,0 0-69-16,0 0-18 16,0 0-8-16,11-30-29 15,7 23-5-15,2 7-14 16,0 0-12-16,3 0-20 15,-6 0 0-15,1 19-7 16,-3-1 0-16,-1 3 0 16,-7 8 0-16,-7 0 0 15,0 8 0-15,-11 1 6 16,-16 3-6-16,-2 0-1 16,-6-5 1-16,1 0 1 15,1-6-2-15,1-2 1 16,4-1 0-16,1-5-1 0,2-4 1 15,5 0 0-15,5-6 6 16,5-2-7-16,4-6 0 16,6-2 1-16,0-1-1 15,0 2 1-15,0 1-1 16,4 4 6-16,8-3 12 16,3 2 13-16,5 3-11 15,3-1-7-15,3 3-4 16,3 3-8-16,5-3-1 15,-1 4-17-15,18 4-153 16,-6-2-432-16,-7 0-889 0</inkml:trace>
  <inkml:trace contextRef="#ctx0" brushRef="#br0" timeOffset="-11584.68">23038 16249 960 0,'0'0'330'16,"0"0"-219"-16,0 0 68 15,0 0-38-15,0 0-79 16,0 0-17-16,0 0-1 16,0-23-21-16,0 23 27 15,0 0-7-15,0 0 3 16,0 4-27-16,0 16-11 16,-2 14 15-16,-10 12 19 15,-1 14 12-15,0 12-14 16,1 6-5-16,10-3-14 15,2-8-20-15,0-9 1 16,16-12-2-16,6-7-11 0,14 5-142 16,-5-13-83-1,-5-7-330-15</inkml:trace>
  <inkml:trace contextRef="#ctx0" brushRef="#br0" timeOffset="-10803.89">23929 16535 1483 0,'0'0'401'0,"0"0"-295"16,0 0-83-16,0 0 8 0,5 112 10 15,0-64-12-15,1 1 18 16,3-9-27 0,0-8-7-16,0-11-4 0,0-6-9 15,-5-7 2-15,-2-2 4 16,-2-6 10-16,0-6-16 15,0-17-75-15,-4-16-87 16,-9-10-82-16,-3-5-56 16,3-4 78-16,3 8 95 15,2 6 95-15,3 9 32 16,1 8 90-16,0 1 129 16,2 2-20-16,-2 4-42 15,4 1-37-15,0 5-10 0,0 1-40 16,0 9 18-1,0 4-36-15,-2 0-52 0,-8 8-8 16,-9 20 8-16,-4 4-1 16,-9 8 2-16,-1-1-1 15,-1 2 0-15,3-4 6 16,5-8-6-16,5-7 0 16,11-8 1-16,2-6-1 15,8-4 0-15,0-2 1 16,0-2 21-16,14 0 40 15,8 0 50-15,2 0-27 16,1 0-51-16,4 0-13 16,-2 0-21-16,2 5-27 15,0-2-70-15,0 1-85 16,4 5-81-16,-4 0-312 0,-9 0-428 16</inkml:trace>
  <inkml:trace contextRef="#ctx0" brushRef="#br0" timeOffset="-10353.58">23387 17548 342 0,'0'0'0'16,"0"0"-205"-16,0 0 79 0</inkml:trace>
  <inkml:trace contextRef="#ctx0" brushRef="#br0" timeOffset="-9264.85">23372 17670 1586 0,'0'0'376'16,"0"0"-119"-16,0 0 2 0,0 0-104 16,0 0-76-16,0 0-46 15,0 0-17-15,-14 44 3 16,6 0 20-16,-3 18 29 15,2 10-7-15,4 13-18 16,3 4 2-16,2-8-18 16,2-5-14-16,21-9-7 15,1-17-5-15,5-7 0 16,-4-16-1-16,0-10-33 16,-2-8-35-16,0-9-71 0,4-4-55 15,10-36-157 1,-5 8-319-16,-3-3-876 0</inkml:trace>
  <inkml:trace contextRef="#ctx0" brushRef="#br0" timeOffset="-8807.55">24083 17670 415 0,'0'0'1363'15,"0"0"-1193"-15,0 0-124 16,0 0 25-16,0 0-25 15,-96 114-30-15,83-50 15 16,4 7 22-16,7 4 9 16,2-5 14-16,5-10-26 15,19-15-26-15,9-9-14 16,6-18 2-16,0-10-2 16,1-8 5-16,-7-3 3 15,-8-23 6-15,-7-7-2 16,-11 1 78-16,-7-2-3 0,0 10-17 15,-13 2-8-15,-7 10-38 16,-5 12-24-16,-2 0-10 16,0 0-1-16,6 12-54 15,2 10-60-15,11 14-199 16,6-7-245-16,2-4-402 0</inkml:trace>
  <inkml:trace contextRef="#ctx0" brushRef="#br0" timeOffset="-8108.12">24797 15334 1487 0,'0'0'507'16,"0"0"-303"-16,0 0 90 15,0 0-98-15,0 0-129 16,0 0-58-16,0 0-8 16,-9 66 0-16,-7-12 7 15,-2 4-1-15,1 0-7 16,0-5-10-16,5-3-136 15,3-4-110-15,-1 5-82 0,2-10-280 16,3-13-296-16</inkml:trace>
  <inkml:trace contextRef="#ctx0" brushRef="#br0" timeOffset="-7837.43">24903 16392 1476 0,'0'0'249'0,"0"0"-114"16,0 0 1-16,-6 111-53 15,-7-57-47-15,-3 13-22 16,-1 0-3-16,-8 36-11 16,7-23-160-16,0-8-591 0</inkml:trace>
  <inkml:trace contextRef="#ctx0" brushRef="#br0" timeOffset="-7433.82">24826 17754 1252 0,'0'0'555'15,"0"0"-367"-15,0 0 144 16,0 0-58-16,0 129-143 16,-7-85-88-16,-9 2-22 15,-6 4-21-15,-31 20-28 16,4-12-428-16,1-14-1351 0</inkml:trace>
  <inkml:trace contextRef="#ctx0" brushRef="#br0" timeOffset="5643.78">25628 14843 1420 0,'0'0'330'0,"0"0"-156"15,0 0 82-15,0 0-83 16,0 0-35-16,0 0-15 16,9-106-10-16,-4 87-26 15,-3 9-15-15,0-2-8 0,-2 7-6 16,0 5-12-1,0 0-22-15,0 0-24 0,2 13-1 16,0 15 0-16,3 12-9 16,1 13 10-16,2 3 2 15,-2 8 4-15,-2-1 0 16,1-5 1-16,1-11-7 16,-1-1 0-16,-2-14 1 15,1-5-1-15,-4-9-13 16,2-6-44-16,-2-6-58 15,0-6-91-15,0 0-145 16,-6 0-172-16,-8-4-639 0</inkml:trace>
  <inkml:trace contextRef="#ctx0" brushRef="#br0" timeOffset="5793.93">25510 15308 1295 0,'0'0'378'15,"0"0"-166"-15,0 0 21 16,0 0-112-16,0 0-86 16,174-6-35-16,-112 2-155 15,0 4-574-15</inkml:trace>
  <inkml:trace contextRef="#ctx0" brushRef="#br0" timeOffset="8272.15">25086 15529 199 0,'0'0'834'0,"0"0"-581"16,0 0-41-16,0 0 15 0,0 0-71 16,0 0-62-16,0 0 14 15,-6-5-30-15,6 5 41 16,0 0 24-16,4 0-74 15,-2 0-41-15,-2 0-28 16,0 6-157-16,0 7-608 0</inkml:trace>
  <inkml:trace contextRef="#ctx0" brushRef="#br0" timeOffset="8443.02">25543 15767 560 0,'0'0'1861'0,"0"0"-1631"0,0 0-151 16,0 0 17-16,0 0-59 16,0 0-37-16,0 0-54 15,-26 23-102-15,59-6-233 16,1-3-187-16,-1-2-571 0</inkml:trace>
  <inkml:trace contextRef="#ctx0" brushRef="#br0" timeOffset="8991.09">25920 15709 715 0,'0'0'408'15,"0"0"-52"-15,0 0-51 16,0 0-97-16,0 0-66 0,0 0-49 15,0 0-25 1,-40-6-7-16,27 15 1 0,-3 10-16 16,-2 8 21-16,0 5-5 15,3 7 4-15,6 6-4 16,4-6-2-16,5 2-8 16,0-5-14-16,12-4-15 15,7-6-11-15,4 1-6 16,1-15-5-16,1 3 11 15,-2-11-11-15,-4-4 8 16,-1 0-3-16,-5 0 3 16,-3-4 3-16,-8-4-2 15,0 1 11-15,-2 0 8 16,0 2-13-16,0 0-14 16,0 5 6-16,0 0-8 0,-12 0-43 15,-3 0-62 1,-20 22-150-16,6 6-352 0,0-3-529 0</inkml:trace>
  <inkml:trace contextRef="#ctx0" brushRef="#br0" timeOffset="11266.35">24286 16447 491 0,'0'0'628'0,"0"0"-561"16,0 0-53-16,0 0-12 0,0 0-2 15,0 0-15 1,0 0-191-16,4 61-418 0</inkml:trace>
  <inkml:trace contextRef="#ctx0" brushRef="#br0" timeOffset="12108.49">25663 16459 1549 0,'0'0'334'0,"0"0"-157"15,0 0 65-15,0 0-100 0,0 0-102 16,0 0-29-16,0 0-10 15,-4 26 6-15,8-8 0 16,2-4 1-16,-2-2 11 16,0-1-10-16,-2-4 9 15,-2-7-8-15,3 0 2 16,-3 0 0-16,0 0 21 16,0 0 46-16,0-12-2 15,0-10-38-15,0-2-25 16,0 2 1-16,0 5-6 15,0 8 17-15,0 4 4 16,0 5-7-16,0 0-14 16,0 0-9-16,0 19-8 0,0 3 8 15,0 4 1-15,0-2-1 16,6 6 2-16,4-8-2 16,-4 0-24-16,1 1-114 15,-3 4-165-15,0-5-233 16,-2-4-279-16</inkml:trace>
  <inkml:trace contextRef="#ctx0" brushRef="#br0" timeOffset="12301.08">25628 16758 593 0,'0'0'205'16,"0"0"-76"-16,0 0 40 15,0 0 19-15,0 0-75 0,0 0-43 16,0 0-19-1,-51 40 33-15,66-40-7 0,12 0-33 16,2 0-27-16,5-4-17 16,1 0-56-16,8-2-253 15,-7 1-182-15,-5 5-289 0</inkml:trace>
  <inkml:trace contextRef="#ctx0" brushRef="#br0" timeOffset="12737.83">25129 17079 1318 0,'0'0'375'0,"0"0"-172"16,0 0-27-16,0 0-45 16,0 0-73-16,0 0-40 15,0 0-18-15,46 27-51 16,-28-13-203-16,1 3-417 0</inkml:trace>
  <inkml:trace contextRef="#ctx0" brushRef="#br0" timeOffset="12903.39">25490 17249 149 0,'0'0'1773'0,"0"0"-1487"15,0 0-175-15,0 0 36 16,0 0-89-16,0 0-58 15,0 0-42-15,17 9-112 16,0 3-91-16,-7-1-352 16,-3-2-54-16</inkml:trace>
  <inkml:trace contextRef="#ctx0" brushRef="#br0" timeOffset="13466.64">25831 17290 1001 0,'0'0'541'0,"0"0"-390"16,0 0-2-16,0 0-1 15,0 0-34-15,-49 104-27 16,40-65 9-16,5 1-1 16,4 0-13-16,0-1-35 15,0-11-33-15,10-6-1 16,11-8-7-16,6-6 0 15,0-8 1-15,-1 0-8 0,-4-8 2 16,-6-6-2-16,-9-1 2 16,-7 8-2-16,0 2 1 15,-11 5-1-15,-14 0 1 16,0 0 0-16,-2 0-15 16,-4 0-201-16,9 0-162 15,5 0-741-15</inkml:trace>
  <inkml:trace contextRef="#ctx0" brushRef="#br0" timeOffset="15110.35">25142 18263 1205 0,'0'0'341'0,"0"0"-173"16,0 0 1-16,168-46-68 0,-113 24-101 15,6 10-22 1,-17 2-193-16,-11 2-266 0</inkml:trace>
  <inkml:trace contextRef="#ctx0" brushRef="#br0" timeOffset="15253.07">25648 18159 978 0,'0'0'174'0,"0"0"-174"15,0 0-47-15,0 0-832 0</inkml:trace>
  <inkml:trace contextRef="#ctx0" brushRef="#br0" timeOffset="15801.47">26092 17887 1435 0,'0'0'310'16,"0"0"-168"-16,0 0 79 16,-5 104-45-16,5-68-101 15,5-6-45-15,2-8-11 16,-1-8-18-16,-2-9 6 15,-4-5-1-15,0 0 9 16,0-13-2-16,0-15-4 16,0-6-1-16,0-2-7 15,0 4 5-15,0 10 4 16,-4 8-4-16,0 6 7 0,0 3 16 16,1 5-17-16,3 0-3 15,0 5 4-15,0 11-4 16,0 4 0-16,0 10 6 15,7 1-8-15,1 1-5 16,1 3-2-16,-4-3-38 16,-2 2-137-16,-3-2-88 15,0-6-76-15,0-8-361 0</inkml:trace>
  <inkml:trace contextRef="#ctx0" brushRef="#br0" timeOffset="15951.89">25993 18325 910 0,'0'0'256'0,"0"0"84"16,0 0-45-16,0 0-139 0,0 0-74 15,135-14-30-15,-102 7-49 16,0 7-3-16,-10 0-207 16,-6 0-442-16</inkml:trace>
  <inkml:trace contextRef="#ctx0" brushRef="#br0" timeOffset="16351.38">25717 18589 1311 0,'0'0'222'0,"0"0"-53"15,0 0 9-15,0 0-107 16,0 0-37-16,0 0-34 16,0 0-62-16,20 31-129 15,-13-16-382-15,-1-3-264 0</inkml:trace>
  <inkml:trace contextRef="#ctx0" brushRef="#br0" timeOffset="16483.73">25947 18744 727 0,'0'0'127'16,"0"0"-87"-16,0 0-8 0,0 0-32 15,0 0-20 1,0 0-117-16,0 0-78 0</inkml:trace>
  <inkml:trace contextRef="#ctx0" brushRef="#br0" timeOffset="16822.24">26292 18624 1574 0,'0'0'233'0,"0"0"-164"16,0 0-3-16,0 0-46 0,0 0-20 16,0 0-23-1,0 0 22-15,0 9 1 0,-6 14 17 16,-1 12 16-16,0 1 12 16,3 4 25-16,4 0 16 15,0-4-42-15,2-6-25 16,16-9-8-16,5-7-2 15,-2-13 7-15,2-1-6 16,-7-8-10-16,-6-6 0 16,-7-4-10-16,-3 2 10 15,0 2-2-15,-18 9-32 16,-16 5-26-16,3 0-121 16,2 14-354-16</inkml:trace>
  <inkml:trace contextRef="#ctx0" brushRef="#br0" timeOffset="18910.41">26701 15263 1748 0,'0'0'335'16,"0"0"-158"-16,0 0 1 15,0 0-91-15,0 0-20 16,-37 115-24-16,-18-57-43 16,2-10-19-16,1-8-546 0</inkml:trace>
  <inkml:trace contextRef="#ctx0" brushRef="#br0" timeOffset="19751.01">26732 16663 1555 0,'0'0'400'15,"0"0"-276"-15,0 0 11 16,0 0 27-16,-70 162-162 15,28-109-75-15,5-11-555 0</inkml:trace>
  <inkml:trace contextRef="#ctx0" brushRef="#br0" timeOffset="20397.14">26899 18340 1305 0,'0'0'596'0,"0"0"-410"15,0 0 27-15,0 0-53 16,0 0-71-16,0 0-53 15,-29 124-21-15,-18-76-15 16,4-12-113-16,-1-4-554 0</inkml:trace>
  <inkml:trace contextRef="#ctx0" brushRef="#br0" timeOffset="40366.02">27297 14656 954 0,'0'0'530'15,"0"0"-354"-15,0 0 2 16,0 0-76-16,0 0-75 16,0 0-11-16,70-23-15 15,-48 18 6-15,-2 3-6 16,1 2 5-16,-6 0-6 15,-1 0 1-15,-4 0-1 16,-5 10 1-16,-5 6 4 0,0 4-4 16,-18 2 7-16,-14 1-7 15,-3-1 5-15,-1-4-6 16,7-3 1-16,5-3-1 16,9-3 1-16,6-5 7 15,9-4-8-15,0 0 13 16,4 0-3-16,18 0 1 15,7 0 8-15,4 0-6 16,1 0-4-16,0 10-9 16,-3 12 0-16,-2 0-1 15,-10 4 1-15,-5 1-25 16,-11 5 10-16,-3-6 6 0,-19 0 9 16,-14-6 0-16,-9-1-1 15,-3-3-63-15,-6-10-50 16,13-1-181-16,11-2-373 0</inkml:trace>
  <inkml:trace contextRef="#ctx0" brushRef="#br0" timeOffset="40920.91">27401 15507 914 0,'0'0'130'0,"0"0"-74"16,0 0 44-16,-63 112-44 16,49-66-21-16,4 6 49 15,7-6 32-15,3 2-17 16,7-8-43-16,20-12-24 16,8-8 36-16,3-10-24 15,3-10-2-15,-8 0-27 16,-6-3-2-16,-12-8-3 15,-9 3 2-15,-6 0 13 16,0 6-12-16,-21 2-13 0,-13 0-18 16,-17 20-58-16,8 1-204 15,5-3-873-15</inkml:trace>
  <inkml:trace contextRef="#ctx0" brushRef="#br0" timeOffset="42160.32">27550 16375 377 0,'0'0'1185'0,"0"0"-997"15,0 0-72-15,0 0 14 16,0 0-85-16,133-24-25 16,-112 38-20-16,-15 9-9 15,-6 12-1-15,-11-3 4 16,-18-2 6-16,-3-7-22 15,4-4-13-15,8-6 20 16,9-6 15-16,11-7 0 16,0 0 19-16,15 0-5 15,16 0 6-15,5 0 16 16,-1 0 0-16,-3 14-27 0,-8 4-9 16,-8 8 0-16,-11 2 1 15,-5-2-1-15,0-2 0 16,-21-3 15-16,-3-4-14 15,-5-2 11-15,-3-7-4 16,3-3-8-16,1 8-112 16,6-3-151-16,6 2-423 0</inkml:trace>
  <inkml:trace contextRef="#ctx0" brushRef="#br0" timeOffset="42610.44">27644 17231 23 0,'0'0'1254'16,"0"0"-1099"-16,0 0 8 15,-108 112 43-15,86-68-63 16,13-4-80-16,9-8-13 15,0-5-10-15,29-10 11 16,6-8-26-16,6-9-7 16,-3 0-5-16,-11 0-7 15,-12-4 4-15,-11-1 53 16,-4 5 68-16,-6 0-56 16,-21 0-71-16,-9 0-4 15,-1 14-119-15,-13 23-95 16,11-7-287-16,9-2-440 0</inkml:trace>
  <inkml:trace contextRef="#ctx0" brushRef="#br0" timeOffset="43496.36">27681 17839 593 0,'0'0'1046'0,"0"0"-877"15,0 0-75-15,0 0 49 16,0 0-88-16,145 0-35 16,-109 0-11-16,-11 3-9 15,-12 8-2-15,-13 2-1 16,0 9 3-16,-27 5 1 16,-13 3 11-16,-10-2-3 15,6-2-3-15,4-5-6 16,14-6 1-16,12-7 0 15,12-2-1-15,2-6 0 16,0 3 0-16,16 9 16 16,3-1 20-16,1 3 24 0,-4 7-30 15,-5 6-12 1,-4 1-7-16,-7 2-9 0,0-3 14 16,0-4-16-16,-18 4 4 15,-2-5-4-15,0-5-63 16,-11 16-44-16,6-8-138 15,5-2-506-15</inkml:trace>
  <inkml:trace contextRef="#ctx0" brushRef="#br0" timeOffset="43895.32">27681 18709 1510 0,'0'0'356'0,"0"0"-138"15,0 0-41-15,-116 100-97 16,85-61-52-16,8-7-13 15,15-1 3-15,8-9-8 16,0-3 5-16,18-7-9 0,11-7 13 16,4-2-13-1,-4-3 6-15,-5 0-12 0,-10 0 1 16,-7 0 1-16,-7 0-2 16,0 0 1-16,-21 0-1 15,-3 5 6-15,-2 3-6 16,1-2-18-16,2 6-86 15,4-2-51-15,3 3-111 16,7-4-286-16,5-4-189 0</inkml:trace>
  <inkml:trace contextRef="#ctx0" brushRef="#br0" timeOffset="46328.16">28298 15337 1896 0,'0'0'342'16,"0"0"-154"-16,0 0-51 0,0 0-100 16,0 0-31-1,0 0 9-15,0 0-15 0,-60 129-89 16,23-79-190-16,3-14-219 16,12-9-412-16</inkml:trace>
  <inkml:trace contextRef="#ctx0" brushRef="#br0" timeOffset="47040.58">28903 15119 1607 0,'0'0'362'0,"0"0"-118"15,0 0-26-15,0 0-127 16,0 0-90-16,0 0 18 16,0 0-18-16,-21 51 11 0,15-34-12 15,1-4 2-15,3-8-1 16,2-1 1-16,0-4 7 16,0 0-8-16,0 0 19 15,0 0-11-15,0 0 3 16,0 0-2-16,0 0-4 15,0-5-6-15,0-5 1 16,0-2-1-16,7-7 0 16,-3 3 8-16,1-2-7 15,0 1-1-15,-1 2 0 16,-2 5 2-16,-2-2 4 16,2 6 6-16,-2 3 4 15,0 3-1-15,0 0 10 0,0 0-10 16,0 0-15-16,0 0-12 15,0 21 5-15,-8 4 5 16,-8 4 2-16,0-2 1 16,3-4 0-16,2-2 5 15,2-5-6-15,6-4 0 16,3-8 0-16,0-3 0 16,0 2 1-16,20 1 11 15,7 2-10-15,4-2-1 16,5 1 0-16,-1 4-1 15,2-1 0-15,-4-2-32 16,-2-5-17-16,-4-1-67 16,-5 0-122-16,-8 0-146 15,-6-3-688-15</inkml:trace>
  <inkml:trace contextRef="#ctx0" brushRef="#br0" timeOffset="47206.75">29164 15107 1655 0,'0'0'304'16,"0"0"-197"-16,0 0-42 15,0 0-33-15,-12 121-11 16,8-65-8-16,-1 20-13 16,1-14-159-16,4-11-474 0</inkml:trace>
  <inkml:trace contextRef="#ctx0" brushRef="#br0" timeOffset="47589.79">28464 16499 1239 0,'0'0'482'0,"0"0"-361"16,0 0 128-16,-45 102-82 15,28-62-105-15,-2 1-40 16,-1-5-22-16,-4-5-31 16,-14 4-137-16,4-11-352 15,7-7-609-15</inkml:trace>
  <inkml:trace contextRef="#ctx0" brushRef="#br0" timeOffset="47926.81">28840 16388 1365 0,'0'0'362'16,"0"0"-221"-16,0 0 87 15,0 0-15-15,0 0-101 16,-6 141-63-16,1-104-28 16,1-5-15-16,4-6-2 0,0-9 2 15,2-11-1 1,20-6 1-16,9 0 7 0,12-6-5 15,3-11-2-15,6-2-6 16,-5 3-41-16,-7 2-180 16,-9 5-18-16,-6-3-53 15,-12 1-409-15,-5-1-114 0</inkml:trace>
  <inkml:trace contextRef="#ctx0" brushRef="#br0" timeOffset="48078.21">29189 16409 214 0,'0'0'767'15,"0"0"-388"-15,0 0-102 0,0 0-37 16,0 0-17-16,0 0-51 16,8 157-49-16,-8-99-46 15,0 9-44-15,0-5-33 16,0 10-157-16,0-14-336 16,0-17-1196-16</inkml:trace>
  <inkml:trace contextRef="#ctx0" brushRef="#br0" timeOffset="48445.22">28452 17606 1766 0,'0'0'280'0,"0"0"-117"16,0 0 10-16,0 0-103 16,0 0-30-16,-17 120-9 0,1-70-11 15,-1-6-20-15,0 1-42 16,5-13-262-16,4-14-477 0</inkml:trace>
  <inkml:trace contextRef="#ctx0" brushRef="#br0" timeOffset="48812.28">28882 17540 1761 0,'0'0'355'15,"0"0"-264"-15,0 0 90 16,0 0-76-16,-15 137-68 16,4-96-23-16,0-1-13 15,4-14-1-15,3-8-15 16,4-8 6-16,0-6 9 15,4-4 10-15,23 0-4 16,4-4 3-16,7-10-8 16,-1 6-1-16,0-1-46 15,-6-3-172-15,-2-8-125 0,-12 3-316 16,-3-1-2-16</inkml:trace>
  <inkml:trace contextRef="#ctx0" brushRef="#br0" timeOffset="48941.19">29106 17624 1060 0,'0'0'391'15,"0"0"-154"-15,0 0 15 16,0 0-48-16,0 125-20 16,0-79-47-16,0 1-73 15,0-1-48-15,6 2-16 16,3-7-252-16,0-15-428 0</inkml:trace>
  <inkml:trace contextRef="#ctx0" brushRef="#br0" timeOffset="49887.16">29737 14601 1109 0,'0'0'233'0,"0"0"-112"16,0 0 55-16,0 0-119 15,0 0-34-15,0 0-22 16,0 0-1-16,-58 3-1 15,48 7 1-15,6-6 0 16,2 0-2-16,2-2-12 16,0 0-54-16,0-2-2 15,0 0 53-15,0 0 16 16,0 0 1-16,0 0 0 16,0 0 31-16,0 0 50 15,0 0 30-15,2 0-36 16,2 0-17-16,4 0-20 15,-2 0 21-15,-2 0 5 0,1 0-11 16,-1 0-28-16,0 0-17 16,4 0-7-16,0 12-1 15,3 9 9-15,3 11-9 16,-1 7 10-16,-1 11-8 16,-1 9 5-16,-3 3-6 15,-1 4 0-15,-7-2 9 16,0-4-10-16,-5-4 0 15,-26 10-55-15,2-13-140 16,6-8-342-16</inkml:trace>
  <inkml:trace contextRef="#ctx0" brushRef="#br0" timeOffset="50285.02">29667 16441 1562 0,'0'0'343'16,"0"0"-201"-16,0 0-7 15,0 0 10-15,27 102-68 16,-9-33-37-16,-3 6-22 15,-3 5-5-15,-6-3-13 16,-6-3-44-16,-6 16-141 16,-14-18-96-16,-5-10-570 0</inkml:trace>
  <inkml:trace contextRef="#ctx0" brushRef="#br0" timeOffset="50593.16">29768 17812 1446 0,'0'0'581'0,"-23"103"-492"0,-6-1 113 16,-18 37-48-16,-19 5-97 16,-17-8-57-16,16-41-20 15,5-34-445-15</inkml:trace>
  <inkml:trace contextRef="#ctx0" brushRef="#br0" timeOffset="65058.61">30287 15190 742 0,'0'0'325'0,"0"0"-105"15,0 0 56-15,0 0-83 16,0 0-64-16,-9 0-17 15,25 0 39-15,17 0 87 16,14 0-72-16,16 1-27 16,12-1-47-16,6 0-46 15,-2 3-29-15,-7 3-16 16,-12-2-1-16,-18-3-9 16,-10 3-4-16,-16-1-26 15,-8-3-9-15,-6 1-29 16,-2-1-130-16,0 0-21 15,-15 0-19-15,-14 0-148 16,-7 0-135-16,-8-9 400 0,-4-1 98 16,4-2 32-16,7-2 172 15,8 5 93-15,8-3-17 16,13 6-32-16,3 6 25 16,5-4-46-16,0 3-37 15,11 1 6-15,20-3-48 16,9 2-51-16,14 1-4 15,0 0-34-15,-1 0-13 16,-9 0-13-16,-10 0 0 16,-10 9-1-16,-7 0-17 15,-7 0 5-15,-3 5 3 16,-7 3 9-16,0 1-9 0,-4 6 9 16,-19 2 2-1,-6 0 19-15,-2-5-2 0,-5 2-1 16,3-5-17-16,2-2 0 15,6-4 5-15,2-3-5 16,8-4-1-16,7 2-6 16,0-7-36-16,8 5-104 15,12-5-177-15,17 0-287 16,4 0-642-16</inkml:trace>
  <inkml:trace contextRef="#ctx0" brushRef="#br0" timeOffset="65584.84">31565 15232 1352 0,'0'0'257'0,"0"0"41"16,0 0 20-16,0 0-139 15,0 0-92-15,0 0-40 0,0 0-25 16,-12 96-8-1,12-94-2-15,0-2 13 0,-2 0 93 16,2-10-11-16,-3-12-37 16,1-6-49-16,-2 2 6 15,2 0-3-15,-2 8 17 16,1 8 8-16,3 6-24 16,-2 4-25-16,2 1-7 15,0 21 6-15,-2 13 1 16,2 0 10-16,0 11-1 15,0-8 2-15,0 5-10 16,0-5 0-16,0-6-1 16,0-9-5-16,0-10-20 15,0-5-32-15,0-6-7 0,0-2-15 16,0 0-38-16,2 0-164 16,5-10-288-16,1-3-1055 0</inkml:trace>
  <inkml:trace contextRef="#ctx0" brushRef="#br0" timeOffset="65998.12">31704 15221 1262 0,'0'0'207'0,"0"0"-40"0,0 0-19 15,0 0-88-15,0 0-41 16,145-12 10-16,-113 12 19 16,-12 0 27-16,-3 0 14 15,-7 0-46-15,-6 0-30 16,-4 12-12-16,0 7 7 16,-2 7-2-16,-16 6 16 15,-2-2-10-15,-2 2 5 16,-1 0-17-16,1-2 8 15,2-6-2-15,2 3 29 16,3-10 32-16,1 5-4 16,3-8-14-16,5 0-22 15,6-2 0-15,0-7-26 0,0 0 18 16,13-2-5 0,14-3 60-16,4 0-7 0,2 0-37 15,-6 1-30-15,-7 3-109 16,-13 6-172-16,-7 3-319 15,0-1-1031-15</inkml:trace>
  <inkml:trace contextRef="#ctx0" brushRef="#br0" timeOffset="66463.53">29924 16601 909 0,'0'0'969'0,"0"0"-770"0,0 0 102 16,0 0-38-16,0 0-123 15,167 23-51-15,-93-14-37 16,-1-1-34-16,1-4-8 15,-9 2-10-15,-11-1 0 16,-11-2-24-16,-11-3-1 16,-12 0-11-16,-3 0 3 15,-1 0-38-15,-1 0-86 16,6 0-42-16,1-3-89 16,4-16-49-16,-5 6-307 15,-7 1 12-15</inkml:trace>
  <inkml:trace contextRef="#ctx0" brushRef="#br0" timeOffset="66771.95">30503 16566 408 0,'0'0'882'0,"0"0"-522"15,0 0 22-15,0 0-84 16,0 0-145-16,0 0-31 16,0 0-20-16,52-5-31 15,-19 5-31-15,3 0-25 16,-1 5-14-16,-3 4 11 15,-3-1-11-15,-7 2-1 16,-9 2 0-16,-7 2-1 16,-6 0-5-16,0 4 6 15,-23 1 6-15,-8-3-4 0,-6 2 12 16,6-4-13-16,7-4 2 16,6-2-3-16,9-4 0 15,9-4-27-15,0 0-34 16,9 0-55-16,20 0-69 15,9 0-16-15,30 0-9 16,-5-4-109-16,-5-1-932 0</inkml:trace>
  <inkml:trace contextRef="#ctx0" brushRef="#br0" timeOffset="67176.38">31288 16554 1435 0,'0'0'311'16,"0"0"57"-16,0 0 106 16,0 102-300-16,0-72-48 15,0-7-64-15,0-4-44 16,0-7-6-16,0-7-12 15,0-5 11-15,-4 0-2 16,-1-9 16-16,0-18-10 16,-1-5 0-16,2-4-9 15,-1 10 4-15,3 4 11 16,0 16 9-16,0 6-24 16,-4 2-5-16,-2 24-1 0,1 10 1 15,3 4 14-15,2 5-3 16,2-5-3-16,0 0-3 15,0-4-6-15,0-5 0 16,2-8-30-16,2-5-29 16,3-6-69-16,13-12-102 15,-3 0-152-15,6-18-212 0</inkml:trace>
  <inkml:trace contextRef="#ctx0" brushRef="#br0" timeOffset="67508.04">31615 16525 1696 0,'0'0'393'0,"0"0"-87"16,0 0-153-16,0 0-102 15,0 0-44-15,116 18-7 16,-108 14-30-16,-8 0-10 15,0 6 22-15,-21-1 17 16,-8-1 2-16,-2-1-1 16,-2-2 22-16,4-3 20 15,2-2 14-15,9-3-11 16,5-6-8-16,8-5-8 0,5-1-5 16,0-4-7-1,7-4 19-15,13-2 6 0,2 1-8 16,0 1-34-16,7 0-6 15,-6-1-171-15,-6 4-523 0</inkml:trace>
  <inkml:trace contextRef="#ctx0" brushRef="#br0" timeOffset="67921.63">30236 17842 1709 0,'0'0'302'16,"0"0"-60"-16,0 0 80 16,0 0-159-16,158 24-48 15,-84-12 3-15,6 2-48 0,-4 0-43 16,-5-1-27-1,-11-5-63-15,-11-2-64 0,-11-3-95 16,-7-3-84-16,-6 0 41 16,-2-17-20-16,-8-5-255 15,-9-5-2-15</inkml:trace>
  <inkml:trace contextRef="#ctx0" brushRef="#br0" timeOffset="68220.64">30668 17704 1041 0,'0'0'325'0,"0"0"48"16,0 0 26-16,0 0-137 0,0 0-120 16,0 0 13-16,0 0-9 15,85 4-7-15,-36 6-66 16,-5 4-44-16,-6 3-29 16,-11 0-8-16,-11 1-11 15,-7 6 11-15,-7 7 1 16,-2-4 7-16,-2 8-1 15,-21-3 1-15,-6 4-4 16,-6-6 5-16,1-2-2 16,3-3-43-16,8-6-21 15,11-5-42-15,12-10-56 16,0-4 23-16,22 0-90 16,20-4 28-16,31-15-89 15,-7 10-277-15,-11-5 159 0</inkml:trace>
  <inkml:trace contextRef="#ctx0" brushRef="#br0" timeOffset="68589.06">31399 17959 1534 0,'0'0'298'0,"0"0"37"16,0 0-35-16,0 0-149 15,0 0-96-15,0 0-45 16,0 0-10-16,0-72-19 16,0 38 5-16,0-3 14 15,0 5 1-15,0 10 11 0,0 4 34 16,0 14 14-16,0 4 5 16,0 0-35-16,0 9 1 15,0 14 5-15,2 17 36 16,6 9 13-16,-6 5-20 15,0 4-19-15,-2 0-29 16,0-6-13-16,0-11-4 16,0-9 0-16,0-15-27 15,0-3-27-15,0-10-28 16,0-4-36-16,0 0-20 16,15 0-30-16,3 0-129 15,-3-4-369-15</inkml:trace>
  <inkml:trace contextRef="#ctx0" brushRef="#br0" timeOffset="68961.87">31615 17816 1378 0,'0'0'364'0,"0"0"-137"16,0 0-28-16,0 0-135 15,0 0-39-15,0 0-16 16,0 0 6-16,85-21-4 16,-71 24-3-16,-8 19-7 15,-6 4 10-15,0 6 5 16,-4 1-3-16,-16 3 5 0,-3-2-18 16,-1-2 9-16,4-5-9 15,2-2 2-15,5-5 13 16,4-2 28-16,7-2 12 15,2-11-11-15,0 4 13 16,11-5 28-16,11 3-5 16,7-7-43-16,3 0-14 15,1 0-10-15,2 3-5 16,-3 1-7-16,-8 1-1 16,1-2-24-16,-12 1-126 15,-7-2-457-15</inkml:trace>
  <inkml:trace contextRef="#ctx0" brushRef="#br0" timeOffset="76006.22">24737 14258 367 0,'0'0'1381'0,"0"0"-1101"16,0 0-69-16,0 0 53 16,0 0-68-16,0 0-72 15,4 0 2-15,-2 0-51 0,2-5 7 16,1-7-12-16,0-8-17 15,-3-8-16-15,2-11-7 16,-4-8 2-16,0-12-19 16,0-5-7-16,-4-4 4 15,-16-2-10-15,-7 3 1 16,-4 4-1-16,-7 9 0 16,-3 6 0-16,1 7 0 15,3 7 0-15,1 3 0 16,7 6 0-16,7 4-2 15,7 6-7-15,3 5 8 16,3 3-9-16,3 2-5 16,0-2-18-16,-2 2-24 0,-3-1-15 15,-5 0-25-15,3 0-44 16,-3 0-109-16,7 0-122 16,3-2-112-16,6-7-72 15,0-2 340-15,0-5 216 16,8-4 135-16,6 2 195 15,-3 4-29-15,-2 3-57 16,-5 9-36-16,-4 8-54 16,0 0-61-16,0 11-73 15,0 17 24-15,0 9-6 16,0 7 3-16,0 1-5 16,-4-1-8-16,-3-3 4 0,-1-2-25 15,-2-7 16 1,1-6-15-16,3-6 3 0,2-8-2 15,2-8 7-15,-1-4 7 16,3 0 36-16,0-16 60 16,0-18-67-16,0-12-24 15,3-10-28-15,5-6 8 16,-1 4-7-16,2 4 5 16,-2 11-6-16,-3 13 1 15,0 9 0-15,-4 11 1 16,2 3 7-16,-2 6-8 15,0 1 4-15,0 0-5 16,0 0-1-16,0 22-12 16,-8 17 4-16,-10 20 9 0,-9 10 0 15,0 4 1-15,1-5-1 16,1-10 0-16,7-13 7 16,3-13-7-16,5-10 0 15,4-10 1-15,2-9 0 16,-1-3 11-16,-3 0 9 15,-2-18-4-15,-3-8-14 16,-1-3 3-16,-1-2 1 16,4-1-6-16,2 6-2 15,6 0 2-15,3 3-1 16,0 2 7-16,0 3-6 16,7 2 12-16,0 4-3 15,0 6 16-15,-5 4-20 16,0-1 9-16,2 3-15 0,7-3-11 15,8-3 11 1,7-2 12-16,10-4-11 0,2-2 5 16,-2-1-5-16,-5 1-1 15,-9 4 2-15,-8 3-1 16,-6 3-2-16,-3 0 1 16,-3 4 0-16,0-3 7 15,0-1-7-15,6-1 6 16,-4-2-6-16,2 0 0 15,-1 0 0-15,-5 6-2 16,0 1-37-16,0 0 32 16,-7 22-7-16,-13 10 14 0,0 7 1 15,-4-1 0-15,1 1 0 16,5-9 0-16,3-7 5 16,4-8-5-16,6-7-1 15,3-6 0-15,2-2 13 16,0 0 1-16,0-20 2 15,0-11-10-15,0-8-5 16,0-7-1-16,0-7 6 16,0 4-14-16,5 4 9 15,1 11-2-15,1 9-10 16,-3 14 11-16,-4 8-1 16,0 3-4-16,0 0-6 15,0 21-5-15,-9 7 14 0,-7 7-4 16,-1-1 6-1,1-4 1-15,3-4 0 0,3-6-1 16,4-4 0-16,4-4 0 16,0-4 0-16,2 0-1 15,0-4 2-15,0-2 2 16,0-2-3-16,0 0 0 16,0 0 1-16,0 0 8 15,-2 3-9-15,-1 9 0 16,-1 7-12-16,0 8 12 15,-2 8-8-15,4 3 13 16,0-4-11-16,2-4 7 16,0-8-1-16,0-5 1 15,0-7 0-15,0-8 0 16,0-2 0-16,0 0 15 0,0-11-5 16,0-15 5-16,0-9-16 15,0-9 0-15,0-2-1 16,0 0 1-16,0 7 0 15,0 11 0-15,0 11 4 16,0 5-3-16,0 9-2 16,2-2 2-16,0 4-8 15,6-5 5-15,5-6-17 16,7-4 1-16,9-4 10 16,7-2 8-16,-3 2 2 15,-4 3 7-15,-11 8-8 16,-7 4-2-16,-7 3-4 0,-4 2-8 15,0 0 12 1,0 0 0-16,0 14-1 0,0 10-2 16,-10 5 4-16,-6 5 0 15,1 2 0-15,-4-2 9 16,2-4-9-16,5-9 1 16,6-4-2-16,1-9 1 15,5-4 0-15,0-4 1 16,0 0 1-16,0 0-2 15,9-12 1-15,5-5 7 16,-1 3-7-16,0-1 8 16,-6 5-8-16,-2 6-1 15,-5 4 0-15,0 0-13 0,0 2 12 16,0 18-8 0,0 4 8-16,0 2 2 0,0-2-2 15,0-4 0-15,-2-6-30 16,-1-2-58-16,-2-2-93 15,3-6-450-15,0-1-419 0</inkml:trace>
  <inkml:trace contextRef="#ctx0" brushRef="#br0" timeOffset="81010.44">23869 14149 829 0,'0'0'401'0,"0"0"-160"16,0 0-48-16,0 0 44 15,0 0 6-15,0 0-82 0,4-99-33 16,2 97-12-16,-6 2-35 15,0 2-28-15,0 24-25 16,0 17 66-16,0 6 4 16,-6 12-36-16,0 3-20 15,2-2-27-15,1-8-2 16,1-5-12-16,2-12 5 16,-2-6-6-16,0-11 1 15,0-8-1-15,2-6-5 16,-2-6-22-16,-1 0-45 15,-6-6-145-15,-2-4-359 16,2 0-430-16</inkml:trace>
  <inkml:trace contextRef="#ctx0" brushRef="#br0" timeOffset="81416.09">23760 14529 1753 0,'0'0'253'0,"0"0"-125"16,0 0-31-16,0 0-39 15,0 0-40-15,0 0-9 16,0 0-8-16,123-17 1 16,-85 9 8-16,-7-1-10 15,-9 4 5-15,-7 0-4 16,-7 5-1-16,-8 0 0 15,0 0-15-15,0 15 15 16,-3 7 12-16,-4 4 28 0,-1 1-13 16,3-10-8-16,1 1-1 15,-1-10 13-15,3 0-13 16,-3-6 32-16,-1-2 19 16,-3 0 30-16,-7 0-33 15,-3-6-39-15,-6-6-12 16,0-4-14-16,0 2 10 15,3-2-10-15,7 4-2 16,6-4-10-16,9 4-66 16,2 0-136-16,20 0-109 15,0 6-459-15</inkml:trace>
  <inkml:trace contextRef="#ctx0" brushRef="#br0" timeOffset="82640.18">25492 13980 1227 0,'0'0'268'0,"0"0"-198"16,0 0 28-16,0 0 34 16,0 0-22-16,0 0-20 15,0 0-35-15,11 95-24 16,-4-69-2-16,0 6 42 15,-5 0 3-15,-2 6 1 16,0 0 5-16,0 0-10 16,0-1-30-16,-2-8-22 0,2 0-9 15,0-13-8-15,0-2-1 16,0-5-15-16,0-4-73 16,-5 2-103-16,-8 4 4 15,-3 1 55-15,-2-1-76 16,2 1 9-16,3-3 97 15,5-6 73-15,4-1 29 16,4-2 7-16,0 0 146 16,0 0-29-16,0-7-16 15,0 0 69-15,0 7-6 16,0 0-104-16,0 0-50 16,0 12-5-16,0 5 19 15,4-1-11-15,7-3-1 16,5-2-9-16,1-8-1 15,3-3-9-15,5 0-12 0,-10-3-150 16,-6-8-373-16</inkml:trace>
  <inkml:trace contextRef="#ctx0" brushRef="#br0" timeOffset="83181.08">23844 14395 803 0,'0'0'287'16,"0"0"-198"-16,0 0-50 16,0 0-39-16,0 0-41 15,0 0-141-15,0 0-9 0,21 0-81 16</inkml:trace>
  <inkml:trace contextRef="#ctx0" brushRef="#br0" timeOffset="84178.28">25376 14506 745 0,'0'0'286'16,"0"0"-153"-16,0 0-84 16,0 0-27-16,0 0-4 15,0 0 18-15,0 0 13 16,134-21 22-16,-108 18 31 16,-7 3-31-16,-6 0-48 15,-4 0-11-15,-4 0-6 0,1 0 1 16,-2 6 0-16,-1 1-5 15,-3 2 11-15,0 3-1 16,0 1 82-16,-13 4 48 16,-8 3-76-16,1-2-45 15,3-2-15-15,3-6-5 16,7-4 5-16,5-4 4 16,2-2 43-16,0 0 62 15,0-11-46-15,0-4-8 16,0-2 5-16,0 3-9 15,0 5-22-15,0 3-17 16,0 1-10-16,0 5-8 0,0 0-6 16,0 0-89-16,2 0-114 15,10 13-39-15,1-1-335 0</inkml:trace>
  <inkml:trace contextRef="#ctx0" brushRef="#br0" timeOffset="85222.41">27409 14107 1079 0,'0'0'196'16,"0"0"-61"-16,0 0 75 16,0 0-55-16,0 0-54 15,0 0 7-15,0 0 12 16,5-11 43-16,-3 2-40 0,0-3-61 16,2-6-29-16,2-6 5 15,0-1-15-15,0-1 20 16,3 1 7-16,-2 4 1 15,-2 7 36-15,-1 1-28 16,-2 8-2-16,0 5-5 16,1 0-18-16,-1 0-34 15,2 20-1-15,-2 13 1 16,3 12 1-16,0 5 11 16,-3 6 5-16,0 1-4 15,3-5-11-15,-3-6 7 16,2-5-8-16,-4-8-2 15,0-8-4-15,0-8-58 16,0-1-97-16,0-10-160 16,-13 1 77-16,-3-6 56 0,-1-1-36 15,-6 0-38 1,3 0 163-16,-3 0 72 0,4 0 26 16,3 0 54-16,5 0 50 15,2 0 41-15,7 0 14 16,2 0 9-16,0 0 1 15,0 0-27-15,0 0-37 16,7 0-11-16,1 0-63 16,3 0-13-16,1 4-12 15,-4 1-5-15,1 0 0 16,1 2 0-16,-4-1 0 16,-2-5 0-16,1-1 7 15,-3 2-7-15,-2-2-1 0,0 0 9 16,0 0 6-1,0 0 37-15,0 0 24 0,-2 0-43 16,-5 0-24-16,1 0-1 16,-2 0-7-16,6 0 4 15,2-2-5-15,0 1 0 16,0 1-33-16,0 0-50 16,0 0-98-16,21 3-59 15,-1 12-140-15,-1-7-700 0</inkml:trace>
  <inkml:trace contextRef="#ctx0" brushRef="#br0" timeOffset="85859.93">28925 14243 1655 0,'0'0'275'15,"0"0"-203"-15,0 0 81 16,0 0 46-16,0 0-59 15,13 126-62-15,-9-91-29 16,2-3-28-16,-2-9-6 16,0-6-7-16,1-8-8 15,-5-4 2-15,2-5 7 0,-2-5 19 16,2-22-18 0,-2-9 4-16,0-9-8 0,0 1 0 15,0 8-6-15,0 9 17 16,0 15 66-16,0 3-2 15,0 9-42-15,0 2-32 16,0 22-1-16,4 8-5 16,1 16 17-16,0 1-3 15,1 5-9-15,1 0-6 16,-3-2 1-16,-2-6-1 16,-2-4-25-16,0-10-40 15,0-4-96-15,0-18-186 16,-10-2-158-16,1-8-253 0</inkml:trace>
  <inkml:trace contextRef="#ctx0" brushRef="#br0" timeOffset="86237.94">28861 14686 1114 0,'0'0'338'0,"0"0"-24"16,0 0-4-16,0 0-69 15,0 0-103-15,0 0-67 16,0 0-19-16,17 0-37 15,-1-2-6-15,3 2-7 16,6-2-1-16,2-1 1 16,-2 0-1-16,-7 1 7 15,-5 0-8-15,-9 2 0 16,-4 0-4-16,0 8 3 0,0 10 2 16,0 1-1-16,-6 1 6 15,-1-5 1-15,5-5-5 16,0-2 5-16,2-8-5 15,-2 0 19-15,-1 0 70 16,-2 0 21-16,-1-18-33 16,-3-2-58-16,-5 0-14 15,4-1-6-15,-1 6 1 16,1 7 4-16,4-2-6 16,3 6 0-16,1 4-28 15,2 0-54-15,-4 4-136 16,0 12-160-16,-4 1-304 0</inkml:trace>
  <inkml:trace contextRef="#ctx0" brushRef="#br0" timeOffset="127958.33">20862 14995 1555 0,'0'0'268'0,"0"0"-136"16,0 0 175-16,0 0-110 16,0 0-118-16,0 0-27 15,-17 13-19-15,38-8-8 16,14 7 33-16,13-3 2 0,14 4 7 16,12 1-10-1,13-2 0-15,4 2-3 0,6 0-4 16,-6-3-18-16,-2 1-17 15,-9 0-9-15,-4-3-5 16,-3-4 9-16,-2 0-9 16,1-1 14-16,-7-4-15 15,-7 0 6-15,-12 0-5 16,-12 0 8-16,-12 0 0 16,-8 0-1-16,-8 0 5 15,-1 0-1-15,-1 0 2 16,-2 0-14-16,2 0 8 15,0 0-8-15,-2 0 6 16,0 0-6-16,-2 0 1 0,0 0 0 16,0 0 0-16,0 0 4 15,0 0-5-15,0-4 0 16,0 3-6-16,-4-3-5 16,-6-5-5-16,-1 0-4 15,-3 1 7-15,-1-9 4 16,-3 5 7-16,3 0 1 15,3 0 1-15,1 7 0 16,5 0 0-16,4 1 18 16,2 4 2-16,0 0-15 15,0 4-5-15,0 13 0 16,6 6 0-16,1 0 8 16,-1 4-8-16,-1 4 9 0,-2-8-9 15,-3 4 1-15,0-1 0 16,0-8 6-16,0-6-6 15,0-2-1-15,0-10 1 16,0 0 7-16,0 0 5 16,0-19-12-16,0-8 0 15,-6 1-1-15,0-5-1 16,-1 4 0-16,-1 0 0 16,1 1 1-16,-2 4 0 15,0 2-1-15,3 4 2 16,-1 6 4-16,4 0 1 15,1 7 8-15,2 2 5 16,0 1-8-16,5 0-10 16,19 0 1-16,9 0 7 0,8 0-8 15,-3 4 9-15,-5 6-9 16,-6-6-1-16,-9 6 0 16,-5 0 0-16,-4 2 0 15,-5 6-1-15,-4-4 1 16,0 8 0-16,0 0 1 15,-15 5 0-15,-8-8 8 16,-1 4-8-16,-2-1 0 16,1-6 1-16,5-3 0 15,7-2-2-15,5-3 1 16,4-8 0-16,4 0 8 16,0 0 5-16,0-7-13 15,0-8 8-15,2-3-9 16,8 4 1-16,-2-2-1 0,-1 6 1 15,-5 1 1-15,-2 5-2 16,0 3 1-16,0-3 0 16,0-1-1-16,-7 4 1 15,-3-2-1-15,0 2 0 16,4-2 0-16,1 2 0 16,3 1 1-16,2 0 8 15,0-4-9-15,0-3 7 16,15-3-6-16,6-4-1 15,1 0 0-15,-3 2 1 16,-2 2 0-16,-9 7 1 16,-6 0-1-16,-2 3 0 0,0 0-1 15,0 0 0-15,-10 4-1 16,-7 8 1-16,2 4 0 16,-1-6 0-16,8-2 0 15,3-2 0-15,5-3-1 16,0-1 1-16,0-2 0 15,0 0 0-15,0 0 0 16,0 0-1-16,0 2 1 16,0-1 0-16,0 3-2 15,7 5 2-15,1-8-2 16,4 6-10-16,1-1 2 16,1-2-7-16,-1-3 2 15,3 3-7-15,-1-1 3 0,1-2 1 16,-5-1 6-1,-4 5 4-15,-5-5 7 0,-2 0 1 16,0 0 0-16,0 0-1 16,0 0 0-16,0 0 0 15,-11 0-35-15,-2 0-53 16,-3 0-92-16,-4 0-165 16,4 10-217-16,2 2-324 0</inkml:trace>
  <inkml:trace contextRef="#ctx0" brushRef="#br0" timeOffset="131732.85">2766 7166 542 0,'0'0'0'0,"0"0"-77"16,-150 53 61-16,100-39 16 15,13-7 87-15,18-4 27 16,11-1-12-16,8-2-32 16,0 0-34-16,0 0 24 15,4 2-29-15,-2 1-15 16,-2 4-15-16,0 3 99 15,0 2 43-15,0 2-11 16,-6 1-41-16,0 5-22 16,-1-3-10-16,1 7-17 15,0 2 5-15,0 4-12 0,2 6 7 16,0 9-23 0,-1 2 13-16,-1 6-11 0,-1 1-1 15,2 1-2-15,3 2-4 16,0 4 3-16,0 5-4 15,2 2 7-15,-3 6-11 16,3 0 9-16,0 0-8 16,0 2-9-16,0 3 1 15,0 3 11-15,3 3-4 16,8 8 4-16,2-1 3 16,0 5-15-16,5-4 23 15,-1-6-24-15,0 1 11 16,-3 1-9-16,-1-4 5 0,-3 4-6 15,0 0 5 1,1-3-4-16,-3-4 8 0,2-2-5 16,-1-3-4-16,-1-4 11 15,-1-3-11-15,-2-3 5 16,-1-4-4-16,1 0 5 16,-3-5-5-16,-2-5 5 15,0-7-6-15,0-9-1 16,0-8 13-16,-7-7-13 15,-9-6 15-15,1-8-2 16,-3-8 11-16,1 0 1 16,1-10 27-16,5-16-27 15,-1-4-16-15,6 0-4 0,1 4-4 16,5 5 2 0,0 7-3-16,0 4 0 0,0 5-1 15,5-2-5-15,11 3 5 16,3 4-7-16,6 0 7 15,4 0-11-15,0 11 11 16,0 8-12-16,0 12 13 16,-4 2-1-16,-6 7 1 15,1 3-2-15,-1 1 2 16,-6-2-1-16,0 0 1 16,-2-2-1-16,-2-3 2 15,-5-1-2-15,1 0 1 16,0 0 0-16,-1 3 1 15,1 2-1-15,-1 1 1 0,2 4-1 16,-1 1 1-16,-1 9-1 16,-1-1 0-16,-1 6 2 15,0 1 3-15,3 0-4 16,-1 0-1-16,0 0 0 16,3-1 0-16,-5 0 1 15,3 4-1-15,2 3 3 16,-1 5-3-16,3 7 6 15,5 7-5-15,-1 5 0 16,5 1 0-16,1-1 5 16,6-6-4-16,-2-5-1 15,1-9 7-15,1-4-8 16,-3-8 0-16,2-8 6 0,5-3-2 16,5-8-4-16,11-6 0 15,30 5-1-15,-6-10-254 16,-9-10-748-16</inkml:trace>
  <inkml:trace contextRef="#ctx0" brushRef="#br0" timeOffset="148821.33">22487 11105 707 0,'0'0'212'0,"0"0"-37"15,0 0 103-15,0 0 6 0,0 0-34 16,25-108-26 0,-18 101 12-16,-5 7-43 0,2 4-123 15,0 32-47-15,1 24 50 16,2 18 76-16,-3 11-34 16,3 5-43-16,-1-3-12 15,3-10-26-15,5-10-4 16,-1-11-19-16,1-14 4 15,-3-11-15-15,-5-14 6 16,-4-10-5-16,0-5 1 16,-2-6 7-16,0 0-9 15,0 0-49-15,-2 0-74 16,-19 0-116-16,-2-8-310 0,5-3-215 16</inkml:trace>
  <inkml:trace contextRef="#ctx0" brushRef="#br0" timeOffset="149301.29">22452 11694 1435 0,'0'0'352'0,"0"0"-129"16,0 0 108-16,0 0-108 15,0 0-61-15,0 0-69 16,0 0-41-16,-14 0 12 16,30 0-7-16,4-1-19 15,4-3-26-15,5 1-12 16,2-1 9-16,1 4-8 15,-6 0-1-15,-1 0 1 16,-8 0-1-16,0 0 1 0,-9 8-7 16,-1 12 9-16,-4 10-4 15,-3 6 2-15,0 7 6 16,0-2-6-16,0-6 0 16,0-5 0-16,0-8 0 15,-6-7 4-15,4-10-4 16,0-3 6-16,-4-2-6 15,-3 0 23-15,-5-18 17 16,-5-6-26-16,-2 1-6 16,-1-2-3-16,2 6 3 15,2 5-8-15,2 2 14 16,7 4 1-16,5 7 23 16,4-1-15-16,0 0-7 0,0 2-16 15,0 0-1-15,0 0-2 16,0 0 1-16,0 0 1 15,4 0 0-15,8 0-2 16,3 0-16-16,1 0-54 16,6 0-39-16,13 2-156 15,-2 6-288-15,-8 0-177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18:14.2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1877 1296 1245 0,'0'0'227'0,"0"0"52"15,0 0-11-15,0 0-19 16,0 0-57-16,0 0-41 15,-27-17-47-15,29 36-62 16,29 41-24-16,11 49 53 16,7 44 17-16,-3 16-55 15,-15-11-9-15,-14-40-13 16,-5-38-1-16,-6-22-9 0,-1-7-1 16,1 0 0-16,1 0 0 15,0-3-48-15,-5-17-96 16,0-16-201-16,-2-13-683 0</inkml:trace>
  <inkml:trace contextRef="#ctx0" brushRef="#br0" timeOffset="329.4">1950 1562 1681 0,'0'0'257'15,"0"0"-185"-15,31-106 45 16,16 66-15-16,20 5 4 16,11 13-46-16,8 17-4 15,1 5-19-15,-6 37 14 16,-12 25-7-16,-18 17-18 16,-15 7 24-16,-18 6-24 15,-16 0 6-15,-2-5-23 16,-22-7 2-16,-14-6-10 15,-9-6 11-15,-1-12 0 16,-1-8-4-16,5-14-1 16,2-13-4-16,6-15 6 15,8-6-9-15,3-8-38 0,17-50-235 16,6 3-237 0,0-1-703-16</inkml:trace>
  <inkml:trace contextRef="#ctx0" brushRef="#br0" timeOffset="504.45">2855 1969 1722 0,'0'0'277'0,"0"0"-95"16,0 0 64-16,0 123-92 16,0-92-84-16,0-4-40 15,16-8-25-15,-1-4-5 16,6-15-161-16,-4 0-112 0,-8-7-343 15</inkml:trace>
  <inkml:trace contextRef="#ctx0" brushRef="#br0" timeOffset="653.48">2797 1802 2104 0,'0'0'279'15,"0"0"-202"-15,0 0-77 16,0 0-220-16,127-54-601 0</inkml:trace>
  <inkml:trace contextRef="#ctx0" brushRef="#br0" timeOffset="1125.19">3495 1738 1910 0,'0'0'255'16,"0"0"-64"-16,0 0-31 16,-123 63-80-16,98-26-47 15,10 6-21-15,9 1 2 16,6-2-13-16,6-7 21 16,25-10 6-16,9-9-6 15,10-13 5-15,2-3-6 16,-2 0-21-16,-10-21-5 15,-9-5-41-15,-11-6-17 0,-13-5 2 16,-7 0 5 0,0 0 56-16,-2 9 19 0,-9 6 54 15,4 10 7-15,5 10-17 16,2 2-56-16,0 10-5 16,17 23-2-16,8 13 1 15,6 15 21-15,-2 14-11 16,-2 5 22-16,-4 7-8 15,-8-3 0-15,-9-6-7 16,-6-8-4-16,-2-10 1 16,-27-11 1-16,-9-10 31 15,-11-6-19-15,-6-13 30 16,-3-8-8-16,2-10-26 16,7-2-18-16,11 0 0 15,13-21-6-15,17-6-72 0,21-36-121 16,20 7-452-16,10-2-341 15</inkml:trace>
  <inkml:trace contextRef="#ctx0" brushRef="#br0" timeOffset="1314.64">3923 1949 593 0,'0'0'1585'0,"0"0"-1355"16,0 0-7-16,0 0-79 0,4 131-40 15,8-88-59 1,3-2-36-16,1-7-9 0,-1-8-26 16,-1-11-74-16,-1-15-154 15,-5 0-362-15,0-5-505 0</inkml:trace>
  <inkml:trace contextRef="#ctx0" brushRef="#br0" timeOffset="1479.12">3867 1775 2354 0,'0'0'292'16,"0"0"-181"-16,0 0 1 16,0 0-112-16,0 0-63 0,0 0-119 15,120-39-459-15</inkml:trace>
  <inkml:trace contextRef="#ctx0" brushRef="#br0" timeOffset="1720.57">4402 1485 1989 0,'0'0'649'0,"0"0"-565"16,0 0-23-16,0 0 26 15,16 133 49-15,8-51-63 16,3 10-25-16,-3 0-39 0,-1-3 8 16,-4-11-17-1,-3-11 0-15,-3-18-24 0,-3-15-33 16,-6-13-59-16,-4-21-154 16,0-2-231-16,-16-19-783 0</inkml:trace>
  <inkml:trace contextRef="#ctx0" brushRef="#br0" timeOffset="1893.07">4296 2101 447 0,'0'0'1752'16,"0"0"-1408"-16,0 0-65 16,0 0-173-16,0 0-57 15,155-78-32-15,-84 48-17 16,-2 0-65-16,-2 4-196 0,14 2-84 15,-17 6-165-15,-17 6-578 16</inkml:trace>
  <inkml:trace contextRef="#ctx0" brushRef="#br0" timeOffset="2118.69">4882 1963 1257 0,'0'0'325'16,"0"0"-93"-16,-12 110 120 16,12-64-72-16,7-3-159 15,27-14-37-15,12-8-16 16,12-18-23-16,6-3-18 15,4-14-5-15,-11-18-8 0,-10-4-7 16,-15-5-7 0,-16 2 9-16,-16 3-9 0,0 4 14 15,-23 3 47-15,-6 8 14 16,-6 3-26-16,1 6-27 16,3 5-21-16,6 2-1 15,9-4-92-15,8 4-195 16,8-7-546-16</inkml:trace>
  <inkml:trace contextRef="#ctx0" brushRef="#br0" timeOffset="2350.34">5405 1838 1418 0,'0'0'727'0,"0"0"-653"16,0 0 142-16,0 0 39 15,137 133-106-15,-93-77-115 16,-9 2-12-16,-14 0-16 16,-17-5 1-16,-4-5-7 15,-16-10 0-15,-15-10-1 16,-7-7-11-16,-6-10-19 16,-21-11-81-16,14 0-192 15,6-11-315-15</inkml:trace>
  <inkml:trace contextRef="#ctx0" brushRef="#br0" timeOffset="2973.43">7060 1777 1773 0,'0'0'252'16,"0"0"-117"-16,13 114 73 0,5-50-49 15,3 4-53-15,4-6-48 16,-2-8-43-16,-3-13 0 16,-7-15-15-16,-7-19-30 15,-6-7 9-15,0-14 21 16,0-26 6-16,-8-12-5 16,4-6 20-16,4-3 19 15,2 10 36-15,27 10-47 16,8 17-17-16,11 19-11 15,0 5-1-15,-1 22 1 16,-7 19 0-16,-9 5 4 16,-8 7-3-16,-12-5-1 15,-7-10 0-15,-2-12-2 0,-2-14-4 16,0-12-19 0,0-5 12-16,-11-32-33 0,1-14 13 15,0-10 23-15,10-6 8 16,0 6 2-16,12 9-1 15,17 17 8-15,4 21-8 16,5 14 9-16,-1 17 9 16,-1 22 16-16,-5 14-6 15,-4 5-11-15,-9-2-16 16,-3-6-1-16,1-8-6 16,5-9-96-16,-6-16-261 15,-1-13-969-15</inkml:trace>
  <inkml:trace contextRef="#ctx0" brushRef="#br0" timeOffset="3574.48">8005 1910 1945 0,'0'0'266'15,"0"0"-143"-15,0 0 13 16,151-75-79-16,-109 61-35 15,-11 2-13-15,-17 4-5 16,-14 1-4-16,-11 4-30 16,-27 1 29-16,-11 2 2 15,-4 2 4-15,-1 20-4 16,5 14 10-16,13 11 4 0,9 12 9 16,14 7 3-16,13 0 16 15,0-3 4-15,20-12-29 16,18-14-13-16,6-18 5 15,8-15 1-15,2-4-11 16,-1-30-198-16,-4-13-262 16,-9-10-278-16,-11-2 288 15,-9 0 450-15,-9 9 315 16,-7 11 242-16,-4 12-217 16,0 15 8-16,0 8-135 15,8 8-169-15,3 26-24 16,7 13-2-16,1 6-5 15,6-1-3-15,-3-4-9 0,-4-9 30 16,-2-13-29-16,-10-12 8 16,-4-14-10-16,-2 0 18 15,0-24-3-15,-13-15-6 16,2-9-1-16,6-8-8 16,5 0 7-16,0 4 12 15,19 10-4-15,5 8-15 16,2 14 28-16,3 16 4 15,2 4-17-15,-2 13-6 16,-2 20 4-16,-4 6 10 16,-5 2-14-16,-3-5-9 15,1-4-6-15,33-2-63 16,-4-7-232-16,5-11-463 0</inkml:trace>
  <inkml:trace contextRef="#ctx0" brushRef="#br0" timeOffset="4098.85">8994 1949 65 0,'0'0'1826'16,"0"0"-1581"-16,0 0-4 16,0 0-74-16,0 0-96 15,-102 131-22-15,112-92 11 16,26-3-18-16,11-11-20 15,7-16-6-15,6-9 11 16,-2 0-27-16,-7-13-9 16,-8-11-137-16,-10-1-50 0,-6 2-38 15,-10 4 104-15,-5 5 93 16,-6 6 37-16,-6 5 83 16,0 3 151-16,0-3 2 15,0 3-52-15,0-4-21 16,-6-3-45-16,-4-5-31 15,0-5-44-15,-1-7-16 16,1-4-12-16,10 0-14 16,0 0-1-16,8 3-47 15,21 5 46-15,8 3-35 16,5 3 9-16,1 4-16 16,-5 0 1-16,-9 3 2 0,-10 3-14 15,-7 3 39 1,-10 1 9-16,-2 0 5 0,0 0 1 15,-12 20 14-15,-7 10-13 16,-1 10-1-16,2 8 0 16,11 4 1-16,7 0-1 15,0-8 0-15,25-8-12 16,10-9-76-16,12-13-32 16,36-14-157-16,-14-9 141 15,-7-13-784-15</inkml:trace>
  <inkml:trace contextRef="#ctx0" brushRef="#br0" timeOffset="4319.67">9955 1794 1687 0,'0'0'569'0,"0"0"-446"15,0 0 58-15,0 0-31 16,81 129-78-16,-58-73-48 15,-4-1-2-15,-11-6-13 16,-6-9-4-16,-2-10-5 16,0-12-110-16,-17-9-160 15,-18-9-233-15,6-21-209 16,4-3-299-16</inkml:trace>
  <inkml:trace contextRef="#ctx0" brushRef="#br0" timeOffset="4813.49">11952 1821 1425 0,'0'0'404'0,"0"0"-230"16,0 0 54-16,-134 38-85 16,107 8-55-16,14 5-8 15,13 2 12-15,5-5-22 16,28-8-28-16,12-16-8 15,4-14-23-15,0-10-11 16,-9-8-28-16,-9-23-20 16,-11-8 5-16,-11-5 35 15,-7 4 8-15,-2 10 69 16,0 9 80-16,0 13-8 16,-4 8-52-16,2 20-71 15,2 26-9-15,0 17 36 0,0 16-6 16,0 4-19-1,6 0-13-15,4-11-5 0,1-14-1 16,-1-14-2-16,2-20-32 16,-1-16-66-16,11-24-96 15,-2-20-17-15,-2-10-594 0</inkml:trace>
  <inkml:trace contextRef="#ctx0" brushRef="#br0" timeOffset="5195.82">12229 1951 1664 0,'0'0'543'16,"0"0"-352"-16,0 0-9 16,0 0 24-16,0 0-94 0,0 0-30 15,127 100-44 1,-76-91-22-16,-4-9-16 0,-7 0-43 16,-8-17-80-16,-13-13-66 15,-9-7-112-15,-10-4-43 16,0 1 59-16,-10 5 217 15,-3 12 68-15,4 9 100 16,6 12 11-16,3 2-64 16,3 0-41-16,23 7 47 15,5 3-5-15,6-1-23 16,-2-4-13-16,-8-1 26 16,-9 3 8-16,-12 2-23 15,-6 8-9-15,0 11 36 16,-17 8 6-16,-2 8 48 0,7 2-45 15,7 0-36-15,5-4 0 16,0-6-23-16,15-7-8 16,10-12 1-16,4-4-6 15,27-13-14-15,-10 0-234 16,6-2-776-16</inkml:trace>
  <inkml:trace contextRef="#ctx0" brushRef="#br0" timeOffset="5661.3">13974 1751 960 0,'0'0'207'0,"0"0"29"15,0 0-130-15,0 0-70 16,-160-7 38-16,108 18 23 16,10 7 21-16,11 5 5 15,10 4-34-15,15 1-46 16,6 0-20-16,6 0-21 0,21-3 18 15,7 2-2 1,-1 2-18-16,-2 0 10 0,-2 5-9 16,-6 2-2-16,-5-2-4 15,-14 0 2-15,-4-5 3 16,-2-5 25-16,-27-8 77 16,-12-5 33-16,-3-4-21 15,0-7-32-15,1 0 15 16,10-8-43-16,8-11-26 15,16 3-28-15,9 1-36 16,21-2-268-16,12 3-353 16,5 2-992-16</inkml:trace>
  <inkml:trace contextRef="#ctx0" brushRef="#br0" timeOffset="6013.22">14215 1782 1631 0,'0'0'345'0,"0"0"-242"16,0 0 92-16,-22 107-16 16,22-52-88-16,13 6-2 15,16-6-23-15,9-8-27 16,1-15 10-16,2-12-24 15,-1-13 1-15,-2-7-7 0,-2-14 2 16,-5-19-12-16,-7-6 22 16,-6-7 35-16,-13 0 6 15,-5 2 12-15,-3 7-11 16,-23 4-23-16,-8 10-16 16,-6 5-17-16,0 8-17 15,2 1 0-15,9 8-8 16,10-2-14-16,19-2-79 15,21-2-129-15,16-2-696 0</inkml:trace>
  <inkml:trace contextRef="#ctx0" brushRef="#br0" timeOffset="6254.55">14721 1913 1827 0,'0'0'299'16,"0"0"-61"-16,0 0 61 15,2 121-156-15,45-92-71 16,20-11-28-16,8-14 15 16,4-4 18-16,-10-20-23 15,-18-16-27-15,-20-8 14 16,-18-4 13-16,-13-3-5 16,-11 7-1-16,-28 7-47 15,-19 10-1-15,-17 17-36 16,-58 10-102-16,15 21-204 15,4 3-1656-15</inkml:trace>
  <inkml:trace contextRef="#ctx0" brushRef="#br0" timeOffset="9376.7">16586 1702 1400 0,'0'0'241'0,"0"0"-133"15,-124 41 98-15,84-7-109 16,15 5-3-16,19 1-19 0,6-3 27 16,24-7-78-16,23-12-13 15,13-10 8-15,6-8 9 16,2-5-18-16,-12-18-10 16,-14-7-13-16,-17-2 13 15,-17 1 9-15,-8 1 9 16,0 7 92-16,-2 6 50 15,-4 11-1-15,1 6-46 16,2 8-74-16,3 33-33 16,0 17 9-16,0 13 10 15,0 8-23-15,3-3 26 16,6-6-28-16,4-12 1 0,1-12 0 16,1-13-2-16,3-15-7 15,3-12-120-15,12-17-50 16,-6-18-120-16,-8-9-723 0</inkml:trace>
  <inkml:trace contextRef="#ctx0" brushRef="#br0" timeOffset="9788.14">17032 1860 1545 0,'0'0'264'0,"0"0"126"15,34 131-123-15,-7-76-101 16,8-6-57-16,15-13-31 15,1-10-30-15,0-16-38 0,-4-10-1 16,-9 0 4 0,-14-26-12-16,-9-8-1 0,-12-6-46 15,-3-4 28-15,-7 2 0 16,-15 3 3-16,4 7-10 16,10 6-30-16,8 6 10 15,6 1-116-15,32 0-94 16,11 2 118-16,9 0 86 15,2 7 46-15,-9 5 5 16,-8 1 100-16,-16 4-38 16,-14 0-53-16,-13 0 7 15,0 0 5-15,-16 5 93 16,-8 9 39-16,-3 7-71 16,0 6-31-16,5 12-17 15,4 7-4-15,11 10-2 0,7 2-9 16,12 0-10-16,23-5-3 15,9-9-12-15,6-14-1 16,19-10-84-16,-11-12-241 16,-5-8-217-16</inkml:trace>
  <inkml:trace contextRef="#ctx0" brushRef="#br0" timeOffset="10261.94">18685 1717 2058 0,'0'0'344'0,"0"0"-124"16,0 0-75-16,0 0-36 16,148 134-60-16,-121-68-34 15,-11 2-2-15,-14-4-11 16,-2-6 10-16,-14-10-12 15,-9-14-6-15,-9-11 4 16,-4-18-10-16,3-5-18 16,4-9 8-16,9-19 13 15,11-9-31-15,9-2-41 16,7-2-141-16,29 3-57 16,6 1 114-16,9 4 125 0,9 3 24 15,3 1 16-15,3 5 124 16,-3 4 32-16,-14 6-101 15,-16 4-44-15,-20 5 8 16,-13 1-12-16,0 4 57 16,-17 0 36-16,-14 0-45 15,0 12-21-15,0 16-7 16,6 8-6-16,11 4-11 16,14 1-10-16,0-4-1 15,23-4-1-15,14-12-7 16,8-7-17-16,47-14-147 15,-12 0-180-15,0-1-128 0</inkml:trace>
  <inkml:trace contextRef="#ctx0" brushRef="#br0" timeOffset="10696.95">19984 1748 2016 0,'0'0'498'0,"0"0"-413"16,0 0 73-16,13 182 25 15,-2-81-102-15,-2-6-29 16,-2-13-28-16,0-24-13 16,-1-2-11-16,1-4-1 15,-5-20-23-15,-2-17-19 16,0-15 17-16,-7-17 25 16,-8-24 0-16,-5-10 2 15,4-7 6-15,3-5-6 16,6 2 0-16,7-2 23 0,16-2-24 15,27 4 0 1,15 1-19-16,8 10 10 0,3 13 18 16,-7 20-4-16,-10 17-5 15,-16 10-1-15,-18 29-21 16,-18 16 22-16,-2 5-1 16,-33 1 2-16,-7-10 15 15,-5-7-15-15,1-10 4 16,4-13 8-16,-1-11-1 15,5-10 0-15,3 0 0 16,8-12-3-16,6-11-9 16,11 3 0-16,10 0-46 0,0 2-34 15,42-8-302-15,-2 6-217 16,2-1-478-16</inkml:trace>
  <inkml:trace contextRef="#ctx0" brushRef="#br0" timeOffset="11042.78">20405 2007 1809 0,'0'0'368'15,"0"0"-136"-15,0 0-81 16,0 0-97-16,118 2 0 16,-60-2-38-16,0-7-7 15,-4-10-9-15,-14-5 0 0,-18-2-4 16,-15-2-49-1,-7 2 38-15,0 2 15 0,-18 4 9 16,3 6-7-16,-2 6 4 16,5 6-6-16,1 0-8 15,1 20-2-15,4 8 10 16,4 2 12-16,2 2 3 16,0-2 15-16,22-6-16 15,9-8 27-15,5-10-20 16,6-6 36-16,3 0-30 15,-1-6-9-15,1-10-18 16,-3-3-7-16,5-8-98 16,-9 8-91-16,-11-2-520 0</inkml:trace>
  <inkml:trace contextRef="#ctx0" brushRef="#br0" timeOffset="11890.34">21473 1806 1759 0,'0'0'396'0,"0"0"-85"15,0 0-118-15,-136 0-114 16,103 27-28-16,6 9 1 16,6 5 36-16,13 5-32 15,8 0-21-15,6-9-35 16,26-7 0-16,15-10 6 0,3-12-6 15,6-8 22-15,-2 0-22 16,-9-20 0-16,-9-11-3 16,-10-13-4-16,-8-7-14 15,-8-16 19-15,-6-7 2 16,-4-3 0-16,0 3 0 16,-14 11 6-16,-1 15 46 15,1 14 1-15,3 14 19 16,4 11-14-16,5 9-23 15,2 12-35-15,0 29-2 16,0 13 2-16,9 16 6 16,2 4-3-16,7-1 5 15,-1-11-16-15,8-10 4 0,6-16-4 16,10-14-40-16,5-15 6 16,6-7 12-16,-2-12-16 15,-5-22 26-15,-16-3-20 16,-11-4 12-16,-15 5 26 15,-3 6 2-15,-10 10 1 16,-11 12 26-16,-4 8-26 16,2 14 1-16,3 23-1 15,7 6 5-15,9 6 9 16,4-7-13-16,4-6-1 16,25-10 8-16,13-12-4 15,10-11 4-15,8-3 3 16,2-7-12-16,-2-18-27 15,-6-4 3-15,-10-5-7 16,-15 2 19-16,-8 8 12 0,-13 5 5 16,-6 14 8-16,-2 5 17 15,0 8-29-15,0 20-1 16,0 7 6-16,0 2-5 16,0-2 17-16,3-10-11 15,8-6 16-15,-2-8-11 16,0-8 1-16,-3-3 16 15,2-14-11-15,-4-18-12 16,4-9-6-16,1-9 0 16,7-4 0-16,5-1-2 15,0 11 4-15,4 12 5 16,0 20-6-16,-3 12 8 16,0 26-9-16,-2 28 0 15,-7 17 2-15,-5 8-1 16,-8 4-1-16,0-9-9 0,0-2-84 15,-10-22-224-15,3-21-806 0</inkml:trace>
  <inkml:trace contextRef="#ctx0" brushRef="#br0" timeOffset="12364.5">24571 1676 1594 0,'0'0'293'0,"0"0"-22"16,-84-133-29-16,43 89-46 15,4 17-40-15,3 11-42 0,7 13-37 16,5 3-26-16,3 21-31 15,0 26 20-15,2 42-13 16,3 41 24-16,10 35-6 16,4 1 16-16,0-31-22 15,2-43-22-15,4-39-17 16,-3-15 1-16,1 3-1 16,-1-4-45-16,-3-11-52 15,0-26-178-15,-10-5-417 16,-9-23-1186-16</inkml:trace>
  <inkml:trace contextRef="#ctx0" brushRef="#br0" timeOffset="12807.3">24035 2252 1455 0,'0'0'607'0,"0"0"-144"15,0 0-235-15,0 0-128 16,137-79-17-16,-58 68 3 16,8 2-3-16,0 6-14 15,-10 3-40-15,-12 0-22 16,-16 0-14-16,-13 12-1 15,-14 7-41-15,-9 6-1 16,-3 3 21-16,-4-3 29 16,3 1 1-16,9-6-1 15,6-6 6-15,14-5-12 16,9-9 6-16,2 0-40 16,-5-23-41-16,-3-6 4 0,-14-12-40 15,-8-6 49-15,-7-2 51 16,-8 7 17-16,1 10 66 15,-1 13 8-15,0 19-6 16,8 0-68-16,3 25 0 16,8 17 6-16,4 9 11 15,0 0-8-15,-2-2-8 16,0-8 1-16,-7-12-2 16,-5-12 0-16,-3-17 3 15,-6 0-3-15,-4-20 31 16,0-18-5-16,0-11-2 15,0-7 19-15,7-6 12 16,8 3-34-16,9 6-21 0,12 15-37 16,22 23-83-1,-9 10-486-15,-4 5-586 0</inkml:trace>
  <inkml:trace contextRef="#ctx0" brushRef="#br0" timeOffset="13190.59">25606 2280 869 0,'0'0'676'16,"0"0"-170"-16,0 0-166 15,0 0-72-15,0 0-18 16,0 0-85-16,0 0-107 16,0-54-44-16,9 1-13 15,13-5-1-15,8-4-36 16,7 6 11-16,1 14-5 16,2 17 18-16,-2 22 11 15,-2 6 1-15,-5 32-6 16,-6 17 4-16,-6 8 2 0,-5-2 0 15,-10-5 3 1,-2-15 4-16,-2-12-10 0,0-17 4 16,0-9-2-16,0 0-5 15,0-27 6-15,0-13 6 16,0-11-5-16,11 0 12 16,16-2-13-16,9 9 21 15,2 16-20-15,0 16 0 16,-3 12 8-16,-8 16 0 15,-6 20-7-15,-6 8 7 16,-5 2 13-16,0-2-14 16,3-5-8-16,10-7-8 0,54-2-20 15,-1-8-168-15,3-10-445 16</inkml:trace>
  <inkml:trace contextRef="#ctx0" brushRef="#br0" timeOffset="13474.47">26767 2043 1998 0,'0'0'255'16,"0"0"-124"-16,0 0 84 15,-66 124-73-15,66-76-63 16,0-4-54-16,19-11-5 16,17-15-10-16,4-12 8 15,2-6 12-15,-4-11-3 0,-5-16-8 16,0-16-13-16,0-8-3 15,0-10 3-15,7-2 6 16,-2 2-3-16,0 13 0 16,-6 14 6-16,-9 13 0 15,0 14 19-15,-7 7-4 16,1 0-30-16,-3 14-5 16,10 24-27-16,-2-6-181 15,1-3-585-15</inkml:trace>
  <inkml:trace contextRef="#ctx0" brushRef="#br0" timeOffset="15232.24">29181 1884 1498 0,'0'0'366'0,"0"0"-86"16,0 0 67 0,0 0-85-16,0 0-171 0,0 0-5 15,37-111-14-15,-33 71 1 16,-4-5-26-16,0 3-13 16,0 6 17-16,0 10-12 15,-8 11-3-15,2 15-27 16,-1 0-9-16,3 23-3 15,4 21 3-15,0 12 1 16,0 10 5-16,7 0-5 16,9-1 0-16,-5-5-1 15,-3-10 6-15,-4-8-15 16,-4-6 8-16,-4-7 1 16,-27-4-26-16,-17-1-5 15,-15-2 14-15,-7-1 10 0,4-2 7 16,8-2 1-16,13-5-1 15,21-4 1-15,15-1-2 16,9 0-14-16,0-2-8 16,26 4 23-16,11 1 24 15,7 0 7-15,12-2-5 16,4-2-10-16,6-5-16 16,3-1-1-16,23 0-122 15,-14 0-118-15,-16-7-664 0</inkml:trace>
  <inkml:trace contextRef="#ctx0" brushRef="#br0" timeOffset="15375.32">29529 2336 1294 0,'0'0'309'0,"0"0"166"0,0 0-149 16,0 0-74-16,-31 131-126 16,17-94-72-16,6-4-36 15,8-6-18-15,6-4-17 16,21-9-290-16,4-10-397 0</inkml:trace>
  <inkml:trace contextRef="#ctx0" brushRef="#br0" timeOffset="15502.74">29837 2363 2165 0,'0'0'268'16,"0"0"-173"-16,0 0-95 0,0 0-299 15</inkml:trace>
  <inkml:trace contextRef="#ctx0" brushRef="#br0" timeOffset="15631.57">30202 2372 1650 0,'0'0'949'0,"0"0"-824"16,0 0-125-16,0 0-27 15,0 0-712-15</inkml:trace>
  <inkml:trace contextRef="#ctx0" brushRef="#br0" timeOffset="15764.32">30372 2340 2378 0,'0'0'472'15,"0"0"-325"-15,0 0-49 16,0 0-98-16,0 0-95 15,0 0-119-15,127-18-605 0</inkml:trace>
  <inkml:trace contextRef="#ctx0" brushRef="#br0" timeOffset="15885.4">30761 2354 578 0,'0'0'1723'0,"0"0"-1431"16,0 0-171-16,0 0-121 0,0 0-139 15,0 0-923-15</inkml:trace>
  <inkml:trace contextRef="#ctx0" brushRef="#br0" timeOffset="16157.75">31509 2157 1670 0,'0'0'897'0,"0"0"-763"0,0 0-32 16,-71 113 35-16,42-49-77 15,0 4-37-15,2-3-13 16,4-7-10-16,3-10-1 15,7-12-77-15,13-13-67 16,0-9-436-16,6-9-595 0</inkml:trace>
  <inkml:trace contextRef="#ctx0" brushRef="#br0" timeOffset="16517.12">31874 1644 1011 0,'0'0'883'15,"0"0"-730"-15,114-10 43 16,-56 10-5-16,-2 20-75 15,-5 16-48-15,-16 12 35 16,-8 15-44-16,-15 8 9 16,-10 12 14-16,-2 5-21 15,-2-1-13-15,-16-5-30 0,-3-9 16 16,2-10-23 0,3-13 1-16,3-10-12 0,6-14 0 15,4-8-4-15,3-12-49 16,0-6-51-16,23-4-35 15,-3-18-367-15,-3-2-751 0</inkml:trace>
  <inkml:trace contextRef="#ctx0" brushRef="#br0" timeOffset="16698.08">31932 2164 2205 0,'0'0'375'16,"0"0"-202"-16,0 0-90 0,170-2-23 16,-97 2-48-16,-8 0-12 15,-1 0-36-15,-19 0-201 16,-16 4-569-16</inkml:trace>
  <inkml:trace contextRef="#ctx0" brushRef="#br0" timeOffset="23716.13">1114 1463 793 0,'0'0'313'0,"0"0"-88"15,0 0 52-15,0 0-65 0,0 0-61 16,0 0-37-16,-66-1 8 16,63 1 19-1,3 0 9-15,0 0-18 0,0 0 2 16,0 0-50-16,0 0 1 15,0-2-33-15,16-5-44 16,17-2 20-16,14-4 6 16,8-4-4-16,5-4-4 15,1 1 4-15,-6 5-29 16,-7 1 6-16,-13 7-6 16,-12 7-2-16,-10 0-20 15,-9 5 1-15,-4 12 20 16,0 7 1-16,-15 7 13 15,-10-1-13-15,-8 3 14 16,-5 4-9-16,-5-5-2 0,-1 0-3 16,1-2 5-16,3-6-5 15,11-4 0-15,7-6-1 16,9-6 0-16,9-2 0 16,4-6 1-16,0 0-1 15,0 0 1-15,0 0-2 16,0 0 0-16,8 0-14 15,3-4 15-15,3 1 6 16,5 1-6-16,2 2 2 16,3 0-4-16,3 14-2 15,4 9 2-15,-2 5 2 16,-2 6-1-16,-5 5-17 16,-8 3 17-16,-10 0 1 0,-4-3-6 15,0 0 6 1,-18-5 0-16,-8-5 19 0,-10-6-18 15,-11-9 10-15,-4-8-9 16,-7-6 10-16,0 0-6 16,9-8-5-16,11-1 4 15,12-2-4-15,7 3-2 16,11 1-31-16,0 7-74 16,6 0-232-16,2 0-894 0</inkml:trace>
  <inkml:trace contextRef="#ctx0" brushRef="#br0" timeOffset="25480.22">8457 4858 1617 0,'0'0'345'16,"0"0"35"-16,0 0-91 0,0 0-74 15,0 0-116-15,0 0-32 16,15-20-52-16,-8 45 21 16,0 4 0-16,-2 9-2 15,-3 1-2-15,0-1-4 16,0 1 1-16,2-2-20 16,1-1 3-16,-3-2 0 15,2-2-11-15,-4-1-1 16,2-5 6-16,-2-9-6 15,0-5 1-15,0-5 0 16,0-3 0-16,4-4 1 16,-2 0 4-16,4 0-8 15,5 0 11-15,5-3-1 0,6-6-8 16,4-2 1 0,8-1 1-16,2 0-2 0,4 1 0 15,2 0 1-15,1 6-7 16,-1 0 0-16,-2 3 6 15,1 2 0-15,-2 0 1 16,1 0 0-16,3 0 1 16,-1 0-2-16,3 0 0 15,1 0 0-15,4 5 1 16,1 0-7-16,2 5 7 16,1 0-2-16,0 1 2 15,4-1-2-15,2-3 2 16,7 0-1-16,8-7 0 0,8 0 0 15,6 0 1 1,4 0 15-16,-1 0-25 0,-3 0 10 16,-2 0-2-16,-6 0 1 15,-8 0 0-15,-13 0 0 16,-8 0-1-16,-13 0 0 16,-10 0 2-16,-10 0-4 15,-9 0 14-15,-5 0-11 16,-5-2 0-16,0-3 6 15,0 0-6-15,0-4 6 16,0 2-1-16,0-6-4 16,0 1-2-16,0-5 10 0,0-6-14 15,0-5 5 1,-2-2 0-16,-9-4 1 0,-1 4 5 16,3 2-6-16,1 4 1 15,4 4 10-15,-2 6-9 16,6-1-2-16,0 4 10 15,0-1-10-15,0-2 0 16,0 1 6-16,0 4-5 16,-2-1 7-16,2 1-3 15,0 4-4-15,0 1-2 16,0-1 2-16,0 3-11 16,0 2-33-16,0 0-83 15,14 7-247-15,-1 2-698 0</inkml:trace>
  <inkml:trace contextRef="#ctx0" brushRef="#br0" timeOffset="26494.65">11919 4993 1461 0,'0'0'274'0,"0"0"13"15,0 0 59-15,0 0-130 16,0 0-69-16,0 0-78 0,0 0-48 15,15-22 0 1,-6 48 13-16,-2 6 33 0,-2 5-37 16,-5 1 12-16,0 1-16 15,2-5-4-15,-2-2-7 16,2-6-9-16,0-7 0 16,0-6-6-16,3-2 4 15,4-5 2-15,2-4 4 16,6 0-9-16,8-2 13 15,8 0-4-15,6 0-1 16,5-2-7-16,3-5-2 16,6-1 1-16,3 3 0 15,4-2-2-15,3 4 11 16,-1-1-11-16,0 1 1 16,4 1 0-16,0 0 0 15,10 0 0-15,6 1 0 0,28-1 0 16,28 0-1-16,27 2 2 15,2 0 2-15,-26 0 6 16,-39 0-14-16,-38 0 5 16,-10 5 0-16,2 4 0 15,-7-2-1-15,-2 0 0 16,-12-2 1-16,-10-1-6 16,-2-1 17-16,-2-3-17 15,-3 0 12-15,1 0-5 16,-4 0-1-16,-1 0 1 15,-6 0-1-15,-3 0 1 16,-1 0 4-16,0 0-4 0,3-4 7 16,0-4 0-16,-3-4-8 15,1-4 0-15,-3-2 23 16,-2-4-7-16,0-3 10 16,0-1 4-16,-4-2-15 15,-7-2 7-15,-1-4-21 16,3-1 21-16,-1-6-20 15,2-1 7-15,2 1-8 16,1 8 9-16,1 6 4 16,2 10 5-16,2 3 1 15,0 5-10-15,0 5 7 16,0 3-7-16,0-2-16 16,0 3 6-16,0 0-1 15,0 0-40-15,6 0-75 0,13 3-81 16,2 2-565-16</inkml:trace>
  <inkml:trace contextRef="#ctx0" brushRef="#br0" timeOffset="27816.49">15927 4916 1590 0,'0'0'398'15,"0"0"-36"-15,0 0-118 16,0 0-118-16,0 0-56 16,0 0-59-16,0 0 11 15,11 43-22-15,-7-11 26 16,1 2-17-16,-3-4 6 15,0-2-5-15,1-7 12 16,-3 2-5-16,0-5-7 16,0 0 16-16,-3 3-14 0,-8-2 22 15,2-1-26 1,3 1 2-16,1-3-9 0,3-5 5 16,2-3-5-16,0-4-1 15,0-1 2-15,0-3-2 16,0 0 26-16,11 2-18 15,4-2 19-15,6 0-15 16,6 0 1-16,6 0-5 16,11 0-7-16,12 0 9 15,6-5-9-15,8-3-1 16,1 4 1-16,-4 3-1 16,-7 1 0-16,-8 0 0 15,-4 0 0-15,1 5 0 16,7 3 8-16,11-1-8 0,12-4 0 15,12 4 0-15,7-1-1 16,4 2 3-16,3 4-4 16,-5 0 2-16,-6 3 0 15,-3-1 0-15,-6 1 0 16,2-3-1-16,0-2 1 16,5-1-1-16,1-2 2 15,-6 1-3-15,-14-2 3 16,-12-2-2-16,-22-2 1 15,-14 0 0-15,-11-2 1 16,-8 0-1-16,1 0 11 16,4 0-11-16,3 0 0 15,3-6 8-15,1-2-14 0,-5 2 6 16,-3 4 0 0,-6 0 0-16,-4 2 0 0,0 0-2 15,0-2 2-15,0 2 0 16,0-3 1-16,0-6 16 15,0-3-10-15,2-8-4 16,-2-6-3-16,0-6 4 16,0-4-4-16,0-7 0 15,-8 1 1-15,-9-2 0 16,5 0 22-16,-2 2-23 16,3 0 24-16,2 1-18 15,4 4 19-15,3 2-7 16,0 8 12-16,2 6 1 0,0 7-4 15,0 5 0 1,0 2-9-16,0 4 18 0,0 1-34 16,0 2 25-16,0-2-15 15,0-1 12-15,0 3-9 16,0-2 6-16,0 2-6 16,0 0-9-16,0 0-6 15,0 0 7-15,0 0-17 16,0 0 7-16,0 0 1 15,0 0-14-15,0 0 4 16,0 0-24-16,0 0-21 16,0 0-33-16,0 0-37 0,6 14-16 15,1 7-169 1,-4 1-513-16</inkml:trace>
  <inkml:trace contextRef="#ctx0" brushRef="#br0" timeOffset="31202.59">5887 1013 1420 0,'0'0'313'16,"0"0"-226"-16,0 0 25 15,0 0-12-15,0 0 15 16,0 0-26-16,-106-32-26 16,69 32 7-16,-9 0 7 15,-13 5 15-15,-5 17-13 16,-2 7-18-16,9 7 2 16,10 4 13-16,16 4-40 0,18 0-17 15,13-6-17 1,0-4-2-16,29-8-8 0,9-10 8 15,6-10 0-15,5-6 0 16,1 0-13-16,-2-18-44 16,-8-10-92-16,-9-4-67 15,-8-6-58-15,-12-36-115 16,-6 7-329-16,-5-1 232 0</inkml:trace>
  <inkml:trace contextRef="#ctx0" brushRef="#br0" timeOffset="31368.53">5729 698 681 0,'0'0'701'0,"0"0"-375"15,0 0 12-15,0 0-20 16,0 0-162-16,0 0-56 0,0 0 51 16,15 108-41-16,-15-32-17 15,0 2-65-15,-5-8-2 16,5-8-25-16,0-11-1 16,9-11-16-16,18-14-70 15,27-22-191-15,-5-4-491 16,-3-8-1024-16</inkml:trace>
  <inkml:trace contextRef="#ctx0" brushRef="#br0" timeOffset="31511.33">6179 1013 1602 0,'0'0'258'16,"0"0"218"-16,0 0-244 16,-14 122-100-16,10-80-50 0,4-6-56 15,0-6-25 1,22-9-1-16,47-16-168 0,-2-5-327 15,-3 0-666-15</inkml:trace>
  <inkml:trace contextRef="#ctx0" brushRef="#br0" timeOffset="31794.83">6595 952 1453 0,'0'0'382'0,"0"0"-280"16,0 0 86-16,0 0-95 15,0 0-28-15,0 0 30 16,-66 112-55-16,108-86-19 16,5 3-2-16,-3-2 3 0,-5 2-8 15,-13-1 14-15,-10-2-16 16,-10-3 31-16,-6-8 12 16,0-1-12-16,-17-6-1 15,-14 1-2-15,-8-6-15 16,-5 1-16-16,2-2-3 15,3-2 0-15,16 0-12 16,11 0-26-16,12 0-95 16,12-11-244-16,11-4-492 0</inkml:trace>
  <inkml:trace contextRef="#ctx0" brushRef="#br0" timeOffset="32029.18">6965 792 2220 0,'0'0'377'0,"0"0"-269"15,0 0-27-15,0 102 62 16,8-38-41-16,2 5-53 16,6 1-28-16,2-8-6 15,4-8-15-15,1-10 0 16,-4-12-51-16,-5-8-4 15,-7-14-87-15,-7-10-153 16,0-2-98-16,-13-16-856 0</inkml:trace>
  <inkml:trace contextRef="#ctx0" brushRef="#br0" timeOffset="32253.45">6919 1191 2208 0,'0'0'354'15,"0"0"-151"-15,0 0-136 16,0 0-38-16,114-46-29 16,-66 46-45-16,0 0-25 15,-9 14 49-15,-3 7 15 16,-9 5 6-16,-7 3 13 16,-5-3 18-16,-5-2 11 15,1-4-41-15,5-4-1 16,15-6 0-16,-2-6-293 0,-1-4-903 0</inkml:trace>
  <inkml:trace contextRef="#ctx0" brushRef="#br0" timeOffset="32560.68">7496 1203 1617 0,'0'0'784'0,"0"0"-648"15,0 0 128-15,0 0-98 16,0 0-51-16,9 112-85 15,3-94-8-15,-6-4-21 16,-2-5-1-16,-1-9-23 16,-3 0 10-16,0-14-5 15,0-13-21-15,0-7 17 16,6 0-4-16,10 0 25 16,7 8 1-16,0 6 4 0,4 10 25 15,0 10-6-15,0 0-8 16,0 14 14-16,-5 14 5 15,-7 4-22-15,-4 1-3 16,-5 2 3-16,-4-4-24 16,0-5-15-16,7-6-68 15,-1-8-204-15,2-9-685 0</inkml:trace>
  <inkml:trace contextRef="#ctx0" brushRef="#br0" timeOffset="32779.43">8109 962 2271 0,'0'0'350'0,"0"0"-259"16,0 0 46-16,0 0 8 16,4 153-69-16,1-91-28 15,-2 0-31-15,-1-5-7 16,-2-9-10-16,0-11-27 15,0-11-67-15,0-14-81 16,0-10-311-16,0-2-82 0</inkml:trace>
  <inkml:trace contextRef="#ctx0" brushRef="#br0" timeOffset="33154.74">7875 1277 1824 0,'0'0'616'15,"0"0"-323"-15,0 0-114 16,0 0-125-16,0 0-43 16,138-32-11-16,-82 25-6 15,-2-5-157-15,-1 3-126 16,-6 1 53-16,-12 0 175 16,-8 6 1-16,-12 2 60 15,-5 0 34-15,-3 12 86 16,-3 12 25-16,2 2-1 15,4 2-56-15,5-2-43 16,10-6-9-16,6-6-7 0,7-7 18 16,7-7-23-16,-1 0-1 15,-4-17-23-15,-8-5 18 16,-15 1-18-16,-15-2 15 16,-2 2 0-16,-15 4 26 15,-14 3-13-15,-4 2-13 16,4 2-9-16,6 2-5 15,9 0-2-15,14-4-109 16,5 1-415-16,17-1-937 0</inkml:trace>
  <inkml:trace contextRef="#ctx0" brushRef="#br0" timeOffset="33387.53">8925 1052 1532 0,'0'0'400'0,"0"0"-260"16,0 0-57-16,0 0 116 16,0 0-122-16,60 111-26 15,-29-77-32-15,-8 0 58 16,-12-1 10-16,-11 2-1 16,0-4-19-16,-13-5-22 15,-14-5 0-15,-2-3-44 16,-4-4-1-16,-23-4-93 15,8-3-280-15,2-6-1139 0</inkml:trace>
  <inkml:trace contextRef="#ctx0" brushRef="#br0" timeOffset="55822.62">6861 2213 1169 0,'0'0'203'15,"0"0"-86"-15,0 0 90 16,0 0-75-16,-31-12-62 15,31 12 16-15,0 0-35 16,0 5 29-16,0 1 19 16,0-1 22-16,0 4-50 15,0 0-9-15,0 8-4 16,0 2-4-16,0 10 2 16,-3 2-44-16,-1 6 42 0,0-1-29 15,-1 2 2-15,0-1-19 16,1-3 5-16,0-6-3 15,4-3-9-15,0-6 5 16,0-3-4-16,0-4-4 16,0-4 22-16,0-2-20 15,0-1 0-15,6-1 14 16,1 1-8-16,4-1 19 16,4-3 2-16,6-1 6 15,10 0 0-15,2 0-26 16,5 0 19-16,1 0-20 15,-4 0-8-15,1 5 3 0,-3 1-1 16,-2 1 0-16,0 2 0 16,3-2 0-16,1 0 0 15,8-2-1-15,-1 0 17 16,5-1-16-16,-5 1 0 16,1 0 4-16,-3-1-4 15,-4-2 0-15,-1 2 1 16,1-2-1-16,0 0 0 15,2-2 7-15,6 0-4 16,1 0 6-16,3 0-10 16,2 0 2-16,-6 0 4 15,-3 0-5-15,-8 0-1 16,-2 1 1-16,-4 6 0 16,4-2-6-16,7-5 24 0,13 2-17 15,16-2-1-15,18 0 18 16,11 0-18-16,2 0 1 15,-3 5-1-15,-5 0 8 16,-10 4-17-16,-7-4 18 16,-3 2-20-16,-3-3 20 15,2-4-9-15,4 0 1 16,5 0 4-16,9 0-4 16,2 0-1-16,1 0 5 15,-5 0-4-15,-6 2-2 16,-5 5 16-16,-9-2-28 15,-9 2 19-15,-8-4-7 16,-5 1 1-16,-3 0 0 16,-5-4 0-16,1 0 0 0,-1 0-1 15,-8 0 2-15,-4 0-8 16,-9 0 20-16,-8 0-14 16,-4 0 2-16,-2 0 7 15,0 0-6-15,0 0-1 16,0 0 15-16,3 0-10 15,1 0-6-15,0-2 18 16,1-2-25-16,-3-1 7 16,3-2 0-16,-3 2 0 15,2-2 1-15,1-1 5 16,-1-2-6-16,5-2 0 16,0-2 0-16,0 0-7 15,0-2 20-15,0 2-13 0,-2 0 0 16,-1-1 18-1,-2 1-1-15,3 0 10 0,-3-4 0 16,6 1-17-16,-2-4-5 16,9 0 7-16,-2 0 0 15,1 3-2-15,-3 4-11 16,-5 5 2-16,-2 2 10 16,-4 5 0-16,0 2-1 15,-2 0 0-15,0 0-8 16,0 0-4-16,0-2 16 15,0 2-20-15,0 0 7 16,2-1-1-16,-2 1 0 0,0 0-6 16,0 0-52-16,2 0-58 15,-2 15-89-15,0 7-524 16,0 2-196-16</inkml:trace>
  <inkml:trace contextRef="#ctx0" brushRef="#br0" timeOffset="62992.94">8582 5886 1530 0,'0'0'283'16,"0"0"-186"-16,0 0 46 16,0 0-78-16,123-44-30 15,-99 30 20-15,-9 7-10 16,-2-1 72-16,-5 0-1 16,-4 2 6-16,-2 0-12 15,0 4-8-15,-2 2-36 16,0 0-47-16,0 5-18 15,0 16 0-15,0 4 64 16,0 7-47-16,0-3 16 16,0 2-25-16,0-6 3 0,0 1-12 15,-2-4 10-15,-2-1-10 16,2-1 6-16,-3-4-13 16,0 2-45-16,3-1-105 15,2 9-345-15,0-3 9 16,7-7-776-16</inkml:trace>
  <inkml:trace contextRef="#ctx0" brushRef="#br0" timeOffset="63233.97">8969 6291 1129 0,'0'0'323'15,"0"0"-35"-15,0 0-96 16,0 0-151-16,-71 104-6 16,63-83-35-16,-1 0-44 15,4-8-210-15,2-4-914 0</inkml:trace>
  <inkml:trace contextRef="#ctx0" brushRef="#br0" timeOffset="63690.36">9203 5921 864 0,'0'0'847'15,"0"0"-662"-15,0 0 51 16,0 0-140-16,0 0-57 16,0 0-39-16,0 0-9 15,117-54 8-15,-107 66 1 16,0 2 12-16,-8 2-5 0,-2 4 11 15,0 2-5-15,-9 5 43 16,-13 1 7-16,-5 2-13 16,0-4-17-16,3-1 4 15,3-2 5-15,8-5-21 16,7-1 10-16,6-6-24 16,0-1 4-16,4-2 17 15,16 0 67-15,0-4-15 16,2 1-30-16,1-5-23 15,-6 0-26-15,1 0-1 16,-2 0-36-16,-3 0-63 16,3 0-105-16,0 0-41 15,6 0-63-15,0-9-306 0,-4 3-330 16</inkml:trace>
  <inkml:trace contextRef="#ctx0" brushRef="#br0" timeOffset="63842.03">9521 6162 990 0,'0'0'325'0,"0"0"-124"15,0 0 17-15,0 0-60 16,0 0-19-16,0 0-49 16,25 125-28-16,-25-90-54 15,0-1 19-15,0-1-27 16,0-8-44-16,4-4-125 16,6-7-173-16,5-10-500 0</inkml:trace>
  <inkml:trace contextRef="#ctx0" brushRef="#br0" timeOffset="64268.56">9853 5905 1437 0,'0'0'270'16,"0"0"-33"-16,0 0-93 16,0 0-54-16,0 0-79 0,113 2 7 15,-113 26-2 1,-13 4-5-16,-16 0 18 0,-5-2-8 16,5-6-7-16,5-3-13 15,11-8 10-15,5-4-11 16,8-6-11-16,0 2-27 15,16-5 38-15,5 4 19 16,3 1-10-16,-4 6 19 16,-2 5 0-16,-7 1-9 15,-5 6-8-15,-6 0-3 16,0 0-7-16,0-3 16 16,-17-2 22-16,-1-4 36 15,-5-4-23-15,2-2-44 16,3-6-8-16,1-2-25 15,13 0-85-15,4 0-250 0,0-2-634 16</inkml:trace>
  <inkml:trace contextRef="#ctx0" brushRef="#br0" timeOffset="64419.39">10088 6358 1674 0,'0'0'241'15,"0"0"-174"-15,0 0-28 16,0 0-39-16,-42 107-18 16,36-75-283-16,-2-9-934 0</inkml:trace>
  <inkml:trace contextRef="#ctx0" brushRef="#br0" timeOffset="64772.33">10530 5970 1753 0,'0'0'486'0,"0"0"-330"16,0 0-21-16,0 0-53 15,0 0-50-15,0 0 44 0,0 0-59 16,-67 127 1 0,54-100-17-16,2-6 15 0,6-4-16 15,5-3 0-15,0-4 9 16,0-5-2-16,16 0 35 16,8-3-24-16,5-2 8 15,2 0-26-15,1 0-80 16,-3-7-90-16,-5-4-106 15,1-12-25-15,-10 4-264 16,-1-1-201-16</inkml:trace>
  <inkml:trace contextRef="#ctx0" brushRef="#br0" timeOffset="64907.66">10530 5970 1220 0,'156'25'482'16,"-156"-28"-229"-16,0-1 89 0,0 4-75 15,0 0-120-15,0 9-139 16,4 19 28-16,-4 13-26 15,0 6 1-15,0 36-11 16,-15-11-186-16,-1-10-494 0</inkml:trace>
  <inkml:trace contextRef="#ctx0" brushRef="#br0" timeOffset="69796.84">9268 4299 1605 0,'0'0'317'0,"0"0"-198"0,0 0 47 16,0 0-83-16,0 0 28 16,132-61-41-16,-88 49 3 15,6 3-29-15,0-3 11 16,-2-1-22-16,-6 3-8 15,-6 5-20-15,-14 5-5 16,-13 0-40-16,-14 12-284 16,-19 10-34-16,-7 0-419 0</inkml:trace>
  <inkml:trace contextRef="#ctx0" brushRef="#br0" timeOffset="70177.89">9429 4243 1375 0,'0'0'251'0,"0"0"-178"0,0 0 26 16,0 0-65-16,0 0-2 15,-132 94-17-15,110-56 17 16,2-1-30-16,6-6 33 16,6-7-1-16,8-6-14 15,0-10-8-15,4-4 57 16,21-4 52-16,6 0-13 15,4-1-42-15,4-3-66 16,1 4 10-16,2 0-9 16,1 5 4-16,3 15-4 15,1 5-1-15,-1 5 1 16,-1 6-1-16,-7 4 0 16,-11 0 10-16,-10 2-16 0,-9-4 16 15,-8-4-7-15,-8-3 23 16,-18-6 52-16,-12-6-21 15,-6-10-23-15,-10-6-6 16,-2-3-26-16,-4-5-2 16,-16-16-63-16,16 0-291 15,11 7-836-15</inkml:trace>
  <inkml:trace contextRef="#ctx0" brushRef="#br0" timeOffset="71087.84">13047 4323 814 0,'0'0'404'0,"0"0"-290"0,0 0-98 16,0 0-7-16,0 0-9 16,0 0-298-16</inkml:trace>
  <inkml:trace contextRef="#ctx0" brushRef="#br0" timeOffset="72168.58">12985 4471 1647 0,'0'0'235'0,"0"0"-87"15,0 0-5-15,0 0-50 16,0 0-19-16,44-120 44 0,-38 97-69 16,-1 4 20-16,-2 3-5 15,-3 7 3-15,0 0-24 16,0 1-1-16,0 0-5 15,0 2-8-15,0-2-2 16,0 1-17-16,0-2 11 16,0 3-14-16,0 4 10 15,0-1-10-15,0 3 1 16,0-1-3-16,0 1-4 16,0 0-2-16,0 0 8 15,0 0 7-15,0 0-5 16,0 0 1-16,0 0-10 15,0 0 0-15,6 6-1 0,1 12 1 16,3 12 5-16,2 15-4 16,-1 13-2-16,3 9 19 15,-3 8-13-15,-3 1-4 16,4-4-1-16,1-7 0 16,-2-12 2-16,1-9-2 15,-6-10 1-15,-4-10-2 16,-2-9-21-16,0-7 21 15,0-4-76-15,-8-4 30 16,-19 0-55-16,-40-4-160 16,5-8-258-16,-1-4-926 0</inkml:trace>
  <inkml:trace contextRef="#ctx0" brushRef="#br0" timeOffset="72311.95">12835 4997 2068 0,'0'0'275'16,"0"0"-127"-16,140-12-41 16,-64 3-107-16,58 8-22 15,-18 1-457-15,-5 0-829 0</inkml:trace>
  <inkml:trace contextRef="#ctx0" brushRef="#br0" timeOffset="73151.96">16536 4532 1553 0,'0'0'241'0,"0"0"-96"15,0 0 99-15,0 0-70 16,0 0-63-16,110-107 5 16,-76 94-50-16,-2 1-13 15,-4 10-3-15,-3-1-19 16,-5 3-18-16,-5 0-2 0,-3 5-11 16,-6 15 6-1,-1 1-12-15,-5 5 12 0,0 3-3 16,0-1-3-16,-2 3 1 15,-19 0-2-15,-12 5 9 16,-11 1-20-16,-10 2 28 16,-2-1-16-16,6 1 0 15,7-7 9-15,14-3-8 16,13-5-1-16,16-5 0 16,0-3 1-16,22-7 11 15,19-2-11-15,9-5 11 16,11-2-3-16,4 0-10 15,-3 0 1-15,18 0-53 16,-15 0-190-16,-10 0-467 0</inkml:trace>
  <inkml:trace contextRef="#ctx0" brushRef="#br0" timeOffset="84581.33">9843 3938 897 0,'0'0'663'16,"0"0"-516"-16,0 0-50 16,0 0-7-16,0 0 29 15,-106 114 15-15,61-53-19 16,-6 6-37-16,-5 2-13 15,-2 3-38-15,0-4 25 16,2-4-52-16,7-3 22 16,5-9-21-16,8-8 8 0,5-9-9 15,8-9-59 1,-1-15-150-16,6-5-104 0,2-6-659 0</inkml:trace>
  <inkml:trace contextRef="#ctx0" brushRef="#br0" timeOffset="84799.87">9095 4238 1207 0,'0'0'657'0,"0"0"-566"16,0 0 26-16,73 123 22 15,-40-63-91-15,10 0-12 0,6 1-26 16,11-3-10-16,56 13-47 16,-12-13-161-16,-1-15-278 0</inkml:trace>
  <inkml:trace contextRef="#ctx0" brushRef="#br0" timeOffset="85227">13238 4180 1461 0,'0'0'219'0,"0"0"-87"0,0 0 75 16,-51 113-25-16,9-64 5 16,-8 9-46-16,-5-2-59 15,-5-1-27-15,2 0-49 16,7-8-6-16,7-4-2 16,1-8-87-16,14-9-196 15,6-17-352-15</inkml:trace>
  <inkml:trace contextRef="#ctx0" brushRef="#br0" timeOffset="85399.56">12619 4357 1699 0,'0'0'235'15,"0"0"-16"-15,0 0-85 0,98 114-11 16,-47-61-4-16,8 5-105 15,29 22-14-15,-12-13-497 16,-9-14-747-16</inkml:trace>
  <inkml:trace contextRef="#ctx0" brushRef="#br0" timeOffset="85818.98">16874 4548 1309 0,'0'0'348'0,"0"0"-159"16,0 0-72-16,0 0 100 15,0 0 36-15,-120 136-82 16,64-80-98-16,-4 0-16 16,0-3-29-16,2-6-28 15,-13 6-7-15,13-14-342 16,10-12-679-16</inkml:trace>
  <inkml:trace contextRef="#ctx0" brushRef="#br0" timeOffset="85955">16306 4750 872 0,'0'0'1049'15,"0"0"-911"-15,31 132-138 16,-11-64-60-16,1-5-520 0</inkml:trace>
  <inkml:trace contextRef="#ctx0" brushRef="#br0" timeOffset="87367.08">8691 7022 1023 0,'0'0'179'0,"0"0"56"16,0 0 30-16,0 0-112 15,0 0-25-15,0 0 35 16,-2 106 8-16,2-63 13 16,0 3-62-16,0 4-1 15,0-1-9-15,-9 0-29 16,-2-5-29-16,1-4-33 16,6-6-9-16,2-6-11 15,2-7 8-15,0-10 4 16,0-2-13-16,9-8 1 0,5-1 29 15,1 0-6-15,3 0 13 16,4-12-5-16,2-1-19 16,7-5 10-16,4 0-22 15,5 0 8-15,4-1-1 16,3 3-9-16,1 2 2 16,4 2-2-16,-3 2 1 15,3 0-1-15,1 3 1 16,5 4 0-16,8 1-1 15,13 2 4-15,8 0-5 16,27 0 4-16,23 0-2 16,-7 10 6-16,-19-1-5 15,-19 2-1-15,-23-1 2 16,7 2-10-16,11 0 16 0,-5-2-20 16,0 0 21-16,-5 0-11 15,-11-4 4-15,-12-2-2 16,-14 1 1-16,-15-3-1 15,-12-1 1-15,-7-1-1 16,-6 0 15-16,0 0-9 16,0 0 28-16,2 0-22 15,-2 0 0-15,0 0-12 16,3 0 12-16,-3 0 4 16,0-3 2-16,0-8-3 15,0-3-14-15,0-2 43 16,0-4-44-16,0 0 20 15,0-3-8-15,0 0 0 0,0-3-11 16,0-3 7 0,5 0 4-16,-1 3-5 0,-2 2 4 15,-2 6 4-15,2 4-18 16,-2 6 3-16,2 1 0 16,-2 6-13-16,3 1-47 15,-3 11-81-15,0 16-130 16,0-3-605-16</inkml:trace>
  <inkml:trace contextRef="#ctx0" brushRef="#br0" timeOffset="88402.68">12739 7215 1144 0,'0'0'575'15,"0"0"-421"-15,0 0 154 16,0 0-139-16,0 0-77 15,0 0 61-15,0 0-7 16,-13 96-13-16,13-56-54 16,0-5-13-16,0 0-42 15,0-7-10-15,4-6-8 16,1-3 0-16,-1-7 2 16,1-4-7-16,1-5 0 15,7-3 0-15,8 0 71 16,10 0-37-16,9-14 4 15,9-2-26-15,5 0-7 0,8 2-5 16,5 0-1-16,11 4 2 16,6 2-1-16,9 4-1 15,7 4 14-15,4 0-25 16,3 0 12-16,0 6-2 16,0 8 2-16,-2 2-1 15,-2 2 0-15,-3 1 0 16,-7-2 0-16,-6 1 0 15,-14-2-1-15,-14-1-11 16,-19-4 12-16,-12-3 1 16,-9-1-1-16,-5-6 0 15,-2-1 1-15,5 0 10 16,-2 0-10-16,1-1 5 0,-3-11 4 16,-5-1-2-1,-6-3-7-15,-2-1-1 0,0-5 7 16,-2-6 2-16,-8-5 0 15,1-5 0-15,4-5 3 16,0-4-11-16,3-5 22 16,-2 0-22-16,-5-4 35 15,-5 2-10-15,-3 1-4 16,-1 3-10-16,5 7 6 16,1 6-3-16,3 7-9 15,7 7-6-15,0 9 9 16,2 5-21-16,0 5-7 15,0 4-71-15,27 8-97 16,6 13-305-16,7 0-566 0</inkml:trace>
  <inkml:trace contextRef="#ctx0" brushRef="#br0" timeOffset="89190.19">16843 7365 1788 0,'0'0'393'0,"0"0"-24"16,0 0-80-16,0 0-115 16,0 0-65-16,0 0-34 15,0 0-21-15,40 62 34 16,-31-24-60-16,-2 0 28 15,0 0-41-15,-1-4 3 16,0-3-12-16,2-6 1 0,-4-6-6 16,3-3-1-1,-3-5 0-15,7-8 6 0,7-3 0 16,13 0 2-16,9-12 1 16,14-8-9-16,8-3 5 15,7 2-5-15,9 0-1 16,9 2 1-16,5 3 0 15,6 0-1-15,5 1-11 16,1 5 6-16,0 6-3 16,2 4-5-16,-6 0-4 15,-7 7 5-15,-6 7-1 16,-6 0-4-16,-4 1 3 16,0-1 8-16,0 1-4 15,2-1 19-15,-6-4-10 16,-6-1 2-16,-12-2 0 0,-9-4 0 15,-11-3 0-15,-10 0 1 16,-5 0-1-16,-3-10 20 16,-3-9-19-16,-3-7 31 15,-4-8-9-15,-5-10 4 16,-2-7-11-16,0-4-4 16,-5-3 2-16,-10 3-5 15,-5 1 10-15,-5 3-19 16,0 5 12-16,2 4 0 15,0 7-12-15,5 1 0 16,5 13 6-16,7 5-6 16,2 7-12-16,4 8-53 15,0 1-104-15,12 12-101 0,-1 2-715 16</inkml:trace>
  <inkml:trace contextRef="#ctx0" brushRef="#br0" timeOffset="90550.22">9716 7918 859 0,'0'0'324'16,"0"0"-221"-16,0 0-38 0,0 0-23 15,0 0-30-15,0 0-7 16,0 0-5-16,-31-7 0 15,27 7 41-15,2 0 167 16,-1-3 47-16,-1 2 10 16,2-3 10-16,-1-2-89 15,1 1-83-15,2-1-60 16,0 2-24-16,0-1-4 16,-2 2-7-16,2 1 16 15,-3 2-24-15,3 0 24 16,0 0-23-16,0 0 4 15,0 0-5-15,0 0-1 16,0 0 0-16,0 0-18 16,0 0-44-16,0 0-217 0,5 0-386 15</inkml:trace>
  <inkml:trace contextRef="#ctx0" brushRef="#br0" timeOffset="91563.55">9924 6932 1425 0,'0'0'284'0,"0"0"-43"15,0 0 71-15,0 0-90 16,0 0-98-16,0 0-68 16,0 0-16-16,46 47 14 15,-46-1 21-15,0 6-16 16,0-2-32-16,0-4-6 16,-4-7-13-16,-1-4-4 15,1-9-3-15,0-4 0 16,-1-6-1-16,-2-6-91 0,3-6-75 15,-3-4-48-15,1 0 141 16,-3-17-178-16,2-14-22 16,0-10-206-16,5-22 75 15,0 8 106-15,2 7-77 0</inkml:trace>
  <inkml:trace contextRef="#ctx0" brushRef="#br0" timeOffset="92020.51">9924 6932 221 0,'-23'0'382'15,"30"-26"-132"-15,7-6 48 16,1-5-33-16,1 3-51 15,-3 2-93-15,-4 4 28 16,-6 6 38-16,-3 3 17 16,0 4-28-16,0 3-28 15,-5 4-38-15,0 3-4 0,1 0-57 16,1 3-12-16,1 2-16 16,-2-2 2-16,-5 2-2 15,-2 0-3-15,-7 0-1 16,-6 0-16-16,-5 17 1 15,-7 2 9-15,1 7-13 16,-4 1 3-16,3 1-2 16,1-2-4-16,2 2 5 15,1-3 7-15,3-2-6 16,5-3-2-16,5-5 7 16,9-4-12-16,3-5 7 15,7-2-2-15,0 0 0 0,0 0 1 16,7 0 0-16,9 0 0 15,3-2 12 1,4 2-11-16,-1-4 9 0,3 0-1 16,4 0-4-16,2 0-4 15,5 0 0-15,1 0-1 16,3 0 0-16,-1 0 1 16,-8 0-1-16,-9 0 0 15,-6 0-9-15,-6 0 8 16,-1 0-71-16,1 0-49 15,5 6-177-15,-3 0-282 16,0-3-1264-16</inkml:trace>
  <inkml:trace contextRef="#ctx0" brushRef="#br0" timeOffset="93012.81">8844 8182 1722 0,'0'0'316'0,"0"0"-90"16,0 0-7-16,0 0-139 15,0 0-35-15,0 0-29 16,0 0-1-16,114-92 8 16,-105 80 9-16,-4 3 18 15,-3-2-10-15,-2 6 6 16,0 1-23-16,0 2 20 15,0 2-27-15,0 0-16 16,0 10-9-16,3 14 9 16,-1 6-1-16,2 6 2 15,0 4-3-15,1-1 8 16,1-4-4-16,4 0-2 16,-4-9 0-16,3-4-1 0,-5-8 1 15,-4-3 0 1,0-4-8-16,0-2-30 0,-21-4 0 15,-11 3-12-15,-4 0-28 16,-4 1 17-16,3-2 24 16,5-1 35-16,10 2-3 15,9-4 5-15,9 0 6 16,4 0-6-16,0 0 0 16,17 0 1-16,10 0 1 15,4 0-2-15,2 0 0 16,5-6-35-16,11-4-251 15,-9 0-283-15,-9 0-967 0</inkml:trace>
  <inkml:trace contextRef="#ctx0" brushRef="#br0" timeOffset="93139.15">9177 8424 1008 0,'0'0'284'16,"0"0"29"-16,0 0-72 15,0 0-119-15,0 0-96 16,0 0-16-16,40 112-10 15,-29-98-275-15,-2-7-1322 0</inkml:trace>
  <inkml:trace contextRef="#ctx0" brushRef="#br0" timeOffset="93544.09">9400 8119 1577 0,'0'0'281'16,"0"0"14"-16,0 0-61 16,138-41-110-16,-107 41-95 15,-8 0-12-15,-10 7-16 16,-8 12-1-16,-5 6 8 15,0 3 28-15,-21 0 43 0,-3-2-9 16,-5 3-30 0,-2-2-22-16,1-1 10 0,4 1-27 15,6-5 8-15,6-6-8 16,10-2 4-16,4-5-4 16,0-7 0-16,13 3 73 15,12-3-12-15,6-2-17 16,0 0-44-16,0 0 21 15,-2 0-22-15,0 0-23 16,-4 0-114-16,6 0-152 16,-8 0-311-16,-6-4-489 0</inkml:trace>
  <inkml:trace contextRef="#ctx0" brushRef="#br0" timeOffset="93687.78">9779 8368 1265 0,'0'0'363'0,"0"0"1"16,0 0-53-1,0 0-83-15,0 0-77 0,4 129-65 16,-13-90-26-16,3 3-45 16,2-2-15-16,4 6-8 15,0-10-156-15,0-12-511 0</inkml:trace>
  <inkml:trace contextRef="#ctx0" brushRef="#br0" timeOffset="94084.71">10075 8182 1378 0,'0'0'301'0,"0"0"-79"15,0 0-59-15,0 0-106 16,116-21-32-16,-107 31-19 15,-9 13-3-15,0 2 16 16,-20 3 77-16,-4-1-31 16,-1-1-38-16,5-6-18 15,5-4-9-15,7-5-13 16,8-2 0-16,0-4 5 16,0-1 16-16,14 3-5 15,6-1-3-15,2 2 6 16,1 4 2-16,-5 4-8 0,-7 3-1 15,-11 1 1-15,0 3 11 16,-9-2 63-16,-16-2 48 16,-4-1-58-16,0-4-37 15,3-5-27-15,7-4-24 16,15-5-195-16,4 0-47 16,0-12-326-16</inkml:trace>
  <inkml:trace contextRef="#ctx0" brushRef="#br0" timeOffset="94229.37">10314 8472 1687 0,'0'0'281'0,"0"0"-127"16,0 0 65 0,0 0-156-16,-96 120-63 0,78-84-124 15,5-5-475-15</inkml:trace>
  <inkml:trace contextRef="#ctx0" brushRef="#br0" timeOffset="94506.33">10580 8229 1629 0,'0'0'562'15,"0"0"-361"-15,0 0-29 16,0 0-111-16,0 0 26 0,0 0-47 16,-79 113-17-16,63-81-23 15,7-8 2-15,7-4-1 16,2-6 1-16,0-5 3 16,16-4-4-16,6-3 17 15,5-2-12-15,2 0-12 16,8 0-129-16,-5-8-365 15,-8-2-594-15</inkml:trace>
  <inkml:trace contextRef="#ctx0" brushRef="#br0" timeOffset="94649.64">10806 8229 2031 0,'0'0'362'15,"0"0"-242"-15,0 0-38 16,0 0 0-16,-53 122-47 15,28-41-30-15,6-11-5 16,3-10-382-16</inkml:trace>
  <inkml:trace contextRef="#ctx0" brushRef="#br0" timeOffset="98356.77">9951 6747 10 0,'0'0'368'16,"0"0"-195"-16,0 0-28 15,0 0 32-15,0 0 109 16,0 0 16-16,0 0-87 16,2-32-70-16,-2 28-81 15,0 1-5-15,2-2-20 16,-2 4 8-16,0-4-9 16,0 2 25-16,2 0 16 0,-2 1 3 15,0 0 0-15,0 2-41 16,0 0 5-16,0 0-45 15,0 0-1-15,0 0-1 16,0 0 0-16,0 8 1 16,0 2 0-16,2 2 6 15,-2 0-6-15,0 1 16 16,0-1-15-16,0 0 24 16,0 0-5-16,-2-1 8 15,0-2-21-15,0-4 2 16,2-1-1-16,0-1-8 15,0-1 9-15,0-2-9 16,0 0 25-16,0 0-24 0,0 0 43 16,0 0 15-16,0-2-17 15,0-8-25-15,0-1-6 16,2 0-4-16,0 0-6 16,0 0 1-16,0-2 9 15,1 5-6-15,-3 1-4 16,0 0 13-16,0 6 4 15,0-2 15-15,0 3-11 16,0 0-12-16,0 0-8 16,0 0-1-16,0 0-2 15,0 0-25-15,0 4 26 16,0 6 0-16,2 6 3 16,0 3-3-16,0 3 2 15,-2 2-1-15,0 4 0 16,0 0-1-16,0 2 10 0,0-1-13 15,0-3 9-15,-2 0-6 16,2 1 0-16,0-2 0 16,0 1 0-16,2-1 1 15,8-1-2-15,-2-2 7 16,1-4-12-16,3-1-3 16,-4-3-65-16,3-1-211 15,-1-3-257-15,-4-3-856 0</inkml:trace>
  <inkml:trace contextRef="#ctx0" brushRef="#br0" timeOffset="108889.62">13720 6454 1326 0,'0'0'285'0,"0"0"-63"16,0 0 3-16,0 0-89 0,0 0-28 15,0 0-3-15,-4-7 18 16,4 5 11-16,0 2 2 16,0-3-57-16,0 3 27 15,-2-1-58-15,-1-1 7 16,1 0-28-16,-3-3 2 16,1 1-10-16,-3-1-1 15,-2-2 9-15,3 4-7 16,-6-3 19-16,4 2-38 15,-1 1 34-15,-3 2-27 16,1 1 8-16,-2 0-15 0,0 0 0 16,0 0 1-16,-1 0-1 15,5 1-2-15,-3 3 9 16,4 1-10-16,-1 2 13 16,-3 2-12-16,1 3 1 15,-4 1 0-15,-3 8 0 16,0 3 0-16,-1 1 3 15,0 1-1-15,4 1-4 16,1-1 14-16,6-1-22 16,3-2 11-16,1 5-1 15,2 0 0-15,2 4 1 16,0 0-1-16,0 1-1 16,0 1 1-16,0 2 0 15,0-2-4-15,0-2 16 16,0-1-13-16,8 1 2 0,5-3 3 15,6 2-4-15,3-2 0 16,2 0-1-16,3-5 3 16,2-4-8-16,2-4 16 15,0-6-11-15,0-2 7 16,-2-4-7-16,-2-3 2 16,0-1 7-16,-2 0-8 15,-3-1 1-15,2-16 10 16,-1-2-10-16,-1-8-2 15,-1-1 19-15,-4 0-19 16,-3 2 2-16,-8 3 5 16,-6 3-6-16,0-1 1 0,-2 3 11 15,-16-1-12 1,-5 6 0-16,2 1 6 0,-4 4-23 16,0 2 17-16,1 6-6 15,-5 0-51-15,-5 6-26 16,-1 18-61-16,-25 28-137 15,10-3-293-15,4-4-701 0</inkml:trace>
  <inkml:trace contextRef="#ctx0" brushRef="#br0" timeOffset="115182.58">17576 6705 1491 0,'0'0'344'16,"0"0"-133"-16,0 0 135 15,0 0-174-15,0 0-81 16,141-28-3-16,-90 21-24 16,-6 0-45-16,-7 3 13 15,-12 0-17-15,-3 2-3 16,-6-1-11-16,-1 3-1 15,-3 0 0-15,-3 0-10 16,-4 0-28-16,-4 0-104 0,-2 0-113 16,0 0-105-1,-11 0-146-15,-7 0-470 0</inkml:trace>
  <inkml:trace contextRef="#ctx0" brushRef="#br0" timeOffset="115624.82">17679 6675 844 0,'0'0'284'16,"0"0"-64"-16,0 0 102 16,0 0-177-16,0 0-73 15,0 0-27-15,-96 113-1 16,85-79-26-16,2 0 16 0,2-2-9 16,5-6-11-1,2-2-7-15,0-9 0 16,0-6 7-16,6-7-3 0,13-2 104 15,3 0-18-15,1-2-22 16,3-7-36-16,5-4-13 16,0 1-11-16,5 0-6 15,2 0-3-15,0 3-6 16,-5 6 0-16,0 3 2 16,-1 0-4-16,-3 10-1 15,-3 12 2-15,1 7-9 16,-4 6 10-16,-6 1-1 15,-5-1 1-15,-6-6-1 16,-6-2-2-16,0-8 1 16,0-3 4-16,-10-5 8 0,-9-8-4 15,-5-1 10-15,-5-2 2 16,-9 0 22-16,-4 0-17 16,-7-3-17-16,-3-6-6 15,1 4-6-15,-18 2-135 16,14 3-136-16,7 0-291 0</inkml:trace>
  <inkml:trace contextRef="#ctx0" brushRef="#br0" timeOffset="129936.91">14328 5639 1392 0,'0'0'216'0,"0"0"-41"15,0 0-8-15,0 0-76 16,0 0-34-16,0 0-32 15,0 0 30-15,-22 73 20 16,0-28 34-16,-4 5-9 16,-1-3-26-16,-2-1-16 15,2-2-35-15,2-5 17 16,5-5-34-16,2-3 10 16,2-7-16-16,8-9 0 15,3-5 0-15,1-3-26 0,2-7-23 16,0 0 3-16,-6 0 9 15,0-17-128-15,-1-3 42 16,0-4-1-16,2-2 65 16,5 4 26-16,2 2 20 15,0 3 4-15,0 5 9 16,0 1 20-16,0 5 34 16,0 4 48-16,2 2-43 15,0 0-30-15,0 7-17 16,-2 14 71-16,0 5-24 15,0 2-2-15,0 2-7 16,0-3-23-16,0-6 10 16,0-2-37-16,0-5 18 0,0-6-12 15,0 0 11 1,6-4-11-16,-2 1-5 0,2-5 11 16,5 0-11-16,7 0 24 15,7 0-25-15,4-17 25 16,2 0-17-16,-2 0-10 15,-7 2 3-15,-2 6-1 16,-6 3 0-16,-3 4-16 16,-5 2-89-16,1 5-115 15,-5 12-60-15,-2 0-446 0</inkml:trace>
  <inkml:trace contextRef="#ctx0" brushRef="#br0" timeOffset="148206.35">19794 7018 1405 0,'0'0'384'16,"0"0"-160"-16,0 0 29 15,0 0-60-15,0 0-74 16,0 0-19-16,163 2-26 15,-98-4-7-15,-5-2-29 16,-11 1-17-16,-8 3-15 16,-18 0 4-16,-9 0-10 15,-7 0 0-15,-7 3-52 16,-5 14-136-16,-15-2-296 16,1-1-330-16</inkml:trace>
  <inkml:trace contextRef="#ctx0" brushRef="#br0" timeOffset="148411.1">19761 7282 1448 0,'0'0'291'16,"0"0"-65"-16,0 0 92 15,0 0-87-15,0 0-127 16,160 0-44-16,-108 0-37 15,-8 0-12-15,-5 0-11 16,0 0-106-16,-10 0-225 0,-8 5-370 16</inkml:trace>
  <inkml:trace contextRef="#ctx0" brushRef="#br0" timeOffset="150105.17">9014 8681 844 0,'0'0'249'0,"0"0"-106"15,0 0 57-15,0 0-44 16,0 0-60-16,0 0-35 0,0 0-8 16,0-22 15-16,0 22-9 15,0 0-28-15,0 5-25 16,0 17 11-16,0 11 14 15,0 4-8-15,0 6 10 16,-8 1-16-16,0-4-1 16,2-2-10-16,1-8 0 15,3-5 0-15,2-8-6 16,0-4 0-16,0-6-47 16,0-5-57-16,0-2-69 15,-2 0-91-15,0 0-298 0</inkml:trace>
  <inkml:trace contextRef="#ctx0" brushRef="#br0" timeOffset="150489.66">9045 8624 821 0,'0'0'218'16,"0"0"-98"-16,0 0-15 15,0 0 27-15,0 0-38 16,0 0 12-16,0 0 2 0,-84 65-4 16,68-56-31-16,7 0 6 15,4-8-20-15,5-1 3 16,0 0-7-16,0 0-8 15,5 0-1-15,11-12-20 16,6-8-8-16,2 1-17 16,1-3 9-16,0 2-10 15,-7 6 0-15,-3 5 0 16,-3 7-8-16,-2 2-32 16,-3 4-42-16,2 17-62 15,-2 16-120-15,-3-4-111 16,1-3-263-16</inkml:trace>
  <inkml:trace contextRef="#ctx0" brushRef="#br0" timeOffset="150858.34">9525 8849 1190 0,'0'0'238'0,"0"0"-109"0,0 0 84 15,0 0-68-15,0 0-67 16,-23 122-39-16,19-100-19 16,-2 0-12-16,-2-3-7 15,-1-3 0-15,1-1-1 16,-4 0-5-16,1-5-84 16,3-4-51-16,-1-6-185 15,2-11-49-15,4-10 4 0</inkml:trace>
  <inkml:trace contextRef="#ctx0" brushRef="#br0" timeOffset="151120.45">9434 8816 1011 0,'0'0'216'0,"0"0"-26"16,0 0 29-16,0 0-124 15,0 0-66-15,0 0-13 16,0 0 24-16,2-7 8 15,-2 12-32-15,0-5 2 16,0 0 7-16,0 0 4 16,10-13-22-16,11-3-1 15,4-2-6-15,-4 4 0 16,0 5 13-16,-5 9-1 0,-8 0-3 16,-1 12-8-16,-1 11-1 15,4 7 0 1,-2-6-8-16,1-6-355 0</inkml:trace>
  <inkml:trace contextRef="#ctx0" brushRef="#br0" timeOffset="151459.35">10111 8944 1573 0,'0'0'231'0,"0"0"-157"16,0 0 106-16,-17 116-60 16,11-80-75-16,4-1-27 15,2-4-16-15,0-7-2 16,-8-4-96-16,-3-6-268 16,-1-8-884-16</inkml:trace>
  <inkml:trace contextRef="#ctx0" brushRef="#br0" timeOffset="151757.54">9919 8953 1627 0,'0'0'215'16,"0"0"-78"-16,0 0 16 15,0 0-101-15,0 0-38 16,136-70-14-16,-101 59-45 15,-3 2-50-15,-12 3-42 16,-9 4 47-16,-4 2 64 16,-5 0 25-16,1 0 0 15,-1 0 1-15,0 5 18 16,2 7-4-16,1 2 24 0,-1 3-8 16,3 1-13-16,-5 2-6 15,3-4-3-15,1-4-8 16,10-5-40-16,-3-7-150 15,3 0-569-15</inkml:trace>
  <inkml:trace contextRef="#ctx0" brushRef="#br0" timeOffset="152118.25">10601 8906 1491 0,'0'0'322'16,"0"0"-225"-16,0 0 51 16,0 0 18-16,-11 116-80 15,11-74-52-15,-2-2-23 0,2-2 3 16,-2-8-14-16,0-6 0 16,0-6-16-16,-4-10-82 15,-2-8-117-15,-1 0-273 16,1-12-276-16</inkml:trace>
  <inkml:trace contextRef="#ctx0" brushRef="#br0" timeOffset="152447.7">10508 8944 595 0,'0'0'875'16,"0"0"-734"-16,0 0-8 15,0 0 26-15,0 0-53 16,0 0-70-16,0 0-36 15,14-41 2-15,-14 57 0 16,-10 0 7-16,-1 0 6 0,0-2 38 16,0-3 11-16,6-4-16 15,1-2-14-15,4-3-2 16,0-2 4-16,4 0-11 16,14-9-6-16,4-8-8 15,5-3-5-15,-5-3-5 16,-1 5 12-16,-6 4-7 15,-3 4 6-15,-6 5-2 16,1 3-1-16,1 2-8 16,4 0 0-16,3 0 6 15,-1 0-7-15,3 0-6 16,-3 9-235-16,-7 3-480 0</inkml:trace>
  <inkml:trace contextRef="#ctx0" brushRef="#br0" timeOffset="192976.9">21241 6880 1650 0,'0'0'285'0,"0"0"-126"0,0 0 93 16,0 0-133-16,0 0-60 16,0 0-2-16,85-68 25 15,-54 42 18-15,-9 7 0 16,-6 6-18-16,-7 8-28 16,-5 5-18-16,3 0-30 15,2 18-5-15,2 15 10 16,1 13 3-16,-4 12 2 15,-1 5 7-15,-5 4 4 16,0-2-8-16,-2-5-5 0,0-7-14 16,0-8 11-1,0-7-11-15,0-8 0 0,0-8-6 16,0-2-28-16,0-8-72 16,0-10-156-16,2-2-407 15,10 0-862-15</inkml:trace>
  <inkml:trace contextRef="#ctx0" brushRef="#br0" timeOffset="193427.01">21836 6836 1872 0,'0'0'368'0,"0"0"-231"15,0 0-79-15,0 0-40 16,0 0-8-16,0 0 4 16,120 16-13-16,-97 6 5 15,-10 8 0-15,-8 6 35 16,-5 8 26-16,-2 4-16 16,-21 4-20-16,-3 3-3 15,-6-5-11-15,-1-4-8 16,2-4 1-16,4-11 1 15,4-4-2-15,11-11 1 16,2-6 3-16,10-6-4 16,0-4 72-16,0 0 3 15,18 0-20-15,11 0 0 0,5 0-5 16,1 0-7-16,1-4 4 16,-2 3-23-16,-6 1-20 15,-1 0 2-15,0 0-9 16,-5 0 4-16,1 0-10 15,-4 0 1-15,-1 0-1 16,-3 0-22-16,2 0-56 16,7-20-48-16,1-1-185 15,-1-7-559-15</inkml:trace>
  <inkml:trace contextRef="#ctx0" brushRef="#br0" timeOffset="193795.47">22458 6825 1625 0,'0'0'250'0,"0"0"-161"15,0 0 50-15,-68 137-6 16,49-74 32-16,9 11-47 15,4-7-39-15,6-4-24 16,6-11-22-16,17-10 10 16,12-12-10-16,4-9-5 0,6-12 2 15,4-9 27 1,3-2-9-16,-6-22-18 0,-6-10 18 16,-8-8 19-16,-13-4 20 15,-12-4-17-15,-7 1-10 16,0 5-11-16,-22 2-19 15,-9 6-20-15,-10 8-10 16,-7 6-49-16,-39 22-87 16,8 0-219-16,8 6-1013 0</inkml:trace>
  <inkml:trace contextRef="#ctx0" brushRef="#br0" timeOffset="209726.53">1879 10222 1495 0,'0'0'279'16,"0"0"-119"-16,0 0 75 15,0 0-68-15,0 0-40 16,-125 41 35-16,92 1-39 16,-4 18-31-16,-3 28-17 15,1 28-15-15,3-3-15 16,14-11-4-16,13-18-14 15,9-24 3-15,13-2-24 16,18 0 3-16,9-15-1 16,7-13 4-16,0-12-5 0,2-8-5 15,2-10 5-15,-2 0-7 16,-2-10-12-16,-3-15-84 16,3-21-113-16,-13 7-339 15,-12 0-266-15</inkml:trace>
  <inkml:trace contextRef="#ctx0" brushRef="#br0" timeOffset="209924.65">1605 10888 1706 0,'0'0'352'15,"0"0"21"-15,0 0-117 0,0 0-154 16,0 0-49-16,0 0-23 15,126-17-17-15,-80 2-11 16,0-1-2-16,18-6-145 16,-10 4-404-16,-8 0-761 0</inkml:trace>
  <inkml:trace contextRef="#ctx0" brushRef="#br0" timeOffset="210179.73">2394 10722 1759 0,'0'0'293'0,"0"0"-122"16,0 0 288-16,27 155-297 15,-17-84-53-15,4 10-31 16,-3 5-12-16,0-1-32 0,-5-4-4 16,-2-7-28-1,-4-6 13-15,0-9-5 0,-14-11 1 16,-7-12-4-16,0-12-7 15,-6-13 2-15,0-11-2 16,-6 0 7-16,-5-21-7 16,-16-41-97-16,7 4-186 15,7-2-628-15</inkml:trace>
  <inkml:trace contextRef="#ctx0" brushRef="#br0" timeOffset="210320.9">2099 10770 2082 0,'0'0'356'0,"0"0"-252"15,0 0-104-15,0 0-236 16,123-72-1345-16</inkml:trace>
  <inkml:trace contextRef="#ctx0" brushRef="#br0" timeOffset="210667.02">2716 10880 601 0,'0'0'1687'0,"0"0"-1494"16,0 0-56-16,116-32 3 0,-73 20-100 15,-1 0-23-15,-4 0-11 16,-7-2-5-16,-10 2-1 15,-7-2 1-15,-10 2 12 16,-4 1-12-16,0 4 21 16,-18 5 57-16,-7 2-47 15,-6 0-17-15,-3 16 1 16,1 12 2-16,2 7-18 16,6 9 15-16,8 2 8 15,7 0 0-15,10-4-23 16,0-4 16-16,25-9-14 15,10-12-1-15,8-9-1 16,6-8-20-16,15-6-103 0,-10-16-421 16,-11-4-926-16</inkml:trace>
  <inkml:trace contextRef="#ctx0" brushRef="#br0" timeOffset="211184.11">3227 10802 1802 0,'0'0'309'0,"0"0"-98"16,0 0 160-16,33 130-162 16,-14-81-93-16,1-5-42 0,-5-5-44 15,-3-10-21 1,-4-9-1-16,-5-8-7 16,-3-10-2-16,0-2-19 0,-7-8 20 15,-9-18 1 1,1-10 12-16,3-4-7 0,8-2 2 15,4 3 25-15,2 9-12 16,23 6 0-16,6 10-15 16,4 10 2-16,6 4-7 15,-3 0-1-15,-7 21 1 16,-4 3 0-16,-10 2 0 16,-7-3-1-16,-6 2 1 15,-4-7-1-15,0-4 0 16,0-6-1-16,0-6 1 15,-2-2 15-15,0-12 19 0,2-16-11 16,0-11-7-16,4 2 20 16,16 0 12-16,6 5 6 15,1 10-12-15,4 9-5 16,1 8-23-16,-1 5 2 16,-2 7-5-16,-9 22-5 15,-5 7 0-15,-7 9 4 16,-6-2 7-16,-2-2-17 15,0-5 0-15,0-9-16 16,0-8-32-16,-2-6-47 16,0-8-42-16,2-5-4 15,0 0-66-15,0-14-629 0</inkml:trace>
  <inkml:trace contextRef="#ctx0" brushRef="#br0" timeOffset="211664.14">4041 10922 2208 0,'0'0'535'16,"0"0"-432"-16,0 0 45 15,0 0-29-15,11 130-56 16,-11-72-36-16,0 3-12 16,0-6-3-16,0-6-11 15,0-5-1-15,0-9-4 16,0-8 4-16,0-10 0 15,0-8-1-15,0-6-15 16,0-3 8-16,0 0 8 16,0-18 0-16,-9-9 1 0,0-6-1 15,-1-10 11-15,2-3-4 16,8-4 5-16,0 0-4 16,12-3-1-16,19 6-7 15,9 3 0-15,7 9 1 16,-1 10 0-16,0 11 8 15,-7 10-8-15,-5 4 7 16,-7 9-8-16,-7 18-1 16,-14 2 1-16,-6 6 1 15,0-1-1-15,-22-2 36 0,-9-4-2 16,-5-4-6 0,-1-4 11-16,-2-4-21 0,1-4-1 15,3-5-16-15,1-1-1 16,5-5-19-16,5-1-40 15,3 0-21-15,8 0-36 16,11 0-47-16,2 0-218 16,0 0-812-16</inkml:trace>
  <inkml:trace contextRef="#ctx0" brushRef="#br0" timeOffset="211964.9">4649 10692 2356 0,'0'0'458'15,"0"0"-331"-15,0 0 37 16,0 0-27-16,0 130-48 15,7-67-9-15,0 2-19 16,-2 0-10-16,-1-7-24 16,-4-6-12-16,2-9-15 15,-2-11-7-15,2-6-49 16,0-12-50-16,14-14-33 16,-3 0-149-16,6-5-628 0</inkml:trace>
  <inkml:trace contextRef="#ctx0" brushRef="#br0" timeOffset="212272.37">4975 10935 2365 0,'0'0'277'16,"0"0"-207"-16,0 0 39 15,0 0-21-15,-27 122-42 16,27-74-4-16,0 2-18 15,9-8-7-15,18-10-6 16,8-8 18-16,12-14 31 16,3-10-11-16,0 0-1 0,-2-8-36 15,-11-12 3-15,-5-1-13 16,-10-6 29-16,-7-1 33 16,-7-4 11-16,-8 2-12 15,0 0-22-15,-10 4-34 16,-15 3-7-16,-10 9-51 15,-40 14-91-15,3 0-78 16,1 11-623-16</inkml:trace>
  <inkml:trace contextRef="#ctx0" brushRef="#br0" timeOffset="-209774.66">7442 10793 1633 0,'0'0'275'15,"0"0"100"-15,0 0-84 16,0 0-194-16,0 0-60 16,172-55-1-16,-89 45 8 15,-3 3 4-15,-8 4-22 16,-17 3-8-16,-22 12-18 16,-23 19 0-16,-10 10 0 15,-29 8 12-15,-19-1-3 16,-8-3 0-16,2-3-2 15,2-7-7-15,14-12 9 0,16-8-9 16,15-10 0 0,7-5-12-16,15 0 11 0,26-17 1 15,8-1 0-15,4 4 6 16,5 5 19-16,-4 9 22 16,-3 0-22-16,-6 21-2 15,-7 7-17-15,-12 4-6 16,-15 3-4-16,-11 4 4 15,-8-3 9-15,-26-2-3 16,-11-4 6-16,-8-4 3 16,-3-6 1-16,3-6-15 15,5-5 5-15,11-9-6 16,14 0 0-16,17 0-56 16,12-16-111-16,23 2-383 15,12-2-145-15</inkml:trace>
  <inkml:trace contextRef="#ctx0" brushRef="#br0" timeOffset="-209221.01">9268 11013 377 0,'0'0'1418'15,"0"0"-1194"-15,0 0 96 16,-158-14-63-16,106 18-162 16,0 22-40-16,0 9-1 15,3 6-6-15,11 2 13 16,15 0-15-16,19-3-10 15,4-6-1-15,25-7-9 16,24-9-9-16,18-9-1 16,10-7-14-16,8-2 10 15,0 0-12-15,-12-16-48 16,-15-5-52-16,-13-6 0 16,-15-7 37-16,-18-9 43 15,-12-15 20-15,0-7 2 0,-15-13 11 16,-12-2 0-1,-2 0 37-15,0 10 2 0,7 15 17 16,5 16 28-16,5 17 27 16,8 15 2-16,4 7-36 15,0 7-56-15,10 29-16 16,13 16 38-16,2 13 2 16,1 12-2-16,-1 0-20 15,-3 1-18-15,-2-7-18 16,-2-9-6-16,-3-10-63 15,-3-12-68-15,3-16-50 16,-4-10-138-16,-1-14-622 0</inkml:trace>
  <inkml:trace contextRef="#ctx0" brushRef="#br0" timeOffset="-209074.55">9725 11078 1577 0,'0'0'512'0,"0"0"-303"15,0 0 119-15,0 0-80 16,0 0-86-16,39 125-97 15,-39-82-38-15,0-4-21 16,0-5-6-16,0-6-48 16,0-7-182-16,0-13-494 0</inkml:trace>
  <inkml:trace contextRef="#ctx0" brushRef="#br0" timeOffset="-208912.2">9679 10943 2082 0,'0'0'555'15,"0"0"-479"-15,0 0-15 16,0 0-61-16,0 0-544 16,127-15-1058-16</inkml:trace>
  <inkml:trace contextRef="#ctx0" brushRef="#br0" timeOffset="-208415.22">10260 10989 1765 0,'0'0'325'16,"0"0"-117"-16,0 0 51 15,-131 1-123-15,98 26-87 16,8 8-10-16,7 9 16 15,11-1 6-15,7-5-5 16,21-6-22-16,21-10-10 16,11-10-12-16,5-9 0 15,3-3-12-15,-5-13-35 16,-12-13-55-16,-11-8-25 16,-13-4 64-16,-9-1 36 15,-11-5 15-15,0 9 2 0,0 7 59 16,0 10 14-1,-4 9-14-15,2 9-24 0,2 2-35 16,0 28-1-16,0 13 14 16,0 13-3-16,2 12-5 15,-2 4 10-15,0 0-16 16,0-4 8-16,-7-5-9 16,-6-14 2-16,2-5-1 15,-5-15 5-15,-2-7 2 16,-4-8 8-16,-7-7 32 15,-7-7 19-15,-1 0-16 16,-6 0-18-16,3 0-18 16,4-3-14-16,5-5-1 0,7 0-33 15,11-6-70 1,13-20-62-16,0 2-405 0,21-2-716 0</inkml:trace>
  <inkml:trace contextRef="#ctx0" brushRef="#br0" timeOffset="-208176.34">10730 11059 441 0,'0'0'1523'0,"0"0"-1213"16,0 0 72-16,37 102-142 15,-31-60-140-15,1 1-62 0,-5-5-22 16,-2-7-15-16,0-7 7 16,0-8-8-16,0-7-54 15,6-9-139-15,2-9-176 16,-2-13-1028-16</inkml:trace>
  <inkml:trace contextRef="#ctx0" brushRef="#br0" timeOffset="-208034.44">10929 10824 1468 0,'0'0'0'0,"0"0"-183"16,0 0-816-16</inkml:trace>
  <inkml:trace contextRef="#ctx0" brushRef="#br0" timeOffset="-207815.1">11203 10796 1558 0,'0'0'753'0,"0"0"-562"16,0 0 146-16,27 148-118 16,-18-71-87-16,-3 5-27 15,-3-3-32-15,-3-4-52 16,0-13-12-16,-5-12-7 0,-4-12-2 15,3-11-21 1,4-13-29-16,2-11-57 0,0-3-11 16,2-28-53-16,9-7-501 15,-2-2-700-15</inkml:trace>
  <inkml:trace contextRef="#ctx0" brushRef="#br0" timeOffset="-207394.6">10976 11189 1711 0,'0'0'343'0,"0"0"37"16,0 0-63-16,0 0-153 15,0 0-99-15,113-4-44 16,-45-4-11-16,1-1-9 16,0-4 13-16,-9 0-13 0,-13-2-1 15,-11 5-25-15,-14 3-11 16,-11 2 27-16,-9 5 8 15,-2 0-14-15,0 5-5 16,0 14 20-16,-4 5 6 16,-1 3 6-16,5 2 2 15,0 0 8-15,3-4 1 16,23-4-11-16,16-8 1 16,14-6 1-16,13-7-2 15,0 0-11-15,-1-4 6 16,-18-15-7-16,-9-5 0 15,-15-2-1-15,-14-2 1 16,-12 2 9-16,0 0 21 0,-23 4 22 16,-12 3-5-16,-5 8-25 15,-3 2-20-15,3 8-1 16,7 1-1-16,6 0-7 16,18 0-70-16,9 7-177 15,0-4-649-15</inkml:trace>
  <inkml:trace contextRef="#ctx0" brushRef="#br0" timeOffset="-207118.34">12258 10957 1877 0,'0'0'270'0,"0"0"-196"16,0 0 28-16,0 0-31 15,0 0-35-15,0 140 1 16,22-90-22-16,-2-3-6 16,-6-1 10-16,-10-2 49 15,-4-7 50-15,0-4-40 16,-12-6-31-16,-9-3-23 16,-6-6-4-16,-7-4-19 15,-6-3-1-15,-7-5-33 16,-27-6-137-16,12 0-316 15,4 0-1457-15</inkml:trace>
  <inkml:trace contextRef="#ctx0" brushRef="#br0" timeOffset="-206501.68">13265 11310 1964 0,'0'0'397'0,"0"0"-178"16,0 0-8-16,0 0-105 15,0 0-20-15,0 0-19 16,-85 146-16-16,23-85-14 16,-9 0-23-16,-3-3-7 15,7-5-7-15,9-7-26 16,18-14-146-16,22-19-610 0</inkml:trace>
  <inkml:trace contextRef="#ctx0" brushRef="#br0" timeOffset="-206172.3">14389 11133 1852 0,'0'0'515'0,"0"0"-399"16,-154 12 91-16,105 11-67 15,15 10-61-15,19 4-20 16,15-2-19-16,0-3-7 15,31-2-9-15,9-7-14 16,7-5 8-16,4-4-10 16,3-3-7-16,2 2-1 15,2-8-17-15,31-5-124 16,-16 0-451-16,-4-1-927 0</inkml:trace>
  <inkml:trace contextRef="#ctx0" brushRef="#br0" timeOffset="-205630.19">15004 11117 2054 0,'0'0'515'16,"0"0"-347"-16,-113 0 11 16,68 18-108-16,7 10-43 15,13 9-14-15,19 2-8 16,6 1-6-16,17-1 2 15,24-10 5-15,12-4 3 16,7-14-10-16,5-8-45 16,-2-3-39-16,-5-10-28 15,-10-16-42-15,-8-6-23 0,-11-5 90 16,-9-1 87-16,-9 2 6 16,-3 9 96-16,-8 8 99 15,0 15-13-15,0 4-113 16,0 6-54-16,0 22 0 15,0 7 6-15,0 6-4 16,0-1 0-16,6-4 2 16,7-6 8-16,3-10 8 15,-5-8 1-15,1-7 7 16,-4-5-17-16,-1 0 23 16,-3-18-16-16,3-9-20 15,2-6-4-15,4-7-3 16,10-6-5-16,10-3-6 15,7 0-2-15,5 11 1 0,1 6-5 16,-3 15 4 0,-5 17-4-16,-5 0-2 0,-8 29-1 15,-5 16 8-15,-7 7 1 16,-11 1 4-16,-2 3-4 16,0-9-2-16,0-2 1 15,-13-6-14-15,2-10-105 16,4-13-359-16</inkml:trace>
  <inkml:trace contextRef="#ctx0" brushRef="#br0" timeOffset="-184258.24">18038 10872 1585 0,'0'0'582'0,"0"0"-332"16,0 0 0-16,0 0-55 15,0 0-117-15,0 0-33 16,0-32-2-16,0 14-4 16,0-2-8-16,0-2 19 15,0-2-22-15,0 3 8 16,-3 0 3-16,1 8-24 0,0 6 27 15,2 5-15-15,0 2-27 16,0 0-2-16,0 22 1 16,0 13 1-16,0 14 1 15,2 11 8-15,0 7-7 16,3 2 11-16,1-2-13 16,4-3 6-16,3-9-6 15,-1-9-1-15,-2-5-6 16,-3-12-1-16,-1-10 2 15,-4-9 5-15,-2-3 1 16,4-7 0-16,-4 0 13 16,0 0-12-16,0 0-2 15,0 0 1-15,0-7-8 16,0 0-2-16,0-4-3 16,0 4 4-16,-4 0-3 0,2 1 11 15,2 4-7-15,-2 1 1 16,2 1 5-16,0 0 1 15,0 0-8-15,0 0 2 16,0 0-13-16,0-3-16 16,0 3-12-16,0-2-48 15,4 2 17-15,2 0 3 16,-2 0 22-16,0 0-28 16,-1 0-28-16,-1 0 5 15,2 10-31-15,2 1-128 16,2-1-418-16</inkml:trace>
  <inkml:trace contextRef="#ctx0" brushRef="#br0" timeOffset="-183837.4">17688 11448 667 0,'0'0'906'16,"0"0"-659"-16,0 0-12 15,0 0 22-15,0 0-58 16,138 0-80-16,-53-11-6 16,6-3-19-16,-2 3-19 15,-10-1-47-15,-17 2-17 16,-16 3-11-16,-10 5-26 15,-11 2-45-15,-5 0-149 16,-3 5-148-16,-3 5-170 16,-3-1-326-16</inkml:trace>
  <inkml:trace contextRef="#ctx0" brushRef="#br0" timeOffset="-183595.36">18679 11520 1798 0,'0'0'705'0,"0"0"-535"16,0 0-65-16,0 0 59 15,-54 127-57-15,25-71-75 0,0-3-11 16,4 0-21-16,2-7-23 15,5-3-81-15,5-11-189 16,7-11-434-16</inkml:trace>
  <inkml:trace contextRef="#ctx0" brushRef="#br0" timeOffset="-182958.35">19620 10912 952 0,'0'0'916'16,"0"0"-630"-16,0 0-10 16,0 0-103-16,0 0-96 15,0 0 53-15,0 0 22 16,-40 152-62-16,14-94-33 16,-1-3-26-16,0-6-17 15,3-6-13-15,6-7 1 16,5-8-1-16,5-7 7 15,8-10-16-15,0-4-5 16,8-6 1-16,16-1 12 16,9 0 28-16,8-4-13 15,3-5-4-15,-1-1 1 0,-6 2-11 16,-3 1 0 0,-10 5 0-16,-1 1-2 0,-4 1-31 15,-2 0 9-15,0 0-7 16,1 0-4-16,-3 0-41 15,-1 0-34-15,-1 0-82 16,-3 0-130-16,-2 0-159 16,-3 0-440-16</inkml:trace>
  <inkml:trace contextRef="#ctx0" brushRef="#br0" timeOffset="-182650.22">19975 11061 1662 0,'0'0'371'16,"0"0"-36"-16,0 0-30 15,0 0-171-15,0 0-102 16,0 0 95-16,0 0-15 16,-4 126-15-16,-10-78-8 15,-4-2-22-15,2 1-19 16,-1-3-29-16,-1-4-4 15,-3 2-15-15,-2-2 14 16,-2-2-14-16,0-2-1 16,5-3 0-16,5-6-15 0,4-7-22 15,6-8-36 1,5-5-42-16,0-7-24 0,27 0-77 16,4-15-332-16,2-2-607 0</inkml:trace>
  <inkml:trace contextRef="#ctx0" brushRef="#br0" timeOffset="-182386.85">20411 11510 1311 0,'0'0'778'15,"0"0"-592"-15,0 0 95 0,0 0-44 16,-19 130-122-16,3-86-40 16,1 2-18-16,-1-3-29 15,1-4-26-15,1-2 8 16,1-7-10-16,1-4-24 16,3-8-65-16,9-11-140 15,0-7-387-15,0 0-532 0</inkml:trace>
  <inkml:trace contextRef="#ctx0" brushRef="#br0" timeOffset="-181915.93">21054 10993 1600 0,'0'0'283'0,"0"0"-20"0,0 0 55 16,-38 103-165-16,38-64-44 16,18-6-27-16,20-4-57 15,17-11 35-15,8-7-12 16,3-11 16-16,-1 0-6 16,-11-12-13-16,-17-9-3 15,-10-4 3-15,-13-7 5 16,-10 3-13-16,-4-3 4 15,-6 0-25-15,-21 2-4 16,-8 6-11-16,-6 2-1 16,1 3 1-16,2 6-1 15,9 4-43-15,7 8-53 16,11 1-81-16,6 14-456 16,5 4-761-16</inkml:trace>
  <inkml:trace contextRef="#ctx0" brushRef="#br0" timeOffset="-181592.17">21136 11342 1347 0,'0'0'602'0,"0"0"-526"15,0 0 46-15,-118 155 62 16,107-100-120-16,11-1-25 15,0-4-10-15,33-13 1 16,15-13 18-16,10-15-7 0,6-9 5 16,1-14-17-16,-9-19-1 15,-12-10 20-15,-15-4 47 16,-13-6 2-16,-16 2-19 16,0 2-15-16,-18 6-15 15,-14 10-14-15,1 5-22 16,-2 7-12-16,0 7-6 15,6 10-36-15,6 4-106 16,8 18-341-16,13 4-308 0</inkml:trace>
  <inkml:trace contextRef="#ctx0" brushRef="#br0" timeOffset="-181336.26">22157 11628 1847 0,'0'0'299'16,"0"0"-24"-16,0 0 21 16,-62 145-120-16,33-92-95 15,2 0-39-15,7-9-34 16,2-8-8-16,7-10 0 15,4-10-57-15,5-6-76 16,2-10-150-16,16 0-258 16,6-6-505-16</inkml:trace>
  <inkml:trace contextRef="#ctx0" brushRef="#br0" timeOffset="-180736.55">23071 11180 1166 0,'0'0'185'0,"0"0"75"16,154-23 26-16,-92 17-139 16,-8-2-94-16,-14 1-21 15,-15 2-20-15,-15-4 57 16,-10 4 125-16,0-2-65 15,-15 0-60-15,-14 3-41 16,-11 4-21-16,-5 0-1 0,-1 2 3 16,-1 16-1-1,3 8 10-15,7 4-1 0,13 0 31 16,8 3-25-16,12-4-3 16,4 1-19-16,7 1 11 15,17 1-6-15,5 0-6 16,2 2 12-16,1 2-10 15,-3-1 4-15,-7 2 1 16,-7-3-14-16,-8-1-10 16,-5-6 2-16,-2-5-6 15,-2-8 21-15,-18-5 11 16,-9-2 0-16,-8-5 0 16,-6-2-10-16,-1 0 9 15,1 0-10-15,5-9-65 16,7 0-142-16,10-3-143 0,11 4-314 15,10 0-290-15</inkml:trace>
  <inkml:trace contextRef="#ctx0" brushRef="#br0" timeOffset="-180195.81">25365 11182 1633 0,'0'0'253'16,"0"0"24"-16,-113-14 5 16,77 14-122-16,13 0-75 15,17 12-6-15,6 2-24 0,19 7-20 16,24 2 11-16,8-1-25 15,3 3-3-15,-3 4-17 16,-11 4 16-16,-13 3-17 16,-9 3 17-16,-13-1-7 15,-5-1-8-15,0-8 5 16,-14-3 16-16,-10-6 17 16,-9-3 3-16,-8-8-5 15,-3-3-22-15,-6-4 8 16,6-2-23-16,8 0 11 15,10 0-11-15,12-8-1 16,12-10-4-16,2-2-70 16,33-8-163-16,7 4-497 15,3 1-973-15</inkml:trace>
  <inkml:trace contextRef="#ctx0" brushRef="#br0" timeOffset="-180037.87">25784 11460 2183 0,'0'0'360'16,"0"0"-46"-16,0 0-109 16,-78 120-118-16,60-79-59 15,12-3-28-15,3-7-16 16,3-11-78-16,0-9-271 16,9-11-824-16</inkml:trace>
  <inkml:trace contextRef="#ctx0" brushRef="#br0" timeOffset="-179896.25">25904 11155 2567 0,'0'0'373'16,"0"0"-189"-16,0 0-58 16,0 0-126-16,0 0-82 15,0 0-542-15</inkml:trace>
  <inkml:trace contextRef="#ctx0" brushRef="#br0" timeOffset="-177088.69">1389 13162 1694 0,'0'0'327'16,"0"0"-223"-16,0 0 159 16,0 0-72-16,48-122-130 15,-32 84 39-15,-1 2-16 16,-1 4 8-16,-5 3 10 15,-3 7-6-15,-4 6-18 16,0 8-24-16,-2 8-18 16,4 0-35-16,2 17-1 15,3 16-3-15,1 14 2 16,4 9-6-16,2 4 7 16,2 1 0-16,-3-5 0 15,3-8-1-15,-7-9-23 0,-2-6 9 16,-6-9-50-16,-3-8 25 15,0-2-1-15,-14-2 35 16,-13-3 6-16,-4 6 11 16,-3-3-4-16,3 0-5 15,4 0 11-15,10-4-13 16,8-1 1-16,6-4-1 16,3-1 0-16,0 2 0 15,6-1 3-15,11 2 3 16,8-1 3-16,1 1 4 15,6-2-12-15,1-1-1 16,18-2-13-16,-6-5-138 0,-2-9-566 0</inkml:trace>
  <inkml:trace contextRef="#ctx0" brushRef="#br0" timeOffset="-176839.01">1997 12717 2212 0,'0'0'248'16,"0"0"-120"-16,0 0 94 16,0 0-95-16,94 142-56 0,-84-85-27 15,-7-2-6-15,-3 0-22 16,0-9-16-16,0-8-13 15,-3-6-68-15,-5 0-159 16,-1-8-381-16,-1-8-422 0</inkml:trace>
  <inkml:trace contextRef="#ctx0" brushRef="#br0" timeOffset="-175721.3">2842 12909 745 0,'0'0'195'16,"0"0"-143"-16,0 0 67 0,0 0-67 15,0 0 6-15,0 0 11 16,0 0 121-16,-2-5 56 16,2 2-3-16,0 3-64 15,0 0-68-15,0-1 19 16,0 1-21-16,0 0-35 15,0-3-15-15,0 3 8 16,0 0-20-16,0 0-35 16,0 0-9-16,0 0 6 15,0 0-8-15,0 0 5 16,0 0-7-16,0 0 2 16,0 0 9-16,0 0 1 15,0 0 1-15,0 0 16 0,0 0-8 16,0 0 7-1,0 0-26-15,0 0 9 0,0 0-10 16,0 0 13-16,0 0-13 16,0 0 0-16,0 0 6 15,0 0 2-15,0 0 5 16,0-1-12-16,6-5 49 16,12-3-49-16,11-3 8 15,16-6-9-15,11-1 1 16,6-2 6-16,-2 3-5 15,-7 9-4-15,-10 9-8 16,-16 0 10-16,-16 13-30 16,-11 15 29-16,-9 9-17 15,-27 1 18-15,-9 1 9 16,-3-2-1-16,3-5-8 0,9-8-20 16,14-8-8-16,11-6-20 15,9-8 15-15,2-2-47 16,13 0 69-16,16-12 10 15,8 0 1-15,9 5 0 16,-2 4 0-16,3 3-1 16,-3 3 9-16,-3 16-16 15,-12 8 5-15,-12-1 2 16,-15 3 1-16,-2 0 0 16,-15-2 25-16,-20 4 12 0,-10-6-12 15,-9-1-16 1,-2-3 5-16,5-8-14 0,4-4-15 15,3-7-183-15,15-2-347 16,11 0-185-16</inkml:trace>
  <inkml:trace contextRef="#ctx0" brushRef="#br0" timeOffset="-175180.27">4099 12959 1152 0,'0'0'672'0,"0"0"-577"16,0 0 148-16,-143-25 12 15,101 25-144-15,2 10-26 16,7 20 4-16,4 5-17 16,13 8 7-16,11 1-37 15,5-7 3-15,21-2-27 16,23-10 4-16,14-11-11 16,11-11 1-16,7-3-6 15,-5-2-6-15,-9-17-29 16,-12-6-20-16,-17-6 34 15,-16-8 3-15,-9-12 12 16,-8-8 0-16,0-12 7 0,-4-5-6 16,-10 0 12-16,1 8 11 15,1 14 44-15,3 16 18 16,3 16 16-16,6 12 20 16,0 10-73-16,0 4-31 15,4 26-18-15,11 16 35 16,6 12 2-16,-1 7 2 15,-5 0-7-15,1-1-23 16,-5-7-9-16,3-7-8 16,-1-10-25-16,0-6-85 15,12-6-59-15,-5-12-152 16,-5-9-582-16</inkml:trace>
  <inkml:trace contextRef="#ctx0" brushRef="#br0" timeOffset="-175045.11">4549 13046 796 0,'0'0'1197'0,"0"0"-918"15,0 0-30-15,0 0-3 16,0 0-115-16,0 0-39 16,0 0-58-16,63 101-34 15,-57-86-9-15,15-6-84 16,-6-6-485-16,5-3-1611 0</inkml:trace>
  <inkml:trace contextRef="#ctx0" brushRef="#br0" timeOffset="-174550.27">5048 12920 1916 0,'0'0'244'0,"0"0"-21"15,0 0 8-15,0 0-126 16,0 0-21-16,0 0 10 16,-60 128-63-16,99-104-4 15,11-7-13-15,6-14-14 16,0-3-12-16,-10 0-57 0,-7-17-46 16,-14-6 9-1,-12-3 88-15,-7 0 18 0,-6 0 14 16,0 6 44-16,0 7 43 15,0 9 10-15,0 4-62 16,0 9-49-16,2 19 18 16,10 10 24-16,1 12-23 15,-2 10 18-15,-2 4-28 16,-2 3 26-16,-7-4-28 16,0-4 6-16,0-9-13 15,-13-10 0-15,-10-8 8 16,-4-9-2-16,-4-12 16 0,-4-5-21 15,-1-6 34 1,2 0-34-16,8 0 0 16,4-3-1-16,10-11-6 0,12-7-42 15,12-19-86-15,19 2-249 16,2-2-606-16</inkml:trace>
  <inkml:trace contextRef="#ctx0" brushRef="#br0" timeOffset="-174377.39">5530 13055 1470 0,'0'0'824'15,"0"0"-677"-15,0 0 137 0,0 0-63 16,6 119-142 0,2-83-51-16,-2-6-28 0,1-4-47 15,-5-8-76 1,-2-9-354-16,0-9-168 0</inkml:trace>
  <inkml:trace contextRef="#ctx0" brushRef="#br0" timeOffset="-174152.48">5853 12697 2293 0,'0'0'370'16,"0"0"-116"-16,0 0-39 15,0 0-92-15,0 0-94 16,0 0 11-16,45 119-25 16,-38-66-2-16,-7 5-13 15,0-3-9-15,0-3-44 0,0-4-49 16,-7-4-73-16,2 2-353 16,5-11-84-16,0-16-261 0</inkml:trace>
  <inkml:trace contextRef="#ctx0" brushRef="#br0" timeOffset="-173851.97">5909 13089 1735 0,'0'0'538'16,"0"0"-307"-16,0 0-52 0,0 0-75 15,173-57-77-15,-114 54-18 16,-14 3-9-16,-16 14-9 16,-16 11 9-16,-9 8 0 15,-2-4-13-15,3 0 26 16,2-4-13-16,6-9 1 16,7-9 14-16,1-7-2 15,2 0-4-15,0-16-3 16,-5-13-6-16,-5-3-30 15,-2-16-164-15,-6 6-193 16,2 6-766-16</inkml:trace>
  <inkml:trace contextRef="#ctx0" brushRef="#br0" timeOffset="-173663.39">6537 12920 1854 0,'0'0'273'15,"0"0"-10"-15,0 0 19 16,0 0-125-16,89 123-72 15,-75-88-18-15,-7 1-46 16,-7-3-12-16,0-8 3 16,-16-4-24-16,-10-7-49 15,-5-7-26-15,0-4-104 16,2-3-161-16,6-7 18 16,11-9-488-16</inkml:trace>
  <inkml:trace contextRef="#ctx0" brushRef="#br0" timeOffset="-172966.65">8167 13029 1506 0,'0'0'292'15,"0"0"58"-15,0 0 14 16,0 0-140-16,-118-53-79 15,76 53-54-15,-3 12-27 16,1 16-13-16,1 6 9 16,11 5-33-16,11-2 16 15,13-4-29-15,8-1 7 16,14-9-20-16,26-8 11 16,16-10-2-16,9-5-9 15,3-2-1-15,-2-22-32 16,-13-8-1-16,-13-11-33 0,-13-15 22 15,-12-15 20-15,-8-7 15 16,-5-3 9-16,-2 9 13 16,0 14 41-16,0 20 39 15,0 17 20-15,0 18-15 16,0 5-20-16,0 20-77 16,2 23 18-16,12 10 2 15,1 12 5-15,1 0-17 16,2-4-9-16,-2-9 0 15,2-10-45-15,-5-8-24 16,-2-12-118-16,0-12-105 16,0-10-432-16,0 0-34 15,5-10 13-15,-3-9 745 16,1 6 583-16,-5 3 76 16,-3 10-84-16,1 0-402 0,-2 6-6 15,1 11-44-15,1 9-32 16,1-5-50-16,2-1-23 15,5-3-18-15,24-4-14 16,-4-5-134-16,3-8-713 0</inkml:trace>
  <inkml:trace contextRef="#ctx0" brushRef="#br0" timeOffset="-172666.81">8972 12980 2235 0,'0'0'335'0,"0"0"-77"0,0 0-62 16,0 0-108-16,0 0-26 15,0 0-40-15,5 121 9 16,21-86-30-16,0-3 16 16,-5-4-11-16,-7-2-5 15,-10-6-1-15,-4-1-1 16,-2-5 1-16,-23-1 0 15,-8-1 11-15,-8-1-5 16,3-6 4-16,5 0-4 16,6-5-12-16,12 0-12 15,8 0-18-15,4 0-18 16,3-2-66-16,17-10-393 16,5 0-343-16</inkml:trace>
  <inkml:trace contextRef="#ctx0" brushRef="#br0" timeOffset="-172425.34">9513 12712 2125 0,'0'0'703'0,"0"0"-522"15,0 0-92-15,0 0 64 16,10 176-11-16,-6-90-83 15,0 6 22-15,-4-2-54 0,0-20-27 16,0 2-6-16,0-15-45 16,0-15-50-16,0-18-42 15,0-24-55-15,0 0-404 16,-2-24-778-16</inkml:trace>
  <inkml:trace contextRef="#ctx0" brushRef="#br0" timeOffset="-172170.16">9380 13140 2458 0,'0'0'502'0,"0"0"-330"16,0 0-27-16,0 0-97 16,116-36-32-16,-58 22-10 0,-2 4-12 15,-8 2-32-15,-10 8-21 16,-9 0-2-16,-9 3 47 15,-4 20 13-15,-9 9 1 16,-3 6 3-16,-2 4 6 16,-2 2-5-16,0-3-4 15,0-5-7-15,9-4-162 16,3-8-430-16,1-12-882 0</inkml:trace>
  <inkml:trace contextRef="#ctx0" brushRef="#br0" timeOffset="-171847.43">10133 13234 2099 0,'0'0'307'15,"0"0"-39"-15,0 0 62 16,0 0-195-16,-18 119-53 16,18-93-52-16,0-6-9 15,7-10-20-15,-2-8 0 16,-1-2-1-16,-2-10-11 15,3-19-15-15,1-6 4 16,3-5 13-16,5-1 18 16,1 3-6-16,5 9 36 15,5 4-5-15,2 9-25 16,2 8 14-16,-2 8-8 16,-6 2-14-16,0 22-2 0,-8 8 15 15,-8 7-15 1,-5-4 1-16,0 0 0 0,0-9-18 15,0-6-61-15,0-8-143 16,0-10-763-16</inkml:trace>
  <inkml:trace contextRef="#ctx0" brushRef="#br0" timeOffset="-171642.52">10833 12818 2292 0,'0'0'479'16,"0"0"-335"-16,0 0 70 0,0 121-58 16,0-46-38-16,0 5-16 15,-4 0-46-15,-2-7-55 16,-2-11-1-16,-1-11-88 16,1-7-63-16,-2-18-144 15,4-11-624-15</inkml:trace>
  <inkml:trace contextRef="#ctx0" brushRef="#br0" timeOffset="-171275.44">10611 13237 1778 0,'0'0'798'16,"0"0"-507"-16,0 0-99 15,0 0-114-15,151-71-67 16,-80 57-11-16,7 2-3 0,-6 2-24 15,-14 6-100-15,-18 2-102 16,-22 2-21-16,-16 0 133 16,-2 9 117-16,-2 8 53 15,-12 7 47-15,3 2-33 16,5 0-16-16,6 1-5 16,0-8-4-16,21 0-23 15,26-10-4-15,16-4 0 16,8-5-14-16,-4-3 12 15,-12-19-12-15,-19-7-1 16,-18-5 0-16,-16-7 66 16,-2 5 71-16,-15 0-47 0,-12 4-8 15,-2 8-50-15,5 5-32 16,5 4-21-16,19 5-62 16,0 2-271-16,6 2-1213 0</inkml:trace>
  <inkml:trace contextRef="#ctx0" brushRef="#br0" timeOffset="-171087.56">11696 12959 2038 0,'0'0'363'0,"0"0"-152"16,0 0-51-16,0 0-40 15,11 137-84-15,4-86 29 0,-3-4-35 16,-7-2-9-16,-5-8-20 15,0-4-1-15,-14-5-41 16,-8-8-194-16,2-10-559 0</inkml:trace>
  <inkml:trace contextRef="#ctx0" brushRef="#br0" timeOffset="-170141.92">13497 13106 1485 0,'0'0'391'16,"0"0"-130"-16,0 0-68 15,0 0-104-15,0 0-25 16,9 108-33-16,-9-69-3 15,0-4-27-15,-2-4 7 16,2-7-8-16,0-7 0 16,0-5 0-16,0-5-1 15,0-3 1-15,8-3 0 0,11-1 14 16,5 0-12-16,4 0 17 16,7 0-19-16,-2-3 0 15,3 3 0-15,6 0 1 16,7 0-1-16,11 11 0 15,16 8 0-15,29 7 0 16,-5-1 0-16,9-2 0 16,0-3 0-16,-20-3 0 15,7-2-9-15,-9-3-79 16,-2-2-29-16,-2 0-10 16,6-6 32-16,2 1-8 15,7-1-12-15,0-3-26 16,0 3-88-16,-9 1-100 15,-2-1 217-15,-24-3-115 16,-20-1-126-16,-20 0 286 0,-20 0 67 16,-3-1 654-16,0-10-103 15,0 1-239-15,0-1-42 16,0-2-90-16,0 3-70 16,0 0-46-16,-11-1-29 15,0-4-18-15,-1-2-11 16,1-4 20-16,5-5-2 15,-1-4 36-15,5 0 12 16,-1-2 13-16,3 2-46 16,0 2-15-16,0 2-8 15,0 1-14-15,0 6-2 16,0 1 0-16,0 6-23 16,0 7-73-16,3 5-82 0,2 0-315 15,-1 7-317-15</inkml:trace>
  <inkml:trace contextRef="#ctx0" brushRef="#br0" timeOffset="-167696">14489 12703 544 0,'0'0'215'0,"0"0"-84"0,0 0 31 16,0 0 9-16,0 0-53 16,0 0-45-16,0 0 94 15,0-3 15-15,0 3 0 16,0 0-36-16,0 0-16 15,0 0-32-15,0 0-54 16,0 0-17-16,0 0-10 16,0 0 3-16,0 0-10 15,0 5 8-15,-9 9 18 16,-4 6 10-16,-3 4 4 16,-4 2-27-16,-2 4 0 15,-3-2-14-15,3 3-8 16,-3-4-1-16,6-2 11 15,0-5-5-15,7-4-6 16,0-6 1-16,5-4-1 0,5-3 2 16,2 0 4-16,0-3-6 15,0 0 9-15,4 0 0 16,13 0-2-16,4 0-6 16,6 0 5-16,4 0-5 15,5 0 4-15,0-6-4 16,-3 2-2-16,-8 0 1 15,-5 1-31-15,-9 3-87 16,-4 0-60-16,-5 0-20 16,-2-3-70-16,2 3-418 15,-2-2-63-15</inkml:trace>
  <inkml:trace contextRef="#ctx0" brushRef="#br0" timeOffset="-167461.61">14611 12726 561 0,'0'0'1076'0,"0"0"-854"15,0 0-42-15,0 0-107 16,0 0-14-16,0 0 64 16,14 157 32-16,-26-90-39 15,-7-1-20-15,-1-2-29 16,-1-11-39-16,8-4-16 15,5-10-6-15,-2-9-6 0,1-6-48 16,3-8-320-16,4-10-583 16</inkml:trace>
  <inkml:trace contextRef="#ctx0" brushRef="#br0" timeOffset="-166351.86">16471 13182 1525 0,'0'0'369'0,"0"0"-158"15,0 0-83-15,0 0-63 16,0 0 17-16,0 0 31 16,20 102-32-16,-18-63-3 15,-2-4-8-15,0-1-18 0,0-3-21 16,0-4-11-16,0-8-4 15,0 0-10-15,0-10 9 16,0-3-13-16,0-4 5 16,0-2 7-16,2 0 3 15,18 0 7-15,7 0-1 16,11-9-11-16,3-2-6 16,1 2 0-16,2 2 0 15,1 0-5-15,-1 4 0 16,1-1-1-16,3-1 1 15,4 5 0-15,2-3-1 16,4 1-6-16,6 0 4 0,7 0 4 16,10 2-1-1,6 0 0-15,4 0-2 0,7 0 1 16,2 6 0-16,3 6-1 16,-3 0 0-16,0 2 1 15,-6-2 0-15,-5-1-6 16,-8-2 15-16,-15-1-14 15,-14-2 6-15,-19-3-2 16,-12 0 2-16,-13-3 4 16,-5 2-4-16,-1-2 0 15,-2 0 7-15,0 0-8 16,2 0 27-16,0 0-27 16,0-5 2-16,-2-2 11 15,0 0 9-15,0-5-4 16,0 0-10-16,0-5 16 0,-6 0-12 15,-1-6 3-15,1-3-14 16,0-6 11-16,0-3-10 16,2-4 16-16,-5-2-12 15,3 5 0-15,-4 4 12 16,3 5 1-16,3 4 8 16,0 5-26-16,4 2 16 15,0 6-17-15,0 2-2 16,0 2-4-16,2 6-1 15,15 0-89-15,-1 11-127 16,-3 4-564-16</inkml:trace>
  <inkml:trace contextRef="#ctx0" brushRef="#br0" timeOffset="-165540.45">17236 12649 1551 0,'0'0'250'0,"0"0"-66"16,0 0 7-16,0 0-123 15,131-39-22-15,-82 34 32 16,-5 3 40-16,-10 2-66 16,-12 0-29-16,-13 4-15 15,-9 14 1-15,-5 8 18 16,-24 3 28-16,-8 0-5 15,-7 1-24-15,1-4-8 0,5-7-17 16,13-2 3-16,10-7-4 16,8-3 0-16,7-6 0 15,0-1 7-15,18 0 2 16,11 4-9-16,7 3 7 16,1 5-6-16,-1 8-2 15,-7 8 0-15,-7 4 1 16,-13 2-1-16,-9 0-2 15,0-4 2-15,-24-7-8 16,-14-4 9-16,-4-6 0 16,-8-1 8-16,4-10-7 15,6-2-2-15,6 0-16 16,21-14-135-16,9-3-193 16,4-1-507-16</inkml:trace>
  <inkml:trace contextRef="#ctx0" brushRef="#br0" timeOffset="-164504.17">19358 13208 1315 0,'0'0'334'16,"0"0"-78"-16,0 0-131 16,0 0-72-16,0 0 59 15,0 0-8-15,17 121-33 16,-17-83-22-16,0-6-27 16,0-6-3-16,0-6-5 15,0-8-13-15,0-7 0 16,0 0 5-16,0-1-4 15,0 1-2-15,0 4 9 16,14-1-3-16,11-2 13 0,12-2-7 16,10-4-10-1,6 0 4-15,1 0 3 0,-2 0-3 16,-6 0-6-16,-8-2 5 16,-7 0-3-16,2 2 3 15,1 0-5-15,11 0-6 16,15-2 6-16,38 1 1 15,42 1 0-15,35 0 0 16,2 0 4-16,-32 5-5 16,-44 5-1-16,-38-6-5 15,-11-2 6-15,11 1 1 16,13-3-1-16,13 0 1 0,5 0 0 16,-1 0-1-1,1 0 1-15,-9 0 5 0,-14 0-6 16,-18 5 0-16,-15-1-1 15,-18 1 1-15,-11-5 0 16,-7 0 0-16,-2 0 37 16,0 0 82-16,0 0 13 15,2 0-35-15,-2-12-43 16,0-9-44-16,0-1-4 16,-2-7 3-16,-13-3-7 15,-5 3-1-15,1-2 0 16,2 4 8-16,3-2 15 15,1 3-5-15,5 1-13 16,-2-4 17-16,-1 1-23 16,3 0-1-16,-4 4 1 0,3 0 0 15,3 7 5-15,2 5-5 16,4 3 0-16,0 7-21 16,0-1 20-16,0 3-72 15,10 0-97-15,4 9-195 16,-3 3-342-16</inkml:trace>
  <inkml:trace contextRef="#ctx0" brushRef="#br0" timeOffset="-163896.77">20359 12801 1505 0,'0'0'294'16,"0"0"-141"-16,0 0 64 16,0 0-61-16,113-40-77 15,-55 32-33-15,0 2 30 16,-4 5-5-16,-13 1-22 15,-14 0-32-15,-15 5-17 16,-12 16 0-16,-7 4 0 16,-25 3-1-16,-5 2 2 15,-3-2 5-15,-1 1-4 16,4-4 4-16,3 0-6 16,7-2 1-16,10-2 0 0,7-3-1 15,6-2 8 1,4-4-8-16,0 0 19 0,16-1 20 15,6-2 34-15,5-1-8 16,4 1-15-16,0 0-14 16,-2-3-9-16,-4 0-9 15,-3 0-18-15,1-1 0 16,4 0-36-16,4 4-130 16,33 6-169-16,-8 2-323 15,7-3-755-15</inkml:trace>
  <inkml:trace contextRef="#ctx0" brushRef="#br0" timeOffset="-143363.84">22434 12937 895 0,'0'0'232'0,"0"0"-106"15,0 0 116-15,0 0-87 16,0 0 9-16,0 0 10 16,2 7 16-16,4-7 36 15,2 2-34-15,0-2-37 0,8 0-51 16,6 0-47-16,9 0-23 16,5 0-28-16,7-2-6 15,-4-3-6-15,-3 3-55 16,-11 2-123-16,-12 0-339 15,-10 2-562-15</inkml:trace>
  <inkml:trace contextRef="#ctx0" brushRef="#br0" timeOffset="-143206.75">22550 13159 1930 0,'0'0'372'0,"0"0"-149"15,0 0-59-15,0 0-47 0,0 0-117 16,116 0-1-16,-60 0-266 16,-8 0-495-16</inkml:trace>
  <inkml:trace contextRef="#ctx0" brushRef="#br0" timeOffset="-141666.48">23410 12683 1362 0,'0'0'276'0,"0"0"-85"16,0 0-6-16,0 0-52 15,132-28-75-15,-101 28-30 16,-3 8-3-16,-5 12 6 16,-5 6 61-16,-11 4-36 15,-7 4-13-15,0 4 3 0,-27 5 9 16,-9 3-9-1,-6 0-5-15,-5 0-10 0,5-4-9 16,3-6-2-16,8-5-13 16,7-8 7-16,8-2-8 15,8-10 1-15,3-1 5 16,3-4 19-16,2-2 22 16,0-4 18-16,0 3 3 15,9-3-19-15,10 0 23 16,6 0-29-16,2 1-7 15,-2-1-27-15,-3 0-4 16,0 2-11-16,0-2-1 16,1 0 1-16,-1 2-35 0,-2-2-41 15,0 0-90-15,7 0-134 16,-7 0-311-16,0 0-1243 0</inkml:trace>
  <inkml:trace contextRef="#ctx0" brushRef="#br0" timeOffset="-141306.83">23981 12751 1644 0,'0'0'799'15,"0"0"-570"-15,0 0-23 16,0 0-68-16,0 0-92 15,0 0-37-15,0 0 7 16,-36 82-4-16,14-41 0 16,-1-2-11-16,2-1 8 15,2-7-8-15,9-7 1 16,2-4-2-16,6-8 0 16,2-2-1-16,0-3 0 15,7-2 0-15,11-1 1 16,4 0 24-16,7-2-14 15,2-2 5-15,5 0-14 16,2 0-1-16,-3 0-10 16,-1 0-61-16,-2-6-72 15,-1-6-101-15,-8 0-123 0,-6 1-309 16</inkml:trace>
  <inkml:trace contextRef="#ctx0" brushRef="#br0" timeOffset="-141125.2">24271 12828 1358 0,'0'0'953'16,"0"0"-738"-16,0 0-106 15,0 0 62-15,0 0-20 16,-29 120-52-16,6-62-51 16,-3 6-20-16,-1-1-28 15,2-2-32-15,8 10-141 16,5-20-431-16,5-14-1218 0</inkml:trace>
  <inkml:trace contextRef="#ctx0" brushRef="#br0" timeOffset="-138708.74">1567 14930 978 0,'0'0'246'15,"0"0"-18"-15,0 0 58 0,0 0-97 16,0 0-19-16,0 0 4 16,0 0-98-16,38-43-5 15,-14 25 5-15,0 0-7 16,3 6-28-16,-2 6-24 16,1 3-3-16,-3 3-14 15,-4 0 0-15,-5 11 0 16,-9 9 0-16,-5 6 1 15,0 5 11-15,-13 6-1 16,-10-1-10-16,1 0 0 16,-1-2 0-16,6-8 2 15,3-4 3-15,7-2-6 0,7-4 0 16,0-7 1-16,0 0 6 16,17-4 25-16,0-1-3 15,5-1 23-15,-1-3 17 16,0 0-44-16,2 0 0 15,-1 0-25-15,5 0 0 16,15-5-66-16,-4-6-173 16,-7-3-384-16</inkml:trace>
  <inkml:trace contextRef="#ctx0" brushRef="#br0" timeOffset="-138511.54">2180 14555 1094 0,'0'0'1343'16,"0"0"-1201"-16,0 0-125 15,13 171 69-15,-4-28-19 16,0 13-21-16,2-4-11 16,1-35-23-16,0-16-12 15,1-30-209-15,-3-17-678 0</inkml:trace>
  <inkml:trace contextRef="#ctx0" brushRef="#br0" timeOffset="-135268.92">3234 14575 2070 0,'0'0'531'15,"0"0"-470"-15,0 0-37 16,0 164 110-16,5-62-10 15,6-4-30-15,1-8 6 16,2-24-62-16,2 2-2 16,4 2-21-16,-4-12-6 0,-1-7-9 15,-3-15 0-15,-4-8 0 16,-1-10-51-16,-1-10-21 16,15-8-123-16,-4-2-291 15,6-13-580-15</inkml:trace>
  <inkml:trace contextRef="#ctx0" brushRef="#br0" timeOffset="-134939.2">3713 15089 1635 0,'0'0'660'15,"0"0"-587"-15,0 0 92 0,0 0-33 16,0 0-57-16,-67 116-32 15,92-85-6-15,13-4-14 16,11-4-11-16,9-7 1 16,2-13-1-16,1-3-4 15,-9 0-8-15,-4 0 10 16,-11-14-2-16,-10-5-4 16,-13-3-2-16,-12-2 16 15,-2-2-8-15,-14-1 14 16,-17 9 0-16,-7 4-12 15,-5 9-7-15,4 2 2 16,5 3-11-16,7 0 4 0,14 0-18 16,13 0-85-16,3 0-179 15,19 0-536-15</inkml:trace>
  <inkml:trace contextRef="#ctx0" brushRef="#br0" timeOffset="-134660.86">4271 14941 2038 0,'0'0'252'0,"0"0"-214"16,0 0 26-16,0 0 0 16,91 138-33-16,-60-93-22 0,-4-6 6 15,-9-2-14 1,-10-5 5-16,-3-2 1 0,-5-8 2 15,0-4 21-15,-18 0 40 16,-6-6-16-16,-8-2-10 16,-3-4-11-16,2-3-22 15,-1-3-1-15,7 0-10 16,9 0-70-16,7 0-269 16,9-5-445-16</inkml:trace>
  <inkml:trace contextRef="#ctx0" brushRef="#br0" timeOffset="-134248.3">5102 15075 1844 0,'0'0'230'16,"0"0"-98"-16,0 0 157 16,16 143-157-16,-5-103-100 15,2-4-7-15,-1-5-24 16,-4-12 9-16,-4-6-9 16,-4-10 0-16,0-3 17 15,0-10 10-15,-4-15-11 0,-4-10 8 16,3-1 57-16,5 0-21 15,0 5 2-15,24 9-42 16,12 7-7-16,4 10-13 16,-2 5 0-16,-5 2 11 15,-10 23-12-15,-7 7 19 16,-8 4-17-16,-3-4 11 16,-1 0-12-16,3-4-2 15,2-3-38-15,15-13-115 16,-2-7-498-16,1-5-1116 0</inkml:trace>
  <inkml:trace contextRef="#ctx0" brushRef="#br0" timeOffset="-133655.34">5771 15218 2099 0,'0'0'272'0,"0"0"-97"16,0 0 140-16,0 0-179 15,0 0-75-15,53 102-21 16,-11-97-23-16,3-5-9 16,-3 0-8-16,-8-17-9 15,-10-12-29-15,-11 0 13 16,-7-3-6-16,-6 4 10 16,0 3 19-16,0 11 2 15,0 10 20-15,0 4-20 16,0 4-2-16,8 22 2 15,3 6 5-15,3 4 4 0,-1 3 7 16,1-7-4-16,-3-4-2 16,-5-9-9-16,1-4-1 15,-5-10 0-15,-2-5 1 16,0 0-2-16,0-23-18 16,0-12-6-16,0-6 4 15,3 1 19-15,6 0-5 16,4 11 6-16,3 13 0 15,1 8 1-15,3 8 1 16,3 0 1-16,-4 21 10 16,-3 7-11-16,-7 0-1 15,-5 2 2-15,-4-4 8 0,0-6-10 16,0-8 0-16,0-3 0 16,0-9 2-16,0 0-4 15,2-23 3-15,6-3-1 16,5-5 0-16,3 4 1 15,3 4 0-15,6 10 0 16,0 4 14-16,-1 9-6 16,-2 0 0-16,-2 4-8 15,-6 14 12-15,-3 5-13 16,-2-1-1-16,7 8-18 16,-3-2-122-16,5-10-567 0</inkml:trace>
  <inkml:trace contextRef="#ctx0" brushRef="#br0" timeOffset="-133002.53">6788 15262 1896 0,'0'0'319'16,"0"0"-186"-16,0 0 74 15,0 0-131-15,0 0-65 16,0 0-11-16,0 0-11 16,120-80 10-16,-120 71 1 15,0 6 21-15,-10-2 15 16,-14 5 8-16,-2 0-11 16,-3 8-14-16,-2 19 4 0,4 1-8 15,6 7 52-15,8 6-30 16,8-3 4-16,5-2-20 15,10-10-20-15,19-4 1 16,6-12-1-16,9-5 8 16,2-5 6-16,-5-5-15 15,-3-16-3-15,-4-11-40 16,-8-1-47-16,-1-5 12 16,-5 2 2-16,-4 0 46 15,-3 8 23-15,-4 11 7 16,-5 12 48-16,-1 5-20 15,-1 0-27-15,-2 22 18 16,3 6 17-16,3 2-21 0,3-2 2 16,4-1-5-16,3-10-3 15,2-2 0-15,2-12-8 16,-2-3 24-16,1-3-24 16,2-17 20-16,-5-5-21 15,-1 3 2-15,-1 2-2 16,-3 2 8-16,2 6-8 15,0 4 0-15,3 4-9 16,0 4 6-16,1 0-6 16,3 0 13-16,7 4-4 15,4 0 0-15,9-4 11 16,5 0 2-16,-1-3 7 0,-3-12 5 16,-14 1-17-16,-10-4-8 15,-15-14-78-15,-2 7-151 16,0 1-620-16</inkml:trace>
  <inkml:trace contextRef="#ctx0" brushRef="#br0" timeOffset="-132800.39">7760 15061 1946 0,'0'0'236'16,"0"0"94"-16,0 0-42 15,0 0-157-15,44 125-83 16,-38-93-31-16,-6-2-17 15,0-6-3-15,0-8-47 16,-17-6-63-16,-6-6-30 16,-6-4-3-16,0 0-31 0,-2 0-20 15,-7-4 15-15,5 0-202 16,11 1-716-16</inkml:trace>
  <inkml:trace contextRef="#ctx0" brushRef="#br0" timeOffset="-132086.52">9035 14916 1152 0,'0'0'887'0,"0"0"-784"15,0 0 15-15,-114-1 72 16,80 36-113-16,5 3-17 0,7 14 17 16,11-1-4-16,11-5-21 15,0-1-17-15,27-15-23 16,8-9 3-16,5-9-14 16,0-9 17-16,-4-3-12 15,-7-18 9-15,-7-17-15 16,-6-10-10-16,-9-14 9 15,-7-7-8-15,0-6 9 16,0 7 6-16,0 16 49 16,0 21 36-16,-3 15 15 15,3 13-74-15,0 13-32 16,3 19 0-16,17 12 10 16,9 5-10-16,4 0 0 15,5-9-1-15,0-8 2 16,-7-10-2-16,-9-8-14 0,-3-10-32 15,-11-4-32-15,-3 0 36 16,-5-10-4-16,0-6-14 16,0 2 39-16,0 6 22 15,0 6 29-15,-7 2 9 16,1 7 6-16,2 14-20 16,4 9 4-16,0 1-7 15,6-4 1-15,13 0-20 16,8-8 8-16,4-7-10 15,3-7 0-15,4-5-39 16,22-8-116-16,-11-15-363 16,-2 0-477-16</inkml:trace>
  <inkml:trace contextRef="#ctx0" brushRef="#br0" timeOffset="-131718.18">9756 14749 1859 0,'0'0'327'16,"0"0"66"-16,0 0-114 15,0 0-193-15,0 0-48 16,-9 112 47-16,9-44-37 16,0 6 12-16,7-8-35 15,0-8-4-15,-2-13-14 16,-3-13-7-16,-2-15-20 16,0-8-25-16,0-9 14 15,0-4 7-15,0-22 13 0,9-11-1 16,9-1 11-16,9 2-15 15,4 4 1-15,4 8 15 16,3 8 13-16,0 12-7 16,-5 4-6-16,-6 7-6 15,-7 20 0-15,-11-1 5 16,-9 6 1-16,0-5 9 16,-25 0 4-16,-8 0 7 15,-7-9-8-15,0-4-7 16,2-6-5-16,8-6-21 15,11-2-54-15,15-15-167 16,4-7-431-16,0-1-1068 0</inkml:trace>
  <inkml:trace contextRef="#ctx0" brushRef="#br0" timeOffset="-131178.52">10231 15066 1562 0,'0'0'245'15,"0"0"5"-15,0 0 109 16,127-81-246-16,-102 63-81 16,-9 8-30-16,-12 6 21 15,-4 1-22-15,0 3 71 16,-14 0 2-16,-7 0-29 16,-6 21-26-16,0 16-2 15,4 2 1-15,5 1 6 16,12 0 26-16,6-4-23 15,0-5-10-15,24-12-17 0,8-6 0 16,5-13 7-16,2 0-7 16,-1-18-37-16,-7-8-86 15,-7-11-58-15,-8 4 2 16,-10-1 99-16,-1 7 80 16,-5 9 105-16,0 10 72 15,0 8-54-15,3 0-86 16,1 18-27-16,0 5 53 15,3 4-3-15,-3 4-6 16,0-8-29-16,-2-2 2 16,2-7-19-16,-4-10-2 15,0-4-6-15,0 0 0 16,0-27-35-16,0-5-18 0,6-6 40 16,7-4 13-1,3 3 0-15,3 7 34 0,0 11 29 16,1 16-5-16,-5 5-23 15,3 0-20-15,0 23-6 16,-2 7 3-16,-3 4-12 16,1-2 0-16,-1-4-16 15,3 2-62-15,-3-10-197 16,1-4-544-16</inkml:trace>
  <inkml:trace contextRef="#ctx0" brushRef="#br0" timeOffset="-130877.79">11340 14904 1558 0,'0'0'583'0,"0"0"-395"15,0 0 72-15,0 0-105 16,0 0-58-16,-14 121 1 15,30-77-14-15,-1 0-27 16,-3-2 9-16,-8-3-30 16,-4-3-8-16,0-4-27 15,-12-8 17-15,-9-5-11 16,-4-4-6-16,-4-10-2 16,2-5-12-16,2-5-29 0,12-17-42 15,13-18-63-15,0 3-223 16,11 3-416-16</inkml:trace>
  <inkml:trace contextRef="#ctx0" brushRef="#br0" timeOffset="-130502.33">11691 15079 1624 0,'0'0'285'16,"0"0"-40"-16,0 0 12 15,141-48-189-15,-114 37-62 16,-10-1-6-16,-7-2 0 15,-8 2 18-15,-2-1 61 16,0 3 47-16,-7 4 13 16,-11 6-51-16,-4 0-35 0,-3 14-17 15,-2 18 13-15,6 6-22 16,4 4 18-16,11-2-27 16,6-4-3-16,4-5-15 15,25-13-14-15,11-10 14 16,10-8 17-16,5 0-3 15,-1-18-13-15,-8-11-2 16,-10-3 2-16,-9-6 3 16,-9 0-2-16,-7 1 11 15,-7 2 11-15,0 7 23 16,-4 8-28-16,3 6-13 0,0 4-6 16,1 8-23-1,3 2-46-15,10 0-162 0,-1 0-295 16,2 0-419-16</inkml:trace>
  <inkml:trace contextRef="#ctx0" brushRef="#br0" timeOffset="-130291.17">12592 14985 1960 0,'0'0'348'15,"0"0"16"-15,0 0-33 16,-4 120-186-16,4-84-71 16,15-5-50-16,8-3-21 0,6-7-3 15,4-2-47-15,23-14-74 16,-8-2-417-16,-7-3-825 0</inkml:trace>
  <inkml:trace contextRef="#ctx0" brushRef="#br0" timeOffset="-129833.2">12980 15027 2039 0,'0'0'475'15,"0"0"-168"-15,0 0-62 16,-7 120-116-16,7-85-53 16,7-8-46-16,4-6-15 15,-7-11-15-15,-1-10-13 0,-3 0-36 16,0-14 10-1,0-18-35-15,-5-7 41 0,5-3 30 16,0 4 3-16,0 6 38 16,13 14 17-16,8 8-19 15,3 10-34-15,7 10 19 16,1 20-21-16,1 8 0 16,-6 2 1-16,-5-3 13 15,-9-3-8-15,-6-12-6 16,-5-8 0-16,-2-14-11 15,0 0-16-15,-13-12-15 16,2-21 18-16,9-7 9 0,2-8 15 16,7 2 19-1,15 2 26-15,6 12-10 16,1 14 5-16,0 13 24 0,-2 5-31 16,0 13 5-16,0 15-8 15,-3 2 16-15,-1 3-17 16,-1-8-12-16,2-1-17 15,5-6-51-15,9-4-37 16,14-14-93-16,-10 0-411 16,-8-2-1444-16</inkml:trace>
  <inkml:trace contextRef="#ctx0" brushRef="#br0" timeOffset="-129450.3">13680 14953 2302 0,'0'0'458'0,"0"0"-327"16,0 0 46-16,-2 108-69 0,2-45-44 15,0 3 4-15,11 6 6 16,9-6-35-16,0-6-13 16,-2-12-26-16,-7-16-44 15,-9-16-39-15,-2-13-57 16,-5-3 23-16,-17-25 23 16,-7-13 6-16,-2-8 54 15,2-7 26-15,7-5 8 16,6 4 41-16,12 6 64 15,4 2-8-15,6 6-57 16,21 8-29-16,11 2-8 16,5 10 9-16,1 11-5 15,1 9-5-15,-3 3 16 0,-7 19 7 16,-8 8-24-16,-11 0-1 16,-11 2 11-16,-5-5-5 15,-5-5-6-15,-19-4 7 16,-8-4 1-16,-1-9 7 15,0-1-15-15,4-4-29 16,8 0-51-16,13-1-77 16,8-7-306-16,0-3-433 0</inkml:trace>
  <inkml:trace contextRef="#ctx0" brushRef="#br0" timeOffset="-128918.16">14179 15061 355 0,'0'0'1834'0,"0"0"-1475"15,0 0-200-15,0 0-11 16,-118 12-77-16,98 22-5 16,11 4-28-16,4 3-18 15,5-6-9-15,0 2-4 16,23-11-7-16,8-12-2 15,9-10-23-15,3-4-11 16,-1-8-34-16,-2-20-47 16,-7-8-8-16,-8-3 33 0,-5-1 87 15,-9 4 5 1,-1 10 131-16,-8 10 54 0,0 12-38 16,2 4-111-16,3 6-17 15,1 20-19-15,6 0 1 16,1 2 7-16,4-1-8 15,-4-9 0-15,-1-6 0 16,-1-11-11-16,3-1 11 16,1-5-1-16,3-17 1 15,1-10-76-15,-4 2 10 16,-3-5 17-16,-6 12 49 16,-3 4 15-16,-5 12 113 15,0 7-42-15,0 0-70 16,0 15-6-16,0 13-9 15,8 1 37-15,4 0-11 0,5-5 4 16,10-2-13-16,9-5-6 16,11-3-4-16,11-6-8 15,0-8-18-15,7 0-125 16,-18-22-321-16,-16-5-647 0</inkml:trace>
  <inkml:trace contextRef="#ctx0" brushRef="#br0" timeOffset="-128667.95">14968 14858 1657 0,'0'0'508'16,"0"0"-197"-16,0 0-77 15,0 0-112-15,0 0-22 16,0 0 4-16,65 137 3 0,-65-85 10 16,0-8-49-16,-11-2 2 15,-9-10-36-15,-7-3 4 16,-2-10-29-16,-5-6 0 15,3-6-9-15,0-7-16 16,2 0-8-16,10-7-21 16,2-11-15-16,11-3-46 15,6 4 1-15,4-6-156 16,17 8-339-16,2 2-1019 0</inkml:trace>
  <inkml:trace contextRef="#ctx0" brushRef="#br0" timeOffset="-128196.79">15454 15240 2457 0,'0'0'292'0,"0"0"-261"0,0 0-31 16,0 0-164-1,0 0-1396-15</inkml:trace>
  <inkml:trace contextRef="#ctx0" brushRef="#br0" timeOffset="-124892.59">17046 14696 1607 0,'0'0'399'15,"0"0"-201"-15,0 0 88 16,0 0-43-16,0 0-140 15,0 0-73-15,-14 4-24 16,12 30 0-16,0 7 28 16,2 9-12-16,-2-6 1 15,2 0-22-15,0-7 7 16,0-5-8-16,0-11 2 16,0-11 4-16,4-6-6 15,7-4 0-15,7 0 9 16,7 0 5-16,2 0-14 0,4-4 0 15,2-1-2-15,5 0-5 16,4-7-1-16,3 0-1 16,-1 0-3-16,3-5 4 15,5 8 7-15,6 1-2 16,7 8 3-16,8 0 6 16,10 0 0-16,21 0-6 15,26 6 0-15,-8 0 5 16,-13-1-5-16,-15-5-12 15,-22 0-5-15,-4 0 17 16,-1 0-6-16,-18 0 6 16,-17 0 0-16,-15 0 4 0,-7 0-4 15,-6-5 9-15,-2 5-3 16,-2-4 6-16,0 2-2 16,0 0-1-16,2-6 3 15,-2 2-6-15,0-8-5 16,0-4 15-16,0-1 21 15,0-2-7-15,-2-5-4 16,-4-2-11-16,-2-3-5 16,4-1-5-16,2 2 1 15,-1 5-4-15,3 4-1 16,0 8-2-16,0 8 1 16,0 5-1-16,0 2-58 15,0 15-244-15,0 4-428 0</inkml:trace>
  <inkml:trace contextRef="#ctx0" brushRef="#br0" timeOffset="-123997.58">20231 14976 1646 0,'0'0'273'16,"0"0"-128"-16,0 0 189 16,0 0-183-16,0 0-124 15,0 0 35-15,0 0 31 16,3 119-7-16,-3-82-47 16,0-6-16-16,0-8-12 15,0-5-2-15,13-10-3 16,5-2 8-16,4-6 1 15,7 0 7-15,4 0-8 16,0-5-14-16,6 0 9 16,-1 1-9-16,4-6 2 15,7 3-2-15,7-3 0 0,13 3 0 16,9-4 0-16,6 6 0 16,8-2 0-16,2 5-6 15,-2 2 5-15,-1 0 0 16,-3 0 1-16,5 0-7 15,-2 0 6-15,5 0-11 16,-1 0 12-16,1 0 0 16,-7 0 4-16,-13 0-2 15,-18 0 1-15,-22 0-3 16,-17 0-1-16,-12 0 1 16,-7 0 8-16,0 0 13 15,0-4 16-15,0-8-3 16,0-5-7-16,-2-4 0 0,-7-1-19 15,1 0 10 1,-6-8-18-16,1 1 2 0,-3 0-1 16,3-1 11-16,2-2-5 15,1 0-7-15,6-3 0 16,2 5 8-16,2 5-5 16,0 4-3-16,0 11-1 15,0 6-27-15,0 4-125 16,0 9-478-16,6 4-361 0</inkml:trace>
  <inkml:trace contextRef="#ctx0" brushRef="#br0" timeOffset="-123098.11">23749 14973 1930 0,'0'0'551'0,"0"0"-485"15,0 0-52-15,0 0 1 16,0 0-3-16,-9 110-1 15,9-69-5-15,0-11 6 16,9-7-1-16,2-6 7 16,2-7-1-16,1-9 86 15,1-1-9-15,8 0-30 16,2 0-30-16,8-5-23 16,7-9 0-16,9 3-11 15,9-1 0-15,5-1 0 0,8 0 0 16,5 3 0-16,8 7 0 15,7-2 0-15,10 5 0 16,1 0 0-16,0 0-1 16,-5 6 1-16,-9 6-8 15,-11-2 7-15,-15 2-19 16,-13-8 13-16,-9 1-5 16,-6-5 12-16,1 0 1 15,3 0 1-15,0 0 5 16,-2 0-7-16,-7-5 1 15,-12 5 0-15,-9-4 9 16,-6 4-10-16,-2-9 41 0,0 0 23 16,0-8-37-16,0-6-15 15,0-7 0-15,0-4 10 16,0 0 1-16,0-7 17 16,0 2-10-16,-5-1 23 15,0 0-29-15,1-1 7 16,0 1-9-16,4 4 4 15,0 1-2-15,0 6-12 16,0 5 3-16,0 6 12 16,4 8 15-16,0 1-26 15,-4 6 2-15,3 1-7 16,-3 0-5-16,0 2-6 16,0 0 1-16,0 0-1 0,0 0-5 15,2 0 5-15,-2 0-14 16,3 0-5-16,1 0-85 15,7 6-63-15,1 10-82 16,0 1-616-16</inkml:trace>
  <inkml:trace contextRef="#ctx0" brushRef="#br0" timeOffset="-92312.96">24478 14345 1558 0,'0'0'276'15,"0"0"-159"-15,0 0 27 16,0 0-53-16,0 0-30 15,0 0-10-15,0 29 1 16,0-29-18-16,0 0 30 16,-5 0 79-16,-1 0-18 0,1-7-70 15,1-3 0 1,2-2-8-16,2 0 12 0,0 0 3 16,0 7-29-16,11-6-17 15,0 5-15-15,0 6-1 16,-2 0 0-16,-5 0-1 15,-2 12-7-15,-2 9 8 16,0 2 1-16,-15 1 8 16,-7-2-2-16,1-3-1 15,6-7 0-15,7-5-6 16,2-7 8-16,6 0-2 16,0-2 18-16,2-15-11 15,10-3 4-15,3 2-5 16,-3 3-2-16,-1 10 11 15,-5 5-11-15,-1 0-10 0,0 0-8 16,-5 12 7-16,0 2 2 16,0 2-1-16,-16 0 8 15,-5 0-1-15,0-8-5 16,-2-2-1-16,5-2 13 16,1-4-7-16,3 0 4 15,3-18-10-15,5-3 11 16,6-3-11-16,0 2 9 15,0 0 2-15,10 0-1 16,15 4-4-16,4 4-6 16,5 5-1-16,-1 4 0 15,2 5 0-15,-3 0-10 16,-3 20 9-16,-3 6 0 0,-5 6 0 16,-8 2-5-1,-7 2 5-15,-6 5-5 0,0 3 5 16,-6 2 2-16,-14 6 0 15,-6-3 8-15,-1 4-9 16,-2-7 1-16,0-2 0 16,2-5-1-16,2-5 1 15,0-5-1-15,2-6 6 16,4-5-5-16,3-8 0 16,8-3-1-16,3-7 8 15,1 0-1-15,2-7 1 16,2-11-2-16,0-3-6 0,0 2-5 15,0 3 4 1,8 7 1-16,9 6-8 0,6 3 8 16,6 0-9-16,8 14 9 15,0 7-1-15,1 2-1 16,-2 0-4-16,-5-2 5 16,-2-4 0-16,0-2-8 15,-2-10 8-15,0-5-8 16,2 0 9-16,0 0 0 15,0-20 0-15,-5-1-8 16,-4-7-18-16,-4 2-32 16,-3 1-65-16,1-2-118 15,-4 7-267-15,-5 8-227 0</inkml:trace>
  <inkml:trace contextRef="#ctx0" brushRef="#br0" timeOffset="-77799.44">17737 14064 1525 0,'0'0'379'0,"0"0"-222"16,0 0 156-16,0 0-78 16,0 0-109-16,0 0-69 0,-15-21-47 15,10 44 8-15,0 12 39 16,-4 5 19-16,-4 4-17 15,-3 4-9-15,1-2-26 16,-3 0-7-16,3-4-11 16,1-1 1-16,3-10-6 15,7-6 1-15,-1-7-1 16,5-10 0-16,0-4-1 16,3-4 1-16,18 0 25 15,8-6 12-15,5-6-7 16,-1 0-13-16,1 2-9 15,-10-3-8-15,-2 8-1 16,-5-1-15-16,-4 1-49 0,0 3-4 16,-2 1-42-16,-2-3-82 15,3-9-156-15,-4 3-228 16,-3-2-925-16</inkml:trace>
  <inkml:trace contextRef="#ctx0" brushRef="#br0" timeOffset="-77612.72">17958 14103 1774 0,'0'0'496'0,"0"0"-362"15,0 0-31-15,-31 114 110 16,13-42-65-16,-1 6-32 0,4-1-41 16,7-5-48-1,2-13-17-15,6-10-10 0,0-11-8 16,25-4-99-16,4-10-184 15,0-10-516-15</inkml:trace>
  <inkml:trace contextRef="#ctx0" brushRef="#br0" timeOffset="-73799.19">20949 14134 1679 0,'0'0'260'0,"0"0"-129"15,0 0 32-15,0 0-110 16,0 0-35-16,0 0-9 16,-81 115 3-16,48-63 3 15,2-3 10-15,2-4-18 16,7-8 4-16,6-7-10 0,5-9 7 15,7-7-7 1,4-5 8-16,0-3 7 0,0-6 33 16,13 0 49-16,12 0-38 15,4 0-12-15,6 0-19 16,-1 0 7-16,1 0-9 16,-4 0-12-16,0 0-6 15,-4 0-8-15,0 0 4 16,-6 0-5-16,-4 0 0 15,-3 0-19-15,-8 0-27 16,1 0-20-16,-5 0-16 16,0 0-44-16,0 0-52 0,6 0-9 15,2-12-103 1,1-3-280-16,1-2 182 0</inkml:trace>
  <inkml:trace contextRef="#ctx0" brushRef="#br0" timeOffset="-73601.97">21194 14195 977 0,'0'0'379'0,"0"0"-37"16,0 0 13-16,0 0-183 15,0 0-136-15,0 0-23 16,0 110 82-16,-4-38 47 16,-5-1-17-16,0 1-31 15,2 0-59-15,3-12-19 16,2-4-9-16,2-6-7 15,0 4-57-15,0-11-187 0,0-11-442 16</inkml:trace>
  <inkml:trace contextRef="#ctx0" brushRef="#br0" timeOffset="-72732.28">26099 14500 1868 0,'0'0'324'0,"0"0"-132"0,0 0 46 16,0 0-126-16,158-17-51 16,-107 10-30-16,-2 2-16 15,-2-2-14-15,-5 5-1 16,-4-1-79-16,7 3-117 15,-12 0-190-15,-8 0-284 0</inkml:trace>
  <inkml:trace contextRef="#ctx0" brushRef="#br0" timeOffset="-72565.97">26284 14766 2043 0,'0'0'316'0,"0"0"-123"15,0 0 96-15,0 0-119 16,114 0-115-16,-41 0-55 16,34 6-20-16,-15 5-196 15,-19-1-579-15</inkml:trace>
  <inkml:trace contextRef="#ctx0" brushRef="#br0" timeOffset="-70525.24">27144 14337 1023 0,'0'0'634'16,"0"0"-517"-16,0 0 170 16,0 0-88-16,0 0-144 15,134-40-24-15,-76 34 19 16,-3 4-14-16,-8 2-4 16,-11 0-17-16,-14 12-7 15,-15 10-2-15,-7 6 4 16,-13 4 5-16,-21 0 9 15,-8 1 14-15,0-3-18 0,3-8-11 16,10-5-8 0,14-5 5-16,11-7-5 0,4-5-1 15,10 0 0-15,26 0 10 16,9 0 5-16,9 6-8 16,1 8 16-16,-4 7-13 15,-6 5-8-15,-11 9-1 16,-15 1 5-16,-12 4-3 15,-7-3-2-15,-13-3 38 16,-23-2 56-16,-9-6 2 16,-6-6-40-16,-2-6-33 15,-3-8-12-15,7-6-4 16,6 0-8-16,16 0-12 16,27-26-93-16,0 4-395 0,21 0-756 0</inkml:trace>
  <inkml:trace contextRef="#ctx0" brushRef="#br0" timeOffset="-69984.42">27962 14379 1505 0,'0'0'332'0,"0"0"-103"16,0 0 93-16,0 0-172 16,0 0-98-16,0 0-34 15,0 0-5-15,83 67-3 16,-83-19-2-16,-5-2-2 15,-28 6 1-15,-10-4 2 16,-1-4-3-16,5-8-6 16,8-7 2-16,12-16-2 15,10-5 0-15,6-8 1 16,3 0 10-16,0-4-3 16,16-10-8-16,2-1-7 0,4 8-11 15,3 7 18 1,4 0-5-16,0 24 5 0,4 10 2 15,2 7-2-15,-1 0 1 16,-3 0 6-16,-2-7-7 16,-4-10-1-16,-3-8 1 15,-1-13 2-15,-4-3 23 16,1-3-1-16,-1-15 9 16,2-4 4-16,-6 0-12 15,-2-2-17-15,0 2-8 16,-2 0-57-16,3-12-134 15,-2 8-334-15,-1 1-873 0</inkml:trace>
  <inkml:trace contextRef="#ctx0" brushRef="#br0" timeOffset="-63503.57">1094 16726 1521 0,'0'0'318'0,"0"0"-231"16,0 0-7-16,89-102 36 15,-37 79-16-15,1 9 4 16,-4 14-52-16,-9 0-12 15,-13 28 0-15,-11 8 30 16,-16 4-18-16,0 5-27 16,-12-2 2-16,-12-2-21 0,-1-13 10 15,7-7-16-15,7-7 0 16,9-9-9-16,2-5 8 16,7 0 0-16,22 0 1 15,13-5 9-15,7-4-9 16,5 4 13-16,-1 5-13 15,-4 5 9-15,-11 13-9 16,-16 10 0-16,-15 6 0 16,-7 6 30-16,-17 0 53 15,-19-4-5-15,-5-3-27 16,-3-8-41-16,3-11 19 16,6-5-28-16,6-9-2 0,7 0-5 15,13-14-158-15,6-4-428 16,3-5-844-16</inkml:trace>
  <inkml:trace contextRef="#ctx0" brushRef="#br0" timeOffset="-63200.31">1854 16218 2192 0,'0'0'254'0,"0"0"-139"0,0 0 55 15,174 191-31-15,-105-46-43 16,-13-8-11-16,-21-20-10 16,-18-42 0-16,-11-29-35 15,-2 5-22-15,1 0-9 16,-1-3-8-16,-2-12-1 15,-2-14-8-15,0-12-29 16,2-6-65-16,12-13-76 16,1-18-430-16,3-4-836 0</inkml:trace>
  <inkml:trace contextRef="#ctx0" brushRef="#br0" timeOffset="-62892.07">2957 16212 2172 0,'0'0'284'0,"0"0"-101"15,0 0 37-15,66 113 5 16,-31-41-102-16,1 16-12 15,-7 2-18-15,-5-6-12 16,-6-3-39-16,-2-13-27 16,-3-14 0-16,-5-6-14 0,4-12-1 15,-3-9-6-15,-1-10 6 16,2-8-66-16,1-9-44 16,16-5-122-16,-3-16-103 15,1-11-525-15</inkml:trace>
  <inkml:trace contextRef="#ctx0" brushRef="#br0" timeOffset="-62578.31">3553 16589 2018 0,'0'0'318'0,"0"0"-181"15,-73 129 110-15,61-75-108 0,12-1-62 16,0-4-14-16,29-13-21 15,6-10-15-15,8-8-14 16,1-8-11-16,-1-10 11 16,-1 0-13-16,-6-6 18 15,-5-16-18-15,-8 1 9 16,-8-11-9-16,-8 5 0 16,-7 1 0-16,0 0 0 15,-18 6 6-15,-9 3-4 16,-2 8-4-16,0 0 8 15,2 9-7-15,3 0 1 16,8 0-18-16,12 0-88 16,4 0-175-16,0-5-821 0</inkml:trace>
  <inkml:trace contextRef="#ctx0" brushRef="#br0" timeOffset="-62277.8">3960 16587 474 0,'0'0'1300'0,"0"0"-1163"15,0 0-64-15,0 0 91 16,0 0-61-16,132 108-14 16,-92-75 11-16,-6 2-44 15,-12 4 41-15,-11-4-32 16,-9 2 69-16,-2-9-34 15,-6-1-14-15,-19-2-16 0,-4-6-19 16,-5-5-2-16,1-7-22 16,6-7 8-16,4 0-35 15,6-14 0-15,9-12-18 16,8 1-87-16,0-16-197 16,17 13-439-16,6 2-737 0</inkml:trace>
  <inkml:trace contextRef="#ctx0" brushRef="#br0" timeOffset="-47681.38">4844 17052 582 0,'0'0'933'16,"0"0"-761"-16,0 0 25 15,0 0 13-15,-5-102-94 16,10 88-66-16,4 2 7 15,-5 3 6-15,0 4 0 16,0 5 9-16,4 0-8 16,3 8 3-16,6 15-10 15,8 12-14-15,4 11 12 16,0-2-4-16,-5 5-18 16,1-10-12-16,-8-2-9 15,-1-11-11-15,-7-8 13 16,-2-9-14-16,-5-4 1 0,-2-5 11 15,0 0 13-15,0-22-4 16,-11-10-12-16,0-9-8 16,-3-7-1-16,8 0 1 15,4 6-1-15,2 8 0 16,0 10 0-16,13 7 0 16,9 8-8-16,7 9 2 15,2 0 6-15,5 18 0 16,-3 8 9-16,-2 6-9 15,-4-2 7-15,-4 2-7 0,-5 1 0 16,-1-8-6 0,-5 1-42-16,-1-1-79 0,5-9-199 15,-3-2-204-15,0-11-383 16</inkml:trace>
  <inkml:trace contextRef="#ctx0" brushRef="#br0" timeOffset="-46511.23">5608 16900 595 0,'0'0'1304'16,"0"0"-1162"-16,0 0-99 15,0 112 53-15,25-79-20 0,8-4-27 16,9-10 43-16,6-14-33 15,0-5-17-15,-1 0-11 16,-7-14 5-16,-9-4-18 16,-8-3-3-16,-12-4-14 15,-9-5 16-15,-2-2-7 16,-11-2 33-16,-14-2 3 16,1 4-14-16,2 6 3 15,6 7 12-15,9 10 11 16,7 9-10-16,0 0-48 15,18 20 6-15,11 14-5 16,7 2 5-16,2 1 3 16,-1-2-8-16,-3 0-1 15,-5-12 1-15,-7 0 0 16,-7-6 0-16,-5-9-1 0,-6-4 0 16,-4-4 6-16,0 0 1 15,-4-17 5-15,-12-14-10 16,-4-5-2-16,2 0 1 15,8 2 0-15,6 6 0 16,4 5-1-16,8 10 0 16,21 5-1-16,6 8 2 15,5 0 6-15,2 8 0 16,1 19 2-16,-7 0-3 16,-5 4-5-16,-9-4 0 15,-7-1 0-15,-3-8 0 16,-5 1-1-16,-5-12 0 0,-2-7 0 15,0 0 0-15,0-7 16 16,0-20-14-16,-2-9-1 16,2 0-1-16,0 4 0 15,18 6 0-15,8 12-6 16,3 10 6-16,0 4 0 16,0 18 1-16,-7 14 7 15,-1 3-6-15,-4 11-1 16,-3-7 5-16,1-3-6 15,-1-5 0-15,-1-5 0 16,3-12-1-16,-3-5-104 16,-2-4-87-16,3-5-53 15,-3-5 21-15,2-13 44 0,-2 0 124 16,2 1 56-16,1-2 0 16,-3 1 93-16,3 0 84 15,-1 0-33-15,1 1 12 16,-4-2-77-16,-1 3-41 15,-2-2-11-15,-4 1 13 16,-3 3 48-16,0 1-12 16,0 6-41-16,0 4-10 15,-10 3-17-15,-1 0-7 16,1 0 0-16,-2 18-1 16,1 8 0-16,4 6 0 15,2 4-1-15,5 5 2 16,0-2-2-16,10-3 1 0,11-5 0 15,11-13 0 1,4-4 0-16,10-11 1 0,6-3 0 16,6-9 6-16,-2-17-7 15,-8-5 0-15,-14-5-25 16,-16-3-5-16,-14 2 7 16,-4-3 22-16,-2 8 1 15,-11 11 28-15,3 6 29 16,4 10-8-16,6 5-28 15,0 5-19-15,0 13-3 16,0 5 2-16,9 4 3 16,5-5-4-16,-2 0 0 15,2-12 0-15,4-1 1 16,0-6 8-16,7-3-8 16,6 0-1-16,9 0-10 0,38-3-50 15,-11-12-154-15,-7-2-796 16</inkml:trace>
  <inkml:trace contextRef="#ctx0" brushRef="#br0" timeOffset="-46270.93">7540 16779 2235 0,'0'0'254'16,"0"0"-188"-16,0 0 89 15,0 0-62-15,79 113-54 16,-55-76-32-16,-6 2 5 15,-9-3-11-15,-9 5 6 0,0-6 2 16,-9 4 48-16,-13-11-6 16,0-2-21-16,-1-8-14 15,0-9-14-15,2-9 7 16,-6 0-9-16,-2-14-48 16,-33-21-151-16,6 4-401 15,0 4-545-15</inkml:trace>
  <inkml:trace contextRef="#ctx0" brushRef="#br0" timeOffset="-45016.82">9297 16834 1064 0,'0'0'532'0,"0"0"-439"16,0 0 135-16,0 0 17 0,-113-14-68 16,93 10-31-16,1 4-14 15,4 0-26-15,1 0-32 16,-1 9-41-16,1 18-10 16,1 9-4-16,3 8 14 15,4 6-12-15,6 2 0 16,0-12-11-16,21-8-5 15,6-14-5-15,4-9-12 16,2-9 12-16,3 0 11 16,-5-13 14-16,-2-11-25 15,-7-6-22-15,-9-5-19 16,-7-6 4-16,-6-8 9 16,0-4 17-16,-19-5 5 0,-1-9 6 15,1 3 9 1,3 6-9-16,3 0 22 0,3 15 0 15,3 6 17-15,3 11 24 16,2 11 13-16,2 8-7 16,0 7-21-16,0 0-42 15,0 30 0-15,11 12-6 16,7 14 1-16,2 6 12 16,4-3-7-16,1-10 0 15,2-4-5-15,0-9 0 16,2-4-1-16,-3-10 0 15,4-4-1-15,-1-9-22 16,0-9 8-16,2 0-4 16,0 0 5-16,-2-20-22 0,-7-1-16 15,-6 3 6 1,-8-4 11-16,-8 8 25 0,0 2 10 16,0 2 6-16,-8 10-5 15,-6 0-1-15,1 0 0 16,2 18-1-16,-1 14 0 15,8 3 1-15,2 11 10 16,2 1 9-16,6-7 7 16,23-4-19-16,10-8 11 15,5-12-18-15,3-6 0 16,0-10-2-16,0 0-36 16,-1-10-63-16,12-34-176 15,-8 8-324-15,-13-4-579 0</inkml:trace>
  <inkml:trace contextRef="#ctx0" brushRef="#br0" timeOffset="-44610.72">9980 16508 1527 0,'0'0'714'16,"0"0"-550"-16,0 0-32 16,0 0-29-16,0 0-9 15,17 111-8-15,10-47 8 16,2 6-17-16,4 2-22 15,0-9-24-15,-1-5-11 16,-1-14-19-16,-6-8 6 16,-7-14-7-16,-10-8 1 0,-3-10-1 15,-5-4 2 1,0 0 17-16,0-14-8 0,0-7-2 16,0-11-8-16,0 1 2 15,18-5-2-15,15 4-1 16,11-2 1-16,12 10-1 15,5 7-1-15,-3 14 0 16,-11 3-6-16,-14 26-1 16,-13 9 8-16,-15 11 0 15,-5-2 5-15,-8-1-4 16,-17-2-1-16,-2-9 0 16,-4-10 1-16,4-5 0 15,0-12 4-15,4-5-5 16,6 0-17-16,10-18-79 15,4-8-242-15,3 3-572 0</inkml:trace>
  <inkml:trace contextRef="#ctx0" brushRef="#br0" timeOffset="-44003.54">10827 16874 1756 0,'0'0'522'0,"0"0"-463"16,0 0-7-16,0 0-10 15,120-72-42-15,-94 60-1 0,-8 6-11 16,-11 1-55-16,-7 2 67 16,0 3 102-16,-11 0 37 15,-7 0 32-15,1 3-51 16,-2 16-59-16,4 8-40 15,3 8-5-15,8 0 5 16,4 6-7-16,0-4-5 16,9-11-8-16,15-3 12 15,8-14-12-15,6-9 20 16,4 0-12-16,0-15-9 16,-3-11-11-16,-10 0-74 15,-12-6-39-15,-10 0 23 16,-7 1 51-16,0 6 44 0,-11 6 6 15,0 10 50-15,4 4 35 16,4 5-33-16,3 0-38 16,0 19-13-16,5 11 4 15,9 2 4-15,1 5-7 16,-1-2 14-16,-1-5-2 16,-4-8-2-16,-4-4-12 15,-3-7 0-15,-2-8 0 16,0-3 6-16,0-14 3 15,0-21-8-15,0-3 0 16,0-8 0-16,0 0 15 16,13 7-5-16,7 7 10 15,5 13-14-15,-2 16-7 16,2 3 0-16,-2 10-1 16,-3 20-5-16,-5 6 5 0,-1 7 0 15,10 3-52-15,-4-7-196 16,3-11-490-16</inkml:trace>
  <inkml:trace contextRef="#ctx0" brushRef="#br0" timeOffset="-43633.41">12208 16772 1485 0,'0'0'497'16,"0"0"-412"-16,0 0 172 16,0 0-17-16,0 0-122 15,87 106-24-15,-66-82-18 16,-8 3-37-16,-7-2-8 15,-6-3 11-15,0 1-6 16,-6 4 5-16,-19-5-3 16,1-4-9-16,-5-5-29 15,5-3 9-15,5-3-3 16,6-7-5-16,7 0-1 0,3 0-12 16,3-7-58-16,0-16-158 15,16 5-258-15,-1 1-196 0</inkml:trace>
  <inkml:trace contextRef="#ctx0" brushRef="#br0" timeOffset="-43237.18">12487 16910 1896 0,'0'0'473'0,"0"0"-386"16,0 0 187-16,0 0-107 15,0 0-123-15,0 0-34 16,0 0-2-16,128-85-8 15,-113 76 0-15,-7-3 0 16,-2 2 9-16,-6 0-3 16,0 2 9-16,-3 4 31 0,-12 4-15 15,-2 4-16-15,-2 18-13 16,1 10 5-16,7 7-6 16,7 7-1-16,4-7 8 15,6-3-9-15,19-10 1 16,10-4-6-16,5-15-6 15,5-7 4-15,2-11 7 16,-2-15-6-16,-6-6 6 16,-10-3 2-16,-8 9 3 15,-12-1-3-15,-5 5 12 16,-2 0 33-16,0 3 17 16,2-2-15-16,4 1-30 0,1-2-18 15,1 0-1-15,-3 10-37 16,5 10-68-16,-4 2-409 15,-1 0-1041-15</inkml:trace>
  <inkml:trace contextRef="#ctx0" brushRef="#br0" timeOffset="-42643.02">13986 16762 1722 0,'0'0'476'0,"0"0"-318"16,0 0 98-16,-133-4-61 0,91 30-122 15,5 15-46 1,8 8-9-16,13 6 21 0,16-8 6 15,0-1 2-15,31-11-24 16,16-12-7-16,7-10-14 16,6-13-2-16,0 0-2 15,-7-23-48-15,-8-9-31 16,-16-12-75-16,-18-4 44 16,-11-10 54-16,-13-10 42 15,-24-8 16-15,-2 2 35 16,-1 5 71-16,9 17 50 15,8 16 10-15,12 18-23 16,9 18-31-16,2 0-64 16,0 22-26-16,20 18-5 15,4 8 1-15,5 6-6 0,5 1-12 16,-1-6-3-16,0-4-62 16,10-1-78-16,-12-13-173 15,-4-12-627-15</inkml:trace>
  <inkml:trace contextRef="#ctx0" brushRef="#br0" timeOffset="-42508.75">14374 16802 2006 0,'0'0'644'15,"0"0"-575"-15,0 0 150 16,0 0-89-16,-14 104-79 16,14-69-36-16,0-3-15 15,4-6-89-15,12-13-201 0,-1-5-523 0</inkml:trace>
  <inkml:trace contextRef="#ctx0" brushRef="#br0" timeOffset="-42119.74">14648 16763 1086 0,'0'0'1265'16,"0"0"-1069"-16,0 0 48 15,0 0-17-15,35 106-143 16,-18-83-65-16,0-5-2 15,0-10-16-15,-1-2-1 16,-1-6-1-16,-1 0-2 16,-3-9 3-16,-2-14 2 15,-4 0 10-15,-1-2-12 16,-4 1 17-16,0 2-7 16,0 3 11-16,0 2-9 15,0-1-12-15,0 2-1 0,0-8-58 16,0 3-188-1,0 3-700-15</inkml:trace>
  <inkml:trace contextRef="#ctx0" brushRef="#br0" timeOffset="-41974.34">15049 16862 1958 0,'0'0'326'15,"0"0"-144"-15,0 0 26 16,0 0-102-16,0 0-106 15,0 102-36-15,6-98-445 16,3-4-864-16</inkml:trace>
  <inkml:trace contextRef="#ctx0" brushRef="#br0" timeOffset="-41683.7">15236 16709 1483 0,'0'0'259'15,"0"0"-137"-15,0 0 20 16,0 0-57-16,75 107-51 16,-50-81-26-16,-5 6-2 15,-11-4-5-15,-7-1 21 16,-2-2 58-16,-2-3 50 0,-15-8-21 15,-6 0-63-15,-2-10-15 16,-4 0-21-16,2-4 1 16,1 0-11-16,11-18-88 15,6-8-171-15,9 4-653 0</inkml:trace>
  <inkml:trace contextRef="#ctx0" brushRef="#br0" timeOffset="-41524.29">15533 16848 2125 0,'0'0'465'15,"0"0"-283"-15,0 0-33 16,0 0-108-16,0 0-41 16,0 0-69-16,0 0-445 0,37 93-604 0</inkml:trace>
  <inkml:trace contextRef="#ctx0" brushRef="#br0" timeOffset="-41106.03">15649 16469 2220 0,'0'0'538'15,"0"0"-456"-15,0 0 77 16,0 136-26-16,19-68-55 15,6 8-18-15,0-9-8 0,-3-14-33 16,-5-7-19-16,-6-15-16 16,-6-13-12-16,-5-9-28 15,0-9 14-15,0 0 11 16,0-9 29-16,0-14 2 16,0-3 0-16,18-6 5 15,11 1-5-15,8 4 8 16,6 10-8-16,1 3 0 15,-3 10-1-15,-5 4 1 16,-12 0 0-16,-13 26-1 16,-11 2 1-16,-2 11 8 15,-29-2 5-15,-9 1-5 16,-3-9 2-16,3-8-9 0,5-7 5 16,6-10-5-1,6-4 0-15,7 0-1 0,10-18-39 16,3-10-81-16,3-16-206 15,17 0-335-15,0 4-507 0</inkml:trace>
  <inkml:trace contextRef="#ctx0" brushRef="#br0" timeOffset="-40715.74">16163 16495 1347 0,'0'0'925'16,"0"0"-716"-16,0 0 93 15,11 110-43-15,-4-59-128 0,-3-2-65 16,3 4-27 0,2-9-18-16,2-9-21 0,7-6 2 15,9-7-2-15,11-10 0 16,10-10-6-16,8-2-16 16,4 0-11-16,-2-14-5 15,-12 0 16-15,-15-4-4 16,-16 4 25-16,-13-6-6 15,-2 0 7-15,-4 2 8 16,-15 1 20-16,0 8 14 16,-4 4-6-16,1 5-7 15,0 14-23-15,2 17 3 16,0 8-9-16,9 2 10 16,6-9-8-16,5-1 5 15,0-4-6-15,18-13 0 0,6-2 8 16,5-7-9-1,7-5-10-15,3 0-68 0,11-35-86 16,-9 7-576-16,-1-6-896 0</inkml:trace>
  <inkml:trace contextRef="#ctx0" brushRef="#br0" timeOffset="-40517.46">16825 16704 1868 0,'0'0'362'0,"0"0"-260"15,0 0 163-15,0 0-52 16,54 104-110-16,-34-78 14 0,-5 0-31 16,-5-3-51-16,-10-6-35 15,0 1-1-15,-18-4-57 16,-12-5-63-16,-5 0-138 16,-12-5-238-16,9-4-162 15,9 0-690-15</inkml:trace>
  <inkml:trace contextRef="#ctx0" brushRef="#br0" timeOffset="-39942.15">17467 16503 1780 0,'0'0'572'0,"0"0"-449"15,0 0 135-15,2 156-18 16,10-75-111-16,1-1-60 16,1-5-18-16,-4-6-30 15,1-11-8-15,-1-10-13 0,-4-12-12 16,-4-14-30-16,-2-13-26 16,0-9 13-16,0-4 28 15,-8-26 9-15,-8-15 11 16,5-5 7-16,4-4 0 15,7-5 27-15,7 1-8 16,28 5-10-16,13 9-9 16,4 9 1-16,2 16 15 15,-9 16 5-15,-11 3-12 16,-17 21-8-16,-13 15 10 16,-4 3-5-16,-15 2 25 15,-14-1 2-15,-2-8-10 0,2-6-17 16,4-8-6-16,6-8-6 15,3-10-21-15,5 0-6 16,9-5-49-16,2-12-68 16,21-12-191-16,13 3-238 15,4 5-488-15</inkml:trace>
  <inkml:trace contextRef="#ctx0" brushRef="#br0" timeOffset="-39641.96">18110 16709 85 0,'0'0'1483'15,"0"0"-978"-15,0 0-210 16,0 0-5-16,0 0-97 16,0 0-83-16,0 0-47 0,-99 70-43 15,99-38-3-15,4-6-16 16,21-1 5-16,8-4-5 16,6-12-1-16,1-1-18 15,-3-8-17-15,-1 0 6 16,-7-8 20-16,-7-15 9 15,-8 2 0-15,-5-7 17 16,-5-2 4-16,-2-2 17 16,0-3 22-16,1 7-4 15,1 3-26-15,3 6-27 16,-2 1-3-16,1 9-51 16,1 4-72-16,15 5-217 15,-5 0-242-15,8 0-212 0</inkml:trace>
  <inkml:trace contextRef="#ctx0" brushRef="#br0" timeOffset="-39132.15">18999 16593 1423 0,'0'0'373'0,"0"0"-158"0,0 0 56 15,0 0-133-15,127-32-100 16,-78 25-18-16,-7 0-5 15,-13 3-12-15,-18 4-3 16,-11 0-29-16,-20 0 23 16,-23 4 6-16,-11 10 8 15,-8 4 8-15,5 1 32 16,10-2 17-16,14 5 1 16,12 0-41-16,17 1-7 15,4 4-18-15,2 0 2 16,19-1-2-16,5-4 0 15,6-4-18-15,1-4 11 16,2 0 6-16,-1-2 1 0,-3 2 26 16,-6-1 53-16,-12 1-8 15,-10-5-43-15,-3 5 36 16,-14-2 22-16,-15 2-36 16,-7-5-27-16,-4 0-18 15,-20-5-5-15,11 0-136 16,5-4-564-16</inkml:trace>
  <inkml:trace contextRef="#ctx0" brushRef="#br0" timeOffset="-36997.05">21308 16695 937 0,'0'0'1283'0,"0"0"-1085"0,0 0-113 16,0 0 41-16,0 0-32 15,0 0-10-15,20 113 4 16,-4-61-25-16,-3 3-29 16,-2-2-10-16,-2 1-6 15,-5-2 1-15,-2-6-10 16,2-5 8-16,-4-16-11 15,0-6 0-15,4-12-6 16,7-2 9-16,7-5 17 16,11 0-4-16,9-12-1 15,6-7-10-15,5 2 4 16,3-5-15-16,0 3 11 0,9-3-11 16,6 5 0-16,6-2 1 15,12 6 0-15,22 4 1 16,29 9 4-16,20 0 1 15,-13 0-7-15,-30 0 7 16,-34 0-7-16,-26 4 13 16,5 2-1-16,7-2 0 15,4 0-10-15,-13-4-1 16,-12 0 1-16,-13 0-1 16,-13 0 9-16,-11 0-10 15,-7 0 35-15,0 0 20 16,0 0 9-16,-5-14-44 15,-3-4-7-15,-4-4-11 0,1-3-2 16,0-12 2-16,-3 2-2 16,1-6 0-16,2 1 1 15,-2 8-1-15,-1 2 1 16,3 3-1-16,-2 13-6 16,-3 1-22-16,3 4-34 15,-3 9-39-15,-3 0-42 16,2 0-178-16,5 0-426 0</inkml:trace>
  <inkml:trace contextRef="#ctx0" brushRef="#br0" timeOffset="-36059.61">23985 16749 1557 0,'0'0'315'0,"0"0"-79"16,0 0 114-16,0 0-141 15,0 0-108-15,0 0-59 16,0 0-27-16,40 55 39 16,-24-11 14-16,-3 0 9 0,-1 5-30 15,-8-10-12-15,2-3-22 16,-3-7-4-16,1-12-3 15,1-9-6-15,0-4 7 16,1-4-6-16,7 0 9 16,7 0-10-16,9-8 6 15,9-6-6-15,5 0 1 16,3-2 0-16,6-2-1 16,6 1 1-16,6-2-1 15,12 1 0-15,25 4 0 16,32 2 0-16,27 3 1 15,-8 9 0-15,-27 0 0 16,-38 0-1-16,-27 0 1 0,4 3 0 16,2 8 0-16,-4-8-1 15,-20 6 6-15,-13-9-6 16,-16 0-1-16,-5 0 0 16,-6 0 1-16,-2 0 0 15,0 0 1-15,0 0-1 16,0 0 1-16,0 0 4 15,0 0-5-15,0 0 1 16,0 0 5-16,2-9-4 16,-2-13-1-16,0 0-1 15,0-6 6-15,0-2-5 16,-4 2 8-16,-6 2 1 16,4-5 14-16,-3 7-13 15,0-2-1-15,0 1 1 0,2-4-5 16,-1 3-6-16,3 0 1 15,0 8-1-15,1 1 0 16,4 10-1-16,0 3-42 16,0 4-49-16,2 0-240 15,12 18-411-15,-3 0-890 0</inkml:trace>
  <inkml:trace contextRef="#ctx0" brushRef="#br0" timeOffset="-35150.96">26255 16656 1228 0,'0'0'1002'0,"0"0"-883"16,0 0 71-16,0 0 38 16,0 0-160-16,0 0-41 15,0 0 6-15,31 65 45 16,-16-19-21-16,1 7-14 16,-1-4-22-16,-3-3-14 15,1-11 0-15,-4-9-6 16,-2-8 5-16,-1-8-6 15,-4-6 0-15,1-4 1 16,1 0 5-16,6 0-5 16,7-4 0-16,10-10 1 15,8 0-2-15,8-1 0 16,8-5 1-16,9 8-1 0,8-7 0 16,9 4 2-16,6 3-2 15,6 3 0-15,5 4 1 16,1 5-1-16,3 0 0 15,3 0 1-15,1 0 1 16,-4 5-1-16,-2-5-2 16,-5 4-4-16,-4 1 5 15,-6 0-1-15,-10 2 0 16,-9 0 1-16,-8 6 0 16,-10-8-1-16,-7 4 1 15,-12-6 0-15,-8-3 0 16,-11 4 0-16,-4-4 1 0,-2 0 10 15,0 0 17-15,0 0 32 16,0-16-27-16,-8 2-27 16,-3-4-1-16,-1-4-4 15,3 4 0-15,3 0 0 16,-1-1 1-16,0-6-1 16,3-3 10-16,-1-9-10 15,3-2 0-15,2-2 7 16,0 1-7-16,0 5 0 15,0 4 6-15,0-1-1 16,0 6-5-16,0-2 0 16,0 6-1-16,5-1 1 15,-1 9-2-15,0 7-6 0,-2 7-9 16,1 0-55-16,4 18-111 16,-1 8-189-16,7 2-337 0</inkml:trace>
  <inkml:trace contextRef="#ctx0" brushRef="#br0" timeOffset="-34662.88">28948 16450 1783 0,'0'0'322'15,"0"0"-176"-15,0 0 78 16,0 0-138-16,115-3-53 16,-64 1-19-16,3-2-14 15,-4 4-5-15,-11 0-89 16,-1 0-97-16,-11 0-36 16,-12 4-372-16</inkml:trace>
  <inkml:trace contextRef="#ctx0" brushRef="#br0" timeOffset="-34495.92">29063 16714 1618 0,'0'0'325'0,"0"0"-236"16,0 0 150-16,0 0-73 15,143-27-116-15,-83 26-50 16,-8 1-37-16,-13 0-340 0</inkml:trace>
  <inkml:trace contextRef="#ctx0" brushRef="#br0" timeOffset="-23359.56">27046 16133 1377 0,'0'0'283'16,"0"0"-29"-16,0 0 8 0,0 0-92 15,0 0-59-15,0 0-13 16,0 0-22-16,0 0 7 16,0 0 7-16,0-5 11 15,0-7-24-15,0-2-31 16,0-8 12-16,0-4-7 15,0 1-16-15,2-6-17 16,0 4-5-16,3-3-4 16,-1 4-3-16,1 6-5 15,-1 4 5-15,-1 6-6 16,-3 6 14-16,0 4 14 16,0 0-18-16,0 0-10 15,0 0-13-15,0 10-4 0,2 12 17 16,4 8 0-16,1 6 2 15,-1 4-2-15,2 5 1 16,0-1 5-16,-1 2-6 16,2-2 1-16,-2-3 0 15,-3-10-1-15,0-1 1 16,-1-7-1-16,-1-5 0 16,-2 0 0-16,2-8-15 15,-2 2-30-15,0-2-33 16,0-2-61-16,0 1-130 15,0 3-395-15,0-5-881 0</inkml:trace>
  <inkml:trace contextRef="#ctx0" brushRef="#br0" timeOffset="-23042.8">26909 16583 1088 0,'0'0'336'0,"0"0"-238"16,0 0 36-16,0 0-40 16,0 0-55-16,0 0-26 15,0 0 8-15,43 0 53 16,-20 0 65-16,6 0-27 0,4-8-13 15,5 4-44-15,4-6-21 16,5 6-18-16,-1 4-4 16,-3-3-11-16,-5 3-1 15,-9 0-13-15,-9 0-88 16,-4 0-95-16,-12 0-731 0</inkml:trace>
  <inkml:trace contextRef="#ctx0" brushRef="#br0" timeOffset="-20941.14">27148 16467 965 0,'0'0'375'0,"0"0"-125"15,0 0-88-15,0 0-92 16,0 0-47-16,0 0-22 16,39-44 0-16,-35 40-1 15,-2 4 0-15,-2 0 0 16,0 0-1-16,0 0 0 15,0 0 1-15,0 0 1 0,0 4 12 16,0 4 19 0,0 6-5-16,2 0 5 0,3 4 5 15,-3 0-3-15,0 0-13 16,-2-2-6-16,0-2 1 16,0-3 11-16,0-4 5 15,0-2 0-15,0-5 17 16,0 0 16-16,0 0 0 15,0 0-8-15,0 0 17 16,2 0 21-16,-2-5-50 16,0-9-25-16,0-4-14 15,0 2 3-15,-2-2-1 16,-5 8-2-16,3 2-6 16,0 4 2-16,4 4-1 15,-2 0-1-15,2 0-9 0,-2 18-4 16,2 8 12-16,0 4 0 15,0-2 0-15,0 2 1 16,0-2-1-16,0-2-11 16,0 6-113-16,2-5-149 15,0-5-728-15</inkml:trace>
  <inkml:trace contextRef="#ctx0" brushRef="#br0" timeOffset="-20070.95">27139 17275 1043 0,'0'0'337'0,"0"0"-243"16,0 0-44-16,0 0-14 15,0 0-18-15,0 0-7 16,0 0 2-16,34 6 25 16,-18-2 31-16,1-4-25 15,4 0-24-15,3 0-11 16,1 0-9-16,3 0-6 15,-1 0-23-15,-2-4-16 16,-3 0 11-16,-5 4-31 16,-5-7-124-16,-3 7-15 15,-7-3-191-15</inkml:trace>
  <inkml:trace contextRef="#ctx0" brushRef="#br0" timeOffset="-19516.01">27318 17290 1117 0,'0'0'328'16,"0"0"-251"-16,0 0-54 15,0 0-22-15,0 0-1 16,0 0 0-16,0 0 15 16,-116 79 27-16,107-65-10 15,3-6-8-15,4-2-2 16,2-2 10-16,0-4 16 15,0 5-29-15,0-5-18 0,0 0 11 16,0 3-11-16,0 1 5 16,0-4-5-16,6 2 0 15,5-2 12-15,3 0-7 16,1 0 0-16,1 0-5 16,-1 0 0-16,1 0 1 15,-1 0-1-15,1 0-1 16,-1 5 0-16,1 2 0 15,2 3-1-15,-2 2 1 16,-3-2-2-16,1 9-4 16,-4-7 4-16,-3 6 1 15,-5-4-6-15,-2 0 6 16,0 4 1-16,0-6 0 16,-9 2 2-16,-4 0-1 0,0-2 7 15,-5-2-7-15,-2-7 11 16,0 2-2-16,-5-1 6 15,1 1-4-15,2-5-3 16,-3 5 1-16,2-5-9 16,4 0 5-16,-2 0-5 15,3 0-1-15,3 4 0 16,1-4 1-16,3 0-1 16,3 3-2-16,3-3-34 15,3 0-96-15,2 0-392 0</inkml:trace>
  <inkml:trace contextRef="#ctx0" brushRef="#br0" timeOffset="-16349">21861 16575 1101 0,'0'0'201'0,"0"0"-138"15,0 0 59-15,0 0-34 16,0 0-46-16,0 0 25 16,0 0 44-16,8-86 24 15,-8 86 16-15,0 0-23 16,0 0-33-16,0 0-58 15,0 0-26-15,0 6-10 16,0 7-1-16,0 4 0 0,0 5 10 16,0 2-10-1,0 6 1-15,0 2 0 0,-8-2 0 16,-1 2 0-16,0-6 0 16,2-3 0-16,1-5 0 15,3-4 0-15,1-11-1 16,2 2 1-16,0-5 0 15,0 0-1-15,7 0 15 16,9 0 7-16,3-5-8 16,6-2-1-16,2-3-1 15,-3-3-11-15,1 4 7 16,-3 0-8-16,-2 6 0 16,-6 1-6-16,-3 2-2 0,-3 0-21 15,-1 0-48-15,0 0-6 16,2 5 24-16,-3 0-6 15,8-5-81-15,-5 0-96 16,2 0-436-16</inkml:trace>
  <inkml:trace contextRef="#ctx0" brushRef="#br0" timeOffset="-16090.65">22143 16543 1347 0,'0'0'241'15,"0"0"-176"-15,0 0 49 0,0 0-64 16,0 0-30-16,0 0 54 16,0 0 31-16,-10 120-54 15,10-84-30-15,0-4-12 16,0-1-8-16,0 5 6 15,0-9-7-15,-11 17-34 16,1-13-203-16,4-2-700 0</inkml:trace>
  <inkml:trace contextRef="#ctx0" brushRef="#br0" timeOffset="-15214.08">24629 16284 1109 0,'0'0'291'16,"0"0"-94"-16,0 0 49 15,0 0-110-15,0 0-86 16,0 0-37-16,0 0-4 0,-17 14 1 16,13 8 14-16,-6 1-11 15,1-1 3-15,-1 3-1 16,-2 8-3-16,-3-6-2 16,-1 4 3-16,0-9-1 15,5 0 0-15,4-7 0 16,3-8-6-16,4-5 3 15,0-2 11-15,0 0 109 16,2 0-31-16,12 0-37 16,5 0-18-16,4 0-10 15,4 0-18-15,4 0-2 16,2 0-6-16,3-6-7 16,-1 3 2-16,-3 3-2 15,-6 0 0-15,-3 0-12 16,-10 0-16-16,-1 0-39 0,-4 0-49 15,-1 0-50-15,7 0-69 16,-4 0-163-16,1-5-322 0</inkml:trace>
  <inkml:trace contextRef="#ctx0" brushRef="#br0" timeOffset="-15024.66">24884 16329 188 0,'0'0'1676'16,"0"0"-1480"-16,0 0-151 16,0 0-5-16,-33 104-4 15,33-48-5-15,0 9-5 0,15 0-7 16,11-2-10-16,22 22-9 16,-8-18-100-16,-5-13-407 0</inkml:trace>
  <inkml:trace contextRef="#ctx0" brushRef="#br0" timeOffset="-14012.98">29857 16339 1326 0,'0'0'573'15,"0"0"-496"-15,0 0 29 0,0 0 46 16,0 0-88-16,0 0-48 15,0 0-6-15,134-81-9 16,-110 55 8-16,-6 5-8 16,-5 1 11-16,-6 3-4 15,-3 3 5-15,-2 4 6 16,-2 2 36-16,0 4 30 16,0 2-21-16,0 2-18 15,0 0-42-15,3 16-4 16,1 14-1-16,1 14 1 0,0 6 1 15,-3 8 14-15,-2 5 6 16,0-1-2-16,0-4-11 16,0-4-7-16,0-10 5 15,0-12-6-15,0-9 0 16,0-10-8-16,0-1-35 16,-2-8-134-16,-12 6-72 15,3-1-23-15,-2-4-710 0</inkml:trace>
  <inkml:trace contextRef="#ctx0" brushRef="#br0" timeOffset="-13792.94">29899 16811 1842 0,'0'0'243'0,"0"0"-113"16,0 0 40-16,0 0-24 15,0 0-70-15,0 0-38 16,143 0-27-16,-94 0-5 16,0 0-6-16,3 0-34 15,3 0-140-15,21-3-132 16,-12-7-49-16,-8 2-511 0</inkml:trace>
  <inkml:trace contextRef="#ctx0" brushRef="#br0" timeOffset="-13274.98">30942 16208 1512 0,'0'0'177'0,"0"0"48"16,0 0-37-16,0 0-101 0,-113-8-21 16,95 8 11-1,0 4-11-15,0 10 5 0,2 0-1 16,-1 12-11-16,-1 9-8 15,3 11-14-15,3 12-3 16,6 7 7-16,3 8-7 16,3 4-10-16,0-7-14 15,11-8 2-15,14-8-10 16,4-10 7-16,9-12-2 16,4-11 2-16,3-10-1 15,-5-11 2-15,-6 0 5 16,-7-6-9-16,-12-16 4 15,-7-4-2-15,-6-4-2 16,-2 2 1-16,0-4-6 16,-15 10 1-16,-3 0-1 0,-7 8 0 15,-6 5-1-15,-4 9-8 16,-5 0-48-16,-12 14-179 16,10 8-352-16,9 5-685 0</inkml:trace>
  <inkml:trace contextRef="#ctx0" brushRef="#br0" timeOffset="-6977.33">19647 16240 834 0,'0'0'0'0,"0"0"-189"0,0 0-315 0</inkml:trace>
  <inkml:trace contextRef="#ctx0" brushRef="#br0" timeOffset="-6520.69">19206 15825 335 0,'0'0'381'0,"0"0"-231"16,0 0-82-16,0 0 36 15,0 0 105-15,0 0-31 16,0 0-15-16,-22-28-29 16,22 28-70-16,0 0-32 15,0 2-30-15,0 24 14 16,8 14 1-16,8 15 24 15,-1 15-22-15,2 6 2 16,-2 0-20-16,3-4 5 0,-1-14 0 16,-1-10-5-16,0-17 0 15,-3-13-1-15,-6-9 0 16,-5-9-31-16,-2 0-15 16,0-13-164-16,-15-13-400 15,-1 3 79-15</inkml:trace>
  <inkml:trace contextRef="#ctx0" brushRef="#br0" timeOffset="-6287.85">19215 16237 918 0,'0'0'214'0,"0"0"-118"0,0 0 53 15,0 0 49-15,0 0-84 16,0 0-113-16,0 0 11 15,6-33-12-15,10 33-21 16,-3 14 14-16,1 8 6 16,-5 0-8-16,0 0 9 15,-3-4 2-15,-1-8-1 16,2 3-1-16,-1-9-48 16,-1-1-490-16</inkml:trace>
  <inkml:trace contextRef="#ctx0" brushRef="#br0" timeOffset="81692.91">22949 13203 932 0,'0'0'309'0,"0"0"-29"16,0 0 12-16,0 0-100 0,0 0-104 15,0 0-44-15,0 0 7 16,0 0 9-16,0 0 19 16,2 0 30-16,0 0-20 15,2 9-13-15,1 5-33 16,2 4-16-16,0 6-18 15,-1 3 11-15,0 3-19 16,2 2 9-16,-2 2-9 16,-1 0 0-16,-1-4 0 15,3-4 0-15,-5-4 0 16,2-5-1-16,1-3 0 16,2-5 6-16,-3 2-1 15,3-4-4-15,-3 1-1 0,3-2 1 16,0 1 0-16,1-4 0 15,1 1 0-15,5 0 8 16,1 0-9-16,5-1 10 16,3-2-10-16,4 3 1 15,0 0 0-15,1 1 0 16,1-2 0-16,0 4-1 16,2-2 1-16,0-1 0 15,4 3 0-15,-2-6-1 16,7 4 7-16,2-4-5 15,3-1-2-15,3 0 0 16,4 0 0-16,-3 0 2 0,-3 0-2 16,0 0 0-1,-11 0 0-15,-4 0 4 0,-4 0-4 16,-4 0-1-16,3 0 1 16,3 0 0-16,7 0 0 15,8 0 0-15,3 0 0 16,2 0 0-16,-4 0 0 15,-5 0 0-15,-7 4-1 16,-8 0 0-16,-8 0 1 16,-7-4-1-16,-4 0 1 15,1 0 0-15,-3 0 2 16,-2 0 8-16,3 0-9 16,-2 0 17-16,-3 0 11 0,2-1 17 15,0-7-16 1,0-1-3-16,2-3-17 0,3 0-2 15,2-1-8-15,0-2 1 16,0 1 3-16,-1-2-2 16,0 3-4-16,-4-2 10 15,0 4-8-15,1-4 0 16,-3 3 1-16,-2-2 9 16,2 2 8-16,-2 0 6 15,2 0-3-15,0 2 18 16,0 0-27-16,4 5 5 15,-4-2-16-15,2 5-2 16,-4 0 1-16,2 2 0 16,-2 0-13-16,3 0-66 15,3 0-86-15,0 0-320 0,0 0-437 16</inkml:trace>
  <inkml:trace contextRef="#ctx0" brushRef="#br0" timeOffset="82977.28">26990 14929 1330 0,'0'0'247'16,"0"0"-182"-16,0 0 4 16,0 0-2-16,0 0-32 15,0 0-19-15,45 118 35 16,-38-92-4-16,-5-2-15 0,0-2 5 16,-2-4 10-16,0-1-8 15,0-3-15-15,0-5-11 16,0 0-5-16,0-4-6 15,0-1 4-15,0 1 5 16,4-5 14-16,5 0 31 16,5 0-7-16,5 0-24 15,8 0-12-15,6 0-4 16,12 0 10-16,5 0 27 16,3 0-10-16,3 0-7 15,-1 4-11-15,1 1-3 16,-4 4-15-16,-4-1 5 0,0-4-4 15,-6 6-1 1,0-5 0-16,3 8 1 0,1-5 1 16,1 2-1-16,3-7 4 15,0 4-4-15,0-3 9 16,-1 0-10-16,-5 0 2 16,0 0-2-16,-1 2 1 15,1 2-1-15,4 1-2 16,1-2 2-16,2 3-4 15,-4-1 2-15,-7 3-6 16,-7-1-1-16,-8-2 1 16,-9 0-4-16,-8-6-1 15,-5 2 13-15,-3-5 8 16,0 0 21-16,0 0 70 16,0 0-5-16,0-12-40 0,0-2-44 15,0-3 2-15,0-3-12 16,0-1 0-16,6-5 0 15,1-1 0-15,0 4 0 16,-1-5 0-16,1 3-1 16,-3 3 1-16,3 2-1 15,-5 2-8-15,3 4-20 16,0 6-38-16,-3-2-101 16,2 8-72-16,-2 0-69 15,2 2-588-15</inkml:trace>
  <inkml:trace contextRef="#ctx0" brushRef="#br0" timeOffset="84672.95">29850 16869 1378 0,'0'0'329'15,"0"0"-239"-15,0 0 20 16,0 0 28-16,0 0-84 15,0 0-30-15,0 0 24 16,-2 60 28-16,2-39-10 16,0 2 5-16,0-2-28 15,0 5-12-15,0-6-14 16,0 2 4-16,0-4-4 16,0 0-5-16,0-1-6 15,0-4 3-15,0-4-3 16,0 1-5-16,0-6 11 15,0 1-12-15,4 4 24 16,8-1-13-16,1-4-1 0,3 2-2 16,-3-3 0-16,3 2-7 15,-3-1 0-15,1-4 5 16,3 0-6-16,5 0 6 16,5 2-6-16,4 1 0 15,7-3 0-15,2 5 0 16,3-1 0-16,-1-1-13 15,3 2-14-15,1-3-4 16,-1 6 13-16,2-4 8 16,0 0-1-16,-1 2-18 15,4-6-18-15,-4 3-15 16,3 2 24-16,-1-5 12 16,-2 0 0-16,3 0 18 15,-2 0 8-15,0 4 0 16,-1 1-1-16,1-5 1 0,0 5-10 15,0-1 9-15,0-4 0 16,-1 3-17-16,0 2 0 16,-2-3-5-16,-5 6 6 15,2-3 7-15,-3-2 9 16,-5 3 2-16,-4-3-1 16,-6 2 0-16,-4-5 2 15,-7 0-1-15,-3 0-1 16,-7 0-16-16,-2-5-45 15,0-7-4-15,0-8 26 16,0 3 30-16,0-1 9 16,0 2 2-16,0-3 21 0,0 2 8 15,0-1-8-15,0 0 44 16,0-1-20-16,0 2-32 16,0-1-2-16,0 4-12 15,0 1 8-15,0-1-8 16,0 10 11-16,0 1-3 15,0-2-9-15,0 5-1 16,-2 0-40-16,-5 0-58 16,-1 12-77-16,-2-2-487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25:47.23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context xml:id="ctx1">
      <inkml:inkSource xml:id="inkSrc117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13793" units="1/cm"/>
          <inkml:channelProperty channel="T" name="resolution" value="1" units="1/dev"/>
        </inkml:channelProperties>
      </inkml:inkSource>
      <inkml:timestamp xml:id="ts1" timeString="2020-04-19T16:33:08.117"/>
    </inkml:context>
    <inkml:brush xml:id="br2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940 1141 176 0,'0'0'1629'0,"0"0"-1300"15,0 0-58-15,0 0-66 16,0 0-81-16,0 0-36 16,114-32 16-16,-85 52-30 0,-2 4 11 15,-10 3-30-15,-5-2 22 16,-10 3-34-16,-2-4-7 15,0-2-16-15,-16-3 9 16,-2-7-11-16,1-9-9 16,1-3 7-16,0-3-15 15,6-22 7-15,2-8-2 16,6-13-12-16,2 0 5 16,2 1-5-16,19 3 6 15,3 11-11-15,3 14 11 16,2 10 0-16,0 7-1 15,-3 5 2-15,-1 14-7 16,-11 5 14-16,-8 2-7 0,-6 1 0 16,0-3 5-16,-16 0-5 15,-1-4 7-15,-1-4-3 16,3-6-4-16,3-8 6 16,-1-2 0-16,2 0-2 15,-3-10-4-15,6-8 9 16,3-6-10-16,3 0-6 15,2 2 6-15,0 6-6 16,13 7 0-16,3 7 3 16,-3 2-6-16,0 0 6 15,-3 16 3-15,-6 5 0 16,-4 0 6-16,0 4-6 16,-12-4 1-16,-5 0 7 0,-1-7-8 15,3-5 0 1,3-8 7-16,5-1-10 0,1-1 4 15,-1-20-2-15,1-2 1 16,3-3 0-16,3 1 0 16,0-1-11-16,9 6-2 15,13 1 2-15,7 10 5 16,0 3 8-16,-4 6-3 16,-7 0 2-16,-7 3-1 15,-9 12 1-15,-2 1 6 16,0 2 5-16,-17 3-3 15,-10 2 2-15,-2-2-10 16,0-7 7-16,6-9-7 16,6-5-1-16,3 0 0 0,3-8 0 15,5-10-6-15,0-4 4 16,6 0-4-16,0 3-3 16,8 8 8-16,11 2-11 15,8 9 10-15,2 0 2 16,-2 0 0-16,-7 12-1 15,-9 5 0-15,-9 0 1 16,-2 4 0-16,-2 2 0 16,-20 0 0-16,-3 0 3 15,1-10 6-15,2-5-9 16,8-8 0-16,3 0 12 16,2-14-10-16,5-13-2 15,4-2-6-15,0 0 6 0,2 5-1 16,15 9-10-16,6 7 4 15,2 8 5-15,-5 0 2 16,-1 14 0-16,-7 6 0 16,-5 2-1-16,-7 1 1 15,0 2-1-15,-16-1 2 16,-6-6 9-16,2-4-3 16,1-6-7-16,4-8 1 15,6 0 11-15,2-12-11 16,5-14-1-16,2-8-15 15,2-3-17-15,19 1 7 16,3 9 1-16,1 8 18 16,1 14 3-16,-3 5 2 0,-3 5-11 15,-5 22 12-15,-5 3 0 16,-10 6 0-16,0-2 6 16,-8-1-5-16,-9-7 4 15,-1-5 6-15,5-8-11 16,1-8 1-16,3-5 16 15,3 0-9-15,2-14-8 16,1-4 0-16,3-1-6 16,0 0 5-16,9 5 2 15,2 8-12-15,1 6 11 16,-4 0 0-16,-1 0 0 16,-7 10 0-16,0 2 6 15,0 2-5-15,0-4 5 16,0-2-6-16,-2-4 0 0,-7 0-42 15,0-4-48-15,-13 4-103 16,3 1-286-16,0-4-446 0</inkml:trace>
  <inkml:trace contextRef="#ctx0" brushRef="#br0" timeOffset="7157.9">3067 892 1787 0,'0'0'326'0,"0"0"-101"16,0 0-87-16,0 0-71 15,0 0 62-15,0 159-8 16,8-83-15-16,2 2-7 16,-1 2-32-16,-3-6-21 15,-2-7-40-15,1-9 22 16,-2-8-27-16,-3-8 6 0,0-10-6 15,0-6-1 1,0-10 0-16,-8-10-4 0,-2-6-31 16,-9-6-62-16,-12-50-163 15,4 0-424-15,6-1-485 0</inkml:trace>
  <inkml:trace contextRef="#ctx0" brushRef="#br0" timeOffset="7569.99">3091 860 978 0,'0'0'311'0,"0"0"9"15,0 0-21-15,0 0-17 16,0 0-42-16,0 0-71 16,0 0-99-16,-35-24-18 0,12 39-17 15,-6 8 8-15,-4 9-6 16,-5 9-10-16,0 2-9 15,-2 6-9-15,2-3 1 16,1 0-9-16,0-4 9 16,6-6-4-16,4-6-5 15,10-6-1-15,3-6 0 16,7-6-1-16,5-4-4 16,2-6 5-16,0 2 0 15,0-4 15-15,16 3-14 16,8-3 43-16,10 0 0 15,6 0-4-15,4-12-1 16,2-1-6-16,-7 1-15 0,-1 3-17 16,-7 4 2-16,0 3 5 15,-6 2-16-15,-2 0-2 16,-1 0-11-16,-2 0-70 16,14 2-131-16,-8 3-241 15,-2 2-292-15</inkml:trace>
  <inkml:trace contextRef="#ctx0" brushRef="#br0" timeOffset="8020.26">3484 1209 980 0,'0'0'1087'15,"0"0"-972"-15,0 0-36 16,0 0 118-16,-10 110-32 15,10-53-68-15,0 5-21 16,10-1-4-16,-1-5-26 16,-1-5 1-16,0-11-40 15,-2-10 7-15,1-10-13 16,-5-10 8-16,-2-8 0 16,0-2 9-16,0-3 42 15,0-22-24-15,-5-11-29 16,-3-10 10-16,-2-6-28 15,8-5 11-15,2 6 0 16,2 2-1-16,21 11 0 16,4 8 1-16,4 12-7 0,2 11 6 15,0 7 2-15,-1 5 4 16,-3 21-5-16,-3 10 16 16,-1 8-16-16,-8 2 21 15,2 5-6-15,-3-3-6 16,-3-4 0-16,-2-4-9 15,-2-8 0-15,-2-8 5 16,-3-10-14-16,0-10-44 16,-2-9-123-16,1-18-175 15,-1-5-708-15</inkml:trace>
  <inkml:trace contextRef="#ctx0" brushRef="#br0" timeOffset="8209.42">4003 1412 1425 0,'0'0'559'0,"0"0"-434"16,0 0 166-16,0 0-62 16,36 116-116-16,-20-68-47 15,1 3-48-15,3-7-3 16,-2-5-9-16,-2-5-6 16,-5-8 0-16,-2-7-66 15,-5-12-154-15,1-5-288 16,-3-2-470-16</inkml:trace>
  <inkml:trace contextRef="#ctx0" brushRef="#br0" timeOffset="8367.53">3874 1319 1502 0,'0'0'116'0,"0"0"-116"16,0 0-678-16</inkml:trace>
  <inkml:trace contextRef="#ctx0" brushRef="#br0" timeOffset="8816.44">4288 1358 932 0,'0'0'241'15,"0"0"9"-15,45 107 136 16,-20-46-108-16,-1 3-63 16,-4 2-16-16,-4-3-110 15,-3-9-52-15,-6-11-16 16,-3-12-13-16,-4-11 16 15,0-13-24-15,0-7 26 16,0 0 13-16,0-18-13 16,-11-14-7-16,0-10-12 15,2-6-1-15,4-4 5 0,5 0-5 16,0 3-5-16,25 10-1 16,6 8 0-16,5 14 0 15,5 11 14-15,-4 6 4 16,1 16-8-16,-7 18 13 15,-2 8 5-15,-9 8-15 16,-4 0 10-16,-5 3-16 16,-2-8-1-16,-5-7-4 15,1-7-1-15,-1-14-1 16,-2-10 0-16,-2-7-40 16,0-20-77-16,-2-17-268 15,-9-2-548-15</inkml:trace>
  <inkml:trace contextRef="#ctx0" brushRef="#br0" timeOffset="8988.96">4288 1407 1807 0,'0'0'387'16,"0"0"-155"-16,0 0-71 15,0 0-99-15,163-62-35 16,-98 50-20-16,-5 6-7 15,3 6-53-15,-19 0-327 16,-11 0-367-16</inkml:trace>
  <inkml:trace contextRef="#ctx0" brushRef="#br0" timeOffset="9348.2">4850 1333 1060 0,'0'0'609'0,"0"0"-386"15,0 0 0-15,0 0 15 16,0 0-57-16,0 0-4 15,-93 106-50-15,79-61-42 16,10 3-19-16,4 4 3 16,6-2-50-16,21-4 14 15,6-6-18-15,3-9-3 16,0-14-12-16,0-10 0 16,-7-7 14-16,-5-7-14 15,-6-21 0-15,-4-7 14 16,-12-11-26-16,-2-3 12 15,0-1 0-15,0 6 1 0,-10 9 10 16,6 12 17-16,2 11 10 16,2 12 10-16,0 0-38 15,0 19-7-15,11 18 6 16,5 4 2-16,0 8-11 16,-3-2 8-16,3-1-8 15,-3-5 0-15,2-11-42 16,19-16-93-16,-5-7-337 15,4-7-391-15</inkml:trace>
  <inkml:trace contextRef="#ctx0" brushRef="#br0" timeOffset="9591.07">5233 1444 1418 0,'0'0'272'0,"0"0"-99"15,0 0 60-15,0 0-68 16,76 134-26-16,-44-94-10 16,-3 1-28-16,-12-2-42 15,-5-1 8-15,-12-4-21 16,0-6-4-16,-5-2-15 16,-15-3-8-16,-5-7-18 15,-4-2-1-15,-17 2-76 16,5-2-220-16,6-4-335 0</inkml:trace>
  <inkml:trace contextRef="#ctx0" brushRef="#br0" timeOffset="10130.6">6564 1287 1679 0,'0'0'301'0,"0"0"10"16,0 0-147-16,0 0-88 16,0 0 78-16,10 106 13 15,23-64-54-15,11-3-5 16,10-11-27-16,6-10-30 16,-4-10-23-16,-10-8-19 15,-8 0 0-15,-9-19-8 16,-11-6-1-16,-9-8 7 15,-7-1-13-15,-2 5 12 16,0 4-4-16,0 13 14 0,0 12 4 16,0 5-20-16,0 30 1 15,7 20 2-15,4 17 6 16,2 11 32-16,1 6-6 16,-1-1 4-16,-1-6-38 15,-4-12 8-15,-1-12-9 16,-3-15 0-16,1-14-22 15,0-18-72-15,3-11-35 16,26-22-114-16,-5-14-483 16,6-8-729-16</inkml:trace>
  <inkml:trace contextRef="#ctx0" brushRef="#br0" timeOffset="10588.53">7746 1263 1450 0,'0'0'398'16,"0"0"-192"-16,0 0 49 16,0 0-130-16,120-40-44 15,-60 40 26-15,-4 0 26 16,-14 12-70-16,-19 10-26 15,-17 5-28-15,-6-1 42 16,-15 6 15-16,-14-6-27 0,-4-5-23 16,6-5-4-16,9-7-12 15,9-6 6-15,9-3-6 16,0 0 3-16,15 0-9 16,12 0 7-16,6 2-1 15,4 6 0-15,-4 4 1 16,-4 7 1-16,-7 4-2 15,-8 4 8-15,-10-1-8 16,-4-3 22-16,-11 1-7 16,-18-1 24-16,-12-3-22 15,-1-6 4-15,3-2-20 16,2-6 11-16,11-6-11 16,6 0-1-16,9 0 0 15,9-12-65-15,2-5-77 0,17 3-392 16,10 2-406-16</inkml:trace>
  <inkml:trace contextRef="#ctx0" brushRef="#br0" timeOffset="10992.04">8736 1400 1827 0,'0'0'218'16,"0"0"46"-16,0 0 73 15,50 116-143-15,-25-72-53 0,-2 2-65 16,-7-6-21-16,-3-8-54 16,-7-8 31-16,-2-9-32 15,-4-10-1-15,0-5 1 16,0-3 15-16,0-24 9 15,-6-9-23-15,6-7-1 16,0-4 0-16,6 1 3 16,21 6 3-16,7 9-6 15,4 16 1-15,0 11-1 16,0 4-8-16,-7 14 7 16,-7 18 1-16,-6 8 0 15,-7 4 1-15,-4-3 7 16,-5-3 4-16,2-3-12 0,1-9-1 15,9-6-73-15,-1-6-380 16,3-10-985-16</inkml:trace>
  <inkml:trace contextRef="#ctx0" brushRef="#br0" timeOffset="11190.31">9440 1543 1960 0,'0'0'269'0,"0"0"72"16,0 0-57-16,0 105-117 16,0-65-91-16,0 1-40 15,0-6-24-15,2-7-12 0,2-7 0 16,-1-11-46-16,-3-10-93 16,0 0-166-16,0-18-461 0</inkml:trace>
  <inkml:trace contextRef="#ctx0" brushRef="#br0" timeOffset="11346.91">9143 1371 2126 0,'0'0'466'0,"0"0"-340"15,0 0-72-15,0 0-54 16,114-2-46-16,-60 6-246 0,-10 0-354 15</inkml:trace>
  <inkml:trace contextRef="#ctx0" brushRef="#br0" timeOffset="11692.3">9554 1508 1328 0,'0'0'204'0,"0"0"-30"15,0 0 214-15,19 126-58 16,-9-86-144-16,-1-2-69 15,-1-7-45-15,2-8-56 16,-6-9 9-16,-2-5-25 16,-2-9 0-16,0 0 30 0,0-11 6 15,0-16-14-15,0-7 4 16,0-7 44-16,0 1-27 16,15 2 5-16,8 4-48 15,8 8 10-15,7 6-10 16,5 10 0-16,-1 10 0 15,-3 0-11-15,-2 26 11 16,-13 12 0-16,-6 8-5 16,-9 2 14-16,-5 3-4 15,-4-8-5-15,0-7-6 16,0-8-2-16,0-12-38 16,0-16-214-16,0 0-412 15,0-7-716-15</inkml:trace>
  <inkml:trace contextRef="#ctx0" brushRef="#br0" timeOffset="11895.61">9612 1431 1355 0,'0'0'929'0,"0"0"-671"16,0 0-27-16,0 0-91 15,0 0-100-15,152-43-23 16,-94 40-8-16,-3 3-18 16,23 0-227-16,-14 0-512 15,-8 0-643-15</inkml:trace>
  <inkml:trace contextRef="#ctx0" brushRef="#br0" timeOffset="12164.86">10218 1463 1536 0,'0'0'296'0,"0"0"-54"15,0 0 59-15,-60 123-120 16,53-77-54-16,7-2-33 16,5-1-22-16,21-11-47 15,12-13 30-15,13-11-16 16,5-8-7-16,2 0-13 16,-9-20-4-16,-13-4-3 15,-16-5-9-15,-15-3 1 16,-5-3 4-16,-14 3 25 0,-15 4-15 15,-5 2 27 1,1 6-23-16,6 6-10 16,8 2-6-16,7 3-6 0,8 6-40 15,4-10-140-15,18 4-490 16,6-1-791-16</inkml:trace>
  <inkml:trace contextRef="#ctx0" brushRef="#br0" timeOffset="12406.45">10570 1438 1506 0,'0'0'353'16,"0"0"-249"-16,0 0 56 15,0 0 39-15,-17 112-99 0,44-76-63 16,8 0-7 0,1 1-2-16,-5 0-6 0,-9-2-21 15,-9-8 30-15,-6-3-10 16,-7-8 40-16,0-4-25 15,-9-6-8-15,-16-1-13 16,-6-5 0-16,-6 0-9 16,-3 0-6-16,-5 0-1 15,11-5-261-15,10-1-602 0</inkml:trace>
  <inkml:trace contextRef="#ctx0" brushRef="#br0" timeOffset="13201.28">11609 1499 1562 0,'0'0'215'16,"0"0"52"-16,0 0-61 0,122-19-110 15,-93 15-56-15,-9-2-19 16,-3-1-5-16,-7 0-8 16,-7-1 20-16,-3-1 33 15,-3 4 21-15,-24 1-30 16,-8 4-11-16,-7 0-35 16,-3 11 12-16,7 15 6 15,9 9 2-15,9 2 0 16,16 5 13-16,4-1-6 15,10-7-15-15,27-5 13 0,9-12-25 16,10-9 6 0,4-8-12-16,0-4 0 0,-6-22-27 15,-12-4-115-15,-13-7-46 16,-13-2-33-16,-11 0 58 16,-5 8 110-16,0 7 53 15,0 11 200-15,0 11 72 16,-3 2-156-16,3 19-88 15,0 15 9-15,13 8 28 16,6 8-25-16,2-1-6 16,-1-2 34-16,-1-7-49 15,-8-9 7-15,-5-16-15 16,-6-11-3-16,0-4-7 16,0-16 28-16,-2-18-14 15,-7-12-15-15,3-4 0 0,6-2 0 16,0 2 2-16,11 10-1 15,15 9-1-15,6 14 1 16,3 13 5-16,1 4-6 16,-1 14-1-16,-1 15 1 15,-6 11 0-15,-3 7-1 16,-4 5 7-16,-9-2-12 16,2 0-15-16,1 1-99 15,-1-16-419-15,2-10-960 0</inkml:trace>
  <inkml:trace contextRef="#ctx0" brushRef="#br0" timeOffset="13838.4">13477 1477 715 0,'0'0'1020'0,"0"0"-827"0,0 0 174 15,-4 103-92-15,4-63-107 16,19-4-51-16,12-7-11 16,10-8-39-16,-1-13-46 15,0-8-1-15,-6 0-19 16,-10-18-2-16,-8-12-26 16,-10-6-18-16,-4-6-18 15,-2 0 42-15,0 2 11 16,0 11 10-16,0 12 17 15,0 10 21-15,5 7-26 16,11 12 4-16,1 17-11 16,3 9 17-16,1 2 1 15,-6 1-10-15,-3-8 12 0,-6-8-14 16,-4-11-10-16,-2-7 2 16,0-7 3-16,0 0 13 15,0-16-18-15,0-12 4 16,0-12-4-16,0-4-1 15,5 0 1-15,19 4-1 16,8 9 0-16,1 16 0 16,0 12 0-16,1 3 6 15,-3 25-6-15,-7 13 7 16,-5 6-7-16,-6 6 9 16,-3 1-3-16,2 0-6 15,1-5-30-15,21 0-83 16,-5-12-389-16,0-13-632 0</inkml:trace>
  <inkml:trace contextRef="#ctx0" brushRef="#br0" timeOffset="14386.02">15292 1074 1064 0,'0'0'293'16,"0"0"85"-16,0 0-139 15,0 0-88-15,0 0-7 16,0 0 33-16,0 0-30 16,-77-88-37-16,62 83-21 15,-3 3-30-15,3 2-13 16,3 0 2-16,1 0-14 15,3 17 7-15,0 12-26 0,4 6 13 16,0 7 14-16,2 11 13 16,2 3-2-16,0 4-7 15,0 4-2-15,2 3-16 16,12-4-1-16,1 2-27 16,1-5 17-16,-3-2-17 15,-2-1 0-15,-2-10 0 16,-2-7 0-16,-1-9-2 15,1-12-14-15,0-6-27 16,2-9-73-16,4-7 4 16,-4-15-87-16,-2-4-517 0</inkml:trace>
  <inkml:trace contextRef="#ctx0" brushRef="#br0" timeOffset="14575.02">15015 1590 1371 0,'0'0'885'16,"0"0"-548"-16,0 0-121 15,0 0-91-15,119-21-102 16,-64 16 7-16,0 1-29 16,-3 1-1-16,8 3-139 15,-16 0-372-15,-5 0-360 0</inkml:trace>
  <inkml:trace contextRef="#ctx0" brushRef="#br0" timeOffset="14694.7">15516 1616 781 0,'0'0'597'0,"0"0"-109"16,0 0-177-16,21 103-55 0,-17-71-93 15,3-3-84-15,-3-4-40 16,3-4-30-16,0-5-9 16,-1-9-63-16,-1-5-284 15,-1-2-815-15</inkml:trace>
  <inkml:trace contextRef="#ctx0" brushRef="#br0" timeOffset="15062.43">15802 1229 1923 0,'0'0'655'15,"0"0"-460"-15,0 0-22 16,0 0-65-16,0 0 7 16,0 0-14-16,76 140-18 15,-70-86 1-15,-2 3-16 16,0-3-37-16,-2-4-13 15,2-2-10-15,0-4-2 16,3-6-3-16,2-8-3 0,-2-8 0 16,-3-6-35-16,1-4-11 15,-3-5-22-15,-2-3-14 16,0-4-26-16,0 0-83 16,2 0-413-16,9 0-992 0</inkml:trace>
  <inkml:trace contextRef="#ctx0" brushRef="#br0" timeOffset="15542.07">16324 1542 1543 0,'0'0'320'16,"0"0"-102"-16,0 0-20 15,-116-7-40-15,85 18-66 16,4 12 33-16,6 2-31 16,11 5-15-16,7 0-32 15,3-2-10-15,9-5-13 16,20-8-2-16,11-6 11 15,9-9-3-15,7 0 3 0,-2-9-32 16,-8-13 1 0,-8-3-2-16,-11-6-10 0,-11 2 10 15,-10 2 0-15,-4 5 2 16,-2 6 8-16,0 7 61 16,0 8 11-16,0 1-49 15,0 8-19-15,0 24-14 16,0 12 13-16,0 14 19 15,0 6-13-15,0 1 0 16,0-7-19-16,0-8 8 16,3-11-17-16,-3-7-4 15,0-15-28-15,-11-17-73 16,-12 0-136-16,-2-10-490 0</inkml:trace>
  <inkml:trace contextRef="#ctx0" brushRef="#br0" timeOffset="15806.77">15481 1356 1086 0,'0'0'97'0,"0"0"-97"16,0 0-175-16</inkml:trace>
  <inkml:trace contextRef="#ctx0" brushRef="#br0" timeOffset="94606.03">8514 3735 1129 0,'0'0'258'0,"0"0"-37"15,0 0 8-15,0 0-103 16,0 0-70-16,0 0 5 16,21-26 7-16,-19 26-23 15,0 0-28-15,-2 16 2 16,2 6-18-16,-2 2 10 16,0 5-11-16,0 1 13 15,0 0-11-15,0 2 7 16,-2 0 0-16,-4-1-9 0,-1-4 4 15,3-5 2-15,0-6 1 16,4-6-7-16,0-3 0 16,0-6 0-16,0 2 0 15,0-3 1-15,4 0 5 16,13 0 9-16,10 0 0 16,4-9 7-16,10 2-21 15,5-4 27-15,4 7-17 16,6 0-2-16,4 4-9 15,6 0 2-15,3 0 5 16,8 0-7-16,-2 0 0 16,0 0 6-16,1 7-4 15,-9 0-2-15,-7 1 0 16,-10 1 0-16,-17-4 0 16,-8 1 0-16,-8-6 0 0,-1 0 6 15,-1 0-5-15,1-16 8 16,-1-2-3-16,-1-3-3 15,-3 2-2-15,-7 1 9 16,-4 3 0-16,0-5 2 16,0 3-4-16,-6-1-8 15,-5-2 6-15,2-3-4 16,0 2 4-16,0-1-5 16,3 0-2-16,0 1 2 15,2 7 4-15,0 5-5 16,0 0 0-16,-5 9-1 15,1 0-181-15,2 0-385 0</inkml:trace>
  <inkml:trace contextRef="#ctx0" brushRef="#br0" timeOffset="95513.46">10858 3633 1367 0,'0'0'263'0,"0"0"-40"15,0 0-56-15,0 0-85 16,0 0-48-16,0 0-16 16,0 0 7-16,15 56-19 15,-15-21 17-15,0-2-21 16,0 2 11-16,0-3-7 15,0-2 3-15,-4 0 0 16,-3-5-9-16,-1-8 3 16,2-2-3-16,4-8 3 15,2 0 3-15,0-6-5 16,0-1 0-16,0 0 12 16,0 0 61-16,21 0-26 15,10-12-22-15,6 0-17 0,9-2-4 16,2 0 2-16,4 5-4 15,1 0-1-15,3 3-2 16,2 1 0-16,1 4 1 16,5 1-1-16,0 0 0 15,1 0 1-15,-1 1 0 16,-1 12-1-16,-5 1 3 16,-4 0-4-16,-8 0 1 15,-5-2 0-15,-10-1 0 16,-7-4 0-16,-8-3 0 15,-8-4 1-15,-3 0 12 16,-5 0 123-16,0-18 2 16,0-7-92-16,0-1-4 0,-9-6-7 15,2-1 9 1,-1-1-8-16,0 2-18 0,2-1-6 16,2 1-12-16,-1 4 18 15,3 0-16-15,2 2 8 16,0 4-10-16,0 4 0 15,0 4-1-15,0 4-20 16,0 8-69-16,13 2-175 16,7 0-245-16,3 0-286 0</inkml:trace>
  <inkml:trace contextRef="#ctx0" brushRef="#br0" timeOffset="96315.11">13334 3767 887 0,'0'0'683'16,"0"0"-501"-16,0 0-115 15,0 0-67-15,0 0 16 16,0 0 59-16,-13 103 10 16,13-67-40-16,0-4-21 15,0-3-10-15,0-8-13 16,7-3 11-16,-1-6-12 0,-2-5 21 15,6-4-1 1,1-3 22-16,9 0 3 0,7 0 3 16,6-8-22-16,9-2-17 15,8-1-2-15,2-1-6 16,12-1-2-16,3 1 10 16,3 3-10-16,9 2 2 15,-2 3-1-15,8 4 0 16,-2 0 0-16,2 0 0 15,-5 6 1-15,-4 4-2 16,-7-1 2-16,-9-4-1 16,-11-1 7-16,-9 0-8 15,-13-4 2-15,-12 0-1 16,-7 0 0-16,-6 0 6 0,-2 0 26 16,0-13 46-16,0-10-38 15,-10-5-34-15,-7-4 13 16,-1-4-19-16,-3-2 6 15,2-1-6-15,3 3 6 16,1 4 9-16,5 2-1 16,1 7 11-16,5 2-24 15,2 7 11-15,2 4-6 16,0 2-7-16,0 6 1 16,0 2-85-16,0 0-252 15,9 0-304-15</inkml:trace>
  <inkml:trace contextRef="#ctx0" brushRef="#br0" timeOffset="97149.3">15672 3770 973 0,'0'0'569'15,"0"0"-496"-15,0 0-25 16,0 0 74-16,0 0 32 16,-15 118-47-16,9-90-37 15,1-2-39-15,2-1-19 16,3-4-2-16,0-5-9 0,0-2 4 15,0-4 1-15,0-4-6 16,0 1 0-16,0-6 7 16,0-1-6-16,0 0 8 15,12 0 5-15,8 0-1 16,9 0 16-16,4-8-6 16,10-1 24-16,7-3-40 15,6 1 2-15,7 1-9 16,7 0 6-16,3 4-6 15,7 2 0-15,5 4 1 16,3 0-1-16,2 0 2 16,-3 0-1-16,2 7-1 15,-4 1 0-15,2-2 2 16,-2 3-2-16,-3-3 7 16,-8-1-7-16,-12-4-1 0,-16 1 0 15,-14-2 2-15,-16 0 3 16,-10 0-3-16,-4 0 25 15,-2-6 41-15,0-8-3 16,0-3-39-16,0-4-7 16,0 1-5-16,0 0-5 15,-2 0-7-15,-2 0 7 16,-5 2-8-16,0 1 0 16,-2 2 7-16,2-1-6 15,-3 2 0-15,4-2-1 16,-1 1 0-16,1 2 1 15,-2-2 0-15,3 3-1 16,-1 2 0-16,-2 1-10 0,2 2-109 16,-8 2-105-16,3 0-152 15,4-1-715-15</inkml:trace>
  <inkml:trace contextRef="#ctx0" brushRef="#br0" timeOffset="97892.81">17938 3831 962 0,'0'0'669'16,"0"0"-563"-16,0 0-86 15,0 0 7-15,0 0 52 0,0 0 63 16,-9 119-44 0,7-89-51-16,2-2-29 0,0-6-5 15,0-2-6-15,0-6-5 16,0-4 14-16,13-1 5 16,7-4 16-16,7-1-27 15,11-4 14-15,8 0-12 16,12 0-2-16,4 0 3 15,10-8 10-15,1 2-3 16,6 2-8-16,1 3-6 16,2 1 0-16,5 0 4 15,0 8-10-15,1 3 0 16,1 2-1-16,-3-1 1 16,-3-5 0-16,-7 0 0 15,-12-4 0-15,-17 0 1 0,-14-3 1 16,-15 0 6-16,-11 0 17 15,-5-3 109-15,-2-14-67 16,0-9-42-16,-2-6-8 16,-11-4-4-16,-3 0-12 15,-2-1 8-15,2 3-1 16,-1 2-4-16,-1-1-3 16,0 6-1-16,5-4 1 15,-1 2 0-15,5 0 0 16,3 6-1-16,-1 0 1 15,3 7 0-15,-1 5-2 16,-2 2-48-16,1 6-96 16,-5 1-138-16,-1 2-229 0,3 0-761 15</inkml:trace>
  <inkml:trace contextRef="#ctx0" brushRef="#br0" timeOffset="98666.89">20118 3875 1147 0,'0'0'335'16,"0"0"-68"-16,0 0-1 15,0 0-17-15,0 0-116 16,0 0-93-16,0 0-38 16,4 21-2-16,-12 15 6 15,-4-1 1-15,3 2-7 0,5-3 1 16,2-6 1 0,2-3-2-16,0-6 0 0,0-5 10 15,8-4-5-15,15-5-4 16,8-5 17-16,7 0-9 15,9 0 1-15,1-5-9 16,4-5-1-16,2 3 0 16,4-1 11-16,4 2-17 15,9-1 7-15,10 2-1 16,8-2 0-16,24 4 1 16,23 3-1-16,-11 0 1 15,-11 0 0-15,-18 0-1 16,-25 2 0-16,0 2 6 0,1 0-8 15,-16-3 2-15,-21-1 0 16,-12 0 0-16,-13 0 7 16,-7-11 7-16,-3-11-7 15,0-5 6-15,-9-3-13 16,-9-5 8-16,-7 3 1 16,-2 1-9-16,-4 1 7 15,2 4 27-15,0 3-20 16,3 3-7-16,3 0 1 15,3 5-8-15,7 1 5 16,1 1 1-16,8 4 1 16,2 2-7-16,2 5 0 0,0 2-65 15,0 0-210 1,0 5-121-16,2 4-432 0</inkml:trace>
  <inkml:trace contextRef="#ctx0" brushRef="#br0" timeOffset="99402.04">22471 3875 1175 0,'0'0'290'0,"0"0"-35"15,0 0-77-15,0 0-97 16,0 0-53-16,0 0 15 15,0 0 21-15,0 69-14 16,0-41-7-16,-6 0-34 16,-1-3 10-16,3-2-18 15,2-3 17-15,0-4-17 16,2-4 8-16,0-5-7 0,0-5 8 16,15-2 24-16,14 0 36 15,11 0 1-15,7-9-53 16,11 0-2-16,7-2-7 15,6 1 3-15,7 1-12 16,9 0 0-16,0 2 2 16,5 0-2-16,-3 3 0 15,-3 4 6-15,-1 0-6 16,-3 0 0-16,-4 7 1 16,-4 4-1-16,-5 0 0 15,-2-4 2-15,-5 1-2 16,-8-1 0-16,-11-4 1 15,-12 0 2-15,-12-3 5 16,-7 0-8-16,-6-3 7 16,-3-10 1-16,-1-6-7 0,-2-3 11 15,0-2-3-15,0-2-9 16,-9 1 1-16,-7-6 13 16,-1 2-16-16,-6-6 4 15,3 0-2-15,3-1 1 16,1 4 9-16,5 2-1 15,1 6-9-15,6 6 0 16,2 4 1-16,2 6-2 16,0 7-9-16,0 1-139 15,0 0-235-15,0 0-524 0</inkml:trace>
  <inkml:trace contextRef="#ctx0" brushRef="#br0" timeOffset="112545.66">8780 3030 499 0,'0'0'410'0,"0"0"-151"16,0 0 23-16,0 0-59 15,0 0-61-15,-15 0-17 16,13 0-13-16,2 0-5 0,0 0 4 16,0 0-43-16,0 0-3 15,0 0-11-15,0 0 6 16,0 0-18-16,0 0-33 15,0 0-14-15,6 0-14 16,11-5 13-16,10 0-14 16,2-1 10-16,5-2-4 15,-3 1-6-15,-2 4 0 16,-2 1 1-16,-7 0 0 16,-5 2-1-16,-5 0 1 15,-4 0-1-15,-4 0 0 16,1 0 3-16,-3 0-4 15,2 0 1-15,2 0-1 16,0 5 1-16,4 5 0 16,-4 4 0-16,0 0 0 0,3 6 0 15,-3-1 1-15,2 1 0 16,-4 2 0-16,2 1-1 16,-4 4 2-16,0-1 5 15,0 4-7-15,0 2 1 16,0 2 0-16,0-1-1 15,-4 1 0-15,-4-2 9 16,2-5-9-16,1 1 0 16,-1-2 0-16,2-3 0 15,-2-3 1-15,2-2-1 16,0-1 0-16,-1-3 1 16,1-1-1-16,0-3 0 15,2-1 7-15,-1-2-7 0,0-1 0 16,3-2 0-16,0-4 0 15,0 0 0-15,0 0 0 16,0 0 0-16,0 0 0 16,0 0-19-16,0 0-46 15,0 0-134-15,0-2-122 16,0-8-229-16,0-2-444 0</inkml:trace>
  <inkml:trace contextRef="#ctx0" brushRef="#br0" timeOffset="112943.57">8821 3305 806 0,'0'0'328'16,"0"0"-122"-16,0 0-128 0,0 0-37 15,0 0-40 1,0 0 31-16,0 0 9 0,91-18 23 15,-65 13 13-15,5 3-14 16,6-3-13-16,0 3-17 16,3-1-5-16,3-1-28 15,-3 1 16-15,-3-2-15 16,-1 1 6-16,-3 0-6 16,10-6 5-16,-9 2-6 15,-8-4-301-15</inkml:trace>
  <inkml:trace contextRef="#ctx0" brushRef="#br0" timeOffset="131612.5">8919 4386 1222 0,'0'0'229'0,"0"0"-162"16,0 0-44-16,0 0 5 15,0 0-18-15,0 0-10 0,-92 81-233 0</inkml:trace>
  <inkml:trace contextRef="#ctx0" brushRef="#br0" timeOffset="131791.32">8854 4560 1661 0,'0'0'0'15,"0"0"-137"-15,0 0-8 16,0 0 85-16,0 0-532 0</inkml:trace>
  <inkml:trace contextRef="#ctx0" brushRef="#br0" timeOffset="131928.39">8992 4587 1855 0,'0'0'71'0,"0"0"-71"16,0 0-390-16</inkml:trace>
  <inkml:trace contextRef="#ctx0" brushRef="#br0" timeOffset="142232.29">24763 3627 1237 0,'0'0'273'0,"0"0"-52"16,0 0-56-16,0 0-36 16,0 0-32-16,0 0 9 15,0 0-33-15,109 4-10 16,-78-4-12-16,0 0-16 16,6 0-20-16,-6 0-6 15,0 0-1-15,-9 0-8 16,-6 0-55-16,-16 4-200 15,0 0-454-15,0 0-336 0</inkml:trace>
  <inkml:trace contextRef="#ctx0" brushRef="#br0" timeOffset="142411.06">24712 3889 1309 0,'0'0'294'15,"0"0"-186"-15,0 0 8 16,0 0-45-16,125 0-28 16,-80 0-37-16,-6-1 5 15,-1 1-11-15,-13 0-185 16,-5 0-667-16</inkml:trace>
  <inkml:trace contextRef="#ctx0" brushRef="#br0" timeOffset="170418.36">11575 2823 599 0,'0'0'502'0,"0"0"-299"0,0 0 54 16,0 0-103-16,0 0-75 16,0 0-25-16,0 0 9 15,-58-2-12-15,39 2 34 16,-4 0-13-16,-2 6 2 16,-1 4 16-16,-6 4-38 15,3 3-14-15,-2 3-12 16,2 1 3-16,2 9-11 15,1 5 12-15,4 9-18 16,4 10 2-16,5 8-5 16,4 4 0-16,9 0 3 15,0-6-6-15,17-7-5 16,15-9-1-16,3-12 16 16,6-8-15-16,1-10 5 0,0-10-4 15,1-4 8-15,-6-2 1 16,-5-20-4-16,-10-6 7 15,-13-4 2-15,-9-2 17 16,0 4-11-16,-25 0 6 16,-6 5-27-16,-7 9 0 15,-4 8-1-15,-25 8-58 16,9 18-186-16,5 7-568 0</inkml:trace>
  <inkml:trace contextRef="#ctx0" brushRef="#br0" timeOffset="171582.18">13687 3238 205 0,'0'0'978'0,"0"0"-662"16,0 0-158-16,0 0-45 15,129-14-32-15,-84 7-44 16,-8 0-18-16,-3 2-4 15,-5 0 21-15,-7 1 13 16,-9 0-10-16,-4 3 5 16,-4-2-16-16,-5 0 49 15,0 0 23-15,0-1-42 16,-7 0-48-16,-6-2-2 16,-5 4-5-16,0 0-2 15,-2 2 7-15,0 0-7 16,-2 0 4-16,-1 0-5 15,1 10 0-15,-5 0 0 16,2 2 1-16,-1 0-1 0,2 2 1 16,1 1-1-16,5-2 0 15,5 0-1-15,6-1-3 16,5 0 3-16,2-3 1 16,0 4-1-16,5-3 1 15,8 2 0-15,5-2 0 16,4-2 1-16,0-2-2 15,3-1 2-15,2 2 4 16,-1 0-5-16,3 3 0 16,-2 6-2-16,-2 1-5 15,-1 3-1-15,-4-1-6 16,-4 1 3-16,-1 3-8 16,-6-1 0-16,1 3 0 15,-6-2 18-15,-4 0-5 16,0-2 6-16,0-3 0 0,-2-1 0 15,-12-6 2-15,1-3 0 16,-1 1 7-16,-1-5-9 16,-3 0 15-16,0-3-15 15,-2-1 8-15,-3 0-6 16,0 0-1-16,-2 0-1 16,0 0-5-16,-2 0-86 15,-4 0-172-15,4 4-326 16,7 3-718-16</inkml:trace>
  <inkml:trace contextRef="#ctx0" brushRef="#br0" timeOffset="172514.22">16067 3124 1540 0,'0'0'297'15,"0"0"-93"-15,0 0-39 0,0 0-80 16,0 0-48-16,0 0-29 16,0 0 10-16,20 1-11 15,-15 12 14-15,-5 3-14 16,0 1 17-16,0 8 20 16,-9 3 2-16,-7 4-8 15,3 0-18-15,-1 3-11 16,5-6-9-16,5 0 12 15,4-5-11-15,0-4-2 16,0-4 2-16,13-2-1 16,5-4 1-16,1 1 8 15,2-2 2-15,0 1-1 0,1 0 12 16,3-4-11-16,-4 0 13 16,4-3-15-16,2-3 0 15,2 0 1-15,-2 0-9 16,2 0 3-16,-4 0-4 15,-6-3-17-15,-3-3-61 16,-3-3-54-16,3-8-94 16,-3-1-116-16,-4 0-573 0</inkml:trace>
  <inkml:trace contextRef="#ctx0" brushRef="#br0" timeOffset="172725.8">16440 3212 1510 0,'0'0'271'0,"0"0"-204"16,0 0 33-16,0 0 64 15,0 152-37-15,0-89 7 16,-3-2-15-16,1-3-59 16,2-7-43-16,0-3-6 15,0-5-6-15,11-6-5 16,25 5-103-16,-5-11-268 15,2-12-828-15</inkml:trace>
  <inkml:trace contextRef="#ctx0" brushRef="#br0" timeOffset="173602.6">18096 3208 1139 0,'0'0'313'16,"0"0"-83"-16,0 0-17 15,0 0-59-15,116-26-60 16,-81 26-60-16,3 0-7 15,-2 3-11-15,-4 12 18 0,-11 2-15 16,-13 4-8 0,-8 1-1-16,-10 5 5 0,-21-1 22 15,-7-2-8-15,7-6-2 16,6-2-24-16,14-8-3 16,9-5-8-16,2 2-1 15,11-3 9-15,18 1 3 16,4 8 6-16,7 4-9 15,1 9 7-15,-1 2-1 16,-2 6-6-16,-12 2 0 16,-10-2 6-16,-16 1-5 15,-2-3 11-15,-31 0 107 16,-12-1-42-16,-7-8-44 16,2-5-24-16,5-6 6 15,7-10-15-15,13 0 0 0,12 0-64 16,13-14-205-16,18-1-92 15,8 0-903-15</inkml:trace>
  <inkml:trace contextRef="#ctx0" brushRef="#br0" timeOffset="174278.16">20135 3442 1224 0,'0'0'303'0,"0"0"-60"0,0 0 0 15,0 0-140-15,0 0 28 16,130-58 32-16,-92 51-31 16,-3 2-25-16,-6 4-66 15,-2 1-15-15,-4 0-9 16,-6 0-17-16,1 1 0 16,-5 11 7-16,-4 2-5 15,-2 5-2-15,-7-1 0 16,0 3 1-16,-4 4 10 15,-14-1-10-15,-5 5 4 16,2-3-5-16,0 1 1 16,3 1-1-16,1 0 1 15,3-1 0-15,1-1-1 0,1-1 0 16,3 1 6-16,3-2-6 16,4-2 0-16,0-1 0 15,2-5 1-15,0-6 5 16,13-2 8-16,11-5 63 15,5-3-1-15,7 0-46 16,-3 0-17-16,5 0-13 16,0 0-54-16,27 0-120 15,-7 3-213-15,-7-3-769 0</inkml:trace>
  <inkml:trace contextRef="#ctx0" brushRef="#br0" timeOffset="174745.27">22224 3314 834 0,'0'0'230'0,"0"0"61"15,0 0 51-15,0 0-141 16,0 0-63-16,0 0-96 15,0 0-42-15,31-18 0 0,-31 24-165 16,0 5-641-16</inkml:trace>
  <inkml:trace contextRef="#ctx0" brushRef="#br0" timeOffset="175269.1">23022 3523 1568 0,'0'0'253'0,"0"0"-110"16,0 0 148-16,-4 108-56 15,-3-69-63-15,1-6-63 16,3-6-61-16,3-5-27 16,0-10-14-16,0-6 8 15,0-6-13-15,0 0 42 16,0-14 51-16,0-17-45 0,-2-9-30 15,0-10-5 1,0-5 4-16,-1 2 7 0,1 9 14 16,-1 12 11-16,1 13 6 15,0 14-15-15,2 5-9 16,0 5-33-16,0 28-1 16,0 11 1-16,0 10 16 15,0 7-3-15,0-4-12 16,0 0 5-16,0-10-5 15,0-2-2-15,0-9-27 16,0-7-48-16,0-10-80 16,0-7-155-16,0-6-386 15,0-4-497-15</inkml:trace>
  <inkml:trace contextRef="#ctx0" brushRef="#br0" timeOffset="175389.64">22788 3953 1041 0,'0'0'564'0,"0"0"-361"15,0 0 105-15,0 0 8 16,117 14-212-16,-11-14-104 16,-12 0-264-16,-12 0-348 0</inkml:trace>
  <inkml:trace contextRef="#ctx0" brushRef="#br0" timeOffset="182158.54">25565 3174 1500 0,'0'0'316'15,"0"0"-132"-15,0 0 51 16,0 0-86-16,0 0-52 16,0 0 37-16,75 2-6 15,-33-2-54-15,0 0 11 16,-2 2-16-16,-4 0-25 16,-5 6-20-16,0 2-14 15,-2 4 0-15,-4 4-4 16,-3 4 5-16,-2 1-10 15,-6 8 10-15,-3 4-5 0,-7 3-5 16,-2 4 8-16,-2 4-9 16,0 7 7-16,0 0 5 15,0 1 8-15,0 0-7 16,-4-4 16-16,-1-1-11 16,1-7-8-16,2-4 7 15,0-9-5-15,2-2-6 16,0-9-6-16,0-6 2 15,0-3-2-15,0-8 0 16,0-1-2-16,0 0-4 16,4-10-37-16,5-12-41 15,-1-18-121-15,-3 6-364 0,-5 1-216 0</inkml:trace>
  <inkml:trace contextRef="#ctx0" brushRef="#br0" timeOffset="182377.8">25802 3599 1698 0,'0'0'376'16,"0"0"-14"-16,0 0-87 16,0 0-121-16,0 0-42 15,125-24-46-15,-78 20-29 16,-3 0-28-16,-4-3-5 0,-4 4-4 15,-4 1-68 1,3 2-222-16,-10 0-323 0,-2 0-469 0</inkml:trace>
  <inkml:trace contextRef="#ctx0" brushRef="#br0" timeOffset="182625.56">26629 3246 2031 0,'0'0'379'0,"0"0"-132"15,0 0-86-15,0 0-98 0,0 0 115 16,-17 145-45 0,9-85-62-16,2 2-17 0,-1-4-47 15,5-5 14-15,0-6-21 16,0-5 0-16,2-3-16 15,0-7-73-15,0 0-85 16,0-8-323-16,0-6-415 0</inkml:trace>
  <inkml:trace contextRef="#ctx0" brushRef="#br0" timeOffset="182955.25">26575 4185 476 0,'0'0'1198'16,"0"0"-1020"-16,0 0 26 15,0 0 22-15,0 0-28 16,0 0-82-16,0 0-58 16,-44-40-10-16,60 36-20 15,-1 2 24-15,-2 2 13 16,-5 0 6-16,-4 0-27 15,-4 3-34-15,0 8 7 16,0 0-11-16,-14 0 53 16,1-4-30-16,0 0-8 15,1-5-14-15,8-2 1 16,4 0 7-16,0-4-10 0,0-6-5 16,0-3-42-16,6-1-56 15,1 3-168-15,0 3-472 0</inkml:trace>
  <inkml:trace contextRef="#ctx0" brushRef="#br0" timeOffset="-211100.84">6464 3016 1506 0,'0'0'559'0,"0"0"-471"15,0 0 150-15,0 0-103 16,-6 26-44-16,21 8 28 16,7 12-5-16,3 6-37 15,-2 6-26-15,-4 2-16 16,-3 0-23-16,-3 1 3 15,-1-6-7-15,-6 2 7 16,-4-5-15-16,1-4 6 0,-3-7-6 16,0-11 1-1,0-9 6-15,0-8-6 0,0-9 4 16,0-4-4-16,0 0 54 16,0-18-31-16,0-9 8 15,0-7-31-15,0-8 13 16,0-5-14-16,2-8 0 15,8-1 0-15,7-3 1 16,0 1-2-16,1 4 4 16,2 7-12-16,-4 6 10 15,0 7-1-15,-6 10 0 16,-1 4 6-16,-2 6-6 16,-2 6 0-16,-3 4 0 15,-2 4-8-15,0 0 6 16,0 0-28-16,0 4 29 0,-12 13-14 15,-7 9 15 1,-10 6-1-16,-7 2-5 0,-5-1 0 16,0 4 6-16,-5-3 0 15,4-2-12-15,7-9 11 16,8-3-14-16,9-8 14 16,11-5-8-16,5-5-3 15,2-2-36-15,0 0-27 16,21 0 36-16,5 0 38 15,8 0-8-15,6-7 4 16,2 0 5-16,1-2 0 16,-4 1 0-16,-1 3-14 0,-4-1-18 15,-8 2 5 1,-5 0-11-16,-7 1 26 0,-8 1 12 16,-2 1 2-16,-4-3-2 15,0-4 33-15,0-1-9 16,-14 0 10-16,-5 0-6 15,-6 1-20-15,-6 4-8 16,-2 2-11-16,-3 2-22 16,-11 0-158-16,9 0-167 15,5-2-380-15</inkml:trace>
  <inkml:trace contextRef="#ctx0" brushRef="#br0" timeOffset="-143036.46">1036 6481 1169 0,'0'0'344'0,"0"0"-206"0,0 0 46 15,0 0-85 1,0 0 20-16,0 0-37 0,87 42 7 16,-87-24 7-16,-2 0 51 15,-21 1-48-15,-1-5-36 16,-2-2-30-16,-1-5-2 16,6-7 9-16,3 0 2 15,5-2 4-15,5-17-34 16,5-2 21-16,3-5-18 15,0 3 12-15,20-2-27 16,5 9 2-16,1 6 16 16,1 8-8-16,-2 2 1 15,-3 7-10-15,-6 16 12 16,-10 0-13-16,-6 6 9 16,0-3 4-16,-8 0 19 0,-15-3-13 15,-2-6-7-15,1-5-5 16,2-6-5-16,4-6 19 15,5-4-21-15,5-22 15 16,6-8-14-16,2-8 7 16,0-3-8-16,16 6 0 15,2 9 0-15,0 14 0 16,0 9 0-16,-1 7 1 16,-3 5-2-16,-5 16 2 15,-5 4-1-15,-4 1 1 16,0 1 11-16,-6-6 3 15,-10-3 0-15,3-4-3 16,0-9-11-16,-1-2 16 0,3-3-16 16,1 0 17-16,6-22-17 15,4-8 8-15,0-6-9 16,4-4 0-16,19 3-1 16,4 10 1-16,2 12 0 15,2 11 0-15,-4 4-5 16,-5 11 6-16,-6 12-1 15,-12 10 0-15,-4 1 2 16,-2 0 7-16,-18-2 13 16,-2-6 1-16,-1-8-22 15,5-9 6-15,3-9-7 16,4 0 23-16,4-7-23 0,4-15-1 16,3-2-15-1,0 2 8-15,0 6 7 0,14 7-13 16,6 7 13-16,0 2 0 15,1 2-7-15,-6 11 16 16,-6 1-2-16,-7 0 4 16,-2 0 10-16,0-2 5 15,0-4-14-15,-9-4-2 16,0-2 1-16,1-2-10 16,-4 0-16-16,1-2-29 15,-7-12-72-15,3 0-191 16,4 2-756-16</inkml:trace>
  <inkml:trace contextRef="#ctx0" brushRef="#br0" timeOffset="-135584.93">2897 6321 1805 0,'0'0'208'0,"0"0"-144"16,0 0 54-1,-17 107 60-15,17-54-43 0,0-3-46 16,10-6-34-16,2-6-12 16,-1-6-4-16,-2-7-27 15,-5-10 12-15,-2-5-24 16,1-6 12-16,-3-1-2 16,0-3 25-16,0 0 44 15,0-13 0-15,-3-11-44 16,-1-10-26-16,2-5-5 15,2 0 4-15,2 3-5 16,18 2-3-16,3 8 1 16,4 6 0-16,0 10 9 15,1 10-4-15,3 0-6 16,1 12 6-16,-1 16-6 0,-5 5 18 16,-4 6-17-16,-8 0 14 15,-5-4-14-15,-2-3 8 16,-5-2-9-16,0-6 0 15,-2-2 0-15,0-5 0 16,0-6 0-16,0-3-40 16,0-4-41-16,0-4-70 15,9-14-86-15,2-12-361 16,2-6-1010-16</inkml:trace>
  <inkml:trace contextRef="#ctx0" brushRef="#br0" timeOffset="-135418.95">3448 6537 1400 0,'0'0'270'0,"0"0"-70"16,0 0 82-16,0 0-66 15,15 125-117-15,-10-90-36 16,-1-3-51-16,4-2-3 16,-6-7-9-16,-2-3-47 15,0-8-222-15,0-6-362 0</inkml:trace>
  <inkml:trace contextRef="#ctx0" brushRef="#br0" timeOffset="-135254.97">3262 6454 1676 0,'0'0'304'0,"0"0"-63"16,0 0-123-16,0 0-118 15,0 0-81-15,0 0-157 16,0 0-671-16</inkml:trace>
  <inkml:trace contextRef="#ctx0" brushRef="#br0" timeOffset="-134871.58">3713 6585 1513 0,'0'0'211'0,"0"0"-7"15,0 0 64-15,0 109-126 16,4-79-38-16,2-2-27 0,-2-6-51 16,0-5-9-16,0-5-16 15,-1-5 9-15,-3-7-9 16,0 0 22-16,0-8 6 16,-7-19-15-16,-4-5-13 15,0-3 5-15,4 0-5 16,7 3 0-16,0 4-1 15,29 4 1-15,9 4-2 16,9 8 0-16,4 6 1 16,-2 6 1-16,-7 10 8 15,-9 18-3-15,-6 8 2 16,-6 2 7-16,-8 2 5 16,-6-1 6-16,0-6-25 15,-3-5 17-15,-2-3-18 16,0-6 1-16,-2-8-1 0,0-6-7 15,0-5-26-15,0-11-10 16,0-16-279-16,0 0-514 0</inkml:trace>
  <inkml:trace contextRef="#ctx0" brushRef="#br0" timeOffset="-134661.04">3662 6532 1388 0,'0'0'739'0,"0"0"-595"15,0 0 111-15,0 0-136 16,161-56-84-16,-106 47-15 16,-4 3-12-16,1 6-8 15,12 0-115-15,-10 0-388 16,-7 0-594-16</inkml:trace>
  <inkml:trace contextRef="#ctx0" brushRef="#br0" timeOffset="-134338.77">4382 6621 1644 0,'0'0'321'15,"0"0"-195"-15,0 0 228 0,0 0-218 16,11 122-31-16,25-94-56 15,8-1-25-15,5-8-5 16,3-7 6-16,-4-7 19 16,-2-5-11-16,-4 0-4 15,-9-14-27-15,-4-4 11 16,-7-6-7-16,-11-2 3 16,-6-1 0-16,-5-3-3 15,0 2 6-15,-22 0-10 16,-11 6 17-16,-6 6-19 15,-1 4 15-15,-2 8-14 16,6 2-1-16,8 2 0 16,5 0-1-16,11 0-55 0,12 0-101 15,16 0-403 1,11 0-510-16</inkml:trace>
  <inkml:trace contextRef="#ctx0" brushRef="#br0" timeOffset="-134069.66">5013 6549 1595 0,'0'0'220'0,"0"0"-155"16,0 0 153-16,58 106-25 16,-23-67-95-16,-1 0-50 15,-8-1-19-15,-7-2-28 16,-11-6 13-16,-8-4-13 0,0-7 64 15,-10-6 33-15,-19-2 7 16,-12-8-4-16,-3-3-37 16,0 0-16-16,1-3-33 15,9-8-15-15,12 2-4 16,9 1-102-16,6 4-374 16,7 0-739-16</inkml:trace>
  <inkml:trace contextRef="#ctx0" brushRef="#br0" timeOffset="-133505.27">6417 6587 950 0,'0'0'941'16,"0"0"-822"-16,0 0 224 0,0 0-104 15,0 0-33 1,72 116-81-16,-22-106-33 0,2-6-49 16,-5-4-24-16,-13 0 9 15,-12-15-27-15,-9-5 11 16,-11-5-10-16,-2 4 8 16,0 0-10-16,-6 7 6 15,-1 8-5-15,2 6-1 16,5 0 0-16,0 26 0 15,0 15 6-15,12 12 18 16,5 7 23-16,3 5-2 16,1-3 1-16,-4-4-12 0,-1-10-13 15,-5-8-9 1,-2-8-3-16,-4-9-9 16,-1-8-9-16,-2-5-1 0,-2-4-47 15,0-1-1-15,0-5-22 16,0 0 2-16,0 0-5 15,0-15-104-15,-4-6-484 16,2-5-787-16</inkml:trace>
  <inkml:trace contextRef="#ctx0" brushRef="#br0" timeOffset="-133099.15">7610 6615 2158 0,'0'0'262'15,"0"0"54"-15,0 0-146 16,24 134-47-16,-12-97-56 16,3-9-24-16,-3-8-31 15,-2-7-3-15,-5-8-4 16,-5-5-4-16,0 0 14 15,0-15-7-15,0-10 2 16,0-9-4-16,0-6-6 16,6-1 0-16,12 7 1 15,5 7-1-15,4 6 0 16,4 13 0-16,2 8 0 0,1 0-8 16,-5 18 19-1,-3 10-12-15,-6 6 2 0,-8 4 4 16,-6-2 3-16,-4 1-7 15,-2-6 5-15,0-4-6 16,2-8 0-16,3-4-44 16,7-10-82-16,0-5-376 15,2 0-262-15</inkml:trace>
  <inkml:trace contextRef="#ctx0" brushRef="#br0" timeOffset="-132926.09">8152 6665 1776 0,'0'0'267'16,"0"0"17"-16,0 0 2 0,0 0-146 15,26 109-82-15,-19-81-24 16,0-2-34-16,-3-8 0 16,0-6-93-16,1-9-370 15,-5-3-527-15</inkml:trace>
  <inkml:trace contextRef="#ctx0" brushRef="#br0" timeOffset="-132760.29">7966 6553 2023 0,'0'0'480'0,"0"0"-264"15,0 0-50-15,0 0-142 16,0 0-24-16,114-16-212 15,-79 22-433-15,-5 0-729 0</inkml:trace>
  <inkml:trace contextRef="#ctx0" brushRef="#br0" timeOffset="-132424.08">8401 6743 1534 0,'0'0'322'15,"0"0"173"-15,0 0-237 16,0 0-119-16,32 125-72 0,-28-110-24 16,0-3-13-16,-2-12-14 15,-2 0 10-15,0-5 53 16,0-17-25-16,0-6-45 16,5-7 3-16,2 0 1 15,4-2 41-15,4 6-12 16,8 2-28-16,3 6-13 15,6 9-1-15,-3 9 0 16,0 5-3-16,-5 8-4 16,-2 20 7-16,-6 7-1 15,-5 5 0-15,-6 2 1 16,-3-1 0-16,-2-3-11 16,0-3-26-16,11 1-101 0,2-10-107 15,7-10-995-15</inkml:trace>
  <inkml:trace contextRef="#ctx0" brushRef="#br0" timeOffset="-132025.67">9095 6662 819 0,'0'0'836'15,"0"0"-637"-15,0 0 54 0,0 0-105 16,-114 23-44 0,89 13 17-16,3 9 6 0,7 3-13 15,6-1-18-15,9-4-26 16,2-9-25-16,24-10-12 16,10-12-27-16,6-12 13 15,4-2-19-15,-5-22-69 16,-5-10-44-16,-5-5 1 15,-10 1 61-15,-9 3 51 16,-7 4 12-16,-3 9 96 16,-2 13 18-16,0 7-24 15,0 2-52-15,0 9-39 16,0 18 13-16,5 2 15 16,2 5-13-16,-1-1-14 15,3-8-11-15,5-2-2 0,7-13-97 16,0-8-206-16,1-2-715 0</inkml:trace>
  <inkml:trace contextRef="#ctx0" brushRef="#br0" timeOffset="-131769.75">9434 6708 1475 0,'0'0'287'0,"0"0"-150"16,0 0 33-16,0 0-51 16,55 128-40-16,-23-90-41 0,-9 0-13 15,-4 3 73-15,-11-4-7 16,-8-3-45-16,0-4-18 16,-4-6 17-16,-17-6-20 15,-2-6-4-15,-6-10-21 16,-10-6-46-16,8-18-322 15,7-5-1590-15</inkml:trace>
  <inkml:trace contextRef="#ctx0" brushRef="#br0" timeOffset="-131560.22">8584 6476 1698 0,'0'0'298'0,"0"0"-14"15,154-2-100-15,-85 2-86 16,-3 0-98-16,9 19-25 16,-20-1-318-16,-13-2-538 0</inkml:trace>
  <inkml:trace contextRef="#ctx0" brushRef="#br0" timeOffset="-130885.17">11161 6764 1430 0,'0'0'279'0,"0"0"-43"15,0 0 38-15,-145-10-62 16,105 30-62-16,9 13-54 16,11 9-5-16,13 4-12 15,7-3-20-15,27-7-32 16,17-10-7-16,14-12 1 16,0-12-12-16,0-2-6 0,-11-12-3 15,-12-14-27-15,-14-6-26 16,-13-5 25-16,-8 2 10 15,0 3 18-15,0 7 46 16,-6 11 53-16,4 13 15 16,2 1-71-16,0 22-32 15,6 22-10-15,8 15 41 16,-1 10 3-16,1 5-12 16,-1-3-9-16,-2-8-15 15,0-10-8-15,2-14-1 16,1-12-19-16,1-15-86 15,8-16-144-15,-1-20-506 0,-4-13-724 16</inkml:trace>
  <inkml:trace contextRef="#ctx0" brushRef="#br0" timeOffset="-130457.16">11529 6779 1883 0,'0'0'360'0,"0"0"136"16,0 0-336-16,13 104-22 15,5-69-56-15,9-7-27 16,8-9-40-16,5-10 9 16,3-9-24-16,-7-4-1 15,-9-22-50-15,-10-6-17 16,-13-6-83-16,-4 0-70 0,-2 2-50 16,-15 6 32-16,1 7 140 15,9 7 66-15,7 6 33 16,0 4 40-16,11 2 19 15,18 2 42-15,10 1 65 16,7-4 0-16,8 1-44 16,4-4-20-16,-2-1-22 15,-10 0-27-15,-13 1-38 16,-17 2-6-16,-16 4-9 16,-2 2 6-16,-25 0 1 15,-8 0-1-15,-6 14-5 16,5 6 0-16,7 4-2 15,7 6 1-15,11 7 0 16,11 1 0-16,2-2 0 16,27 0 0-16,13-8-9 0,8-7-51 15,24-12-134-15,-14-6-329 16,-3-3-907-16</inkml:trace>
  <inkml:trace contextRef="#ctx0" brushRef="#br0" timeOffset="-129826.08">12501 6697 1788 0,'0'0'312'16,"0"0"-16"-16,0 0-84 0,0 0-90 15,0 0 7-15,-72 131-83 16,101-85-16-16,9-2-14 15,9-9-2-15,4-6-2 16,3-15-11-16,-5-14-1 16,-9 0-47-16,-11-26-4 15,-14-10 23-15,-10-8 27 16,-5-9 2-16,-5-6 6 16,-15-6-7-16,-2-1 36 15,4 8 25-15,7 12 39 16,4 14-10-16,5 16-37 15,2 14 19-15,0 2-50 16,2 20-14-16,12 18-7 0,1 15 8 16,3 6-8-16,0 3 5 15,4-3-6-15,1-9 0 16,6-14 0-16,4-11-48 16,7-16-21-16,1-9-87 15,1-6-40-15,-7-22 19 16,-8-10 123-16,-7-6 47 15,-13-2 7-15,-7 3 73 16,0 9 104-16,-23 10-83 16,-4 16-70-16,-1 8-7 15,-1 14-17-15,5 26 0 16,5 13 1-16,9 7 0 16,10 1-1-16,0-2-6 0,22-14 0 15,11-10 3 1,7-17-27-16,0-16-24 0,-1-2-37 15,-8-18-72-15,-5-17 26 16,-8-4 23-16,-5-3 47 16,-8 0 67-16,-5 5 2 15,0 9 62-15,-7 10-64 16,-8 11-57-16,-1 5-546 0</inkml:trace>
  <inkml:trace contextRef="#ctx0" brushRef="#br0" timeOffset="-128910.64">13095 6774 785 0,'0'0'605'16,"0"0"-416"-16,0 0 32 15,0 0-142-15,0 0-42 16,0 0-23-16,-17 116-14 0,17-104-22 16,0-5 20-16,0 0 2 15,0-5 0-15,4 0 11 16,-1-2 29-16,-1 0 7 15,0 1-21-15,0-1-10 16,-2 0-1-16,2 0 22 16,-2 0 83-16,0 0 92 15,2 0-57-15,4 0-38 16,-2 0-18-16,2 0-36 16,1-3-23-16,-3-1-13 15,-2 2-2-15,-2 2 4 0,0 0 8 16,0 0-13-1,0 0 2-15,3 8-25 0,2 10-1 16,1 6 1-16,3-2-1 16,-3 0 6-16,4-4-5 15,-3-8-1-15,-3-4 1 16,-2-6 12-16,-2 0-12 16,0-8 17-16,0-10-16 15,0-6 5-15,4-4-6 16,3-4-1-16,9 0 1 15,6-3 0-15,12 6-1 16,3 0 3-16,5 10-4 16,-1 11 1-16,-3 8-6 15,-5 0 5-15,-4 18 0 0,-4 11-7 16,-3 6 7-16,-4 0 1 16,0 4-2-16,-1-1-5 15,17 6-87-15,-3-10-250 16,1-7-730-16</inkml:trace>
  <inkml:trace contextRef="#ctx0" brushRef="#br0" timeOffset="-128483.21">14333 6784 1681 0,'0'0'248'0,"0"0"102"16,0 0-177-16,0 0-40 16,-73 102-10-16,73-56-38 15,4 0-52-15,21-8-6 16,10-9-13-16,7-12-8 15,3-13-6-15,-1-4-27 16,-3-9-9-16,-13-20-10 16,-5-5 44-16,-15-7 1 15,-4 0 1-15,-4-1 9 16,0 8 71-16,0 10 53 16,0 12-36-16,0 12-23 0,0 0-59 15,0 28-14-15,0 12 0 16,4 8 20-16,4 1-15 15,1 0 0-15,5-6-6 16,-1-10-22-16,7-10-71 16,-2-9-146-16,0-13-635 0</inkml:trace>
  <inkml:trace contextRef="#ctx0" brushRef="#br0" timeOffset="-128241.04">14919 6418 2133 0,'0'0'523'0,"0"0"-389"16,0 0 86-16,49 133-59 16,-22-59-44-16,0 6-45 15,2 3-35-15,-4-3-37 16,-6-8-5-16,-5-8-47 15,-8-14-38-15,-6-16-27 16,0-26-113-16,0-8-236 16,5-4-250-16</inkml:trace>
  <inkml:trace contextRef="#ctx0" brushRef="#br0" timeOffset="-128024.36">15371 6467 2032 0,'0'0'483'0,"0"0"-362"15,0 0 98-15,16 130-57 16,-5-57-46-16,3 4-41 16,-3 1-45-16,3-8-19 15,-1-7-11-15,-5-13-24 16,2-10-63-16,-6-14-153 15,-1-16-698-15</inkml:trace>
  <inkml:trace contextRef="#ctx0" brushRef="#br0" timeOffset="-127580.81">15458 6874 1759 0,'0'0'255'0,"0"0"-92"16,0 0 69-16,135-30-120 16,-77 18-44-16,-5 0-23 15,-8-5-8-15,-14 3-23 16,-16-1-4-16,-8-2 2 16,-7 3 13-16,-3 4 2 15,-16 6-21-15,-6 4 19 0,-2 0 26 16,-2 25-12-16,5 12-12 15,4 9 24-15,8 9-17 16,12 1-17-16,0-5-17 16,23-10 1-16,12-11-1 15,6-10-41-15,3-14-15 16,6-6-6-16,-2-4 5 16,-3-22 20-16,-7-9 29 15,-7-8 7-15,-8-1 1 16,-10 2 7-16,-9 3 78 15,-4 12 44-15,0 3-62 16,0 8-16-16,0 4-36 0,0 2-6 16,0 2-9-16,10 1-15 15,5 5-132-15,1 2-321 16,-3 0-304-16</inkml:trace>
  <inkml:trace contextRef="#ctx0" brushRef="#br0" timeOffset="-127295.75">16110 6858 1147 0,'0'0'574'0,"0"0"-290"15,0 0 7-15,0 132-65 16,0-97-76-16,4-3-22 16,-2-11-95-16,1-7-7 15,-1-7-25-15,0-7 15 16,0 0 48-16,0-19 14 16,2-7-52-16,6-8-18 0,-1-4 0 15,4 0-7-15,3 6 24 16,-1 3-25-16,5 7 9 15,1 7-4-15,1 9-5 16,2 6-6-16,-2 0 5 16,-1 18-5-16,-8 7 6 15,-5 6 8-15,-4 1-6 16,-4 0 11-16,0-4-13 16,0-2 0-16,0 2-92 15,2-8-268-15,11-5-933 0</inkml:trace>
  <inkml:trace contextRef="#ctx0" brushRef="#br0" timeOffset="-126934.47">16553 6828 1264 0,'0'0'608'0,"0"0"-404"16,0 0 85-16,0 0-109 15,-113 28-73-15,95 8-2 16,9 4-1-16,7 2-23 16,2-5-42-16,2-8-38 15,17-10 23-15,8-12-16 16,5-7-8-16,-1 0-26 16,0-20-2-16,-4-6-26 15,-5-4 23-15,-7 2 14 0,-5 2 17 16,-6 6 23-16,-1 6 63 15,-3 10 53-15,4 4-61 16,0 0-61-16,3 11-16 16,2 12 8-16,0 3-1 15,-1 2-8-15,0 0 0 16,-8 0-28-16,0 2-85 16,0-6-162-16,0-5-432 0</inkml:trace>
  <inkml:trace contextRef="#ctx0" brushRef="#br0" timeOffset="-126416.87">17017 6872 1778 0,'0'0'344'16,"0"0"-62"-16,0 0 35 15,-132 0-191-15,99 23-56 16,10 6-4-16,10 9 5 16,9 6-44-16,4-2-25 15,4 0 5-15,19-5-5 16,6-11 13-16,2-8-14 15,7-12 17-15,1-6-16 0,0-2-4 16,-1-23-20-16,-5-7-63 16,-6-9-13-16,-8-11-18 15,-5-6 20-15,-7-5 29 16,-5-7 30-16,-2 0 37 16,0 5 42-16,0 11 85 15,0 13 29-15,0 15-30 16,0 9-11-16,0 11-8 15,0 6-21-15,2 0-35 16,0 26-42-16,0 17 21 16,1 12-4-16,-3 13 19 15,3 5-33-15,3-1 0 0,3-6-11 16,-1-13-1-16,4-7-21 16,-1-19-61-16,12-11-57 15,-4-12-189-15,4-4-912 0</inkml:trace>
  <inkml:trace contextRef="#ctx0" brushRef="#br0" timeOffset="-126146.08">17441 6946 1945 0,'0'0'297'0,"0"0"-119"15,0 0 146-15,0 0-158 16,-58 113-88-16,71-80-45 0,24-8-26 15,15-11 13 1,6-11-20-16,2-3-2 0,-4-12 1 16,-12-14 1-16,-8-6 0 15,-14-7 10-15,-13 2 41 16,-9-3 16-16,0 1 1 16,-24 10-34-16,-3 5-7 15,3 8-27-15,-1 8-6 16,8 8-63-16,7 0-179 15,8 0-1041-15</inkml:trace>
  <inkml:trace contextRef="#ctx0" brushRef="#br0" timeOffset="-125906.33">18035 6759 1927 0,'0'0'224'16,"0"0"-104"-16,0 0-18 16,34 127-64-16,-18-63-23 15,-5 6-14-15,-11-2 8 16,0-7-7-16,-9-11 51 16,-16-14 21-16,1-10-41 15,-3-12-18-15,-7-8-15 16,5-5-3-16,5-1-456 0</inkml:trace>
  <inkml:trace contextRef="#ctx0" brushRef="#br0" timeOffset="-123583.08">7902 9555 1382 0,'0'0'255'0,"0"0"-14"15,0 0 121-15,0 0-67 16,0 0-75-16,0 0-41 15,16-28-55-15,-16 28-38 16,0 0-25-16,0 0-32 16,0 0-26-16,0 14 3 15,0 9-6-15,0 6 1 0,0 7 8 16,-3 3-9 0,-8 4 0-16,-2-2 0 0,0-4 0 15,-3-3 0-15,5-8 1 16,1-6 6-16,6-8-7 15,4-5 0-15,0-7 0 16,0 0 0-16,0 0 1 16,0 0 5-16,18 0 0 15,7 0-5-15,8-10 5 16,9 0-5-16,6 2 9 16,4 2-10-16,0 3 0 15,2 3 0-15,-3 0 0 16,2 0 0-16,5 3 1 15,2 4-1-15,9 0 0 16,5-1-2-16,7 1-1 0,3-2-3 16,7 1 6-1,0-3 0-15,3 2 0 0,-5-3 1 16,-8 2-1-16,-10 0 0 16,-9 0 9-16,-15-2-9 15,-11 1 0-15,-11-3 0 16,-12 3 0-16,-6-3 0 15,-5 0 7-15,-2 0-1 16,0 0-6-16,0 0 18 16,2 0 9-16,-2 0-11 15,2-6-10-15,-2-4 6 16,0-3-12-16,0-4 0 16,0-5 1-16,0-4-1 15,0-6 1-15,0-1 0 16,0-1 0-16,0 4 0 0,0 6 4 15,3 5-4-15,1 4-2 16,-2 7 1-16,0 4 0 16,0 4-1-16,3 0-26 15,11 2-98-15,-1 12-103 16,5-2-514-16</inkml:trace>
  <inkml:trace contextRef="#ctx0" brushRef="#br0" timeOffset="-122751.81">10666 9581 1453 0,'0'0'344'0,"0"0"-62"15,0 0 27-15,0 0-80 16,0 0-149-16,0 0-51 16,0 0-14-16,36 84 35 15,-34-40-6-15,0 0-4 16,-2-4-24-16,0-1-14 15,0-10 8-15,0-4-10 16,0-7 1-16,0-8 5 16,3-5-5-16,5-2 5 0,10-3 3 15,9 0 5-15,11 0-7 16,10-8-1-16,10-4 27 16,7 0 15-16,3-2-18 15,0 2-14-15,-1 4-14 16,0 3 8-16,-5 5-10 15,4 0 0-15,-2 7 0 16,7 4 2-16,21 3-2 16,32 1 0-16,-3-1 2 15,-10-4-2-15,-11 0 0 16,-29-3 2-16,1 2-1 16,-5-1-1-16,-17-4-5 15,-21-2 5-15,-14-2 2 0,-9 0 4 16,-6-2 4-16,0-14 1 15,0-4-4-15,0-4 26 16,0-4-10-16,0-2-1 16,0-2-11-16,-4-4 1 15,-5 0-3-15,3-1-8 16,-2 4 8-16,4 1-8 16,0 9 13-16,-1 5-4 15,3 6 8-15,2 4-17 16,0 4-1-16,0 4 0 15,0 0-33-15,0 7-143 16,0 10-374-16,0 1-857 0</inkml:trace>
  <inkml:trace contextRef="#ctx0" brushRef="#br0" timeOffset="-121917.55">13753 9691 1679 0,'0'0'543'15,"0"0"-220"-15,0 0-98 16,0 0-132-16,0 0-64 15,0 0-17-15,0 0 17 16,0 109 26-16,-6-67 2 16,-6-3-21-16,3 2-23 0,-1-7 0 15,1-5-12-15,2-3 0 16,0-11 0 0,5-5 11-16,0-6-11 0,2-4 10 15,0 0-4-15,0 0 11 16,15 0 2-16,12-8-19 15,9-4 12-15,11 0-12 16,8-2-1-16,14 2 2 16,12 0-1-16,8 4 1 15,7 6-1-15,2 2-1 16,-3 0 0-16,-3 5 0 16,-7 10 0-16,-5 2 1 15,-9-3-1-15,-4-3 2 16,-5 1-2-16,-8-3 0 15,-9-4 1-15,-12 2-1 0,-11-6 0 16,-8-1 0-16,-8 0 7 16,-3 0-6-16,1 0 9 15,0-8-9-15,1-8 1 16,0-2 5-16,-3-2-6 16,-2-4 8-16,0-5-1 15,0 2 11-15,-14-6-7 16,-3-1 14-16,-4 1-5 15,4 0-2-15,3 4-3 16,3-2 1-16,5 7-7 16,1 2-8-16,5 6 3 15,0 4-4-15,0 4-2 16,-3 5 1-16,3 0-12 0,-2 3-56 16,0 0-66-1,0 3-126-15,0 6-433 0,0 2-1092 0</inkml:trace>
  <inkml:trace contextRef="#ctx0" brushRef="#br0" timeOffset="-121047.77">16634 9811 1763 0,'0'0'332'15,"0"0"-11"-15,0 0-120 16,0 0-148-16,0 0-44 15,0 0 10-15,6 125-13 16,-4-76 38-16,-2 0 21 16,0-5-23-16,0-4-16 15,0-9-7-15,0-9-4 16,0-8-6-16,0-9 3 16,0-5 7-16,0 0 64 15,12 0-36-15,9-1-27 16,11-10-13-16,4-1-5 15,2 0-1-15,8 2 0 16,6 4 0-16,10 0 0 0,12 5 1 16,12 1-1-1,11 0-1-15,20 0 1 0,-7 11-1 16,2 6 0-16,-8 2 0 16,-23-3 0-16,0 0-1 15,-15-2 1-15,-18-7 0 16,-9-5 6-16,-13-2-5 15,-4 0-1-15,-3-4 2 16,-9-6 4-16,-3-1-5 16,-3-3 13-16,-4 1 2 15,0-8 4-15,-2-1 2 16,-9-3-10-16,-2-6 3 16,-1-1-13-16,1-2 7 0,2 0 3 15,0 0 9-15,2-2 13 16,0-2 0-16,2-1-8 15,3 2-11-15,4 0 4 16,0 7-7-16,0 8-1 16,4 7-10-16,3 3 0 15,-5 10 0-15,1 2-1 16,-3 0-14-16,0 0-56 16,0 11-23-16,8 15-88 15,-1-3-380-15,-1-6-869 0</inkml:trace>
  <inkml:trace contextRef="#ctx0" brushRef="#br0" timeOffset="-120205.34">19431 9888 1687 0,'0'0'291'0,"0"0"33"15,0 0 31-15,0 0-141 16,0 0-141-16,0 0-63 16,0 0-2-16,-13 104 22 0,-5-53 37 15,1-4-21 1,-4 1-5-16,5-8-31 0,3-6 4 16,7-6-14-16,1-10 9 15,5-6-8-15,0-7 0 16,18-5 19-16,17 0-2 15,17-8 4-15,12-8-13 16,12 0-7-16,8 0-1 16,3 4 5-16,7 5-6 15,0 3 0-15,2 4 1 16,17 0-1-16,-10 0 0 16,4 2 1-16,-4 5-1 15,-21-2 0-15,3 0 1 0,-21-1-1 16,-14-4 0-1,-21 0 0-15,-12 0 1 0,-5 0 6 16,-6-9-6-16,1-7 11 16,-3-5-12-16,0-5 9 15,-4-4-8-15,0-3 5 16,0-3 4-16,-6-1-8 16,-12 0 4-16,-2-1-5 15,-2 0 17-15,4 1-17 16,2 6 24-16,5 2-5 15,3 9-5-15,5 4-2 16,0 7-4-16,3 2-7 16,0 5-2-16,0 2-6 15,0 0-51-15,25 6-100 0,4 10-322 16,5 1-729-16</inkml:trace>
  <inkml:trace contextRef="#ctx0" brushRef="#br0" timeOffset="-119553.09">22411 9941 1527 0,'0'0'598'15,"0"0"-349"-15,0 0-112 16,0 0-57-16,0 0 24 16,-27 105 32-16,14-50-51 15,0 3-14-15,-1-5 5 16,6-2-48-16,4-13-7 15,1-11-13-15,3-8-2 16,0-13 0-16,7-6 9 16,20 0 46-16,10-8-23 15,17-9-16-15,11 3-21 0,12-1 9 16,8 5-10 0,6 3 1-16,7 7 11 0,1 0 0 15,-3 0-6-15,2 0-5 16,-5 5-1-16,-1 2 1 15,-12 6 5-15,-13-6-6 16,-18 2 0-16,-18-6 0 16,-11-3 1-16,-11 0 8 15,-6-3 7-15,-1-19-3 16,-2-6 7-16,0-9 5 16,0-6-16-16,0-6 8 15,0-3-16-15,0 3 11 16,0 0-3-16,0 6 4 15,-5 8 4-15,-2 5 2 0,-2 5 1 16,3 6-5-16,2 2 2 16,1 6-16-16,3 3-1 15,0 3 0-15,0 4-1 16,0 1-44-16,0 0-66 16,3 11-50-16,7 8-77 15,3-5-507-15</inkml:trace>
  <inkml:trace contextRef="#ctx0" brushRef="#br0" timeOffset="-118817.14">25360 10124 1585 0,'0'0'511'0,"0"0"-189"0,0 0-114 16,0 0-92 0,0 0-17-16,0 0 29 0,-2 105-41 15,0-61-3-15,0-3-35 16,2-2-23-16,0-7-16 16,0-10-4-16,0-6 0 15,0-9-5-15,0-7 11 16,16 0 3-16,11 0 24 15,10-19-28-15,12-1-1 16,11-6-8-16,14 1-1 16,9 1 0-16,8 5 1 15,7 3-2-15,4 2 0 16,23 5-2-16,31 7-2 0,32 2 3 16,10 12 2-16,-11 14-1 15,-26 1 1-15,-50-8-1 16,-31-4 2-16,-32-7-2 15,-29-6 1-15,-5 0 1 16,-3-2 5-16,-5 0-7 16,-4 0 14-16,-2-4 34 15,0-10-2-15,0-4-19 16,0-4-16-16,0-6-4 16,-15-6-7-16,-7-8 1 15,-7-7 0-15,-7-3-1 16,-3-2 0-16,0 1 1 15,6 2 0-15,4 9 1 16,4 3-1-16,8 11-1 0,3 6 0 16,3 7 1-16,7 6-2 15,-1 7-14-15,5 2-87 16,0 0-118-16,0 12-404 16,2 1-1145-16</inkml:trace>
  <inkml:trace contextRef="#ctx0" brushRef="#br0" timeOffset="-114347.83">6937 12825 2395 0,'0'0'43'0,"0"0"-43"16,0 0-33-16,-116 65-2 15,98-50-325-15</inkml:trace>
  <inkml:trace contextRef="#ctx0" brushRef="#br0" timeOffset="-112216.84">6678 7888 869 0,'0'0'230'16,"0"0"-39"-16,0 0 29 16,0 0-138-16,0 0-82 15,0 0-64-15,-40-2-289 0</inkml:trace>
  <inkml:trace contextRef="#ctx0" brushRef="#br0" timeOffset="-111922.95">6678 7888 1558 0</inkml:trace>
  <inkml:trace contextRef="#ctx0" brushRef="#br0" timeOffset="-111609.96">6678 7888 1558 0,'-16'30'370'0,"16"-30"-186"0,0 17 19 15,0 13-37-15,14 13 6 16,-1 7-58-16,1 5-28 16,-6-3-1-16,1-3-14 15,-4-11-41-15,0-8-13 16,-1-11-8-16,-2-10 0 16,-2-8 0-16,0-1 30 15,0-11 63-15,0-19-57 16,0-9-25-16,0-5-7 15,0-4 2-15,9-2 0 0,13 2-8 16,12 1-7-16,8 7 1 16,5 9-2-16,2 11 0 15,-5 16-9-15,-6 4 3 16,-13 24 7-16,-9 15 0 16,-10 12 6-16,-6 2 3 15,0-2-9-15,0-7 0 16,0-8 1-16,-4-5-1 15,0-12 0-15,4-6-11 16,0-8-66-16,6-5-47 16,11-13-123-16,6-10-546 0</inkml:trace>
  <inkml:trace contextRef="#ctx0" brushRef="#br0" timeOffset="-111436.7">7476 7981 1458 0,'0'0'805'0,"0"0"-718"16,0 0 240-16,-42 126-149 16,24-74-84-16,7 0-60 15,7-7-19-15,4-10-9 16,0-8-6-16,10-20-59 16,6-7-272-16,-3 0-669 0</inkml:trace>
  <inkml:trace contextRef="#ctx0" brushRef="#br0" timeOffset="-111261.99">7262 7899 2105 0,'0'0'513'16,"0"0"-284"-16,0 0-43 15,0 0-133-15,0 0-53 16,0 0-88-16,165-18-200 15,-121 18-365-15,-8 7-1004 0</inkml:trace>
  <inkml:trace contextRef="#ctx0" brushRef="#br0" timeOffset="-110954.68">7670 8065 1160 0,'0'0'284'0,"0"0"-30"16,0 0 57-16,24 112-81 0,-24-81 2 15,0-1-87-15,0-8-37 16,0-7-47-16,0-2-31 15,0-10-19-15,0-3 1 16,0 0-2-16,5-5 22 16,4-16-9-16,2-4 3 15,5-7 40-15,3-1-21 16,6-1-19-16,6 3-12 16,5-1-7-16,2 11-7 15,2 9 0-15,-2 12 0 16,-5 0 0-16,-10 24 1 15,-13 14 0-15,-4 8 12 16,-6 4-7-16,0-1 1 16,0-5-6-16,-6-8-2 15,4-10-10-15,2-15-133 0,0-6-415 16,0-5-515-16</inkml:trace>
  <inkml:trace contextRef="#ctx0" brushRef="#br0" timeOffset="-110580.08">8352 8156 1901 0,'0'0'236'0,"0"0"60"16,0 0-80-16,-17 107-103 16,23-77-53-16,25-8-35 15,11-9-5-15,10-13 6 16,6 0-6-16,0-25 19 16,-7-8 6-16,-11-4 20 15,-13-1-17-15,-14 0 21 16,-11 5-21-16,-2-1 3 15,-8 9-6-15,-19 5-18 16,-2 4-27-16,-4 7 0 16,-1 0-49-16,-3 6-65 0,0 3-63 15,-14 0-99 1,6 0-253-16,8 0-303 0</inkml:trace>
  <inkml:trace contextRef="#ctx0" brushRef="#br0" timeOffset="-110354.36">7752 7856 1330 0,'0'0'835'0,"0"0"-576"16,0 0-16-16,0 0-115 15,121 4-9-15,-57-4-62 0,2 0-30 16,-6 0-27-16,2 0-54 16,-13-2-564-16,-16 2-1277 0</inkml:trace>
  <inkml:trace contextRef="#ctx0" brushRef="#br0" timeOffset="-64667.38">8348 9034 778 0,'0'0'319'0,"0"0"-29"16,0 0-23-16,0 0-122 15,0 0-79-15,0 0-27 16,-2 2-1-16,2-2 17 16,0 0 47-16,0 0 22 0,0 0 5 15,0 0-32-15,0 0-7 16,0 0-7-16,0 0-40 15,0 0-10-15,0 0 9 16,0 0 11-16,18 0-20 16,-1-4-9-16,8-4-18 15,-1-1 5-15,1 4-10 16,1-3 5-16,-3 3-4 16,-3 1 5-16,-1 3 0 15,-3-1-6-15,-3 0 0 16,-1 2-1-16,-3 0 6 15,-1 0-6-15,2 0 0 16,-3 0 0-16,-1 0 0 16,-2 0 0-16,3 2-1 15,-2 5 1-15,-1 2 0 0,-1-2-1 16,-1 4 2-16,-2-3-2 16,0 1 2-16,0 3-1 15,0 0 0-15,-2 1 1 16,-7-1 5-16,-3-1-5 15,1 2 7-15,0-3-1 16,0-3 7-16,2 2-14 16,3-1 9-16,-4-2-8 15,4 2 7-15,-1-2-7 16,1 0 0-16,0 0 5 16,4-4-6-16,-2 2 1 15,2-1 1-15,0-3 19 16,2 0-5-16,0 0 5 0,0 0-6 15,0 0 16-15,0 0 7 16,0 0-2-16,0 0 6 16,0 0-8-16,0 0-5 15,0 0-28-15,4 0 10 16,8-7-11-16,1 1 2 16,0 2-2-16,3 0 1 15,0 2-1-15,1 0-1 16,1 2 1-16,-1 0-2 15,0 0 2-15,-4 0-6 16,0 0 6-16,-2 2 0 16,0 6-6-16,1 2 5 0,-1 0 1 15,-3 2-1-15,2 0 0 16,-2 0 1-16,1 0-7 16,-5 2 7-16,2 0-6 15,-6 2 0-15,0-2-3 16,0 2 9-16,0 0-1 15,0 0 0-15,0 1 0 16,-2-4 1-16,-8 1-2 16,3 0-2-16,-3-2 4 15,-2 2 2-15,1 0-1 16,0-2 0-16,0 1 0 16,2-1 1-16,-2-5-2 15,-1 2 2-15,2-2 4 0,-2 0-5 16,1-2-1-1,0 0 0-15,2-1 1 0,0-2 0 16,3 0 5-16,-3-2-5 16,1 0 5-16,4 0-6 15,-2 0 6-15,-1 0-5 16,1 0-1-16,-2 0 1 16,2 0 5-16,-1-8-5 15,-1 0 0-15,-2-1 6 16,-1 0-6-16,1 1-2 15,-4 0 2-15,3-1-1 16,-1 2 0-16,3 0 0 16,-1 2 0-16,0-2 0 15,1 1 0-15,-1 2-6 16,-4 0 6-16,1 0-14 0,-1 2-61 16,1 2-85-16,-8 0-113 15,6 0-292-15,-3 0-550 16</inkml:trace>
  <inkml:trace contextRef="#ctx0" brushRef="#br0" timeOffset="-58061.12">14284 9177 529 0,'0'0'186'15,"0"0"-105"-15,0 0 4 16,0 0-37-16,0 0-28 15,0 0-3-15,0 0-10 16,0 0-6-16,-5 0 13 16,-4 3 4-16,1 1 13 0,-1-2-7 15,-3 1-7-15,2-1-4 16,3 1 32-16,2-3 92 16,3 0 103-16,2 0-83 15,0 0-108-15,0-8-27 16,7-2-16-16,4-2 13 15,0 2 9-15,3 0 10 16,-6 2 13-16,3 3-10 16,-1 0-16-16,0 1-13 15,3 0-2-15,3 1-9 16,3 3 0-16,-2 0 1 16,-3 0 4-16,-3 0-6 15,-3 0-2-15,-3 9 1 16,-2 5-1-16,-1 0 1 15,-2 3 1-15,0 3 1 0,0-1-1 16,-2 1 3-16,-10 1 6 16,-3 2-9-16,-3 1 9 15,-5-1-7-15,-2 0 12 16,0 0 0-16,0-3 4 16,0-1-2-16,3 2 15 15,-3-2-16-15,3 2 4 16,0-3 8-16,-1 0-1 15,4-2-14-15,3-4 1 16,5-2-11-16,1-5 8 0,6-2 15 16,0-1 42-1,4-2 65-15,0 0-43 0,0 0-31 16,0 0-17-16,0 0 0 16,0-5-20-16,0-7-14 15,6-3-6-15,10-1 1 16,1-2 4-16,2 4-6 15,-1 3 0-15,-5 8-1 16,1 3-6-16,-1 0-2 16,-2 5 8-16,2 11 0 15,3 1 0-15,0 1 1 16,1-2 0-16,1-4 0 16,5-4 0-16,0-6 0 15,4-2 2-15,4 0 5 16,-2-6-6-16,-2-6 0 15,-4-1 5-15,-8 1-6 0,1 3 2 16,-5-3-2-16,-2-1 6 16,-2-1-5-16,-1 0-1 15,-1 1 1-15,-3 3-1 16,-2 2-10-16,0 8-107 16,0 0-187-16,0 0-457 0</inkml:trace>
  <inkml:trace contextRef="#ctx0" brushRef="#br0" timeOffset="-52699.71">20053 9339 523 0,'0'0'201'16,"0"0"-104"-16,0 0 20 15,0 0 39-15,0 0-46 0,0 0 1 16,0 0-31-16,3 0-26 16,-3-3 18-16,0-3 17 15,0-2-4-15,2-2 4 16,-2-2 0-16,0-2-30 15,0-2-2-15,0 2-12 16,0 0 0-16,0 0 3 16,2 6 19-16,-2 0 16 15,0 6 19-15,2 0-44 16,-2 2-21-16,0 0-14 16,0 0-15-16,0 0-5 15,0 0-3-15,0 10-1 16,0 12 1-16,0 4 1 0,0 8 1 15,0 5-1-15,0 0 5 16,0 1-6-16,0 0 11 16,0-4-10-16,0-1 4 15,0-5-4-15,0-6 7 16,0-6-7-16,0-2 0 16,0-9 1-16,0 0-2 15,0-2 2-15,0-5-1 16,0 0 22-16,0 0 70 15,0-12 17-15,0-2-65 16,-4-6-9-16,-1 1-15 16,0 0-8-16,3-1-1 15,0 1-6-15,2-4 4 0,0 0-10 16,0-5 11 0,0-5-10-16,0-1 0 0,0 1 10 15,0 1-5-15,0 7-5 16,0 7 8-16,0 6 0 15,0 7-3-15,0 0 9 16,0 3-13-16,0 0 8 16,0 2 2-16,0 0-12 15,0 0 0-15,2 11-15 16,-2 14 15-16,0 8 0 16,0 13 1-16,0 1 0 15,0 1 3-15,-9-3-3 16,1-3-1-16,1-8 0 15,0-2 1-15,5-9 0 16,-1 0-1-16,1-7 0 0,2-2-2 16,0-4-14-1,0-3-70-15,0 0-94 0,0-3-189 16,0-4-212-16,0 0-358 0</inkml:trace>
  <inkml:trace contextRef="#ctx0" brushRef="#br0" timeOffset="-52413.58">19723 9814 641 0,'0'0'829'16,"0"0"-638"-16,0 0-63 15,0 0-12-15,0 0-55 16,0 0-14-16,140 1 12 16,-80-1-8-16,3 0 14 15,2 0-2-15,-6-1-31 16,-5-2-18-16,-4 2-7 16,-8 1-7-16,-2-3 0 15,4 3-83-15,-8 0-98 16,-9 0-433-16</inkml:trace>
  <inkml:trace contextRef="#ctx0" brushRef="#br0" timeOffset="-43752.61">29465 9172 1698 0,'0'0'223'0,"0"0"-87"15,0 0 0-15,0 0-90 16,0 0-37-16,-121 66 8 16,52-11 13-16,-11 10 57 15,-7 5 28-15,-7 3-40 16,3-5-30-16,4-4 3 16,4-8-23-16,10-5-12 15,9-10-8-15,8-4 1 16,13-9-3-16,11-9-3 15,13-3-28-15,13-16-109 16,6 0-193-16,0-16-460 0</inkml:trace>
  <inkml:trace contextRef="#ctx0" brushRef="#br0" timeOffset="-43482.35">28742 9048 1585 0,'0'0'301'16,"0"0"-221"-16,0 0 102 0,69 164 31 16,-26-48-51-16,-5-1-42 15,-5-9-45-15,-6-19-11 16,-10-18-37-16,-3 5-19 15,-3 5-8-15,-9-5-44 16,-2-7-59-16,0 18-175 16,0-20-213-16,0-11-866 0</inkml:trace>
  <inkml:trace contextRef="#ctx0" brushRef="#br0" timeOffset="-39858.46">9172 7945 490 0,'0'0'142'0,"0"0"16"16,0 0-62-16,0 0-62 16,0 0-18-16,0 0-14 15,-6 0 5-15,4 0 6 16,0 0 7-16,2 0 0 15,0 0-20-15,0 0-11 16,0 0-141-16,0 0-53 16,0 0 116-16,0 0-51 0</inkml:trace>
  <inkml:trace contextRef="#ctx0" brushRef="#br1" timeOffset="-31618.62">12864 11064 127 0,'102'111'0'0</inkml:trace>
  <inkml:trace contextRef="#ctx0" brushRef="#br1" timeOffset="-31529.28">15822 10372 338 0,'0'0'0'0</inkml:trace>
  <inkml:trace contextRef="#ctx0" brushRef="#br1" timeOffset="-26664.84">15641 14122 1763 0,'0'0'222'16,"0"0"-191"-16,0 0-20 15,0 0 3-15,0 0 56 16,0 0 10-16,-13 3-18 16,11-3-38-16,0 0-8 15,-5 2-15-15,0 2 3 16,-4 2 5-16,-7-1-18 16,-1 7-3-16,-10-3-10 15,-41 11-57-15,7-3-159 16,-8 0-778-16</inkml:trace>
  <inkml:trace contextRef="#ctx0" brushRef="#br1" timeOffset="-26401.21">12804 14861 1542 0,'0'0'45'16,"0"0"-45"0,0 0-57-16,0 0 57 0,0 0 138 15,0 0-81-15,0 0-57 16,-2 0-110-16,2-4-573 0</inkml:trace>
  <inkml:trace contextRef="#ctx0" brushRef="#br1" timeOffset="-21919.68">11448 8682 795 0,'0'0'364'0,"0"0"6"16,0 0-41-16,0 0-75 0,0 0-10 15,0 0-77-15,0 0-27 16,0-47-31-16,0 47-21 16,0 0-22-16,0 0-23 15,0 0-8-15,0 0-17 16,0 0-5-16,-2 3 0 16,-6 16-10-16,-6 5 8 15,-4 6 14-15,-4 3-7 16,-1 4-7-16,-1-2-10 15,0 2 1-15,-1-4 1 16,3 0 4-16,1-3-5 16,6-6-1-16,4-4-1 15,4-3 0-15,2-5 0 16,3-5 1-16,0 0-1 16,2-4 1-16,0 4 0 0,0-2-2 15,0 1 6-15,0 1-7 16,0-3 3-16,7-1-1 15,9-1 1-15,1 0 6 16,6-2 1-16,1 3-8 16,-1-1 0-16,1 0 6 15,-4-1-9-15,2 3 4 16,-1-1-1-16,-2-1 0 16,2 0 1-16,-1-2 1 15,-5 0-2-15,-2 0 6 0,-1 0-4 16,-3 0-4-1,-1 0 13-15,2 0-20 0,-4 0 10 16,1 0-2-16,-1 0 0 16,2 0 1-16,-4 0-14 15,0 0-4-15,-2 0 5 16,-2 0-35-16,5 0-19 16,-1 0-57-16,6 0-97 15,0-2-155-15,-1-5-309 0</inkml:trace>
  <inkml:trace contextRef="#ctx0" brushRef="#br1" timeOffset="-21582.92">11693 8721 1303 0,'0'0'282'15,"0"0"-30"-15,0 0-13 16,0 0-134-16,0 0-63 16,0 0-33-16,0 0 9 15,-44 52 29-15,28-10 20 16,-1 10 22-16,-1 11-13 15,-5 4 34-15,-1 7-24 0,2 0-14 16,-1-4-35 0,5-7-14-16,9-13-18 0,5-10-5 15,4 1-67-15,0-14-189 16,0-8-429-16</inkml:trace>
  <inkml:trace contextRef="#ctx0" brushRef="#br1" timeOffset="-18406.55">16825 9157 658 0,'0'0'258'15,"0"0"25"-15,0 0 31 16,0 0-74-16,0 0-50 16,0 0-24-16,0 0-16 15,2-13-15-15,-2 13-19 16,0 0-25-16,0-2-42 15,2 2 6-15,6-2-19 0,2-2 34 16,9-1-24 0,4-2-4-16,4 1-5 0,2-1-10 15,2 4-4-15,3-4-22 16,-3 3 10-16,-2 1-2 16,-2 1-10-16,-5 0 2 15,-1 2-2-15,-6 0-4 16,-3 0-4-16,-4 7 9 15,-1 4-6-15,-3-1 4 16,-2 3 4-16,-2 0-2 16,0 3 0-16,0 0 0 15,-4 2 0-15,-11 2 0 16,-6 1 1-16,1 0 0 16,-1 1 5-16,0-2-5 15,5-2-2-15,3-4 8 0,2-4-7 16,2-2 0-16,0-2 0 15,3 0 0-15,1-1 0 16,0 0 1-16,3-1-1 16,2-1 3-16,0-3 3 15,0 0 27-15,0 0-5 16,0 0 2-16,0 0-6 16,0 0 0-16,0 0-7 15,0 0-8-15,0 0 1 16,5 0-10-16,10 0 7 15,6-9 5-15,5 1-12 16,0 1 0-16,1-2 2 0,0 4-2 16,-4-2 1-16,-1 5-1 15,-2 2-1-15,0 0 0 16,-2 0-1-16,0 0-10 16,2 12 13-16,-5 2-2 15,1 2-6-15,-3 2 6 16,-1 5-14-16,-6-1 1 15,-1 3 5-15,-5 0-8 16,0 1 16-16,0-2-23 16,0 2 10-16,-5 2-2 15,-13 0 16-15,-1-2-2 16,-2-1 1-16,1-2 1 16,0-3-1-16,4-2 0 0,3-5 2 15,-1-3-4 1,4-2 5-16,-4-5-2 0,-1 1 1 15,-4 1 6-15,0-5 1 16,-4 0-7-16,-1 0 13 16,1 0-14-16,2-11 9 15,0-1 0-15,3-2-4 16,1 0-5-16,-2 2 0 16,0 4-15-16,-1 1-106 15,-5 4-86-15,-17 3-135 16,9 0 11-16,-1 3-425 0</inkml:trace>
  <inkml:trace contextRef="#ctx0" brushRef="#br1" timeOffset="-14696.05">22978 9474 1272 0,'0'0'401'15,"0"0"-106"1,0 0-15-16,0 0-82 0,0 0-78 16,0 0-69-16,0 0-11 15,2-3-10-15,-2 3-2 16,0 0-2-16,-7 0 26 15,-4 0 27-15,-2 0-22 16,0 0-5-16,-1-4-32 16,3 2 29-16,-1-5-6 15,6 4 7-15,1-4-17 16,1-1-2-16,4 0-5 16,-2-1-25-16,2-1 13 15,0-1-13-15,0 1 4 0,0 3 2 16,6-4-4-1,7 2-2-15,3-2 10 0,3 3-10 16,-2 1 5-16,-1 0-6 16,-5 3 6-16,-3 2-14 15,0 2-4-15,-2 0 11 16,3 0 1-16,2 2 0 16,1 6-1-16,-2 2 1 15,-1 4 0-15,-2 3-7 16,-7 5 6-16,0 5-1 15,-2 7-5-15,-18 7 8 16,-7 2-1-16,-4 6 2 16,-2-1 5-16,-1-2-7 15,1 0 0-15,4-5-1 16,0-4 2-16,4-1-2 0,3-7 12 16,2-5-11-16,4-6 0 15,3-4 0-15,3-7-1 16,2 0 1-16,1-3 0 15,1-1 1-15,-2 0 4 16,2 1-4-16,-3-2 1 16,1 1 6-16,0 0-8 15,4-3 0-15,2 0 10 16,2 0 5-16,0 0 9 16,0 0 7-16,0 0-13 15,0 0-9-15,0 0 2 16,0 0-16-16,0 2 5 0,0-2 0 15,0 0-1-15,0 0 1 16,14 0 12-16,3 0 8 16,8 0-4-16,2-5-14 15,2 4 11-15,-5-1-2 16,0 2-10-16,-4 0-1 16,-1 0-2-16,-2 6-4 15,1 6 6-15,5-2-1 16,-2-1 2-16,4 0-3 15,0-6 11-15,-3-3-21 16,-4 0 12-16,-2 0-15 16,-6 0-13-16,-1 0-10 15,1-3-24-15,3-8-54 0,13-6-54 16,1 1-158 0,0 2-402-16</inkml:trace>
  <inkml:trace contextRef="#ctx0" brushRef="#br1" timeOffset="-13744.47">26429 10018 1702 0,'0'0'240'0,"0"0"-160"0,0 0 152 15,0 0-74-15,0 0-63 16,0 0 10-16,0 0-61 16,27-46 26-16,-17 20 33 15,-3-6-10-15,-5-4-8 16,0-2-28-16,-2-4 4 15,0 0-29-15,0-5 23 16,0-1-22-16,0-3 6 16,7-2-18-16,2-3 3 15,2 1-8-15,-2 8-8 16,0 6 16-16,-4 9-2 16,-1 11 14-16,-2 6-19 15,0 9 28-15,-2 4-30 0,2 2-15 16,3 0-8-16,2 11-11 15,0 15 18-15,-1 11 1 16,1 7 8-16,-5 6-7 16,-2 6 1-16,0-1 6 15,0-1-9-15,-9-4 2 16,-2-4-2-16,2-4 1 16,2-8-9-16,3-6-3 15,0-6-18-15,1-5-3 16,1-6-48-16,0-2 2 15,0-2-34-15,-5 0-65 16,-9 3-143-16,2-4-206 16,2-3-535-16</inkml:trace>
  <inkml:trace contextRef="#ctx0" brushRef="#br1" timeOffset="-13270.85">26151 9988 1534 0,'0'0'215'16,"0"0"-13"-16,0 0 65 15,0 0-151-15,0 0-1 16,0 0 88-16,0 0-79 16,112 14-59-16,-62-14 7 0,0 0-3 15,0-3-6-15,-7-2-38 16,-12-1-13-16,-7 3-6 15,-6 3-6-15,-3 0-12 16,-1 0-14-16,-3 0 15 16,3 0-19-16,-4 5 28 15,1-3-4-15,1 0 5 16,-4 1 2-16,3-3-1 16,1 0 0-16,1 0 1 15,3 0 5-15,-1 0-6 16,1 0 7-16,-5 0 2 15,-5 0-7-15,0 0-2 16,-2 0 1-16,0 0 0 16,5 0-1-16,2 0 2 15,1 0 5-15,-4 0-14 0,-3 0 14 16,-1 0-14-16,-4 0 7 16,0 0 0-16,0 0-28 15,0 0-61-15,-9 0-87 16,-8 2-107-16,3 3-218 15,3-5-567-15</inkml:trace>
  <inkml:trace contextRef="#ctx1" brushRef="#br1">7045 10964 0,'0'49'15,"0"-98"-15,0 148 0,24-74 16,1-25 15,-25-25-15,25 0-16,25-25 0,-26 1 16,1-1-1,0-24-15,0 24 0,0-24 16,-25 24-1,0 25 1,24 25-16,1 0 16,-25-24-16</inkml:trace>
  <inkml:trace contextRef="#ctx0" brushRef="#br0" timeOffset="20157.49">7875 11735 1068 0,'0'0'927'16,"0"0"-719"-16,0 0 135 15,0 0-175-15,0 0-111 16,0 0-40-16,9 23 6 15,0 13 59-15,0 9 9 16,-2 3-9-16,-3 2-37 16,-4-2-4-16,0-4-22 15,0 0-4-15,0-5-6 16,0-4-3-16,2-5 0 16,1-3-5-16,3-10 0 15,1-6-1-15,6-8 9 16,3 0-9-16,8-3 7 0,5 0-1 15,5-6 0-15,5-8 0 16,7-3-6-16,2 2 0 16,8-3 1-16,4-3-2 15,8 3 1-15,3-3 0 16,0 0 1-16,1 3-1 16,-6 0 0-16,-3 4 0 15,-5 0-1-15,-2 4-1 16,-6 0 2-16,4 0 0 15,2 0 0-15,6-4 0 16,5 0 0-16,2-2 0 16,-7 0 1-16,-12 4-1 0,-17 2 0 15,-15 2 6-15,-9 0-4 16,-5 0 41-16,-2 0 17 16,-2-4 3-16,0 1-24 15,0-2-18-15,0 1-12 16,2 0-8-16,3 1 0 15,-5 6 0-15,3 1-1 16,-3 2-5-16,0 2-29 16,0 0-74-16,0 0-61 15,2 4-457-15,7-1-1394 0</inkml:trace>
  <inkml:trace contextRef="#ctx0" brushRef="#br0" timeOffset="20930.72">10699 11530 1753 0,'0'0'334'0,"0"0"-159"16,0 0-9-16,0 0 14 15,0 0-13-15,23 108-22 16,-15-56-40-16,0 5-43 16,-4-2-18-16,0-4-16 15,1-7-19-15,1-8 1 16,1-7-9-16,0-12 4 0,-1-5-5 15,3-6 1 1,3-4 8-16,5-2-3 0,6 0 3 16,6 0-1-16,6-8 2 15,8-4-10-15,3-2 6 16,6 2-5-16,4 6-2 16,2 3 2-16,2 3-2 15,2 0 1-15,9 11 0 16,5-1 0-16,11-2 1 15,6-5 0-15,26-3 5 16,26 0-3-16,-14 0-3 16,-13-3-2-16,-22-1 1 15,-31 0 0-15,-4 1 1 16,-7-2-1-16,-20-2 1 16,-14-6 0-16,-11-3 14 0,-4-7-14 15,-5 0 30-15,0-5 6 16,0-3-4-16,0 0-18 15,-7-3-13-15,2 1 6 16,1 4-6-16,0 4-2 16,2 5 1-16,-1 9-6 15,3 2-37-15,0 3-56 16,0-2-94-16,0 2-404 16,5-2-780-16</inkml:trace>
  <inkml:trace contextRef="#ctx0" brushRef="#br0" timeOffset="21689.7">14255 11569 1894 0,'0'0'465'16,"0"0"-367"-16,0 0 40 15,0 0 25-15,-14 145-11 16,6-83-28-16,-1 1-48 16,2-5-43-16,5-11-12 15,-1-8-19-15,3-7 7 16,0-10-9-16,0-4 10 15,0-4-10-15,0-5 1 0,0-4 0 16,5-1-1 0,4-4 2-16,11 0-1 0,11 0 9 15,14 0-8-15,13 0 7 16,13-7-8-16,12-5 5 16,6 1-6-16,7 1 1 15,-1 2-1-15,-1 3 0 16,-9 2 0-16,-10 1 1 15,-9 2-1-15,-11 0 0 16,-2 0-1-16,1 0-2 16,2 0 3-16,2 0 0 15,-7 0 0-15,-6 0 0 16,-14 0 0-16,-14-7 0 16,-7-5 6-16,-10-2 8 15,0-6-4-15,0-5 43 0,-10-5 3 16,-3-4-24-16,-3-2-17 15,3-3 4-15,2 2-8 16,0 1-5-16,4 2-6 16,3 1 0-16,2 8-2 15,0 2-17-15,2 5-4 16,-3 4-37-16,1-6-67 16,2 3-245-16,-2 2-1428 0</inkml:trace>
  <inkml:trace contextRef="#ctx0" brushRef="#br0" timeOffset="22483.71">16852 11761 1538 0,'0'0'336'0,"0"0"-80"15,0 0-87-15,0 0-101 16,0 0 74-16,20 132-8 16,-20-72-37-16,0-3-28 15,0-8-41-15,0-7-14 0,0-7-1 16,0-8-12-16,0-6 11 16,0-9-12-16,4-7 6 15,12-5 4-15,13 0 11 16,16-10 24-16,13-8-26 15,11 0 1-15,13 3 5 16,12 3 5-16,20 6-23 16,-8 6 4-16,2 0-11 15,-4 0 1-15,-15 9-1 16,11 7 0-16,-3 0 1 16,-3-2 0-16,-11-5-1 15,-11-4 0-15,-18-2 7 16,-18-3-7-16,-21 0 0 0,-9-7 1 15,-6-8 9 1,0-10 28-16,-4 0 31 0,-11-5-18 16,-3-7-21-16,-2-1-11 15,0-3-18-15,2 2 10 16,0 3-11-16,7 4 6 16,2 9 0-16,5 6-5 15,4 4-1-15,0 8-1 16,0 3-44-16,26 2-119 15,6 5-497-15,3 7-1389 0</inkml:trace>
  <inkml:trace contextRef="#ctx0" brushRef="#br0" timeOffset="23115.15">19788 11897 1242 0,'0'0'1141'0,"0"0"-867"0,0 0-110 16,0 0-57-1,0 0-35-15,0 0 36 0,48 128-23 16,-32-78-25-16,-5-2-7 16,-7-1-21-16,0-11-18 15,-4-7 2-15,0-8-16 16,0-11 9-16,6-6-8 16,5-4 11-16,14 0-3 15,17-8 2-15,16-10-6 16,14-4-4-16,9-2-2 15,6-1 2-15,5 6 8 16,-1 3-9-16,3 4 0 16,-1 8-6-16,-4 4 6 15,-1 0 1-15,-4 0-1 16,-1 0 0-16,-5 0 0 0,-8 0 0 16,-18 0 1-1,-16 0 0-15,-18 0-1 0,-12 0 6 16,-6-5-5-16,0-11 8 15,0-7 2-15,0-7-1 16,-4-5-1-16,-4-5-9 16,-1-3 8-16,-5-2-7 15,-3 7 4-15,-6 2 10 16,1 4 6-16,3 4-6 16,4 3-14-16,7 6-1 15,3 2-2-15,2 9-22 16,3 6-42-16,0 2-65 15,0 6-158-15,0 11-452 16,5-2-1404-16</inkml:trace>
  <inkml:trace contextRef="#ctx0" brushRef="#br0" timeOffset="23783.96">22211 11965 1428 0,'0'0'551'0,"0"0"-344"15,0 0 103-15,0 0-54 16,-2 117-70-16,-16-61-62 16,-3 4-32-16,4-2-46 15,5-9-17-15,10-3-20 16,2-12-5-16,0-10 2 15,2-11-3-15,14-9-2 16,9-4 8-16,11 0 5 0,17-17-2 16,18-4-6-16,31-3-6 15,37 4 0-15,31 10-3 16,7 10 3-16,-7 0 1 16,-14 8-1-16,-19 6 1 15,-4-2 5-15,-4-2-6 16,-24-2 0-16,-29-2 1 15,-25-1-1-15,-20-4 2 16,-10-1-2-16,-6 0 0 16,-6 0 0-16,-9-3 11 15,0-20 0-15,0-5 9 16,-11-6 4-16,-2-6 6 16,-1-2-7-16,-3 0-10 0,1 3 8 15,0 4-19 1,0 3 8-16,8 0-9 0,-2 9 0 15,8-1-1-15,2 6 0 16,0 4-8-16,0 7-10 16,0 2-25-16,0 5-77 15,0 5-125-15,0 6-488 0</inkml:trace>
  <inkml:trace contextRef="#ctx0" brushRef="#br0" timeOffset="24511.14">25389 11833 1859 0,'0'0'354'16,"0"0"-150"-16,0 0 28 16,0 104-67-16,-4-56-47 15,-5 4-38-15,3-4-13 16,-1-5-25-16,4-9-20 16,3-9-13-16,0-6-1 15,0-9-2-15,14-5-5 16,7-5 34-16,10 0-11 15,11-3 6-15,7-6-20 16,6 4 2-16,10 1-11 16,11 0 1-16,28 4 3 0,37 0-5 15,40 0-6 1,6 10 6-16,-34 5 0 0,-43-1 0 16,-50-7 6-16,-18-2-6 15,-1 2 0-15,-3-1 0 16,-5-2 1-16,-13-2 0 15,-7-2-1-15,-4 0 8 16,1-6-1-16,-6-14 14 16,-4-6 4-16,0-8-1 15,0-6-6-15,-18-3 3 16,-5 0-1-16,-1-1 1 16,4 3 3-16,4-1-6 0,7 2-5 15,5 2-13 1,2 1 7-16,2 4-7 0,0 7-9 15,0 8-34-15,0 9-58 16,0 9-75-16,0 3-474 16,0 11-512-16</inkml:trace>
  <inkml:trace contextRef="#ctx0" brushRef="#br2" timeOffset="32042.23">8520 10993 1181 0,'0'0'377'0,"0"0"-90"16,0 0-51-16,0 0-44 15,0 0-19-15,0 0-18 16,0 0-17-16,4-4-8 16,-4 4-10-16,0 0-43 15,0 0-21-15,0 0-26 16,0 0-15-16,0 0-8 0,0 0-6 16,0 0 5-1,0 5-5-15,0 12-1 0,-6 4 0 16,-8 8 5-16,-2 6-5 15,-2-2 10-15,0 3-9 16,-1 0 0-16,0-4-1 16,2-2-1-16,3-6 1 15,3-4 0-15,5-8-1 16,1-3 1-16,5-5 0 16,0-3 0-16,0-1 0 15,0 0 0-15,0 2 0 16,0-2 0-16,0 0 1 15,0 0-1-15,0 0 1 16,0 0 4-16,0 0-5 16,11 0 9-16,4 0 6 0,4 0 6 15,3 0 0 1,0 0-12-16,0-2 1 0,-1 2-8 16,-2 0 8-16,-3 0-9 15,-3 0 0-15,-1 0 1 16,1 0-1-16,3 0 0 15,3 0 0-15,2 0 1 16,1-1-1-16,0-1 4 16,-2 0-4-16,1-1-1 15,-6 1 1-15,-3 0 0 16,-4 0-1-16,-3 2 1 16,1 0-1-16,-4 0 0 15,3 0-1-15,-2 0 2 16,-1 0 6-16,-2 0-7 15,0 0-6-15,0 0 5 0,0 0 0 16,0 0-15-16,0 0-19 16,0 0-34-16,2-1-49 15,4-7-105-15,1-2-363 16,3-1-294-16</inkml:trace>
  <inkml:trace contextRef="#ctx0" brushRef="#br2" timeOffset="32485.6">8858 10957 801 0,'0'0'660'0,"0"0"-440"16,0 0 71-16,0 0-88 15,0 0-17-15,0 0-29 16,0 0-44-16,-4-4-54 16,4 4-25-16,-2 5-25 15,0 13 12-15,-1 9 65 16,-2 7-14-16,3 5-26 16,2 7-8-16,-2 0-1 15,0 5-4-15,-3 2-6 16,1-4-8-16,0 2 2 0,-4-5 6 15,2-4-4 1,2-5-7-16,1-8 1 0,1-5-17 16,2-10 1-16,0-3 1 15,0-8-1-15,0-1 10 16,0-2-2-16,0 0-3 16,0 0 4-16,0 0-4 15,0 0-6-15,0 0-1 16,0 0-74-16,0 0-149 15,5 0-511-15,-1 0-1237 0</inkml:trace>
  <inkml:trace contextRef="#ctx0" brushRef="#br2" timeOffset="35196.36">10864 11740 1502 0,'0'0'0'0,"0"0"-277"15,0 0 5-15</inkml:trace>
  <inkml:trace contextRef="#ctx0" brushRef="#br2" timeOffset="36945.41">14389 11269 1128 0,'0'0'333'16,"0"0"-13"-16,0 0-79 0,0 0-67 15,0 0 7-15,0 0 3 16,0 0-22-16,-9 4-24 16,9-4-20-16,0 0-42 15,9 0-33-15,9 0-20 16,6 0-7-16,7 0-2 16,5-4 4-16,4-4-6 15,0 0 1-15,1 1-4 16,-6-1-7-16,-6 1 4 15,-4 2-5-15,-8 5-2 16,-3 0 1-16,-5 0 0 16,-3 0-1-16,1 0-1 15,-3 9-4-15,1-4 5 0,-3 6 1 16,-2-1 0-16,0 4 0 16,-2 4-1-16,-16 4 1 15,-4 2 0-15,0 2 0 16,2 1 1-16,-1-3 5 15,6-4-6-15,5-2-2 16,2-7 2-16,4 0 0 16,-1-5 0-16,3-3 5 15,2 0-4-15,0-3 0 16,0 2 5-16,0-2 1 16,0 0 11-16,0 0 20 15,0 0 4-15,0 0-13 16,11-5-18-16,0-4-4 0,5 1-7 15,-1-2 2-15,7 2-1 16,1-3 0-16,4 2 0 16,2 1-1-16,-2 2 0 15,-4 2 1-15,0 4-2 16,-3 0 0-16,-2 0 1 16,0 0-2-16,-2 4-5 15,-1 7 5-15,-1 4 1 16,-1 3-1-16,-5 2 1 15,-3 2-1-15,-3 5-5 16,-2-1 7-16,0 5-9 16,-7 1-11-16,-8 2 0 0,-1-4 7 15,-1 0 4-15,1-3 9 16,1-8-2-16,1-2 1 16,1-7 0-16,-3-2-6 15,3-7 7-15,-5-1 1 16,3 0 8-16,-4 0-8 15,1 0 7-15,-1-7-7 16,1 0 0-16,-2 0 0 16,0-1-1-16,-1-3 5 15,4 0-5-15,-3-2-1 16,-1 1-36-16,2 1-56 16,-12-2-132-16,4 5-461 15,2 4-766-15</inkml:trace>
  <inkml:trace contextRef="#ctx0" brushRef="#br2" timeOffset="38791.31">17429 11921 940 0,'0'0'0'0</inkml:trace>
  <inkml:trace contextRef="#ctx0" brushRef="#br2" timeOffset="40788.28">20307 11297 1440 0,'0'0'252'16,"0"0"-4"-16,0 0-19 15,0 0-84-15,0 0-68 16,0 0-43-16,0 0-7 15,-2 0-17-15,0 0 22 0,0 3 36 16,-3 2 0-16,0 1-29 16,-4 1-9-16,-1-2-5 15,-2 4-1-15,-3-2 12 16,1 1-18-16,5-4 9 16,3 0-3-16,1-4 7 15,5 0 36-15,-2 0 26 16,2 0-24-16,-2 0-24 15,0-1-18-15,2-6-2 16,0-1-4-16,0-1-19 16,2-6 11-16,15-3-12 15,6 0-1-15,4 0 0 0,-2 3 0 16,-6 2 1-16,-3 6-1 16,-7 2 0-16,-3 5 0 15,2 0-1-15,-4 0-7 16,2 0 7-16,3 0-9 15,1 0 10-15,-2 8 0 16,-1 3-1-16,1 4-4 16,-2 5 3-16,-4 2 2 15,0 2-1-15,-2 2 1 16,0-1 1-16,0-1-1 16,0-1-1-16,0 2 1 15,-2-1 0-15,-8 0 0 16,-1 2 0-16,1-1 1 0,-4 1-1 15,1-1 0-15,-1-4 0 16,1 0 0-16,-1-1 0 16,-3 0 1-16,-2 0-1 15,-1 1 1-15,3-1 0 16,1-4 3-16,3-2-2 16,4-5 2-16,5-5-4 15,-1-1 0-15,5-1 1 16,-3-2 6-16,-1 2-1 15,0 0-6-15,-1 2 0 16,-1 0 1-16,2 0-2 16,-2 0 2-16,2-2-2 15,4 0 2-15,-2 0-2 16,2-2 1-16,0 1 0 16,0-1 1-16,0 0-1 0,0 0 5 15,0 0-4 1,0 0-1-16,0 0 6 0,0 0 3 15,0 0 4-15,0-1-2 16,6-8 2-16,4 0-13 16,3-4 1-16,1 1-1 15,-1 0 6-15,2 0-6 16,1 3 0-16,-1-1-1 16,1 3 1-16,0-1-1 15,-1 3 0-15,1 0 1 0,-3 3-1 16,0 2 0-16,1 0-11 15,-1 0 12-15,1 0-1 16,-3 5 0-16,3 6 0 16,-3 1 1-16,1 1 0 15,5 1-2-15,-2-2 2 16,5-1-1-16,5 0 1 16,2-5-1-16,0-5-1 15,2-1 4-15,-4 0 2 16,0-1-4-16,-4-9 1 15,-3-2 0-15,-3-1-1 16,-2-2 0-16,1-3-15 16,-3-2-30-16,-2-1-60 15,-2-7-113-15,-5 8-425 16,0-1-1180-16</inkml:trace>
  <inkml:trace contextRef="#ctx0" brushRef="#br2" timeOffset="42643.29">25829 11703 1629 0,'0'0'361'16,"0"0"-74"-16,0 0-49 0,0 0-129 15,0 0-42-15,0 0-25 16,0 0-27-16,56-70 10 16,-48 50 15-16,-1-1 16 15,-5 4 12-15,0-3-6 16,-2 5-12-16,0 1 7 16,0-1-15-16,0 6-21 15,2 1 2-15,-2 2 10 16,0 3 1-16,2 3-10 15,-2 0-9-15,0 0-15 16,0 0 0-16,4 15-12 0,-2 14 11 16,0 6 0-16,0 9 1 15,0 4 1-15,-2 3-1 16,0-4 0-16,0 0 1 16,0-5 3-16,0-4-4 15,0-6-1-15,0-6 1 16,0-8 0-16,0-2-22 15,0-4-44-15,0-4-47 16,0 0-77-16,0-1-346 16,0-4-85-16,0 1-626 0</inkml:trace>
  <inkml:trace contextRef="#ctx0" brushRef="#br2" timeOffset="42823.2">25817 12112 1564 0,'0'0'227'15,"0"0"-78"-15,0 0 60 16,0 0-106-16,147 0-103 16,-91 0-7-16,-11 0-236 15,-11 0-833-15</inkml:trace>
  <inkml:trace contextRef="#ctx0" brushRef="#br0" timeOffset="51172.56">11159 10981 1290 0,'0'0'327'0,"0"0"-104"0,0 0 87 16,0 0-52-16,0 0-81 15,0 0-89-15,-2 4-25 16,17-4 19-16,8 0 7 16,8-2-15-16,6-10-23 15,3 1-22-15,1 1-12 16,-1 8-16-16,-3 2 1 15,-5 0-2-15,-6 19 0 16,-3 0 0-16,-8 1-10 16,-3 3 10-16,-8-1-2 15,-4 2 2-15,0 2 1 16,-8 0 0-16,-15-2 6 16,0 0-1-16,-1-2-4 0,0-4-2 15,1-4 6-15,3-3-6 16,3 0 1-16,1-5 1 15,3 0-2-15,3-2 6 16,4-2-5-16,1-2 0 16,5 0 10-16,0 0-11 15,0 0 7-15,11 0-7 16,10-4 2-16,5-6 7 16,6 2-9-16,3-1 6 15,1 2-5-15,1 5 0 16,0 2 0-16,-4 0-1 15,-4 14-1-15,-4 6-8 16,-8 6-2-16,-3 3-2 16,-10 0 12-16,-4 2-1 15,0-4 2-15,-4 0 0 0,-14-3-1 16,-3-2 1-16,0-3 0 16,-2-6 0-16,-1-3 1 15,-1-4 1-15,0-3 5 16,-1-3-1-16,-1 0-5 15,1 0 0-15,-4 0 2 16,1 1-2-16,0 3-1 16,0 0 0-16,-2 1-1 15,0 4-55-15,-11 3-116 16,8-1-144-16,3-4-377 0</inkml:trace>
  <inkml:trace contextRef="#ctx0" brushRef="#br0" timeOffset="52170.32">17238 11471 1337 0,'0'0'408'0,"0"0"-160"0,0 0 2 15,0 0-59 1,0 0-102-16,0 0-24 0,0 0 16 16,95-61 7-16,-63 52 19 15,-1 6-11-15,-4 3-32 16,-3 0-31-16,-6 0-23 15,-2 14-8-15,-6 8-1 16,-3 8 5-16,-4 3-3 16,-3 6-2-16,0 3 10 15,-10-2-10-15,-9 1 5 16,-6-4-4-16,1-3-2 16,-1-1 6-16,0-3 0 15,4-7 0-15,0-2-5 16,3-7 0-16,5-5-1 0,2-2 1 15,4-7 5 1,3 0 2-16,1 0-2 0,3-4-5 16,0-6-1-16,0 3 1 15,5-2-1-15,6 5 0 16,7 4 0-16,0 0-6 16,4 1 5-16,2 14 0 15,-1 1 0-15,1-2 1 16,1 0-2-16,-1-3 2 15,-2-4 0-15,3-7 2 16,-2 0-2-16,1 0 1 16,0 0-1-16,-3-10 0 15,-1 0-49-15,-5-6-60 0,-5 4-238 16,-2 0-802-16</inkml:trace>
  <inkml:trace contextRef="#ctx0" brushRef="#br0" timeOffset="53183.99">23011 11851 1104 0,'0'0'361'0,"0"0"-38"16,0 0-30-16,0-103-79 15,0 76-8-15,7 2-24 16,-5 5-36-16,0 3-12 16,0 5-29-16,-2 3-24 15,0 6-21-15,0 3-20 16,0 0-32-16,3 12-8 16,1 17-11-16,3 17 11 15,-1 12 0-15,1 5 0 0,0 1 1 16,-2-6-1-16,-1-8 0 15,0-8-10-15,-4-7-23 16,0-10-8-16,0-4 7 16,0-8 5-16,0-2-20 15,-2-3-27-15,-9-5-101 16,-7 1-110-16,-2-1-66 16,-7-3-240-16,-1 2-35 15,-7 0 100-15,0 1 273 16,-1 6 255-16,3-1 382 15,6 2-54-15,12 2-36 16,8-3-43-16,7 3-74 16,14-3-22-16,23-1-26 0,13-2-13 15,10-3-41 1,7 3-38-16,22-6-26 0,-20 0-9 16,-11 0-186-16</inkml:trace>
  <inkml:trace contextRef="#ctx0" brushRef="#br0" timeOffset="59074.76">8092 13654 1343 0,'0'0'327'0,"0"0"-97"16,0 0-21-16,0 0-89 15,0 0-37-15,0 0 4 16,0 8 41-16,8-2-17 15,3-4 0-15,5 1-5 16,6-1-17-16,9-2-27 16,8 0-31-16,3 0-16 15,5 0-8-15,-1 0-7 16,-3 0-4-16,-3 0-32 0,-5 2-131 16,-6 10-136-16,-10-1-238 15,-9 1-336-15</inkml:trace>
  <inkml:trace contextRef="#ctx0" brushRef="#br0" timeOffset="59285.46">8269 13987 1461 0,'0'0'611'16,"0"0"-464"-16,0 0 45 0,0 0-42 15,0 0-96-15,0 0-35 16,159-19-19-16,-108 13-7 16,3-3-96-16,17 4-205 15,-13 1-222-15,-9 1-490 0</inkml:trace>
  <inkml:trace contextRef="#ctx0" brushRef="#br0" timeOffset="72746.9">10906 13633 1487 0,'0'0'615'0,"0"0"-299"16,0 0-43-16,0 0-94 15,0 0-108-15,-2 21-38 16,2 12 33-16,0 13-6 15,0 12 7-15,0 7-1 16,0 3-3-16,0 2-27 16,-6 0-2-16,-5-5-14 15,1-3-5-15,0-8-8 16,-1-6-5-16,-1-12 4 16,6-8 0-16,1-11-12 15,1-9-3-15,0-8-18 0,2 0-28 16,-4-8 4-16,6-16-77 15,0-29-99-15,0 7-499 16,0 0-658-16</inkml:trace>
  <inkml:trace contextRef="#ctx0" brushRef="#br0" timeOffset="73204.62">10873 13612 1330 0,'0'0'190'0,"0"0"-20"16,0 0 104-16,0 0-54 0,0 0 0 15,0 0-20-15,0 0-86 16,12-63-36-16,-20 68-47 16,-5 10 32-16,-3 9-3 15,-5 7-17-15,-4 7-20 16,-6 4-8-16,-2 6-5 15,-3 2 3-15,-3-1 7 16,6-5-19-16,2-7 18 16,2-2-17-16,10-10 7 15,2-4-8-15,7-8 5 16,8-5-5-16,2 1 7 16,0-9 7-16,0 2-8 15,12 0 23-15,13-2 27 0,6 0 6 16,9 0-2-1,7 0-1-15,0 0-13 0,0 0-31 16,-3-2-7-16,-1 0-8 16,-3 2-1-16,-3 0-6 15,-3 0 0-15,-7 0-22 16,-5 0-11-16,-7 0-30 16,1 0-55-16,11-5-99 15,-4-3-372-15,-2 0-845 0</inkml:trace>
  <inkml:trace contextRef="#ctx0" brushRef="#br0" timeOffset="73460.86">11475 13529 2227 0,'0'0'360'15,"0"0"-72"-15,0 0-64 16,0 0-104-16,0 0-34 16,0 0 21-16,44 122-45 15,-30-68-26-15,-5 0-23 16,-7 1-5-16,-2-1-8 16,0-4-47-16,0 3-60 15,-4 13-63-15,-7-12-188 16,1-8-793-16</inkml:trace>
  <inkml:trace contextRef="#ctx0" brushRef="#br0" timeOffset="73933.67">11573 14441 849 0,'0'0'1250'0,"0"0"-1110"16,0 0 70-16,0 0-4 15,0 0-105-15,0 0-46 16,0 0 8-16,-6-11-23 16,12 4 26-16,-2 2-15 15,4 0 3-15,-4 5-15 0,0 0-26 16,1 0 4 0,-1 2-7-16,-4 8-8 0,0 2-1 15,0 5 16-15,-4-7-8 16,-7 2 1-16,1-6-1 15,4-5-3-15,4-1 8 16,2 0-2-16,0 0 24 16,0 0 6-16,0-7 5 15,0 2-23-15,0-2-12 16,10 5-11-16,0-1 5 16,1 3-6-16,-5 0-7 15,0 0 6-15,-6 0-5 16,0 7 5-16,0-2 2 15,-16 0 8-15,-1-5 5 16,2 0 1-16,5 0-3 0,0 0-3 16,8-8-9-16,2-1-8 15,0 4-13-15,0-5-55 16,20 2-83-16,-3 2-465 16,0 1-1063-16</inkml:trace>
  <inkml:trace contextRef="#ctx0" brushRef="#br0" timeOffset="76290.28">12246 13814 1570 0,'0'0'265'15,"0"0"-26"-15,0 0 96 16,0 0-171-16,123-72-106 0,-78 62-12 15,6 4-10-15,2 6-5 16,-4 0-2-16,-4 0 2 16,-13 12-24-16,-19 9-7 15,-13 4 8-15,-11 5 10 16,-30 0-2-16,-13 2-2 16,-3-4-8-16,6-3-5 15,11-10 6-15,13-2-7 16,15-8 13-16,12-5-12 15,0 0 28-15,25 0-19 16,13-4 4-16,7 1-14 16,3 3 1-16,2 0 0 15,-5 7-1-15,-8 15 0 16,-8 7-3-16,-11 1 3 16,-14 0 0-16,-4 2 0 0,-13-4 8 15,-25 0 16-15,-11-2 25 16,-9-4-10-16,-9-5-9 15,1-4-15-15,3-7-2 16,9-6-12-16,15 0-2 16,12 0-7-16,15-10-45 15,26-18-113-15,21 1-473 16,15 1-1437-16</inkml:trace>
  <inkml:trace contextRef="#ctx0" brushRef="#br0" timeOffset="76522.85">13199 13622 2476 0,'0'0'335'0,"0"0"-217"15,0 0 7-15,0 0-5 16,2 150-70-16,4-85-11 15,-2-2-29-15,-4-1-4 16,0-9-6-16,0-4-55 16,0 12-83-16,-4-13-335 15,-7-9-705-15</inkml:trace>
  <inkml:trace contextRef="#ctx0" brushRef="#br0" timeOffset="76793.05">13211 14494 1993 0,'0'0'533'16,"0"0"-391"-16,0 0 107 15,0 0-179-15,0 0-40 16,0 0-22-16,0 0-8 16,36-6-8-16,-34 6 7 15,-2 6 1-15,0-5 21 16,0 4 29-16,0-3 12 15,-2-2-32-15,-2 0-9 16,-3-2-21-16,3-10-8 16,2 0-56-16,2 4-117 0,0 2-118 15,0 3-72-15,0 3 26 16,0 0-437-16</inkml:trace>
  <inkml:trace contextRef="#ctx0" brushRef="#br0" timeOffset="90001.13">1212 15575 1242 0,'0'0'248'16,"0"0"45"-16,0 0-11 16,0 0-123-16,0 0-77 15,0 0 45-15,100-45-5 16,-66 55-36-16,-3 11 2 16,-11-2-1-16,-7 6-23 15,-5 3-10-15,-8-2-6 16,0 2-14-16,0-6 2 15,-5-4-36-15,-7-10 12 0,-5-8 7 16,-3 0 7-16,-5-18-17 16,0-8-2-16,6-6-2 15,7-2-5-15,12 2 0 16,0 0 0-16,16 5 3 16,11 9-3-16,0 10 0 15,-1 8-10-15,-4 4 4 16,-5 18-5-16,-7 9 11 15,-10 5 0-15,0 4 1 16,-4-2 9-16,-14-5-8 16,1-10 5-16,0-13-7 15,0-6 9-15,1-4 6 16,-1-18-3-16,1-13-7 16,7-8-5-16,5 3 0 15,4 4 0-15,4 5 15 0,18 13-14 16,5 5-2-16,-3 9 0 15,-1 0-5-15,-8 5-3 16,-10 17 1-16,-5 4 8 16,0 1 0-16,-16 4 11 15,-9-8-10-15,-1-5 13 16,-1-10-14-16,3-8 14 16,4 0-7-16,1-8 1 15,9-14-2-15,3-6-6 16,7-2-1-16,2-1 1 15,25 8-6-15,6 7 4 16,3 11 1-16,-3 5-7 0,-8 12 7 16,-14 19-7-16,-9 5 8 15,-2 4 16-15,-13-4-1 16,-7-4 4-16,0-10-18 16,2-13 18-16,3-9-18 15,3 0 19-15,1-27-15 16,5-4-5-16,4 4-32 15,2-4-23-15,19 8-53 16,14 5-278-16,1 4-900 0</inkml:trace>
  <inkml:trace contextRef="#ctx0" brushRef="#br0" timeOffset="97759.58">2991 15480 1971 0,'0'0'325'15,"0"0"-211"-15,0 0-3 16,0 0-5-16,0 0-30 16,47 135 22-16,-29-87-32 15,-1-6-30-15,-1-3-21 16,-3-13-8-16,-1-3-1 16,-8-9-6-16,-1-5 11 15,-3-9-10-15,0 0 14 16,0 0 3-16,-12-5-1 15,-3-16-11-15,1-8 6 16,5-5-6-16,9-6-6 16,0 0 0-16,12 4-1 0,14 4 0 15,3 10 2-15,4 12 0 16,1 10 0-16,-2 5 5 16,-1 23 3-16,-7 7-8 15,-4 4 8-15,-4-2-9 16,-5-5 14-16,-3 3-14 15,0-14 0-15,-4-1-8 16,5-8-85-16,-3-7-214 16,3-5-355-16</inkml:trace>
  <inkml:trace contextRef="#ctx0" brushRef="#br0" timeOffset="97933.52">3669 15647 1903 0,'0'0'249'0,"0"0"98"0,0 0-60 16,0 0-197-16,8 130-49 16,1-100-29-16,3-8-1 15,-4-3-11-15,-1-8-5 16,-7-11-85-16,0 0-272 16,-4-2-304-16</inkml:trace>
  <inkml:trace contextRef="#ctx0" brushRef="#br0" timeOffset="98091">3480 15526 1879 0,'0'0'702'0,"0"0"-611"0,0 0 66 16,0 0-157-16,0 0-67 15,0 0-138-15,0 0-395 16,97-32-476-16</inkml:trace>
  <inkml:trace contextRef="#ctx0" brushRef="#br0" timeOffset="98390.12">3954 15570 916 0,'0'0'392'0,"0"0"-224"16,64 103 231-16,-43-59-144 16,-3-3 25-16,-7-2-102 15,-3-11-57-15,-3-5-58 16,0-12-34-16,-3-5-17 0,-2-6 0 15,0-3 24-15,-2-22-24 16,-12-5 3-16,1-7-12 16,1 2-3-16,12 0 1 15,0 8 20-15,10-1-7 16,19 10 4-16,4 10 13 16,5 8-1-16,-5 0-3 15,-2 14-25-15,-6 16 18 16,-8 7-11-16,-1-2 0 15,-5 0-7-15,1-3-2 16,-1-1-9-16,9-13-105 16,-3-4-389-16,2-14-660 0</inkml:trace>
  <inkml:trace contextRef="#ctx0" brushRef="#br0" timeOffset="98691.45">4572 15727 2210 0,'0'0'251'16,"0"0"-120"-16,0 0 20 15,4 128-101-15,34-102-21 16,11-10-23-16,6-14 1 16,1-2 1-16,-7-8-7 15,-7-14-1-15,-10-4 1 16,-12-1-1-16,-9 8 2 15,-11-3-1-15,0 5 8 16,-2 0 4-16,-23 3 8 0,-3 4 27 16,-4 2-17-16,-2 2 7 15,5 3-32-15,6-2-6 16,4-3-8-16,11-2-74 16,6-2-239-16,2-2-768 0</inkml:trace>
  <inkml:trace contextRef="#ctx0" brushRef="#br0" timeOffset="98922.23">4975 15661 1787 0,'0'0'215'0,"0"0"-57"15,0 0 32-15,129 114-128 16,-106-73-43-16,-13-2 0 15,-10-3 16-15,0-7 36 16,-8-4-41-16,-13-11-15 16,-3-5 4-16,0-9-3 15,-1 0-16-15,1-32-41 16,8-3-299-16,7 3-1136 0</inkml:trace>
  <inkml:trace contextRef="#ctx0" brushRef="#br0" timeOffset="99291.79">6419 15615 1763 0,'0'0'258'15,"0"0"-67"-15,0 0 62 0,-113 80-151 16,99-44-32-16,12 0 6 15,2-1-11-15,23-1-43 16,14-5 12-16,10-7-23 16,2-3 4-16,-2-5-15 15,13-11-132-15,-13 1-328 16,-9-4-590-16</inkml:trace>
  <inkml:trace contextRef="#ctx0" brushRef="#br0" timeOffset="99966.16">6807 15633 1807 0,'0'0'263'16,"0"0"-185"-16,0 0 91 15,0 0-38-15,-85 116-68 16,85-72-2-16,23-8-3 15,14-3-6-15,13-14 8 16,4-9-24-16,-1-10-23 16,-2 0-13-16,-8-12-130 15,-12-12-109-15,-12-6 77 16,-11-2 21-16,-8 2 113 16,0 5 28-16,0 14 155 0,-2 5 101 15,-1 6-131-15,3 0-97 16,0 20-13-16,7 6 5 15,10 4 12-15,2-2 32 16,-2-2-25-16,-3-2-6 16,-6-8-24-16,-1-1-1 15,-2-12-8-15,-5-3 0 16,0 0 24-16,0-3-11 16,0-26-13-16,0-5-20 15,0-5 10-15,0-4 16 16,0 9-6-16,11 7 15 15,9 7 0-15,6 17-12 16,5 3-2-16,6 3-2 16,-2 26 2-16,-4-1-1 15,-8 5 8-15,-10-1-9 0,-7-5 2 16,-6-5 0-16,0-8 0 16,0-10 6-16,-2-4-1 15,-6 0 30-15,1-12 8 16,0-12-9-16,5 2 24 15,2-6-11-15,0 3 9 16,14 2-26-16,10 5-14 16,7 4 1-16,3 6-11 15,1 8 7-15,-1 0-13 16,-5 8 21-16,-5 16-14 16,-6-2-7-16,-5 4-1 15,-2-2-9-15,5 10-57 16,-3-12-142-16,6-3-544 0</inkml:trace>
  <inkml:trace contextRef="#ctx0" brushRef="#br0" timeOffset="100223.24">7976 15712 1410 0,'0'0'982'0,"0"0"-861"16,0 0 64-16,-77 136-51 15,77-101-86-15,21-5-29 16,23-16-8-16,14-9-8 16,2-5-3-16,-4-23-51 0,-11-12 50 15,-16-6 2-15,-16 1 12 16,-13 0 2-16,0 4 0 16,-11 2-14-16,-11 10 0 15,-1 6-1-15,-12 10-40 16,6 8-87-16,0 0-495 0</inkml:trace>
  <inkml:trace contextRef="#ctx0" brushRef="#br0" timeOffset="100905.58">9544 15712 2102 0,'0'0'376'0,"0"0"-277"0,0 0 80 16,0 0-79-16,-2 131-49 15,2-95-9-15,4-6-9 16,2-7-20-16,-4-10 1 15,0-13-13-15,0 0 22 16,3-18 7-16,1-18-9 16,6-7-14-16,3-8-5 15,5 7 4-15,5 3 39 16,4 15 1-16,-1 13-20 16,4 13 10-16,-1 0-36 15,-5 18 18-15,-3 14-17 16,-5 6 29-16,-5-2-10 0,-3-4-20 15,0-6 8-15,1-6-8 16,1-8-29-16,5-8-55 16,1-4-52-16,4-8-153 15,12-34-345-15,2-2-264 16,-3 5-247-16,-4 12 1145 16,-16 23 747-16,1 4 108 15,3 0-530-15,2 14 60 16,-2 8-99-16,-1 8-103 15,-3-2-58-15,-1 2-54 16,-4-6-47-16,1-4-15 16,-2-6-9-16,-5-10-60 15,-2-4-275-15,0 0-671 0</inkml:trace>
  <inkml:trace contextRef="#ctx0" brushRef="#br0" timeOffset="101040.81">10082 15601 2453 0,'0'0'312'0,"0"0"-39"16,0 0-129-16,0 0-144 15,0 0-78-15,0 0-123 16,118 10-720-16</inkml:trace>
  <inkml:trace contextRef="#ctx0" brushRef="#br0" timeOffset="101332.08">10459 15855 846 0,'0'0'1393'0,"0"0"-1232"0,0 0 216 16,0 0-215-16,0 0-64 15,0 0-66-15,0 0-3 16,55 77-14-16,-50-77 4 16,-2-23-7-16,1-7-3 15,-2-1-1-15,4-6-7 16,3 1-2-16,5 10-4 15,9 4 5-15,2 4 2 16,7 14-2-16,-1 4 0 16,3 7 6-16,-8 22-6 15,-6 9 8-15,-6 8-13 16,-9-2 16-16,-3 0-22 0,-2-3-5 16,0-14-62-16,0-8-185 15,-10-11-435 1,2-8-1282-16</inkml:trace>
  <inkml:trace contextRef="#ctx0" brushRef="#br0" timeOffset="101500.01">10454 15705 1920 0,'0'0'720'0,"0"0"-641"16,0 0 24-16,0 0-64 15,128-28-39-15,-71 28-133 16,-12 0-472-16,-10 9-972 0</inkml:trace>
  <inkml:trace contextRef="#ctx0" brushRef="#br0" timeOffset="101845.07">11081 15753 1111 0,'0'0'1213'0,"0"0"-1070"16,0 0 3-16,0 0-54 16,-123 86-58-16,121-48-14 15,2 3-10-15,6-4-1 16,19-6 12-16,11-9-12 16,7-14 21-16,1-8-23 15,-2-4 11-15,-6-18-18 0,-10-11-14 16,-8-1-14-16,-11-2 9 15,-7 4 19-15,0 2 7 16,0 12 93-16,0 4 45 16,0 11-8-16,0 3-83 15,0 3-47-15,0 15-7 16,0 10 1-16,6 2 4 16,8 0-5-16,-1-2 0 15,5-5-28-15,13-16-62 16,-4-5-202-16,0-2-526 0</inkml:trace>
  <inkml:trace contextRef="#ctx0" brushRef="#br0" timeOffset="102039.87">11486 15767 1597 0,'0'0'302'15,"0"0"-77"-15,0 0 134 16,0 0-192-16,87 107-97 15,-60-75-27-15,-9 2-34 16,-14 2-8-16,-4 0 6 16,-8-4 1-16,-21-1-8 15,-16-10-60-15,7-5-218 16,7-12-276-16</inkml:trace>
  <inkml:trace contextRef="#ctx0" brushRef="#br0" timeOffset="102594.46">12768 15520 1888 0,'0'0'354'16,"0"0"-117"-16,0 0 31 15,-138 18-171-15,111 10-33 16,12 9-37-16,15 1-6 16,0-2-6-16,31-4 6 15,20-14 16-15,7-7-15 16,0-11-22-16,-7 0-83 16,-13-3-19-16,-11-15-32 0,-16-8 52 15,-9 4 56 1,-2 0 26-16,0 8 75 0,-5 4 70 15,1 10 6 1,4 0-93-16,0 14-30 0,0 18-13 16,0 8 39-16,9 9-6 15,-2 0 0-15,2-1-19 16,-3 3-11-16,1-12-18 16,0-4 0-16,2-7 0 15,2-14-31-15,18-14-104 16,-5-5-331-16,1-17-810 0</inkml:trace>
  <inkml:trace contextRef="#ctx0" brushRef="#br0" timeOffset="102791.17">13120 15705 1249 0,'0'0'1145'16,"0"0"-1018"-16,0 0 128 15,38 111-107-15,-2-76-45 16,6-12-48-16,5-10-28 15,-2-13 1-15,-8 0-27 16,-10-8-2-16,-11-16-8 16,-12-12-69-16,-4-4-55 15,-8-12-195-15,-13 5-221 16,1 12-217-16</inkml:trace>
  <inkml:trace contextRef="#ctx0" brushRef="#br0" timeOffset="103044.51">13555 15557 1729 0,'0'0'385'0,"0"0"-277"16,0 0-74-16,0 0 65 15,0 0 69-15,0 0 42 16,0 0-82-16,26-12-32 16,-39 12-35-16,-9 25-43 15,-1 10-12-15,2 7 3 16,9 2-2-16,12-4-7 15,0-4 0-15,14-13-4 16,13-11-5-16,10-10-21 16,8-2-31-16,6-5-86 15,5-11-97-15,15-9 103 16,-13 8-338-16,-17 3-231 0</inkml:trace>
  <inkml:trace contextRef="#ctx0" brushRef="#br0" timeOffset="103157.33">13880 15654 1104 0,'0'0'486'0,"0"0"-178"15,0 0 2-15,0 0-131 16,0 0-88-16,0 0-36 16,0 0-55-16,-40-16-24 15,40 32-242-15,0-7-922 0</inkml:trace>
  <inkml:trace contextRef="#ctx0" brushRef="#br0" timeOffset="103661.54">13550 15738 1510 0,'0'0'246'0,"0"0"-185"0,0 0-18 16,0 0-43-16,128-17-196 15,-90 17-293-15,-3 0-653 0</inkml:trace>
  <inkml:trace contextRef="#ctx0" brushRef="#br0" timeOffset="104629.37">14146 15575 1425 0,'0'0'287'0,"0"0"-134"16,0 0 21-16,0 0-40 16,0 0-57-16,-92 125 27 15,92-72-23-15,0-7 32 16,23-2-24-16,12-8-45 16,12-9-18-16,9-13-15 15,-1-11-1-15,-1-3-10 16,-10-22-50-16,-10-10-83 15,-18-16-1-15,-14-6 71 0,-2-10 52 16,-11-2 11 0,-16-5 33-16,3 12 68 0,1 10 77 15,8 17 7-15,5 12-2 16,8 16-38-16,2 4-64 16,0 13-65-16,0 22 1 15,8 14 16-15,4 9 4 16,5 0-10-16,-2 4-4 15,3-8-22-15,-1-8-2 16,4-7-10-16,-1-14-43 16,-1-9-44-16,4-11-19 15,-1-5-24-15,0-7-14 16,-2-23 61-16,-3-2 59 16,-7-3 35-16,-3 8 2 15,-5 5 86-15,-2 13 56 0,0 4-20 16,0 5-72-16,0 5-43 15,-4 22-3-15,-5 4-5 16,7 4 9-16,2-3-8 16,0-2 1-16,8-10-3 15,15-8-1-15,6-12 1 16,2 0-6-16,0-13-8 16,-4-13-22-16,-9-6-17 15,-7-3 18-15,-6 7 34 16,-5 6 1-16,0 8 11 15,0 9 57-15,0 5-15 16,-7 5-46-16,0 22 8 16,5 8-13-16,-1 5 4 0,3 0-3 15,0-4 3 1,5-8-12-16,6-11 4 0,0-7 2 16,0-10-22-16,1-5 11 15,1-22 4-15,-1-10-4 16,0-3 10-16,1-2 2 15,-1 4 10-15,-1 8-2 16,-1 8 69-16,-2 13 23 16,3 9-27-16,3 0-60 15,1 9 13-15,5 13-12 16,-2 8-6-16,-2 2 0 16,-8-4-8-16,-3-1-2 0,-3-6-16 15,-2-9-5 1,0-2-28-16,0-10-17 0,0 0 1 15,0 0-36-15,2-22-188 16,8 4-347-16,9 3-410 0</inkml:trace>
  <inkml:trace contextRef="#ctx0" brushRef="#br0" timeOffset="105004.81">15747 15700 1625 0,'0'0'372'16,"0"0"15"-16,0 0-28 16,12 111-120-16,-9-48-103 15,-3 3-69-15,0 2-35 16,0-1-12-16,0-9-19 16,0-9-2-16,-11-13 2 15,-7-10-10-15,-4-12-25 16,-3-14 4-16,-4-6-29 0,2-23-57 15,3-20-50-15,3-29-91 16,11 8-87-16,3 7-499 0</inkml:trace>
  <inkml:trace contextRef="#ctx0" brushRef="#br0" timeOffset="105133.23">15566 15731 1475 0,'0'0'711'16,"0"0"-177"-16,0 0-244 15,0 0-118-15,0 0-97 16,100-112-47-16,-62 94-28 15,-2 4-16-15,-3 6-88 16,-1 8-249-16,-11 0-416 16,-5 9-646-16</inkml:trace>
  <inkml:trace contextRef="#ctx0" brushRef="#br0" timeOffset="105560.74">15896 15807 1039 0,'0'0'342'0,"0"0"39"15,44 102-81-15,-17-61 90 16,0-15-245-16,0-8-108 15,0-18-19-15,-6 0-18 16,4-21-11-16,-3-16-29 16,-3-8 39-16,-6-3 1 15,-5 4 35-15,-6 6 65 16,-2 8 69-16,0 11-66 16,0 10-42-16,0 9-37 15,0 0-22-15,0 18-4 0,8 10 3 16,-2 2-1-1,3 2 1-15,0-7 0 0,0-4 0 16,-2-4-1-16,-1-10 0 16,-4-1 1-16,3-6-1 15,-1 0 8-15,1-22-1 16,4-10-6-16,-1-8 1 16,1 5-2-16,3 0 12 15,-4 12 35-15,3 14 37 16,3 9-8-16,1 0-57 15,6 14 7-15,3 16-14 16,-1 2 12-16,-6 5 0 16,-3-4-6-16,-5-1-18 15,-7-10 0-15,0-4-25 16,0-4-52-16,34-14-74 0,-3 0-349 16,12-8-151-16</inkml:trace>
  <inkml:trace contextRef="#ctx0" brushRef="#br0" timeOffset="105742.21">16895 15522 2460 0,'0'0'530'15,"0"0"-397"-15,0 0-42 16,0 0 11-16,-12 111-21 16,10-53-30-16,0 0-18 15,2-5-33-15,0-4 0 16,0-13-47-16,-3-3-84 15,-13-16-90-15,1-4-376 0,-3-13-803 16</inkml:trace>
  <inkml:trace contextRef="#ctx0" brushRef="#br0" timeOffset="106062.61">16594 15915 601 0,'0'0'1613'15,"0"0"-1145"-15,0 0-196 16,0 0-133-16,0 0-87 15,144-76-51-15,-79 58-1 16,-2 4-4-16,-11 6-4 16,-11 6-47-16,-14 2-30 15,-10 0 28-15,-5 5 36 0,-1 9 20 16,0 3 1-16,5-2-7 16,11-1 16-16,12-2-9 15,17-7 12-15,11-5 3 16,0 0-14-16,-9 0-1 15,-15-10-62-15,-22-11-56 16,-21-6 84-16,0-1 34 16,-21-2 6-16,-11 2 38 15,0 2 30-15,6 4-47 16,4 4-27-16,20-9-17 16,2 8-207-16,0-1-848 0</inkml:trace>
  <inkml:trace contextRef="#ctx0" brushRef="#br0" timeOffset="106290.07">17608 15654 2099 0,'0'0'264'16,"0"0"-170"-16,0 0 47 15,0 0-78-15,6 129-35 16,8-87 18-16,-3 2-4 15,-9-12-12-15,-2-1-17 16,-2-13 38-16,-23-9-17 16,-4-5-16-16,-9-4-18 15,-15 0-27-15,6-18-216 16,12 5-557-16</inkml:trace>
  <inkml:trace contextRef="#ctx0" brushRef="#br0" timeOffset="109722.46">9251 16762 590 0,'0'0'144'16,"0"0"25"-16,0 0 96 16,0 0-99-16,0 0 46 15,0 0-6-15,0 0-34 16,0 0-30-16,0 0 0 16,0 0-24-16,0 0-57 15,0 0-41-15,2 10-9 16,4 12-2-16,1 0 7 15,-3 6 5-15,1 2-6 16,-2-2 10-16,-1 2-15 16,2-8-2-16,-2-3-7 0,3-5 8 15,-3-7-8 1,0-2 0-16,-2 0 1 0,2 3-2 16,-2-4 5-16,2 0-4 15,2-2-1-15,2 2 0 16,0 1 1-16,3-2 0 15,5-3 6-15,5 0 18 16,8 0 23-16,4 0-21 16,5 0-17-16,5 0 2 15,1-3-11-15,5 3-1 16,1-5 1-16,8 1 1 16,4-2-1-16,5-2 0 15,4 4 0-15,5-1 0 16,-3-4 4-16,-5 9-5 0,-5 0-8 15,-8 0-19-15,-7 0 15 16,-7 4 3-16,-5 6 9 16,-1-2-1-16,-4-4 0 15,0 0 1-15,-6-2 0 16,-6-2 4-16,-8 0-4 16,-4 0-2-16,-5 0 1 15,0 0 1-15,0 0 2 16,0 0 13-16,0 0 7 15,0-6-5-15,-5-2-6 16,-4-6-10-16,-2 0 21 16,-2-2 10-16,1-2 9 15,4 1-14-15,1-2-12 16,0 1-6-16,5-5-3 0,2 6-4 16,0 2-1-16,0 8-1 15,0 2-8-15,7 5-128 16,6 0-325-16,3 12-463 0</inkml:trace>
  <inkml:trace contextRef="#ctx0" brushRef="#br0" timeOffset="110714.96">11564 16740 1716 0,'0'0'338'16,"0"0"-228"-16,0 0-49 16,0 0-8-16,0 0 5 15,-20 116 49-15,16-77-15 16,-3-2 12-16,3-5-33 15,0 3-26-15,-2-12-33 0,4 0-1 16,2-11-9-16,0-3 0 16,0-5-1-16,0-4 5 15,0 0 2-15,0 0-8 16,0 0 6-16,0 0-4 16,5 0 4-16,13 0-6 15,11 0 6-15,8-4-5 16,8-5 1-16,2 0 4 15,0-1-6-15,-3 6 1 16,1 1-1-16,-1 3 0 16,12 0-1-16,9-5 1 15,30 1 0-15,33-2 0 16,-5 2-1-16,-14 0 1 0,-18 4-1 16,-31 0-9-1,0 8-11-15,-4 7-1 0,-14-1 14 16,-7-7 0-16,-4-2 8 15,4-5 0-15,7 0 1 16,8 0 7-16,3 0-8 16,-2 0 0-16,-6 0 1 15,-12 0-2-15,-13 0 2 16,-8 0-2-16,-8 0 2 16,-4-5 6-16,0-2 10 15,0-4 15-15,0-3-20 16,0-7-6-16,0 4 3 15,0-1 7-15,0-5 26 16,0 6-9-16,0-7-14 0,-4 2-11 16,-5 0-7-16,1 0 7 15,4-1-8-15,0 6 1 16,4 2-1-16,0 3 5 16,0 7-5-16,0 5 0 15,0 0-42-15,8 0-240 16,9 10-397-16</inkml:trace>
  <inkml:trace contextRef="#ctx0" brushRef="#br0" timeOffset="111726.04">14199 16767 1542 0,'0'0'255'0,"0"0"-100"16,0 0 179-16,0 0-112 16,51 102-106-16,-33-61-7 15,-2-1-22-15,-7 4-38 16,-3 0-10-16,-6-3-15 16,0 0-8-16,0-7-5 15,0-5-10-15,3-7 0 16,3-8 0-16,6-6 5 15,5-8-6-15,4 0 14 16,3 0-13-16,3-8 6 16,2 1-6-16,2-5 0 0,0 3 5 15,7-5-5 1,8 2-1-16,12-2 1 0,30-4 0 16,36 5-1-16,35 8 5 15,6 5-5-15,-27 0 0 16,-38 13 1-16,-39 1-1 15,-10 0-1-15,2 3 0 16,3-4-1-16,4 1 1 16,-4-9 1-16,0-5-1 15,0 0 1-15,-1 0 0 16,-4 0 0-16,-8-5 0 16,-12 2 0-16,-11 1 0 15,-6-7 0-15,-8 2 0 0,1-7 0 16,-5-4 11-1,2-9-11-15,-4-4 6 0,0-6 0 16,0 1 9-16,0 2 4 16,0 6 2-16,-8-2-5 15,1-2-1-15,3 6-6 16,-1-3-9-16,0 0 6 16,3 5-6-16,0 3-1 15,2 7 1-15,0 5-20 16,0 9-84-16,0 0-235 15,0 0-462-15</inkml:trace>
  <inkml:trace contextRef="#ctx0" brushRef="#br0" timeOffset="112642.15">17258 16822 1452 0,'0'0'581'16,"0"0"-351"-16,0 0-115 0,0 0-20 16,0 0-16-16,0 0 37 15,0 0-28-15,0 128-16 16,0-96-27-16,0-2-22 15,0-2-11-15,0-6-6 16,0-5-4-16,0-12-1 16,4 0 0-16,3-5 1 15,6 0 16-15,12 0-8 16,10-15 5-16,10-1-9 16,6 3 2-16,7 2-8 15,6-1 1-15,4 6 0 16,5 6-1-16,6-4 1 15,4 4-1-15,25-4 1 16,23 4 0-16,-6-4-1 0,-11 4 1 16,-16 0 0-1,-24 0 0-15,1 0-1 0,-1 4 1 16,-16 0-1-16,-16-4 0 16,-11 0-5-16,-10 0 5 15,-4 0 0-15,-3-13 2 16,-3 1-1-16,-3-7 6 15,-2 1-6-15,-6 4 7 16,0-2 2-16,0 2-9 16,-8 0 26-16,-3-4 1 15,3 0-5-15,-2-8-11 16,2 0-3-16,-1-2-8 0,-3-3 5 16,4 7-5-16,-1 7-1 15,2 0 6-15,0 7-6 16,5 6 0-16,0 4-1 15,2 0-14-15,0 0-76 16,0 0-124-16,0 0-297 16,7 4 115-16,2 5-689 0</inkml:trace>
  <inkml:trace contextRef="#ctx0" brushRef="#br0" timeOffset="113430.33">19832 16802 1719 0,'0'0'391'16,"0"0"-208"-16,0 0-60 15,0 0-62-15,0 0-35 16,0 0 18-16,0 0 49 16,10 122-26-16,-6-96-14 15,2 0-22-15,-1-12-22 16,-1-5-3-16,-2 0-5 16,0-9 5-16,6 0 10 15,3 0 47-15,11 0-5 16,7-9-34-16,9 0-15 15,6-5-9-15,5 6 5 16,7-2-5-16,7 2 0 16,1-1 1-16,7 4 1 0,5 5-1 15,7 0-1-15,21 0 1 16,23 0 0-16,-8 0-2 16,-12 5-3-16,-18 4 3 15,-22-5 1-15,2 0-1 16,2 2-8-16,-15-6-23 15,-11 0-41-15,-16 0 22 16,-10-6 38-16,-7-6 13 16,-6 2 6-16,-3-8 21 15,-3 0 22-15,0 1-13 16,0-10-12-16,0 1-12 16,0 0-1-16,0 1-2 0,0-1-9 15,0 4 2 1,0 0 10-16,0-1 10 0,-5 0-11 15,-1 1-4-15,-2 0-6 16,2 4 6-16,-1 6-7 16,5 2-1-16,2 6-12 15,0 0-34-15,0 4-60 16,9 0-275-16,9 4-207 16,-1 8-906-16</inkml:trace>
  <inkml:trace contextRef="#ctx0" brushRef="#br0" timeOffset="114173.81">22592 16566 1644 0,'0'0'397'0,"0"0"-190"16,0 0-110-16,0 0 28 16,0 0 47-16,2 125-30 15,5-80-76-15,-2-5-41 16,-1-8-3-16,0-10-21 16,1-4 7-16,-3-6-8 15,2-6 1-15,4-6 5 16,0 0 9-16,7 0 25 15,4-6-17-15,3-2-2 16,5-2-12-16,2 2-2 16,4 4-6-16,7-1-1 0,4 0 1 15,12 1 0 1,14-1 1-16,12-2-1 0,13 5 5 16,13 2-5-16,-2 0 11 15,2 0-11-15,-10 9-1 16,-13 5 0-16,-19-5 0 15,-16-6 0-15,-23-3 0 16,-15 0 0-16,-9 0 9 16,-3-12 3-16,0-5-12 15,0-5 11-15,0-1-4 16,0 0 5-16,0-3-6 16,0-6 2-16,0 1-7 15,0-5 0-15,0 0 4 0,-7 4-4 16,1 2 0-1,1 12 0-15,0 4 8 0,1 6 1 16,4 8-8-16,0 0-2 16,0 0-6-16,0 0-30 15,0 0-73-15,0 0-112 16,-2 8-268-16,-1 2-413 0</inkml:trace>
  <inkml:trace contextRef="#ctx0" brushRef="#br0" timeOffset="115690.41">24905 16462 12 0,'0'0'1740'0,"0"0"-1540"15,0 0-138-15,0 0-29 16,0 0-14-16,0 0 3 16,48 121 89-16,-50-63 77 15,-15-8-28-15,4-1-60 16,3-17-53-16,8-6-30 15,2-8-16-15,0-12 8 16,15-3 0-16,12-3 20 16,6 0 0-16,4 0 7 15,6-5-15-15,-1 1-12 16,6 4-8-16,4 0 0 16,11 0 0-16,31 0 0 15,40 0 5-15,38 4-6 0,3 6 1 16,-28 2-1-16,-46-2-1 15,-48-2-1-15,-14 1-5 16,-6 0 7-16,-2-4-1 16,-2 4 0-16,-12-6 0 15,-5-3 1-15,-1 0 0 16,-2 0 13-16,-5-7-5 16,1-12 5-16,-3-2 12 15,-2-2 29-15,0-4-16 16,0-8-26-16,-7-2-6 15,0-3-5-15,3-1 6 16,4-3-7-16,0 4 1 16,0 8 0-16,0 11 0 0,0 2 1 15,0 11-2 1,0 4 0-16,0 4-30 0,0 0-109 16,0 0-385-16,2 4-248 0</inkml:trace>
  <inkml:trace contextRef="#ctx0" brushRef="#br0" timeOffset="117058.57">9502 18035 892 0,'0'0'614'0,"0"0"-293"15,0 0-62-15,0 0-12 0,0 0-93 16,0 0-75-16,0 0-49 16,-10-8-24-16,10 38-6 15,2 11 0-15,2 8 5 16,-2 9-5-16,-2 4 2 16,0 1-1-16,0-5 7 15,0-6-8-15,0-10 2 16,0-16-2-16,2-8 0 15,9-13 0-15,5-5 0 16,9 0 10-16,4-19-10 16,6-3 1-16,5 6 0 15,3-2-1-15,3 2 1 16,6 0-1-16,4-2-1 0,6 7-28 16,3 4 5-16,2 7 0 15,-1 0 14-15,4 0 1 16,-3 13 9-16,2-4-1 15,-5 5 0-15,-2-6-42 16,-6 0-42-16,-4-7 22 16,-8-1 21-16,-6 0 23 15,-7 0 12-15,-4 0 7 16,-7-5 0-16,-5-11 1 16,-3 2 0-16,-8 0-1 15,-2-4 9-15,-2 0 10 16,0-4 14-16,0-1 5 15,0 2 2-15,-8-2-19 0,3-3 1 16,0 2-5-16,3-2-4 16,2 0-4-16,0-2-8 15,0-2-1-15,0 2 0 16,14-2-40-16,-1 6-162 16,5 4-575-16</inkml:trace>
  <inkml:trace contextRef="#ctx0" brushRef="#br0" timeOffset="117740.45">12115 17969 1729 0,'0'0'292'0,"0"0"-216"16,0 0-4-16,0 102-1 15,4-63-30-15,8 2 43 16,1-1 10-16,-2-8-38 0,3-6-7 16,-6-8-23-16,-1-4-11 15,0-5-5-15,-3-1 12 16,1-2 1-16,-1-2 1 16,5 6 8-16,2-6 4 15,2 4-5-15,8-4-10 16,6-1 6-16,8-3-9 15,7 0-2-15,14 0-15 16,9-7 13-16,13-1-6 16,7 6 6-16,8 0-8 15,3 0-5-15,0-3 0 16,0-2 0-16,-9 5-1 16,-9-6 2-16,-16 8-1 0,-15-4 0 15,-16 0 0 1,-15 4-1-16,-10-5 1 0,-6 0 8 15,0 1 11-15,0-5-13 16,0-1 31-16,0-2 2 16,0-6-15-16,-6-1-5 15,-4-8-10-15,4-3-8 16,-3-2 4-16,3 0 3 16,1-2-2-16,0-2-6 15,3 10 6-15,2-2-7 16,0 5 0-16,0 10-40 15,0 1-85-15,0 7-357 0,0 5-472 16</inkml:trace>
  <inkml:trace contextRef="#ctx0" brushRef="#br0" timeOffset="118454.83">15194 18122 1320 0,'0'0'686'16,"0"0"-580"-16,0 0-83 15,0 0-5-15,0 0 22 16,0 119 13-16,-3-81 46 15,-4-6-8-15,1-3 1 16,-3-7-37-16,5-6-33 16,1-11-13-16,1 0 6 0,2-1-14 15,0-4 0-15,14 0 9 16,10 0 16-16,12 0 15 16,6-9-14-16,5 0-16 15,7 1-10-15,10 0-1 16,30 2 0-16,28 6 1 15,-3 0-1-15,-11 0-1 16,-12 0 1-16,-24 0-11 16,5 0-38-16,4 0 21 15,-19 0-1-15,-14 0-17 16,-17 0 21-16,-12-4 12 16,-9-4 13-16,-8 2 13 15,-2-6-4-15,0-6-6 0,0 0 3 16,0-6-4-1,-4-3 5-15,-6 1 16 0,4-6-6 16,-3-1-5-16,-1-1 5 16,4 3-7-16,1 1 1 15,3 1-11-15,0 3 5 16,0 5-5-16,2 7 0 16,0 2-31-16,-2 12-114 15,2 0-182-15,0 12-391 0</inkml:trace>
  <inkml:trace contextRef="#ctx0" brushRef="#br0" timeOffset="119212.2">17906 17977 821 0,'0'0'1152'0,"0"0"-931"15,0 0-150-15,0 0-25 16,0 0-16-16,0 0 50 16,0 0 19-16,13 108-44 15,-13-74-14-15,0-2-22 16,0-1-13-16,0-4 6 15,0-1-11-15,-4-3 5 16,-2-5-1-16,3-4-4 16,3-2 0-16,0-3 0 15,11 2 1-15,14-8 4 0,8 2 3 16,10-5-1 0,8 0 9-16,13-14-2 0,10-2 3 15,11 2-11-15,7 4-5 16,6 1 4-16,4 5-6 15,1 4 2-15,-3 0-2 16,-2-1 1-16,-7-8-1 16,-8 1 1-16,-10 3-1 15,-15-4-1-15,-13 6 1 16,-11-2 0-16,-13 4 0 16,-5-4 0-16,-7 2 0 15,-2-2 9-15,0-2 22 0,-1-4 6 16,1-3-5-16,-3-2-22 15,-2-4 15-15,-2-6-8 16,0 0-11-16,0-6 4 16,-13-2-10-16,0-2 5 15,2 4-4-15,2-4-2 16,2 5 0-16,2-1 1 16,1 10-1-16,2 4-40 15,0 14-94-15,2 4-249 16,0 0-479-16</inkml:trace>
  <inkml:trace contextRef="#ctx0" brushRef="#br0" timeOffset="119926.42">20731 17987 1525 0,'0'0'403'0,"0"0"-248"16,0 0-107-16,0 0 17 16,0 0 88-16,15 111 8 15,-15-65-61-15,3 1-27 16,-3 3 12-16,0-5-21 16,0-6-35-16,0-4-19 15,0-12 2-15,0-4-11 16,0-11 1-16,0-2 6 15,0-6 1-15,0 0 11 16,15 0-10-16,12-15 0 16,13-6-10-16,7 3 0 15,7 0 0-15,6 4 0 16,7 6 0-16,1-3 0 16,11 8 1-16,1-1 0 0,2 4 0 15,3 0-1-15,0 0 0 16,-5 0 0-16,-6 0 8 15,-10 4-8-15,-11-1-4 16,-14 6 4-16,-18-7 0 16,-9-2 0-16,-10 0 6 15,-2-6 3-15,0-16-3 16,0-9-6-16,0-9 0 16,0-1 0-16,5-8 1 15,-1 1 0-15,-4 6-1 16,0 4 0-16,0 6 9 15,0 4 0-15,0 6 8 16,-9 0-10-16,5 8-1 0,0 1-5 16,1 4 0-16,3 5-1 15,0-1-46-15,0 5-198 16,11 0-477-16,4 5-920 0</inkml:trace>
  <inkml:trace contextRef="#ctx0" brushRef="#br0" timeOffset="120578.67">23270 17874 1302 0,'0'0'354'0,"0"0"-260"16,0 0 43-16,0 0 18 15,0 0-62-15,0 0 68 16,0 0 33-16,57 129-57 16,-54-83-52-16,-3-2-39 15,0-4-31-15,0-4-8 16,0-1-2-16,2-11-4 15,1-7 6-15,1-9-6 16,-2 2-1-16,0-10 0 16,3 0 10-16,1 0-2 15,8 0 1-15,11 0 6 0,8 0-14 16,11-3 9-16,10-4-9 16,6 3 8-16,7 4-1 15,4-4-7-15,1 4 5 16,-1 0-5-16,-2 0 0 15,-2 0-1-15,-9 8 0 16,-7 2 0-16,-6-1 0 16,-10 0-1-16,-6-4 1 15,-6-5 0-15,-4 0 1 16,-3 0 6-16,-3-10-6 16,4-13 0-16,-5 1 1 15,2-5-1-15,-1 0-1 0,-2-3 1 16,-3 2 8-16,-6-2 6 15,-2-2 12-15,0 2-3 16,-2-3-3-16,-8 4-11 16,1 0 4-16,3 4-14 15,2 6 0-15,1 5 2 16,3 10-2-16,0 4-33 16,0 0-135-16,26 9-213 15,5 9-90-15,6-4-598 0</inkml:trace>
  <inkml:trace contextRef="#ctx0" brushRef="#br0" timeOffset="121148.17">25281 17812 350 0,'0'0'1735'0,"0"0"-1583"16,0 0-112-16,0 0-18 16,0 0 30-16,71 103 86 15,-65-41-14-15,-1 4-16 16,2-6-18-16,-1-7-44 16,3-5-20-16,-3-17-13 15,2-6-6-15,-4-9-5 0,-2-11 3 16,0 0-4-1,-2-5 9-15,0 0 0 0,5 0 5 16,3 0 0-16,11-5 14 16,5-4-20-16,10-5-9 15,5-3 1-15,9 7 6 16,0 2-7-16,2-1 1 16,-1 9-1-16,-1 0 0 15,4 0-6-15,2 0 6 16,2 0-1-16,-4 0 2 15,0 0-2-15,-10 0 1 16,-9 0-1-16,-8 3 1 16,-5-3 1-16,-5 0 0 15,-1 0 11-15,1-13 33 0,-1-8-8 16,-3-3-7-16,-1-6-24 16,-6-6 11-16,-2 0-17 15,-2 4 1-15,0-2 8 16,0 8-8-16,0-3-1 15,0 8 0-15,0-2-4 16,0 5-40-16,0 5-56 16,0 8-123-16,0 2-339 15,-2 3-647-15</inkml:trace>
  <inkml:trace contextRef="#ctx0" brushRef="#br0" timeOffset="127846.05">5356 16964 2163 0,'0'0'317'0,"0"0"-143"16,0 0-113-16,0 0 12 15,0 0 35-15,53 115-32 16,-36-83-40-16,-5-10-13 16,0-1-22-16,-5-10 13 15,-3-3-12-15,-2-4 4 16,-2-2 1-16,0-2 13 16,0 0 22-16,-2-14-3 15,-4-4-21-15,1-9-9 16,5-4 3-16,0 0-12 15,20-1 2-15,13 5-2 16,2 1 6-16,6 11-6 16,-5 15-2-16,-3 0 1 15,-8 15-6-15,-5 11 6 0,-7 13 2 16,-4-3 4-16,-3 1-5 16,0-6 0-16,-2 0-8 15,0-13-86-15,17-18-162 16,-2 0-369-16,4-8-451 0</inkml:trace>
  <inkml:trace contextRef="#ctx0" brushRef="#br0" timeOffset="127989.65">6165 16999 1807 0,'0'0'215'16,"0"0"117"-16,0 0-120 15,0 0-81-15,45 104-85 16,-36-83-26-16,2 2-20 0,1-16-26 15,-6-7-461-15,-4 0-840 16</inkml:trace>
  <inkml:trace contextRef="#ctx0" brushRef="#br0" timeOffset="128124.5">6165 16999 2343 0,'-124'-111'308'0,"119"101"-201"15,5 6-65-15,7-10-42 16,17 6-530-16,5 0-843 0</inkml:trace>
  <inkml:trace contextRef="#ctx0" brushRef="#br0" timeOffset="128432.76">6576 16980 1547 0,'0'0'300'16,"0"0"-153"-16,0 0 193 15,0 0-173-15,17 118-100 16,-13-96-28-16,4-9-30 16,-4-8-2-16,-2-5-5 15,-2 0 25-15,0-14 4 16,0-12-18-16,0-2-5 16,-2-2-7-16,2 10 93 15,0-1-16-15,9 12 0 0,16 6-39 16,6-2-5-1,4 5-4-15,1 5-15 0,-5 16-8 16,-6 9-5-16,-5 6 7 16,-9 5-9-16,-3-2 10 15,0-7-9-15,-6-6-2 16,-2-15-101-16,0-7-367 16,0-4-568-16</inkml:trace>
  <inkml:trace contextRef="#ctx0" brushRef="#br0" timeOffset="128605.38">6564 17004 415 0,'0'0'2198'0,"0"0"-1973"16,0 0-44-16,0 0-122 15,116-72-41-15,-56 50-18 16,17 7-18-16,-17 3-236 15,-12 7-750-15</inkml:trace>
  <inkml:trace contextRef="#ctx0" brushRef="#br0" timeOffset="128905.7">7371 16973 1602 0,'0'0'1116'0,"0"0"-1019"15,0 0-3 1,0 0-40-16,-105 101-39 0,115-79-9 16,25-3 3-16,12-10-9 15,2-9 6-15,5 0-5 16,-8-9 8-16,-3-17-9 16,-12-1 0-16,-11-1-46 15,-13 6 13-15,-7 9 27 16,-5 1 6-16,-19 5 12 15,-9 3 3-15,-4 4 28 16,4 0-13-16,8 0-18 16,10 0-12-16,15-18-51 15,0 1-418-15,23-6-777 0</inkml:trace>
  <inkml:trace contextRef="#ctx0" brushRef="#br0" timeOffset="129092.52">7741 16837 2177 0,'0'0'360'16,"0"0"-251"-16,0 0-51 15,0 0-33-15,54 124-16 16,-16-86-1-16,2 1-3 16,-9-3-4-16,-7 5-2 15,-10-5-23-15,-14 8-160 16,0-8-125-16,-5-9-456 0</inkml:trace>
  <inkml:trace contextRef="#ctx0" brushRef="#br0" timeOffset="130706.45">9623 16459 1445 0,'0'0'477'15,"0"0"-343"-15,0 0 80 16,0 0-138-16,0 0-53 16,0 0-9-16,0 0 5 15,83-76 5-15,-59 68-1 16,2 8-9-16,3 0-13 16,-2 0 7-16,-4 8-7 15,-5 10-1-15,-10 4 0 16,-8 4 1-16,0 6 8 0,-14 0-1 15,-15 2 3-15,-2-2-2 16,0-4-9-16,7-8-14 16,10-6-92-16,8-8-46 15,6-6 25-15,0 0 62 16,11 0 39-16,11 0 26 16,3 0 41-16,0 0 62 15,-2 0-32-15,2 9-37 16,-2 5-33-16,-7 2 10 15,-5 3-11-15,-7 4 7 16,-4-2 4-16,0 2 73 16,-18-5 16-16,-8 0-1 0,-3-6-23 15,-8-7-33-15,6-5-17 16,0 0-18-16,7 0-8 16,8 0-83-16,7 0-151 15,7-3-114-15,2-3-1057 0</inkml:trace>
  <inkml:trace contextRef="#ctx0" brushRef="#br0" timeOffset="131660.71">12401 16495 998 0,'0'0'783'16,"0"0"-625"-16,0 0 29 15,0 0-41-15,0 0-99 16,0 0-32-16,0 0-14 16,28-103 6-16,-6 94-5 15,-3 1 33-15,-6 3 20 16,-2 5-25-16,-2 0-29 16,0 22 6-16,-3 13-6 0,2 5 0 15,-8 6 5-15,0 2-5 16,-8-2 0-16,-11-2 0 15,-8-4 5-15,-2-10-6 16,0-2 6-16,-2-5-5 16,6-11 0-16,2-2 1 15,10-6 11-15,7-4 3 16,6 0 14-16,0-8-22 16,0-6-7-16,13 0-2 15,9-3 1-15,3 12 0 16,6-4 0-16,7 9 0 15,2 0 0-15,5 0 0 16,-1 13-1-16,-1 1-14 0,-3 0-55 16,-7 0-57-16,9-6-54 15,-8-4-155-15,-2-4-475 0</inkml:trace>
  <inkml:trace contextRef="#ctx0" brushRef="#br0" timeOffset="132449.02">14912 16593 1513 0,'0'0'319'0,"0"0"-84"16,0 0 66-16,0 0-165 16,0 0-48-16,0 0 21 15,16-104 12-15,-11 88 6 16,-3 2-15-16,0 4-21 16,-2 6-20-16,0 4-13 15,0 0-29-15,0 0-14 16,0 4-15-16,0 20-11 15,6 16 5-15,4 13 6 16,3 0 2-16,0 5-2 16,-1-4 1-16,-1-6-1 0,-3-7 0 15,0-13-3 1,-6-7-33-16,-2-12-45 0,0-4-85 16,-5-5-98-16,-13-9-348 15,-2-5-887-15</inkml:trace>
  <inkml:trace contextRef="#ctx0" brushRef="#br0" timeOffset="132576.83">14835 16910 1652 0,'0'0'515'0,"0"0"-427"16,0 0 34-16,164 0-70 0,-89-4-52 15,-7 0-596-15</inkml:trace>
  <inkml:trace contextRef="#ctx0" brushRef="#br0" timeOffset="138958.55">21130 17548 139 0,'0'0'1575'16,"0"0"-1351"-16,0 0-91 15,0 0 121-15,0 0-152 16,0 0-68-16,0 0-26 16,109-49 1-16,-67 36 9 15,-4 0 20-15,-7 7-21 16,-8 3-10-16,-7 3-2 15,-12 7-5-15,-4 17 0 0,0 7 0 16,-18 9 0-16,-11-4 11 16,0 0-1-16,0-4-1 15,7-6-8-15,8-11-1 16,10-12-7-16,4-3 6 16,2 0 0-16,18-10 1 15,4 2-1-15,1 8 1 16,2 0-2-16,4 15-4 15,0 18 5-15,0 11-4 16,-4 2 5-16,-11 3 0 16,-16-5 0-16,0-6-7 15,-27-9 1-15,-13-3 6 16,-5-11-2-16,-2-10 2 16,3-5-13-16,9-5-65 15,10-13-122-15,12 0-154 0,8 0-645 16</inkml:trace>
  <inkml:trace contextRef="#ctx0" brushRef="#br0" timeOffset="139874.86">23624 17517 740 0,'0'0'713'0,"0"0"-565"16,0 0 36-16,0 0-10 15,0 0-127-15,0 0-36 16,130-50-10-16,-95 42 0 16,-8 8 5-16,-14 0-6 15,-11 14-3-15,-2 16 3 16,-4 11 40-16,-19 2 16 16,-3 12 3-16,-6-6 37 15,6-4-31-15,4-5-29 0,4-9-26 16,7-11-1-16,5-5-7 15,0-4-1-15,2 2 0 16,-3 4 24-16,-1-3 17 16,-4 8-1-16,3-5 0 15,3 2-10-15,4-9 13 16,2-8-17-16,0-2 5 16,27 0 29-16,10 0 15 15,5-12-31-15,6 4-7 16,-7 6-12-16,-1-2-20 15,-5 4-6-15,13 0-142 0,-5 0-401 16,-5 0-916-16</inkml:trace>
  <inkml:trace contextRef="#ctx0" brushRef="#br0" timeOffset="140541.83">25822 17503 1258 0,'0'0'849'15,"0"0"-722"-15,0 0 8 16,0 0 13-16,0 0-79 16,0 0-41-16,0 116 12 15,0-97-22-15,0-12-9 16,5-2-7-16,-5-5 18 15,0-12 19-15,0-16-9 16,0-16-14-16,0-5-14 16,0-1 7-16,0 10-2 15,-7 7 40-15,2 13 53 16,1 11 9-16,4 9-48 16,-3 0-35-16,3 22-25 15,0 14 0-15,0 8 11 16,0 2 6-16,5 7 6 0,7-3-22 15,0-10 5-15,-3 0-7 16,1-10-7-16,-6-7-41 16,0-10-73-16,-4-6-38 15,0-4-138-15,-13-3-262 16,-3 4-577-16</inkml:trace>
  <inkml:trace contextRef="#ctx0" brushRef="#br0" timeOffset="140700.13">25671 17865 1631 0,'0'0'315'0,"0"0"-59"16,0 0 46-1,0 0-156-15,0 0-100 0,0 0-31 16,115 5-15-16,-66-5-21 16,12-9-58-16,-14 1-239 15,-14-3-712-15</inkml:trace>
  <inkml:trace contextRef="#ctx0" brushRef="#br2" timeOffset="147568.96">17869 16223 1833 0,'0'0'267'16,"0"0"-17"-16,0 0-8 15,0 0-153-15,0 0-73 16,0 0-16-16,0 3 0 15,0 11 15-15,0 0 12 16,0 8 5-16,-2 9 15 0,-10 1-15 16,-3 4-14-1,-6 4-12-15,3 0 3 0,1 0-9 16,-1 0 1-16,7-9 0 16,7-11 0-16,1-5 0 15,3-1-1-15,3-10 1 16,16-4 1-16,8 0 10 15,2 0-11-15,4-4 8 16,-4 1-8-16,0-4 0 16,-4 3-1-16,0 4-5 15,-1 0-36-15,0 0-45 16,3 0-69-16,2 0-124 16,4-3-12-16,-6-8-275 15,-6 3-139-15</inkml:trace>
  <inkml:trace contextRef="#ctx0" brushRef="#br2" timeOffset="147766.49">18194 16348 1956 0,'0'0'346'0,"0"0"-170"15,0 0-69-15,0 0-17 16,-7 119 5-16,5-61-29 15,-2 0-41-15,1-8-13 16,3-6-10-16,0 0-2 16,0-16-133-16,5-10-581 0</inkml:trace>
  <inkml:trace contextRef="#ctx0" brushRef="#br2" timeOffset="148627.36">20307 16208 159 0,'0'0'1472'16,"0"0"-1199"-16,0 0 43 15,0 0-5-15,0 0-224 16,0 0-62-16,143-88-6 15,-85 70 15-15,-3 3-10 0,-6 8-12 16,-11 7-10 0,-11 4-2-16,-15 18 6 0,-12 5-6 15,-3 5 9-15,-23-3 2 16,-9 3 1-16,4-8-2 16,5-4-9-16,8-9 0 15,12-4-1-15,6-7 0 16,0 0 0-16,0 2 0 15,15 1 0-15,3 6 1 16,5 5 9-16,0 2 1 16,0 13-4-16,-1 0 1 15,-7 4-2-15,-7 3-5 16,-8-4 14-16,0 2 0 16,-23-2-6-16,-12-6 0 15,-6-4-3-15,-5-8 2 0,-1-4-8 16,7-6-6-16,9-4-54 15,8 0-23-15,23 0-26 16,0-9-173-16,2-10-574 0</inkml:trace>
  <inkml:trace contextRef="#ctx0" brushRef="#br2" timeOffset="149444.74">23148 16142 1485 0,'0'0'300'16,"0"0"-48"-16,0 0-103 15,0 0-110-15,0 0-25 16,115-36-14-16,-86 36 0 15,-9 0 0-15,-9 0-5 16,-11 18-1-16,0 3 6 16,-4 6 6-16,-19 1-5 15,-3 7 8-15,-5 2 1 16,0 2 11-16,2 1-1 16,6-4-6-16,5-4 15 15,9-6 44-15,5-4-12 0,4-8-9 16,0-6 24-16,0 2 0 15,13-6 9-15,3 1-12 16,1 4-3-16,-1-6-34 16,2 2-21-16,0-1-9 15,4 2-5-15,10-6-1 16,5 0-25-16,7 0-68 16,33 0-141-16,-15 0-259 15,-2-10-645-15</inkml:trace>
  <inkml:trace contextRef="#ctx0" brushRef="#br2" timeOffset="150026.57">25731 15968 1273 0,'0'0'308'0,"0"0"51"0,0 0-40 16,0 0-129-16,0 0-44 16,0 0-45-16,0 0-59 15,9 40 2-15,-1-4 12 16,-1 7-20-16,-2 8-10 15,-1 2-14-15,-1-4-6 16,1-5-5-16,2-3-1 16,6 3-17-16,-3-12-206 15,-3-6-468-15</inkml:trace>
  <inkml:trace contextRef="#ctx0" brushRef="#br2" timeOffset="153954.68">5293 17901 1015 0,'0'0'317'0,"0"0"-28"16,0 0-60-16,0 0-122 0,0 0-79 15,0 0-9 1,43 40 45-16,-30 6 2 0,-1 2-14 15,1 2 10-15,-2-2-13 16,-2-4-21-16,-2-7-3 16,-1-6-6-16,-1-9-7 15,-3-8 0-15,0-5-6 16,-2-9 12-16,0 0 19 16,0-14 106-16,0-13-82 15,-9-3-14-15,1-2 24 16,6 1-18-16,2 4-17 15,0 1-19-15,17 8-9 16,10 4-8-16,6 8 0 16,6 6-12-16,-4 14 12 15,1 17 1-15,-7 10 5 0,-7 3-5 16,-5-4 0-16,-3-3 0 16,-5-7-1-16,9-10-97 15,-3-12-364-15,1-8-379 0</inkml:trace>
  <inkml:trace contextRef="#ctx0" brushRef="#br2" timeOffset="154242.05">5756 18057 2234 0,'0'0'103'0,"0"0"-103"16,0 0-315-16</inkml:trace>
  <inkml:trace contextRef="#ctx0" brushRef="#br2" timeOffset="156171.62">5887 17892 620 0,'0'0'365'0,"0"0"-6"16,0 0-76-16,0 0-83 15,0 0-90-15,0 0-53 16,0 0-30-16,0 49 44 16,0-13-9-16,0 4 4 15,-5 0 29-15,1-4-21 16,-1-10-34-16,3-8-21 15,0-8-7-15,2-6 3 16,0-4 86-16,0-4 35 16,0-14-27-16,0-8-72 0,0 6-22 15,0 2-4-15,0 5-11 16,0 10 1-16,0 3-1 16,0 0-14-16,7 16 14 15,2 4 1-15,-3-2-1 16,1 3 0-16,-3-8 0 15,-1 6 1-15,-1-2 5 16,-2 1-6-16,0 8-27 16,2-2-85-16,0 2-52 15,3-3-51-15,10-13-26 16,1-10-353-16,-1 0-11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35:55.89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9961 17790 1378 0,'0'0'247'15,"0"0"-102"-15,0 0 102 0,0 0-82 16,-8-113-90-16,8 88 27 15,6 3 38-15,-1 8 7 16,-3 8-9-16,-2 2-24 16,0 4-41-16,0 18-61 15,0 18 11-15,-9 15 7 16,-4 7-2-16,-3 7-22 16,1-2 6-16,-1-5-12 15,3-8 1-15,1-6 0 16,6-18 0-16,4-8-1 15,2-8 0-15,0-10 0 16,0 0 0-16,0 0 9 0,10 0 2 16,11-14 19-16,6-4-15 15,4-1 1-15,2 2-5 16,3-1-1-16,-3 4-10 16,-2 2-1-16,-2 6 0 15,-4 6-9-15,-3 0 10 16,-2 2-19-16,-4 16-32 15,-3 4-48-15,1 0-59 16,-1-5-51-16,-1 2-59 16,0-6 72-16,5-8-8 15,2-5-55-15,-3 0-34 16,-3-5-245-16</inkml:trace>
  <inkml:trace contextRef="#ctx0" brushRef="#br0" timeOffset="262.85">10343 17740 324 0,'0'0'324'0,"0"0"-191"15,0 0 221-15,0 0 186 16,0 0-324-16,0 0-135 16,0 0-37-16,0 29-16 15,0 10-9-15,0 18-19 0,0 47-92 16,-2-9-312-16,-2-3-377 16</inkml:trace>
  <inkml:trace contextRef="#ctx0" brushRef="#br1" timeOffset="7466">9951 17554 1515 0,'0'0'249'0,"0"0"39"15,0 0 18-15,0 0-119 16,0 0-66-16,0 0-38 16,0-6-22-16,0 6 4 15,0 0-10-15,0 6-3 16,0 24-35-16,-5 14 22 15,-6 19 5-15,-5 12-20 16,0 7-13-16,-3-1-10 16,-1-5 8-16,1-10-8 15,4-8 3-15,3-18 2 0,8-14-7 16,4-7 1-16,0-11-1 16,2-7 1-16,17-1 6 15,3 0 6-15,5 5-4 16,2-5 1-16,-1 0-9 15,6 0 22-15,0 0-10 16,3 0 14-16,3-11-13 16,1-1 1-16,-3 6-14 15,-5-2 1-15,-6 8-1 16,-2-4 0-16,-8 4 0 16,-1 0-7-16,-3-4 7 0,1 4-25 15,-3-6 5 1,-3-2-10-16,0 4-16 0,-4-5-37 15,-2-3-45-15,-2-22-129 16,0 7-290-16,0-7-137 0</inkml:trace>
  <inkml:trace contextRef="#ctx0" brushRef="#br1" timeOffset="7661.6">10341 17769 1625 0,'0'0'295'0,"0"0"179"15,0 0-223-15,0 0-84 16,0 0-32-16,0 0-59 15,0 0-73-15,-16-29 5 16,28 73 14-16,-2 14 15 16,-1 1-5-16,0 2-16 0,-2-6-8 15,0-6-8-15,-1-5-8 16,0-7-53-16,4-7-81 16,17-3-87-16,-1-12-260 15,5-6-218-15</inkml:trace>
  <inkml:trace contextRef="#ctx0" brushRef="#br1" timeOffset="8434.94">12405 17277 1347 0,'0'0'507'0,"0"0"-258"16,0 0 35-16,0 0-112 15,0 0-96-15,0 0-12 16,0 0-10-16,131-14-20 16,-104 18-33-16,-6 14 2 0,-11 13-3 15,-5 15-1 1,-5 1 1-16,-5 11 6 0,-17-3-5 15,1-7 1-15,4-12-2 16,3-9-13-16,10-10-12 16,2-15 24-16,2-2 1 15,0 0 9-15,4 0-3 16,14-7-5-16,9 0 12 16,2-1 5-16,7 8-16 15,1 3-2-15,-1 20 1 16,-2 7-7-16,-6 10 0 15,-10-4 0-15,-7 4-1 16,-11 0 0-16,0-8 7 16,-2 0 11-16,-15-5 10 15,-6-10-7-15,-1 0 16 0,-1-7-29 16,-1-6 11-16,-3 2-12 16,-2 6-18-16,-4-3-82 15,2 6-107-15,-2 2 2 16,8-8-34-16,9-1-332 0</inkml:trace>
  <inkml:trace contextRef="#ctx0" brushRef="#br1" timeOffset="9371.87">15572 17732 1320 0,'0'0'489'0,"0"0"-336"16,0 0 78-16,0 0-68 16,0 0-104-16,0 0-41 15,0 0-17-15,83-58 6 16,-58 58-7-16,-4 0 3 0,-2 3-3 16,-2 16 0-1,-3 8-5-15,-3 4 5 0,-5 10 0 16,-6 6 0-16,0 3 6 15,-4 5-5-15,-16 1 14 16,-4-7-14-16,-1 2 18 16,0-7 3-16,4-14 36 15,5-2 2-15,5-14-2 16,3-5 8-16,8-9 14 16,0 0-11-16,0 0 12 15,0 0-44-15,0 0-19 16,0 0 0-16,0 0-11 15,0 0-5-15,0 0-2 16,12 0 1-16,8 0-9 16,9 0-6-16,11 0-76 0,31 0-122 15,-6-5-151-15,-5-9-474 16</inkml:trace>
  <inkml:trace contextRef="#ctx0" brushRef="#br1" timeOffset="10086.95">18083 17536 1403 0,'0'0'593'15,"0"0"-449"-15,0 0-107 16,0 0 20-16,0 0 35 16,33 109-2-16,-22-63 1 15,-3-5 29-15,-4-1-6 16,-2-14-43-16,-2-8-26 16,0-4-31-16,2-14 2 15,-2 0 6-15,0 0 49 16,0-22 18-16,0-14-44 0,0 0-25 15,0-9-5-15,-10 14 12 16,4 4-2-16,4 13 29 16,0 11-22-16,2 3-23 15,0 0-9-15,0 3-13 16,2 23 12-16,12 6 1 16,1 9 1-16,1 7 0 15,-1-2 2-15,-4 3-3 16,-2-4 0-16,-2-6-41 15,-3-11-38-15,0-2-113 16,1-12-338-16,-3-10-376 0</inkml:trace>
  <inkml:trace contextRef="#ctx0" brushRef="#br1" timeOffset="10245.64">18154 18119 2008 0,'0'0'473'16,"0"0"-327"-16,0 0 18 16,0 0-76-16,149-40-88 15,-84 22-206-15,-9 0-627 0</inkml:trace>
  <inkml:trace contextRef="#ctx0" brushRef="#br1" timeOffset="12976.31">26838 16226 1273 0,'0'0'407'16,"0"0"-213"-16,0 0 118 15,0 0-48-15,0 0-110 16,0 0-55-16,-4 4 15 16,29-2-10-16,4 1-14 15,4-3-50-15,-2 2-23 16,1 1-11-16,1-3-6 0,2 0-1 15,1 0-38 1,-3 0-52-16,-2 0-133 0,-10 0-273 16,-9 0-166-16</inkml:trace>
  <inkml:trace contextRef="#ctx0" brushRef="#br1" timeOffset="13184.27">26783 16598 1883 0,'0'0'270'0,"0"0"-87"16,0 0 142-16,0 0-194 16,0 0-96-16,0 0-35 15,124 7-54-15,-68 3-68 16,-11-6-159-16,-9 4-298 0</inkml:trace>
  <inkml:trace contextRef="#ctx0" brushRef="#br1" timeOffset="13965.05">26886 17866 1410 0,'0'0'519'0,"0"0"-341"16,0 0 188 0,0 0-98-16,0 0-141 0,153-13-44 15,-88 8-32-15,-1 3-23 16,-8 2-28-16,-14 0-29 15,-13 19-68-15,-27 17-224 16,-2-4-267-16,-2-6-372 0</inkml:trace>
  <inkml:trace contextRef="#ctx0" brushRef="#br1" timeOffset="14115.03">26990 18253 1500 0,'0'0'553'0,"0"0"-299"15,0 0 55-15,0 0-87 16,149-18-76-16,-97 11-77 0,-8 2-69 16,6 5-67-16,-17 0-251 15,-8 5-576-15</inkml:trace>
  <inkml:trace contextRef="#ctx0" brushRef="#br1" timeOffset="18989.3">27699 16152 1528 0,'0'0'400'0,"0"0"-137"15,0 0 17-15,0 0-164 16,147-32-36-16,-91 25-17 15,-3 7-32-15,-13 0-25 0,-9 7-6 16,-14 11-2 0,-11 9-2-16,-6-1 4 0,-6 1 7 15,-24 4 9-15,-5-4-16 16,-6-1 10-16,1-3-10 16,7-9-10-16,8-7-5 15,15-5 15-15,7-2 0 16,3 0 19-16,9 0-8 15,16-5-11-15,6-4 27 16,4 7-3-16,3 2 7 16,0 2-18-16,-4 17-12 15,-10 6-1-15,-8 1-1 16,-14 6 0-16,-2-6 1 16,-18 1 4-16,-18-3-4 15,-10-2 17-15,-8-8-10 0,-2-2 11 16,10-7-7-16,7-5-5 15,20 0 0-15,14-5-6 16,5-9-57-16,14-4-64 16,37-3-134-16,-4 0-77 15,-2 3-485-15</inkml:trace>
  <inkml:trace contextRef="#ctx0" brushRef="#br1" timeOffset="19213.04">28573 15998 2131 0,'0'0'233'16,"0"0"-25"-16,0 0 13 15,0 147-133-15,2-84-46 16,2-1-26-16,1 0-16 15,-2-4-22-15,-3 11-150 16,0-15-338-16,0-13-753 0</inkml:trace>
  <inkml:trace contextRef="#ctx0" brushRef="#br1" timeOffset="19348.47">28651 16663 1994 0,'0'0'644'0,"0"0"-545"15,0 0-53-15,0 0-46 16,0 0-45-16,0 0-321 16,0 0-646-16</inkml:trace>
  <inkml:trace contextRef="#ctx0" brushRef="#br1" timeOffset="19768.15">29326 16070 937 0,'0'0'1266'15,"0"0"-948"-15,0 0-32 16,0 0-150-16,0 0-100 16,0 0 8-16,0 0 21 15,-18 112-21-15,-1-64-16 16,-2-6-10-16,-4 2-12 16,4-7 4-16,3-3-9 15,3-6 6-15,7-7-6 0,6-7 3 16,2-5-3-16,12-1 7 15,19-8 15-15,9 0-7 16,4 0-2-16,1 0-14 16,-7 0 0-16,-5-5-36 15,-8-2-22-15,-5 2-44 16,-1-4-86-16,-2 1-287 16,-5-2-167-16</inkml:trace>
  <inkml:trace contextRef="#ctx0" brushRef="#br1" timeOffset="19957.14">29585 16160 1898 0,'0'0'526'0,"0"0"-239"15,0 0-102 1,0 0-111-16,0 0 15 0,0 0 6 16,5 152-46-16,-3-95-22 15,0-7-25-15,2-2-2 16,1-7-50-16,1-6-79 15,1-12-183-15,-2-10-443 16,-1-9-1107-16</inkml:trace>
  <inkml:trace contextRef="#ctx0" brushRef="#br1" timeOffset="20205.31">30155 15978 1160 0,'0'0'1000'15,"0"0"-897"-15,0 0 137 16,0 0 0-16,0 146-95 16,0-76-21-16,0 2-58 15,-2-4-41-15,0-5-19 16,2-11-6-16,-2-6-54 15,0 2-123-15,-3-16-471 16,3-9-942-16</inkml:trace>
  <inkml:trace contextRef="#ctx0" brushRef="#br1" timeOffset="20318">30276 16705 2414 0,'0'0'265'16,"0"0"-213"-16,0 0-52 15,0 0-752-15</inkml:trace>
  <inkml:trace contextRef="#ctx0" brushRef="#br1" timeOffset="27781.27">27937 17584 1874 0,'0'0'261'0,"0"0"-189"16,0 0 103-16,0 0-27 16,0 0-21-16,0 0-27 0,39 116-33 15,-31-84 7-15,-3-10-14 16,-1-4-22-16,0-6-19 16,-1-1 8-16,2 1-11 15,-3-7-2-15,2 3-13 16,1 1 8-16,3-4 3 15,6 0-11-15,3-2 15 16,8-3-16-16,6 0 0 16,5 0 0-16,1 0 0 15,4 0-6-15,-1 0-48 16,-4 0-51-16,-5 0-102 16,-4-13-282-16,-11-8-104 15,-8 1-581-15</inkml:trace>
  <inkml:trace contextRef="#ctx0" brushRef="#br1" timeOffset="27968.81">28350 17606 1750 0,'0'0'522'15,"0"0"-236"-15,0 0-55 16,0 0-58-16,0 0-40 16,2 143-44-16,2-80-40 15,1-1-16-15,-1 5-27 16,-2-14-6-16,6-2-24 15,-2-11-51-15,5-15-71 16,12-20-144-16,-3-5-299 16,-1 0-587-16</inkml:trace>
  <inkml:trace contextRef="#ctx0" brushRef="#br1" timeOffset="28247.16">28921 17718 1864 0,'0'0'357'16,"0"0"-120"-16,0 0 37 0,0 0-128 15,0 121-64-15,0-63-46 16,0-5-21-16,0 2-15 16,0-3-46-16,0-8-147 15,0-16-387-15,2-10-666 0</inkml:trace>
  <inkml:trace contextRef="#ctx0" brushRef="#br1" timeOffset="28383.73">29003 18318 1670 0,'0'0'780'16,"0"0"-667"-16,0 0 36 15,0 0-89-15,0 0-60 0,0 0-191 16,0 0-559-16</inkml:trace>
  <inkml:trace contextRef="#ctx0" brushRef="#br1" timeOffset="29012.17">29558 17700 1491 0,'0'0'333'0,"0"0"-112"16,0 0 7-16,0 0-148 15,0 0-35-15,121-106 24 16,-94 96 32-16,-10 6-59 0,-8 4-42 16,-9 0 6-16,0 26-12 15,-3 1 6-15,-16 5 0 16,-4 3 0-16,1-9 0 15,5-3-94-15,5-3-10 16,8-8 70-16,4-3 12 16,0-1 22-16,16-4 17 15,5 10 42-15,8 0 15 16,-2 4-14-16,-2 8-35 16,-7 6-17-16,-9 3-7 15,-9-3 9-15,0 0 12 16,-21-2 10-16,-8-4 0 15,-4-12-20-15,0-4-1 0,1-10-10 16,6 0 1 0,6 0-2-16,6-14-23 0,12 0-27 15,2 2-77-15,18-20-39 16,13 6-91-16,5-2-390 0</inkml:trace>
  <inkml:trace contextRef="#ctx0" brushRef="#br1" timeOffset="29209.32">30059 17531 2244 0,'0'0'261'0,"0"0"-175"15,0 0 45-15,34 125-13 0,-20-63-77 16,-4 1-22-16,-1-2-19 15,-4 16-52-15,-2-19-324 16,-3-8-385-16</inkml:trace>
  <inkml:trace contextRef="#ctx0" brushRef="#br1" timeOffset="29329.84">30140 18202 1520 0,'0'0'681'15,"0"0"-681"-15,0 0-64 16,0 0-782-16</inkml:trace>
  <inkml:trace contextRef="#ctx0" brushRef="#br1" timeOffset="37802.05">18575 15236 339 0,'0'0'379'0,"0"0"-224"16,0 0 24-16,0 0 6 16,0 0-94-16,-25 0 17 15,23 0 87-15,0 0-6 16,0 0-23-16,0 0-21 15,0-3 16-15,2 0 21 16,0-1-43-16,0-4-17 0,0-1-34 16,13 0-40-16,7-4-33 15,3 1-5-15,2 0-1 16,2 4-8-16,-4 4 3 16,-5 4-3-16,-5 0-2 15,-2 3-14-15,-2 13 15 16,-2 5 0-16,-5 9 1 15,-2 3 9-15,0 3-10 16,-2 2 6-16,-14 3-6 16,-1-4 4-16,-6 3-3 15,-4-4-2-15,0-2 1 16,-2-2 0-16,3-1 1 16,2-12 1-16,3 2-1 15,6-11 0-15,3-2 0 0,2-3-1 16,1-2 0-16,2-3 1 15,2 2-1-15,1-2 2 16,2 0 4-16,2 0 9 16,0 0 28-16,0 0 7 15,0 0 2-15,0 0-12 16,2-5-11-16,9 0-11 16,3-5-17-16,1 2 5 15,1 4-6-15,4 0-7 16,0 4 7-16,2 0-1 15,3 0 0-15,4 0 1 16,0 8-7-16,0 2 13 0,-5-2-7 16,-4 0 1-16,-7 1-11 15,-3-4-1-15,-4-3 0 16,-4 0-15-16,3-2-43 16,-1 2-6-16,1-2-44 15,6 4-78-15,-5-4-157 16,3 4-394-16</inkml:trace>
  <inkml:trace contextRef="#ctx0" brushRef="#br1" timeOffset="38943.22">19442 15436 113 0,'0'0'0'0</inkml:trace>
  <inkml:trace contextRef="#ctx0" brushRef="#br1" timeOffset="39384.36">19442 15436 1549 0,'-111'-58'557'0,"111"58"-218"0,0 0-42 15,0-4-92-15,0 4-92 16,0 0-69-16,0 0-22 16,0 0-20-16,0 0 4 15,0 0-6-15,-2 0 1 16,2 4 0-16,-2-4 0 15,2 0 7-15,0 0-8 16,0 0 9-16,0 0-9 16,0 0 0-16,0 0-3 15,0 0 3-15,0 5 0 16,0-5 8-16,0 5-1 0,0-1 4 16,-5-1 19-1,0 2-14-15,3-5 2 0,2 0-17 16,0 0 22-16,0 0-17 15,0-12-6-15,0 2-2 16,0-2-8-16,4 6 10 16,6-4 6-16,-4 4-6 15,1 4-38-15,9 2-79 16,-3 0-504-16,3 6-629 0</inkml:trace>
  <inkml:trace contextRef="#ctx0" brushRef="#br1" timeOffset="39790.49">19894 15232 1194 0,'0'0'860'16,"0"0"-514"-16,0 0-160 15,0 0-51-15,0 0-36 0,0 0-8 16,0 0-36 0,-91 128-26-16,74-100-20 0,1-1 0 15,5-10-9-15,4-5 0 16,7-2-5-16,0-6-4 15,0-4 6-15,18 0 3 16,6 0 20-16,10 0-10 16,3 0-2-16,2 0-8 15,1-4 0-15,-5 0-8 16,-1 2-1-16,-1-2-26 16,-2 1-44-16,2-2-145 15,-8-2-246-15,-9 0-382 0</inkml:trace>
  <inkml:trace contextRef="#ctx0" brushRef="#br1" timeOffset="40023.24">20200 15228 1768 0,'0'0'369'15,"0"0"-191"-15,0 0 11 16,0 0-84-16,0 0-23 15,0 0 10-15,0 123-2 16,0-74-8-16,0-5-31 16,-5-1-21-16,-3-6-30 15,3-4 0-15,3-11-20 16,0-8-59-16,0-11-139 16,0-3-361-16,2 0-578 0</inkml:trace>
  <inkml:trace contextRef="#ctx0" brushRef="#br1" timeOffset="40292.91">20664 15159 1521 0,'0'0'321'0,"0"0"39"0,0 0 15 15,0 0-144-15,7 120-128 16,-7-79-58-16,0-1-32 16,0-8-13-16,0 8-106 15,0-10-170-15,0-8-472 0</inkml:trace>
  <inkml:trace contextRef="#ctx0" brushRef="#br1" timeOffset="40428.69">20717 15619 1942 0,'0'0'348'15,"0"0"-185"-15,0 0-124 0,0 0-39 16,0 0-339-16</inkml:trace>
  <inkml:trace contextRef="#ctx0" brushRef="#br1" timeOffset="40803.07">21227 15348 1521 0,'0'0'331'15,"0"0"-132"-15,0 0 18 16,0 0-129-16,0 0-63 15,0 0-10-15,0 0 16 16,17 47 18-16,-22-34 21 16,-4-3-32-16,0-4-26 15,3-4 13-15,3-2 28 16,3 0 18-16,0 0-32 16,0-8-19-16,0-1-20 0,11 2-47 15,14-3-68-15,-3 1-344 16,-2 4-806-16</inkml:trace>
  <inkml:trace contextRef="#ctx0" brushRef="#br1" timeOffset="41297.71">21632 15186 1446 0,'0'0'226'0,"0"0"-25"16,0 0 127-16,0 0-152 15,0 0-99-15,133-27-58 16,-115 31-5-16,-11 15-13 15,-7 3 24-15,0 0 18 16,-12 4 4-16,-10-2-12 16,0-6-15-16,-1-4-4 15,6-2-16-15,7-7 0 16,10-2-41-16,0-3-6 16,3 0-62-16,15 0 68 15,2 0 34-15,0 0 7 16,0 4 56-16,-2 6 24 0,-7 5-20 15,-5-3-8-15,-3 5-7 16,-3 1-14-16,0 0 2 16,-18 1-9-16,-6-2-8 15,-5-7-8-15,0 2-8 16,2-5 0-16,2-6-65 16,10-1-135-16,5 0-35 15,10 0-2-15,0-6-121 16,16 0-585-16</inkml:trace>
  <inkml:trace contextRef="#ctx0" brushRef="#br1" timeOffset="41555.54">22137 15073 1515 0,'0'0'512'0,"0"0"-363"15,0 0 207-15,0 0-93 16,25 127-116-16,-21-82-99 16,-4 1-18-16,0-3-30 15,0-3-52-15,0 4-124 16,-2-12-378-16,-2-6-602 0</inkml:trace>
  <inkml:trace contextRef="#ctx0" brushRef="#br1" timeOffset="41688.82">22186 15651 2000 0,'0'0'266'0,"0"0"-201"16,0 0-65-16,0 0-149 15,0 0-1089-15</inkml:trace>
  <inkml:trace contextRef="#ctx0" brushRef="#br1" timeOffset="42365.15">22810 15279 176 0,'0'0'1205'0,"0"0"-971"16,0 0-68-16,0 0-19 0,0 0-95 15,155-3-28 1,-115-3-23-16,-7 3 8 0,-6 3-9 16,-16 0-52-16,-7 9-211 15,-4-1-423-15</inkml:trace>
  <inkml:trace contextRef="#ctx0" brushRef="#br1" timeOffset="42530.7">22884 15516 1577 0,'0'0'242'0,"0"0"-140"16,0 0 146-16,0 0-137 16,121 13-111-16,-82-4-52 0,-5 1-288 15</inkml:trace>
  <inkml:trace contextRef="#ctx0" brushRef="#br1" timeOffset="46964.18">23613 15145 1410 0,'0'0'379'16,"0"0"-152"-16,0 0-95 0,0 0-79 15,0 0 25 1,136-62-1-16,-110 54-15 0,-3 4 53 16,-5 4-60-16,-7 0-14 15,0 12 3-15,-2 10-10 16,-2 5-16-16,-3 4-9 16,-4 0 2-16,0 5-10 15,-16 0 13-15,-10 0-12 16,-1-4 14-16,-2-3-16 15,5-2 3-15,5-8-3 16,9-2 2-16,7-7-1 16,3-10 23-16,0 0 11 15,21 0 14-15,12 0 39 16,9-7-34-16,5-4 6 0,2-3-26 16,-2 5-14-16,-3 2-14 15,-3 2-5-15,-5 5-1 16,-7 0 0-16,-10 0-16 15,-3 0-77-15,-1 0-122 16,-1 0-338-16,1 0-215 0</inkml:trace>
  <inkml:trace contextRef="#ctx0" brushRef="#br1" timeOffset="47317.53">24384 15101 142 0,'0'0'1486'0,"0"0"-1263"16,0 0-58-16,0 0-42 16,0 0-57-16,0 0 1 15,0 0-14-15,-11 108-10 16,47-96 46-16,6-12 19 15,1 0-44-15,-4 0-28 16,-5-16-22-16,-7 1-2 16,-9-2-4-16,-12-1 7 15,-6 0 84-15,0 5 19 16,-8-6-30-16,-15 5-49 0,-4 2-8 16,0 4-19-16,3 6-12 15,0 2 0-15,4 0-58 16,-3 10-150-16,8 6-272 15,5 1-204-15</inkml:trace>
  <inkml:trace contextRef="#ctx0" brushRef="#br1" timeOffset="47647.3">24433 15272 1517 0,'0'0'288'0,"0"0"-127"15,0 0 101-15,0 0-116 16,-71 128-52-16,71-98 5 16,15 2-45-16,17-7-35 0,5-8-1 15,8-5-17-15,0-6 14 16,0-6-9-16,-6 0 7 16,-3-18-5-16,-7-4-2 15,-6-2 1-15,-11 2-5 16,-2-5 26-16,-8 6 53 15,-2 2 5-15,0-2-32 16,-16 5-7-16,-6 4-22 16,-2 3-4-16,-5 3-21 15,-2 6-6-15,-3 0-66 16,7 0-101-16,9 6-49 16,10 3-165-16,8-4-350 0</inkml:trace>
  <inkml:trace contextRef="#ctx0" brushRef="#br1" timeOffset="48023.68">24963 15115 1482 0,'0'0'265'15,"0"0"-173"-15,0 0 85 16,0 0-79-16,0 0-54 0,0 0 38 16,0 0 49-16,-15 111-77 15,44-104 4-15,9 0 16 16,4-7-13-16,3 0 5 16,-5-10-22-16,-9-2-23 15,-11-6-13-15,-9 4 4 16,-11-2 14-16,0 0 94 15,-4 3-54-15,-15-3 7 16,-6 4-28-16,-2 4-12 16,2-2-23-16,3 4-10 15,-3 4-6-15,3 2-61 16,-2 0-123-16,3 14-187 16,6 9-134-16,9-10-515 0</inkml:trace>
  <inkml:trace contextRef="#ctx0" brushRef="#br1" timeOffset="48322.52">25002 15320 1483 0,'0'0'261'0,"0"0"-15"16,0 0-52-16,-31 109-112 15,35-80-54-15,23-5-2 16,13-7-26-16,6-12 12 15,6-5-2-15,1 0 9 16,-1-20 30-16,-10-2 2 16,-9-8-23-16,-12 4 26 15,-13-2 26-15,-8 7 50 0,0-6-11 16,-18 8-59-16,-8 2-11 16,-3 7-19-16,0 5-16 15,2 5-14-15,5 0-89 16,7 0-105-16,7 0-170 15,6 7-227-15,2-3-1122 0</inkml:trace>
  <inkml:trace contextRef="#ctx0" brushRef="#br1" timeOffset="48579.36">25740 15091 2018 0,'0'0'391'16,"0"0"-204"-16,0 0 53 15,0 0-126-15,39 113-42 16,-25-63-14-16,-3 1-13 16,0-5-12-16,-1-7-21 15,-4-11-12-15,3-10 0 16,-5-13-32-16,-2-5-68 15,-2-17-3-15,0-12-465 16,0-6-747-16</inkml:trace>
  <inkml:trace contextRef="#ctx0" brushRef="#br1" timeOffset="48758.76">25773 15107 2206 0,'0'0'362'15,"0"0"-127"-15,0 0-58 16,0 0-122-16,147-73-33 16,-100 59-11-16,-11 7-11 15,-10 5-61-15,-12 2-160 16,-8 9-429-16,-6 4-919 0</inkml:trace>
  <inkml:trace contextRef="#ctx0" brushRef="#br1" timeOffset="48917.85">25782 15305 1517 0,'0'0'543'16,"0"0"-236"-16,0 0 47 15,0 0-142-15,0 0-154 16,0 0-37-16,165-55-20 16,-116 37-1-16,4 4-58 15,-15 1-297-15,-11 8-717 0</inkml:trace>
  <inkml:trace contextRef="#ctx0" brushRef="#br1" timeOffset="49412.16">26355 15159 1570 0,'0'0'200'15,"0"0"-41"-15,0 0 17 16,0 0-101-16,0 0 9 16,-123 103 87-16,112-79 3 15,9-2-6-15,2-5-62 16,4 0-60-16,28-11-17 16,10-3-13-16,9-3 8 15,5 0-22-15,-2-14 4 16,-12-3-6-16,-11-9-51 0,-11-1-82 15,-13 0 21 1,-7 0 72-16,0 5 40 0,0 6 16 16,-5 11 79-16,1 5-8 15,4 0-69-15,0 7-6 16,2 16-2-16,13-2 2 16,4 3-10-16,-4-3-1 15,-1-8 5-15,-6-2-5 16,-3-10 6-16,-3-1-7 15,-2 0 27-15,0-7 37 16,0-15-27-16,0-4-22 16,0-5 14-16,0 1 11 15,0 2-1-15,0 5-4 16,0 0-34-16,6 5-1 16,12 1-55-16,12-6-95 0,-6 7-457 15,-1 4-530-15</inkml:trace>
  <inkml:trace contextRef="#ctx0" brushRef="#br1" timeOffset="49872.14">26778 15147 939 0,'0'0'501'15,"0"0"-146"-15,0 0 10 16,0 0-146-16,0 0-110 16,12 115-23-16,-12-105-31 15,0-3-13-15,0-7-26 16,0 0 53-16,0-12 61 15,2-11-68-15,0-8-18 0,0 0 26 16,5-1 3-16,4 1-20 16,7 5-13-16,5 6-29 15,0 8-8-15,6 5-3 16,0 7 0-16,-2 0 0 16,-4 15-1-16,-7 7 1 15,-8 6-2-15,-5 0 2 16,-3-2-8-16,0-4 8 15,0-5-24-15,-3-8 2 16,-3-4-43-16,1-5 17 16,2-8 35-16,3-16 13 0,0-5 0 15,0 1 19 1,14 0 25-16,4 6-20 0,0 6 9 16,2 6-20-16,0 10 7 15,0 0-19-15,-2 5 8 16,-3 8-3-16,-4 5-6 15,-3 4 0-15,-4 0-8 16,0-4-8-16,5 5-67 16,13-1-92-16,43 2-359 15,0-4 408-15,-1-10-1227 0</inkml:trace>
  <inkml:trace contextRef="#ctx0" brushRef="#br1" timeOffset="50213.99">27594 15073 1846 0,'0'0'392'16,"0"0"-145"-16,0 0 15 0,0 0-157 15,-129-36-90-15,100 53-5 16,0 12-8-16,0 12-2 16,2-6 1-16,12 6 19 15,12-9 52-15,3-6-12 16,18-5-12-16,20-10-29 15,5-7 5-15,1-4-24 16,-6-3 12-16,-9-16-12 16,-9-8 0-16,-9 0-7 15,-9-5-2-15,-2 5 9 16,0 9 0-16,0 2 41 16,0 15 7-16,0 1-12 0,0 0-36 15,0 8-1-15,0 10-6 16,0 2 5-16,3 0-16 15,12-5-10-15,21-7-43 16,-3-3-241-16,0-5-841 0</inkml:trace>
  <inkml:trace contextRef="#ctx0" brushRef="#br1" timeOffset="50462.59">27889 14973 833 0,'0'0'1274'0,"0"0"-1076"16,0 0 59-16,0 0-104 0,0 0-94 16,0 0-31-16,37 122-22 15,-18-88-5-15,-9-4-1 16,-5 1 8-16,-5-8-1 16,0-3-7-16,0-3 1 15,-13-5 19-15,-5-2 10 16,-3-3-17-16,0-2-4 15,-4-5-9-15,-13 4-61 16,7 2-246-16,0 2-517 0</inkml:trace>
  <inkml:trace contextRef="#ctx0" brushRef="#br1" timeOffset="52622.31">30950 16145 2147 0,'0'0'464'0,"0"0"-366"15,0 0 80-15,0 0-67 16,0 0-38-16,0 0-27 15,8-9-20-15,-8 27-8 16,-6 7 28-16,-4 4 1 16,1 3-32-16,3-6-6 15,2-8 0-15,4-4-9 16,0-10 0-16,0 1 0 16,0-5 0-16,21 0 9 15,14-26 18-15,17-15-12 16,18-13-6-16,12-12-3 15,7-10-6-15,0 0 1 16,-6-1-2-16,-16 15-42 0,-16 16-56 16,-13 12-44-16,-13 16-170 15,-12 14-313-15,-9 4-555 0</inkml:trace>
  <inkml:trace contextRef="#ctx0" brushRef="#br1" timeOffset="53058.98">30557 17299 1698 0,'0'0'264'0,"0"0"17"16,0 0-134-16,0 0-81 15,0 0-37-15,0 0 6 0,0 0 16 16,51 40-5-16,-49-36-28 16,5 1 4-16,4-5 26 15,10 0 41-15,14-12 3 16,13-13-36-16,20-5 10 16,7-2-9-16,2-8-5 15,-8 4-52-15,-1-9-9 16,-20 6-206-16,-15 8-541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37:46.75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1734 886 1698 0,'0'0'291'15,"0"0"7"-15,0 0-28 16,0 0-112-16,0 0-68 16,0 0-33-16,24 58 35 15,-5 4-24-15,0 13-18 16,-1 3-3-16,0 2-20 0,2-4-8 16,-2-6-10-16,-3-6-5 15,-4-5-3-15,-1-12-1 16,-4-12 0-16,-2-9-24 15,1-10-66-15,-5-10-65 16,0-6-38-16,0-28-86 16,-9-13-282-16,-7-8-678 0</inkml:trace>
  <inkml:trace contextRef="#ctx0" brushRef="#br0" timeOffset="367.95">1839 854 1088 0,'0'0'573'0,"0"0"-362"0,0 0-11 15,0 0-68-15,0 0 35 16,0 0-98-16,0 0-31 16,-85 70 22-16,65-29 16 15,-5 9 1-15,-4 8 4 16,-7 5-23-16,1 4-19 15,-3-6 2-15,7-6-40 16,6-9 20-16,9-11-21 16,10-9 1-16,4-11 7 15,2-5-8-15,0-3-5 16,0-5 5-16,6-2 33 16,12 0-3-16,9 0 37 0,9-4-28 15,4-13 9-15,3-1-27 16,-2-1-6-16,-3-2-14 15,1 3-1-15,-2 0-21 16,21 0-82-16,-7 4-185 16,-2 0-437-16</inkml:trace>
  <inkml:trace contextRef="#ctx0" brushRef="#br0" timeOffset="779.91">3231 1005 1639 0,'0'0'192'0,"0"0"-44"16,0 0 49-16,-137 15-6 15,99 9-99-15,5 5-7 16,4 4 7-16,6 6 21 16,9-4 16-16,10 2-49 15,4-5 10-15,2-2-47 16,23-2 25-16,6 0-44 0,4-4-8 15,6-2-16-15,1-5-3 16,5-6 2-16,0-3-46 16,2-4-4-16,0-2-79 15,0-2-65-15,13 0-118 16,-8-6-151-16,-10-8-537 0</inkml:trace>
  <inkml:trace contextRef="#ctx0" brushRef="#br0" timeOffset="1231.84">3785 993 1536 0,'0'0'323'0,"0"0"-212"0,0 0 124 15,-130-14-47-15,99 14-72 16,5 11-13-16,1 17-41 15,5 10 7-15,5 8-16 16,5 5 27-16,10-1-43 16,0-4 14-16,25-8-12 15,12-8-27-15,13-10-11 16,1-12 26-16,0-6-26 16,-2-2-1-16,-11-5-24 15,-11-14-43-15,-11-6 58 0,-12-4-4 16,-4-2 13-16,0-2 7 15,-16 5 37-15,3 4 23 16,-1 6-15-16,6 7 13 16,6 8-8-16,2 3-26 15,0 0-23-15,0 15-8 16,6 13 10-16,10 9 10 16,1 3-11-16,6 3-3 15,-1-2-5-15,5-5-1 16,-3-4-9-16,3-8-53 15,-5-10-14-15,3-11-122 16,-5-3-432-16,-6-3-486 0</inkml:trace>
  <inkml:trace contextRef="#ctx0" brushRef="#br0" timeOffset="1465.81">3943 764 2347 0,'0'0'340'16,"0"0"-146"-16,0 0-44 16,0 0-49-16,0 0 10 15,81 145-63-15,-48-80-13 16,-4 5-18-16,-3-4-15 16,-1-5-2-16,-7-6-16 15,-7-8-28-15,-2-10-76 16,-5-5-7-16,1-11-54 15,-1-7-305-15,0-10-181 0</inkml:trace>
  <inkml:trace contextRef="#ctx0" brushRef="#br0" timeOffset="1810.1">4500 1064 1551 0,'0'0'324'0,"0"0"-67"0,0 0 15 16,0 0-85 0,-113 26-65-16,95 1-62 0,4 4 4 15,9 10-10-15,5-1-6 16,0 0-21-16,19 1-8 15,8-7-6-15,8-7-12 16,5-3 1-16,3-7-2 16,3-8-1-16,1-3-87 15,-3-6-82-15,-6 0-63 16,-4-11-32-16,-12-12 57 16,-6-7 37-16,-5-18-13 15,-7 8-120-15,-4 3-223 0</inkml:trace>
  <inkml:trace contextRef="#ctx0" brushRef="#br0" timeOffset="2178.21">4778 1139 978 0,'0'0'534'16,"0"0"-387"-16,0 0 48 15,0 0 19-15,0 0 19 16,25 136-90-16,2-92-65 16,8-5-39-16,6-9-14 15,-1-11-19-15,0-7-6 16,-5-10-28-16,-6-2 0 15,-6-9 7-15,-7-18 15 16,-10-9 6-16,-6-10 6 16,0-5 6-16,0-7 6 15,-18-3 23-15,1 2 2 16,-1 5 23-16,1 8 44 16,3 7 1-16,5 13 6 0,2 5-25 15,4 10-6 1,3 11-31-16,0 0-40 0,0 19-7 15,16 17-5-15,3 11 27 16,0 6-19-16,-1 3-2 16,-3-3 2-16,-1-3-17 15,-3-3 6-15,-2-10-28 16,3-5-41-16,-4-6-47 16,10-3-168-16,-5-11-401 15,8-7-867-15</inkml:trace>
  <inkml:trace contextRef="#ctx0" brushRef="#br0" timeOffset="2455.57">5503 1122 1189 0,'0'0'1026'16,"0"0"-900"-16,0 0 35 15,0 0 60-15,-120 113-120 16,117-67-59-16,3-2-7 15,25-8-34-15,15-9-2 16,12-15 11-16,1-12-7 16,3-2 14-16,-5-25-2 15,-10-9 6-15,-10-6 33 16,-12-6 11-16,-11 0-26 16,-8-4-12-16,0 6-21 15,-19 6-12-15,-16 11 3 0,-61 15-116 16,7 13-141-16,-7 1-344 15</inkml:trace>
  <inkml:trace contextRef="#ctx0" brushRef="#br0" timeOffset="2771.34">3330 994 2129 0,'0'0'323'0,"0"0"-212"16,0 0-73-16,0 0-26 15,0 107-12-15,0-63-258 16,-4-4-970-16</inkml:trace>
  <inkml:trace contextRef="#ctx0" brushRef="#br0" timeOffset="5488.06">1763 2344 1461 0,'0'0'351'0,"0"0"-90"16,0 0-47-16,0 0-87 15,105-120-15-15,-72 97-38 16,-4 10-28-16,-5 6-11 16,-8 7-28-16,-7 4 8 15,-9 24-9-15,0 13 15 0,-5 10-6 16,-15 2 10-1,-7 5-13-15,3-4-2 0,0-6-9 16,8-7 0-16,7-10 0 16,5-2 0-16,4-9 20 15,0-6-10-15,8-4 77 16,13-5 15-16,6-5-19 16,6 0-20-16,5-1-13 15,1-13-9-15,2 0-27 16,-5-1-12-16,-5 4-3 15,-4 3-6-15,4 0-97 16,21-11-105-16,-6 4-412 0,1-6-664 16</inkml:trace>
  <inkml:trace contextRef="#ctx0" brushRef="#br0" timeOffset="5907.44">3292 1700 1536 0,'0'0'299'0,"0"0"-1"15,0 0-56-15,0 0-92 16,-138-2-20-16,115 26-20 16,8 6-13-16,6 12-33 15,6 6 52-15,3 13-42 16,0 5 25-16,3 11-28 16,11 4 3-16,-2 5-30 15,5-3-14-15,-2-5-11 16,3-6-18-16,-1-14 0 15,1-10 13-15,1-12-28 16,-6-11 11-16,-3-11-21 16,0-12-49-16,-4-2-3 15,-1 0-16-15,-5-7-75 16,-2-10-135-16,-19 2-293 16,-6-1-661-16</inkml:trace>
  <inkml:trace contextRef="#ctx0" brushRef="#br0" timeOffset="6201.55">3007 2516 1820 0,'0'0'674'0,"0"0"-350"15,0 0-83-15,0 0-123 16,0 0-65-16,0 0-35 16,149-56-18-16,-97 38-25 15,-2 0-91-15,2 3-160 0,-1 0-311 16,-7 3 30-16,-6 4 243 15,-9 6 314 1,-6 2 270-16,-5 2 102 0,-5 18-2 16,-5 7-101-16,2 7-41 15,-3-1-89-15,-3 2-33 16,2-6-86-16,4 0-3 16,-4-9-17-16,5-4-21 15,-1-9-99-15,3-7-168 16,-2 0-178-16,-4-14-374 0</inkml:trace>
  <inkml:trace contextRef="#ctx0" brushRef="#br0" timeOffset="6375.66">3557 2159 2078 0,'0'0'379'16,"0"0"-129"-16,0 0-143 15,0 0-66-15,0 0-21 16,0 0-20-16,65 119-70 16,-34-87-417-16,-4-6-714 0</inkml:trace>
  <inkml:trace contextRef="#ctx0" brushRef="#br0" timeOffset="6728.09">4010 2278 1744 0,'0'0'223'0,"0"0"-134"16,0 0 49-16,0 0-64 16,0 0-35-16,0 0-19 15,-44 110 12-15,63-82 21 16,6 0 8-16,2 0 19 15,-3-2-47-15,-1 1 14 16,-8 0-46-16,-7-1 9 16,-8-2-2-16,0-2 19 15,0-3 55-15,-10-5 12 16,-13 0 6-16,-2-5-31 16,-4 0-11-16,0-1-57 15,6-4 19-15,2-2-20 0,8-2 0 16,6 0-40-16,7 0-35 15,0-14-161-15,10-7-401 16,5 4-540-16</inkml:trace>
  <inkml:trace contextRef="#ctx0" brushRef="#br0" timeOffset="6967.97">4309 2305 2273 0,'0'0'530'16,"0"0"-380"-16,0 0-19 0,0 0-17 16,0 0-25-16,0 0-22 15,68 130-27-15,-52-93 19 16,-5-3-59-16,-2-6 19 16,0-7-19-16,-2-5-1 15,2-9-58-15,-3-2-39 16,4-3-21-16,5-2-93 15,-3-2-426-15,0-10-835 0</inkml:trace>
  <inkml:trace contextRef="#ctx0" brushRef="#br0" timeOffset="7229.27">4749 2293 1039 0,'0'0'672'16,"0"0"-526"-16,0 0 60 16,0 0-45-16,0 0-15 15,-73 107-3-15,67-67 16 16,6 2 2-16,0-4-29 16,0-6-71-16,6-6-33 15,12-5-4-15,6-7-18 16,1-8 3-16,6-4-7 15,0-2-4-15,19 0-134 16,-11-15-323-16,-5 4-353 0</inkml:trace>
  <inkml:trace contextRef="#ctx0" brushRef="#br0" timeOffset="7627.83">5318 2266 715 0,'0'0'1258'16,"0"0"-1122"-16,0 0 20 15,-120-7 49-15,88 30-100 16,8 7-53-16,4 9 10 16,6 4 24-16,10-2-19 0,4 0 41 15,4-9-57-15,21-10-17 16,11-8-19-16,7-10 1 15,7-4-14-15,2-7-2 16,-1-20-52-16,-9-6-85 16,-13-10-114-16,-8 1-74 15,-15 0 192-15,-4 5 133 16,-2 13 51-16,0 11 232 16,0 13-29-16,0 0-135 15,0 20-76-15,0 11 52 16,0 8-24-16,0 0 4 15,0-2-61-15,9-7 4 16,3-5-18-16,-1-10 0 16,-3-5-66-16,2-6-154 0,-6-4-532 15</inkml:trace>
  <inkml:trace contextRef="#ctx0" brushRef="#br0" timeOffset="11809.72">1651 3625 1046 0,'0'0'747'15,"0"0"-571"-15,0 0-24 16,0 0-74-16,128-45-44 16,-73 28-15-16,3 0-5 15,0 2 57-15,-5-2-33 16,-11 5 16-16,-13 5-35 15,-10 3-4-15,-13 1-14 0,-6 3 19 16,0 0 9 0,-19 0 25-16,-13 5-23 0,-8 9-31 15,-2 0 29-15,1-1-28 16,6 4 11-16,3-1-12 16,6 0 6-16,2 0-5 15,3 0-1-15,5 0 5 16,3-4-4-16,7 0-2 15,6-4-8-15,0 2 3 16,6-2 12-16,19 0-6 16,11 1 0-16,3 2 1 15,6 4 0-15,0 0-1 16,-6 8 0-16,-4 0 8 16,-12 4-13-16,-9 1 14 15,-11-2-9-15,-3 3 24 0,-9-3 54 16,-18 1 1-16,-6-3-20 15,-8-4-21-15,-1-2-28 16,-3-5 4-16,-1-6-4 16,0 0-2-16,7-6-7 15,10 2 3-15,8-3-3 16,13 0-1-16,8 0 0 16,0-13-102-16,51-19-208 15,1 3-279-15,1 0-301 0</inkml:trace>
  <inkml:trace contextRef="#ctx0" brushRef="#br0" timeOffset="12306.09">2884 3635 1785 0,'0'0'282'15,"0"0"39"-15,23 107 34 16,-13-51-116-16,4 6-104 16,4 2-47-16,2-1-55 15,2-4-18-15,-2-6 3 16,0-11-18-16,-7-10 0 16,-1-10 14-16,-8-10-32 0,-4-10-2 15,0-2 2-15,-8-10-21 16,-19-18-57-16,-7-6-25 15,-4-7 2-15,2-5-13 16,9-2 47-16,8-4 84 16,14-2-15-16,5 1 7 15,9 3 12-15,23 4-3 16,7 8 9-16,6 9 7 16,2 11 31-16,-5 11-6 15,-1 7 23-15,-10 7-47 16,-7 19 22-16,-11 7-24 15,-8 5 43-15,-5 1 27 16,-7-3-9-16,-18-2-13 16,-6-6-33-16,-6-6-6 15,-3-6-24-15,-3-4 0 0,1-8-1 16,9-4-5-16,8 0-38 16,25-9-40-16,4-11-128 15,23 1-558-15</inkml:trace>
  <inkml:trace contextRef="#ctx0" brushRef="#br0" timeOffset="12524.98">3446 4020 1582 0,'0'0'490'0,"0"0"-198"15,0 0 13-15,0 0-151 16,-29-108-69-16,20 70-55 0,4-5-11 15,3 1-2-15,2 5-16 16,0-2-1-16,0 7-4 16,9 6 3-16,9 6-87 15,11 9-169-15,-2 5-368 16,-2 5-459-16</inkml:trace>
  <inkml:trace contextRef="#ctx0" brushRef="#br0" timeOffset="13063.91">3557 3699 1249 0,'0'0'395'15,"0"0"-47"-15,0 0-78 16,9 103-95-16,7-75-68 16,8-7-21-16,5-4-14 0,5-11 4 15,3-6-30-15,1-2 14 16,-1-22-59-16,-9-4-1 16,-10-8-37-16,-12-6-65 15,-6-4 4-15,0 0-2 16,-8 9 70-16,-5 7 30 15,1 14 121-15,6 8-21 16,1 8 7-16,5 0-93 16,0 16-8-16,0 14 16 15,13 8 41-15,5 8-3 16,3 0-19-16,0 1 7 16,-2-4-48-16,-2-5 21 15,-3-12-14-15,-6-3-8 0,-1-11 2 16,-5-6-1-1,-2-6 1-15,0 0 11 0,0-6 23 16,-4-14-20-16,-7-6 28 16,4-2-23-16,3-2 38 15,4 2-27-15,4 2-5 16,21-1-25-16,11 4 0 16,6 5-1-16,5 4 0 15,-3 7-1-15,-2 7 2 16,-8 0-14-16,-14 21 7 15,-8 6 5-15,-12 7 2 16,0 3 7-16,-19-2 1 16,-8 0 6-16,-4-6 0 15,-2-6-15-15,-3-6 0 16,1-4-14-16,4-6 2 0,4-7-50 16,6 0-1-1,17-2-62-15,4-13-83 0,0-2-512 0</inkml:trace>
  <inkml:trace contextRef="#ctx0" brushRef="#br0" timeOffset="13445.54">4391 3685 1761 0,'0'0'336'16,"0"0"-62"-16,0 0-48 0,-118 49-104 15,102-12-68-15,12 6-21 16,4 3 18-16,2-6-17 16,20-6 42-16,10-12-47 15,3-11 10-15,5-11-25 16,1 0 7-16,-4-23-21 16,-8-12 0-16,-10-4 0 15,-11-3 0-15,-8-1-8 16,0 5 20-16,-6 11-4 15,-6 6 32-15,5 13 38 16,3 8-36-16,2 0-36 16,2 21-6-16,0 10 0 15,0 10 0-15,2 0 9 0,7 2-5 16,5-7 8-16,-1-10-13 16,1-6 1-16,1-10-48 15,7-10-92-15,-2-14-410 16,-4-11-1295-16</inkml:trace>
  <inkml:trace contextRef="#ctx0" brushRef="#br0" timeOffset="13859.51">4612 3360 1475 0,'0'0'1099'15,"0"0"-988"-15,0 0 5 16,0 0-9-16,-16 128 40 0,42-61-56 15,8 3-17 1,2 3-19-16,-2-5-31 0,-3-10-9 16,-6-10-3-16,-10-11-10 15,-5-16-2-15,-7-9-23 16,-3-12-7-16,0 0 21 16,0-16 2-16,0-12-10 15,0-4 11-15,0-3 6 16,3 0-10-16,20 3-8 15,14 2 9-15,3 8-50 16,4 8 23-16,-1 12 6 16,-6 2 20-16,-5 13 1 15,-12 20 6-15,-14 7-7 16,-6 3 20-16,-2 2 18 16,-25-3 13-16,-8-4-2 0,-1-8-14 15,-2-8-8 1,0-6-17-16,7-11 0 0,6-5-26 15,10-3-50-15,15-35-132 16,0 2-520-16,11-1-416 0</inkml:trace>
  <inkml:trace contextRef="#ctx0" brushRef="#br0" timeOffset="14032.87">5111 3742 1580 0,'0'0'405'15,"0"0"-28"-15,0 0 10 0,0 0-147 16,31 126-128 0,-19-88-85-16,-4-3-13 0,1-6-14 15,-5-7-6-15,6-15-114 16,-4-7-434-16,-2 0-769 0</inkml:trace>
  <inkml:trace contextRef="#ctx0" brushRef="#br0" timeOffset="14211.87">5144 3447 546 0,'0'0'1810'16,"0"0"-1521"-16,0 0-122 0,0 0-101 16,0 0-57-1,0 0-9-15,0 0-31 0,51 64-95 16,-32-41-245-16,-8-8-363 15,-1-5-730-15</inkml:trace>
  <inkml:trace contextRef="#ctx0" brushRef="#br0" timeOffset="14356.5">5299 3613 1430 0,'0'0'563'0,"0"0"-89"16,0 0-215-16,52 143-33 16,-38-85-86-16,-3-2-26 15,-2-2-87-15,0-6 9 16,-2-10-35-16,-3-7-1 15,0-8-20-15,8-9-70 16,-3-8-166-16,4-6-546 0</inkml:trace>
  <inkml:trace contextRef="#ctx0" brushRef="#br0" timeOffset="14512.36">5635 3964 2068 0,'0'0'319'0,"0"0"-90"15,0 0-2-15,0 0-124 16,0 0-60-16,0 0-34 16,0 0-9-16,49 98-88 15,-33-98-423-15,-1 0-371 0</inkml:trace>
  <inkml:trace contextRef="#ctx0" brushRef="#br0" timeOffset="14948.22">6005 3709 1358 0,'0'0'338'16,"0"0"-219"-16,0 0 111 16,0 0-86-16,-134 0-56 15,116 30 67-15,2 11-55 16,8 3 17-16,6 0-29 15,2-3-19-15,6-4-35 16,19-11-10-16,10-10 6 0,5-14-5 16,5-2-7-1,-1-16-4-15,-5-14-10 0,-8-10-4 16,-12-10-10-16,-9-6-8 16,-10-11 4-16,0-5 5 15,-14-2 2-15,-3 9 7 16,-1 12 9-16,7 16 87 15,1 14-26-15,8 12 33 16,2 11-28-16,0 0-36 16,0 14-31-16,0 18 19 15,4 11 10-15,8 9-16 16,1 3-8-16,1 3 4 16,3-7-34-16,2-3 10 15,1-8-57-15,24-5-97 16,-4-16-307-16,5-8-696 0</inkml:trace>
  <inkml:trace contextRef="#ctx0" brushRef="#br0" timeOffset="15278.02">6446 3641 1084 0,'0'0'821'0,"0"0"-526"15,0 0-9-15,0 0-103 16,-113-3-103-16,95 35-20 15,3 11 4-15,7 6 33 16,8-1-13-16,0-4-36 16,10-9-17-16,16-10-25 0,10-11 12 15,2-10-1-15,-1-4-13 16,-3-14-4 0,-7-16-1-16,-11-4-14 0,-8-3 8 15,-6 4 6-15,-2 6 2 16,0 9 25-16,0 9 27 15,-2 6 37-15,0 3-90 16,2 0 0-16,0 20-12 16,0 4 12-16,4 5-9 15,9-1-36-15,12 0-64 16,0-9-213-16,-3-6-444 0</inkml:trace>
  <inkml:trace contextRef="#ctx0" brushRef="#br0" timeOffset="15519.29">6836 3657 1430 0,'0'0'326'15,"0"0"-246"-15,0 0 119 16,0 0-65-16,-114 10-73 16,99 19 47-16,6 9-18 15,2 6 39-15,7 2-39 16,0 0 5-16,7-7-55 15,22-4-13-15,9-15-13 16,6-12-8-16,4-8-6 16,-2-10-114-16,-3-22-228 15,-8-38-133-15,-12 8-224 16,-15-1-292-16</inkml:trace>
  <inkml:trace contextRef="#ctx0" brushRef="#br0" timeOffset="15640.1">6970 3407 806 0,'0'0'1336'0,"0"0"-775"16,0 0-345-16,0 0-39 15,0 0-161-15,0 0-4 16,0 0-12-16,-20 100 12 16,20-22-12-16,0 40-12 15,0-16-145-15,0-18-565 0</inkml:trace>
  <inkml:trace contextRef="#ctx0" brushRef="#br0" timeOffset="16585.75">1883 5005 1175 0,'0'0'382'16,"0"0"-83"-16,0 0 0 15,0 0-113-15,0 0-63 16,0 0-80-16,145-82 15 16,-96 70 9-16,-4 8-10 15,-12 4-40-15,-15 7-16 0,-13 21 7 16,-5 9 22-16,-16 1 60 15,-18 2-75-15,-6-2 13 16,3-4-28-16,6-6 6 16,6-8-6-16,13-10-8 15,12-8-14-15,0-2-2 16,20 0 22-16,14-10 2 16,11-2 9-16,6 4 0 15,2 6 24-15,1 2-14 16,-6 0 1-16,-5 16-20 15,-9 7 0-15,-17 2 6 0,-14 1-6 16,-3 5 59-16,-16-4-10 16,-19 2 38-16,-11-3-53 15,-2-4-8-15,-1-4-25 16,2-6 13-16,9-6-13 16,9-6 0-16,9 0-1 15,14 0-19-15,6-2-23 16,50-19-153-16,13 0-388 15,11-2 9-15</inkml:trace>
  <inkml:trace contextRef="#ctx0" brushRef="#br0" timeOffset="17019.25">3566 5051 1352 0,'0'0'679'15,"0"0"-390"-15,0 0 12 16,-136 18-172-16,105 10-28 16,8 6-61-16,13 1 31 15,7-2-50-15,3-4 9 16,16-10-18-16,19-9 9 15,10-10 13-15,9 0-28 16,-3-15-5-16,-2-11 0 16,-11-3-2-16,-12-3-60 0,-9 2 26 15,-11 4 9-15,-6 8 26 16,0 8 17-16,0 6 54 16,0 4-8-16,0 0-48 15,0 12-13-15,0 10 8 16,0 4 25-16,0 2-22 15,4-1 11-15,5-6-23 16,1-3 7-16,0-4-8 16,-1-4-15-16,1-6-45 15,0-4-135-15,-3 0-468 16,-3-14-775-16</inkml:trace>
  <inkml:trace contextRef="#ctx0" brushRef="#br0" timeOffset="17195.84">3526 4738 2189 0,'0'0'342'15,"0"0"-127"-15,0 0-97 16,0 0-68-16,0 0-21 16,0 0-10-16,0 0-5 15,105 112-28-15,-67-80-146 16,-1-5-516-16</inkml:trace>
  <inkml:trace contextRef="#ctx0" brushRef="#br0" timeOffset="17456.06">4097 4853 1879 0,'0'0'323'0,"0"0"-43"16,0 0-113-16,0 0 22 16,0 0-6-16,31 128-59 15,-18-72-13-15,1 2-65 16,-3-3-16-16,0-6-15 16,-4-6-21-16,-1-10 6 15,1-8-22-15,5-11-79 16,17-14-134-16,0-2-493 0,0-21-971 15</inkml:trace>
  <inkml:trace contextRef="#ctx0" brushRef="#br0" timeOffset="17996">4483 5078 2061 0,'0'0'389'0,"0"0"-117"15,0 0-93-15,0 0-69 16,-128 77-42-16,119-41-12 16,9 1-5-16,0-8-50 15,18-7 23-15,18-10-23 0,6-10 9 16,5-2-4 0,-1-5-6-16,-5-17-5 0,-10-4-31 15,-11-5 9-15,-11-3 9 16,-9 0 6-16,0 2 14 15,0 2-2-15,-11 4 0 16,4 10 43-16,3 6-14 16,4 10-14-16,0 0-15 15,0 2-15-15,0 18 9 16,8 10 12-16,4 4 4 16,-1 3-2-16,-2 0 4 15,2-3-11-15,-2 1 11 0,0-3-11 16,0-3-1-1,2 2 3-15,-2 1 3 0,-3-3-12 16,-1 0 9-16,-5-3-4 16,0-2 1-16,0-4-1 15,-16 0-22-15,-6-2 23 16,-5 2-6-16,-1-2 14 16,3 1-19-16,1-5 22 15,3-4-5-15,6-6 3 16,1-3-3-16,1-1-6 15,-1 0 9-15,-1-3-9 16,1-9-6-16,8-13-42 16,1 4-129-16,5-4-538 0</inkml:trace>
  <inkml:trace contextRef="#ctx0" brushRef="#br0" timeOffset="18386.52">4899 5175 355 0,'0'0'1638'0,"0"0"-1323"16,0 0 53-16,0 0-214 16,0 0-45-16,143-68-45 15,-96 53-4-15,-9 1-45 16,-14 2-8-16,-15 3 2 15,-9 1-9-15,0 2 0 0,-6-3 9 16,-13 4-18-16,-5-1 15 16,-5 0-6-16,0 6 6 15,-5 0 9-15,3 0-15 16,2 14 0-16,5 10 6 16,6 8 2-16,7 5-16 15,11 5 31-15,0-2-19 16,13-3-3-16,18-9 17 15,11-8-16-15,6-11 13 16,3-9-15-16,-2 0-15 16,-2-25-48-16,9-21-111 15,-14 2-354-15,-9 2-262 0</inkml:trace>
  <inkml:trace contextRef="#ctx0" brushRef="#br0" timeOffset="18838.75">5258 4809 456 0,'0'0'1561'0,"0"0"-1194"16,0 0-168-16,0 0-68 15,0 0 11-15,51 121-38 16,-26-60-14-16,0-3 0 16,-1-6-66-16,-6-10 0 15,-5-8-24-15,-4-12 12 16,-4-10-12-16,-3-6 1 0,-2-6 11 15,0 0-11 1,0-1 21-16,-2-17-7 0,-3-3-10 16,5-3-4-16,0-4-2 15,7 2-8-15,22 0 9 16,11-1-7-16,9 8 7 16,2 3-1-16,-2 5 2 15,-4 10-4-15,-7 1 21 16,-9 8-18-16,-10 19 1 15,-9 0 15-15,-8 4 22 16,-2 1 17-16,-10-6 3 16,-13-3-29-16,-14-2 10 15,-5-6-38-15,-4-3 48 16,-3-4-49-16,3-6 3 16,11-2-3-16,6 0-12 0,12 0-21 15,10-3-32-15,7-8-5 16,13-12-96-16,16 2-473 15,7 1-1539-15</inkml:trace>
  <inkml:trace contextRef="#ctx0" brushRef="#br0" timeOffset="19040.54">5909 5213 1908 0,'0'0'549'16,"0"0"-281"-16,0 0-44 15,0 0-131-15,0 0-53 16,-18-109-39-16,18 83 2 0,0 1 7 16,9 3-20-16,7-1-1 15,1 6-50-15,6 1-102 16,22-2-335-16,-8 6-115 16,3 2-817-16</inkml:trace>
  <inkml:trace contextRef="#ctx0" brushRef="#br0" timeOffset="19378.49">6331 4882 1352 0,'0'0'635'0,"0"0"-286"16,0 0 8-16,0 0-148 15,-141-11-92-15,105 22-96 16,3 18 20-16,6 7-27 16,7 5-2-16,9 2 0 15,11-5 25-15,0-3-8 0,25-14-23 16,17-10 15-16,9-11-20 15,4-3 1-15,3-21-2 16,-4-7-17-16,-7-6-26 16,-13-1 17-16,-13 2 11 15,-11 4 15-15,-10 8 5 16,0 8 34-16,-10 12 39 16,-5 4-40-16,2 8 14 15,1 18-39-15,8 11 10 16,4 6-16-16,0 3 2 15,0-5-9-15,4 0 0 16,3-8-12-16,-5-10-46 16,-2-6-10-16,0-7-121 0,0-10-603 15</inkml:trace>
  <inkml:trace contextRef="#ctx0" brushRef="#br0" timeOffset="29363.55">8000 770 1167 0,'0'0'355'0,"0"0"-103"15,0 0 10-15,0 0-92 16,0 0-25-16,0 0-62 16,98-71 19-16,-75 63-16 15,-6 2-13-15,-3 5-31 16,-1 1-27-16,0 0 1 0,1 0-15 15,-3 0 1-15,2 12 14 16,-2 2-16-16,-2 3 6 16,-2 8 19-16,0 1 2 15,-5 2-3-15,0 2 1 16,-2 0-19-16,0-2 8 16,0 1-8-16,0-2 16 15,0 2-22-15,0-2 16 16,0 1-2-16,0 1-2 15,0 0-11-15,0 0 5 16,0 3 1-16,0 0-6 16,0 2-2-16,4 6 16 15,-1 0-11-15,-1 6 4 0,0 2 15 16,0 5-5-16,2 0 8 16,4 3-8-16,0 2-11 15,1-3-2-15,3-1 5 16,1-1-7-16,3-7 6 15,-1-3-15-15,1 0 8 16,1-3-2-16,-1 1 0 16,0-8 0-16,0-5-2 15,-6-8 8-15,-1-8-12 16,1-4 23-16,-6-5-7 16,0-3 17-16,1 0 38 15,-3-3-23-15,0-6-2 16,0-2-10-16,-2-1-15 15,2 1-2-15,-2-1-11 0,0 3-4 16,0 1 11-16,0 0-9 16,0 4 0-16,0 1 0 15,0 3-14-15,-2 0 8 16,-2 0 5-16,-1 0 1 16,1 0-9-16,-2 3 24 15,-1 5-18-15,-2 0 5 16,0 5-3-16,0 4 1 15,-5 5 0-15,1 6-1 16,-1 4 1-16,4 6 0 16,1 3 1-16,2-1-10 15,4 4 15-15,3 2-7 16,0 1 1-16,0 4 0 0,0-1 0 16,8 4-1-16,-2 1 1 15,3 3 0-15,0 2 0 16,2 0 12-16,-2 5-17 15,0-2 7-15,2 4-3 16,-4 0 2-16,-1 7 7 16,-1 4-8-16,-5-1 1 15,0 4-2-15,0 0 3 16,0 0-10-16,0 3 14 16,0 6-7-16,0 3 2 15,0 1-2-15,-7-2-1 16,-4-4 2-16,-5-9 0 15,-1-11 1-15,-5-8-1 0,-1-10 9 16,-4-8-6 0,0-4-3-16,-4-6 0 0,-4-5 2 15,-5-4 6-15,-7-5-8 16,-2-1 0-16,0-3 0 16,-1-5 0-16,6 0-4 15,0-4 11-15,3-2-8 16,8-1 1-16,4-2-17 15,8 0-68-15,11 0-45 16,8-5-141-16,2-4-406 16,0-8-1194-16</inkml:trace>
  <inkml:trace contextRef="#ctx0" brushRef="#br0" timeOffset="32104.34">11039 696 1260 0,'0'0'481'0,"0"0"-208"0,0 0 80 16,0 0-69-16,0 0-166 15,0 0-41-15,0 0-76 16,27 46 47-16,-4 2 58 16,4 10-9-16,-4 4-4 15,-3-2-39-15,-5-5-13 16,-1-7-35-16,-5-6 22 16,-1-6-22-16,-1-7-7 15,-2-6 1-15,-1-9 0 16,1-5-34-16,-3-2-44 15,0-5-56-15,5-2-156 16,1 0-354-16,2 0-564 0</inkml:trace>
  <inkml:trace contextRef="#ctx0" brushRef="#br0" timeOffset="32442.96">11453 993 1809 0,'0'0'366'16,"0"0"-252"-16,0 0-3 16,0 0-16-16,0 0-38 15,-49 134-34-15,49-93 52 16,9-3-26-16,18-6 5 16,10-11-4-16,8-9 27 0,6-8 0 15,5-4-18-15,-5-6-21 16,-4-11-37-16,-12-6 23 15,-10 0-22-15,-13 0 13 16,-12 0-2-16,0 4 46 16,-25-3-19-16,-8 2-22 15,-8-1-2-15,-3 3-15 16,2 4-2-16,3 5 7 16,8 2-18-16,12 5-39 15,16 2-68-15,3 0-344 16,9 0-331-16</inkml:trace>
  <inkml:trace contextRef="#ctx0" brushRef="#br0" timeOffset="32780.03">12026 970 1957 0,'0'0'312'16,"0"0"-191"-16,0 0-12 15,0 0-72-15,0 0-21 16,0 0-7-16,53 111-3 16,-9-87 22-16,-1 0 24 15,-7 0-1-15,-9-2-42 16,-8-3 13-16,-7 0-20 16,-10-6 19-16,-2 0 52 15,0-3 0-15,-8-2-24 0,-19-1-17 16,-7 0 2-16,-6 1-22 15,-5-2 0-15,2 0-6 16,8 1-12-16,8-4 6 16,14 1-27-16,13 1-73 15,0-5-136-15,52 0-23 16,-2 0-38-16,6 0-344 0</inkml:trace>
  <inkml:trace contextRef="#ctx0" brushRef="#br0" timeOffset="33201.5">13149 782 2277 0,'0'0'469'16,"0"0"-312"-16,0 0-90 16,0 0 11-16,31 108 52 15,-6-46-41-15,0 6-29 16,-3-1-20-16,0-6-40 16,-2-6 0-16,-2-11-6 15,-5-10-28-15,6-14-60 16,-6-11-126-16,0-9-552 0</inkml:trace>
  <inkml:trace contextRef="#ctx0" brushRef="#br0" timeOffset="33358.08">13602 1141 1824 0,'0'0'571'16,"0"0"-351"-16,0 0 96 15,0 0-130-15,0 0-89 16,0 111-91-16,8-82-6 15,4-5-21-15,5-10-93 16,-3-6-402-16,-1-8-456 0</inkml:trace>
  <inkml:trace contextRef="#ctx0" brushRef="#br0" timeOffset="33861.73">13755 810 2242 0,'0'0'485'16,"0"0"-381"-16,0 0 50 15,0 0 39-15,54 120-76 16,-27-69-30-16,2-2-9 16,-2 2-56-16,-3-5 2 15,-6 0-15-15,-2-4-16 16,-10-2 13-16,-3-2-7 15,-3-4 1-15,0-7 0 16,0-10 5-16,0-8-4 16,0-8-1-16,0-1 15 15,0-4-10-15,2-14-4 0,4-2-1 16,3-2 0 0,5-2-2-16,6-5-8 0,11 3-13 15,11-6-10-15,12 1-19 16,6 4 35-16,1 8-20 15,-9 7 37-15,-9 10 0 16,-12 2-1-16,-13 4-14 16,-7 18 14-16,-11 5 0 15,0 4 2-15,-11 1 28 16,-15-4-23-16,-9-2 41 16,-7-4-35-16,-4-4 9 15,-1-6-14-15,0-5 5 16,9-6-6-16,11-1-6 15,10 0-14-15,13-10-70 16,6-12-10-16,21 2-132 0,4 2-593 0</inkml:trace>
  <inkml:trace contextRef="#ctx0" brushRef="#br0" timeOffset="34057.03">14642 1400 2096 0,'0'0'608'0,"0"0"-376"16,0 0-96-16,0 0-62 15,-48-121-73-15,48 99 7 16,0 4-8-16,0 2-18 0,13-1-37 16,25-2-87-16,-2 0-218 15,2 6-307-15</inkml:trace>
  <inkml:trace contextRef="#ctx0" brushRef="#br0" timeOffset="34319.96">14902 1139 1179 0,'0'0'908'0,"0"0"-550"16,0 0-31-16,-121 48-152 16,96-22-33-16,12 6-82 15,13 0-23-15,0-2-17 16,22-4-11-16,19-12-3 15,9-7 3-15,8-7-9 16,0-7 1-16,-4-17-2 0,-12-1-30 16,-11-6 19-16,-15 3 4 15,-11 4 8-15,-5 3 0 16,-7 7 0-16,-17 1-1 16,-3 6 2-16,2 4-10 15,16-1-87-15,7 2-445 16,2-4-1224-16</inkml:trace>
  <inkml:trace contextRef="#ctx0" brushRef="#br0" timeOffset="34544.74">15367 1064 1460 0,'0'0'583'0,"0"0"-458"0,0 0-36 16,0 0 50-16,0 0-50 15,91 103-16-15,-66-69-45 16,-9 3-1-16,-14-6-2 16,-2-2 25-16,0-6 6 15,-11-2-29-15,-11-5-27 16,-5-5-10-16,-20-3-148 16,5-4-151-16,1-4-368 0</inkml:trace>
  <inkml:trace contextRef="#ctx0" brushRef="#br0" timeOffset="35279.85">16656 996 1691 0,'0'0'529'0,"0"0"-201"15,-114 2-160-15,65 18-46 16,2 8-68-16,7 7 13 16,12 5-14-16,12-1-10 15,16-2-10-15,0-8-15 16,37-6 10-16,19-13-28 16,13-10 30-16,3 0-30 15,-1-20 0-15,-13-8-28 16,-16-6 2-16,-15-7 11 15,-15-5 5-15,-12-7 9 16,-3-3 1-16,-17 3 5 16,0 9 8-16,2 11 62 15,4 12-19-15,8 10 13 0,4 8-2 16,2 3-40-16,0 6-27 16,6 23 0-16,15 12 7 15,0 9-6-15,4 4 33 16,4 1-33-16,2-7 5 15,2-8-6-15,8-11-1 16,-1-10-36-16,5-12-32 16,1-7-22-16,-6-9-29 15,-6-17 29-15,-12-4 14 16,-12 0 64-16,-10 4 13 0,0 5 36 16,-12 6 32-1,-8 6-18-15,0 9-29 0,2 0-21 16,3 13 0-16,3 17 1 15,6 9 2-15,6 6 3 16,0 1-4-16,13-4-1 16,13-6-2-16,6-5-11 15,8-14-111-15,38-11-262 16,-8-6-429-16,1 0-13 0</inkml:trace>
  <inkml:trace contextRef="#ctx0" brushRef="#br0" timeOffset="35514.26">18071 910 1825 0,'0'0'309'15,"0"0"18"-15,0 0-38 16,7 117-45-16,2-59-107 15,-2 0-26-15,1 0-76 16,2-7-20-16,1-12-15 16,5-9-66-16,15-18-125 15,-2-8-463-15,6-4-541 0</inkml:trace>
  <inkml:trace contextRef="#ctx0" brushRef="#br0" timeOffset="35844.87">18608 1083 1918 0,'0'0'393'0,"0"0"-157"15,-120 5 51-15,82 20-140 16,16 7-64-16,13 6-47 16,9-2 45-16,15-3-40 15,26-8 1-15,12-9-24 16,9-11-2-16,1-5-5 15,-10-9-11-15,-10-16 0 16,-19-6-12-16,-10-5 11 16,-12-1-14-16,-2 6 6 15,0 4 18-15,-4 12 16 16,-1 6 32-16,3 9-17 0,2 5-40 16,0 22-4-16,0 14-3 15,9 7 14-15,2 5-14 16,0-6-56-16,-6-1-94 15,-5-11-552-15,0-17-1137 0</inkml:trace>
  <inkml:trace contextRef="#ctx0" brushRef="#br0" timeOffset="36436.35">19935 1085 1876 0,'0'0'482'16,"0"0"-276"-16,0 0 29 15,0 0-30-15,51 112-76 16,-40-76-47-16,-2-8-49 16,-2-5-22-16,-3-14 4 15,-4-9-8-15,0 0 5 0,0-14-12 16,0-16-6 0,0-10-6-16,0-2 11 0,0-3 2 15,0 6 2-15,18 8-2 16,11 13 14-16,7 12-13 15,3 6-4-15,4 16-4 16,-3 16 6-16,-9 7 1 16,-10-1 0-16,-13-4 5 15,-5-4-6-15,-3-9 0 16,0-12 0-16,0-9-2 16,0 0-10-16,0-21 0 15,0-11-15-15,0-11 12 16,16-2 14-16,8 2 1 15,2 7 42-15,3 11-12 0,0 17 34 16,-2 8-63-16,0 12 8 16,-2 23-8-16,-3 2 17 15,-4 6-5-15,-5-5-12 16,-2-8-1-16,0-8-6 16,-1-12-36-16,11-10-115 15,-3-8-438-15,1-11-1375 0</inkml:trace>
  <inkml:trace contextRef="#ctx0" brushRef="#br0" timeOffset="36572.5">20768 1051 1413 0,'0'0'916'15,"0"0"-635"-15,0 0 26 16,0 0-129-16,0 0-79 0,12 124-63 16,-10-98-25-16,0-8-11 15,1-11-54-15,-1-7-199 16,-2 0-688-16</inkml:trace>
  <inkml:trace contextRef="#ctx0" brushRef="#br0" timeOffset="36714.1">20749 935 2464 0,'0'0'477'15,"0"0"-361"-15,0 0-32 16,0 0-84-16,0 0-143 15,0 0-514-15,119 5-627 0</inkml:trace>
  <inkml:trace contextRef="#ctx0" brushRef="#br0" timeOffset="36992.44">21101 944 1864 0,'0'0'709'0,"0"0"-474"15,0 0-135-15,0 0 1 16,0 0-55-16,0 0-24 15,0 0-5-15,-29 86-11 16,45-57 9-16,3 0-5 16,-1 0 4-16,-3-1-4 15,-3 0 4-15,-5-2-14 16,-7-4 2-16,0-2 7 16,-7-4 6-16,-11-6 9 15,-7-4-12-15,1-6-4 0,0 0-7 16,1-4-2-16,8-10-5 15,3 0-21-15,6 2-53 16,6-6-89-16,0 6-327 16,9-2-377-16</inkml:trace>
  <inkml:trace contextRef="#ctx0" brushRef="#br0" timeOffset="37480.42">21312 1030 2179 0,'0'0'463'0,"0"0"-411"16,0 0 85-1,0 0 56-15,42 106-100 0,-21-69-54 16,-7-7-21-16,-4-10-17 16,-7-8-1-16,-3-8-3 15,0-4 2-15,0-4-17 16,0-20 17-16,-7-10 2 15,5-2-1-15,2 0 0 16,0 5 8-16,19 8-5 16,6 11 4-16,2 12-14 15,4 0-13-15,0 27 19 16,-4 12 2-16,-4-1-1 16,-10-1 1-16,-7-8-1 0,-4-7 6 15,-2-10-6-15,0-10 11 16,0-2-10-16,-6-6-2 15,2-20-41-15,4-7-19 16,0-6 7-16,8-1 54 16,17-1 29-16,4 9 30 15,4 12-12-15,1 10-28 16,-3 10 10-16,0 7-17 16,-6 16 10-16,-3 9 13 15,-7 0 16-15,-3-3-36 16,-3-5-7-16,-3-6-8 15,8-6-44-15,35-10-94 16,-2-2-620-16,7 0-707 0</inkml:trace>
  <inkml:trace contextRef="#ctx0" brushRef="#br0" timeOffset="37780.76">22191 1023 485 0,'0'0'1749'16,"0"0"-1246"-16,-116-3-273 15,65 22-92-15,4 11-48 16,11 6-33-16,16 2-17 16,20-1 11-16,4-11-23 15,41-6 23-15,16-11-39 16,10-9 12-16,-1 0-18 16,-4-20-6-16,-18-6-6 15,-12-4-3-15,-14 0-4 16,-11 3 7-16,-5 6 0 0,-6 9 12 15,0 7 0-15,0 5-6 16,0 2-1-16,0 19-9 16,0 7 10-16,0 3 0 15,0 3-11-15,0 1-86 16,8-7-167-16,3-10-879 0</inkml:trace>
  <inkml:trace contextRef="#ctx0" brushRef="#br0" timeOffset="38493.93">23542 1008 2058 0,'0'0'513'0,"0"0"-258"15,0 0-91-15,0 0-123 16,0 0-3-16,0 0-6 16,91 128 26-16,-67-84-56 15,-6-9 10-15,-7-11-11 16,-3-11 4-16,-6-8-4 15,-2-5 0-15,0-2 28 16,0-22-28-16,0-8 1 16,6-7 16-16,7 1-24 15,10 4 12-15,4 6-8 16,6 12 2-16,5 11-1 16,2 5-1-16,0 7-5 0,-6 21 1 15,-8 7 12-15,-8 1-18 16,-9-1 13-16,-9-9-2 15,0-6-8-15,0-11-29 16,0-9-32-16,-2 0 16 16,-2-16 24-16,4-14 30 15,0-4 2-15,2-2 50 16,15 5 56-16,6 7-35 16,2 12-20-16,1 12-29 15,3 0-11-15,3 19-7 16,-1 11-6-16,-5 4 5 0,1-1 4 15,-3 0-18 1,5-5 4-16,27-5-84 0,-6-8-257 16,-2-7-1755-16</inkml:trace>
  <inkml:trace contextRef="#ctx0" brushRef="#br0" timeOffset="38816.11">24523 1121 2097 0,'0'0'529'0,"0"0"-343"16,0 0 33-16,0 0-130 15,0 0-41-15,-92 117-33 0,121-98 2 16,11-7-16-16,5-10 11 16,-3-2-6-16,-6-4-4 15,-12-18-4-15,-11-2-1 16,-7-3 2-16,-6 6 2 15,0 5 22-15,0 4 44 16,-6 8 23-16,4 4-21 16,0 0-57-16,2 14-12 15,0 16 0-15,0 8-5 16,0 2 13-16,10-2-16 16,7-4-22-16,3-10-60 15,18-14-71-15,-5-8-400 16,-2-2-848-16</inkml:trace>
  <inkml:trace contextRef="#ctx0" brushRef="#br0" timeOffset="39020.23">24953 838 1482 0,'0'0'1184'0,"0"0"-893"15,0 0-122-15,0 0-44 16,10 102 30-16,-2-32-47 15,-2 5-13-15,-1-3-35 16,1-6-44-16,1-10-16 16,0-12-54-16,2-9-54 15,4-17-116-15,-2-11-338 16,2-7-948-16</inkml:trace>
  <inkml:trace contextRef="#ctx0" brushRef="#br0" timeOffset="39469.91">25148 1226 910 0,'0'0'1322'15,"0"0"-1094"-15,0 0 23 16,126-37-76-16,-77 28-129 16,-7 2-23-16,-16 1-23 15,-12-2 29-15,-14-3 29 16,0-1-10-16,-22 3-11 15,-14 1-25-15,-4 4 36 0,-3 4-48 16,8 9 27 0,8 24-26-16,12 7 20 0,15 6-20 15,0 0 11-15,22-5-3 16,16-12-8-16,8-7 6 16,8-12 1-16,4-10-5 15,-2 0-3-15,-5-18 0 16,-6-11 0-16,-10-10 0 15,-8-3 0-15,-12 5-7 16,-5 5 6-16,-6 6 2 16,-2 11-15-16,3 5 25 15,-1 6-22-15,6 4 7 16,-2 0-7-16,3 7-7 16,-1 22 9-16,-2 5 9 15,1 4 0-15,-5-1 0 0,6-4 12 16,1-5-20-16,24-5 8 15,1-10-114-15,2-6-562 0</inkml:trace>
  <inkml:trace contextRef="#ctx0" brushRef="#br0" timeOffset="39801.04">26143 1205 1971 0,'0'0'369'15,"0"0"-88"-15,-114 0-47 16,68 21-74-16,6 8-105 16,13 3 32-16,13 2-30 0,14-4-25 15,2-4-20-15,32-10-11 16,13-9-1-16,9-7-9 16,0 0-50-16,-8-17-58 15,-7-8 44-15,-12-3 27 16,-10-3 32-16,-7 5 14 15,-8 5 88-15,-2 10 53 16,-2 9-29-16,0 2-61 16,0 8-36-16,0 20-17 15,0 7 8-15,0 2 2 16,5-1-8-16,-3-5-18 16,2-6-90-16,-2-11-233 0,1-7-939 15</inkml:trace>
  <inkml:trace contextRef="#ctx0" brushRef="#br0" timeOffset="40393.32">27771 1219 515 0,'0'0'1272'15,"0"0"-952"-15,-125-14-52 16,67 14-56-16,4 0-105 16,5 18-53-16,11 4-2 15,11 4 19-15,21-1-19 16,6-2-37-16,29-5 17 0,24-6-31 15,16-5-2-15,2-7-16 16,-5 0-156-16,-14-11-187 16,-13-3 23-16,-17-4 70 15,-15 3 267-15,-7 1 90 16,0 1 131-16,0 6 241 16,-5 7-235-16,-2 0-90 15,-1 21-95-15,-6 17 3 16,3 10 16-16,0 8-13 15,-1 2 15-15,4-4-25 16,3-7-7-16,3-11-20 16,2-10-22-16,0-10-1 0,25-16-72 15,4 0-196-15,2-16-564 16</inkml:trace>
  <inkml:trace contextRef="#ctx0" brushRef="#br0" timeOffset="40822.24">28016 1285 1083 0,'0'0'1207'0,"0"0"-1012"16,0 0 68-16,0 0-34 15,4 129-104-15,27-95-18 16,9-8-28-16,3-11-38 16,-5-12-29-16,-7-3-12 15,-9-12-27-15,-9-15-40 0,-8-7-35 16,-5-2-73-16,0 0-107 15,0 4-34-15,0 8 211 16,0 8 77-16,5 4 28 16,24 4-25-16,13 0 21 15,6 2 3-15,6 3 2 16,0 3 20-16,-7 0 157 16,-7 0 88-16,-13 0-111 15,-14 0-56-15,-7 0-3 16,-6 0-25-16,0 0 3 15,0 0-25-15,-11 0-14 16,-11 0-34-16,-7 9 3 16,-2 17-4-16,1 8 0 15,9 6 1-15,7 2 3 16,12-1-4-16,2-8-9 0,6-7 8 16,19-6 2-16,8-8-2 15,28-7-42-15,-8-5-135 16,1 0-593-16</inkml:trace>
  <inkml:trace contextRef="#ctx0" brushRef="#br0" timeOffset="41618.05">28979 1252 1906 0,'0'0'354'16,"0"0"-111"-16,0 0-42 15,0 0-123-15,0 0-36 0,0 0-14 16,0 0 11-16,-112 111-5 16,112-81 25-16,21-6 6 15,18-6-15-15,11-7 17 16,2-11-46-16,-2 0-12 16,-6-11-9-16,-13-17-16 15,-8-11-31-15,-11-14-5 16,-10-10-5-16,-2 0 38 15,0 3 19-15,0 14 56 16,0 15 70-16,-6 16-41 16,4 15 18-16,2 0-89 15,-2 18-14-15,2 17 0 0,0 10 22 16,0 5-4-16,0 0-7 16,14-8-5-16,5-9 3 15,8-6-18-15,7-13 7 16,6-7-7-16,7-7-37 15,2 0 2-15,-9-19-14 16,-9-5 22-16,-15 0 12 16,-14 2 14-16,-2 8-2 15,-6 6 24-15,-10 8 3 16,-1 0-15-16,0 17 15 16,7 17-7-16,4 3 2 15,6 4 1-15,0-5-11 16,21-4 12-16,10-13-6 15,7-6 9-15,2-13-4 16,-2 0-5-16,-7-20-6 0,-4-19 0 16,-4-2-22-16,-8-4 10 15,-3 7 12-15,-4 12 0 16,-6 11 18-16,0 15-17 16,-2 0-2-16,0 25-23 15,3 8 24-15,-1 4 0 16,-2-3 1-16,2-8 0 15,0-10 0-15,0-8 14 16,3-8-15-16,2 0 42 16,4-17-42-16,5-14 0 15,8-7-13-15,7-4 13 16,7 3 0-16,2 6 14 16,0 13 11-16,-7 14-7 15,-6 6-9-15,-6 26 9 0,-13 18-13 16,-6 14-4-16,-2 2 5 15,-2 0-6-15,-11-7 0 16,-7-4-71-16,7-16-114 16,-1-13-799-16</inkml:trace>
  <inkml:trace contextRef="#ctx0" brushRef="#br0" timeOffset="42637.9">11392 1935 1844 0,'0'0'344'16,"0"0"-264"-16,0 192 159 0,0-85-37 16,0-5-67-1,3-17-26-15,4-24-42 0,-5-1 3 16,-2-1-31-16,0-14 8 16,-14-11-13-16,-13-8 38 15,-6-7-49-15,2-9 9 16,-2-10 1-16,6 0-6 15,2-10-17-15,8-12-10 16,5-4-8-16,8-5-53 16,4 2-6-16,9-22-122 15,15 10-162-15,5 0-344 0</inkml:trace>
  <inkml:trace contextRef="#ctx0" brushRef="#br0" timeOffset="43087.47">11883 2314 1866 0,'0'0'241'16,"0"0"3"-16,0 0 70 16,-11 121-128-16,4-84-90 15,7-3-69-15,0-8 3 16,0-10-23-16,21-9 7 16,0-7-7-16,6-3-6 15,-2-23-1-15,-5-10-29 16,-5-4-4-16,-6-1 6 15,-7 9 26-15,-2 11 2 16,0 9 69-16,3 12-18 16,2 0-52-16,5 19-4 15,7 10 4-15,0 0 0 0,1 0 0 16,-5-5 18-16,-3-10-9 16,-4-6 7-16,-4-6-5 15,-2-2 4-15,0 0 6 16,0-14 4-16,0-14-24 15,0-7-1-15,5-6 5 16,7 1-4-16,7 2 42 16,3 9-12-16,3 12 37 15,1 10-48-15,1 7-4 16,2 12-15-16,-5 20 0 16,-3 6 0-16,-4 3-1 15,-5-4 0-15,-3-6-17 16,-3-4-38-16,8-13-134 15,-3-7-566-15,-1-7-1034 0</inkml:trace>
  <inkml:trace contextRef="#ctx0" brushRef="#br0" timeOffset="43284.71">12713 1993 1565 0,'0'0'1191'16,"0"0"-949"-16,0 0-139 15,0 0-47-15,22 114 68 16,-9-40-89-16,-2 4 3 16,1-3-26-16,-4-9-12 15,-1-14-1-15,-3-11-68 16,-4-11-70-16,0-12-244 0,-2-13-425 0</inkml:trace>
  <inkml:trace contextRef="#ctx0" brushRef="#br0" timeOffset="43622.21">12605 2467 2051 0,'0'0'681'15,"0"0"-396"-15,0 0-149 16,0 0-70-16,0 0-42 16,125-85-10-16,-78 73-14 15,-5 5-3-15,-3 7-6 16,-8 0-6-16,-10 7 9 15,-2 11-11-15,-9 6 17 0,4 2-8 16,4-2 8-16,6-5 1 16,12-7 5-16,9-11 9 15,3-1-9-15,2-8-3 16,-10-16 16-16,-14-3-17 16,-12-4-1-16,-14 1 8 15,0 2-8-15,-14 6 32 16,-8 5 10-16,-2 10-30 15,0 3-13-15,3 4-35 16,8 0-40-16,13 2-190 16,4 5-489-16,21-7-974 0</inkml:trace>
  <inkml:trace contextRef="#ctx0" brushRef="#br0" timeOffset="43849.23">13577 2162 2189 0,'0'0'578'0,"0"0"-422"16,0 0-66-16,0 0-42 16,0 0-47-16,0 0 24 15,16 136-17-15,20-100-7 16,-10 0 0-16,-10 0-2 16,-11-2 1-16,-5-2 0 15,0-3 12-15,-18-5-10 16,-5-7-2-16,-2-3-2 15,-12-6-95-15,3-1-361 16,3-7-510-16</inkml:trace>
  <inkml:trace contextRef="#ctx0" brushRef="#br0" timeOffset="104900.68">11504 4118 1625 0,'0'0'313'0,"0"0"-93"15,0 0-10-15,0 0-103 16,0 0-17-16,0 0 19 16,-18 89-37-16,9-53-29 0,3 0 1 15,-3 2-43-15,0 0 30 16,0-2-30-16,-2 0 12 16,-3-4-12-16,3-2 12 15,3-2-12-15,0-6 1 16,6-4 9-16,2-5-10 15,0-5 0-15,14-4 23 16,17-4 0-16,16 0 7 16,11-2-11-16,6-11-14 15,3 1-5-15,3 5 4 16,-4 1 4-16,-1 3-18 16,-1 3 18-16,1 0-15 15,3 0 6-15,3 0 0 16,4 0-1-16,5 4-1 15,5 3-19-15,-2-2-10 0,-10 0 23 16,-6-1 8-16,-15-1-13 16,-15-3 16-16,-10 0-4 15,-9 0 2-15,-7 0 7 16,-7 0 5-16,1-5 26 16,-5-7 4-16,0-6-14 15,0 0 8-15,-7-4-35 16,-6 0 26-16,-3 0-20 15,-2 1-10-15,3 3 4 16,2 0-4-16,1 2-4 16,4 4-34-16,1 3-10 15,5 2-21-15,2 5-59 16,9 2-400-16,11 0-378 0</inkml:trace>
  <inkml:trace contextRef="#ctx0" brushRef="#br0" timeOffset="105712.77">14077 4146 1493 0,'0'0'543'0,"0"0"-202"16,0 0-69-16,0 0-123 15,0 0-77-15,0 0-26 16,0 0 56-16,-12 71-63 0,10-41 6 16,2-2-26-16,-2-2-4 15,2 1-14-15,-5-1 0 16,1-1 9-16,-4 3-9 15,0-1-2-15,2-5 24 16,1-4-37-16,3-7 15 16,2-3-2-16,0-2-7 15,7-3 0-15,13-3 8 16,11 0 1-16,9 0 8 16,12 0 1-16,8-3-11 15,11-7 8-15,12 1-8 16,6 0 2-16,9 1-2 15,4 3 1-15,5 0 0 16,1 3 1-16,0 2-1 0,0 0 0 16,-6 5 17-16,0 6-29 15,-5 5 12-15,-4-2-1 16,-7 0 0-16,-7-1 1 16,-12-5 0-16,-20-2-9 15,-14-5 7-15,-16-1 4 16,-7 0 1-16,-8-3 12 15,-2-17-11-15,0-7-4 16,0-6 27-16,0-7-16 16,-12-2-4-16,-3-1 0 15,-3 3-6-15,-1 2 7 16,-2 3 1-16,4 6-1 16,3-1-7-16,1 2-2 15,4 2-4-15,2 5-10 16,5 10-44-16,2 11-81 0,13 0-399 15,9 0-291-15</inkml:trace>
  <inkml:trace contextRef="#ctx0" brushRef="#br0" timeOffset="106463.17">16718 4305 1532 0,'0'0'379'0,"0"0"-14"16,0 0-100-1,0 0-185-15,0 0-51 0,0 0 33 16,0 0-5-16,0 122-15 15,3-91-14-15,-1-6-14 16,2-6 24-16,0-4-32 16,-1-4 15-16,-1-3-20 15,-2-5 8-15,2 1-8 16,5-4 1-16,4 0 5 16,14 0 2-16,12 0 24 15,24 0-33-15,30-9 43 16,36-4-42-16,34 1 16 15,8 9-5-15,-9 3-3 16,-19 0-9-16,-21 0 0 16,1 11 0-16,1 1 1 0,-17-2-7 15,-20-1 20-15,-19-5-15 16,-8-1 2-16,3-3-1 16,-3 0 6-16,-9 0-5 15,-20 0 7-15,-18-12-7 16,-11-6 29-16,0-10-24 15,-15-6 49-15,-8-6-37 16,-4-4 11-16,-4-2-19 16,2 0 4-16,-2 2-13 15,2 4-1-15,0 4 0 16,6 8 6-16,6 7-14 16,7 8 16-16,6 4-19 0,4 5-1 15,0 4-55-15,0 0-134 16,4 29-261-16,8-4-10 15,3 2-673-15</inkml:trace>
  <inkml:trace contextRef="#ctx0" brushRef="#br0" timeOffset="107176.23">19551 4273 1560 0,'0'0'312'0,"0"0"-5"15,0 0-66-15,0 0-131 16,0 0 2-16,0 0-3 16,0 0 4-16,11 101-68 0,-13-66-12 15,-4-1-18 1,1-3-6-16,5-6-8 0,0-4 0 15,0-7 9-15,0-2-9 16,0-3-1-16,5-7 18 16,13-2-11-16,11 0 4 15,13 0 14-15,18-11-16 16,13-6-2-16,14 4-7 16,5 1 1-16,6 5-8 15,2 7 16-15,23 0-15 16,20 0 18-16,32 0-18 15,8 10 6-15,-31-3-1 16,-41-1-5-16,-46-2 6 16,-22-3-1-16,-3-1 2 0,-3 0-3 15,-3 0 13 1,-10-1 1-16,-8-17-11 0,-3-5 22 16,-6-1 33-16,-3-3-5 15,-4-5-14-15,0 3-29 16,-6-3-7-16,-12-2 1 15,-4 0 16-15,-1-2-5 16,4 0-11-16,1 4-2 16,7 4 7-16,1 3-7 15,4 10 0-15,4 7 0 16,2 5-20-16,0 3-70 16,0 8-191-16,0 13-330 15,0-4-244-15</inkml:trace>
  <inkml:trace contextRef="#ctx0" brushRef="#br0" timeOffset="108003.35">12254 3505 1433 0,'0'0'300'0,"0"0"-149"15,0 0 166-15,23 150-45 16,-20-78-92-16,-3 8-34 16,0 2-63-16,0-1-13 15,-7-6-70-15,3-10 26 16,-1-11-26-16,1-7 6 0,2-13-6 15,0-9-27 1,0-11-31-16,-4-7-51 0,-5-11-37 16,1-20-411-16,0-6-876 15</inkml:trace>
  <inkml:trace contextRef="#ctx0" brushRef="#br0" timeOffset="108346.97">12302 3523 1575 0,'0'0'313'0,"0"0"38"15,0 0-95-15,0 0-131 16,0 0-88-16,0 0-4 16,0 0-26-16,-118 48 5 0,82-20-4 15,1 4 7-15,-1 4 0 16,3 0-8-16,4 3 5 15,4-1-12-15,9-1 6 16,5 0 7-16,7-5 1 16,4-2-4-16,0-5 32 15,6-6-15-15,13-5 15 16,2-6-17-16,6-3-1 16,4-5 29-16,8 0-32 15,5 0-1-15,5-13-14 16,2 6-12-16,3 4-44 15,15 3-194-15,-13 0-347 0,-7 8-794 16</inkml:trace>
  <inkml:trace contextRef="#ctx0" brushRef="#br0" timeOffset="109000.62">14594 3774 1647 0,'0'0'311'0,"0"0"-108"16,136-47-18-16,-70 37-55 16,-6 9-47-16,-10 1-54 0,-17 8-17 15,-15 14 3-15,-18 2 22 16,0 4 31-16,-29 2 23 16,-8-4-56-16,-4-2-13 15,5-6-11-15,14-5-11 16,9-8 0-16,13-1-5 15,0-1-4-15,6 4-9 16,21 0 18-16,4 6 1 16,5 6 14-16,-1 6 2 15,-1 6-1-15,-5 3 8 16,-7 1-15-16,-11 0 1 16,-11-3 1-16,0-2 31 0,-28-4-18 15,-13-3 3-15,-7-6-16 16,-6-1-5-16,5-8 5 15,7-3-11-15,13-5 0 16,15 0-34-16,14 0-85 16,16 0-405-16,13-3-810 0</inkml:trace>
  <inkml:trace contextRef="#ctx0" brushRef="#br0" timeOffset="109548.18">16952 3838 1778 0,'0'0'346'0,"0"0"-184"0,0 0-9 15,170-53 12 1,-102 48-79-16,-5 5-58 0,-14 0-20 16,-18 18-16-16,-18 8 5 15,-13 6 3-15,0 4 6 16,-26 0 22-16,-5 0 11 16,-3-1-20-16,3 0 2 15,5-3-20-15,3-3 20 16,7-3-9-16,5-5-4 15,7-3-2-15,4-1 28 16,0-3 44-16,7-2 4 16,20-2-34-16,10-5-12 15,13-2 15-15,8-3-33 0,2 0 1 16,-2 0-19 0,11 0-31-16,-19 0-201 0,-7 0-521 0</inkml:trace>
  <inkml:trace contextRef="#ctx0" brushRef="#br0" timeOffset="109976.63">19839 3721 316 0,'0'0'1663'0,"0"0"-1159"0,0 0-434 16,0 0 60-16,18 104 14 15,-8-45-74-15,2 5-44 16,-3 1-15-16,-3-2-11 15,-6 11-92-15,0-15-241 16,0-13-699-16</inkml:trace>
  <inkml:trace contextRef="#ctx0" brushRef="#br0" timeOffset="110586.15">23292 4109 1857 0,'0'0'341'16,"0"0"43"-16,7 136-71 0,-7-70-137 16,0 2-84-16,0-1-17 15,0-7-74-15,0-11 24 16,2-4-19-16,5-11-12 16,-3-12-9-16,0-7-46 15,-1-12-108-15,-3-3-115 16,0-28-186-16,0-12-275 15,-5-6-487-15</inkml:trace>
  <inkml:trace contextRef="#ctx0" brushRef="#br0" timeOffset="110931.27">23303 4271 801 0,'0'0'117'15,"0"0"-17"-15,0-112 304 16,0 59 96-16,7 4-233 16,10 0-32-16,1 8 9 0,-2 9-63 15,-5 15-26-15,-9 8-31 16,-2 9-43-16,-8 5-55 15,-23 23-8-15,-17 10 51 16,-8 7-37-16,-4 6-6 16,0-3-13-16,5-1-5 15,8-9-8-15,14-6 5 16,6-6-5-16,11-6 0 16,7-6 0-16,5-2 0 15,-1-4 0-15,3-4 12 16,2-1-14-16,0-3 17 15,0 0-4-15,7 0 7 16,15 0 7-16,14 0-5 0,6 0 2 16,5 0-13-1,-3 0-7-15,3 0-4 0,0 0-34 16,2 0-7-16,-2 0-64 16,10 0-30-16,-9-5-203 15,-13-2-569-15</inkml:trace>
  <inkml:trace contextRef="#ctx0" brushRef="#br0" timeOffset="111148.06">23885 3764 1122 0,'0'0'1477'0,"0"0"-1242"16,0 0-87-16,0 0 38 15,0 166-51-15,2-92-50 16,0 0-42-16,3-6-43 16,-1-5 0-16,0-5-65 15,-4 14-38-15,0-11-150 16,0-13-568-16</inkml:trace>
  <inkml:trace contextRef="#ctx0" brushRef="#br0" timeOffset="111359.9">23916 4791 1483 0,'0'0'1109'15,"0"0"-860"-15,0 0-44 16,0 0-120-16,0 0-37 16,0 0-39-16,0 0-9 15,0-37 0-15,7 37 0 16,-5 0 0-16,-2 0-5 15,0 0-1-15,-15 16-24 16,-10 1-58-16,0-2-543 0</inkml:trace>
  <inkml:trace contextRef="#ctx0" brushRef="#br0" timeOffset="114235.22">11756 5508 788 0,'0'0'999'15,"0"0"-736"-15,0 0-3 16,0 0-155-16,0 0-84 16,0 0 1-16,0 42 18 15,0-8 72-15,-5 4-39 16,-7 1-3-16,-7-1-27 16,2 1-9-16,-3-7-17 15,-1 1-8-15,6-3-1 16,3-6-7-16,4-4-2 15,6-8 12-15,2-4-19 16,0-5 16-16,2-3-5 0,11 3 16 16,7-1 0-16,3 0-7 15,1 0-11-15,3 1-1 16,7-3 9-16,3 0-9 16,7 0 12-16,6-5-13 15,3-7 1-15,6 0 0 16,-1 0 0-16,2 0 0 15,0 2-1-15,-3 3 2 16,-1-2-2-16,-9 1 13 16,-11 4-18-16,-14 0 7 15,-9 3-1-15,-11-2 0 16,-2-3 15-16,0 0 2 16,0-6 4-16,0 0 9 0,-6-4-20 15,-3 0 9 1,0 2-7-16,2-5-15 0,3 4 3 15,0 0-52-15,4 10-142 16,0 3-332-16,0 2-692 0</inkml:trace>
  <inkml:trace contextRef="#ctx0" brushRef="#br0" timeOffset="115248.79">23181 5441 1650 0,'0'0'332'0,"0"0"-46"15,0 0-10-15,0 0-138 16,0 0-117-16,129-39 9 16,-69 37-29-16,-2 2 32 15,-7 0-24-15,-13 0 1 16,-13 6-10-16,-14 6-8 15,-11 6 8-15,-9 8 0 16,-27 4 28-16,-17 8-21 0,-7 3 25 16,-3 1-31-1,10-2 11-15,13-4-12 0,15-6 0 16,16-6 6-16,9-2-6 16,0-3 34-16,22 0-10 15,7-3 42-15,2-4-58 16,5-1 13-16,-1-6-2 15,4-5 3-15,-4 0-19 16,1 0-3-16,13-19-116 16,-9-4-490-16,-6-3-682 0</inkml:trace>
  <inkml:trace contextRef="#ctx0" brushRef="#br0" timeOffset="115431.21">24014 5300 1964 0,'0'0'566'16,"0"0"-473"-16,0 0 85 15,0 0-27-15,-25 144-75 16,19-92-40-16,6 2-36 16,0 18-1-16,0-14-199 15,9-7-503-15</inkml:trace>
  <inkml:trace contextRef="#ctx0" brushRef="#br0" timeOffset="115557.31">24141 6067 1824 0,'0'0'0'0,"0"0"-75"15,0 0-787-15</inkml:trace>
  <inkml:trace contextRef="#ctx0" brushRef="#br0" timeOffset="117403.1">13836 5304 1600 0,'0'0'381'0,"0"0"-182"16,0 0 5-16,0 0 7 0,0 0-29 16,51 112-38-1,-48-61-34-15,-3 7-34 0,0 3-16 16,0-2-45-16,0-7 1 15,0-6 1-15,0-8-17 16,0-3 0-16,0-9 9 16,0-5-9-16,-3-7 0 15,1-5-1-15,2-9 7 16,0 0-12-16,5 0 21 16,16 0-10-16,8-15-5 15,9-2 12-15,5 5-12 16,1-2 6-16,8 5-6 15,1 3-1-15,1 2 1 16,-1 2 0-16,1 2-7 16,2 0 14-16,-1 0-8 0,-1 0 2 15,-3 0-1-15,-6 0 6 16,-10 0-5-16,-8-6 0 16,-7-8-1-16,0-6 0 15,-2-9 8-15,4-2-4 16,-4-8 7-16,-3-2-16 15,-3-2 7-15,-10 0-2 16,-2 1 12-16,0 3 4 16,-16 5 2-16,-3 6-17 15,-2 8-2-15,-6 12-78 16,8 4-101-16,-1 4-550 0</inkml:trace>
  <inkml:trace contextRef="#ctx0" brushRef="#br0" timeOffset="118131.41">12075 5129 1290 0,'0'0'394'0,"0"0"-173"15,0 0 34-15,0 0-8 16,0 0-90-16,0 0-64 16,0 0-72-16,31-25-1 15,-11 18 19-15,0 2-3 16,-4 5-16-16,-3 0-19 16,-2 9-2-16,-4 14 12 15,-2 3-11-15,-5 6 0 16,0-1 9-16,-12 3-9 15,-10 3 0-15,-7-1 6 16,0-2-4-16,0 0-4 16,4-4 10-16,5-2 11 15,7-7-13-15,7-4 2 0,1-5-8 16,5-2 21 0,0-3 6-16,0 0 6 0,3-2 25 15,9 4 0-15,9-5 5 16,6-1-62-16,2-3 44 15,2 0-45-15,0 0 9 16,2 0-9-16,-1 0-16 16,7 7-156-16,-5 11-426 15,-3 0-625-15</inkml:trace>
  <inkml:trace contextRef="#ctx0" brushRef="#br0" timeOffset="118696.31">14563 5059 1655 0,'0'0'331'15,"0"0"0"-15,0 0-40 16,0 0-187-16,0 0-92 0,0 0 29 16,0 0-29-16,0 128 5 15,0-80-11-15,0-1 0 16,0-1-6-16,0-4 1 16,0-3-2-16,-4-2-57 15,-8-1-178-15,1-7-305 16,-3-12-1331-16</inkml:trace>
  <inkml:trace contextRef="#ctx0" brushRef="#br0" timeOffset="118845.39">14310 5620 1243 0,'0'0'206'0,"0"0"31"16,0 0-110-16,188 2-66 15,-121 0-61-15,-9-2-198 0</inkml:trace>
  <inkml:trace contextRef="#ctx0" brushRef="#br0" timeOffset="120638.79">12026 6713 1393 0,'0'0'392'0,"0"0"-101"15,0 0-141-15,0 0-56 16,0 0-31-16,0 0 50 16,0 0-46-16,14-5 3 15,-2 12 3-15,5 16 36 16,-4 10-29-16,-1 10-26 0,0 4 6 15,-5 6-20-15,-5 0 21 16,-2-2-60-16,0-5 19 16,0-6-18-16,0-8 13 15,0-7-14-15,0-11 6 16,0-7-1-16,0-4-6 16,0-3 10-16,20 0-4 15,16 0 30-15,17 0-35 16,18-4 19-16,17 0-19 15,7 2 8-15,3 0-9 16,-4 2 1-16,-14 0 3 16,-17 0-3-16,-16 0-2 15,-18 0 1-15,-10 0-1 16,-9 0 2-16,-4 0 4 0,-3 0-5 16,1 0 1-16,2-14 16 15,3-11-17-15,1-6 0 16,-2-8 11-16,-3-3-26 15,-1-1 15-15,1 8-2 16,-3 5-22-16,3 11-7 16,1 6-23-16,14 6-51 15,-2 6-240-15,4-1-909 0</inkml:trace>
  <inkml:trace contextRef="#ctx0" brushRef="#br0" timeOffset="121276.79">14621 6907 1803 0,'0'0'569'0,"0"0"-431"15,0 0-57-15,0 0 21 16,0 0 52-16,-10 124-43 15,-3-71 2-15,-1-1-71 16,4-1-1-16,1-11-35 16,3-10 6-16,2-10-11 15,4-8 5-15,0-6-6 16,0-6 11-16,10 0 14 16,17 0-25-16,15 0 32 15,16-13-25-15,15 1 5 16,14-5-10-16,7-1 16 15,4 4-11-15,-4 2-7 16,-7 6 0-16,-12 6 12 0,-10 0-26 16,-11 0 15-16,-12 0-2 15,-11 0 2-15,-13 0-1 16,-9 0 1-16,-5-4-1 16,-4-10 12-16,2-12-5 15,-2-6-14-15,0-11 19 16,0-1-12-16,0 0 6 15,0 1 5-15,0 4-11 16,0-1 0-16,-6 6 0 16,-1 1-9-16,-1 8 0 15,3 7-54-15,5 13-4 16,0 5-174-16,0 0-562 0</inkml:trace>
  <inkml:trace contextRef="#ctx0" brushRef="#br0" timeOffset="121960.18">17311 6815 1866 0,'0'0'483'0,"0"0"-228"15,0 0-130-15,0 0-59 16,0 0 43-16,0 0 11 16,-9 133-20-16,-4-79-48 15,-7-2-2-15,2-3-49 16,3-7 16-16,3-10-9 16,3-9-10-16,7-8 3 15,2-8-1-15,0-2 0 0,0-5 1 16,4 0 4-16,23 0-4 15,18-6 13-15,37-12 3 16,5-3-17-16,13 2 6 16,5 1 8-16,-13 9-14 15,4 1 0-15,-9 8 0 16,-10 0 0-16,-7 0-6 16,-10 0 12-16,-4 8-21 15,-12 1 21-15,-8-5-12 16,-12-3 12-16,-5-1-3 15,-11 0-3-15,-4 0 0 16,-4 0 7-16,3-16 7 16,-3-8-13-16,0-9 8 15,0-6 10-15,0-3-8 0,0-1 16 16,-9 4-20-16,-5 0 3 16,1 4-10-16,0 2-13 15,-1 8-10-15,3 7-51 16,9 13 20-16,0 5-169 15,2 0-573-15</inkml:trace>
  <inkml:trace contextRef="#ctx0" brushRef="#br0" timeOffset="122582.77">19628 6948 1886 0,'0'0'538'0,"0"0"-463"16,0 0-43-16,0 0 71 0,0 118 16 15,0-66 21-15,-8 1-63 16,4-5-17-16,0-10-34 16,4-8-15-16,0-10 0 15,2-8-10-15,18-8 21 16,13-4-16-16,17 0 48 15,14-4-53-15,12-8 25 16,9 1-2-16,0 4-8 16,-2 3-15-16,2 0-1 15,-4 2 6-15,2 2-4 16,-4-2-4-16,-7 0 4 16,-9-3-4-16,-19 0 4 15,-15 1-2-15,-11-1 0 0,-7-4 8 16,-3-5 13-1,2-4 15-15,-1-8-2 0,-1-9-28 16,2-2 14-16,-4-8-19 16,-3-2 19-16,-1 1-14 15,-2 1 6-15,0 1-6 16,0 3-6-16,0 4 4 16,-7 3 7-16,3 8-22 15,-1 5 8-15,2 10-12 16,3 8-118-16,0 3-157 15,0 0-1296-15</inkml:trace>
  <inkml:trace contextRef="#ctx0" brushRef="#br0" timeOffset="123124.87">21545 6941 2271 0,'0'0'487'16,"0"0"-405"-16,0 0 12 15,17 111 4-15,-8-57-19 16,0 1-34-16,-2-4-24 0,1-7-10 15,0-11-10-15,0-7-2 16,-1-10 10-16,-1-8-15 16,4-7 12-16,3-1 6 15,9 0-3-15,9-9 3 16,14-6-11-16,6 6 0 16,7-2 11-16,5 2-11 15,3 1 34-15,1-4-26 16,3-2 2-16,-4-3-11 15,-8 3 6-15,-9 3-6 16,-13 0-1-16,-10 6 1 16,-10 0 0-16,-7 2-9 15,1-6 24-15,-6-3 3 0,2-9-18 16,3-11 36 0,-3-11-20-16,4-7 13 0,-1-3-7 15,-1 2-20-15,0 0-2 16,-4 8 9-16,-2 5-18 15,-2 8-6-15,0 5-21 16,0 9-48-16,0 12-36 16,0 4-260-16,0 0-1020 0</inkml:trace>
  <inkml:trace contextRef="#ctx0" brushRef="#br0" timeOffset="123784.5">23827 6953 1305 0,'0'0'365'16,"0"0"-124"-16,0 0-62 0,0 0-54 16,0 0-33-16,145-47-17 15,-99 41 48 1,-3 1-60-16,-11 0-39 0,-13 3-18 15,-9 2 9-15,-10-2-8 16,0-1 15-16,-3 2 17 16,-19-1 6-16,-11 0-37 15,-13 2-7-15,-4 0 0 16,-2 0 5-16,1 4-12 16,9 9 24-16,11 6-17 15,10-1 0-15,15 3 11 16,6-2-11-16,6 3 19 15,23 2 9-15,9 0-17 0,7 0 7 16,3 0-19 0,4 1 57-16,-5-4-47 0,-5 0 11 15,-6-1-21-15,-12-2 1 16,-11-1-1-16,-11-2 2 16,-2-4 19-16,0 1 19 15,-17-1 38-15,-8-2-44 16,-8 0 38-16,-4-1-55 15,-6 0 1-15,-2 0-17 16,6-3 11-16,4 2-12 16,9-6 1-16,12-1-2 15,8 0-9-15,6 0-1 16,6 0-107-16,19-5-171 16,9-3-510-16</inkml:trace>
  <inkml:trace contextRef="#ctx0" brushRef="#br0" timeOffset="123987.96">24620 6735 2455 0,'0'0'290'15,"0"0"-199"-15,0 0 18 16,0 143-13-16,0-68-29 15,0 3-67-15,0 1-1 16,0 22-204-16,0-23-478 16,-2-16-1143-16</inkml:trace>
  <inkml:trace contextRef="#ctx0" brushRef="#br0" timeOffset="124108.13">24594 7660 2054 0,'0'0'198'16,"0"0"-198"-16,0 0-274 0</inkml:trace>
  <inkml:trace contextRef="#ctx0" brushRef="#br0" timeOffset="125548.25">12380 6573 789 0,'0'0'603'16,"0"0"-288"-16,0 0-44 15,0 0-24-15,0 0-83 16,0 0-102-16,0 0-32 15,83-41 52-15,-52 32-30 16,-2 1-13-16,-9 0-24 16,-8 4 0-16,-6 1-14 15,-6 3 1-15,0 0 12 16,0 0-8-16,-2 0 5 16,-14 0-5-16,-9 0-8 15,-1 0 3-15,-8 3-2 16,-2 5 0-16,-3 6 1 0,1 2 0 15,1 2 0 1,6 1-6-16,14 0 8 0,11-1-11 16,6-2-18-16,15-2-4 15,20 0 4-15,10-2-3 16,-1 1-23-16,-1 5-31 16,-7 5 21-16,-7 8-22 15,-10 1 57-15,-5 0 0 16,-7 0 27-16,-7-4 2 15,0-6 4-15,0-4 1 16,-3-6 29-16,-9-4 36 16,-7-2 15-16,-1-6 20 15,-4 0-58-15,-7 0-4 16,0-10-43-16,-4 1-1 16,-2 3-80-16,6 5-196 0,8 1-401 0</inkml:trace>
  <inkml:trace contextRef="#ctx0" brushRef="#br0" timeOffset="126186.53">15107 6555 1857 0,'0'0'480'16,"0"0"-124"-16,0 0-136 15,0 0-132-15,0 0-67 16,0 0-12-16,0 0 34 16,-94 122-16-16,67-82 37 15,3-3-63-15,5-5 9 16,11-8-10-16,6-6 0 15,2-6 1-15,0-5 0 0,18 0 17 16,6-3-10 0,9-2 5-16,6-2 5 0,3 0-19 15,3 0 8-15,-3 0-14 16,-5 0-16-16,-6-2-88 16,-8-4-107-16,-8-9-149 15,-7 2-154-15,-4-4-442 0</inkml:trace>
  <inkml:trace contextRef="#ctx0" brushRef="#br0" timeOffset="126362.18">15294 6595 1534 0,'0'0'595'0,"0"0"-56"16,0 0-291-16,0 0-119 16,0 0 14-16,0 0 1 0,11 154-74 15,-11-96-28-15,0 3-31 16,-2-5-11-16,2-2-21 15,0-7-63-15,0 6-49 16,4-14-502-16,5-15-748 0</inkml:trace>
  <inkml:trace contextRef="#ctx0" brushRef="#br0" timeOffset="127021.26">17433 6386 1200 0,'0'0'305'16,"0"0"-6"-16,0 0-62 15,135 3-75-15,-111 12-41 16,-6 8-16-16,-8-1-48 16,-2 1-35-16,-8 0-6 15,0-3 4-15,-12-1-13 16,-9 0 3-16,-4-6 5 15,2-1-15-15,5-3 2 16,12-7 5-16,3-1-1 0,3-1 18 16,0 0-22-1,17 2-2-15,6 3-2 0,6 2 1 16,0 6 2-16,0 3 10 16,-4 4 10-16,-9-2 18 15,-9-2 26-15,-7 0 16 16,0-2 8-16,-19-2-23 15,-7-1 19-15,-6-4-71 16,-1 0 0-16,4-4-14 16,10-3-54-16,2 0-85 15,15 0-82-15,2 0-328 16,0 0-659-16</inkml:trace>
  <inkml:trace contextRef="#ctx0" brushRef="#br0" timeOffset="127643.68">20234 6537 1288 0,'0'0'320'15,"0"0"-82"-15,0 0-89 16,0 0-54-16,127 18-82 16,-125 0 21-16,-2 1 50 15,-25 4 70-15,-12 3-32 16,-11 3-1-16,4-2-20 16,7 4-31-16,10-3 17 15,11-5-34-15,11 0 24 16,5-8-56-16,0 0 37 15,21-3-25-15,6-4 3 16,4-2-21-16,6-4-6 16,3-1 0-16,2-1-9 15,10 4-1-15,-11 1-205 16,-8-3-540-16</inkml:trace>
  <inkml:trace contextRef="#ctx0" brushRef="#br0" timeOffset="127907.76">21759 6563 2225 0,'0'0'298'0,"0"0"24"16,-3 107-165-16,3-60-81 15,0 6-66-15,-7 19-10 16,-4-14-195-16,0-8-647 0</inkml:trace>
  <inkml:trace contextRef="#ctx0" brushRef="#br0" timeOffset="130702.89">12244 8272 1874 0,'0'0'398'0,"0"0"-88"16,0 0-61-16,0 0-155 16,0 0-55-16,0 0 64 15,-13 106-13-15,4-51-22 16,-2 6-16-16,0 0-29 16,0-8 12-16,1-7-33 0,4-7 22 15,6-13-24-15,0-9 2 16,0-6-2-16,0-9 1 15,18-2-1-15,8 0 16 16,13 0 17-16,7 0-32 16,8-5 21-16,8 1-14 15,5 0-10-15,3 3 3 16,1 1-1-16,0-2 0 16,-5 2 0-16,-6 0-1 15,-8 0 2-15,-9 0-8 16,-8 0 19-16,-8 0-14 15,-5 0 4-15,-8-2-2 16,-3-14 1-16,-7-9-1 16,-4-6-4-16,0-8 4 15,0-5 6-15,-11-4 0 0,0 2 0 16,4 4 1-16,5 4-14 16,2 4 7-16,2 3-35 15,18 5-46-15,28 11-67 16,-7 7-160-16,4 6-468 0</inkml:trace>
  <inkml:trace contextRef="#ctx0" brushRef="#br0" timeOffset="131302.79">14324 8402 1607 0,'0'0'268'15,"0"0"-71"-15,0 0 12 16,0 0 61-16,0 0-6 16,92 132-77-16,-92-72-72 0,0-2-63 15,0-3-8-15,0-11-44 16,-3-13 27-16,1-6-18 16,2-13-10-16,0-6 1 15,15-6 0-15,17 0 8 16,13-6 8-16,13-12-1 15,11-1-15-15,9 2 0 16,4 1 17-16,0 6-25 16,-3 6 14-16,-8 4-12 15,-13 0 6-15,-10 0-1 16,-11 0-5-16,-8 8 0 16,-10-4 5-16,-3-4 2 15,-1 0 4-15,4-4 8 0,0-18-13 16,-1-10 2-1,3-7 14-15,-6-5 5 0,-5-2 0 16,-4-3 4-16,-4 2-14 16,-2 3 5-16,0 5-4 15,0 2-6-15,0 7-6 16,0 7-10-16,0 7-70 16,0 8-44-16,0 8-163 15,0 0-520-15</inkml:trace>
  <inkml:trace contextRef="#ctx0" brushRef="#br0" timeOffset="131948.4">17282 8261 1859 0,'0'0'560'0,"0"0"-351"16,0 0-119-16,0 0 56 16,-4 104 5-16,-7-43-16 15,-3 5-84-15,1-1 16 16,4-5-47-16,2-13-8 16,7-6-6-16,0-15-2 15,0-13-4-15,0-6-7 16,9-7 7-16,11 0 16 15,9-18 38-15,12-3-48 16,11 2 9-16,16 1-15 16,9 4 10-16,13 5-10 15,3 6 0-15,3 1 0 0,-9 0 1 16,-9 2-7 0,-15-5 23-16,-9 1-32 0,-8 0 16 15,-6-4-2-15,-2-1 2 16,-4-5 1-16,-5-7-2 15,-5-2-1-15,-6-12-6 16,-7-5 7-16,-2-6 28 16,-7-7-27-16,-2 2 26 15,0 5-20-15,0 5 4 16,-11 10-10-16,-9 8-2 16,-3 5-4-16,1 4-36 15,2 4-13-15,4 0-97 16,6 7-151-16,7-4-1022 0</inkml:trace>
  <inkml:trace contextRef="#ctx0" brushRef="#br0" timeOffset="133070.28">12465 7935 1635 0,'0'0'291'16,"0"0"-6"-16,0 0 29 15,0 0-232-15,0 0-54 16,131-53-26-16,-95 48 10 16,-9 5-12-16,-11 0 8 15,-12 4-7-15,-4 15-1 16,-16 6 20-16,-17 3-3 16,-9 2-4-16,-1-5-12 0,7-2-2 15,12-7-41-15,15-6-102 16,9-3 18-16,0-5-6 15,13 5 105-15,10-2 27 16,-3 6 0-16,-1 3 36 16,-3 2 36-16,-5 1-30 15,-9 3 5-15,-2-3 8 16,-2 4 13-16,-21-1-33 16,-6-3-13-16,-5 4-22 15,-7-6-21-15,10-3-273 16,9-5-809-16</inkml:trace>
  <inkml:trace contextRef="#ctx0" brushRef="#br0" timeOffset="133832.63">14893 8069 1787 0,'0'0'278'0,"0"0"88"15,0 0-95-15,0 0-192 16,0 0-39-16,131-76-4 16,-93 76-10-16,-7 0-25 15,-9 7-1-15,-11 20 8 0,-11 4-6 16,0 8 4-1,-19 0 7-15,-10 0-1 0,0-3 5 16,4-5-7-16,7-6-2 16,7-6 2-16,11-5-4 15,0-7 8-15,0 0-14 16,18-7 62-16,8 0-30 16,11 0-4-16,7 0-19 15,12-7-7-15,6-2-2 16,29 4-87-16,-15 3-224 15,-9 2-644-15</inkml:trace>
  <inkml:trace contextRef="#ctx0" brushRef="#br0" timeOffset="134201.85">17346 8064 2405 0,'0'0'277'0,"0"0"-143"16,0 0-15-16,0 0-78 15,19 115-41-15,-19-68-11 16,-3-10-249-16,-3-4-720 0</inkml:trace>
  <inkml:trace contextRef="#ctx0" brushRef="#br0" timeOffset="135086.79">23593 8223 1837 0,'0'0'287'0,"0"0"-151"15,0 0-95-15,132-32-17 16,-68 30-5-16,1 2 61 15,-15 2 27-15,-15 14-7 0,-22 6-64 16,-13 2 41 0,-11 2 4-16,-26 1 2 0,-7-5-47 15,-3-1-24-15,7-5-4 16,9-3-7-16,16-8-2 16,10 0-17-16,5-5 4 15,11 0-19-15,19 0 26 16,3 0 6-16,4 2-2 15,1 8 3-15,-1 6 0 16,-8 7-1-16,-8-2 8 16,-11 4 26-16,-10-4-20 15,-5-1 40-15,-29-1-7 16,-12-6 14-16,-8-2-9 16,-2-4-11-16,5-1-14 15,13-4-26-15,13-2 0 0,17 0-9 16,12-10-39-16,23-12-213 15,8-6-574-15</inkml:trace>
  <inkml:trace contextRef="#ctx0" brushRef="#br0" timeOffset="135268.6">24382 8101 2399 0,'0'0'542'15,"0"0"-405"-15,0 0-89 0,0 0 35 16,-20 141-37 0,20-80-38-16,0 5-8 0,9 15-119 15,10-20-462-15,0-10-1211 16</inkml:trace>
  <inkml:trace contextRef="#ctx0" brushRef="#br0" timeOffset="135426.42">24429 8867 2479 0,'0'0'317'0,"0"0"-230"16,0 0-57-16,0 0-30 16,0 0-87-16,0 0-258 0,0 0-472 0</inkml:trace>
  <inkml:trace contextRef="#ctx0" brushRef="#br0" timeOffset="140940.68">6252 10411 1905 0,'0'0'299'16,"0"0"29"-16,0 0 9 15,0 0-139-15,0 0-61 16,0 0-43-16,31-48-25 15,-28 48-23-15,-3 18 22 16,0 8-16-16,0 8 2 16,0 10-18-16,0 8-12 15,-3 12-6-15,3 9-6 0,0 2-1 16,0 2-10-16,0-3 2 16,5-3 7-16,-1-12-7 15,0-6-3-15,0-14 6 16,-2-14-6-16,0-11-1 15,-2-7 1-15,2-7 0 16,-2 0 12-16,2 0-11 16,3 0 17-16,-1 0-17 15,4-11-2-15,11-3 1 16,5-4-1-16,10-2 0 0,10 0-5 16,5 4 6-1,3 4-6-15,4 3 5 0,3 5-4 16,9 3-2-16,25-1 7 15,30-4-8-15,37-6 2 16,23-3-6-16,4 6-13 16,-7 4 13-16,-16 5 10 15,-8 0 2-15,-7 12-7 16,-7 3 8-16,5 1-1 16,7-2 2-16,4-1-2 15,6-2 0-15,-2 1-1 16,-13 2 0-16,-28-2 0 15,-32 0-5-15,-33-2 9 16,-18-2-9-16,-9 0 6 16,-7-2-8-16,-7 0-19 0,-11-4 11 15,-4-2 7-15,0 0 9 16,0 0 15-16,0-14-6 16,0-8 11-16,0-6-20 15,-4-9 13-15,-4-6-11 16,-1-2 4-16,-3-1-5 15,4-2-1-15,1 0 6 16,1 0-6-16,0 0-1 16,4 2 1-16,2 4 2 15,0 3-2-15,0 10 0 16,0 2-8-16,0 6-10 16,0 4-28-16,0 10-49 15,0 7-56-15,0 3-196 0,8 11-915 16</inkml:trace>
  <inkml:trace contextRef="#ctx0" brushRef="#br0" timeOffset="141886.88">11203 10686 1739 0,'0'0'359'0,"0"0"-69"16,0 0-2-16,0 0-134 0,0 0-89 15,0 0 34 1,0 0-11-16,0 84-4 0,0-38-30 15,0 3-12-15,0 4-19 16,0-3-11-16,0 3-5 16,0-5-6-16,0-2 6 15,0-8-6-15,0-9-2 16,0-6 3-16,0-9-2 16,0-7 0-16,2-2 6 15,14-5-5-15,11 0 9 16,13 0 1-16,14 0-11 15,8-5 5-15,7-6-4 16,6-1 4-16,4 3-5 16,6 2 0-16,21 2-1 15,41 3 1-15,41 2 0 0,21 0-1 16,-6 0 1-16,-20 0 0 16,-25 11-6-16,10 12 12 15,17 2-8-15,24 5 3 16,18 2-1-16,10 4 0 15,-1-1 1-15,-9 3-2 16,-15-2 0-16,-29 0-9 16,-45-4 20-16,-46-8-11 15,-36-7 2-15,-25-4-2 16,-4-3 1-16,-8-6 0 16,-3-2 0-16,-7-2 8 15,-7-8 7-15,0-13-14 16,-2-4 34-16,0-5-17 15,0 1 7-15,-2-6-10 0,-7-1-1 16,-2-6-13-16,0-6 5 16,0-5 1-16,-1-7-6 15,1-2-2-15,1 0 7 16,0 0-7-16,4 4 7 16,1 5-5-16,1 11 8 15,2 12 24-15,2 9-6 16,0 10-13-16,0 8-10 15,0 3-4-15,0 0-1 16,8 0-29-16,11 19-11 16,0 9-61-16,12 18-104 15,-2-6-512-15,-4-6-969 0</inkml:trace>
  <inkml:trace contextRef="#ctx0" brushRef="#br0" timeOffset="142652.59">17146 10935 1825 0,'0'0'376'16,"0"0"-117"-16,0 0-40 15,0 0-108-15,0 0-57 16,0 0 60-16,5 102-23 15,-8-49-30-15,-7 5-26 16,-2-1-1-16,5-5-33 16,1-5 4-16,4-12-4 15,0-5-1-15,2-9 0 16,0-7 1-16,0-6 10 0,13-2-5 16,9-5 0-16,9-1 0 15,11 0-2-15,14 0-4 16,15 0 0-16,30 0 0 15,39 0 0-15,55-1 0 16,29 1 0-16,11 0-1 16,-8 8 2-16,-29 12-2 15,-11 5 1-15,-12-4-1 16,-15 4-22-16,-11-6 22 16,-15 0-16-16,-29-8 16 15,-25-2 0-15,-25-6 1 16,-19-1-1-16,-5-2 2 0,-8 0 0 15,-9 0 0 1,-10 0 12-16,-4-5-1 0,0-10 10 16,0-5 10-16,0-6-1 15,0-6-5-15,0-11-19 16,0-4 14-16,-4-13-20 16,-8-7 34-16,-5-7-14 15,-6-2 6-15,0 2-9 16,-1 9-6-16,4 14 12 15,6 12 7-15,6 17 4 16,3 9-29-16,5 10-5 16,0 3-1-16,5 0-13 15,15 6-50-15,18 32-65 16,-5-4-126-16,-2 0-610 0</inkml:trace>
  <inkml:trace contextRef="#ctx0" brushRef="#br0" timeOffset="143484.5">23076 11285 1602 0,'0'0'509'0,"0"0"-231"16,0 0 43-16,0 0-127 16,0 0-80-16,0 0-28 15,0 0-29-15,93 87 23 16,-93-27-26-16,0 5-14 0,-2 2-21 16,-7-7-2-16,5-11-16 15,2-5 8-15,2-14-9 16,0-12 0-16,0-12 0 15,15-6 7-15,14 0 3 16,14-18-9-16,8-5 0 16,7 1 0-16,8 3-1 15,8 2 5-15,11 4-5 16,36 2 0-16,52 7 6 16,48 4-6-16,13 4-6 15,-16 21 5-15,-42 7-4 16,-39-2 4-16,-10 0-25 15,-3-1 6-15,3 0-14 16,5-1 16-16,4-2 9 16,-3 1 9-16,-21-8-1 0,-25-3 1 15,-22-5 0-15,-14-4 0 16,3 0-1-16,-8-4 1 16,-8-3 0-16,-18 0 0 15,-13 0 17-15,-7-17-8 16,0-10 8-16,0-9 10 15,0-11-6-15,-11-6 5 16,-7-8-8-16,-5 2 16 16,-3-7-26-16,-3 5 2 15,0 1-2-15,2 3-3 16,7 3-4-16,9 6 10 16,9 4-2-16,2 7-8 15,0 6 4-15,0 9-5 0,0 3-2 16,0 12-7-1,0 3-28-15,0 4-61 0,0 2-119 16,0 14-560-16,0-2-566 0</inkml:trace>
  <inkml:trace contextRef="#ctx0" brushRef="#br0" timeOffset="159454.53">8076 9733 1288 0,'0'0'394'16,"0"0"-134"-16,0 0-16 15,0 0-77-15,-9 118 29 16,9-45-22-16,0 11-48 15,9 2-43-15,4 1-35 16,-2-10 0-16,0-7-31 16,-4-12-4-16,0-12-12 15,-5-9 5-15,-2-9-5 0,0-8-1 16,0-8-24-16,-4-4-96 16,-10-8 0-16,-3 0-26 15,-4-15-133-15,-3-34-34 16,3 6-197-16,6-1-135 0</inkml:trace>
  <inkml:trace contextRef="#ctx0" brushRef="#br0" timeOffset="159882.84">8071 9685 18 0,'0'0'1510'16,"0"0"-1252"-16,0 0 61 15,0 0-9-15,0 0-99 16,0 0-53-16,0 0-49 0,0-44-56 16,0 44-43-16,0 0-9 15,-8 16-1-15,-6 7 0 16,-9 4 24-16,-6 8-9 16,-6 2 6-16,-7 7-11 15,-3 2-1-15,-2-1-8 16,2-1 0-16,5-5 0 15,7-8 0-15,6-4 9 16,5-6-9-16,4-3 2 16,2 1-3-16,6 0 0 15,-1-2-1-15,3-2 1 16,4-3 0-16,2-3 1 0,2-5 4 16,0-4-4-16,0 0 19 15,20 0-8-15,11-4 25 16,9-6-14-16,8-3-13 15,-2 1-9-15,5 4 0 16,-4 2-1-16,2 5-13 16,9 1-84-16,-8 0-372 15,-13 0-944-15</inkml:trace>
  <inkml:trace contextRef="#ctx0" brushRef="#br0" timeOffset="167037.59">12603 10062 897 0,'0'0'356'16,"0"0"-85"-16,0 0-4 0,0 0-91 15,0 0-16-15,0 0-14 16,-17 0 9-16,17 0-52 16,0 0-18-16,0 0-5 15,0 0-7-15,15 0-27 16,7-10-26-16,10-4-2 15,7 0-18-15,9-4 8 16,0 0-8-16,1 2 1 16,-1 4-1-16,-8 0 2 15,-9 5 5-15,-9 5-5 16,-4 2-2-16,-5 0 4 16,-2 0-5-16,-2 9 1 15,-3 3-1-15,0 2 0 16,-6 2 0-16,0 5 0 15,-19 0 1-15,-10 4 7 0,-6 4-7 16,-5 2 8-16,-1-4-7 16,6 2-2-16,6-8 2 15,6-5-2-15,10-5 2 16,7-6-1-16,4-2 2 16,2-3 4-16,0 0 6 15,2 0-11-15,13-5 12 16,5-4-13-16,9-1 0 15,7-2 0-15,6 1 0 16,3 4 1-16,1 3 0 16,-1 4 0-16,-5 0-1 15,-7 11 0-15,-6 15-5 0,-6 5 4 16,-8 3 1-16,-9 2 0 16,-4-2-1-16,0-5 1 15,-11 0 0-15,-11-9 1 16,-7-2 0-16,-9-6-1 15,-6-6 21-15,-10-6-12 16,-8 0 6-16,-3 0-8 16,3-16 2-16,-1 0-8 15,5 0-1-15,0 4-25 16,-27 6-135-16,17 4-413 16,1 2-831-16</inkml:trace>
  <inkml:trace contextRef="#ctx0" brushRef="#br0" timeOffset="172366.09">18147 10340 1098 0,'0'0'244'0,"0"0"5"16,0 0 27-16,0 0-76 16,0 0-20-16,0 0 36 15,15-87-42-15,6 73-72 16,6-1-47-16,4 1-19 16,4 2-12-16,-1 4-14 15,-1 7-9-15,-2 1-1 16,-4 0 0-16,-7 18 0 0,-5 4-1 15,-5 3 1 1,-6 3-1-16,-1 4 0 0,-3-1 0 16,0 1-8-16,-21 2 3 15,-10-1-1-15,-9 4 6 16,-9-3-3-16,0 2 3 16,0-2 1-16,5-4 0 15,3-2 0-15,8-2 0 16,4-1 0-16,4-4 0 15,1-1 0-15,2 1 0 16,-1-5 0-16,3-2 1 16,5-2-1-16,4-5 0 15,3 0 6-15,6-3-6 16,2-2 0-16,0-2 12 0,12 0 1 16,17 1 20-16,11-1 0 15,14 0 3-15,4 0-17 16,4 3-8-16,0 1-11 15,-4 2-10-15,-1 4-96 16,26 6-181-16,-14-3-277 16,-3-4-566-16</inkml:trace>
  <inkml:trace contextRef="#ctx0" brushRef="#br0" timeOffset="173012.79">24155 10645 2172 0,'0'0'477'16,"0"0"-312"-16,0 0-72 0,0 0 46 15,-10 139-48-15,2-75-32 16,-1 5-41-16,0-7 4 16,2-6-16-16,5-10 2 15,0-14-8-15,2-10 1 16,0-12-1-16,0-10-30 15,0 0 11-15,0-6-59 16,-9-11-69-16,-7 0-122 16,-3 1-58-16,-24 5-163 15,5 8-284-15,2 1-67 0</inkml:trace>
  <inkml:trace contextRef="#ctx0" brushRef="#br0" timeOffset="173133.47">23787 11115 1098 0,'0'0'394'0,"0"0"-38"0,0 0-23 15,0 0 18-15,0 0-176 16,138 30-85-16,-80-27-57 16,18 8-33-16,-16-2-234 15,-9-4-930-15</inkml:trace>
  <inkml:trace contextRef="#ctx0" brushRef="#br0" timeOffset="175314.47">27910 11027 2213 0,'0'0'347'16,"0"0"-53"-16,0 0-125 16,0 0-96-16,0 0-13 15,68 138 3-15,-57-70-21 16,-7 4 7-16,-4 1-10 15,0-5-11-15,0-8-27 16,0-8 13-16,0-9-14 0,0-11 0 16,0-9 1-16,0-8-1 15,0-10-8-15,0-5-31 16,0 0-25-16,-2-20-81 16,-2-10-139-16,-3-21-300 15,1 6-40-15,-2 3-340 0</inkml:trace>
  <inkml:trace contextRef="#ctx0" brushRef="#br0" timeOffset="175785.43">27978 10990 1719 0,'0'0'277'15,"0"0"-30"-15,0 0 57 16,0 0-123-16,0 0-108 0,0 0-37 15,0 0-34-15,6-55-1 16,-6 66 9-16,-8 7 32 16,-6 1 13-16,-3 2 4 15,-4 5 14-15,-3 3-40 16,-3 1 13-16,-5 3-23 16,-1 4-14-16,-4 1-2 15,-3 0-6-15,-3 0-1 16,1-1 1-16,-1-4 0 15,7-4 0-15,5-5-2 16,11-6 3-16,9-9-2 16,9-6 0-16,2-3 6 15,0 0-5-15,16 0 32 0,10 0-7 16,8-3-8-16,2-1-5 16,1 3-11-16,5-1 3 15,3 0-5-15,4 0-1 16,2-5 1-16,-1 3 0 15,-6 3 0-15,-6-1-9 16,-7 2 0-16,-7 0-3 16,-3 0-1-16,-1 0-38 15,0 0-54-15,2 0-66 16,5 0-172-16,-2 0-216 16,-6 0-522-16</inkml:trace>
  <inkml:trace contextRef="#ctx0" brushRef="#br0" timeOffset="176124.89">28693 10744 1234 0,'0'0'978'16,"0"0"-836"-16,0 0 9 0,0 0-23 16,0 0 2-16,-15 114-24 15,15-51-35-15,2 5-36 16,9 4-25-16,-3-2-9 15,0 0 9-15,-6-2-10 16,-2 2-62-16,-14 27-126 16,-11-19-201-16,4-8-412 0</inkml:trace>
  <inkml:trace contextRef="#ctx0" brushRef="#br0" timeOffset="176545.17">28613 11851 1264 0,'0'0'568'16,"0"0"-502"-16,0 0-12 15,0 0-4-15,115-39-32 16,-83 39 40-16,-12 0 44 15,-11 7-54-15,-9 11-2 16,0 5-24-16,-13 4 52 16,-16-3 61-16,-7 0-5 15,-1-8-78-15,5-3-30 16,12-12-13-16,16-1-1 0,4-14-8 16,21-19 0-1,18-2-36-15,1 1 15 0,-3 8 21 16,-5 12 53-16,-10 10 59 15,-9 4-21-15,-6 4-43 16,-7 13-22-16,0 4-16 16,-2-3 2-16,-18-2-12 15,-3-6 0-15,-4-4 0 16,-2-6-105-16,-8 0-111 16,8-8-313-16,4-6-208 0</inkml:trace>
  <inkml:trace contextRef="#ctx0" brushRef="#br0" timeOffset="186631.4">8455 12767 1480 0,'0'0'554'0,"0"0"-482"0,0 0 66 16,13 123 134-1,0-19-102-15,1 30-37 0,-3-8-18 16,-5-23-19-16,0-33-37 16,-4-21-29-16,2 0-18 15,0 4-3-15,-2 0-1 16,-2-11-5-16,0-11-2 15,0-9 4-15,0-13-5 16,-4-6-53-16,-12-3-38 16,-11-30-185-16,1-5-369 15,4 0-837-15</inkml:trace>
  <inkml:trace contextRef="#ctx0" brushRef="#br0" timeOffset="187035.77">8566 12821 1763 0,'0'0'246'15,"0"0"-43"-15,0 0 78 16,0 0-108-16,0 0-90 16,0 0-26-16,0 0-39 15,-48-10 0-15,18 38-2 16,-6 11 8-16,-4 6 1 15,-6 8-5-15,-3 3 2 16,-3 2-11-16,8-3 8 16,3-6-18-16,10-9 15 0,11-6-2 15,12-11-8-15,8-9-5 16,0-7 10-16,11-5 36 16,20-2 25-16,6 0-7 15,6-9-23-15,1-5 21 16,-2-1-38-16,-1 2-9 15,-1-1-14-15,-4 2 4 16,-1 1-5-16,-4 3-1 16,-2 4-11-16,-2 4-45 15,-2 0-25-15,-7 0-112 16,4 4-135-16,-4 4-331 16,-3-4-599-16</inkml:trace>
  <inkml:trace contextRef="#ctx0" brushRef="#br0" timeOffset="187277.4">9116 12872 1743 0,'0'0'808'0,"0"0"-649"15,0 0 134-15,0 0-183 16,0 0-68-16,0 0 20 15,-6 130 2-15,6-74-34 16,0 2-3-16,0-2-26 16,2-2 11-16,2-1-12 0,1-3-20 15,-2 13-68 1,-3-10-147-16,0-13-623 0</inkml:trace>
  <inkml:trace contextRef="#ctx0" brushRef="#br0" timeOffset="187516.55">9228 13694 2203 0,'0'0'256'0,"0"0"-75"16,0 0-55-16,0 0-68 16,0 0-37-16,0 0 3 0,0 0-17 15,-37-31-6 1,45 27 5-16,-1 3 50 0,-5 1 48 15,0-3 8-15,-2 3-19 16,0 0-41-16,0-1-25 16,0-2-27-16,16-2-19 15,-1-1-119-15,3-1-681 0</inkml:trace>
  <inkml:trace contextRef="#ctx0" brushRef="#br0" timeOffset="187990.94">10067 13288 1570 0,'0'0'308'15,"0"0"-16"-15,0 0 16 16,0 0-127-16,0 0-24 16,0 0-33-16,-16 116-54 15,-5-107-22-15,4-4-6 16,5-5 13-16,6-5 2 15,4-16-21-15,2-2-1 16,0 3-29-16,0 2 12 0,4 8-3 16,3 8 10-16,0 2-18 15,-1 0-6-15,-1 6 0 16,-3 3 0-16,-2 3-1 16,0-5 6-16,0-2 1 15,-11-3-5-15,-1-2 2 16,-1 0-4-16,3 0-6 15,0-5-43-15,1-4-35 16,9-3-110-16,0 4-431 16,9-2-582-16</inkml:trace>
  <inkml:trace contextRef="#ctx0" brushRef="#br0" timeOffset="190451.14">10929 13068 1788 0,'0'0'526'16,"0"0"-461"-16,0 0 169 0,0 0 59 15,0 0-106-15,0 0-73 16,13-100-33-16,-8 100-12 16,0 0-24-16,1 3-3 15,-4 14-21-15,-2 7-8 16,0 4 5-16,0 7-6 16,-13 4 0-16,-7 1-11 15,-3 2 14-15,6-6-15 16,1-5 0-16,7-7 0 15,5-11 0-15,2-2 0 16,2-6 0-16,0 0 0 16,0 0 0-16,4 2 0 15,11 1 6-15,6-3-5 0,8-5 1 16,8 0 7-16,13 0-3 16,4-17 0-16,3-1-5 15,-4 0 0-15,-3 1-1 16,-13 7-25-16,-10 2-3 15,-10 4-19-15,-5 1-7 16,-7 1-16-16,-5-3-11 16,0-2-22-16,0-8-93 15,0-4-119-15,0-10-52 16,0 0 113-16,0-2 127 16,0 1 127-16,0 4 56 15,0 6 185-15,0 2 120 16,2 6-79-16,2 8-73 0,3 4-74 15,0 0-93-15,2 25-18 16,-1 16 36-16,0 11-14 16,-6 10-8-16,-2 5-25 15,0-2-4-15,0 0-9 16,0-7 0-16,0-4-8 16,0-8-32-16,0-5-48 15,0-9-91-15,-8-11-145 16,2-8-361-16,4-13-1025 0</inkml:trace>
  <inkml:trace contextRef="#ctx0" brushRef="#br0" timeOffset="190678.78">11845 12950 2114 0,'0'0'327'0,"0"0"-190"16,0 0 128-16,0 0-44 16,43 154-101-16,-28-84-58 15,-4 5-40-15,-4-5-11 16,-2-5-11-16,-5-4-12 16,0 7-112-16,0-17-381 15,0-10-648-15</inkml:trace>
  <inkml:trace contextRef="#ctx0" brushRef="#br0" timeOffset="190956.72">12044 13810 2176 0,'0'0'340'16,"0"0"-145"-16,0 0 29 15,0 0-129-15,0 0-63 16,0 0-15-16,0 0-11 16,35-31 7-16,-35 40 13 15,-8 5 16-15,-8 0 10 16,1-5-26-16,5-2-17 16,6-5-8-16,4-2-1 15,0 0 0-15,0-6-87 0,14-17-174 16,3 4-416-16,1-1-764 0</inkml:trace>
  <inkml:trace contextRef="#ctx0" brushRef="#br0" timeOffset="191676.37">13261 13194 530 0,'0'0'931'0,"0"0"-746"15,0 0-33-15,0 0 24 16,0 0-39-16,0 0-45 15,0 0 36-15,-94 59 30 16,83-59-30-16,4 0 12 16,3-6-24-16,4-11-32 15,0 1-23-15,0-2 5 16,11 6-20-16,5 4 1 16,1 4-35-16,-1 4 1 15,-3 0-13-15,-3 8-1 16,-10 8-4-16,0 0 5 15,-3 2 1-15,-13-4 5 16,-1-4 2-16,1-6-7 16,5-4 9-16,4 0-4 15,5-11 18-15,2-7-18 0,0 1 0 16,2 5 4-16,7 6-8 16,2 5 13-16,-4 1-15 15,0 0 0-15,-7 0-1 16,0 10 1-16,0 1 0 15,-7 0 1-15,-11-2 0 16,0-3 10-16,5-6-10 16,1 0-1-16,4 0 0 15,6-1-3-15,-1-6-13 16,3 1-26-16,0 5-41 16,32-7-226-16,3 1-320 0,5 2-449 15</inkml:trace>
  <inkml:trace contextRef="#ctx0" brushRef="#br0" timeOffset="192411.15">13914 13098 1677 0,'0'0'358'0,"0"0"-120"15,0 0-46-15,0 0-92 16,0 0-38-16,134-69-11 16,-86 60-9-16,-3 6-21 15,-7 3-21-15,-13 7 1 16,-14 17 0-16,-11 8 5 16,0 9 14-16,-13 4 6 15,-19 3-14-15,-5 3 2 16,-8 0-13-16,1-2 8 15,-2-5-9-15,7-3 0 16,5-6 0-16,10-9 6 16,5-8 0-16,13-8 3 0,4-3 30 15,2-6 9-15,0-1 4 16,8 0 60-16,13 0-13 16,3 0-22-16,5 0-10 15,7 0-10-15,4 0-8 16,1-4-14-16,-4 0-28 15,-1 2 2-15,-5 2-8 16,-4 0-1-16,-3 0-26 16,1 0-23-16,-1 6-29 15,1 0 6-15,1-4-10 16,20-2-107-16,-9-5-374 16,1-12-651-16</inkml:trace>
  <inkml:trace contextRef="#ctx0" brushRef="#br0" timeOffset="192623.69">14881 12962 2497 0,'0'0'384'16,"0"0"-143"-16,0 0-90 15,0 0-70-15,0 0-65 16,0 0-1-16,10 142-7 15,-6-78-7-15,5 2-1 16,-1-3-45-16,2 23-112 16,-4-16-534-16,-1-12-824 0</inkml:trace>
  <inkml:trace contextRef="#ctx0" brushRef="#br0" timeOffset="192915.3">14946 13772 1679 0,'0'0'250'15,"0"0"-159"-15,0 0 51 16,0 0-71-16,0 0-70 16,0 0 5-16,0 0 10 15,101-42 71-15,-86 42 96 16,-3 0-9-16,-10 0-56 15,-2 12-12-15,0 4-16 16,-12 0 1-16,-8-4-31 0,2-2-44 16,0-6-7-16,5-4-7 15,4 0-2-15,7-9-62 16,2-16-231-16,0 3-380 16,9-1-825-16</inkml:trace>
  <inkml:trace contextRef="#ctx0" brushRef="#br0" timeOffset="193823.5">16125 13291 1592 0,'0'0'286'16,"0"0"-106"-16,0 0 66 0,0 0-26 15,0 0-153-15,0 0-45 16,0 0-12-16,69-35-8 15,-78 54 32-15,-16-1 26 16,-6-2-35-16,4-4-11 16,6-8-5-16,9-4-3 15,10 0 7-15,2-18 12 16,2-6-24-16,16-1 0 16,3 6-2-16,0 2 1 15,0 9 0-15,-5 8 12 16,-3 0 0-16,-5 0-10 15,-5 16-1-15,-3 5 0 16,0-1 0-16,-13 2 5 16,-8-3-5-16,4-5 9 0,3-7-10 15,8-7 2-15,3 0 26 16,3-21-1-16,0-4-9 16,5 1-9-16,11 1 19 15,1 8 28-15,-1 7 3 16,-1 8-38-16,-3 0-10 15,-3 0-11-15,-9 8-1 16,0 6 0-16,-3 1 1 16,-17 3 7-16,0-3 5 15,5-7-10-15,6-5 5 16,5-3 4-16,4 0-11 16,0 0-3-16,4-7-62 15,13-1-92-15,26 5-183 0,-7 3-237 16,1 0-818-16</inkml:trace>
  <inkml:trace contextRef="#ctx0" brushRef="#br0" timeOffset="194769.05">16839 13226 403 0,'0'0'1445'15,"0"0"-1096"-15,0 0-188 0,0 0-24 16,0 0-51-16,144-32-27 16,-101 27-15-16,-5-2-24 15,-7 4-8-15,-9-2 4 16,-9 2-15-16,-3 0 7 15,-8 1 2-15,-2 0 35 16,0-3 10-16,0 0 0 16,-18 1-41-16,-5 1-14 15,-8 3 0-15,-2 0 0 16,-1 5-1-16,1 14 1 16,2 4 0-16,4 1 13 15,10-2-4-15,7 1-8 16,10-3 0-16,0-5 8 15,29 1-8-15,14-4 13 0,8 1-13 16,5-1-1-16,-1 0 1 16,-5 4-2-16,-6 2 1 15,-11 3-1-15,-10 2-5 16,-10-2 4-16,-11-2 1 16,-2-1 0-16,-6-4 1 15,-24-2 10-15,-9 0 14 16,-11-2 3-16,-8-2-4 15,0-2-10-15,8 2-13 16,4-4 7-16,15 1-7 16,12-1-17-16,9-1-30 15,18-3-105-15,18 0-184 16,12 0-166-16</inkml:trace>
  <inkml:trace contextRef="#ctx0" brushRef="#br0" timeOffset="194972.5">17777 12918 2443 0,'0'0'464'0,"0"0"-393"16,0 0 0-16,-11 120 57 15,11-52-58-15,0 5-44 16,0-5-20-16,14-3-6 15,3 15-59-15,-1-17-221 0,-7-10-616 0</inkml:trace>
  <inkml:trace contextRef="#ctx0" brushRef="#br0" timeOffset="195325.72">17766 13798 1644 0,'0'0'379'0,"0"0"-253"15,0 0-82-15,0 0-18 0,0 0-25 16,0 0 0-16,0 0-1 16,118-46 20-16,-114 46-1 15,-4 10 7-15,0 7 29 16,-17-5 33-16,-3 2 77 15,1-3-70-15,6-2-38 16,5-9 4-16,6 0 17 16,2 0-13-16,0-11-15 15,0-1-13-15,2 1-19 16,4 6 4-16,1 1 4 16,-1 1-2-16,2 3-17 15,-2 0-7-15,3 0-22 16,-3 0-145-16,2 5-504 0</inkml:trace>
  <inkml:trace contextRef="#ctx0" brushRef="#br0" timeOffset="196736.39">18540 13418 1795 0,'0'0'296'0,"0"0"-11"16,0 0-58-16,0 0-102 15,0 0-55-15,0 0-11 16,0 0-22-16,-90 7-18 16,84-7-1-16,6-4 18 15,0-13-6-15,13-4-13 16,7 3 5-16,2 4 0 15,3 9-1-15,-1 5-10 16,-1 3-10-16,-8 17 5 16,-5 3 2-16,-10 3-7 15,0-1-1-15,-12-3 18 16,-11-6 2-16,2-6 8 16,-4-5-16-16,7-5 8 0,3-5 1 15,8-15-5 1,7-1-7-16,0-4-9 0,11 4-7 15,16 6-74-15,21 7-120 16,-3 4-358-16,-5 4-716 0</inkml:trace>
  <inkml:trace contextRef="#ctx0" brushRef="#br0" timeOffset="197365.57">19266 13184 1716 0,'0'0'319'16,"0"0"-34"-16,0 0-54 0,0 0-121 15,158-39-55-15,-113 39-1 16,-7 7-18-16,-16 17-31 16,-18 8-4-16,-4 7 6 15,-21-2 2-15,-17 2 1 16,-7-7 7-16,3-4-10 16,5-10 4-16,11-6-2 15,13-7-8-15,13-5 19 16,0 0-7-16,26 0-13 15,14 0 1-15,5 0-1 16,4 0 1-16,-6 0-1 16,-8 19 0-16,-8 9-11 15,-16 3 11-15,-11 2-1 16,-2-1 1-16,-29-4 14 0,-16-2 26 16,-9-5-7-1,-6-10 5-15,0-3-12 0,6-8-8 16,11 0-3-16,16-1-15 15,18-13-1-15,11-2-54 16,25-11-152-16,16 8-390 16,5-2-748-16</inkml:trace>
  <inkml:trace contextRef="#ctx0" brushRef="#br0" timeOffset="197600.47">19966 13008 1716 0,'0'0'970'0,"0"0"-776"16,0 0-120-16,0 0 98 15,2 118-74-15,7-53-65 16,2 5-15-16,3 0-18 15,3 22-39-15,-1-19-212 16,-7-15-662-16</inkml:trace>
  <inkml:trace contextRef="#ctx0" brushRef="#br0" timeOffset="197901.05">19923 13930 1891 0,'0'0'268'16,"0"0"61"-16,0 0-124 15,0 0-134-15,0 0-58 16,0 0 3-16,0 0 5 16,87-12-9-16,-78 16-6 15,-6 10-5-15,-3 0 15 16,-5 0 23-16,-10-2 18 15,-3-4-11-15,5-5-19 16,4-3-10-16,2 0 21 0,4-8-9 16,3-4-29-16,0 2-33 15,3 1-148-15,6 5-419 16,2 1-506-16</inkml:trace>
  <inkml:trace contextRef="#ctx0" brushRef="#br0" timeOffset="201050.12">21032 13230 1750 0,'0'0'299'0,"0"0"-15"16,0 0-20-16,0 0-75 15,0 0-77-15,0 0-31 16,66 0-8-16,-32 0-11 16,3 0-14-16,0 0-29 15,-2 0-8-15,-3 0-5 16,-1 0-5-16,-2-4-1 16,-2 0-36-16,-10 0-208 15,-5 0-529-15</inkml:trace>
  <inkml:trace contextRef="#ctx0" brushRef="#br0" timeOffset="201223.68">21109 13443 1837 0,'0'0'537'15,"0"0"-341"-15,0 0-48 16,0 0-44-16,0 0-93 15,137 0-11-15,-95 0-275 16,-7 2-663-16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41:28.92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1163 1001 1367 0,'0'0'330'0,"0"0"-88"16,0 0-60-16,143-34 3 16,-83 23-49-16,0 7-38 15,-4 4-26-15,-8 0-13 16,-11 6-34-16,-15 17-10 16,-15 6 11-16,-7 12 69 15,-18 5-16-15,-20 3-40 16,-7 2-19-16,3-5-11 15,4-10-1-15,12-8-7 0,12-12-1 16,9-8 0-16,5-6 1 16,0-2 6-16,12 0 2 15,12-8-8-15,9-7-1 16,10 8 0-16,1 5 0 16,3 2 0-16,-2 9-1 15,-10 16 1-15,-10 13 0 16,-13 6 15-16,-12 9 18 15,-12 3 6-15,-26-2 1 16,-11 0-13-16,-8-6 3 16,3-10-29-16,2-10 8 15,13-12 1-15,7-12-9 0,10-4-1 16,4 0-21-16,13-24-105 16,3 2-216-16,2 0-389 0</inkml:trace>
  <inkml:trace contextRef="#ctx0" brushRef="#br0" timeOffset="871.84">3323 806 560 0,'0'0'1529'16,"0"0"-1280"-16,0 0-115 15,0 0 135-15,43 163-13 16,-35-80-111-16,-1 10-43 16,-2-3-26-16,-1-20-33 15,5 2-20-15,2-11-16 16,3-15 1-16,-4-14-7 16,-3-14 0-16,-2-13 1 0,-5-5 5 15,0-16 16-15,0-23-23 16,-18-22 6-16,0-11-6 15,-2-4 0-15,2 0-5 16,3 12 5-16,3 7 1 16,1 13-1-16,5 8 1 15,1 10-1-15,3 6 8 16,2 10-7-16,0 3-2 16,0 7 1-16,16 0-15 15,17 0 14-15,16 0 1 16,6 0 6-16,11 0-6 15,-6 0 0-15,-3 0-6 0,-1 0-24 16,0 0-76 0,2 0-57-16,6 0-114 0,5-3-259 15,3-6 140-15,-7-2-290 16,-14 2 471-16,-17 6 160 16,-21 3 55-16,-13 0 512 15,-13 0-16-15,-26 3-100 16,-12 12-40-16,-7 2-143 15,-2 0-77-15,2 0-65 16,7-2-26-16,13-3-11 16,15-3-13-16,13-6-3 15,10-3-16-15,0 0 5 16,10 0-7-16,22-14 1 16,8-4 1-16,2 0-2 0,0 2 8 15,-1 4-8-15,-5 8 0 16,-5 4-6-16,-2 9 6 15,-5 21 0-15,-6 7 1 16,-4 13 0-16,-8 4 5 16,1 4-6-16,-1 1 1 15,-1-3 0-15,4-4-1 16,0-3-12-16,17-8-138 16,-1-9-428-16,2-13-617 0</inkml:trace>
  <inkml:trace contextRef="#ctx0" brushRef="#br0" timeOffset="1231.75">4442 1325 1748 0,'0'0'506'0,"0"0"-352"15,0 0 23-15,0 0-52 16,145-52-67-16,-93 36-33 15,-6 2-13-15,-13 4-10 16,-15 3 7-16,-15 0 16 16,-3 1 68-16,-16 2-69 15,-18 1-12-15,-6 3-12 16,1 0 1-16,3 0 0 16,5 17 6-16,6 7-5 15,7 8 7-15,7 10 43 0,9 2-4 16,2 3 6-1,0-3-33-15,15-8-2 0,10-8-11 16,4-9-1-16,4-6 4 16,5-10-10-16,5-3-1 15,3 0-4-15,39-27-151 16,-13-4-507-16,-1 1-690 0</inkml:trace>
  <inkml:trace contextRef="#ctx0" brushRef="#br0" timeOffset="1472.59">5414 1175 1955 0,'0'0'578'0,"0"0"-401"16,0 0-55-16,0 0-14 16,0 0 28-16,-113 130-58 15,78-77-11-15,4-4 7 16,0-3-18-16,5-7-35 15,2-10-9-15,5-4-6 16,4-7-6-16,3-6-1 16,8-8-47-16,4-4-36 15,0-28-79-15,0-10-548 16,2-6-1094-16</inkml:trace>
  <inkml:trace contextRef="#ctx0" brushRef="#br0" timeOffset="1652.86">5135 1194 1899 0,'0'0'518'0,"0"0"-421"0,0 0 216 16,0 0-59-16,54 131-100 15,-29-83-52-15,2 0-51 16,-2-4-27-16,0-7-24 16,0-9 0-16,-5-6-20 15,0-8-71-15,7-14-102 16,-5-4-470-16,-1-19-668 0</inkml:trace>
  <inkml:trace contextRef="#ctx0" brushRef="#br0" timeOffset="1810.42">5546 1388 1527 0,'0'0'633'0,"0"0"-313"0,0 0 168 16,0 101-297-16,0-62-48 15,0-1-102-15,0-6-20 16,6-3-21-16,3-6-1 15,5-9-83-15,28-12-142 16,-4-2-402-16,5 0-313 0</inkml:trace>
  <inkml:trace contextRef="#ctx0" brushRef="#br0" timeOffset="2065.08">5967 1356 1854 0,'0'0'236'0,"0"0"-157"16,0 0 72-16,0 0-10 15,0 0-95-15,0 0 43 16,0 0 53-16,-109 74-6 16,102-37-39-16,7 0-14 15,0-3-48-15,0-6-16 16,13-6-11-16,12-6-7 15,4-4 8-15,9-8-9 16,20-4-53-16,-7-2-244 16,-5-10-718-16</inkml:trace>
  <inkml:trace contextRef="#ctx0" brushRef="#br0" timeOffset="2635.24">6533 1307 2141 0,'0'0'504'16,"0"0"-269"-16,0 0-55 16,-142-32-88-16,108 32-47 15,5 6-36-15,7 23 0 16,4 10 3-16,5 7 6 16,5 7-5-16,6 1 19 15,2-6 1-15,2-4-10 16,23-11-11-16,6-10-6 15,10-14 9-15,5-9-6 0,4-3 2 16,-6-26-10 0,-11-6-1-16,-8-9-5 0,-13-5-1 15,-8 3-3-15,-4 9 0 16,0 6 9-16,0 14 0 16,0 10-7-16,0 7 7 15,0 2-23-15,0 20 7 16,7 12 16-16,3 9 0 15,2 3 0-15,3 1 1 16,-1-8 0-16,1-6 12 16,-4-8-12-16,-1-9 4 15,-6-11-4-15,-2-5 4 16,-2-2 18-16,0-27-15 0,0-12-8 16,0-5-5-1,4-3 4-15,10 1-4 0,6 9 5 16,7 9-6-16,2 12 5 15,4 10-11-15,0 8-2 16,-2 0 14-16,-2 17-1 16,-4 8 1-16,-2 8 0 15,-8-1 9-15,-1 2-8 16,-3-4-1-16,-3-2 0 16,6-6-45-16,19-8-168 15,-4-8-625-15,5-6-709 0</inkml:trace>
  <inkml:trace contextRef="#ctx0" brushRef="#br0" timeOffset="2957.62">7324 1285 1719 0,'0'0'247'15,"0"0"-41"-15,0 0-38 16,0 0-79-16,0 0-35 15,-127 122 20-15,121-76 11 16,6-2-3-16,0-3-36 16,8-7-18-16,22-12-19 15,7-8 8-15,10-12-10 16,3-2 8-16,-4-9-9 16,-6-18-5-16,-9-4 9 0,-17-1-2 15,-14 2 12-15,0 2 3 16,-25 5 17-16,-12 2 4 15,-6 7 8-15,-1 7-34 16,4 4-18-16,6 3 0 16,16 0-76-16,10 8-296 15,8 1-818-15</inkml:trace>
  <inkml:trace contextRef="#ctx0" brushRef="#br0" timeOffset="3251.92">7951 1145 1647 0,'0'0'191'0,"0"0"-179"16,0 0 11-16,0 0-11 15,-2 136 0-15,10-90-6 16,4-2 83-16,1-6 56 15,-2-6 12-15,-1-8 45 16,-6-5-13-16,-2-6-48 16,-2-2-56-16,0-3 8 15,-14-1 18-15,-12 2-33 16,-8-2-42-16,-6 2-36 0,-12-2-26 16,13-7-346-1,5 2-1023-15</inkml:trace>
  <inkml:trace contextRef="#ctx0" brushRef="#br0" timeOffset="5121.28">1854 2777 2179 0,'0'0'277'16,"0"0"-163"-16,-15 104 108 15,8-37-69-15,2 5-57 16,5-2-52-16,0-8-29 16,0-9-4-16,0-12-10 15,2-12-2-15,3-10-35 16,0-15-86-16,-3-14-96 16,0-22-145-16,-2-7-697 0</inkml:trace>
  <inkml:trace contextRef="#ctx0" brushRef="#br0" timeOffset="5466.74">1858 2689 1428 0,'0'0'361'16,"0"0"14"-16,0 0 6 15,0 0-123-15,0 0-98 16,0 0-108-16,0 0-9 16,-26 16 14-16,-8 29 6 15,-10 12-21-15,-5 4-12 16,-3 1-16-16,4-7-13 15,5-2 8-15,9-7-9 16,11-8 0-16,4-10-4 16,11-7 3-16,3-10-5 15,5-8 0-15,0 3 0 16,0-6 6-16,0 1 0 16,5-1 0-16,16 0 8 0,10 0-2 15,12 0 37-15,4-4-15 16,2-8 2-16,-5 2-18 15,-1 3-7-15,-5 4-5 16,0 3-10-16,7 0-25 16,5-2-51-16,53-10-97 15,-11 0-171-15,-3-2-554 0</inkml:trace>
  <inkml:trace contextRef="#ctx0" brushRef="#br0" timeOffset="5774.04">3078 2873 1976 0,'0'0'377'16,"0"0"-254"-16,-3 102 143 16,11-47-99-16,13 5-113 15,13-6-21-15,4-6-16 16,4-10-8-16,0-16-9 15,-1-14 1-15,-5-8-2 16,-7-12 2-16,-5-22 2 16,-11-6 6-16,-6-2 30 15,-5 2 22-15,-2 0 26 16,0 6-19-16,0 1-37 16,0 4-8-16,0 0-23 15,0 2-20-15,14-2-112 0,8 5-378 16,-2 8-867-16</inkml:trace>
  <inkml:trace contextRef="#ctx0" brushRef="#br0" timeOffset="6351.95">3715 2919 770 0,'0'0'993'0,"0"0"-829"16,0 0 361-16,0 0-387 15,130-28-96-15,-121 25-29 16,-9 3-4-16,0-3 20 15,0 3 50-15,-16 0 64 0,-6 0-103 16,-5 0-23 0,-4 3-8-16,0 14 0 0,4 12 3 15,7 4-2-15,7 9 17 16,8 4 7-16,5-5 8 16,5-3-12-16,19-8-1 15,8-10-29-15,7-12 1 16,5-8-1-16,8-1 0 15,2-26-32-15,-3-5-22 16,-9-6 16-16,-13-6-15 16,-16 0 25-16,-11 3 1 15,-2 10 27-15,0 11 48 16,-2 11 50-16,0 9-38 16,2 4-59-16,0 25 0 15,2 8 8-15,14 11 9 0,-1 3-17 16,2-1 4-1,-2-6-5-15,-6-7 9 0,-2-12-8 16,-3-11-1-16,-4-12 6 16,0-2 2-16,0-14 7 15,0-20-15-15,-4-10-9 16,-1-6-11-16,5-2 20 16,0 2 0-16,16 7 9 15,10 10-9-15,6 7 1 16,1 15-1-16,-2 11 6 15,-2 0-12-15,-6 27-2 16,-10 6 8-16,-6 10 1 16,-5-1 10-16,-2-2-11 15,2-1-19-15,25-4-118 16,0-7-153-16,4-10-729 0</inkml:trace>
  <inkml:trace contextRef="#ctx0" brushRef="#br0" timeOffset="6673.06">4581 3074 1602 0,'0'0'311'16,"0"0"-57"-16,0 0 58 15,0 0-151-15,120-62-119 16,-105 52-16-16,-10 0-11 0,-5 2 29 15,-9 1-6-15,-22 5 3 16,-9 2-36-16,0 0-5 16,-1 17 0-16,10 7-5 15,12 10 5-15,9 4 6 16,10 1 46-16,0 2 27 16,12-4-29-16,17-10-37 15,4-7-1-15,5-12-11 16,4-8-1-16,3 0-67 15,21-20-151-15,-8-3-250 16,-6-2-433-16</inkml:trace>
  <inkml:trace contextRef="#ctx0" brushRef="#br0" timeOffset="6959.87">5002 2972 1692 0,'0'0'263'16,"0"0"-70"-16,0 0-72 16,125-23-38-16,-90 23-17 15,-12 0-5-15,-15 14 2 16,-8 15 15-16,-6 11 66 16,-23 8-41-16,0 4-45 15,4 0-31-15,8-4-6 16,9-5-21-16,8-8 12 15,0-8-12-15,10-9-1 16,9-10 0-16,6-8-13 0,6 0-86 16,12-22-159-16,-7-5-289 15,-9 0-1218-15</inkml:trace>
  <inkml:trace contextRef="#ctx0" brushRef="#br0" timeOffset="7133.06">5071 3180 2141 0,'0'0'480'0,"0"0"-283"15,0 0-40-15,0 0-74 16,0 0-83-16,0 0-49 0,133-21-137 16,-32-4-168-16,-16 4-152 15,-5-2-214-15</inkml:trace>
  <inkml:trace contextRef="#ctx0" brushRef="#br0" timeOffset="7605.9">5573 2989 2107 0,'0'0'330'16,"0"0"-50"-16,-116 61-101 16,80-19-62-16,12 5-40 15,17 2-5-15,7-7-25 16,17-8-24-16,21-11-22 15,9-14-2-15,3-9-4 0,-2-5-23 16,-3-22-35-16,-11-7-30 16,-8-4 11-16,-11-2-20 15,-6 1 27-15,-4 4 14 16,-5 9 61-16,0 8 36 16,0 12 100-16,0 6-49 15,0 2-68-15,0 23-19 16,7 7 0-16,1 6 1 15,1 5-1-15,3-5 9 16,-3-6-1-16,-3-10 17 16,0-7-10-16,-2-12-8 15,-2-3-1-15,-2-10-6 16,2-18-16-16,0-10-45 0,7-5 37 16,5-3 22-16,5 7 2 15,6 4 54-15,2 12-2 16,-1 9-11-16,1 14-5 15,-3 0-35-15,-4 18 8 16,-3 14 2-16,-5 3-2 16,-1-2 0-16,3-1-3 15,-1-6-12-15,26-4-60 16,-6-5-232-16,5-8-1003 0</inkml:trace>
  <inkml:trace contextRef="#ctx0" brushRef="#br0" timeOffset="7975.01">6366 3038 1597 0,'0'0'203'16,"0"0"-13"-16,0 0 47 15,0 0-148-15,-95 124-38 16,95-81 47-16,8-6 14 15,21-9 13-15,9-11-77 16,7-12-21-16,1-5-16 16,-4-4 3-16,-3-20-7 15,-8-3 2-15,-12-10-1 16,-7-1 7-16,-10 0 1 16,-2 4 24-16,0 10 79 0,0 10 3 15,-2 10-15-15,2 4-65 16,0 9-42-16,0 22 1 15,0 8 22-15,7 5-12 16,6 2-5-16,1-7-6 16,-4-8 0-16,2-9-38 15,1-15-77-15,0-7-177 16,-3 0-405-16</inkml:trace>
  <inkml:trace contextRef="#ctx0" brushRef="#br0" timeOffset="8326.67">7046 2578 1698 0,'0'0'245'0,"0"0"-154"16,0 0 75-16,0 0-166 16,0 0-359-16,0 0-609 0</inkml:trace>
  <inkml:trace contextRef="#ctx0" brushRef="#br0" timeOffset="10744.34">6080 2667 1358 0,'0'0'349'15,"0"0"-66"-15,0 0-148 0,0 0-91 16,0 0 84-16,8 138 29 16,-6-70 40-16,-2 5-24 15,0-1-28-15,0-3-33 16,-14-6-39-16,-1-7-31 15,1-8-10-15,1-10-11 16,7-9-20-16,0-13 10 16,4-8-11-16,2-6-26 15,-2-2-5-15,2 2-43 16,-2-1-120-16,0 9-176 16,2 1-160-16,0-3-523 0</inkml:trace>
  <inkml:trace contextRef="#ctx0" brushRef="#br0" timeOffset="11217.02">7060 3002 1844 0,'0'0'228'0,"0"0"-57"0,0 0 124 16,0 134-77-16,0-79-54 15,0-8-47-15,0-5-49 16,0-9-18-16,0-12-26 15,2-8-12-15,4-11-11 16,-1-2 12-16,-3-7 6 16,-2-21 7-16,0-11-25 15,0-4 10-15,0-4-1 16,0 10 11-16,0 7 18 16,0 12-17-16,2 12 4 15,16 6-17-15,7 2 12 0,6 20-11 16,2 10 26-16,-1 6-25 15,-6 3 4-15,-4-2-6 16,-2-5-8-16,1-8-1 16,3-9-39-16,25-17-95 15,-2-4-327-15,-3-18-513 0</inkml:trace>
  <inkml:trace contextRef="#ctx0" brushRef="#br0" timeOffset="11464.47">7583 3118 1805 0,'0'0'370'0,"0"0"-243"16,-66 108 348-16,50-68-288 15,13-8-54-15,3-9-52 16,25-18-57-16,19-5 9 0,12-7-6 16,4-24 0-16,-4-3-21 15,-16 0 6-15,-15-1-11 16,-17 9 10-16,-8 1 3 15,-8 4 10-15,-19 4-9 16,-2 1-14-16,2 5-1 16,10 2-30-16,17-12-64 15,2 5-92-15,20-3-655 0</inkml:trace>
  <inkml:trace contextRef="#ctx0" brushRef="#br0" timeOffset="11660.21">8036 2965 1262 0,'0'0'712'0,"0"0"-461"16,0 0 215 0,33 107-272-16,-22-66-27 0,-2-2-54 15,2 0-50-15,-4-1-44 16,-1-7-2-16,-4-4-17 16,-2-4 0-16,0-5-20 15,-2-5-33-15,-15-4-2 16,-18-3-54-16,2-3-177 15,-2-3-509-15</inkml:trace>
  <inkml:trace contextRef="#ctx0" brushRef="#br0" timeOffset="15211.73">1661 4200 1795 0,'0'0'316'16,"0"0"-150"-16,0 0 78 15,129-66-117-15,-74 54-56 16,-1 11-48-16,-8 1 15 16,-10 8-27-16,-14 13 11 15,-17 9 13-15,-5 1 36 16,-23 5 4-16,-17 1-42 0,-6 0-11 16,3-7-22-1,12-7 6-15,11-11 2 0,13-9-9 16,7-3 2-16,0 0-2 15,21-1-6-15,8-8 6 16,6 4 1-16,5 2 0 16,3 3 18-16,-6 3-18 15,-3 18 13-15,-14 7-12 16,-13 8 0-16,-7 4 7 16,-21 4 44-16,-21 0-14 15,-9-1-16-15,-5-9-2 16,3-7-20-16,4-12 14 15,13-9-8-15,7-6 0 16,13-2-6-16,12-16-35 16,4-3-101-16,41-16-191 0,9 4-292 15,6 6-792-15</inkml:trace>
  <inkml:trace contextRef="#ctx0" brushRef="#br0" timeOffset="15653.81">3422 4238 2105 0,'0'0'689'0,"0"0"-659"15,0 0 32-15,-10 130 87 0,-5-50-37 16,-3 10-34-16,0 0-6 15,9-15-9-15,0-3-30 16,5-14-24-16,4-20-1 16,0-20-7-16,0-18 1 15,0-7 4-15,2-33 2 16,0-15-8-16,0-15-1 16,0-9-6-16,6 1 7 15,5 6 0-15,7 7 0 16,4 10 0-16,5 17 1 15,2 11 27-15,0 13-5 16,0 14-5-16,4 7-17 0,-4 32-1 16,-5 14 9-1,-4 8-2-15,-5 7 2 0,-5-1-8 16,0-6-1-16,-3-10 12 16,-1-7-24-16,3-12-9 15,3-8-68-15,1-11-80 16,-3-8-294-16,-3-5-317 0</inkml:trace>
  <inkml:trace contextRef="#ctx0" brushRef="#br0" timeOffset="15961.64">3586 4740 1633 0,'0'0'532'0,"0"0"-430"0,0 0 186 15,0 0-117-15,127 86-21 16,-96-57-79-16,-4-3-50 16,-9-8-5-16,-7-6-15 15,-5-9 12-15,-3-3-6 16,-3 0 20-16,0-14 55 16,0-14-49-16,0-3-21 15,0-8 14-15,0 0 10 16,7-2-5-16,10 1-11 15,8 4-10-15,4 3-19 16,0 2 9-16,2 6-28 16,0 7-106-16,11 8-132 15,-7 6-374-15,-4 4-441 0</inkml:trace>
  <inkml:trace contextRef="#ctx0" brushRef="#br0" timeOffset="16375.61">4255 4520 751 0,'0'0'1017'15,"0"0"-696"-15,0 0 47 16,0 0-129-16,0 0-113 16,-127 102-60-16,123-65-19 15,4-5-9-15,2-6-17 16,20-9-2-16,9-9-4 16,5-8-3-16,-1 0 4 15,-3-13-15-15,-5-10-1 0,-9-5-2 16,-10-2 1-16,-3-2-8 15,-5 2 9-15,0 4 0 16,0 8 1-16,0 10 9 16,-2 8-6-16,2 0-4 15,0 26-12-15,2 12 4 16,11 12 9-16,-4 8-2 16,-2 8 2-16,-5 0 0 15,-2-1-1-15,-4-6 1 16,-19-4-1-16,-4-9 0 15,-4-10 30-15,-5-8-6 16,1-8 31-16,-1-10 11 16,0-8 5-16,0-2-18 0,3 0-21 15,4-20-22 1,8-4-10-16,4-6-49 0,17-18-69 16,0 8-149-16,17 2-976 15</inkml:trace>
  <inkml:trace contextRef="#ctx0" brushRef="#br0" timeOffset="16959.2">4467 4752 1971 0,'0'0'332'16,"0"0"4"-16,0 0-121 15,0 0-142-15,120-118-57 16,-95 100 1-16,-10 3-10 15,-6 7-2-15,-9 1 84 0,0 3-15 16,0 2-47-16,-14 2 4 16,-3 4-8-16,-1 22-22 15,-2 12 20-15,7 10-15 16,8 2 0-16,5-4-6 16,7-10 1-16,22-9 0 15,6-17 1-15,6-10-2 16,-1-2-35-16,-2-23-27 15,-9-8-54-15,-11-9-4 16,-10-4-7-16,-5 3 57 16,-3 3 55-16,0 12 15 15,0 12 119-15,0 12 35 0,0 4-98 16,0 20-55 0,0 16 31-16,8 10-18 0,4 4 22 15,-1 0-23-15,-3-7 13 16,2-9-25-16,-6-13 7 15,-1-8-8-15,-3-12-1 16,0-1-23-16,0-14-8 16,-7-16-10-16,2-10 11 15,5-6 31-15,0-2 0 16,12 2 40-16,10 8 29 16,2 10-24-16,0 11-15 15,3 17-10-15,-4 0-16 16,-4 23 5-16,0 13 6 0,-9 3-4 15,-2-1 5 1,-4-6-15-16,-2-5-1 0,0-8-13 16,14-14-89-16,-3-3-269 15,5-2-623-15</inkml:trace>
  <inkml:trace contextRef="#ctx0" brushRef="#br0" timeOffset="17187.02">5318 4335 1793 0,'0'0'774'0,"0"0"-546"15,0 0-50-15,0 0-115 16,0 0 33-16,-4 153-6 16,12-75-26-16,0 1 8 0,-2-4-51 15,-4-8 6-15,1-16-27 16,-3-12 0-16,2-16-1 15,0-9-62-15,-2-14-102 16,0-7-300-16,0-14-1037 0</inkml:trace>
  <inkml:trace contextRef="#ctx0" brushRef="#br0" timeOffset="17434.07">5185 4775 2027 0,'0'0'603'0,"0"0"-414"16,0 0 15-16,0 0-109 16,0 0-68-16,0 0-17 15,143-69-10-15,-97 54 0 0,-8 6-11 16,-7 7 5-16,-7 2 0 16,-7 8 5-16,-9 18-12 15,-3 3 13-15,-5 3 5 16,0 2-4-16,0-5-1 15,0-7-31-15,0-8-138 16,0-7-357-16,0-7-129 0</inkml:trace>
  <inkml:trace contextRef="#ctx0" brushRef="#br0" timeOffset="17742.05">5686 4750 1635 0,'0'0'263'0,"0"0"40"15,0 0 27-15,2 108-106 16,-2-84-71-16,0-6-57 16,0-9-44-16,0-9-44 15,0 0 25-15,0-6-9 16,0-18-24-16,0-9-44 16,0-3 34-16,0-2 10 15,14-2 13-15,8 2 35 16,4 6-30-16,5 10-3 15,6 12-13-15,-6 10-4 16,-2 4 2-16,-7 24 0 16,-6 6 11-16,-10 4 13 0,-4 0 0 15,-2-5-17-15,0-7-7 16,9-12-10-16,5-6-154 16,9-8-792-16</inkml:trace>
  <inkml:trace contextRef="#ctx0" brushRef="#br0" timeOffset="18005.43">6254 4710 1741 0,'0'0'297'16,"0"0"72"-16,0 0-88 15,-31 123-148-15,52-100-60 0,25-11-48 16,16-12-2-16,5 0-13 15,1-22-1-15,-10-10-9 16,-16-2 1-16,-18-3 20 16,-15 2 33-16,-9 3 31 15,-15 2-49-15,-22 4-4 16,-2 6-32-16,-1 6 0 16,15-2-77-16,11 3-444 15,14 2-1548-15</inkml:trace>
  <inkml:trace contextRef="#ctx0" brushRef="#br0" timeOffset="18230.14">6765 4536 1908 0,'0'0'235'0,"0"0"-169"15,0 0 21-15,62 114-7 16,-30-66-43-16,-5 4 51 15,-5-4 32-15,-11-4-21 16,-7-12-53-16,-4-7 23 16,-2-13-41-16,-18-10-16 15,-7-2-12-15,-24-9-137 16,4-11-192-16,-2 1-572 0</inkml:trace>
  <inkml:trace contextRef="#ctx0" brushRef="#br0" timeOffset="19017.9">2010 5779 1365 0,'0'0'542'16,"0"0"-300"-16,0 0 21 16,0 0-98-16,0 0-94 15,0 0-30-15,0 0-3 16,-7 8-26-16,41-18 82 16,3-2-19-16,0-3-32 15,-11 6-25-15,-6 3-16 16,-13 4 5-16,-7 2-6 15,-2 0 5-15,-23 2-5 16,-8 10 12-16,-5 4-13 16,0 2 1-16,5 2 0 0,4-2 1 15,13 2 10 1,9-2-11-16,7 0 17 0,11 0-18 16,22 1 21-16,10-2-20 15,4 1-2-15,-2 5 2 16,-10 2-1-16,-10 1 0 15,-14 3-1-15,-11-4-1 16,-2 1 2-16,-27-3 18 16,-9-5-12-16,-4-8 14 15,-3-10-5-15,3 0 12 16,3-12-15-16,10-8-6 16,8-1-6-16,11 6-46 15,10 6-94-15,16 4-408 16,13 2-703-16</inkml:trace>
  <inkml:trace contextRef="#ctx0" brushRef="#br0" timeOffset="19430.45">3673 5886 1211 0,'0'0'731'0,"0"0"-533"15,0 0-22-15,0 0 22 0,0 0-34 16,0 0-67-16,0 0-13 15,0-116-22-15,-11 103 21 16,-7 3 26-16,-4 6-55 16,-5 4-11-16,1 0-42 15,-3 24 15-15,0 10-16 16,4 12 8-16,7 14-8 16,7 7 6-16,9 2 8 15,2 1-5-15,19-9 0 16,22-13-3-16,15-14-12 0,8-15 6 15,36-19-75-15,-17-19-175 16,-10-8-651-16</inkml:trace>
  <inkml:trace contextRef="#ctx0" brushRef="#br0" timeOffset="19693.08">4032 5975 464 0,'0'0'1601'0,"0"0"-1431"15,0 0 40-15,-41 109-11 16,41-65-53-16,6-1-54 16,23-11-40-16,8-15-27 15,7-13 5-15,2-4-6 16,-7-18-13-16,-10-10-2 16,-12-5-8-16,-13 1 28 0,-4 1-28 15,-12-1 45-15,-15 3-4 16,-1 3 0-16,-1 5-3 15,4 0-12-15,7 3-27 16,18-10-9-16,0 7-114 16,4-4-631-16</inkml:trace>
  <inkml:trace contextRef="#ctx0" brushRef="#br0" timeOffset="19873.91">4473 5741 2485 0,'0'0'550'16,"0"0"-432"-16,0 0 41 0,-24 116-44 16,21-64-64-1,3 0-37-15,3-2-14 0,17-6-5 16,4-9-58-16,22-9-116 16,-9-10-328-16,1-12-812 0</inkml:trace>
  <inkml:trace contextRef="#ctx0" brushRef="#br0" timeOffset="20503.43">4821 5895 2306 0,'0'0'365'0,"0"0"-247"16,0 0 70-16,-143 112-71 15,126-55-35-15,14-5-64 0,3-6 17 16,29-12-26-16,18-16 1 15,7-16-10-15,2-2-5 16,-6-22-17-16,-7-15-32 16,-11-7-29-16,-13-3-29 15,-9 1-6-15,-8 4 51 16,-2 10 67-16,0 11 13 16,0 17 98-16,0 4-59 15,2 13-50-15,7 16-2 16,1 7 7-16,2 4 16 15,1-1-23-15,-3-7 33 16,0-9-2-16,-3-11-16 16,-3-7-8-16,-2-5 14 0,1-10-9 15,-1-19-12-15,3-7-60 16,-1-7 10-16,5-1 50 16,2 5-9-16,3 7 9 15,1 15 18-15,1 10 43 16,4 7-52-16,0 10-9 15,4 21-1-15,-1 6 1 16,-4 3 14-16,0-1-2 16,-7-7 25-16,-2-13-16 15,-3-9-9-15,-3-10-3 16,0 0 21-16,1-21-6 16,2-12-23-16,2-4-1 15,1-4 8-15,4 3 4 0,-1 6 10 16,1 12 19-1,1 12-12-15,1 8-2 0,-1 10-27 16,-1 22 1-16,-3 12 5 16,-4 3-6-16,-5 1 4 15,0-6 7-15,-2-8-16 16,0-13 5-16,2-9-6 16,3-12-98-16,0-12-66 15,3-7-691-15</inkml:trace>
  <inkml:trace contextRef="#ctx0" brushRef="#br0" timeOffset="20917.74">5708 5571 1048 0,'0'0'1496'16,"0"0"-1167"-16,0 0-87 16,0 0-131-16,0 0-94 15,0 0 7-15,25 155 21 16,6-72-4-16,3 8 6 15,-3-3 13-15,-4-9-26 16,-7-13-28-16,-7-15 0 16,-9-19-5-16,-4-16-2 15,0-16 2-15,-6 0 10 16,-10-24-5-16,1-10-4 16,4-8-2-16,5-3 2 0,6 1-2 15,17 3-21 1,20 5-8-16,11 7-22 0,7 13-1 15,-2 15 28-15,-6 1 2 16,-11 24 1-16,-18 13 4 16,-18 7 7-16,0 1 10 15,-22-4 32-15,-12-4-4 16,-3-9 11-16,-2-10-30 16,1-9 1-16,5-9-10 15,6-3-19-15,5-19-75 16,9-8-110-16,10-14-286 15,3 6-178-15,0 6-506 0</inkml:trace>
  <inkml:trace contextRef="#ctx0" brushRef="#br0" timeOffset="21068.54">6192 5937 1899 0,'0'0'511'0,"0"0"-29"15,0 0-252-15,0 0-116 16,7 104-73-16,-5-78-28 15,2-3-13-15,6-3-47 16,23-8-139-16,0-4-374 16,5-8-552-16</inkml:trace>
  <inkml:trace contextRef="#ctx0" brushRef="#br0" timeOffset="21555.38">6634 5921 1443 0,'0'0'1042'0,"0"0"-916"16,0 0 32-16,0 0-19 0,-139 64-63 16,121-17-25-16,12 3 9 15,6-7-14-15,0-6 1 16,29-13-40-16,8-16 8 16,11-8-15-16,3-12-40 15,-5-18-84-15,-8-6-28 16,-13-5-40-16,-11 0-13 15,-12 0 126-15,-2 7 79 16,0 9 13-16,0 11 237 16,0 10-37-16,0 4-115 15,0 13-85-15,6 24-2 16,7 8-10-16,1 8 7 0,-1-1-7 16,-3-4 25-16,-4-9-25 15,-2-13 4-15,-4-15-4 16,0-11 0-16,0 0-1 15,0-30-32-15,0-9-70 16,7-14 24-16,5-3 57 16,3 1 21-16,7 6 78 15,3 11 13-15,-1 15-52 16,-2 17-21-16,-1 6 3 16,-4 22-20-16,-5 20-1 15,-6 7 31-15,-6 0 10 16,0-5 1-16,0-9-41 15,0-11-2-15,13-14-48 0,3-8-317 16,13-2-1379-16</inkml:trace>
  <inkml:trace contextRef="#ctx0" brushRef="#br0" timeOffset="21838.91">7403 5966 1733 0,'0'0'295'16,"0"0"59"-16,0 0-77 16,-36 140-152-16,51-106-73 15,33-12-25-15,12-16-27 16,4-6-57-16,-1-11-98 0,-7-16 73 16,-17-6 79-16,-14-2 3 15,-12-3 100-15,-13 2 43 16,0 3-1-16,-19 5-9 15,-15 6-34-15,-4 8-27 16,-4 4-43-16,2 6-29 16,9 4-60-16,21 0-171 15,10 0-490-15,0 0-1108 0</inkml:trace>
  <inkml:trace contextRef="#ctx0" brushRef="#br0" timeOffset="22067.29">8005 5755 2184 0,'0'0'292'0,"0"0"-209"15,0 0 82-15,71 106-8 16,-38-67-111-16,-4 0 52 16,-6 0-21-16,-13-3-33 15,-10-7-26-15,0-5 21 16,-13-5 18-16,-11-11-27 15,-5-6-30-15,-7-2-8 16,-22-14-34-16,7-11-209 16,0 2-919-16</inkml:trace>
  <inkml:trace contextRef="#ctx0" brushRef="#br0" timeOffset="39841.32">29201 2481 1273 0,'0'0'167'0,"0"0"-26"16,0 0 27-16,0 0-85 16,0 0-38-16,0 0 8 15,-41-39 13-15,20 35 51 16,-6 1 26-16,-4-2 0 0,-2 1-7 16,2 2-47-16,2-1-44 15,2 3-8-15,2 0-8 16,-2 0 1-16,-2 0-5 15,-6 3 11-15,-5 11-9 16,-8 0 13-16,2 4-15 16,-1 0-7-16,7 0 2 15,5 1-8-15,6-2 4 16,0 4-15-16,0 1 15 16,2 3-15-16,-4 1-2 15,-3 6 2-15,-6 3 9 16,-7 5-1-16,-4 6 10 15,-2 4 9-15,-1 6-4 0,5 5 8 16,7 3-31-16,6 4 20 16,5 6-21-16,0 18 6 15,2 25-5-15,2 25 10 16,7 11-5-16,9-3 0 16,11-10-6-16,0-30 9 15,6-22-8-15,12-19 5 16,8-8-4-16,11 9-2 15,9 8 2-15,14 11-1 16,9 0 1-16,14-3 8 16,6 0-9-16,23 6 11 15,21 3-12-15,19-7 21 0,-11-18-9 16,-28-27-3 0,-33-24-9-16,-22-12 1 0,5-2 5 15,1 0-6-15,3-2 5 16,-9-3-4-16,-2 0 4 15,0-6 2-15,0-13 23 16,2-6-11-16,2-5 5 16,-2-2-1-16,-3 2-8 15,-6-3-5-15,-7 6 2 16,-1-4 9-16,-3 2-21 16,-3-2 11-16,1-3-10 15,-5 1-2-15,-4 3-3 16,-7-1 4-16,-5 6 10 15,-5-2 2-15,-6 1 8 16,0-2-7-16,1-4 8 0,-1-2-20 16,3-2 11-16,2-1-3 15,0 1-7-15,-1 4-2 16,2 3 6-16,-1-1-2 16,-1-3-3-16,0-1-2 15,-2-4 2-15,-2-3 1 16,3-8 4-16,-1-1-8 15,4-3 3-15,-1 1-1 16,-1 0 0-16,4 5 1 16,-6 1-1-16,1-1 0 15,-3-3 0-15,-4 0 6 16,0-7-7-16,0-5 1 16,0-6 0-16,-8-5-6 0,-11 1 6 15,0-1 0-15,-6 2-8 16,-10 5 7-16,-10 0-23 15,-11 4 15-15,-13 0-12 16,-14 1-7-16,-23-4-37 16,-35 0-36-16,-32 13-67 15,23 16-364-15,28 22-439 0</inkml:trace>
  <inkml:trace contextRef="#ctx0" brushRef="#br0" timeOffset="41402.37">28007 935 1237 0,'0'0'241'16,"0"0"-30"-16,0 0 18 15,0 0-65-15,0 0-1 16,152-12 23-16,-115 5-36 16,-6 3-60-16,-4 1-62 15,-7 0-10-15,-4 0-9 16,-5 2-3-16,-4 1-6 15,-7 0 1-15,0 0 11 16,0 0 54-16,-10 0-30 16,-11 0-35-16,-6 0 11 15,-6 4-12-15,-6 4 0 0,-1 2 0 16,-2 1 1 0,1 4 0-16,4 2-1 0,8-1 1 15,6-5-1-15,12 1 0 16,7-5-9-16,4-2 7 15,0 0-14-15,0-3 16 16,15 1 0-16,8 1 0 16,6 3 1-16,8 2 0 15,13 3 6-15,6 2-6 16,6 4 23-16,-2 3-16 16,-9 2-2-16,-15 5-6 15,-16 7 0-15,-16 4 2 0,-4 0-1 16,-13 1 11-16,-16-3-12 15,-6-6 17-15,-5-7-1 16,-7-6 26-16,-3-7 8 16,-3-8 3-16,2-3-12 15,6 0-8-15,7-3-12 16,9-12-20-16,10 1 11 16,9 0-10-16,6-1-4 15,4-4-34-15,8-7-101 16,13 4-240-16,3 2-377 0</inkml:trace>
  <inkml:trace contextRef="#ctx0" brushRef="#br0" timeOffset="42490.64">28929 993 694 0,'0'0'235'0,"0"0"173"16,0 0 87-16,0 0-329 16,65 134-22-16,-49-81-60 15,-5 6 19-15,-3-2-23 16,0-6-19-16,-2-7-4 16,-1-8-29-16,-1-7-12 0,-2-11-8 15,-2-8-1-15,0-10-6 16,0 0 36-16,-15-12-16 15,-7-19-9-15,-3-7-11 16,2-6 11-16,4-5 56 16,7 3 25-16,10 3-5 15,2 2-48-15,14 6-7 16,21 5-32-16,12 7 10 16,4 7-11-16,1 13 0 15,-10 3 0-15,-11 12-1 16,-17 16 0-16,-14 10 1 15,0 2 0-15,-31 2 0 16,-8-4 21-16,-3-4-13 0,2-6 4 16,7-7-12-16,8-7 0 15,7-6-6-15,12-8-76 16,6 0-165-16,0-17-370 16,6-3-326-16</inkml:trace>
  <inkml:trace contextRef="#ctx0" brushRef="#br0" timeOffset="42874.84">29241 1267 781 0,'0'0'616'16,"0"0"-212"-16,123-18-102 16,-76 8-67-16,-5 0-75 15,-9-2-106-15,-6 0-16 16,-6-2 1-16,-11 3 13 16,-5-2 18-16,-5 1 12 15,0 3-40-15,-13 6-34 0,-12 3-8 16,-2 0-13-16,0 25 12 15,6 10-4-15,5 7 4 16,11 2-5-16,5-2 5 16,7-4 0-16,20-5 1 15,6-8 0-15,5-11 1 16,3-6 12-16,-4-6-13 16,-1-2 8-16,-5-2-8 15,-6-16 6-15,-11-4 1 16,-8-4 3-16,-6-3 1 15,0-2-10-15,-6 1 8 16,-8 0-8-16,1 5 3 16,5-2-3-16,6 5 7 0,2 0 9 15,7 3-17-15,17 6 0 16,10 0-39-16,19 6-73 16,-8 1-241-16,-7 2-231 0</inkml:trace>
  <inkml:trace contextRef="#ctx0" brushRef="#br0" timeOffset="43138.36">30055 1090 1582 0,'0'0'213'0,"0"0"-61"16,0 0-5-16,0 0-83 16,-44 125 9-16,44-88-1 15,15 2-2-15,3-3 32 0,0-4-27 16,-4-3 9-16,-4-3-42 15,-5-5 1-15,-5 0-26 16,0-5-7-16,-9-4 4 16,-14-2-1-16,-6-8-1 15,3-2-2-15,0 0-2 16,3-4-8-16,5-11-1 16,7 1-122-16,11-5-154 15,0 2-211-15,9 2-474 0</inkml:trace>
  <inkml:trace contextRef="#ctx0" brushRef="#br0" timeOffset="43624.7">30289 1233 1490 0,'0'0'312'15,"0"0"-192"-15,0 0 28 16,0 0 42-16,-58 109 4 15,65-75-28-15,24-5-63 16,7-4-58-16,5-14-26 16,-1-8-11-16,-3-3-2 15,-6-6-6-15,-10-18-6 16,-7-7 0-16,-9-5 5 16,-5 2-27-16,-2 2 22 15,0 10 6-15,0 8 1 16,0 12-1-16,0 2-18 0,0 16 0 15,0 16 18-15,4 7 3 16,4-1 7-16,-2-1 20 16,-1-7 9-16,-1-7-2 15,0-9-14-15,-2-10-17 16,-2-4 13-16,0-4 3 16,0-20-22-16,3-10-9 15,1-11-28-15,5-3 24 16,4 2 12-16,3 9 1 15,4 12 22-15,0 15 6 16,3 10-19-16,-4 6 20 16,4 23 8-16,-5 4 14 15,-1 6-23-15,-1-2-16 16,2-1-10-16,2-3-2 0,20-11-74 16,-2-9-216-16,2-8-724 0</inkml:trace>
  <inkml:trace contextRef="#ctx0" brushRef="#br0" timeOffset="43924.56">31033 1221 1914 0,'0'0'596'0,"0"0"-533"16,0 0 89-16,-115 50 21 16,93-14-26-16,15 2-62 15,7-3-19-15,7-6-24 16,22-7-36-16,9-12 24 15,1-10-29-15,0 0 4 16,-13-15-5-16,-6-18-20 0,-11-1-8 16,-9 0 15-16,0 8 13 15,0 11 9-15,0 6 9 16,0 9-16-16,0 0 5 16,0 18-7-16,5 8 12 15,10 4-10-15,6-2-2 16,6-3 0-16,-2-10-34 15,14-15-121-15,-8 0-388 16,-6-3-777-16</inkml:trace>
  <inkml:trace contextRef="#ctx0" brushRef="#br0" timeOffset="44122.01">31351 1129 1527 0,'0'0'340'16,"0"0"-100"-16,0 0 109 15,19 106-92-15,-1-57-78 16,-5 2-62-16,-1 2-14 16,-8-6-62-16,-4 2-18 15,0-7-23-15,-20 1-1 16,-13-6-67-16,-43 19-108 16,6-10-389-16,-3-6-726 0</inkml:trace>
  <inkml:trace contextRef="#ctx0" brushRef="#br0" timeOffset="63343.52">29156 2442 983 0,'0'0'562'16,"0"0"-200"-16,0 0-59 15,0 0-77-15,0 0-89 16,137 66-51-16,-122-32 11 16,-8-2 8-16,-7-1-17 15,-4-7 2-15,-21-2-16 16,-6-6-20-16,-2-3-25 16,2-8-16-16,2-5-4 0,4 0-3 15,5-14 3-15,7-14-8 16,3-9 6-16,10-6-6 15,0-6 0-15,3 7-1 16,23 8-2-16,5 17-5 16,8 17-4-16,1 5 11 15,-5 27 0-15,-6 6 6 16,-13 3-5-16,-11-4-1 16,-5-2 1-16,-17-8 13 15,-18 0-4-15,-7-8 5 16,-1-2-7-16,5-10-7 15,9-7 6-15,14 0-7 16,6-17 12-16,9-17-12 16,0-12 0-16,7-8 0 0,15 1-1 15,2 7 1-15,5 14-1 16,3 22-6-16,3 10 6 16,-2 16 1-16,-1 18-3 15,-10 8 3-15,-13 3 1 16,-9-4 5-16,-17-2-6 15,-21-3 17-15,-9-6 2 16,-3-6-7-16,8-7-5 16,9-15-7-16,8-2 9 15,7-9-7-15,7-25 4 16,9-12-6-16,2-13 2 16,13-8-1-16,21 0-1 0,10 13-1 15,14 18-15 1,5 26 16-16,1 10 0 0,-6 26 11 15,-12 16-11-15,-23 8 1 16,-17 0-1-16,-6 0 6 16,-29-4 11-16,-19-8 10 15,-3-7 3-15,-5-9-15 16,7-10-3-16,6-11-6 16,10-1 3-16,6-17-2 15,14-21-1-15,7-14-4 16,6-12-2-16,4-5 0 15,21 4 0-15,10 16-8 16,9 23-29-16,10 20 31 16,6 6 5-16,-4 23-5 15,-8 12 4-15,-19 2 2 0,-21 4 0 16,-8-4 0-16,-29-4 12 16,-20-3 3-16,-7-4 3 15,1-6-18-15,3-8 2 16,13-10-1-16,10-2 5 15,10-15-6-15,6-19 0 16,10-11 0-16,3-4-1 16,0 0 1-16,16 14-11 15,9 20-13-15,2 15 8 16,6 2 7-16,-4 26 7 16,-4 8 2-16,-14 2-1 15,-11-2 1-15,-5-4 8 16,-24-6-7-16,-6-4 18 0,-6-5-18 15,6-9 6 1,8-8-6-16,7 0 10 0,9-15-4 16,11-17-5-16,0-9-2 15,16-9-11-15,13 1 11 16,8 11-17-16,3 16 8 16,3 19-1-16,-5 3-4 15,-9 29 13-15,-12 8 0 16,-14 2 1-16,-3 1 11 15,-22-3-5-15,-19-3 4 16,-5-8 4-16,-2-6-14 16,6-7 6-16,9-6-5 0,8-7 5 15,12-4 3-15,11-24-3 16,2-12-6-16,4-8-8 16,16-7 7-16,7 7 1 15,0 12 0-15,-1 18-27 16,-1 18 6-16,-2 0 11 15,-8 20 10-15,-9 8 1 16,-6-3 5-16,-2 2 0 16,-19-5 0-16,-2-4 8 15,0-8-14-15,3-8 8 16,7-2-1-16,4-4 4 16,7-22-4-16,2-9-7 15,0-8-1-15,9 3 0 0,10 8-5 16,6 14-13-1,6 16 4-15,0 2 3 0,1 31 2 16,-10 13 10-16,-11 5 1 16,-11-1 11-16,-11-2-5 15,-22-5 2-15,-7-7-3 16,-5-9 1-16,5-7-6 16,7-9 6-16,6-9-6 15,7 0 8-15,9-27-3 16,4-13-6-16,7-10-1 15,0-10 1-15,20 1-1 16,9 6-6-16,14 17 6 16,7 21-29-16,6 15 18 0,2 21 3 15,-11 16 9 1,-15 10 0-16,-26 1 1 0,-6-4 0 16,-25-2 15-16,-19-8 1 15,-3-7-16-15,-1-7 12 16,5-11-12-16,7-9 7 15,9 0-1-15,9-20-6 16,12-13 11-16,6-18-12 16,0-7-1-16,22-2-5 15,11 6 5-15,9 13-25 16,10 24 20-16,2 17-10 16,-1 10 10-16,-8 26 5 0,-16 10 1 15,-21 4 0 1,-8-1 7-16,-31-3 2 0,-17-7-1 15,-8-6 4-15,0-8-11 16,6-13 8-16,13-7-8 16,10-5 8-16,12-15-1 15,10-21-8-15,5-11 0 16,0-13 1-16,11-5-2 16,12 5-3-16,6 14 3 15,8 18-23-15,11 22 8 16,4 6-1-16,4 32 16 15,-8 11 1-15,-15 6 0 16,-20 1 0-16,-13-3 6 16,-19-3 4-16,-31-7-1 15,-14-5 2-15,-3-6-4 0,5-7-5 16,14-9 4 0,15-10-6-16,17-6 12 0,14-31-12 15,2-12 0-15,14-13-12 16,17-5 12-16,2 9 0 15,7 16-6-15,1 24-13 16,-1 18 5-16,-1 22 2 16,-10 22 12-16,-15 8 0 15,-14 2 6-15,-16-4 3 16,-28-5-2-16,-12-7 2 16,2-8-7-16,3-11 5 15,13-8-1-15,9-11-5 16,9 0 6-16,9-30-5 0,7-9-2 15,4-14-17 1,0-3 16-16,11 1-7 0,7 11-5 16,-1 18-61-16,6 26-54 15,-5 0-173-15,-5 12-886 0</inkml:trace>
  <inkml:trace contextRef="#ctx0" brushRef="#br0" timeOffset="66138.36">28033 3701 1445 0,'0'0'225'15,"0"0"-64"-15,0 0-91 16,0 0-52-16,0 0-12 15,0 0 1-15,-33 45-4 0,15-25 73 16,-6-1 34 0,-12 1 1-16,-11 6-9 0,-11 3-44 15,-11 0-32-15,-6 6-14 16,-2-3-6-16,13-4-4 16,14-6-2-16,29-18-20 15,11-4-146-15,10 0-417 0</inkml:trace>
  <inkml:trace contextRef="#ctx0" brushRef="#br0" timeOffset="66379.2">27715 3604 1491 0,'0'0'284'16,"0"0"-174"-16,0 0-10 16,118 112 36-16,-64-43-33 15,4 9-54-15,-3 1-31 16,0-5-12-16,-3-7-6 16,-3 0-105-16,-11-17-247 15,-15-12-681-15</inkml:trace>
  <inkml:trace contextRef="#ctx0" brushRef="#br0" timeOffset="67581.73">29407 4923 1305 0,'0'0'286'16,"0"0"-38"-16,0 0-27 15,0 0-69-15,0 0-119 16,0 0-26-16,0 0 8 16,-16 130 31-16,-7-68-6 15,-3 2 14-15,-3-1 6 16,0-7-35-16,2-5-12 15,3-8-12-15,1-9 8 16,6-10-9-16,3-12-55 16,-3-12-182-16,3-2-94 15,-1-14-532-15</inkml:trace>
  <inkml:trace contextRef="#ctx0" brushRef="#br0" timeOffset="67799.56">28994 4999 1367 0,'0'0'516'0,"0"0"-446"16,0 0 91-16,147 93 31 15,-84-40-103-15,1 5-59 16,-4 0-27-16,-6-2-3 15,6 22-114-15,-16-15-146 0,-7-8-571 16</inkml:trace>
  <inkml:trace contextRef="#ctx0" brushRef="#br0" timeOffset="68578.62">30584 3948 747 0,'0'0'330'16,"0"0"51"-16,0 0-146 16,0 0-57-16,0 0-74 15,0 0-24-15,0 0-43 16,0-4-24-16,-7 13-7 16,-13 10 3-16,-13 8 71 15,-14 8 0-15,-11 7-40 16,-9 4-23-16,-4-1-6 15,5-1-11-15,14-8 1 0,9-10-1 16,16-8-10 0,3-13-92-16,10-5-265 0,3 0-777 0</inkml:trace>
  <inkml:trace contextRef="#ctx0" brushRef="#br0" timeOffset="68751.81">30084 3942 732 0,'0'0'897'0,"0"0"-719"15,0 0 44-15,123 149-134 16,-70-98-57-16,8 2-31 16,26 11-68-16,-16-16-233 15,-11-10-1180-15</inkml:trace>
  <inkml:trace contextRef="#ctx0" brushRef="#br0" timeOffset="70142.14">30202 2827 1129 0,'0'0'309'0,"0"0"-144"15,0 0-109-15,0 0-30 16,0 0 29-16,0 0 5 16,-82 107-19-16,46-69 28 15,1-1 3-15,-1-3-32 16,3-1-13-16,2-5-26 0,2-5 6 16,2 0-7-1,0-5-92-15,4-6-508 0,8-7-181 0</inkml:trace>
  <inkml:trace contextRef="#ctx0" brushRef="#br0" timeOffset="70344.37">29839 2948 1202 0,'0'0'174'0,"0"0"-22"16,129 82 19-16,-69-40-74 16,-2-1-51-16,-4 0-42 0,0 1-4 15,-14-9-174-15,-14-14-718 0</inkml:trace>
  <inkml:trace contextRef="#ctx0" brushRef="#br0" timeOffset="71027.25">29603 1907 1084 0,'0'0'406'15,"0"0"-107"-15,0 0-66 16,0 0-70-16,0 0-100 16,0 0-10-16,0 0 1 15,-92 104 8-15,57-66-34 16,1-4-9-16,5-2-5 16,2-6-13-16,5-5-1 15,0-7-25-15,-5-13-148 16,7-1-188-16,2 0-691 0</inkml:trace>
  <inkml:trace contextRef="#ctx0" brushRef="#br0" timeOffset="71192.42">29214 1925 1046 0,'0'0'229'0,"0"0"138"16,79 104-114-16,-25-52-120 15,6-2-54-15,2-1-42 16,13 10-37-16,-16-14-6 16,-17-10-652-16</inkml:trace>
  <inkml:trace contextRef="#ctx0" brushRef="#br0" timeOffset="105357.55">32277 3020 1527 0,'0'0'565'0,"0"0"-352"16,0 0 112-16,0 0-86 16,0 0-124-16,0 0-55 15,65 72 26-15,-43-5-15 16,-3 8-16-16,-11 7-13 16,-3 2-8-16,-5-3-23 15,0-5 1-15,0-6-12 16,0-4 8-16,-9-10-7 0,0-7 0 15,2-10-1 1,0-13 0-16,3-7-15 0,2-12-52 16,-2-7-11-16,-1 0 4 15,-2-23-15-15,5-47-118 16,2 4-316-16,0-2-211 0</inkml:trace>
  <inkml:trace contextRef="#ctx0" brushRef="#br0" timeOffset="105779.09">32436 3034 1227 0,'0'0'488'0,"0"0"-288"0,0 0 136 16,0 0-61-16,0 0-98 15,0 0-29-15,0 0-71 16,-16-37-39-16,6 46-37 15,-11 15 8-15,-10 6-9 16,-7 8 26-16,-9 2 4 16,-5 0 1-16,2-1-9 15,-2 2-14-15,6-3-2 16,5-6-6-16,10-1 1 16,12-6-1-16,5-4 1 15,5-3-1-15,7-4 0 16,2-4 0-16,0-2-1 15,0-1 1-15,11-6 1 0,13-1 15 16,10 0 28-16,1 0-13 16,3-4-13-16,-2-2-1 15,-7 2-16-15,-5 0 5 16,-3 0-6-16,-5 0 0 16,1 2-11-16,-1-1-32 15,1 1-62-15,6 2-73 16,-5-5-205-16,-5 1-559 0</inkml:trace>
  <inkml:trace contextRef="#ctx0" brushRef="#br0" timeOffset="106019.33">32750 2999 1741 0,'0'0'493'16,"0"0"-376"-16,0 0-36 16,0 0 66-16,0 0 38 15,0 140-58-15,7-88-63 16,-1-5-38-16,-1 2-19 16,0-2-1-16,-1 1-6 15,-2 23-73-15,-2-13-301 16,0-9-436-16</inkml:trace>
  <inkml:trace contextRef="#ctx0" brushRef="#br0" timeOffset="106161.65">32864 4117 620 0,'0'0'1672'0,"0"0"-1371"15,0 0-71-15,0 0-141 16,0 0-89-16,0 0-37 15,0 0-647-15</inkml:trace>
  <inkml:trace contextRef="#ctx0" brushRef="#br0" timeOffset="127767.31">29212 2404 1071 0,'0'0'400'0,"0"0"-276"16,0 0 49-16,116-6-40 15,-87 22-55-15,-8 8 27 0,-13 5-37 16,-8 2 28-16,0-3 65 16,-26 1-39-1,-10-8-50-15,-4-2-7 0,2-5-28 16,4-9-10-16,7-5-6 16,8 0 9-16,7-4 19 15,10-19-8-15,2-5 2 16,0-6-13-16,18-3-6 15,11 5 1-15,3 6 17 16,3 10-12-16,0 14 0 16,-1 2-15-16,-9 23-8 15,-9 18-5-15,-14 8 13 16,-2 2 9-16,-21 2 9 0,-18-9 1 16,-7-6-25-1,0-11 8-15,9-6-10 0,12-13 1 16,11-8-1-16,10-3 8 15,4-23-3-15,2-9-12 16,20-5 7-16,5 4-7 16,2 8 0-16,5 10-1 15,-1 13-5-15,-2 5 6 16,0 11 0-16,-6 11 0 16,-10 3 0-16,-15 1 6 15,0 1-6-15,-24-3 15 16,-19-4-9-16,-8-4 15 15,2-8-15-15,10-8 4 16,12 0-2-16,19-20-8 16,8-16-5-16,21-10-5 0,22-2 9 15,7 2-10 1,4 13 11-16,-8 21 1 0,-5 12-1 16,-12 12-17-16,-12 26 17 15,-11 7 15-15,-6 3 2 16,-25 0 10-16,-16-8 7 15,1-10 2-15,5-9-28 16,10-12 4-16,10-9-2 16,10-2 11-16,5-24-21 15,0-13-14-15,0-7 14 16,14-1 1-16,1 3-1 16,-1 14-2-16,-4 14-20 15,11 16-116-15,-6 19-241 0,1 8-878 16</inkml:trace>
  <inkml:trace contextRef="#ctx0" brushRef="#br0" timeOffset="183020.22">29231 2692 104 0,'0'0'565'16,"0"0"-483"-16,0 0 14 15,0 0 3-15,0 0-34 16,0 0 12-16,-3-12 21 16,1 12-22-16,0 0-44 15,0-3-12-15,-6 1-7 0,2 2-4 16,-3 0 4-16,-1 0 3 16,-2 0-9-16,1 0-7 15,1 7 2-15,4 3-2 16,4 3 6-16,0-3-5 15,2 1 6-15,0 1-1 16,0-5 4-16,0 0 7 16,4 2 21-16,6-3 13 15,-2 2-5-15,1-2 11 16,3-3-31-16,-4 0-7 16,3-3-4-16,1 0 17 15,1 0 22-15,0 0-29 0,-2-12-9 16,0-2-6-16,-4-2 24 15,-5 0-12 1,-2 2 5-16,0 4-9 0,0 4 8 16,-11 4-7-16,-2 2-9 15,-1 0-10-15,3 0-6 16,3 9 5-16,2 4-9 16,6-1 8-16,0-3-37 15,12 3-108-15,8-1-109 16,0-7-420-16</inkml:trace>
  <inkml:trace contextRef="#ctx0" brushRef="#br0" timeOffset="-178945.39">28996 6670 864 0,'0'0'215'15,"0"0"-194"-15,0 0-7 16,0 0 292-16,0 0-205 0,0 0-67 16,0 3-28-1,0-3 2-15,0 0-7 0,0 2 34 16,0-2 21-16,0 0-8 16,0 0 4-16,0 0-5 15,0 0-5-15,0 0-24 16,0 2-3-16,0 0-15 15,0 4 0-15,0-2-8 16,-4-2-333-16</inkml:trace>
  <inkml:trace contextRef="#ctx0" brushRef="#br0" timeOffset="-177441.84">28842 6805 1575 0,'0'0'276'0,"0"0"-156"16,0 0 148-16,0 0-24 15,0 0-119-15,0 0-30 16,0 0-5-16,-33-35-18 15,29 31 23-15,-3-1-14 0,-2-2-14 16,-4 0-26-16,-3 0-1 16,-2 0-7-16,0 2-12 15,-3 1-3-15,-2 0-6 16,-4-1 3-16,-2 3-9 16,-2 2 8-16,-2 0-13 15,-3 0 19-15,3 0-13 16,-2 4 9-16,4 8-4 15,0 2-4-15,-2 4 1 16,-1 5-8-16,-1 3 8 16,-1 4 2-16,1 2 7 15,4 3-11-15,0 6 5 0,2 3-6 16,2 4 3-16,4 4-1 16,1 5 2-16,2 1 2 15,4 2-6-15,3 1 5 16,6 4-10-16,5 3 19 15,2 3-11-15,0 3 6 16,13 2-2-16,10 3 2 16,6 0 3-16,4 2 2 15,3-3-4-15,6-2-5 16,3-2 1-16,3-6-12 16,8 1 0-16,4-8 1 15,7-2 0-15,5-5 0 16,-1-8 7-16,0-6-2 0,1-8-6 15,-3-9 1 1,0-11 0-16,-3-10 14 0,4-2-9 16,-1-11 18-16,2-15-5 15,-1-6-10-15,1-8-1 16,-2-2-2-16,1-2-5 16,-4-4 7-16,-3 1 5 15,-5-1-12-15,-8 0 29 16,-9 2-3-16,-8-1-1 15,-6-4-10-15,-12-5 2 16,-3-6-3-16,-10-10-13 16,-2-7 2-16,0-8-2 15,-9-2-4-15,-11-1 1 16,-5 1 1-16,-4 5 0 16,-4 0 1-16,-8 2-1 0,-5 2-1 15,-8 3-7-15,-8 7-19 16,-7 10-40-16,-9 8-73 15,-54 9-40-15,21 14-80 16,2 13-598-16</inkml:trace>
  <inkml:trace contextRef="#ctx0" brushRef="#br0" timeOffset="-173960.14">29023 6104 522 0,'0'0'1339'0,"0"0"-1090"16,0 0 45-16,0 0-134 15,0 0-107-15,0 0 33 16,-17 138 41-16,-1-66-38 16,-3 0-5-16,2-1-27 15,0-11-8-15,3-8-32 16,6-10-7-16,1-10-8 16,3-10 7-16,3-8-8 15,0-8 0-15,3-6 8 0,0 0 3 16,0 0 15-16,0-20-13 15,3-9-1-15,8-10-12 16,4-5-1-16,1-2 1 16,3-2-1-16,-4 0 0 15,-2 4 0-15,1-1 1 16,-2 3 0-16,0 0 5 16,-1 0-5-16,0 3-1 15,1 7 1-15,-4 11-1 16,-1 9-11-16,-3 12 10 15,1 0 0-15,4 9 1 16,2 20 2-16,5 7-1 16,3 8 24-16,2 4-10 15,3 3 3-15,3 0-16 0,0 0 7 16,0-5-8-16,-3-6-1 16,-4-5 0-16,-2-6-6 15,-3-9-23-15,-3-11-65 16,1-9-113-16,-4 0-344 15,0-15-641-15</inkml:trace>
  <inkml:trace contextRef="#ctx0" brushRef="#br0" timeOffset="-173793.82">28950 6404 1605 0,'0'0'286'0,"0"0"-116"15,0 0 43-15,0 0 2 16,154 21-132-16,-59-21-83 16,-14 0-94-16,-12 0-556 0</inkml:trace>
  <inkml:trace contextRef="#ctx0" brushRef="#br0" timeOffset="-172833.94">27309 7319 2058 0,'0'0'351'0,"0"0"-162"15,0 0-6-15,9 104-6 16,-5-37-41-16,3 8-40 0,2 2-45 16,4-5-12-16,3-5-24 15,2-12 4-15,-2-10-19 16,-6-12 13-16,-1-12-12 15,-7-9 0-15,-2-12 1 16,0 0 18-16,0-16 1 16,-8-20-11-16,-11-13-4 15,0-11-6-15,-1-8 3 16,4-2-3-16,5 1 0 16,11 6-1-16,0 4 1 15,7 8-1-15,15 8-17 16,9 11 5-16,2 9 13 15,1 11-6-15,0 11 7 0,-10 1-2 16,-4 10-7-16,-9 13-1 16,-11 3 9-16,0 6 1 15,-2-5 10-15,-11-3-11 16,-3-4 5-16,7-7-4 16,5-5-2-16,4-7-35 15,0 1 11-15,6-2-19 16,19 4 25-16,4 4 19 15,6 9 1-15,3 2 6 16,-5 8-7-16,-6 0 0 16,-11 4 0-16,-11 0 2 15,-5-6-2-15,-9 1 15 0,-18-7 6 16,-8 2-3-16,-4-8-3 16,1-1-5-16,3-9-9 15,4-3-1-15,6 0-31 16,-8 0-119-16,6 0-347 15,4-3-946-15</inkml:trace>
  <inkml:trace contextRef="#ctx0" brushRef="#br0" timeOffset="-171752.06">30543 7712 1667 0,'0'0'225'0,"0"0"74"16,0 0-45-16,0 0-92 15,0 0-39-15,0 0-32 16,0 0-46-16,-127-38-9 16,96 38-15-16,-6 22 3 0,-6 8 12 15,1 5 10-15,2 11-7 16,9 0-6-16,8 1 9 16,14 2-20-16,9-4-1 15,3-2-20-15,22-2 26 16,8-8-7-16,4-3-1 15,3-3-10-15,2-10 0 16,3-5 12-16,-3-6-13 16,1-4-8-16,-5-2 6 15,-5 0-6-15,-2 0-19 16,-4-6-47-16,6-8-104 16,-4 2-297-16,-6 0-724 0</inkml:trace>
  <inkml:trace contextRef="#ctx0" brushRef="#br0" timeOffset="-158316.08">28522 9738 1061 0,'0'0'232'15,"0"0"-60"-15,0 0 92 0,0 0-83 16,0 0-60-16,0 0-4 16,-54 0-2-16,40 0 3 15,-3 0-5-15,-5 4-25 16,-3 1-5-16,-2 1-14 16,-4 2 2-16,0 3-12 15,-3-2-3-15,-1 6 4 16,-1-1-3-16,-1 1 3 15,0 2-30-15,4-1-5 16,-1 2-13-16,8-1 8 16,-1 2 1-16,5 3-6 15,2 2-5-15,-3 8 1 16,2 9 19-16,-4 2-6 0,2 10 6 16,-1 1-16-16,4 4-5 15,2-3-1-15,2 0-1 16,1-1-1-16,2-4 5 15,3 0 4-15,2 0-5 16,-1 1 10-16,5 2-19 16,4 5 17-16,0 1-4 15,0 3 4-15,8 1-2 16,15 2-2-16,5 0 1 16,11 3-3-16,5 0 9 15,9 0-5-15,8 3 1 16,3-6-10-16,1 0 7 15,-1-5-13-15,1-6 6 16,5-4-6-16,0-6 6 0,11-4-5 16,4-8 7-16,3-6 3 15,4-5-12-15,-1-6 7 16,-2-4-1-16,-6-7 3 16,-7-4-8-16,-7 0 0 15,-7 0 5-15,-3-12 17 16,-8-6 14-16,-2-3 1 15,-4-2 1-15,-1-5-11 16,-1-5 8-16,-1 1-7 16,-3-6-8-16,-3-2-6 15,-3-2 1-15,-4-4-4 16,-6 0-3-16,-3-1 5 16,-5 5-13-16,-1 0 19 0,1 0-14 15,-1-3 4 1,-1-2-9-16,-1-7 8 0,1-2-9 15,-4-5 1-15,-5-1 0 16,-4-4-1-16,0 0 0 16,-4-6-4-16,-20-7 4 15,-8-4 0-15,-10-21 0 16,0 9-2-16,-8-1-5 16,-3 5 7-16,0 25-8 15,-17 1-5-15,-5 10-31 16,-10 11-1-16,-9 7-49 15,-1 10-43-15,-42 6-52 16,24 9-76-16,10 5-616 0</inkml:trace>
  <inkml:trace contextRef="#ctx0" brushRef="#br0" timeOffset="-156557.81">29409 13593 1565 0,'0'0'242'0,"0"0"19"16,0 0 65-16,0 0-113 16,0 0-61-16,-132-59-28 15,101 52-6-15,-3 0-23 16,-6-2-17-16,-7 1-15 15,-6 2 0-15,-2 0-5 16,-3 4 5-16,2 2-7 16,2 0-10-16,1 0-8 15,2 0 2-15,1 8-17 0,4 3 10 16,-1 6-14-16,0 1 2 16,-2 5-9-16,-1 3 5 15,0 6-1-15,-4 2-1 16,5 4-1-16,0 4-2 15,4 4 4-15,8 0-15 16,3 4 19-16,5 4-20 16,9 2 15-16,3 6-7 15,5 5 1-15,5-1 9 16,3 7-9-16,4-6-9 16,0 3 6-16,0 1-9 15,18 1 3-15,6 0 0 16,5 0 6-16,4 0-5 15,6 3 0-15,3-9 0 16,5 1 5-16,6-4-6 0,7-5 7 16,10-4-6-16,5-1 0 15,8-3 0-15,4-4 0 16,0-4 11-16,-3-4-10 16,-3-9 4-16,-10-2-5 15,-4-13 4-15,-4-2-4 16,-1-6-2-16,0-6 7 15,5 0-7-15,4 0 2 16,3-13 3-16,-3-4-4 16,-2 1 0-16,-3-4 0 15,-7-2 0-15,-3 0 0 16,-3-2-3-16,-3-2 3 0,-2-2 0 16,-3 2 2-16,-3-6-1 15,-2-3 8-15,-3-2-3 16,-4-8-5-16,0-6 6 15,-4-7-6-15,-4-6 4 16,-3-3-5-16,-6-4 1 16,-8-1 7-16,-8-3-1 15,0-10-6-15,-6-1 1 16,-19-2 4-16,-4-7-6 16,-2 3 0-16,-7 1-4 15,-4 3 4-15,-11 10-8 16,-10 6 1-16,-11 12-19 15,-8 9-50-15,-5 13-74 0,-33 15-38 16,24 9-62-16,9 12-590 16</inkml:trace>
  <inkml:trace contextRef="#ctx0" brushRef="#br0" timeOffset="-104821.02">28946 9906 1030 0,'0'0'201'0,"0"0"-16"15,0 0-3-15,0 0-102 16,-95-25-51-16,49 16-20 15,-43-5-9-15,10 2-12 16,2 1-492-16</inkml:trace>
  <inkml:trace contextRef="#ctx0" brushRef="#br0" timeOffset="-103426.1">26979 10057 1445 0,'0'0'352'0,"0"0"-177"15,0 0 2-15,-27 150 94 16,5-66-87-16,-5 4-47 15,-2-12-29-15,-2 0-34 16,6-13-24-16,6-14-22 16,7-10-11-16,5-15-4 15,5-12-5-15,2-12 5 16,0 0 71-16,5-20 36 16,15-18-72-16,0-12-27 15,2-14-2-15,-2-11-10 0,1-3 0 16,-4-4-8-16,-1 4 0 15,1 7 0-15,-3 19-1 16,-5 16 2-16,-1 18-1 16,2 17 0-16,1 1 1 15,5 19-2-15,5 20 9 16,4 12 13-16,-2 7 1 16,-4 7-4-16,-3-3-1 15,-3-4-12-15,-1-8-4 16,-3-10-2-16,-1-6 5 0,0-5-5 15,-2-7-23 1,-2-8-41-16,-4-9-72 0,0-2-171 16,0-3-505-16</inkml:trace>
  <inkml:trace contextRef="#ctx0" brushRef="#br0" timeOffset="-103268.05">26753 10606 1536 0,'0'0'926'16,"0"0"-639"-16,0 0-58 16,0 0-90-16,141-9-94 15,-5-6-45-15,11-2-29 16,-31 7-428-16,-40 6-983 0</inkml:trace>
  <inkml:trace contextRef="#ctx0" brushRef="#br0" timeOffset="-102502.48">28840 12154 1669 0,'0'0'276'0,"0"0"314"15,-4 134-295-15,4-76-107 16,0-4-82-16,0-10-47 16,4-9-28-16,5-13-13 0,-2-8-7 15,-5-11-10-15,1-3 20 16,-3-3 40-16,0-27-1 15,0-12-41-15,6-16-10 16,5-7-1-16,7-1-2 16,5 6-5-16,4 13 0 15,1 19-1-15,-2 19-3 16,1 9-3-16,-6 9-3 16,-6 19 3-16,-13 7 5 15,-2 1-4-15,-4-2 5 16,-16-6 0-16,-2-6 2 15,3-8-2-15,11-5 0 0,8-9 0 16,0 0 0 0,18-9 1-16,13-7 0 0,7 2-1 15,-3 7-1-15,3 7-6 16,-5 0-1-16,2 17 7 16,-9 9-7-16,-4 3 7 15,-13 3 1-15,-9-3-2 16,-9 0 1-16,-31-3 1 15,-13-1 9-15,-8-4 6 16,1-5-6-16,9-4-1 16,15-8-1-16,19-4-7 15,9 0 0-15,8-4-28 16,8-16-94-16,48-21-127 16,-6 4-428-16,8-4-578 0</inkml:trace>
  <inkml:trace contextRef="#ctx0" brushRef="#br0" timeOffset="-101842.08">30477 9578 1844 0,'0'0'290'15,"0"0"193"-15,-121-14-253 16,65 14-100-16,3 14-48 15,6 25-31-15,12 12-2 16,14 7-19-16,21 3-7 16,5-4-16-16,32-6 5 15,19-7-10-15,7-5 4 0,6-11 3 16,0-10-8-16,-2-8 6 16,-7-10-6-16,-4 0-1 15,-10-16-51-15,-3-37-129 16,-14 4-322-16,-9-3-552 0</inkml:trace>
  <inkml:trace contextRef="#ctx0" brushRef="#br0" timeOffset="-65823.66">29014 9893 768 0,'0'0'129'0,"0"0"-90"16,0 0 11-16,0 0 17 16,0 0-22-16,0 0-12 15,-24-60-19-15,13 52-5 16,-3 1 0-16,-1-1-9 16,-6-1-1-16,-5-1 1 15,-8 3-7-15,-10-2 7 16,-10 3-15-16,-10 0-20 15,-32 6-83-15,16 0-142 16,9 0-467-16</inkml:trace>
  <inkml:trace contextRef="#ctx0" brushRef="#br0" timeOffset="-54715.32">29592 15950 1572 0,'0'0'703'0,"-43"104"-613"15,26-34 162-15,-2 14-91 16,13-4-99-16,6-7-39 15,0-15-11-15,0-10-5 16,6-20-6-16,1-20 8 16,-2-8 12-16,2-26 55 0,-3-24-28 15,4-16-26 1,4-11-4-16,-1-7 0 0,5 4 0 16,-1 0-1-16,3 11 1 15,4 11-17-15,3 10 12 16,4 8-13-16,2 12 6 15,2 14-6-15,3 14 0 16,-2 0 6-16,2 36-5 16,-3 14 7-16,-2 17-8 15,-2 5 1-15,-2-2-1 16,-5 2 0-16,0-10 1 16,-4-8-1-16,0-13 0 15,-4-14-12-15,-2-8-63 16,-3-19-146-16,-1 0-350 15,-8-14-629-15</inkml:trace>
  <inkml:trace contextRef="#ctx0" brushRef="#br0" timeOffset="-54570.71">29716 16353 2257 0,'0'0'377'0,"0"0"-27"15,0 0-150-15,0 0-138 16,134-72-52-16,-49 28-10 15,44-28-12-15,-17 9-91 16,-19 1-580-16</inkml:trace>
  <inkml:trace contextRef="#ctx0" brushRef="#br0" timeOffset="-54031.08">31264 14517 2002 0,'0'0'276'16,"0"0"-113"-16,39 133 100 16,-32-61-123-16,-7 3-68 15,0-3-32-15,-9-14-14 16,-6-14-17-16,1-16-2 0,1-16 1 15,1-12 4-15,-3-14 16 16,-1-30-13-16,3-18-5 16,7-17 1-16,6-3-1 15,6-6-2-15,28 12-7 16,13 16-1-16,6 18 0 16,0 19-9-16,-3 19 1 15,-8 4 8-15,-13 21-9 16,-13 11 7-16,-12 4-4 15,-4 2 6-15,-16-2-1 16,-13-3 1-16,0-10 2 16,8-7-1-16,9-8-1 15,12-8-14-15,0 0-7 16,20 0-30-16,7 0-6 16,2 0 39-16,0 0 11 0,-5 20 1 15,0 14 6-15,-5 4 0 16,-6 6 6-16,-9-2 3 15,-4-1 2-15,-9-7 16 16,-22-5 18-16,-6-9-20 16,-13-7-25-16,-43-13-13 15,10 0-371-15,-3-7-1715 0</inkml:trace>
  <inkml:trace contextRef="#ctx0" brushRef="#br0" timeOffset="-38617.49">27469 13872 1328 0,'0'0'397'15,"0"0"-190"-15,0 0 41 16,0 0-58-16,0 0-53 15,0 0-24-15,-4-40 29 16,-12 28-7-16,-1-3-6 16,-8 3-47-16,-4 5-23 15,-4 3-34-15,-8 4-13 16,-1 4-11-16,-4 20-1 16,-4 8 0-16,8 9 1 15,6-2-1-15,12 6 0 16,12-6 0-16,12 2-3 15,7-8 3-15,26 0 0 0,12-5 0 16,5-10 7-16,0-9-7 16,-2 0-10-16,-4-9-19 15,-1 0 10-15,-1 0-34 16,3-12-44-16,-1 1-14 16,14 2-60-16,-12 1-190 15,-9 2-625-15</inkml:trace>
  <inkml:trace contextRef="#ctx0" brushRef="#br0" timeOffset="1607.21">8784 1010 1202 0,'0'0'198'0,"0"0"-9"15,0 0 8-15,0 0-105 16,0 0-17-16,0 0 17 16,52-66-1-16,-34 62 14 15,1 2-24-15,2 2-33 16,-1 0-36-16,-3 0 2 15,0 2-13-15,-4 13 4 16,0 0 2-16,0 5 10 16,-2 3 23-16,-1 3 25 15,-2 1-7-15,1 4-21 16,-5 1 10-16,2 3-22 0,-6 6 33 16,0 3 14-16,0 3-10 15,0 1-8-15,0 1-9 16,0 7-7-16,0 6-9 15,0 7 0-15,-8 10-5 16,2 26 16-16,-5 22-23 16,-1 16 7-16,4-10-8 15,-1-29-7-15,7-31 0 16,2-19-7-16,0 6 5 16,0 8-7-16,15 7 16 15,5-8-15-15,7-2 5 16,6-5-6-16,1-4 2 0,3-5-1 15,-1-10 0-15,-2-7 6 16,-8-7-6-16,-3-9-1 16,-7-8 0-16,-8-8 7 15,-3-2-7-15,-5-2 16 16,0-16-16-16,0-2 7 16,0 0-7-16,-2 1 0 15,-9 4-1-15,-3 0 2 16,1 4-2-16,-1-1 9 15,5 3-14-15,1 6 6 16,-2 3 0-16,-3 0-9 16,-2 15 1-16,-5 16 8 15,-7 9 1-15,-4 9-1 0,-3 8 1 16,-1 2 4-16,4 2 3 16,2-3-8-16,6 0 0 15,5 0 0-15,7 0 0 16,5 7-5-16,3 4 4 15,3 3 0-15,0 7 1 16,0 21 0-16,18 21-3 16,2-11 5-16,0-8-3 15,9 3 2-15,5 7-1 16,3 38 1-16,-1 25 1 16,-9-9-1-16,-11-16 1 15,-12-20 1-15,-2-11 4 16,-2-2-13-16,0-7 7 0,-2-18-2 15,-7-18-5-15,0-17 6 16,2-6 1-16,-4 8 0 16,-2 10-1-16,-2 6 11 15,-4-7 5-15,1-3-16 16,1-9 15-16,-3-6-8 16,-1-6 5-16,0-4 9 15,-2-8-3-15,0-3-4 16,2-9-5-16,-4-8 3 15,-2-8-12-15,0-4 16 16,1 0-16-16,3 0 0 16,10 0-1-16,7 0-44 15,3 0-58-15,0 14-62 16,3 7-190-16,-2 0-415 0</inkml:trace>
  <inkml:trace contextRef="#ctx0" brushRef="#br0" timeOffset="38278.15">9384 1581 1136 0,'0'0'245'0,"0"0"-25"16,0 0-30-16,0 0-49 0,0 0-42 15,131 13 60 1,-81-6 18-16,6 5 5 0,4 2-28 16,9-5-42-16,7-1-43 15,11-4-12-15,24-4-24 16,-4 0-12-16,0 0-9 15,-2 0 0-15,-23-2-12 16,1 0 6-16,-17 2-6 16,-14 0 1-16,-12 0 2 15,-7 0 5-15,-2 0-7 16,-2 0-1-16,0 0 1 16,-6-2 0-16,-5-2-1 15,-9 0 0-15,-7 2 0 16,-2-3 4-16,0 0-4 0,-2-4-25 15,-9 0-19-15,-7-3 1 16,-1-2-5-16,-2 0-33 16,-6-2-5-16,-2 2-2 15,-4 1 60-15,-5 1 23 16,-1 2 5-16,-1 0 0 16,3 2 17-16,3 3 17 15,5 1 30-15,7-1 13 16,9 5 10-16,3 0 9 15,6 0-35-15,4 0-10 16,0 0-32-16,0 0-1 16,0 0-17-16,7 0 7 15,13 0-7-15,7 0 5 0,8 5 3 16,7 4-2-16,5 2 11 16,0 3-18-16,2-2 16 15,-2 2-16-15,-5 4 0 16,-6 1 0-16,-7 0 1 15,-11 1 0-15,-11 2 0 16,-7 0 5-16,0 4-5 16,-19 6 17-16,-12 1 3 15,-2 2 3-15,-3 0-15 16,10-6-8-16,3-7-1 16,12-5-7-16,7-9-44 15,4-2-81-15,15-6-131 16,12 0-384-16,4 0-962 0</inkml:trace>
  <inkml:trace contextRef="#ctx0" brushRef="#br0" timeOffset="38915.31">11816 1419 1654 0,'0'0'374'15,"0"0"-120"-15,0 0 68 0,0 0-96 16,0 0-129-1,0 0-32-15,0 0-31 0,43-46 8 16,-28 24-5 0,1 1 5-16,-5-2 0 0,-2 3-16 15,-5 2 5-15,1 4-10 16,-5 6 18-16,2 4-21 16,0 4-13-16,1 0-5 15,3 12-8-15,3 17 8 16,2 6 1-16,2 14 12 15,1 6 2-15,-3 2 15 16,2 2-20-16,-1 0 13 16,-4-5-22-16,-1-4 11 15,-3-8-10-15,2-9-1 16,-4-9 0-16,0-4 0 0,-2-6-1 16,0-4 1-16,0 0-2 15,0-2-31-15,0 0-45 16,-7 0-60-16,-7-3-105 15,2 0-679-15</inkml:trace>
  <inkml:trace contextRef="#ctx0" brushRef="#br0" timeOffset="39913.59">9851 2994 93 0,'0'0'1458'0,"0"0"-1242"0,0 0-80 16,0 0 12-16,0 0-74 15,0 0-39-15,0 0 67 16,55 34 46-16,-4-27-40 16,16 0 19-16,31-6-38 15,-2-1-10-15,11 0-17 16,0 0-15-16,-13 0-23 15,6 0-16-15,-7 0 2 16,-8 0-8-16,-12 3-2 16,-12-3 0-16,-12 0 9 15,-16 0-8-15,-10 0-1 16,-10 0 9-16,-3 0-1 16,-6-8 1-16,-4-2-9 15,0-2-12-15,0-5-88 16,0 3-96-16,0-1-108 0,-12 1-1 15,-10 2 14-15,-7 2-40 16,-7-1 153-16,-4 5 156 16,-2 1 22-16,1-2 257 15,6 2 5-15,8 0-36 16,10 1-72-16,5 2 34 16,10 2-3-16,2 0-84 15,0 0-71-15,20 0-19 16,9 9-2-16,7 7 37 15,1 1-7-15,2 8-10 16,-3 0 0-16,-10 6-7 16,-4 0-11-16,-8 0-2 0,-12-1 16 15,-2-2-1-15,0-1 21 16,-11-6-23-16,-3-1-1 16,6-3-14-16,1-5-7 15,4-4-54-15,3-3-70 16,21-5-147-16,10 0-70 15,6-8-502-15</inkml:trace>
  <inkml:trace contextRef="#ctx0" brushRef="#br0" timeOffset="40455.32">11888 2815 1839 0,'0'0'253'16,"0"0"-42"-16,0 0 122 15,0 0-133-15,0 0-129 16,0 0-48-16,0 0-22 16,86-8 16-16,-47 8 16 0,-2 0-18 15,-8 2-14 1,-4 12-1-16,-8 2 12 0,-5 4-11 16,-10 4-1-16,-2 5 1 15,-2 3 10-15,-18 1-10 16,-7 4 5-16,-2-3 2 15,-5-1-8-15,1-1 3 16,0-1 6-16,2-4-4 16,6-4-4-16,5-3-1 15,4-4 1-15,8-6-1 16,2-2 2-16,4-4-2 16,2-2 9-16,0 0-7 0,0 2 17 15,10 2-7 1,9 1 29-16,10 0-17 0,10 1-15 15,9-4-2-15,6 0-7 16,6-4 0-16,23 2-25 16,-16-2-156-16,-17 0-599 0</inkml:trace>
  <inkml:trace contextRef="#ctx0" brushRef="#br0" timeOffset="41317.78">9750 4939 1073 0,'0'0'375'0,"0"0"-246"16,0 0 49-16,0 0-8 15,0 0-82-15,0 0-23 16,0 0 25-16,85-9 20 16,-38 18 36-16,15 1-12 15,34-6 33-15,35-4-70 16,31 0 4-16,13 0 1 15,-32-4-17-15,-37 0-35 0,-38 4-19 16,-8 0-14 0,4 0-16-16,3-3 2 0,0 3 3 15,-11-3 0-15,-14 1-5 16,-11-5-1-16,-9 4 0 16,-8-3 6-16,-5 1-4 15,-5 0-2-15,-4-2 0 16,2 2-25-16,-2-5-40 15,0-2-81-15,0 0-119 16,0-12-233-16,0 4-99 16,-6-1-293-16</inkml:trace>
  <inkml:trace contextRef="#ctx0" brushRef="#br0" timeOffset="41565.39">10954 4636 1151 0,'0'0'294'15,"0"0"-194"-15,0 0 24 16,0 0 158-16,0 0-109 16,129 23-2-16,-80-4-14 15,-3 3-36-15,-3 7-69 16,-9 3-28-16,-7 2-12 16,-10 4-6-16,-9-3 16 15,-4 0 5-15,-4-3 37 16,0-2-16-16,-16-2-11 15,-3-1-22-15,2-4-15 16,-10 13-24-16,5-8-182 16,4-6-407-16</inkml:trace>
  <inkml:trace contextRef="#ctx0" brushRef="#br0" timeOffset="42168.21">12061 4520 1825 0,'0'0'225'16,"0"0"32"-16,0 0 82 15,0 0-229-15,0 0-76 16,121-37-17-16,-76 37-10 0,-8 9-7 16,-8 8 5-16,-14 3-4 15,-9 1 11-15,-6 3-12 16,-10 0 11-16,-17 2-2 16,-2-2-4-16,5-4-5 15,8-4 0-15,8-2-1 16,8-2-8-16,0 2 9 15,22 4-8-15,10 4 8 16,1 2 0-16,2 2 0 16,-3 1 0-16,-10-1 1 15,-9-4 5-15,-13 0 9 16,0-1 45-16,-25-3 30 16,-17 3-17-16,-9-4-51 15,-7-2-7-15,5-1-15 16,6-4-9-16,5 2-103 0,15-5-192 15,6 2-490-15</inkml:trace>
  <inkml:trace contextRef="#ctx0" brushRef="#br0" timeOffset="43175.06">10189 5966 811 0,'0'0'159'0,"0"0"-43"15,0 0 117-15,0 0-72 16,0 0-11-16,0 0-57 15,0 0 66-15,-99 48-2 16,97-45 14-16,2 0 49 16,-2 1-28-16,0 0-77 0,2 0-53 15,0 2 6 1,0 2-21-16,2 1 12 0,27 3-11 16,21-1-2-16,39-2-18 15,44-4-20-15,46-5-2 16,10 2-5-16,-28-2 19 15,-41 2-2-15,-46 1 7 16,-12 2-24-16,7 2 9 16,5 2-9-16,1-1-1 15,-10 0 7-15,-14-2-7 16,-9-3-1-16,-13-3 1 16,-10 0 0-16,-11 0 9 15,-3 0-9-15,-5-5 0 16,0-11-16-16,0 0-15 15,0-5-8-15,-7 4-34 0,-4 0-10 16,-1 2-26-16,0 1-37 16,-4 1 97-16,-2 1 31 15,-2 1 18-15,-2 2 18 16,-2 1 58-16,-1 3 23 16,4 2 1-16,4 1 2 15,3 2-52-15,8 0-6 16,6 0-44-16,0 0 1 15,29 0-1-15,13 6 27 16,9 5-10-16,1 1-4 16,-6 5-13-16,-12 8 1 15,-14 7-2-15,-16 3 12 0,-4 11-2 16,-15 0-9-16,-16-1 3 16,-8-1 3-16,6-5-3 15,6-9-3-15,8-7-25 16,12-11-80-16,7-12-173 15,20 0-362-15,7-14-486 0</inkml:trace>
  <inkml:trace contextRef="#ctx0" brushRef="#br0" timeOffset="43743.96">12335 5700 1833 0,'0'0'381'0,"0"0"-208"15,0 0 44-15,0 0-74 16,0 0 7-16,0 0-45 15,-23 117-36-15,0-73-17 16,-4-2-2-16,2-4-26 16,1-4-15-16,6-10 1 15,9-6-9-15,5-7-1 16,4-7 6-16,0-4-6 16,0 0 1-16,16 0 5 0,8 0-5 15,12 0 5-15,10-7-5 16,8-2 0-16,8-1 2 15,3-3 3-15,-1 5-1 16,-8 2-5-16,-13 1-14 16,-12 2-19-16,-13-1-27 15,-7-4-44-15,-4-5 27 16,-1-10-53-16,-1-9-37 16,-3-5 87-16,2-4 39 15,-1 7 41-15,-1 8 81 16,0 11 86-16,-2 10 10 15,0 5-86-15,0 20-57 0,0 23 23 16,0 15 26-16,0 15-16 16,-2 9-15-16,-3 3-44 15,3-3-8-15,2-4-9 16,0 4-82-16,0-19-167 16,-2-21-1222-16</inkml:trace>
  <inkml:trace contextRef="#ctx0" brushRef="#br0" timeOffset="62603.31">15171 2958 1500 0,'0'0'264'0,"0"0"92"15,0 0 0-15,0 0-219 16,0 0-67-16,0 0-9 0,136-51 8 16,-87 42-12-16,3 2 5 15,-2 5-2-15,-2 2-24 16,-6 0-7-16,-9 0-28 16,-8 11 6-16,-14 10-6 15,-11 6-1-15,0 6 1 16,-30 6 15-16,-11 1-2 15,-11 0-7-15,-3-4 4 16,1-4-11-16,9-6 17 16,12-8-16-16,11-8-1 15,13-3 0-15,4-6 14 16,5-1 49-16,0 0-2 16,16 0-35-16,16-8-17 15,12-2-9-15,12 3-3 0,2 4 2 16,2 3 1-16,-2 3-1 15,-4 18-1-15,-8 7-4 16,-11 9 5-16,-10 3-3 16,-16 0 2-16,-9-2 4 15,-7-2 2-15,-24-2-4 16,-11-2 35-16,-5-6 5 16,-7-3 0-16,-1-8-11 15,-1-5 1-15,-2-10-12 16,5 0-11-16,1 0 5 15,8-14-4-15,6-2-11 16,9 2 3-16,9 2-14 16,9 3-7-16,6 0-24 0,5 3-45 15,22-11-50-15,12-3-459 16,6 1-836-16</inkml:trace>
  <inkml:trace contextRef="#ctx0" brushRef="#br0" timeOffset="62876.22">16194 2641 2242 0,'0'0'460'16,"0"0"-339"-16,0 0 68 15,5 120-5-15,-5-44-54 16,0 14-28-16,0 4 4 16,0-15-49-16,0 1-33 15,0-10-24-15,0-11 0 16,11-12-54-16,-2 2-84 16,-2-15-118-16,-5-11-636 0</inkml:trace>
  <inkml:trace contextRef="#ctx0" brushRef="#br0" timeOffset="63325.25">16230 3863 2248 0,'0'0'535'15,"0"0"-262"-15,0 0-139 16,0 0-92-16,0 0-26 15,0 0-10-15,0 0-6 16,90-35-10-16,-90 35 2 16,0 15 8-16,-8 8 25 15,-11-1 2-15,-4-4 3 16,5-3-14-16,1-8-1 16,8-7 0-16,4 0 12 0,5-24-10 15,0-10-17 1,9-2 1-16,11 2 1 0,0 8-2 15,-2 9 0-15,-3 12 0 16,-1 5 0-16,-3 0 0 16,-4 4-1-16,-7 10 1 15,0 4 6-15,-7-1 3 16,-18-2 31-16,1-5-14 16,-3-10-11-16,7 0 4 15,9-8 14-15,4-16-10 16,7-3-13-16,0 2-10 15,0 4 0-15,9 9-1 16,3 5-57-16,10 4-77 16,-2 3-199-16,-2 0-811 0</inkml:trace>
  <inkml:trace contextRef="#ctx0" brushRef="#br0" timeOffset="81912.07">26537 1163 942 0,'0'0'405'0,"0"0"-60"0,0 0-119 15,0 0-32-15,0 0-53 16,0 0-15-16,-22 1-7 16,22-1-13-16,0 3 2 15,14-3-18-15,10 1 20 16,12 2-41-16,6-1-24 16,10 0-20-16,8-2-2 15,4 0-7-15,3 0-7 16,1 0 5-16,-2 0-13 15,1 0 10-15,4-2-4 16,-1-3-7-16,-1 1 0 0,-7 0 1 16,-11 3 0-1,-11-1-1-15,-11 0 1 0,-14 0-1 16,-5 2 3-16,-10-2 8 16,0 2-4-16,0-3-7 15,0 1 24-15,-2-1-12 16,-10-5-3-16,-7-3-9 15,-6 2 0-15,-4-4 0 16,-2 1 0-16,0 0-1 16,6-2 2-16,4-2-1 15,4 2 1-15,5 0 6 16,6 4-6-16,2 2-1 16,2 7 18-16,2 1 4 15,0 0-20-15,0 0-1 16,0 12-2-16,0 7 1 0,0 5 0 15,6 5 1 1,3-1 9-16,-2 0 1 0,0-2-11 16,-1-4 5-16,0-2-4 15,-1-6-2-15,0-4 9 16,-5-4-9-16,0-2 2 16,0-4 0-16,0 0 12 15,0 0 5-15,0-8-3 16,0-8-15-16,-3-4 0 15,-1-2 11-15,-1 2-17 16,-1-1 7-16,2 2-1 16,-1 1 1-16,-2 0 0 15,2 6 0-15,1 2-1 0,4 3 5 16,-2 6-4 0,2-2 15-16,0 3-10 0,0-2-4 15,0 0-1-15,14-1 4 16,7-1-4-16,9 1 7 15,1 3-7-15,0 0-1 16,-2 0 0-16,-2 5 2 16,-3 4-2-16,1 6 0 15,-5-2 0-15,-2 1-1 16,-7 2 1-16,-4-1-12 16,-7-1 11-16,0-3 1 15,0 3 0-15,-12-1 9 16,-5 1-2-16,-8-2-1 15,-2 2-6-15,-2-4 6 0,-4 2-6 16,0 0 0-16,-1-2 1 16,5 2 0-16,3-4-2 15,5 0 2-15,8-2-2 16,4-4 2-16,6 1-1 16,3-3 0-16,0 0 2 15,0 0-2-15,0 0 0 16,0 0 6-16,0 0-6 15,0 0 18-15,0-7-17 16,6-9 9-16,-2-8-9 16,3-4 4-16,-1 1-4 15,-2 1 0-15,1 6 5 16,-3 7-6-16,-2 5 9 16,0 2-7-16,0 4-2 15,0 2 0-15,0 0-1 0,3 0-17 16,-1 10 11-16,2 7 5 15,3 4 2-15,1 1-1 16,-1-5 2-16,0 0-2 16,-2-2 8-16,-1-8-8 15,-4-3 2-15,2-1-1 16,-2-3 8-16,0 0 7 16,0-13 0-16,0-11-15 15,0-6 0-15,0 0 6 16,0 4-10-16,0 6 13 15,0 8-10-15,0 7 1 16,0 3 0-16,0 2-12 16,0 0-5-16,0 0 7 0,0 5 1 15,5 5 7-15,-1 2 4 16,3 0 1-16,-2 0-3 16,-1-2 0-16,0-2 0 15,-2-4 0-15,-2-3 0 16,3-1 1-16,-3 0 9 15,2 0-2-15,-2-9 13 16,2-5-14-16,-2-3-8 16,2 3 2-16,-2 6 4 15,2 3 3-15,-2 5-8 0,0 0 0 16,0 0-17 0,0 0 16-16,0 2-4 0,0 4-2 15,0-1 8-15,0 0-2 16,0-5 2-16,3 0-1 15,-3 0 2-15,0 0 5 16,0 0 4-16,0 0-10 16,0-5 9-16,0-8-1 15,0-3-16-15,-3-1 7 16,1 8-1-16,0 2-20 16,2 5-17-16,0 2-29 15,0 0-47-15,0 0-15 16,20 9-110-16,-2 2-241 15,0 4-211-15</inkml:trace>
  <inkml:trace contextRef="#ctx0" brushRef="#br0" timeOffset="89694.04">12302 1034 879 0,'0'0'243'0,"0"0"-164"16,0 0 155-16,0 0-54 15,0 0-56-15,0 0-17 16,-98-38 0-16,78 28 21 16,0 3-5-16,0-3-11 0,-1-1-47 15,-2 5 11 1,-2 4-57-16,-2 2 8 0,-4 0-26 15,0 0 8-15,0 0-3 16,-1 8 7-16,1 1 5 16,0 0 4-16,0-1 11 15,0 2-21-15,0 2 18 16,-1 0-29-16,-4 2 11 16,-2 2-12-16,-2 2 9 15,1-1-8-15,0 1 0 16,6-4 0-16,1-2-1 15,8 0 0-15,4-3 11 16,0 6-16-16,-3 2 6 16,0 2-1-16,-4 8 0 15,-2-1 1-15,0 7-1 0,4-1 0 16,3-2 0-16,4 3 0 16,0-1-1-16,5 4 0 15,1 1 0-15,4 8 2 16,3 5-1-16,5 4 0 15,0 6-7-15,3 6-2 16,16 5-27-16,8 5-37 16,9 5-19-16,6 8 9 15,5 0-16-15,8-3 32 16,8-2 5-16,7-11 25 16,9-3-22-16,8-17 26 15,27-4 32-15,24-17 1 0,23-18-7 16,-11-14 16-16,-35 0-4 15,-37-18-5-15,-29-8 0 16,2-13-30-16,-4-12-30 16,-5-16 60-16,-11-28 0 15,-6-28 102-15,-4-34 35 16,-8-11 15-16,-9 14-63 16,-4 31-13-16,0 40-12 15,0 25-37-15,-15 7-18 16,-10-7-9-16,-10-5-24 15,-8-1-73-15,-4 8-4 16,-29 0-101-16,12 13-96 16,1 13-722-16</inkml:trace>
  <inkml:trace contextRef="#ctx0" brushRef="#br0" timeOffset="91013.81">12003 2645 469 0,'0'0'163'15,"0"0"-32"-15,0 0-21 16,0 0-59-16,0 0 14 15,0 0 13-15,-122-6 48 16,98 6-60-16,-1 4 11 0,3 1-6 16,1 4 9-1,2-2-36-15,0 4-23 0,-3 1-14 16,-4 6-6-16,-6 0 3 16,-1 2 4-16,-3 1-8 15,3 2 0-15,-1-1 2 16,8 0-2-16,3 2 1 15,10 4-1-15,7 3-1 16,6 6 1-16,0 8 0 16,0 9 5-16,15 9-5 15,5 8-12-15,5 8-142 16,6 3-29-16,7 3 30 0,9-2 1 16,8-4-30-16,12-8 41 15,13-10 83-15,30-10 58 16,29-21 9-16,27-28 56 15,-12-4 17-15,-34-33-29 16,-39-8-27-16,-33-3-26 16,-1-17-2-16,-5-28 2 15,-6-38 14-15,-22-21 98 16,-14 12 81-16,0 30 68 16,-27 37-94-16,-54 8-167 15,6 12-151-15,-8 5-576 0</inkml:trace>
  <inkml:trace contextRef="#ctx0" brushRef="#br0" timeOffset="91689.14">11878 4122 413 0,'0'0'189'0,"0"0"-140"16,0 0-29-16,-147 81-17 16,103-31 17-16,-3 10-13 15,7 13 50-15,2 11 3 16,11 6-11-16,11 2-2 16,16 2 22-16,3-6 45 0,37-4-65 15,23-5-31-15,34-5-17 16,40-12 19-16,36-22-20 15,8-22 6-15,-18-18-6 16,-50-18-87-16,-47-8-314 0</inkml:trace>
  <inkml:trace contextRef="#ctx0" brushRef="#br0" timeOffset="91780.9">12630 4632 598 0,'-36'-104'511'16,"-9"6"-446"-16,1 43-39 15,-25 11-26-15,-61 0-7 16,15 10-20-16,-7 6-121 0</inkml:trace>
  <inkml:trace contextRef="#ctx0" brushRef="#br0" timeOffset="93537.78">12231 5209 1126 0,'0'0'181'16,"0"0"-135"-16,0 0 24 16,-133 15-12-16,92-4-3 15,5 6-27-15,3 2 1 16,4 6-7-16,2 7 2 15,0 12-11-15,-4 26-11 16,-9 34 5-16,0 37-7 16,4 17 5-16,19-4 3 15,17-17-6-15,24-37-1 16,25-22 4-16,42 3-2 16,44-5 6-16,27-1-1 15,25-4-2-15,-13-33-1 0,-24-28 2 16,-15-10 0-16,-25-29-7 15,-28-8 0-15,-19-7-6 16,-5-23 6-16,11-29 9 16,2-32 129-16,1-14 72 15,-30 5 9-15,-27 15-38 16,-15 8-97-16,-44-4-31 16,-33-2-30-16,-27 4-23 15,-25 21-37-15,-20 24-22 16,-17 31-205-16,37 21-107 15,20 16-681-15</inkml:trace>
  <inkml:trace contextRef="#ctx0" brushRef="#br0" timeOffset="103552.18">15528 1460 393 0,'0'0'79'16,"0"0"-58"-16,0 0-4 15,0 0 3-15,0 118-3 16,0-64-9-16,-3 33-1 15,-28 54-6-15,2-13 5 16,-2-9-6-16</inkml:trace>
  <inkml:trace contextRef="#ctx0" brushRef="#br0" timeOffset="122857.21">7806 8311 1684 0,'0'0'319'16,"0"0"26"-16,0 0-176 16,134-37-102-16,-59 28 19 0,4 4-20 15,-4 2 2-15,-12 3-39 16,-12 0-5-16,-17 3-19 15,-19 12-5-15,-15 8 0 16,-9 4 3-16,-33 8 19 16,-14 0-1-16,-6 0-1 15,-1-5-19-15,12-5-1 16,13-8 1-16,11-5 6 16,14-6-6-16,8-4 0 15,5-2 11-15,0 0-4 16,25 0-8-16,10 0 0 15,10 0 2-15,9 9-1 16,-1 6 4-16,-2 8-5 16,-5 4 1-16,-15 9-1 15,-16 7-7-15,-15 3 7 0,-9 3 1 16,-32 0 17-16,-18-3 40 16,-11-2 45-16,-5-9-17 15,-1-3-17-15,7-9-28 16,11-11-8-16,12-8-7 15,13-4-11-15,10 0-5 16,7-9-8-16,3-2-4 16,1 1-28-16,5 3-9 15,7 0-46-15,5 1-42 16,19 0-129-16,6 0-517 0</inkml:trace>
  <inkml:trace contextRef="#ctx0" brushRef="#br0" timeOffset="123144.19">8705 8318 2295 0,'0'0'351'16,"0"0"-51"-16,0 0-44 16,-41 144-102-16,24-78-31 0,3 0-45 15,9 1-47 1,3-7-15-16,2-8-16 0,0-9-6 16,0-6-93-16,7 3-31 15,2-12-129-15,-2-5-599 0</inkml:trace>
  <inkml:trace contextRef="#ctx0" brushRef="#br0" timeOffset="123525.75">8640 9319 546 0,'0'0'1330'0,"0"0"-1059"0,0 0 19 16,0 0-128-16,0 0-108 16,0 0-33-16,0 0 17 15,71-17 6-15,-53 17 24 16,-7 0-24-16,-4 8 0 16,-7 6 0-16,0 1 13 15,-25 0 10-15,-4-2-3 16,-2-2-25-16,2-4-16 15,9-7-7-15,8 0 10 16,10 0 35-16,2-13-44 16,2-1-17-16,15-2-2 15,-5 4 2-15,0 4 15 0,-3 2 7 16,-5 4 0-16,-2 2-21 16,3 0-2-16,2 0-21 15,4 0-80-15,0 0-206 16,-4 0-1308-16</inkml:trace>
  <inkml:trace contextRef="#ctx0" brushRef="#br0" timeOffset="125364.79">10158 8349 454 0,'0'0'1253'16,"0"0"-1045"-16,0 0 152 16,0 0-69-16,0 0-123 15,0 0-38-15,0 0-9 16,0-49-62-16,0 49-15 16,0 6-21-16,-2 13 11 15,-8 10-4-15,-7 7-18 16,-8 10 2-16,-6 3-13 15,2 2 13-15,0-3-13 16,7-4 0-16,4-8-1 16,9-5 1-16,4-7-1 15,5-7 0-15,0 0 0 0,21-5 1 16,8-2 0-16,11-3 0 16,7-2 13-16,1-5-14 15,2 0 12-15,-6 0-11 16,-3-2 6-16,-6-4-7 15,-1 0 0-15,-5 3 0 16,-5-2-6-16,-2 3-13 16,-6-3-38-16,-1 0-26 15,-1-1-54-15,-1-6-156 16,1-16-225-16,-1 2-207 16,-4-5-665-16</inkml:trace>
  <inkml:trace contextRef="#ctx0" brushRef="#br0" timeOffset="125568.46">10572 8369 1134 0,'0'0'403'0,"0"0"-15"16,0 0 117-16,0 0-373 16,0 0-14-16,0 0 76 15,-60 121-40-15,47-61-47 16,1 5-5-16,4-2-46 16,1-1-23-16,3-5-16 15,2-7-9-15,-1-11-7 16,3-6-1-16,0-8-1 15,0-5-55-15,0-5-28 16,7-4-111-16,8-4-296 16,-1-7-425-16</inkml:trace>
  <inkml:trace contextRef="#ctx0" brushRef="#br0" timeOffset="125823.41">10989 8191 2154 0,'0'0'342'0,"0"0"-232"16,0 0 170-16,-16 151-74 16,-1-71-69-16,-1 6-41 15,5-2-46-15,6-10-24 16,5-9-25-16,2-15 5 15,0-8-6-15,0-10-18 0,7-8-72 16,8 4-67-16,-1-8-355 16,-1-6-914-16</inkml:trace>
  <inkml:trace contextRef="#ctx0" brushRef="#br0" timeOffset="126198.34">11136 9368 1918 0,'0'0'267'0,"0"0"-94"15,0 0 193-15,0 0-157 16,0 0-104-16,0 0-62 0,0 0-18 16,76-112 11-16,-38 96 21 15,-9 11 44-15,-13 5-31 16,-14 0-39-16,-2 26 7 15,-21 6 29-15,-16 5 7 16,-12 3-31-16,-2-4-10 16,1-7-24-16,8-11 6 15,9-11-15-15,10-7 15 16,8-3-3-16,8-22-1 16,5-1-10-16,2 1 12 15,0 4 5-15,0 9-6 16,0 6-10-16,0 4-2 0,0 2-15 15,2 0-56-15,7 0-46 16,4 16-66-16,3-2-133 16,-5-3-1092-16</inkml:trace>
  <inkml:trace contextRef="#ctx0" brushRef="#br0" timeOffset="129382.66">12632 8315 1685 0,'0'0'333'0,"0"0"166"15,0 0-233-15,0 0-146 16,134-86-15-16,-65 68 17 0,0 6-48 16,-7 8-22-16,-10 4-20 15,-12 6-25-15,-16 21-7 16,-17 6 1-16,-7 7 4 16,-15 3-5-16,-24 1 13 15,-7-2-12-15,-1-4 8 16,7-7-8-16,9-12 0 15,10-5 0-15,15-10 0 16,6-4 0-16,0 0-1 16,27-4 0-16,8-8 2 15,5 6-2-15,5 6 1 16,-1 0 0-16,-3 14 0 0,-10 16-1 16,-8 4-1-1,-15 6 1-15,-8 3-8 0,-14-1 18 16,-28-3-7-16,-11-4 4 15,-7-5 8-15,-3-8-7 16,5-10-7-16,10-7 5 16,7-5-4-16,12 0 5 15,9-15-7-15,11-2 0 16,9-4-24-16,0 1-43 16,31-6-59-16,8 4-185 15,3 0-512-15</inkml:trace>
  <inkml:trace contextRef="#ctx0" brushRef="#br0" timeOffset="129637.21">13907 8071 2378 0,'0'0'339'0,"0"0"-96"16,0 0-42-16,-75 148-83 16,54-81-45-16,8-2-5 15,8 0-59-15,5-5 4 16,0-5-13-16,12-2-9 0,1 1-53 16,3 27-90-1,-5-13-218-15,-5-10-730 0</inkml:trace>
  <inkml:trace contextRef="#ctx0" brushRef="#br0" timeOffset="130005.42">13855 9302 546 0,'0'0'1495'16,"0"0"-1238"-16,0 0 80 15,0 0-169-15,0 0-93 16,0 0-39-16,0 0 7 16,81-58-17-16,-77 58 1 0,-4 5-3 15,0 7 31 1,-21 3 27-16,-11 2-16 0,-4-3-22 16,3-7-35-16,6-2 6 15,12-5-8-15,8 0 21 16,7-7-1-16,0-5-15 15,0 2-1-15,5 4 19 16,-3 3 15-16,0 0-17 16,-2 1-2-16,0 2-26 15,0 0 12-15,0-2-11 16,0 2-1-16,4-2-18 16,3-6-43-16,-1 2-101 0,-3-3-567 15</inkml:trace>
  <inkml:trace contextRef="#ctx0" brushRef="#br0" timeOffset="131438.95">15867 8139 1896 0,'0'0'279'0,"0"0"55"16,0 0-139-1,0 0-126-15,0 0-12 0,144-20-26 16,-110 14 2-16,-8 3-26 15,-5-3 2-15,-11 5-7 16,-2 1 5-16,-8 0 1 16,0 0-8-16,-10 0 14 15,-19 0-14-15,-15 1 13 16,-12 10-12-16,-4 1-1 16,-4 2 1-16,3 2 5 15,8 2-6-15,6 2 0 16,10 2 0-16,5 3 0 0,8-2 1 15,6 3 0 1,11-3-1-16,7-4 0 0,0-3 0 16,9-4 0-16,18 1 1 15,8-5 10-15,10-2 5 16,6 1 5-16,2 2-19 16,-1 3 9-16,-4 2-10 15,-7 4 3-15,-7 2-4 16,-10 2-1-16,-6-1 1 15,-7 4 0-15,-8-1 0 16,-3 0 1-16,-10-2 44 16,-19 3 27-16,-9-6 4 15,-8-1-16-15,-6-4-11 0,-1-6-13 16,4-2-4 0,6-6-7-16,8 0-7 0,8 0-4 15,7-7-14-15,4-7 1 16,6 0-1-16,0 2-37 15,8-1-32-15,2 4-43 16,8 0-125-16,13 1-553 0</inkml:trace>
  <inkml:trace contextRef="#ctx0" brushRef="#br0" timeOffset="131717.57">16868 7881 2578 0,'0'0'334'0,"0"0"-101"16,0 0-34-16,0 0-121 16,0 0 8-16,-92 158 38 15,63-80-41-15,7 4-23 16,4-4-30-16,11-6-23 15,5-9-6-15,2-10-1 16,0-7-42-16,0-11-52 16,6-5-49-16,17 2-55 15,-3-8-304-15,0-6-1233 0</inkml:trace>
  <inkml:trace contextRef="#ctx0" brushRef="#br0" timeOffset="132085.41">16683 9075 1923 0,'0'0'262'16,"0"0"1"-16,0 0 84 15,0 0-202-15,0 0-76 16,88-104 32-16,-63 100-11 15,-3 4-4-15,-9 0-37 0,-7 6-25 16,-6 13-17 0,-6 4 16-16,-19 1 4 0,-16 1 13 15,-1-6-16-15,4-3-15 16,9-7-1-16,11-9-8 16,11 0 19-16,7-12-17 15,0-11-2-15,7 1 0 16,9 5 0-16,-3 2 0 15,-2 7 11-15,3 7-11 16,-2 1-15-16,5 0-8 16,-2 7-103-16,-1 8-190 15,-10-4-1127-15</inkml:trace>
  <inkml:trace contextRef="#ctx0" brushRef="#br0" timeOffset="138202.59">17877 8330 1134 0,'0'0'204'0,"0"0"20"15,0 0 75-15,0 0-44 16,0 0-87-16,0 0-18 15,-120 90-23-15,104-86-13 16,1-4-11-16,-1 0-30 16,3 0-9-16,4-6-24 15,7-10 38-15,2-3-14 0,6 1-26 16,21 0-37-16,7 4 8 16,3 6 1-16,-3 8-9 15,-7 0-1-15,-11 0-3 16,-12 19-3-16,-4-2 12 15,-8 5 4-15,-20 1 5 16,-8-5 2-16,-2-2-5 16,7-8-6-16,4-8-5 15,8 0 7-15,7-15 5 16,6-11-13-16,6-3 7 16,0-2 4-16,0 4-2 15,15 5-9-15,5 7 0 16,5 7 0-16,2 8 0 0,-3 0 0 15,-2 4-3 1,-4 17-5-16,-13-1 6 0,-5 4 2 16,-7-3 1-16,-22 0 5 15,-4-3 3-15,-1-6-8 16,5-10 0-16,9-2 0 16,11-11 8-16,7-14-8 15,2-6-2-15,2 2 1 16,18 3-1-16,4 7 0 15,8 7-10-15,-1 8 5 16,0 4 5-16,-2 2 0 16,-9 14-10-16,-9 5 10 15,-11-1-3-15,0 0 4 16,-13-4 6-16,-9-3 2 16,-3-6 1-16,6-7-8 0,2 0 11 15,9-12 3-15,4-10 12 16,4-2-18-16,0 4 1 15,0 4-10-15,6 4-11 16,7 7-70-16,14 5-154 16,0 0-458-16,0 2-331 0</inkml:trace>
  <inkml:trace contextRef="#ctx0" brushRef="#br0" timeOffset="139028.51">18571 8003 854 0,'0'0'267'0,"0"0"59"16,0 0 17-16,0 0-80 16,0 0-76-16,0 0-73 15,0 0-59-15,87-24 10 16,-43 17-7-16,3 4 14 15,0 3-10-15,-2 0-39 0,-12 0-12 16,-8 17-3 0,-14 10-7-16,-11 7-1 0,-7 4 12 15,-24 1 4-15,-12-2 1 16,-1-4 1-16,-1-6-12 16,3-5 1-16,6-5-7 15,7-10 3-15,9-2 3 16,9-5-5-16,7 0 13 15,4 0 1-15,0-11 3 16,6 2-17-16,17-1-1 16,8 1-5-16,7 4 4 15,-1 3 2-15,-1 2-2 16,-3 3-1-16,-6 21 1 16,-7 11-7-16,-5 5 8 15,-3 1 0-15,-10 4 0 0,-2-6 1 16,-2 0 0-16,-25-7 23 15,-10-6 37-15,-15-4 29 16,-6-5 7-16,-6-5-22 16,1-9-30-16,5-3-19 15,9 0-5-15,11-8-11 16,11-8-2-16,10 2-7 16,7 0-2-16,10 2-24 15,0 3-53-15,34-2-82 16,4 2-209-16,4 4-595 0</inkml:trace>
  <inkml:trace contextRef="#ctx0" brushRef="#br0" timeOffset="139331.93">19509 7839 2027 0,'0'0'560'0,"0"0"-410"0,0 0 109 15,3 122-80 1,-3-52-72-16,0 10-9 0,-10 0-53 15,6-1-23-15,4-5-22 16,0-2-36-16,0 14-86 16,0-18-127-16,0-14-520 0</inkml:trace>
  <inkml:trace contextRef="#ctx0" brushRef="#br0" timeOffset="139774.04">19454 9061 1525 0,'0'0'488'0,"0"0"-285"16,0 0 282-16,0 0-353 15,0 0-81-15,0 0-14 16,0 0 12-16,79-13-28 16,-79 25-15-16,0 1 11 15,-4 4 13-15,-18-6 22 16,-2 2-22-16,1-8-5 0,8-2-23 16,5-3 13-1,10 0 19-15,0-16 11 0,5-3-30 16,13 5-14-1,0 2 8-15,-5 8 3 0,-4 4 18 16,-5 0-24-16,-4 0-6 16,0 8 9-16,0 5 0 15,0-1-3-15,-11-5-5 16,0 0-1-16,-5-5-1 16,1-2-11-16,-3 0-58 15,-11-5-77-15,4-9-228 16,4 2-531-16</inkml:trace>
  <inkml:trace contextRef="#ctx0" brushRef="#br0" timeOffset="166080.33">8049 9895 1377 0,'0'0'347'0,"0"0"-28"0,0 0 170 16,0 0-270-16,0 0-72 15,0 0-45-15,-75-39-45 16,75 43-35-16,4 19 8 16,13 18 14-16,3 15 23 15,3 14-20-15,-4 12-2 16,0 7-14-16,-9-1 5 15,-2 0-5-15,-8-9-8 16,0-4-4-16,0-7-10 16,0-1 8-16,-14-6-17 15,1-3 12-15,-1-7-12 16,3-7 6-16,3-9-6 16,0-8 1-16,4-8-1 15,2-10 0-15,2-5-1 0,-2-4-6 16,-1 0 6-16,-1 0-18 15,0-4-24-15,2-5-37 16,2-1-18-16,0-11-87 16,0 6-301-16,6-3-252 0</inkml:trace>
  <inkml:trace contextRef="#ctx0" brushRef="#br0" timeOffset="166500.39">7833 10749 1943 0,'0'0'251'0,"0"0"-110"0,0 0-67 16,0 0 58-16,45 137-5 16,-17-79-21-16,-1 4-27 15,0-1 9-15,-3-6-25 16,-3-4-19-16,-4-7-11 15,-3-6-7-15,-1-6-11 16,-1-8-8-16,-2-7-1 16,-3-10-5-16,-3-5 22 15,-2-2 4-15,3 0 39 16,2-16-2-16,4-8-25 16,3-4-20-16,1-3 2 15,7-4-4-15,5-3-11 0,4-2 2 16,3 0-7-1,-3-2 12-15,-2 2-12 0,-10 4 6 16,-2 5-5-16,-9 7 4 16,-4 4-6-16,-1 6-1 15,-3 7 1-15,0 0-9 16,0 6-28-16,0 2-84 16,-3 15-132-16,-12 8-547 0</inkml:trace>
  <inkml:trace contextRef="#ctx0" brushRef="#br0" timeOffset="167206.56">7345 12112 2227 0,'0'0'326'16,"0"0"-235"-16,0 0-42 16,0 0 36-16,15 120 24 15,-1-50-25-15,1 4-15 16,-1 0-17-16,-1-6 6 16,-2-7-28-16,-2-9 9 15,-3-12-6-15,-1-8-10 16,-3-12 2-16,0-5-2 15,-2-12-13-15,0-3 0 16,0-3 47-16,0-21-31 16,-11-10-8-16,-4-5-18 15,-5-6 1-15,-1-1-1 16,2 2 1-16,-4-2-1 16,3-2 0-16,3-1 1 0,3-2 0 15,5-1 17-15,7 1-6 16,2 5 15-16,0 9 0 15,0 7 10-15,0 9 7 16,0 12-4-16,7 4-23 16,5 5-17-16,9 0 0 15,6 17 0-15,2 5 7 16,4 6-6-16,-2 2 0 16,-2-1 0-16,-2 5 4 15,-4-5-5-15,-6 0 0 16,1-3-1-16,-5-5-5 0,1-1-4 15,-3-6-55-15,5-6-38 16,3-8-44-16,27-10-52 16,-5-14-266-16,-1-5-287 0</inkml:trace>
  <inkml:trace contextRef="#ctx0" brushRef="#br0" timeOffset="167618.27">7997 12010 90 0,'0'0'1781'16,"0"0"-1550"-16,0 0 9 16,0 0-22-16,-156 65-74 15,110-26-38-15,-1 5-21 16,3-2-22-16,6-2 3 0,9-7-20 16,6-4-25-16,7-9-7 15,10-8-14-15,6-6 19 16,0-6-18-16,0 0 13 15,11-3 7-15,13-18 6 16,8-5-15-16,1-2-10 16,3 1 9-16,0 1-10 15,-5 6-2-15,0 7 10 16,-2 5-15-16,-2 8 7 16,-5 0-1-16,0 12 1 15,1 16 1-15,-6 11 13 16,-1 10 10-16,-5 1 7 15,-1 4-16-15,-2-4-5 16,1-3-5-16,3-6-6 0,-2-4 0 16,1-7 0-1,3-4-15-15,1-6-29 0,8-8-37 16,19-12-115-16,-2 0-407 16,-4-6-707-16</inkml:trace>
  <inkml:trace contextRef="#ctx0" brushRef="#br0" timeOffset="168054.7">8339 12439 2292 0,'0'0'301'16,"0"0"-186"-16,0 0 88 15,0 0-119-15,0 0-66 16,123-59-18-16,-71 35-14 15,2 0-92-15,-7 0-60 16,-9-2-5-16,-11 2 12 16,-9 1 61-16,-11 4 75 15,-7 4 23-15,0 5 25 16,-7 5-9-16,-11 5-3 16,-7 0-12-16,-4 1 6 15,-4 16-7-15,-3 5 0 16,1 8 64-16,4 4 24 15,4 4-11-15,6 6 12 0,8 0-1 16,9 2 3 0,4-5-15-16,0-6 7 0,7-4-9 15,12-7-12-15,1-4-19 16,1-4-17-16,-2 0-19 16,2-2-7-16,1-5 1 15,1 0-2-15,6-6-19 16,4-3-34-16,7 0-52 15,24-39-172-15,-6 3-349 16,-8-3-1018-16</inkml:trace>
  <inkml:trace contextRef="#ctx0" brushRef="#br0" timeOffset="168341.58">9226 12146 2309 0,'0'0'290'0,"0"0"-92"16,0 0-107-16,0 0-63 15,0 0 13-15,-52 126 28 16,31-73-4-16,-4 0-6 16,0 1-23-16,-1-3-12 15,1-5-11-15,2-6-4 16,6-8-8-16,-1-4 4 15,5-8-5-15,1-8-10 16,4-8-55-16,-1-4-59 0,2 0-124 16,-4-28-250-16,2 0 109 15,0-5-440-15</inkml:trace>
  <inkml:trace contextRef="#ctx0" brushRef="#br0" timeOffset="168513.39">8979 12305 1670 0,'0'0'482'15,"0"0"-161"-15,0 0 143 16,0 0-266-16,0 0-54 16,0 0-61-16,120 129-48 15,-98-84-11-15,-4-3-23 16,0-1-1-16,-5-2-39 16,1-7-41-16,14-4-66 0,-3-9-202 15,0-12-387-15</inkml:trace>
  <inkml:trace contextRef="#ctx0" brushRef="#br0" timeOffset="169224.83">10331 9649 560 0,'0'0'982'15,"0"0"-601"-15,0 0 104 16,0 0-211-16,0 0-92 16,0 0-10-16,0 0-55 15,-13-27-47-15,13 32-40 16,0 19-7-16,13 12 48 15,3 15-5-15,-3 12-10 16,1 14-22-16,-5 7 14 16,-3 6-10-16,1 5-7 0,0-2-5 15,2-5-8 1,-3-9-9-16,4-13-3 0,-4-14 0 16,-3-9-6-16,-1-14 1 15,0-7 5-15,-2-10-12 16,0-5 0-16,0-7-22 15,0 0-4-15,0-7-11 16,0-10-59-16,0-3-35 16,0-1-12-16,0 3-83 15,-4 2-240-15,-3 2-10 16,-2 4-457-16</inkml:trace>
  <inkml:trace contextRef="#ctx0" brushRef="#br0" timeOffset="169622.62">10236 10399 1891 0,'0'0'347'15,"0"0"172"-15,0 0-263 16,0 0-174-16,0 0-15 16,0 0 10-16,0 0-7 15,91 106-28-15,-64-58-12 16,-2 5-5-16,1 3 5 15,-1-3-9-15,1 0-6 16,1-7 0-16,-2-6-15 16,1-9 12-16,-3-12-11 15,2-9 7-15,-2-10 1 16,6 0 24-16,3-14 3 0,-1-14-18 16,-2-5-3-1,-4-6 0-15,-9 3 7 0,-3 0-16 16,-3 2 8-16,0 2-2 15,-4 3-2-15,3 4-8 16,-1 4-1-16,-4 7 0 16,0 5-1-16,-2 5 0 15,0 1-33-15,3 3-47 16,6 0-59-16,15 7-51 16,1 9-324-16,-2 3-756 0</inkml:trace>
  <inkml:trace contextRef="#ctx0" brushRef="#br0" timeOffset="170328.46">10706 11615 1345 0,'0'0'553'0,"0"0"-159"15,0 0-30-15,0 0-100 16,0 0-170-16,0 0-57 0,0 0 50 16,9 156-4-1,9-76-34-15,0 2-20 0,0-7-16 16,1-10-12-16,-1-10 7 16,1-13-7-16,-4-12 0 15,-1-9 3-15,-4-12-4 16,-1-9 0-16,0 0 7 15,-2-12 46-15,2-19-17 16,-3-6-6-16,4-8-3 16,-6-6 3-16,-2-4-20 15,-2-5-2-15,0-4-1 16,0 0-7-16,-14 1 1 16,4 5 0-16,-1 6 0 0,1 6 1 15,6 6-1 1,4 8 7-16,0 4-16 0,0 8 7 15,0 8-16-15,4 3-59 16,12 9-62-16,16 0-164 16,-6 17-436-16,-2 3-727 0</inkml:trace>
  <inkml:trace contextRef="#ctx0" brushRef="#br0" timeOffset="171050.75">11049 11869 1661 0,'0'0'220'0,"0"0"56"0,0 0 190 16,0 0-314-16,0 0-74 16,0 0-45-16,143 10-7 15,-109-20-15-15,-3-4-11 16,-6-2 6-16,-6-2-5 16,-9-1 17-16,-8 4-12 15,-2 3 16-15,0 2-5 16,-21 6-3-16,-3 4-13 15,-5 0-1-15,2 7 0 16,-2 18-1-16,3 8 0 16,1 13 1-16,3 3 14 15,6 6 8-15,9-4 51 16,7-5-22-16,0-4-16 16,25-10-20-16,12-6-3 15,9-5-6-15,4-9-5 0,0-9 11 16,-1-3-12-16,-7 0 0 15,-2-8-19-15,-6-11-4 16,-8-9 4-16,-6-9-8 16,-7-5-3-16,-5-8-2 15,-6-2 31-15,-2 2-1 16,0 2 1-16,0 12 2 16,0 9 0-16,0 12 20 15,0 11 19-15,2 4-23 16,7 14-11-16,7 22-5 15,-1 12 0-15,3 8 4 16,-1 2-4-16,-3-2 10 16,-3-7-11-16,-4-12 1 0,-2-8 0 15,-1-11-1 1,-4-11 1-16,0-7 5 0,0 0 15 16,0-24 23-16,-2-12-25 15,-10-12-18-15,6-6 0 16,4-2 0-16,2 3 0 15,0 8-1-15,6 7-5 16,12 12 5-16,2 7-12 16,2 14 12-16,5 5 0 15,2 4 0-15,0 20 0 16,-2 8 1-16,-2 4 0 16,-10 4 5-16,-3-2-6 0,-6-1 1 15,-4-2-1 1,0-3-31-16,-2 1-54 0,3 0-177 15,1-8-333-15,-2-9-411 0</inkml:trace>
  <inkml:trace contextRef="#ctx0" brushRef="#br0" timeOffset="171521.7">12084 12037 1075 0,'0'0'160'0,"0"0"-115"16,0 0 86-16,0 0 116 15,127-75-33-15,-109 60 25 16,-7 3-32-16,-7 2-35 15,-4 0-13-15,0 2-35 16,0-2-72-16,-13 0-31 16,-7 0-15-16,-2 0 15 15,-3 3 7-15,1 7 19 16,-5 0-22-16,2 3-14 16,-2 21-10-16,2 10 8 15,2 10 5-15,6 6 13 16,9 4 31-16,10 0-13 15,0-4 4-15,29-5-20 0,8-9-19 16,7-10-4-16,3-10-5 16,-3-7 10-16,-2-9-5 15,-3 0 1-15,-6 0-6 16,-8-12-1-16,-4 1-15 16,0-5-27-16,-3 0-72 15,3-6-82-15,0 2-323 16,-8 1-690-16</inkml:trace>
  <inkml:trace contextRef="#ctx0" brushRef="#br0" timeOffset="173054.66">13555 9641 1652 0,'0'0'283'16,"0"0"48"-16,0 0 168 16,0 0-308-16,0 0-64 15,0 0-67-15,0 0-25 16,-18 88 71-16,18-14-15 15,0 13-13-15,0 3-27 0,0-1-6 16,0-4-24 0,0-6-4-16,0-11-16 0,0-9 14 15,0-14-13-15,0-11-2 16,0-8 0-16,-4-10 0 16,0-4-22-16,1-8-43 15,3-2-8-15,0-2-17 16,0 0-10-16,0-2-59 15,0-24-319-15,0 4-193 16,-5-2-597-16</inkml:trace>
  <inkml:trace contextRef="#ctx0" brushRef="#br0" timeOffset="173475.28">13321 10268 1837 0,'0'0'479'16,"0"0"-6"-16,0 0-242 15,0 0-71-15,0 0-67 16,0 0-38-16,0 0 51 16,67 83-16-16,-36-39-33 15,-2 5-6-15,-4 2-27 16,-8 4 3-16,-3 1-21 16,-6-2 12-16,-1-6-17 15,0-9 7-15,0-6-8 16,-3-13 0-16,1-8 3 15,-1-10 3-15,2-2 3 16,4 0 2-16,5-21 23 16,5-2-23-16,5-7-1 0,4-7-9 15,7 0 0-15,-1-3-1 16,1-1 1-16,-7 4-1 16,-5 2 1-16,-9 11 10 15,-3 6-10-15,-7 8 8 16,-5 8 0-16,0 0-9 15,0 2 0-15,2 0-18 16,-2 0-25-16,2 0-65 16,2 0-36-16,4 4-36 15,-2 20-57-15,1 1-472 16,-5-6-895-16</inkml:trace>
  <inkml:trace contextRef="#ctx0" brushRef="#br0" timeOffset="185307.57">15628 1153 1647 0,'0'0'395'0,"0"0"-42"15,0 0-34-15,0 0-135 16,0 0-78-16,0 0-27 16,0-5-43-16,0 5-4 15,0 0 7-15,0 0-3 16,0 0 3-16,0 15 0 16,0 5 8-16,-4 12-11 15,2 10 12-15,-6 8-18 16,0 6 14-16,1 4-11 15,-1 2 0-15,-2 1-11 16,1-1-4-16,3 1 5 16,-6 0 4-16,1 2 0 0,1-3-15 15,-4 0 21-15,1-4-24 16,1 0 13-16,1-4-5 16,0 1-5-16,2-9-6 15,0-4-5-15,3-9 9 16,1-8-10-16,3-9 3 15,2-6 6-15,0-6-9 16,0-2 0-16,0 0 1 16,0-2 0-16,0 0 0 15,0 0 0-15,0 0 1 16,0 0 3-16,0 0-4 16,0 0-2-16,0 0-28 0,0-4-22 15,0-5-44 1,0-3-23-16,0-1-28 0,-2-1-27 15,-10-10-107-15,1 4-374 16,-2 1-218-16</inkml:trace>
  <inkml:trace contextRef="#ctx0" brushRef="#br0" timeOffset="186306.21">15311 2060 1778 0,'0'0'381'0,"0"0"-20"15,0 0-96-15,0 0-129 16,0 0-76-16,0 0-22 16,0 0 12-16,-13 0 13 15,13 0 5-15,0 0-19 0,2 0 17 16,17 0-21-16,4 0-12 16,4 0-17-16,4 0 1 15,3 0-10-15,-3 0-5 16,-2 0 7-16,-4 0-9 15,-5 0 3-15,-7 0-2 16,-3 0-2-16,-6 0 1 16,0 0 0-16,-4 0-2 15,2 0 1-15,-2 0 0 16,3 11 1-16,-1 5-1 16,0 4 2-16,-2 6 4 15,0 5-5-15,0 4 0 16,-4 4 1-16,-9 1 6 0,-6-1-1 15,4-2-4 1,-1-3 13-16,5-8-6 0,2-5 3 16,7-10-6-16,-1-5-2 15,1-3-2-15,2-3 16 16,-2 0 31-16,-2 0 19 16,0-17-10-16,-8-3-34 15,-1-9-12-15,-3 0-12 16,-2-5 7-16,0 0-6 15,-3-2-2-15,-2 4 2 16,1-1-1-16,1 8 1 16,4 4-1-16,5 7 9 0,6 6-3 15,4 3 2 1,2 2-2-16,0 3-3 0,0 0-3 16,0 0-1-16,0 0-17 15,4 0-6-15,14 4 18 16,7 8 5-16,8 2 1 15,5 0 0-15,4 3 7 16,3-5-6-16,-3-4-2 16,-7-3-2-16,-6 0 3 15,-10-3 0-15,-9 0 6 16,-4-2 2-16,-6 2-1 16,0-2 12-16,0 0-18 15,0 0 10-15,0 1-9 0,-3 3-2 16,-6 1-9-1,-6 3 1-15,-6 1 3 0,-1 1 5 16,-3 7 8-16,1-3-7 16,2 2-2-16,4 0-4 15,7-2 5-15,2-6-1 16,7-2 0-16,0-4 0 16,2-2 1-16,0 0 15 15,0 0-7-15,0-14 14 16,0-9-22-16,0-12 6 15,0 0-6-15,0 1 0 16,0 9 0-16,0 8 0 16,0 11 0-16,0 6 0 15,0 0-9-15,0 2-18 16,0 16 20-16,0 5-4 16,0 3 10-16,0-1 0 0,2-1-26 15,9-3-45-15,2-3-21 16,3-6-18-16,6-3-46 15,16-9-68-15,-7 0-434 16,0 0-672-16</inkml:trace>
  <inkml:trace contextRef="#ctx0" brushRef="#br0" timeOffset="197583.2">5463 7197 1607 0,'0'0'328'16,"0"0"-177"-16,0 0-65 15,0 0-48-15,0 0-29 16,0 0 41-16,42 98-5 0,-21-65 26 16,-5 4 21-1,-1-3-27-15,-7 2 7 0,-2 0-23 16,-4-4-9-16,0 1-7 16,-2-9 19-16,2-9-39 15,2-4 4-15,1-7-16 16,3-4 13-16,6 0 5 15,1 0 29-15,8-4 13 16,4-7-16-16,2 1-18 16,4 2-25-16,3 3-1 15,3 3 7-15,11 0-14 16,4 2 12-16,2 0-6 16,2 0 0-16,-6 0 0 15,-2 4 0-15,-8 1 1 0,-7-1-3 16,0-1 4-16,-10-3-2 15,-2 0 0 1,-5 0 1-16,-5-4 6 0,-3-8-5 16,-8-7 6-16,-2-4-7 15,0-5 6-15,0-6-1 16,-12-4-6-16,4-5 1 16,-3-1-1-16,3-5 0 15,2 1 0-15,-1 1 0 16,3 3 1-16,0 3-3 15,-4 10 8-15,4 9-16 16,0 7 10-16,1 9-57 16,3 6-207-16,0 0-507 0,0 8-1107 15</inkml:trace>
  <inkml:trace contextRef="#ctx0" brushRef="#br0" timeOffset="198168.77">6827 7146 1478 0,'0'0'558'16,"0"0"-511"-16,0 0 40 15,0 0 8-15,0 147-18 0,-4-95-3 16,2-2 30-1,-2 0-64-15,4-7-7 0,0-10-18 16,0-8-1-16,0-11 0 16,0-9 11-16,0-5 77 15,6 0 62-15,7 0-49 16,5-8-85-16,0-1-6 16,6-1-23-16,5 1 6 15,5 0-6-15,6 2 0 16,5 4-2-16,2 3 2 15,3 0-3-15,0 0 10 16,1 18-17-16,0 4 10 16,-2 2-2-16,-4 1 2 15,-7 0 1-15,-4-4-2 16,-5-6 0-16,-6-5 0 0,4-9 0 16,0-1 12-16,2-1-6 15,0-15 0-15,0-6-6 16,-2-4 8-16,-9-5-8 15,-5-1 8-15,-9-1-2 16,-4-6-5-16,0 0 11 16,0-4-11-16,-8 1 37 15,-6 0-20-15,3 0 3 16,3 1-15-16,1 6 1 16,2 7-7-16,5 5 1 15,-2 7-2-15,2 6-3 16,0 6-11-16,0 4-128 0,14 0-530 15,-2 0-482-15</inkml:trace>
  <inkml:trace contextRef="#ctx0" brushRef="#br0" timeOffset="198716.01">8337 7211 2016 0,'0'0'216'0,"0"0"-100"16,0 0 44-16,0 120-1 16,2-72-40-16,-2 0-72 0,0 0-1 15,0 1-37-15,0-6 13 16,-4-2-14-16,-10-7-7 15,1-5 8-15,1-9-7 16,3-3-1-16,5-11 5 16,4-2-9-16,0-4 9 15,0 0-1-15,13 0-4 16,14-10 0-16,11-2-1 16,7-1 0-16,8 1 0 15,2 3 0-15,3 1 0 16,-4 4 1-16,-4 4-5 15,-8 0 4-15,-9 0 0 16,-2 4-1-16,-6 4 1 0,-3-4 0 16,1-4 0-16,1 0 5 15,2-4-4-15,-1-16 1 16,0-7 4-16,-3-2-5 16,-4-1-1-16,-7-5 8 15,-2 4-8-15,-2-6 9 16,-5-1 2-16,-2 0-1 15,0-4-10-15,0-2 2 16,0 2 4-16,-2 0-6 16,-11 3-1-16,-10-2-75 15,3 9-214-15,2 7-545 0</inkml:trace>
  <inkml:trace contextRef="#ctx0" brushRef="#br0" timeOffset="200248.07">5639 6860 1453 0,'0'0'334'0,"0"0"-59"16,0 0-67-16,0 0-63 15,0 0-29-15,0 0-6 0,-11-2-49 16,33-10-10-16,5-5-22 16,0 2 7-16,0 1-4 15,-5 5 4-15,-4 6-22 16,-2 3-8-16,-5 0-6 16,-3 15-1-16,-4 6 1 15,0 1 0-15,-4 2 6 16,0 1-4-16,-14 1 9 15,-7 1-10-15,0-1 10 16,-2-6-3-16,3-3-7 16,5-6 4-16,5-5-5 0,10-3 0 15,0-3 0 1,0 0 0-16,0 0-11 0,12 0 2 16,-1 0 9-16,3 1-1 15,-2 7-10-15,5 6 11 16,-2 2-6-16,1 2 6 15,-1 4-2-15,-1 2 2 16,-8 3-1-16,-6-1 0 16,0-1 1-16,-4-1 1 15,-14-3 7-15,-7-8-8 16,0-2 0-16,-15-7-43 16,5-4-175-16,6 0-445 0</inkml:trace>
  <inkml:trace contextRef="#ctx0" brushRef="#br0" timeOffset="202027.08">7208 6805 567 0,'0'0'385'16,"0"0"-148"-16,0 0 2 16,0 0-32-16,0 0-28 15,0 0-22-15,-9 0 10 16,7 0-28-16,2 0-32 16,0 0-24-16,0 0-37 15,0 0-33-15,0 0-13 16,0 0-8-16,9 0 7 15,3 0-6-15,-1 5 0 16,2 0 7-16,-2 5-1 16,0 5 1-16,-4 1-7 0,-4 6 6 15,-3 6-12 1,0 6 5-16,-19 5-26 0,-7 6 22 16,-4 0 12-16,1-1 0 15,3-7 0-15,4-9-1 16,8-6 1-16,8-10 0 15,3-7 0-15,3-3 0 16,0-2 6-16,0 0 10 16,11 0-1-16,10 0 12 15,3-4 4-15,5-2 0 16,5 0-1-16,1 2 11 16,3 0-29-16,3 4 5 15,-4 0-17-15,17 14-65 16,-10 8-226-16,-6 0-374 0</inkml:trace>
  <inkml:trace contextRef="#ctx0" brushRef="#br0" timeOffset="202710.5">8570 7002 1227 0,'0'0'621'0,"0"0"-339"15,0 0 83 1,0 0-108-16,0 0-81 0,0 0-28 16,0 0-41-16,-4-100-29 15,4 96-20-15,0 1-16 16,0 3-33-16,2 7-9 15,16 19-1-15,5 18-5 16,-2 16-2-16,-2 12 8 16,-6 48-32-16,-9-19-112 15,-4-9-592-15</inkml:trace>
  <inkml:trace contextRef="#ctx0" brushRef="#br0" timeOffset="203762.54">7033 8153 371 0,'0'0'501'16,"0"0"-310"-16,0 0 292 15,0 0-174-15,0 0-22 16,0 0-6-16,0 0-76 0,-63-75-39 16,63 75-81-16,9 0 3 15,18 12-7-15,11 15 4 16,7 7-11-16,5 10-13 16,4 6-20-16,0-2-15 15,-4 1-6-15,0-8-11 16,-8-4 11-16,-6-7-19 15,-7-8 10-15,-7-4-11 16,-4-4 1-16,-7-2-1 16,-5-4 0-16,0 0 0 15,-6-2-9-15,0-1-27 16,0-5-30-16,0 0-18 16,2 0-73-16,4-12-145 0,1-8-367 15,-1-1-453-15</inkml:trace>
  <inkml:trace contextRef="#ctx0" brushRef="#br0" timeOffset="204212.06">7556 8418 515 0,'0'0'888'16,"0"0"-505"-16,0 0 19 16,0 0-85-16,0 0-174 15,0 0-84-15,0 0-32 16,-10 30-7-16,0 7 51 16,-1 2 17-16,3 6-34 15,-2-6-9-15,4-5-22 16,-1-8-1-16,5-9-10 15,2-7-2-15,0-10 1 16,0 0 31-16,0-13 21 16,0-17-27-16,2-9-23 0,7-10-12 15,2 5 10-15,-2 9-11 16,-5 10 0-16,-1 9 0 16,-1 8 2-16,-2 4 37 15,0 2-9-15,0 2-11 16,0 0-19-16,2 0-1 15,4 0-15-15,6 6 9 16,3 11 4-16,3 2 2 16,3 6 1-16,0-2 0 15,-2 0-1-15,-6-6 2 16,-2-3-2-16,-6-8 2 0,-3-2-1 16,-2-4 1-1,0 0 14-15,0 0 19 0,0 0 10 16,-11 0-10-16,-3-6-26 15,-1-2-5-15,-3 2-3 16,-5 6-1-16,2 0-83 16,-16 20-91-16,8 9-402 15,2 3-448-15</inkml:trace>
  <inkml:trace contextRef="#ctx0" brushRef="#br0" timeOffset="211093.54">14067 11794 768 0,'0'0'634'0,"0"0"-339"16,0 0-23-16,0 0 70 15,0 0-175-15,0 0-122 0,-11 75 43 16,5-1 95 0,-3 10-50-16,-5 4-33 0,-3-3-7 15,1-6-38-15,-2-10-7 16,3-8-21-16,4-15-9 16,4-12-6-16,2-15-4 15,3-12-7-15,2-7 13 16,0-18 57-16,0-38-35 15,2-11-20-15,14-14-16 16,2-8 0-16,4 16-1 16,3 1 1-16,0 16 0 15,-2 15 0-15,2 12-1 16,-2 17 2-16,-1 12-2 16,0 4-6-16,2 26 7 0,1 12 1 15,-2 7 9-15,-4 2 2 16,-1-1-12-16,-5 1 1 15,1-7 1-15,-3-4-4 16,-5-6-5-16,2-4-26 16,-4-5-76-16,-4 1-98 15,0-9-373-15,-4-2-505 0</inkml:trace>
  <inkml:trace contextRef="#ctx0" brushRef="#br0" timeOffset="211409.7">14094 12368 2051 0,'0'0'251'0,"0"0"-88"15,0 0 72-15,127-24-131 16,-80 40-68-16,-3 19-19 16,-3 4-8-16,-10 6-2 15,-8-6 1-15,-10-2 3 16,-7-9 0-16,-6-10 10 15,0-10-5-15,0-8 7 16,-2 0 104-16,-11-25-33 16,1-9-61-16,6-5-1 15,4-8 13-15,2 4-21 16,0 0-8-16,20 5-16 16,5 3 0-16,3 6-11 15,6 5-57-15,2 7-86 16,20 3-133-16,-12 2-367 0,-4 7-601 0</inkml:trace>
  <inkml:trace contextRef="#ctx0" brushRef="#br0" timeOffset="211791.98">14779 12155 1375 0,'0'0'557'0,"0"0"-343"16,0 0 50-16,-120 95-3 15,97-45-123-15,12-2-41 16,11-4-46-16,9-7-19 15,28-11-16-15,13-14 1 0,6-12-4 16,0 0-12 0,-8-24-1-16,-7-13-9 0,-17-3 2 15,-13-1 6-15,-11 0 1 16,0 9 1-16,-2 10 60 16,-10 8 32-16,4 12-19 15,6 2-37-15,2 18-37 16,0 22 8-16,8 16-8 15,11 18 30-15,-2 11-8 16,1 9 8-16,-9 2-10 16,-7-3-7-16,-2-8-7 15,-2-10-4-15,-18-15 7 16,-4-16-9-16,-3-14 13 16,-4-19-12-16,-5-11 10 15,1-13-2-15,-4-27-9 0,8-11-81 16,16-29-121-16,10 14-468 15,5 11-573-15</inkml:trace>
  <inkml:trace contextRef="#ctx0" brushRef="#br0" timeOffset="212347.84">15024 12462 1822 0,'0'0'496'16,"0"0"-244"-16,116-70 33 15,-72 44-124-15,-6 6-113 16,-9 4-32-16,-9 4-15 15,-6 4 0-15,-9 3-1 16,-5-2-1-16,0 2 1 16,-10-2 0-16,-12 5 6 0,-4 2 17 15,-1 2 14-15,0 26-26 16,9 12 14-16,9 10 4 16,9 4 1-16,0 1-17 15,27-6 5-15,10-10-12 16,6-13 0-16,4-14-6 15,0-12-4-15,-5-6 3 16,-4-31-19-16,-9-12-8 16,-5-18-14-16,-8-4-11 15,-3 2 8-15,-6 11 27 16,-3 20 18-16,1 18 27 16,-2 18 29-16,3 2-47 0,5 32-8 15,7 14 37 1,9 14-13-16,0 6-13 0,0 0 0 15,-6-1 6-15,-7-13-12 16,-7-12-1-16,-7-16-5 16,0-17 0-16,0-7 10 15,-14-25 24-15,-4-37-4 16,8-6-5-16,7-13 4 16,3 1-4-16,11 21 7 15,16 8-26-15,2 15 7 16,2 18-11-16,3 16 4 15,-5 2-6-15,0 16-1 16,-2 17 0-16,-6 2-5 16,-3 1 5-16,-2-3-65 15,-3-6-85-15,-4-8-508 0,0-14-1303 16</inkml:trace>
  <inkml:trace contextRef="#ctx0" brushRef="#br0" timeOffset="212761.74">16395 10056 2338 0,'0'0'347'0,"0"0"-128"15,0 0-2-15,0 0-139 16,0 0-45-16,-46 205 48 15,50-43 7-15,25 14-30 16,6-14-8-16,-3-43-16 16,-10-41-19-16,-7-19-3 15,-1-17-4-15,-5 0-8 16,-1-4-18-16,-1-6-33 16,-7-23-60-16,-13-28-9 0,-20-20-113 15,-5-14-733-15</inkml:trace>
  <inkml:trace contextRef="#ctx0" brushRef="#br0" timeOffset="213007.91">16228 10776 1969 0,'0'0'566'15,"0"0"-329"-15,0 0-82 16,0 0-16-16,36 110 9 16,-3-43-28-16,2 3-35 15,5 0-16-15,-1-6-40 16,-4-12-16-16,-3-10-12 15,-8-16-1-15,-4-11-1 0,0-15 1 16,3 0 7-16,0-23 3 16,4-15 7-16,-2-8-17 15,-5-3 0-15,0 3-1 16,-4 7-8-16,0 9-17 16,12 6-56-16,-1 10-99 15,-5 7-626-15</inkml:trace>
  <inkml:trace contextRef="#ctx0" brushRef="#br0" timeOffset="213405.96">16932 11869 1722 0,'0'0'292'0,"0"0"66"16,0 0-74-16,0 0-149 15,0 0-52-15,0 0-45 0,-129-35-9 16,105 90 23 0,5 11 44-16,9 6-23 0,10 2-11 15,0-2-31-15,17-5-11 16,14-7-10-16,2-12-2 16,8-11-7-16,-1-16-1 15,3-17-81-15,17-26-203 16,-14-20-406-16,-6-11-577 0</inkml:trace>
  <inkml:trace contextRef="#ctx0" brushRef="#br0" timeOffset="213714">17151 12051 1207 0,'0'0'938'15,"0"0"-585"-15,0 0-173 16,0 0-70-16,0 0 47 16,0 0-11-16,-40 119-36 0,40-81-53 15,21-6-27-15,8-6-18 16,5-10-5-16,0-10 1 15,2-6-7-15,-5-8-2 16,-2-22-11-16,-2-6-3 16,-10-6 1-16,-3 3 13 15,-10 10 2-15,-2 10 10 16,-2 9 41-16,0 10-25 16,0 0-27-16,2 5-6 15,3 12 6-15,1 5 0 16,4 0 7-16,1-1-5 15,2-7-2-15,3-4 0 16,-1-9-13-16,3-1-50 0,5-7-78 16,3-56-198-16,-2 3-325 15,-6-8-513-15</inkml:trace>
  <inkml:trace contextRef="#ctx0" brushRef="#br0" timeOffset="213857.62">17599 11767 2143 0,'0'0'570'0,"0"0"-422"16,0 0-57-16,0 0 66 15,4 146-39-15,5-76-49 16,7 4-37-16,3-3-16 16,6-5-10-16,4-8-6 15,0-12-58-15,2-22-140 16,-6-12-379-16,-5-12-236 0</inkml:trace>
  <inkml:trace contextRef="#ctx0" brushRef="#br0" timeOffset="214367.03">17838 12126 983 0,'0'0'1003'0,"0"0"-527"15,0 0-208-15,0 0-112 16,0 0-83-16,0 0-22 16,0 0 76-16,-81 68-49 15,81-34-41-15,23-4-19 16,10-6-17-16,2-10 8 16,-1-8-9-16,-3-6 0 15,-6-2-29-15,-5-18 14 16,-9-4-31-16,-5 3 13 15,-1 8 24-15,-5 5 9 0,2 8 21 16,-2 0-9 0,2 2-6-16,3 17-5 0,0 6 38 15,-1 3-12-15,0-2 3 16,0-3-14-16,-1-9-5 16,-3-7-10-16,2-7 0 15,-2 0 14-15,4-7-15 16,4-22-3-16,2-3-31 15,6-2 23-15,-3 6-3 16,3 12 14-16,-3 10 0 16,0 6-10-16,6 8 10 15,1 13 1-15,1 6 11 16,0-3-6-16,-5-5 13 16,-3-8-18-16,-7-7 11 15,4-4-5-15,1 0 12 0,4-12-10 16,5-6-8-1,3 1 0-15,-4 8-1 0,-1 5 0 16,-1 4 0-16,-4 0 20 16,-1 4-13-16,-2 11-5 15,-3-1-2-15,-1 1-9 16,-4-1-74-16,0-2-182 16,-2-6-591-16</inkml:trace>
  <inkml:trace contextRef="#ctx0" brushRef="#br0" timeOffset="-214490.89">18816 9336 2034 0,'0'0'292'16,"0"0"-198"-16,-20 112 203 16,17-43-58-16,3 11-97 15,0 8-56-15,3 6-25 16,8 1-8-16,-2-1-16 15,-3-2-1-15,-1-5-36 16,-3-8 12-16,-2-11-4 16,0-9-7-16,0-17 5 15,0-12-6-15,0-14-23 16,-13-13-35-16,-1-3 0 16,-12-39-107-16,4-6-294 15,-1-6-288-15</inkml:trace>
  <inkml:trace contextRef="#ctx0" brushRef="#br0" timeOffset="-214198.87">18592 9953 1305 0,'0'0'400'0,"0"0"-21"15,0 0-44-15,0 0-180 16,0 0-46-16,0 0 99 16,37 153-70-16,-18-78-62 15,4-2-38-15,4-2-37 16,0-10 16-16,-1-10-17 15,-1-12 1-15,-3-12-1 16,-2-8 8-16,1-12-2 16,0-7-5-16,4 0 13 15,2-10-4-15,2-19 49 0,0-6-25 16,2-9-4 0,-4-4-14-16,2-1-7 0,-2 3-9 15,0 4 0-15,-4 2-8 16,4 6-54-16,16 6-54 15,-7 8-150-15,-3 10-459 0</inkml:trace>
  <inkml:trace contextRef="#ctx0" brushRef="#br0" timeOffset="-213566.17">19618 10493 1172 0,'0'0'578'16,"0"0"-243"-16,0 0 31 16,0 0-51-16,0 0-229 0,0 0-23 15,6 104 66-15,4-33-46 16,-3 1-24-16,-3 0-31 16,5-6-14-16,-2-9-13 15,2-11 7-15,-1-10-7 16,2-12-2-16,-4-13-91 15,5-12-145-15,-2-23-285 16,-2-13-644-16</inkml:trace>
  <inkml:trace contextRef="#ctx0" brushRef="#br0" timeOffset="-213394.31">19788 10467 1655 0,'0'0'332'0,"0"0"-178"0,0 0 193 16,0 143-78-1,0-73-133-15,0 4-63 0,6-4-20 16,5-6-41-16,3-8-2 16,-1-11-10-16,-6-13-24 15,-7-21-168-15,0-6-432 16,-5-5-808-16</inkml:trace>
  <inkml:trace contextRef="#ctx0" brushRef="#br0" timeOffset="-213228.58">19471 10851 1796 0,'0'0'589'0,"0"0"-299"16,0 0-59-16,0 0-107 15,0 0-42-15,159-27-32 16,-70 8-31-16,5 0-19 16,-13 0-1-16,-9-1-125 15,-23 5-231-15,-27 5-490 0</inkml:trace>
  <inkml:trace contextRef="#ctx0" brushRef="#br0" timeOffset="-213078.42">19651 10830 1287 0,'0'0'557'15,"0"0"-231"-15,0 0-42 16,0 0-70-16,0 0-45 16,-15 110-39-16,64-104-32 0,33-6-51 15,37-10-35 1,26-26-12-16,6-10-18 0,-39 6-350 15,-36 4-1379-15</inkml:trace>
  <inkml:trace contextRef="#ctx0" brushRef="#br0" timeOffset="-212764.21">20686 10464 1750 0,'0'0'472'16,"0"0"-144"-16,0 0-44 16,0 0-109-16,0 0-94 15,-129-5-56-15,111 49-16 16,7 14 6-16,2 12-7 15,9 9 20-15,0 1-11 16,0-5 1-16,13-1-12 16,-1-14-5-16,-4-12 0 15,-3-12-1-15,-5-16-66 16,0-10-227-16,0-10-504 0</inkml:trace>
  <inkml:trace contextRef="#ctx0" brushRef="#br0" timeOffset="-211931.03">20541 10932 1800 0,'0'0'511'16,"0"0"-194"-16,0 0-41 16,0 0-142-16,132-74-91 15,-74 62-34-15,-7 6-2 16,-13 6-7-16,-11 0-6 16,-14 16-6-16,-9 8 11 15,-4 2-5-15,2 0 6 16,4 0 0-16,6-5 0 15,7-7 0-15,10-8-6 16,6-6-2-16,7-2-14 16,5-23-20-16,-7-7 3 15,-6-9-29-15,-12-7 33 0,-13 2 17 16,-9 5 18-16,0 9 38 16,-5 14 41-16,-5 12-13 15,0 6-35-15,8 2-25 16,2 20-6-16,0 7 9 15,18 3-8-15,9 5-1 16,4 1 6-16,3-2-6 16,-5-1 0-16,-5-6-18 15,-6-7-13-15,-10-6 13 16,0-7 18-16,-4-9 0 16,0 0 10-16,3-16 11 15,4-16-2-15,0-10-1 16,0-3 23-16,1 4-2 15,-6 4 6-15,-1 9-24 0,1 10-20 16,4 9-1-16,3 9-4 16,5 0-49-16,-1 9-5 15,-1 21 16-15,-5 10 21 16,-2 6 20-16,-7 4 0 16,-2-4 1-16,0-3 0 15,0-13 1-15,0-10 4 16,0-10-4-16,0-10 11 15,0 0 48-15,0-20-7 16,5-13-41-16,8-6-11 16,5-5 6-16,4 1-6 15,0 7-2-15,1 10-2 0,-4 14 2 16,0 12 1-16,1 0-15 16,-3 21 7-16,1 4 8 15,-5 5 0-15,-3-6 0 16,-4-2 0-16,-1-9 1 15,-5-8-1-15,2-5 6 16,2 0 0-16,3-18 8 16,9-12-8-16,2-6-6 15,6 1 1-15,-2 1 0 16,-1 11 0-16,-6 13 26 16,-1 10 3-16,-3 0-10 15,-3 18-19-15,0 14 9 16,-4 4-8-16,-2 3 4 0,-2-4-6 15,2-3-10-15,16 3-70 16,2-11-156-16,9-6-521 0</inkml:trace>
  <inkml:trace contextRef="#ctx0" brushRef="#br0" timeOffset="-211614.9">22344 10744 1515 0,'0'0'201'0,"0"0"108"16,-122 20 8-16,78 12-121 15,9 8-64-15,18 4 43 16,17-3-90-16,0-5-16 16,25-10-32-16,13-10-16 0,4-11-11 15,3-5 7-15,-8-1-10 16,-3-16 59-16,-12-1 27 15,-7 0-12-15,-7 7 27 16,-6 2-9-16,-2 9-36 16,0 0-63-16,2 5 0 15,5 13-2-15,3 4 1 16,6-3-16-16,5 2-55 16,21-15-57-16,-5-6-169 15,-3 0-774-15</inkml:trace>
  <inkml:trace contextRef="#ctx0" brushRef="#br0" timeOffset="-211426.42">22679 10624 1654 0,'0'0'239'0,"0"0"240"16,14 116-125-16,1-51-85 15,3 1-93-15,-3-2-50 16,-3-10-83-16,-8-11-28 15,-4-6-15-15,0-13-6 16,-45-7-119-16,3-10-381 16,-3-7-1169-16</inkml:trace>
  <inkml:trace contextRef="#ctx0" brushRef="#br0" timeOffset="-210647.4">21364 12439 1337 0,'0'0'566'16,"0"0"-292"-16,0 0 62 16,0 0-54-16,-141-65-128 15,106 65-69-15,-1 0-27 16,5 24-52-16,2 10 38 0,4 2-10 16,12 0-5-1,10-3-14-15,3-9-3 0,12-10-5 16,23-13 4-16,7-1 8 15,8-10-19-15,-3-19 0 16,-9-14-1-16,-11-12-28 16,-14-12-5-16,-11-7 7 15,-2-2 12-15,-2 5 15 16,-11 16 0-16,-1 18 44 16,5 19 19-16,5 18-17 15,4 5-30-15,0 24-15 16,17 11 11-16,14 5 3 15,12-4 4-15,6-4-8 16,2-9-10-16,3-12 14 0,-5-10-14 16,-7-6 1-1,-8-8-2-15,-10-18-9 0,-13-6-17 16,-7-1-7-16,-4 7-1 16,0 10 24-16,-13 12 4 15,-3 4-2-15,1 25 2 16,3 13 6-16,4 10 2 15,8 0-2-15,0-2 1 16,25-6 1-16,12-7 4 16,10-10-6-16,9-9-9 15,31-5-112-15,-13-5-460 16,-8-4-1087-16</inkml:trace>
  <inkml:trace contextRef="#ctx0" brushRef="#br0" timeOffset="-210359.96">22915 12189 2002 0,'0'0'361'0,"0"0"-16"16,0 0-145-16,-151 58-83 16,124-12-29-16,14 1-25 15,13 1-19-15,13-6-35 0,29-8-2 16,9-11-7-16,10-11 0 16,32-12-73-16,-14-12-185 15,-8-11-523-15</inkml:trace>
  <inkml:trace contextRef="#ctx0" brushRef="#br0" timeOffset="-210062.19">23265 12141 1597 0,'0'0'693'16,"0"0"-359"-16,0 0-111 16,0 0-80-16,-125 53-59 15,112-12-17-15,13 3 2 0,0-3-31 16,27-5-22-16,15-9-4 15,3-12-10-15,-1-11-2 16,-6-4-8-16,-11-5-1 16,-9-20-6-16,-7-3 5 15,-7 0 3-15,-2 5 7 16,-2 10 15-16,0 6 49 16,0 7-8-16,0 3-55 15,6 17-2-15,2 6 4 16,5 3-3-16,5 0 0 15,3-5-35-15,19-6-66 16,-7-4-185-16,2-9-404 0</inkml:trace>
  <inkml:trace contextRef="#ctx0" brushRef="#br0" timeOffset="-209685">23858 12176 2112 0,'0'0'339'0,"0"0"-80"16,0 0-76-16,-131 50-48 15,111-12-77-15,13 3-34 16,7 0 2-16,11-4-10 16,29-8 2-16,11-11-3 15,7-7 9-15,3-11-13 16,-6 0-10-16,-8-23-1 15,-11-12 0-15,-12-14 0 0,-10-15-9 16,-8-10-2-16,-6-5-13 16,0 8 23-16,0 13 1 15,-10 17 47-15,0 21 61 16,1 20-20-16,3 3-58 16,2 31-28-16,-1 13 16 15,5 10-9-15,0 4 8 16,7-3-16-16,12-3-2 15,8-9-35-15,25-9-89 16,-10-11-163-16,0-14-736 0</inkml:trace>
  <inkml:trace contextRef="#ctx0" brushRef="#br0" timeOffset="-209422.71">24407 12119 2160 0,'0'0'297'0,"0"0"-130"16,0 0 12-16,0 0-55 15,-92 137-31-15,92-91 2 16,21-8-29-16,18-10-36 16,13-13-13-16,1-13-11 15,-6-2-5-15,-9-22 4 16,-14-11-4-16,-8-4 11 16,-11 2-12-16,-5 5 86 15,0 11 18-15,0 10-13 16,0 9-49-16,0 4-42 0,0 27-1 15,2 13-5 1,-2 14-37-16,0 44-89 0,-7-15-178 16,-9-3-886-16</inkml:trace>
  <inkml:trace contextRef="#ctx0" brushRef="#br0" timeOffset="-208785.82">21387 13485 973 0,'0'0'677'15,"0"0"-328"-15,0 0-28 16,0 0 7-16,-124-62-131 15,98 74-111-15,8 20-45 16,11 4-23-16,7 2-2 0,7-4-15 16,22-8 16-16,6-10-10 15,8-9 7-15,1-7-4 16,-2-5-9-16,-7-17-1 16,-9-6-16-16,-10-7 6 15,-10 4-2-15,-6 7 12 16,0 7 0-16,0 17 18 15,0 0 4-15,0 19-20 16,0 17 4-16,7 11-5 16,11 6 11-16,0 7 3 15,-1 1 11-15,-6-1-20 16,-8-4 9-16,-3-4 6 0,-11-8 37 16,-16-7-8-1,-9-11-22-15,-4-13-2 0,-3-9 5 16,-1-4 12-16,4-9-7 15,4-13-4-15,14-6-31 16,11-4-1-16,11-3-48 16,27-23-97-16,18 10-333 15,1 2-366-15</inkml:trace>
  <inkml:trace contextRef="#ctx0" brushRef="#br0" timeOffset="-208161.9">21914 13622 1405 0,'0'0'295'15,"0"0"20"-15,0 0 22 0,0 0-16 16,0 0-127 0,0 0-62-16,0 0-74 0,0 92-12 15,5-108-7-15,17-12-25 16,5-9-14-16,0 4 1 16,-5 2 0-16,-6 9-1 15,-10 9 5-15,-2 13-5 16,-4 0-6-16,3 12-12 15,6 11 18-15,4 0-1 16,12-3 1-16,10-6 1 16,15-11 5-16,5-3 3 15,5 0-9-15,-2-17 0 16,-11-10 7-16,-9-3-7 16,-16-3 1-16,-9 0 0 15,-6 6 11-15,-7 6 3 0,0 13 64 16,0 8-9-16,3 8-70 15,10 27 11-15,9 18-13 16,10 10 2-16,5 4 0 16,3 2 0-16,-7-6-1 15,-6-8-14-15,-11-15 1 16,-7-14-3-16,-7-16 0 16,-2-10 17-16,0-13 1 15,-11-24 0-15,-3-10 5 16,4-12 2-16,5 1-7 15,5-3 8-15,3 6 9 16,28 2-2-16,13 7-15 0,16 8 5 16,8 10-12-1,3 16 5-15,-7 12 1 0,-12 8-2 16,-19 28-7-16,-26 8 9 16,-7 4 7-16,-36 1 38 15,-18-8 16-15,-8-5-13 16,0-8-39-16,10-7 6 15,12-15-14-15,20-6-1 16,16-6-14-16,4-26-77 16,53-40-84-16,5 4-332 15,3 5-262-15</inkml:trace>
  <inkml:trace contextRef="#ctx0" brushRef="#br0" timeOffset="-207981.54">23179 13395 1418 0,'0'0'325'0,"0"0"166"0,0 0-175 16,21 128-72-16,-2-85-87 15,5-8-56-15,7-10-29 16,11-13 2-16,6-12-13 16,-2-2-8-16,-1-27-25 15,-9-9-9-15,-14-11-5 16,-15-2-14-16,-7 3 0 16,-14 8-30-16,-55 14-47 15,2 14-233-15,-9 12-909 0</inkml:trace>
  <inkml:trace contextRef="#ctx0" brushRef="#br0" timeOffset="-207231.07">20409 15190 2123 0,'0'0'334'16,"0"0"-211"-16,-133 46 40 16,77-3-57-16,12 10-72 15,15 1-1-15,17 1-17 16,12-9-4-16,23-13-11 15,24-15 5-15,8-13 3 16,3-5-1-16,-6-21-8 16,-13-19 1-16,-14-13 0 0,-13-14-1 15,-10-11 0-15,-2-6 0 16,0 3 6-16,-8 11 34 16,0 24 81-16,-1 14 8 15,5 20-9-15,2 12-70 16,2 12-49-16,0 25-1 15,0 10 1-15,8 5 9 16,10 4-8-16,6-7 5 16,5-7-7-16,3-6-6 15,-1-10-11-15,2-14-46 16,-2-12-11-16,4 0 20 16,-2-23 19-16,0-6-20 15,-6-7 11-15,-10 8 29 16,-10 11 15-16,-7 13 29 15,-2 4-15-15,-18 9-4 0,-2 17 7 16,3 2 16-16,11 4-20 16,8 2 2-16,0-4 2 15,11-2-8-15,18-6-2 16,9-7-1-16,11-8-1 16,2-7-5-16,27-4-86 15,-15-14-267-15,-8 1-639 0</inkml:trace>
  <inkml:trace contextRef="#ctx0" brushRef="#br0" timeOffset="-206817.55">21433 15290 2194 0,'0'0'288'15,"0"0"-1"-15,0 0-15 0,-25 140-130 16,23-90-89-16,2-8-44 15,0-3 0-15,0-7-9 16,6-10 0-16,2-14-13 16,-2-8-19-16,-4 0 20 15,1-16 6-15,-1-16-10 16,-2-14-2-16,0-3 18 16,4-5 1-16,6 2 34 15,9 3-2-15,8 8-12 16,8 1-14-16,8 14-6 0,4 12-1 15,0 10-1 1,-3 4 0-16,-11 9-4 0,-12 15 4 16,-17 6 2-16,-4 1 4 15,-11 0 16-15,-20-5 15 16,-7 1-9-16,-2-10-18 16,2-6 1-16,7-8-9 15,8-3 13-15,10 0-14 16,11-7-34-16,2-9-74 15,13-10-173-15,12 3-428 16,-3 6-402-16</inkml:trace>
  <inkml:trace contextRef="#ctx0" brushRef="#br0" timeOffset="-206443.06">21977 15262 1901 0,'0'0'606'0,"0"0"-265"15,0 0-118-15,0 0-109 16,0 0-83-16,129-75-16 16,-98 65-15-16,-11 6 1 15,-11 3-1-15,-9 1-6 16,-6 0 5-16,-23 14 2 16,-3 9 10-16,1 4-4 15,9 0 8-15,13 1-7 16,9 1-2-16,9-3 0 15,26-2-5-15,12-8 7 16,5-7-8-16,-4-9-21 0,-5 0-24 16,-9-9 9-16,-13-17 17 15,-7-4 19-15,-12-2 0 16,-2 0 45-16,0 6 17 16,0-1 18-16,-4 8-33 15,2 2-41-15,2 3 4 16,0 5-10-16,0-4-21 15,29-3-67-15,2 3-101 16,0-2-594-16</inkml:trace>
  <inkml:trace contextRef="#ctx0" brushRef="#br0" timeOffset="-206193.43">22681 15097 1731 0,'0'0'231'15,"0"0"-53"-15,0 0-25 16,-33 103-34-16,37-67-76 16,21-2-24-16,2-2-11 15,-7-6-8-15,-7-4-6 16,-11-3-6-16,-2-5 12 16,-9 3 56-16,-17-2 48 15,-8-6-42-15,1-1-36 16,2-4-12-16,6-4-14 15,19-18-78-15,6-10-297 16,0 0-816-16</inkml:trace>
  <inkml:trace contextRef="#ctx0" brushRef="#br0" timeOffset="-205737.41">22973 15218 1639 0,'0'0'768'0,"0"0"-594"16,0 0 28-16,0 0-60 16,-93 110-85-16,93-81-30 15,27-8-27-15,10-11-19 16,7-10-63-16,-1-2-103 16,-5-22-157-16,-9-10 27 15,-6-4 145-15,-10 2 119 0,-7 3 51 16,-4 12 161-16,-2 7 197 15,0 10-48-15,0 4-176 16,6 8-109-16,2 15-13 16,3 8 15-16,3-3 1 15,-3-2 11-15,-3-8-12 16,0-9-13-16,-6-9-14 16,0 0 23-16,-2-5-2 15,4-25-11-15,5-8-10 16,7-5 1-16,6-1-1 15,9 4 11-15,7 6 27 16,2 9-11-16,2 13 9 16,-5 12 5-16,-6 7-10 0,-7 27-16 15,-6 12 9 1,-10 0-9-16,-3-1-9 0,-5-5-6 16,12-8-28-16,-4-11-171 15,10-12-614-15</inkml:trace>
  <inkml:trace contextRef="#ctx0" brushRef="#br0" timeOffset="-205405.68">23856 15031 2116 0,'0'0'555'15,"0"0"-362"-15,-114 30-44 0,81 6-11 16,15 8-74-16,18 2-35 15,0-1-7-15,29-5-20 16,16-10 7-16,3-16-9 16,4-10-1-16,-5-4-30 15,-7-18 4-15,-11-18 4 16,-11-4 1-16,-12 0 21 16,-6-1 1-16,0 11 24 15,0 12 42-15,0 8 33 16,-4 10-50-16,0 0-41 15,4 25-8-15,0 8-1 16,0 4 0-16,4-1 1 16,13-6 0-16,31-15-81 15,-4-8-87-15,-1-7-614 0</inkml:trace>
  <inkml:trace contextRef="#ctx0" brushRef="#br0" timeOffset="-205172.15">24384 14851 2169 0,'0'0'343'0,"0"0"-22"15,0 0-190-15,-33 102-56 16,44-52-56-16,17 8-5 16,5 0-14-16,-5-5 1 15,-10-7-1-15,-9-6 0 16,-9-12 1-16,0-9 1 0,-9-8 17 15,-12-7-13 1,0-4 14-16,-6-9-20 0,7-14-80 16,7 2-641-16</inkml:trace>
  <inkml:trace contextRef="#ctx0" brushRef="#br0" timeOffset="-205046.94">24583 15441 1702 0,'0'0'999'16,"0"0"-848"-16,0 0-132 16,0 0-19-16,0 0-1160 0</inkml:trace>
  <inkml:trace contextRef="#ctx0" brushRef="#br0" timeOffset="-204445.91">19863 15954 671 0,'0'0'232'15,"0"0"-93"-15,159 3 100 16,-23-1 38-16,67-2-67 16,48 0 30-16,42 0 13 15,25 0 14-15,-1 4-95 16,8 19-57-16,-10-1-115 0,-19-1-21 15,-82-6-438-15,-51-7-374 16</inkml:trace>
  <inkml:trace contextRef="#ctx0" brushRef="#br0" timeOffset="-204316.27">23807 16048 1228 0,'0'0'0'16,"0"0"-160"-16,143-32 94 16,-110 24 66-16,-19 0 138 15,-12 2 398-15,-2 6-302 16,0-4-95-16,-5 4-49 15,-15 0-90-15,4 0-2 16,-1 0-301-16</inkml:trace>
  <inkml:trace contextRef="#ctx0" brushRef="#br0" timeOffset="-183973.46">7255 9224 694 0,'0'0'135'15,"0"0"76"-15,0 0 347 16,0 0-300-16,0 0-38 16,0 0 32-16,-33-82-27 15,33 76-15-15,0 3-30 16,0 3-68-16,0 0-58 15,0 3-34-15,0 15-8 16,0 8-5-16,7 8 8 16,-1 6-6-16,6 2 2 15,-1 2-10-15,5-2 5 0,-1 1 2 16,1-8-7-16,-3-1 5 16,-2-5-5-16,0-8-1 15,-4-1 0-15,-3-6 0 16,-2-7 1-16,3-2 0 15,2 0-1-15,4-3 0 16,4-2 16-16,7 0-9 16,7 0 4-16,5 0-11 15,-1 0 9-15,-2-2-9 16,-2 0 0-16,-4 2 0 16,0 0 0-16,6 0 0 15,4 0 0-15,8 0 1 16,8 0 0-16,5 0-1 0,2 0 6 15,2 0-6 1,0 0 1-16,1 2-2 0,-1 0 2 16,0 0 6-16,0 2-7 15,3-2-1-15,1 0-1 16,7 1 2-16,7 2-1 16,1 2 2-16,1-5 0 15,-6 3 0-15,-6 2-1 16,-9-7 0-16,-13 5 0 15,-5-5 0-15,-8 0 0 16,-6 0 4-16,-6 0-2 16,-5 0 4-16,-7 0-6 15,-2-2 7-15,-4-1 8 16,-1 3-1-16,-2 0-7 0,0 0 5 16,0 0-6-16,2-5-6 15,2-2 9-15,3 0-8 16,1-3-1-16,0-7 1 15,-2 0 0-15,-1-7 1 16,1-2 16-16,-4-3-6 16,3 0-2-16,0 0 1 15,-1 2-11-15,-2 0 18 16,3 3-5-16,-3 0 13 16,0 2-11-16,-2 0 7 15,0 6 8-15,2 0 11 16,-2 7-8-16,2-2-2 15,-2 5 4-15,2 4-10 0,-2 0 4 16,0 2-7-16,3-2-2 16,-3 2-4-16,0-2 1 15,2 0-4-15,3 0-11 16,-1-3-2-16,1 2-12 16,-1 1 2-16,0 2-116 15,5 2-89-15,1 12-83 16,-8 2-1300-16</inkml:trace>
  <inkml:trace contextRef="#ctx0" brushRef="#br0" timeOffset="-180205.6">9739 9177 821 0,'0'0'119'16,"0"0"11"-16,0 0 6 16,0 0 14-16,0 0 81 15,0 0 17-15,0 0-40 16,-2 5-53-16,2-3-59 16,0-2-53-16,-2 0-30 15,2 0-12-15,-3 2-1 16,-8 3-54-16,2 4-34 15,0-6-477-15</inkml:trace>
  <inkml:trace contextRef="#ctx0" brushRef="#br0" timeOffset="-179037.48">9756 7749 1614 0,'0'0'259'0,"0"0"22"15,0 0-77-15,0 0-104 16,0 0-31-16,0 0-29 16,0 0 64-16,5 104 75 15,0-49-46-15,1 8-43 16,-1-3-41-16,-1-6-11 16,0-8-25-16,0-7 5 15,2-12-18-15,-2-7 8 0,0-8-8 16,1-8 6-1,-3-4-5-15,-2 0 13 0,0-4 1 16,0-14-3-16,0-10-6 16,0-4-5-16,0-4 0 15,0 2-1-15,-4 0 0 16,-3 4 0-16,3 3-1 16,-2 6-7-16,0 2 2 15,2 5 6-15,-1 3-2 16,-1 0 2-16,2 5-1 15,-2 5 0-15,2-2 1 16,4 3 0-16,0 0 0 0,0 0-1 16,0 0 1-1,0 0-1-15,0 0 1 0,7 0 0 16,11 0 1-16,9 0 0 16,8 0 1-16,6 4 4 15,7-1 1-15,8-3 1 16,4 0-7-16,3 0 5 15,3 0-6-15,3-4 0 16,-1-6 0-16,-1-1 0 16,-1 2 0-16,-3 0 1 15,-1 1 0-15,-4 2 0 16,-2 1-1-16,0 2 1 16,-2-1-2-16,0 2 2 0,4-2 4 15,1-2-5 1,-1-2 0-16,0-2 0 0,-3 2 0 15,-6-1 0-15,-6 4 0 16,-12 1-1-16,-11 4 2 16,-7 0-2-16,-4 0 1 15,-3 0 0-15,0 0 0 16,-2 0 1-16,0 0 0 16,1 0 0-16,-3 0 0 15,-2 0-1-15,0 0 9 16,0 0 9-16,0 0 13 15,0 0-17-15,0 0-4 16,2 9-9-16,5 10 0 16,0 9 7-16,-1 8 5 15,1 9 11-15,-5 1-1 0,-2 0 11 16,0-4-10-16,0-6 0 16,0-7-15-16,0-10-3 15,0-7-5-15,0-8 7 16,0-2-2-16,0-2-5 15,0 0 11-15,0 0-11 16,0 0-1-16,4-14-39 16,17-16-91-16,-1 0-180 15,0 0-1317-15</inkml:trace>
  <inkml:trace contextRef="#ctx0" brushRef="#br0" timeOffset="-177791.89">12492 7579 1169 0,'0'0'325'16,"0"0"41"-16,0 0-8 16,0 0-174-16,0 0-18 15,0 0 48-15,11 143-43 16,0-83-28-16,-5 0-35 16,2 1-36-16,-4-7-15 15,0-8-24-15,1-8-17 16,1-10-2-16,-4-8-14 15,0-8 1-15,2-6-1 16,-4-6 11-16,0 0-2 16,0-4 7-16,0-21-8 15,-4-6-8-15,-2-10-1 0,-3-7-17 16,5 4-13-16,2 8 22 16,2 8-5-16,-2 6 8 15,2 6 5-15,-2 0 0 16,-4 2 1-16,4-2-2 15,-4-1 2-15,1 3 0 16,1-3-1-16,0 5 6 16,1 2-5-16,-1 4 0 15,1 5 6-15,3-2 6 16,0 3 2-16,0 0-5 16,0 0-9-16,0 0 1 15,0 0 0-15,12-3 12 16,10 2-2-16,10-3 4 0,1 0-2 15,5 1-2 1,1 2-4-16,9 1-6 0,7-4 4 16,12 0-4-16,8-1 0 15,10 0 0-15,2-2-1 16,-2 7 1-16,-3-3 0 16,-8 1 0-16,-7 2 0 15,-3-2 1-15,1-4-2 16,5-2 5-16,1-1-4 15,-2 0-1-15,0-1 0 16,-8 6-1-16,-11-1-5 16,-5 5 6-16,-9 0 0 15,-5 0 0-15,-2 0 1 16,2 0-1-16,0-4 3 16,3-1-1-16,-3-3-2 0,0-1 1 15,-6 5 0-15,-8 0-1 16,-3 4 0-16,-8 0-6 15,1 0 5-15,-3 0 1 16,2 12 0-16,0 5 0 16,-2 3 1-16,1 6 15 15,-1 6 7-15,0 2 11 16,-4 4-10-16,0-2-3 16,0-4 5-16,0-4-11 15,-2-3 3-15,-4-10-18 16,3-5 5-16,1-3-4 15,2-4-2-15,0-3 1 16,0 0-32-16,0 0-62 0,7-2-76 16,11-10-210-16,-1-6-1449 15</inkml:trace>
  <inkml:trace contextRef="#ctx0" brushRef="#br0" timeOffset="-176634.65">15120 7289 1624 0,'0'0'550'0,"0"0"-203"15,0 0-146-15,0 0-122 16,0 0 8-16,35 108 26 16,-16-40 5-16,-4 6-29 15,-1 5-5-15,-2-7-19 16,0-8-26-16,-1-11-27 15,2-11 2-15,-1-13-14 16,-6-8 6-16,1-12-6 16,-5-9 1-16,2 0 9 15,-1-9-10-15,2-22-1 16,1-7-64-16,-2-6-33 16,1 0-27-16,-5 2-45 15,0 8-77-15,0 1-82 0,0 4 91 16,0-1-42-16,-9-1-235 15,0 1 239-15,-2 0 104 16,0 4 172-16,2 6 1 16,-3 6 241-16,2 6 253 15,1 4-243-15,2 4 2 16,0 0 32-16,3 0-36 16,4 0-56-16,0 0-34 15,0 0-42-15,0 0-53 16,13 0 5-16,16 0-10 15,12-2-20-15,9 0-17 16,13-2-4-16,9-2-7 0,7 2-3 16,4-3-8-1,2 4 0-15,-2-1 5 0,-10 2-5 16,-7 0-1-16,-1 1 0 16,7-2 1-16,24-1-1 15,33-2 0-15,38-1 1 16,12 4 0-16,-33 1 1 15,-38 2-2-15,-50 0 7 16,-23 0-7-16,-4 0-1 16,-10 0-12-16,-4 0 2 15,-13 0 11-15,-4 0 0 16,2 0 12-16,1 0-6 16,2 0 5-16,1-4-10 0,3-1-2 15,-3 2 2 1,-2-1 0-16,-2 2 6 0,-2 2 16 15,0 0 10-15,0 0-11 16,0 0-14-16,2 0-8 16,0 9-1-16,4 12 1 15,1 4 0-15,-1 6 1 16,0 4 8-16,-4-4-2 16,-2 2-5-16,0-6 5 15,0-5-6-15,0-4 2 16,0-4 3-16,0-3-5 15,0-5-1-15,0-2 0 16,0-2 0-16,0-2 0 16,0 0 0-16,0 0-1 15,0 0 1-15,0 0-33 0,2-12-54 16,2-6-131-16,1-5-763 16</inkml:trace>
  <inkml:trace contextRef="#ctx0" brushRef="#br0" timeOffset="-173879.15">5700 7570 139 0,'0'0'202'0,"0"0"-91"16,0 0 43-16,0 0 94 0,0 0-70 15,0 0 32-15,0 13 45 16,0-13-45-16,0 0-23 16,4 0-13-16,19-19-84 15,16-13-66-15,22-12-24 16,68-51-99-16,-13 10-209 16,0-6-696-16</inkml:trace>
  <inkml:trace contextRef="#ctx0" brushRef="#br0" timeOffset="-173224.21">6782 7686 851 0,'0'0'215'0,"0"0"-60"16,0 0 198-16,0 0-152 16,0 0-137-16,168-114-37 15,-6-1-27-15,-14 12-117 16,-3-4-683-16</inkml:trace>
  <inkml:trace contextRef="#ctx0" brushRef="#br0" timeOffset="-172543.13">8105 7810 1318 0,'0'0'167'0,"0"0"-99"16,0 0 5-1,0 0 70-15,0 0 11 16,114-42 1-16,-72 14-56 0,18-9-40 15,38-26-27-15,65-34-21 16,89-51-8-16,53-40-3 16,-46 29-55-16,-45 15-1059 0</inkml:trace>
  <inkml:trace contextRef="#ctx0" brushRef="#br0" timeOffset="-168464.63">9772 7281 1431 0,'0'0'356'0,"0"0"-90"16,0 0 4-16,0 0-160 16,0 0-88-16,0 0-22 15,7 6-1-15,-3 10 1 16,-2 4 11-16,-2 2 1 15,0 4 17-15,0 0 0 16,-4 0 15-16,-5 3-24 16,3-6-5-16,1-1-14 15,0-3 6-15,5-6-6 16,0-1 0-16,0-5 7 16,0-5-7-16,0-2 8 0,0 0-8 15,10 0 20-15,9 0-7 16,6-4-1-16,6-4-6 15,2-2-5-15,3-1 4 16,-5 4-6-16,-4-1 0 16,-2 3 6-16,-7 3-11 15,-3 2 5-15,-3 0-1 16,-4 0 0-16,-3 0 1 16,-1 0 0-16,-2 0 0 15,2 0 10-15,0-10-4 16,-2-1 0-16,0-5 0 15,2-1-6-15,3-1 0 16,1-5 1-16,4 4-1 0,-1-1 1 16,-3 1-1-16,0 8 0 15,-6-1 5-15,0 6-4 16,-2 0 11-16,0 2-11 16,0 3-2-16,0-2 1 15,0-1-9-15,0 2-158 16,0 2-346-16,0-2-1002 0</inkml:trace>
  <inkml:trace contextRef="#ctx0" brushRef="#br0" timeOffset="-167938.77">10399 7277 1406 0,'0'0'132'0,"0"0"-74"16,0 0 25-16,0 0-4 16,6 118 57-16,-6-88-25 15,0-2 36-15,0-3-26 16,0-6-54-16,0-5-27 16,0-4-5-16,0-3-14 15,0-3-20-15,0-4 15 16,0 1-15-16,0-1 22 15,0 0-23-15,7 0 21 0,6 0 1 16,5 0-1 0,7 0-14-16,6 0-6 0,4-1 8 15,3-6-9-15,3 3 0 16,-3 4 2-16,-5 0-4 16,-4 0 1-16,-4 12 0 15,-6-2 1-15,-3 0-1 16,-5-3-1-16,1-7 2 15,-2 0 11-15,1 0 4 16,-1-8 28-16,-4-6 19 16,-6-3 39-16,0 2-29 15,0-1-5-15,0-3-36 16,-6 3-8-16,-4-4-7 16,6 0-10-16,4-4 0 15,0-2-4-15,0 1-4 0,0 4 2 16,0 4-1-16,0 4 1 15,0 3-52-15,0 4-186 16,0 3-386-16</inkml:trace>
  <inkml:trace contextRef="#ctx0" brushRef="#br0" timeOffset="-167415.09">11085 7295 854 0,'0'0'139'0,"0"0"105"16,0 0-44-16,0 0-47 16,25 102-32-16,-21-74-45 15,-4 0-8-15,0-2 4 16,0-3-4-16,0-5-19 15,0-6 3-15,0-5-14 16,0-3-13-16,0-4 19 16,0 0 107-16,0 0 8 15,9 0-65-15,4 0-66 16,8-5-15-16,0-1-11 16,2 2-2-16,4 0 0 0,2 1-1 15,2 3 2-15,2 0 1 16,5 0-2-16,3 0 0 15,-6 0 1-15,-3 0-1 16,-11 0 0-16,-7 0-1 16,-7 0-1-16,-3 0-2 15,-2 0 4-15,0 0 7 16,0-5 14-16,1-8-21 16,2-2 1-16,-5-3 8 15,0 0 1-15,0-1 18 16,0 1 5-16,0 0-18 15,-12 2-15-15,1 0 2 16,5-2-1-16,-1 2-2 16,7-8-52-16,0 4-199 15,7 3-397-15</inkml:trace>
  <inkml:trace contextRef="#ctx0" brushRef="#br0" timeOffset="-167009.09">11703 7240 108 0,'0'0'1054'0,"0"0"-944"15,0 0 61-15,0 0-30 16,0 0-39-16,17 102-9 16,-10-73 10-16,-3-1-33 15,1-4-24-15,-5 0-12 16,3-4-9-16,-3-2 0 0,0-4-24 15,4-2 7-15,0-2-8 16,3-6 6-16,1-1-4 16,8-3 14-16,3 0 10 15,4-7-24-15,2-7 4 16,4 0 2-16,0-1-8 16,0 1 48-16,2 2 40 15,-4-1 25-15,-2 3-51 16,-8 4-39-16,-3 3-22 15,-5-2-1-15,-1 3-17 16,2-2-31-16,-1-2-13 16,-1-2 7-16,2-1-1 0,1-6 27 15,-3-2-21-15,-4-6-101 16,-4 3-87-16,0 4-281 0</inkml:trace>
  <inkml:trace contextRef="#ctx0" brushRef="#br0" timeOffset="-164727">12898 7106 863 0,'0'0'244'0,"0"0"30"16,0 0-100-16,0 0-15 15,0 0-35-15,0 0-19 16,0 0-33-16,0-36 19 16,0 36-4-16,0 0 25 0,0 0-21 15,0 0-47-15,0 8-30 16,0 13-13-16,0 8 12 15,0 7-13-15,0 3 18 16,0-4-17-16,0-3 9 16,0-7-3-16,0-9-1 15,0-6-5-15,0-6 0 16,0-4 14-16,4 0-1 16,14 0 20-16,4 0 0 15,9-2 0-15,2-2-22 16,4 1-6-16,0 2-6 15,1 1 1-15,0 0-1 16,-2 0 1-16,0 0-2 16,-5 0 9-16,-2 0-5 15,-5 0-3-15,-2 0 0 0,-6 0-1 16,-5 0 1-16,-5 0 0 16,-3 0 0-16,0 0 1 15,-3 0 11-15,0-7 1 16,0-2-13-16,0-5 6 15,0-4-6-15,0-6 1 16,0-7-1-16,0-3 1 16,0 1 0-16,0-2-1 15,0 3 12-15,0 6-5 16,-3 5 20-16,0 1-26 16,3 11 6-16,0 3-7 15,0 6-8-15,0 0-249 16,12 0-565-16</inkml:trace>
  <inkml:trace contextRef="#ctx0" brushRef="#br0" timeOffset="-164283.75">13745 7020 1227 0,'0'0'228'0,"0"0"-150"16,0 0 87-16,0 0-100 15,-2 107-2-15,2-71 22 16,10 1-23-16,-1-1-10 16,-2-5 4-16,0-3-34 0,-3-7-6 15,-2-4-15-15,0-5 10 16,1-4-10-16,-1-4 0 16,7-4 5-16,4 0 26 15,8 0 54-15,0 0-45 16,4-3-14-16,-2 0-26 15,1-1 0-15,-2 2 0 16,0-1 0-16,3 3-1 16,2 0 0-16,0 0 1 15,2 0-1-15,-4 0 0 16,-2 0 8-16,-2-2-3 16,-5-1-5-16,-5-3 0 15,-3 0 36-15,-1-3 66 16,-5 1-10-16,1 2-47 15,-1-7-18-15,0 1-18 0,3-4-9 16,-1-5 0-16,0-2-1 16,3-13-146-16,0 5-200 15,2 5-798-15</inkml:trace>
  <inkml:trace contextRef="#ctx0" brushRef="#br0" timeOffset="-163945.84">14496 6994 1585 0,'0'0'324'16,"0"0"-223"-16,0 0-67 15,0 0-9-15,15 148 35 16,-6-95-14-16,3-5-9 0,-4-6 1 16,-3-8-1-16,-1-6-15 15,-4-8 17-15,2-6-7 16,-2-6-2-16,0-4 1 15,0-4 94-15,0 0 51 16,2 0-52-16,6-7-68 16,5-10-27-16,7-10-14 15,7-2-8-15,4-9-5 16,2-4-2-16,1-6 1 16,-7-3 15-16,-3-1-14 15,-11 2-2-15,-4 6 0 16,-7 6 6-16,-2 9-6 0,2 0-70 15,1 9-315 1,2 2-883-16</inkml:trace>
  <inkml:trace contextRef="#ctx0" brushRef="#br0" timeOffset="-161619.53">15278 6805 1483 0,'0'0'188'16,"0"0"-137"-16,0 0-39 16,0 0 4-16,0 0-8 15,2 107 27-15,0-85 8 16,1-3 14-16,-3-7 16 16,0-1-33-16,0-3-13 15,2 0-21-15,3 0 7 16,1 3-7-16,7-4 13 15,10-3 6-15,4-2 36 0,8-2-4 16,8 0-37-16,1-8-3 16,-2-4-17-16,-3 4 9 15,-6 4-9-15,-4 2 0 16,-4 2 0-16,-1 0-1 16,0 0 0-16,1 0 1 15,-2-4-1-15,-2-4-24 16,-5-6 3-16,-5-4 12 15,-4-4 10-15,-7-4 1 16,0 0 13-16,0 0-13 16,-5 4 17-16,1 1 2 15,2 2-12-15,2 1-7 16,0-1-1-16,0 3-1 0,14 0-135 16,-4 4-238-16,-1 4-518 15</inkml:trace>
  <inkml:trace contextRef="#ctx0" brushRef="#br0" timeOffset="-161114.64">16226 6721 880 0,'0'0'734'0,"0"0"-653"16,0 0-1-16,0 0-18 15,0 0 7-15,0 121 4 0,0-81-36 16,-5-2-7-16,-2-2 14 16,1-8 3-16,-1-6-35 15,5-8 7-15,0-9-13 16,2-2 9-16,0-3 47 16,0 0 21-16,11 0 31 15,9 0-58-15,9-6-33 16,2-2-16-16,3-2 16 15,1 5-22-15,3 0 19 16,-3 3-8-16,1 2-6 16,-2 0-5-16,-3 4 0 15,-5 6-1-15,-5 0 1 0,-5-4 0 16,-6-4 5 0,-1-2-5-16,-1 0 14 0,-2-2 1 15,-2-14-1-15,1-2-1 16,-5 0 2-16,0-2-8 15,0-2 14-15,0-2-10 16,0-5 15-16,-2-2-27 16,2-1 11-16,0-1-10 15,0 8-1-15,0 4 0 16,4 9 0-16,4 8-7 16,17 4-210-16,-2 0-148 15,1 0-746-15</inkml:trace>
  <inkml:trace contextRef="#ctx0" brushRef="#br0" timeOffset="-160619.14">17117 6775 1692 0,'0'0'212'0,"0"0"-161"16,0 0-2-16,0 0-8 15,0 117 4-15,2-81-14 16,1 0 10-16,-1-4-8 16,2-6-17-16,-2-6-9 15,0-5-1-15,4-8 0 16,0-1-5-16,3-4 39 16,7-2 145-16,1 0-97 0,8 0-60 15,6 0-17-15,0 0-11 16,5 0 1-16,-1 0 5 15,2 0-6-15,-2 0 0 16,-4 0 1-16,-2 0-6 16,-4 0 6-16,-3 8-2 15,-4-2 2-15,-1-2-2 16,-1-2 1-16,-3-2 0 16,-1 0 0-16,-3-8 1 15,-3-12 11-15,-6-6-12 16,0-1 12-16,0-6-12 15,-2 1 1-15,-9 0 8 16,2 0-9-16,2 2 0 16,3 3 2-16,2 7 4 0,2 3-5 15,0 7-2-15,0 2-2 16,0 5 2-16,6 3-64 16,10 0-159-16,-1 4-296 0</inkml:trace>
  <inkml:trace contextRef="#ctx0" brushRef="#br0" timeOffset="-160049.79">18147 6882 1177 0,'0'0'739'0,"0"0"-625"16,0 0 72-16,0 0-41 15,0 0-69-15,-53 117-38 16,46-88-21-16,3 0-6 16,-1-6-10-16,2-4 5 15,3-8-6-15,0-3 8 16,0-6-7-16,0 0 38 15,0 0 4-15,6 1-15 16,9 2-26-16,3 2 4 16,3 0 0-16,2 1-6 0,0-1 0 15,-1-4 0 1,2-3 9-16,5 0-8 0,0-3 7 16,4-8-8-16,2 0 1 15,0 0-1-15,-6 1 0 16,-4 5 0-16,-6-2 0 15,-5 1 0-15,-3 1 7 16,-2-4-4-16,-3 1-2 16,-1-1-1-16,0-3 6 15,-3-3 2-15,0-2-1 16,0-4 2-16,-2-4 49 16,0-1 14-16,0-3 2 15,0 3-50-15,0 3 5 16,0 6-22-16,0 5 5 15,0 6-12-15,0 0-1 0,0 4-20 16,4 2-237-16,12-3-555 16,0 3-980-16</inkml:trace>
  <inkml:trace contextRef="#ctx0" brushRef="#br0" timeOffset="-159545.36">18870 6888 1770 0,'0'0'313'0,"0"0"-247"16,0 0-22-16,0 0 17 16,-12 116 11-16,5-75-32 15,-1-2-4-15,4-5-18 16,-2-7-8-16,2-8 2 15,4-8 0-15,0-5 10 16,0-6 8-16,0 0 84 16,12 0-3-16,9 0-52 15,8 0-35-15,5-6-16 16,2-3-2-16,-3 4-5 16,-1-2-1-16,-6 6 6 15,-2 1-12-15,3 0 13 16,2 0-13-16,0 0 7 0,0 0-1 15,2 0 0 1,-4 0 0-16,0 0 1 0,-4 0-1 16,-6 0 6-16,-1 0 0 15,-3-12 1-15,1-2 4 16,-1-9-10-16,-1-7 8 16,-2-6-8-16,-1-2 9 15,-7 2-9-15,-2 6 60 16,0 3 8-16,-2 10-26 15,-11 1-42-15,-3 3-2 16,3 1-42-16,-5-3-96 16,3 1-349-16,1-1-947 0</inkml:trace>
  <inkml:trace contextRef="#ctx0" brushRef="#br0" timeOffset="-142773.43">1896 15284 1859 0,'0'0'274'0,"0"0"259"15,0 0-285-15,0 0-106 16,0 0-36-16,0 0-25 15,-28 10-27-15,28-6-28 16,4 3-6-16,23 8 3 16,15-3 22-16,18 2 3 15,16 0-8-15,31 0 8 16,36-5-10-16,42 0 2 16,19-1-2-16,-5-2 4 15,-25-4-12-15,-49-1-18 16,-40-1 1-16,-32 6-13 0,-22-6 0 15,-2 0 0 1,-4 0-1-16,-5 0 7 0,-11 0-6 16,-5 0 18-16,-4 0 30 15,0 0 2-15,0 0-10 16,0 0-14-16,0 0-14 16,0 3-12-16,0-3-2 15,0 0 1-15,0 0-8 16,0 0 1-16,0 0 2 15,0 0-3-15,0 0-15 16,0 0-24-16,0 0-19 16,0 0-50-16,0 0-29 15,2-26-68-15,6 0-571 16,-4 2-999-16</inkml:trace>
  <inkml:trace contextRef="#ctx0" brushRef="#br0" timeOffset="-142426.55">3198 15155 1837 0,'0'0'539'15,"0"0"-339"-15,0 0 164 16,0 0-163-16,0 0-149 16,0 0-11-16,0 0-16 15,56 22-2-15,-21-4-10 16,4 5 1-16,-1 3 1 15,-1 2-8-15,3 2 5 16,-3 5-3-16,-8-2 7 0,-6 1-16 16,-7 3 1-16,-13-2 5 15,-3 5 18-15,-9 1 23 16,-20-5 8-16,-7 0-1 16,-4 0-19-16,-2-1-7 15,4-8-20-15,7-1 2 16,6-2-10-16,7-8-7 15,11-2-40-15,7-10-59 16,23-4-71-16,15-9-537 16,11-14-911-16</inkml:trace>
  <inkml:trace contextRef="#ctx0" brushRef="#br0" timeOffset="-141917.54">4560 14694 1949 0,'0'0'230'0,"0"0"81"16,0 0-62 0,0 0-154-16,-140 36-62 0,111 0 12 15,2 5 0-15,5 9 13 16,11 4-4-16,9 2-33 16,2 2-5-16,17-4-4 15,19-4 9-15,9-2-4 16,6 1 20-16,2-9-10 15,-1 2-9-15,-5-4-16 16,-7-1-1-16,-9-2 8 16,-11-7-8-16,-11-1 4 15,-9-10-4-15,-2 1 28 16,-27 0 45-16,-14-1 6 16,-8-3-19-16,-5-6-11 15,0 2-19-15,7-10-7 0,7 0-12 16,9 0-10-16,6 0-1 15,9 0-1-15,9-5-12 16,9 0-55-16,14-8-68 16,19-1-114-16,7-4-643 0</inkml:trace>
  <inkml:trace contextRef="#ctx0" brushRef="#br0" timeOffset="-141736.25">4913 15294 1761 0,'0'0'1039'16,"0"0"-864"-16,0 0 52 0,0 0-82 16,0 121-79-16,0-82-43 15,0-3-11-15,15-2-11 16,3-6-1-16,5-5-40 16,14-14-92-16,-1-6-227 15,1-3-920-15</inkml:trace>
  <inkml:trace contextRef="#ctx0" brushRef="#br0" timeOffset="-141391.4">5392 15383 2748 0,'0'0'321'16,"0"0"-210"-16,0 0-44 0,0 0-14 15,-9 117-37-15,9-74-7 16,11-6 1-16,-2-2-10 15,0-13 0-15,-5-12 6 16,1-10-4-16,2 0-1 16,-3-18 1-16,2-15-2 15,1-11-6-15,0-1 5 16,2 2 1-16,2 9 0 16,3 10 2-16,1 10 22 15,3 10-8-15,1 4-4 16,4 7-6-16,-3 16 9 15,1 9 5-15,-6 5-4 16,-2-2-7-16,-1 4-9 16,-2-7 0-16,2-10-20 15,-1 0-59-15,16-8-158 0,-5-6-367 16,10-8-557-16</inkml:trace>
  <inkml:trace contextRef="#ctx0" brushRef="#br0" timeOffset="-140911.51">6533 15494 1667 0,'0'0'307'0,"0"0"83"15,0 0-83-15,0 0-146 0,0 0-88 16,22 104-25-16,-19-104-6 15,-3 0 62-15,0-15 4 16,0-16-81-16,0-9-18 16,0 1-7-16,0-8 4 15,2 7-6-15,12 4 0 16,9 11-23-16,11-2-100 16,7 13-228-16,9 2-333 15,6 10-241-15,12 2 144 16,5 0 781-16,4 2 972 15,0 5-854-15,-11-2 171 16,-16-5-138-16,-17 0-3 16,-16 0 102-16,-11-5 111 0,-6 2-83 15,0-3-46 1,-3 2-79-16,-15 4-65 0,-9 0-55 16,-6 22-32-16,-2 15 1 15,1 4-2-15,9 8 8 16,12 2-7-16,13-1 4 15,0-9-5-15,26-10-1 16,13-8-17-16,14-19-71 16,56-16-132-16,-13-16-537 15,-2-7-987-15</inkml:trace>
  <inkml:trace contextRef="#ctx0" brushRef="#br0" timeOffset="-140640.47">7677 15244 1804 0,'0'0'272'16,"0"0"-93"-16,0 0 43 15,0 0-58-15,42 122-69 16,-24-82 10-16,-5-2-31 16,-1-2-38-16,-10-12 2 15,-2-4-25-15,0-1 16 16,-25-5 21-16,-6-6 28 15,-7 2 8-15,0-6-5 16,2-3-44-16,7 2-30 16,12-2-7-16,7-1-39 15,10 0-61-15,16-9-162 16,20-9-495-16,4-9-673 0</inkml:trace>
  <inkml:trace contextRef="#ctx0" brushRef="#br0" timeOffset="-140414.68">8187 14853 2268 0,'0'0'289'0,"0"0"-106"16,0 0-56-16,5 116 21 15,10-24-15-15,-1 1-20 16,-3 5-43-16,-5-2-49 0,-1-20-11 15,-2 2-10 1,1-14-5-16,-2-15-73 0,-2-23-69 16,0-13-406-16,0-13-381 0</inkml:trace>
  <inkml:trace contextRef="#ctx0" brushRef="#br0" timeOffset="-140048.05">8009 15444 1737 0,'0'0'798'16,"0"0"-514"-16,0 0-67 16,0 0-114-16,0 0-58 15,165-49-13-15,-103 49 5 16,0 11-29-16,-6 19-8 16,-9 10-1-16,-7 6-11 0,-9 2-15 15,-12-7 2-15,-11-7 17 16,-6-10 8-16,-2-16 0 15,0-8 2-15,0-4 28 16,0-28-15-16,3-11-5 16,5-3-9-16,6 2 0 15,1 9 16-15,-1 3 11 16,-1 17 27-16,-1 7-16 16,1 8 0-16,5 0-37 15,4 18 3-15,4 8-5 16,-3 11 0-16,-3-2-1 15,-7 1-7-15,-2-3-20 16,-3-9-48-16,15-10-55 0,2-8-499 16,8-6-1244-16</inkml:trace>
  <inkml:trace contextRef="#ctx0" brushRef="#br0" timeOffset="-139815.17">9179 15337 867 0,'0'0'1016'16,"0"0"-761"-16,0 0-54 15,0 0-16-15,-129 14-82 16,93 13-11-16,3 1 1 0,6 2-32 16,7 2-9-16,11 2 10 15,9 2 5-15,0-8-25 16,29-1-15-16,11-5-15 15,34-18-12-15,-10-4-80 16,-1 0-664-16</inkml:trace>
  <inkml:trace contextRef="#ctx0" brushRef="#br0" timeOffset="-139574.92">9558 15320 1588 0,'0'0'374'0,"0"0"12"16,0 0-145-16,0 0-104 0,-120 63-64 15,106-38 19-15,7 8-21 16,7-8-14-16,0 3 17 16,10-6 13-16,16-4-27 15,13-5-21-15,7-3-31 16,5-6-8-16,30-4-56 15,-12 0-322-15,-5-9-858 0</inkml:trace>
  <inkml:trace contextRef="#ctx0" brushRef="#br0" timeOffset="-139214.78">10051 15244 1536 0,'0'0'194'16,"0"0"29"-16,0 0 62 15,0 0-24-15,-129 84-26 16,108-42-62-16,10 3-22 16,9-2-45-16,2-2-46 15,13-6-33-15,21-8-15 16,11-9 2-16,5-10-14 16,6-8 0-16,2-12-103 15,0-23-196-15,-4-6-233 16,-8-10 204-16,-7 3 234 15,-15 10 94-15,-13 10 243 16,-6 14 117-16,-5 10-83 0,0 4-136 16,0 0-87-16,-7 21-21 15,-2 4 70 1,2 8-24-16,5 1-32 0,2-5-29 16,0 1-9-16,12-6-9 15,11-10-20-15,45-14-130 16,-3 0-597-16,1-10-570 0</inkml:trace>
  <inkml:trace contextRef="#ctx0" brushRef="#br0" timeOffset="-138748.63">10780 15221 1776 0,'0'0'233'16,"0"0"-18"-16,0 0 90 0,-117 67-49 15,100-30-136 1,10 1 13-16,7-1-37 0,16-7-57 15,22-6-5-15,13-14-25 16,5-10 5-16,2 0-13 16,-2-16-1-16,-12-17-22 15,-6-8-23-15,-9-13-38 16,-11 1 39-16,-9 7 32 16,-5 11 12-16,-2 14 13 15,-2 19 20-15,0 2-33 16,0 31-6-16,0 11 6 15,0 1 12-15,2-2 30 16,0-4 3-16,2-16-21 16,-2-7-2-16,0-11-16 15,0-3 27-15,2-12 12 0,3-25-30 16,9-4-14-16,5-2 1 16,8 2-2-16,7 6 0 15,-2 14 0-15,-3 15-11 16,-5 6 10-16,-3 9-13 15,-3 23 8-15,-5 8 6 16,-5-1 5-16,-4 7 21 16,-6-8 18-16,0 1-3 15,0-5-28-15,-6-8-10 16,-10-8-3-16,-11-18-64 16,2 0-153-16,6-4-742 0</inkml:trace>
  <inkml:trace contextRef="#ctx0" brushRef="#br0" timeOffset="-138606.57">11036 14664 2170 0,'0'0'378'16,"0"0"-74"-16,0 0-93 16,0 0-127-16,-47 143-84 15,65-92-9-15,6-5-622 0</inkml:trace>
  <inkml:trace contextRef="#ctx0" brushRef="#br0" timeOffset="-127697.41">14496 15051 1972 0,'0'0'654'15,"0"0"-545"-15,0 0 160 16,0 0-93-16,0 0-122 16,38-118-25-16,-3 73 2 15,3 8 12-15,-5-3 1 16,-2 13 7-16,-6 13-6 15,-2 10-15-15,-6 4-29 16,3 34 0-16,-4 21 8 16,-3 17 19-16,-2 4 14 15,-3 0 3-15,-6-1 2 16,2-11-22-16,-2-10-8 0,5-6-16 16,-1-11 1-1,4-11-2-15,1-9-26 0,5-8-38 16,1-9-49-1,32-14-47-15,-5-18-448 0,2-6-1617 0</inkml:trace>
  <inkml:trace contextRef="#ctx0" brushRef="#br0" timeOffset="-127367.81">15316 14775 2787 0,'0'0'317'0,"0"0"-67"15,0 0-142 1,0 0-97-16,0 0 4 0,-3 134-9 16,-10-76 7-16,-2 4-4 15,-3-8 2-15,2-8-11 16,3-10 8-16,4-10-7 16,5-8-1-16,4-6 5 15,0-3-4-15,4-3 7 16,18-2 12-16,7 0 2 15,7-4 4-15,2 0-5 16,0 0-8-16,2 0-6 16,0-8-7-16,0-2-1 15,-2-3-14-15,-1 4-63 16,-2-8-54-16,-8 2-76 16,-17-12-269-16,-7 6-152 0,-3-6-449 15</inkml:trace>
  <inkml:trace contextRef="#ctx0" brushRef="#br0" timeOffset="-127194.41">15628 14881 1124 0,'0'0'636'0,"0"0"30"16,0 0-172-16,0 0-247 16,0 0-68-16,0 0-87 15,0 0-61-15,7 34 47 16,-1 39 11-16,4 5-22 16,1 3-41-16,-1-7-16 15,4-11-3-15,-1-10-7 16,-1-12-51-16,-3-17-48 15,8-24-48-15,-3 0-67 16,3-24-702-16</inkml:trace>
  <inkml:trace contextRef="#ctx0" brushRef="#br0" timeOffset="-126990.93">16397 14432 1759 0,'0'0'1216'16,"0"0"-1054"-16,0 0-53 16,-4 116 21-16,24-8-29 15,-1 2-50-15,0-7-8 16,-4-19-35-16,-3-20-8 16,3 28-60-16,-1-10-125 15,-6-11-460-15</inkml:trace>
  <inkml:trace contextRef="#ctx0" brushRef="#br0" timeOffset="-126637.16">16663 15462 2621 0,'0'0'482'15,"0"0"-398"-15,0 0 16 16,0 0-40-16,0 0-60 15,0 0-5-15,0 0-8 16,-14 0 10-16,14 0 3 16,0 0 1-16,0 0 35 15,0 0-20-15,0 0-16 16,7 0-1-16,6 14 1 0,1 0 1 16,-3 4-1-16,-5-2 2 15,-6-2-1-15,0-5 20 16,0-4 10-16,-2-5 49 15,-9 0-10-15,4-5-1 16,0-8-28-16,7 1-20 16,0 2-14-16,0 0-7 15,0 7-37-15,12-8-121 16,-5 5-167-16,1 0-1615 0</inkml:trace>
  <inkml:trace contextRef="#ctx0" brushRef="#br0" timeOffset="-121338.33">1177 6817 783 0,'0'0'247'0,"0"0"-114"15,0 0 234-15,0 0-58 16,0 0-107-16,0 0 56 16,31 63 2-16,36-61-59 15,51-2-61-15,65-22-54 16,39-23-38-16,13 0 8 15,-15 3-29-15,-37 16 8 16,-42 9-34-16,-39 9 7 16,-32 4-7-16,-22 1-1 15,-3 0 0-15,-5 1-15 16,-9 0-3-16,-16 1-6 16,-10 1 16-16,-5 0 7 0,0 0-53 15,0 0-36-15,-29-3-174 16,3-1-333-16,-3-1-981 0</inkml:trace>
  <inkml:trace contextRef="#ctx0" brushRef="#br0" timeOffset="-119737.27">1939 7270 1800 0,'0'0'214'0,"0"0"316"16,6 151-284-16,-1-80-98 16,1-7-35-16,10-9-60 15,5-12-24-15,6-17-28 16,4-12-2-16,2-14-73 16,5-16-50-16,-7-17-207 15,-11-10-543-15</inkml:trace>
  <inkml:trace contextRef="#ctx0" brushRef="#br0" timeOffset="-119249.86">2186 7072 1706 0,'0'0'300'16,"0"0"-109"-16,0 0-17 15,129-88-119-15,-88 69-41 16,-3 7-14-16,-7 3 6 16,-9 5-12-16,-9 4-2 15,-8 0 1-15,-5 0 7 16,0 0 28-16,-11 4-1 16,-12 14-18-16,-6 2-3 15,-2 6 1-15,0 3 9 0,2-2-4 16,6 4 25-1,6 1-28-15,5 0-7 0,8-2-1 16,4 0 6-16,0-4-7 16,23-4 0-16,10-8-5 15,5-4 5-15,2-6 17 16,0 0-16-16,0-1-1 16,-7 2 0-16,-1 4 0 15,-8 8-1-15,-3 3 1 16,-11 2 0-16,-7 2 2 15,-3 0 11-15,0 0-12 16,-20-1 21-16,-2-3-10 16,-3-4 1-16,0-6-5 15,4-5 2-15,-2-1-9 16,3-4-1-16,-11 0-38 0,4-1-296 16,3-6-972-16</inkml:trace>
  <inkml:trace contextRef="#ctx0" brushRef="#br0" timeOffset="-111338.05">14248 15770 1139 0,'0'0'212'0,"0"0"-105"16,0 0 57-16,0 0 27 15,0 0-100-15,80 113-48 16,-57-87-23-16,2-3 1 16,-2-5-2-16,2 0-13 15,-2 0-5-15,-1-9 0 16,-2 4 7-16,-2-4-6 16,2-4-2-16,2-5 10 0,9 0 9 15,8-9 8 1,5-10-17-16,10-2-1 0,6 3-6 15,2 4-2-15,7 9 1 16,5 1-1-16,6 4 0 16,7 0 0-16,2 13-1 15,0 10 1-15,-2 3-1 16,-9 6 0-16,-8 0 0 16,-18 4 0-16,-9-2-1 15,-12-2 1-15,-11-10-1 16,-8-8 1-16,-8-6 1 15,-4-4 7-15,0-4 12 0,-2-4 53 16,-16-14-53 0,-2-12-8-16,0-6-10 0,5 0 5 15,9-4 2-15,6 4-9 16,19-1-5-16,20 6-11 16,13 9 8-16,8 10-8 15,7 12 1-15,4 0-16 16,5 14 19-16,5 7 10 15,-2 6 0-15,6-9 1 16,0-6-5-16,4-7-1 16,3-5-6-16,-3-3 13 15,-12-17 1-15,-12-3 1 16,-20-2-2-16,-16-1-53 16,-8-3-58-16,-9 0-36 15,1-8 32-15,-1 1-159 0,-7-8-44 16,-5 4 115-1,0 12-350-15</inkml:trace>
  <inkml:trace contextRef="#ctx0" brushRef="#br0" timeOffset="-64709.32">17354 2830 1506 0,'0'0'356'0,"0"0"-55"15,0 179-44-15,0-87-87 16,0 5-50-16,0 1 1 16,2-20-31-16,0 7-29 15,2-10-31-15,3-10-21 16,-3-5 3-16,1-7-11 16,-5-9-1-16,0-11-5 15,0-10-5-15,0-15-67 0,-11-21-47 16,-10-19-183-1,2-12-633-15</inkml:trace>
  <inkml:trace contextRef="#ctx0" brushRef="#br0" timeOffset="-64499.28">17055 2917 1577 0,'0'0'283'0,"0"0"-141"16,191-58 77-16,-97 32-25 15,-3 6-99-15,-8 6-74 16,-14 6-21-16,-5 8-193 0,-19 0-102 16,-13 5-790-16</inkml:trace>
  <inkml:trace contextRef="#ctx0" brushRef="#br0" timeOffset="-64318.83">17311 3328 1677 0,'0'0'506'0,"0"0"-23"16,0 0-249-16,0 0-60 15,122 5-87-15,-61-15-36 16,5-7-41-16,0 3-10 15,13-5-66-15,-16 2-264 16,-14 3-834-16</inkml:trace>
  <inkml:trace contextRef="#ctx0" brushRef="#br0" timeOffset="-64006.41">17835 3442 1876 0,'0'0'388'16,"0"0"-53"-16,-13 121-165 16,35-71-62-16,26-4-59 15,20-12-39-15,14-11 14 0,5-19 3 16,-4-4 14 0,-12-21-29-16,-20-12 5 0,-15-9 10 15,-20-1 51-15,-16-1 35 16,0 2 18-16,-27 0-15 15,-14 6-55-15,-3 1-19 16,-5 5-33-16,2 6-3 16,8 5-6-16,6 2-39 15,12 5-51-15,5 2-39 16,16 10-80-16,0 0-409 16,4 0-746-16</inkml:trace>
  <inkml:trace contextRef="#ctx0" brushRef="#br0" timeOffset="-63794.16">18528 3775 1927 0,'0'0'786'0,"0"0"-498"15,0 0-24-15,0 0-106 16,0 0-63-16,0 0-61 16,-15-144-5-16,15 80-16 15,0-4-1-15,0 1 0 16,0 9-12-16,0 8 0 15,0 10-13-15,0 8-22 16,0 9-70-16,13 0-94 16,11 9-369-16,5 6-333 0</inkml:trace>
  <inkml:trace contextRef="#ctx0" brushRef="#br0" timeOffset="-63352.29">18756 3476 1408 0,'0'0'630'15,"0"0"-249"-15,37 133-43 16,-23-79-137-16,-3-1-107 15,0-5-56-15,-5-7-28 16,2-12-2-16,-2-12-2 16,-4-12-6-16,-2-5 0 15,0-28 26-15,0-22-17 16,0-16-3-16,0-8-5 16,0-1 5-16,0 12 6 15,9 16 15-15,3 15 9 16,7 11-6-16,12 16-3 15,10 5-26-15,8 8 0 0,4 19-1 16,-3 14 1-16,-8 5-1 16,-9 4 0-16,-12 0-1 15,-13-5-22-15,-6-9 15 16,-2-9-1-16,0-13-1 16,-17-11-9-16,-5-3 19 15,-1-30 1-15,4-16-1 16,7-15 1-16,12-1 0 15,0 4 16-15,16 12-16 16,15 16 17-16,11 17-5 16,7 13-7-16,2 11-5 15,-2 24 6-15,-4 11 10 16,-9 3-16-16,-7-1 3 16,-10 0-4-16,-5-8-15 15,-1-5-66-15,-2-13-193 0,3-14-715 0</inkml:trace>
  <inkml:trace contextRef="#ctx0" brushRef="#br0" timeOffset="-62991.75">19732 3326 1846 0,'0'0'294'16,"0"0"-145"-16,0 0 78 15,-123 83-115-15,103-24-33 16,11 10 10-16,9 1 26 16,7-6-8-16,28-11-46 0,10-13-45 15,7-16 5 1,-1-19-21-16,0-5 16 0,-9-22-9 16,-9-22-7-16,-10-13-10 15,-9-8-1-15,-12-3 4 16,-2 7 7-16,0 17 26 15,0 17 37-15,-7 17 10 16,5 10-49-16,2 12-24 16,0 23 0-16,2 11 8 15,16 5 1-15,2-1-9 16,2-6 0-16,3-11-41 16,13-26-104-16,-7-7-549 15,-3 0-1364-15</inkml:trace>
  <inkml:trace contextRef="#ctx0" brushRef="#br0" timeOffset="-62752.1">20247 3224 1870 0,'0'0'301'0,"0"0"-51"15,0 0-43-15,2 136-109 16,36-89-66-16,7 1-10 15,-3 2-21-15,-9-2 7 16,-10 3-2-16,-17-5 39 16,-6 0 23-16,-8-4-29 15,-24-5 2-15,-7-5-28 0,-11-5-13 16,-12-15 0 0,12-8-160-16,13-4-586 0</inkml:trace>
  <inkml:trace contextRef="#ctx0" brushRef="#br0" timeOffset="-62615.62">20530 4025 2684 0,'0'0'564'0,"0"0"-458"16,0 0-106-16,0 0-57 15,0 0-1438-15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54:55.80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1690 1467 1807 0,'0'0'513'15,"0"0"-221"-15,0 0-80 16,0 0-69-16,0 0-58 15,118-82-34-15,-83 56-19 16,-1 4-7-16,-8 2 5 16,-6 6-7-16,-2 7 13 15,-3 7-30-15,1 0 15 16,-1 11-20-16,4 19 10 16,1 10 15-16,-3 13 14 15,2 2-12-15,-7 6 8 16,0-1 0-16,-3 0-19 15,-3-4 5-15,1-1-16 0,-2-4 5 16,2-2-11-16,1-5 5 16,-1-6-4-16,0-6-1 15,-3-9 0-15,1-3-6 16,-1-11-30-16,0-6-71 16,10-3 1-16,-1-17-86 15,3-7-573-15</inkml:trace>
  <inkml:trace contextRef="#ctx0" brushRef="#br0" timeOffset="376.41">2460 1284 1696 0,'0'0'291'0,"0"0"-198"15,0 0 71-15,-29 137 6 16,29-66-48-16,0 3 21 16,3 2 2-16,13-6-65 15,5-9-17-15,10-15-52 16,8-18 38-16,7-16 17 16,8-12-5-16,4-8-29 15,-4-27-17-15,-8-6-3 16,-13-8-6-16,-14-1 31 15,-19 1 8-15,0-2 27 16,-27 5-36-16,-13 1 1 16,-9 8-25-16,-5 6-9 0,-2 12-3 15,1 9-1-15,1 7-7 16,9 3-40-16,14 4-40 16,27 33-71-16,4-5-195 15,11-2-383-15</inkml:trace>
  <inkml:trace contextRef="#ctx0" brushRef="#br0" timeOffset="1021.57">3903 1393 1585 0,'0'0'555'0,"0"0"-484"15,0 0 183-15,53 130-2 16,-24-65-46-16,-2 1-89 0,-2-3-55 15,-5-10-48 1,-5-10 24-16,-3-14-37 0,-8-11 8 16,-2-14-8-16,-2-4 23 15,0-19 25-15,-14-21-20 16,-3-14-17-16,1-7-11 16,5 1 9-16,11 8-2 15,0 13 10-15,15 18-17 16,19 12 2-16,6 9-2 15,2 17-1-15,1 17 0 16,-7 12 1-16,-9 4 1 16,-4 2 5-16,-6-4-9 15,-5-8 10-15,-4-12-9 16,-4-10 2-16,-2-13-1 16,-2-5 7-16,0-19 17 0,0-20-12 15,-6-12-12-15,1-7 0 16,5 2 10-16,0 8-17 15,9 11 14-15,16 19-4 16,8 13-3-16,5 5 7 16,0 14 1-16,-3 18-8 15,-6 12 11-15,-6 6-10 16,-10 4 4-16,-2 2 2 16,-4-1-7-16,1-5 0 15,2-11-42-15,3-12-103 16,1-13-324-16,-5-14-493 0</inkml:trace>
  <inkml:trace contextRef="#ctx0" brushRef="#br0" timeOffset="1300.83">4651 1630 1837 0,'0'0'256'0,"0"0"204"16,12 152-220-16,8-85-95 15,7-9-91-15,8-10-30 16,4-15-8-16,-2-19 3 16,-3-14 23-16,-3-7-18 15,-9-29 33-15,-2-13-45 16,-6-2 21-16,-10-3-10 16,-4 1 7-16,0 7 9 15,-14 6-4-15,-3 8-3 0,-1 6-31 16,3 6-1-16,6 1-50 15,9-12-52-15,0 2-455 16,9 1-1670-16</inkml:trace>
  <inkml:trace contextRef="#ctx0" brushRef="#br0" timeOffset="1531.96">5227 1652 2177 0,'0'0'348'15,"0"123"121"-15,-5-46-298 16,3 18-47-16,2 4-82 16,0-15-5-16,0 3-35 0,0-8 12 15,2-12-13-15,-2-16 4 16,0-17-4-16,-4-15 0 16,-14-12 16-16,-4-7 19 15,-5-16-8-15,1-21-28 16,-8-40-58-16,9 6-125 15,5-3-650-15</inkml:trace>
  <inkml:trace contextRef="#ctx0" brushRef="#br0" timeOffset="1669.59">4995 1594 1521 0,'0'0'1239'0,"0"0"-1068"16,0 0 3-16,0 0-152 15,0 0-22-15,0 0-468 0,121-37-912 16</inkml:trace>
  <inkml:trace contextRef="#ctx0" brushRef="#br0" timeOffset="2426.05">5474 1764 743 0,'0'0'1537'0,"0"0"-1073"16,0 0-199-16,0 0-126 15,0 0-99-15,78-122-22 16,-63 100-18-16,-3 3 4 16,-5 6 7-16,-5 3-2 15,-2 4 1-15,0 3 10 0,-7 3-20 16,-13 5-9-16,-7 22 9 16,0 18 0-16,6 11 1 15,11 8 8-15,10-2-13 16,14-6 5-16,24-10-1 15,9-17 0-15,4-12 1 16,-4-10-1-16,-7-7 1 16,-9 0 4-16,-9-12-4 15,-7 0 17-15,-5-3-17 16,-6 1 38-16,-4-3-20 16,0-7 1-16,0-6-19 15,0-6 6-15,0-5-7 16,0 2 0-16,0-2 0 0,0 1 0 15,0 2-11 1,0 4 12-16,7 1-2 0,15 10-31 16,7 3-1-16,7 8 5 15,-1 9 14-15,-3 3-5 16,-6 9-20-16,-3 15 25 16,-6 4-2-16,-3 2 10 15,-3 0 6-15,-5 2-1 16,4-2 0-16,1 0 1 15,3-2-2-15,1 2-80 16,3-4 54-16,-5-3-43 16,-2-5 70-16,-2-8-20 15,-4-5 20-15,-3-1 2 0,-2-1 14 16,0-3 26 0,0 0 21-16,0 0 10 0,0 0-31 15,0 0-16-15,0 0-19 16,0-3 8-16,0-11-8 15,-4-4-5-15,-8-5-1 16,1-5 2-16,0-2 5 16,-1-5-6-16,4 0-1 15,6-2 7-15,2 2-14 16,0 3 1-16,6 6 4 16,8 6-4-16,1 5 5 15,-1 4 1-15,-1 2 0 0,0 2 0 16,3 3-32-1,2 3-37-15,6 1-76 16,-4 0-342-16,-1 0-664 0</inkml:trace>
  <inkml:trace contextRef="#ctx0" brushRef="#br0" timeOffset="2725.69">6500 1576 1759 0,'0'0'519'0,"0"0"-206"15,0 0-31-15,0 0-155 16,0 0-92-16,129-72-28 16,-100 56 2-16,-5 2 1 15,-12 2-8-15,-12 1 19 16,0 1-21-16,-12 0 24 0,-15 5 27 16,-6 5-26-16,-2 0-15 15,1 15-9-15,3 21 3 16,6 13 6-16,7 9 5 15,12 4-3-15,6-2 3 16,6-10-14-16,25-12 0 16,10-16-1-16,3-15-44 15,6-7-37-15,16-41-139 16,-10-3-461-16,-4-4-1357 0</inkml:trace>
  <inkml:trace contextRef="#ctx0" brushRef="#br0" timeOffset="2901.41">6852 1467 1455 0,'0'0'578'0,"0"0"-415"0,0 0 168 15,0 0-142-15,-14 134-98 16,35-96-45-16,3-1-7 16,-4-1-38-16,-4-4-1 15,-12-3-6-15,-4 11-75 16,-22-11-221-16,-5-2-595 0</inkml:trace>
  <inkml:trace contextRef="#ctx0" brushRef="#br0" timeOffset="3448.33">2199 3323 1565 0,'0'0'323'16,"0"0"-36"-16,0 0 15 16,0 0-126-16,76-103-26 15,-69 85-53-15,-3 10 35 16,1 8-45-16,-2 2-50 16,1 32-25-16,0 16 68 0,1 12-20 15,1 10-13 1,1 2-9-16,2-7-29 0,0-7 4 15,4-9-5-15,1-11-16 16,3-16-8-16,15-24-99 16,-1 0-195-16,-5-27-800 0</inkml:trace>
  <inkml:trace contextRef="#ctx0" brushRef="#br0" timeOffset="3807.69">2612 3294 2096 0,'0'0'461'16,"0"0"-232"-16,0 0-82 15,0 0-114-15,158-56-19 0,-93 56-14 16,-5 0 0-16,-11 22 0 16,-15 12 0-16,-21 9-1 15,-13 7 2-15,-7 5 59 16,-22 2 11-16,-7-3-9 15,5-6-17-15,9-10-15 16,9-11-23-16,11-9-6 16,2-9 8-16,0-3 4 15,0-4 68-15,10-2-14 16,7 0 16-16,9 0-35 16,10 0-5-16,15 0-16 15,10-8-9-15,5-4-16 0,1 2-2 16,2 5-41-16,0 5-71 15,-2 0-11-15,33 0-127 16,-17 0-527-16,-5 0-1216 0</inkml:trace>
  <inkml:trace contextRef="#ctx0" brushRef="#br0" timeOffset="4219.92">4560 2885 2306 0,'0'0'346'0,"0"0"-16"0,0 0-176 16,0 0-115-16,0 0-5 15,94 138 38-15,-47-55-45 16,-5 7 27-16,-7-2-17 15,-12-20-7-15,-3-2-29 16,-5-17 5-16,-5-17-6 16,-6-18 0-16,-4-14 13 15,0-13 11-15,0-25 5 16,0-19-20-16,0-7-11 16,0 1 3-16,11 9-1 15,12 15 0-15,4 18 6 0,4 16-6 16,2 5-1-1,3 32-5-15,-5 14 12 0,-4 9 7 16,-5 2-13-16,-5-3 0 16,2-10-6-16,3-12-22 15,24-23-98-15,0-9-189 16,-2 0-797-16</inkml:trace>
  <inkml:trace contextRef="#ctx0" brushRef="#br0" timeOffset="4835.88">5488 3110 2282 0,'0'0'530'0,"0"0"-318"16,-125 61-47-16,87-22-56 0,20 5-58 16,16-2-33-16,2-4-5 15,29-9-13-15,15-15 6 16,8-12 8-16,4-2-10 15,-6-20-4-15,-7-15-22 16,-12-2-39-16,-11-8 20 16,-11 5 26-16,-6 4 15 15,-3 9 7-15,0 13 32 16,0 13 32-16,0 1-71 16,0 12-7-16,13 23 5 15,5 8 2-15,2 7 1 16,4 2 1-16,1-4-2 0,-5-7 6 15,-5-14-12-15,-3-10-3 16,-10-15 9-16,-2-2 0 16,0-16-1-16,0-16-8 15,-2-7 3-15,0 1 5 16,2 6 0-16,0 6 1 16,0 10-13-16,15 10 3 15,5 6-7-15,3 0 16 16,-4 17-11-16,2 2 12 15,-8 0-1-15,-4-6-1 16,-5-4-4-16,-1-9-33 16,-3 0 23-16,0-7-13 15,0-15 20-15,0-6-19 16,0-1 28-16,0-2 10 16,6 7 73-16,7 8-17 0,5 9-35 15,5 7-21-15,4 0 1 16,2 21-17-16,0 9 18 15,-6 2-12-15,-4 1 0 16,-4-3 1-16,-6-9-1 16,2-5-5-16,5-9-80 15,-3-6-219-15,-2-1-790 0</inkml:trace>
  <inkml:trace contextRef="#ctx0" brushRef="#br0" timeOffset="5241.95">6263 2869 2505 0,'0'0'334'15,"0"0"-171"-15,0 0-53 16,-2 123 1-16,18-48-30 16,9 6 1-16,4-5-23 15,-3-9 4-15,-2-16-54 16,-5-14-4-16,-9-18-4 15,-5-8-1-15,-3-11 1 16,-2 0 23-16,0-17-2 16,0-8-21-16,9-8-1 15,11 0-11-15,11-4 11 16,10 3-33-16,7 6-15 0,4 10 4 16,-5 12 26-16,-5 6 8 15,-15 18-7-15,-14 18 7 16,-13 7 10-16,0 3 19 15,-29 0 10-15,-11-4 25 16,-4-9-17-16,1-7-4 16,3-11-18-16,5-13-7 15,8-2-8-15,6-17-36 16,15-14-53-16,6-29-93 16,25 6-302-16,6 6-594 0</inkml:trace>
  <inkml:trace contextRef="#ctx0" brushRef="#br0" timeOffset="5594.06">7021 3430 958 0,'0'0'1278'0,"0"0"-768"16,0 0-217-16,0 0-109 16,0 0-113-16,-82-116-59 15,82 75-12-15,7-3-44 16,17 0-95-16,10 5-72 15,1 6-79-15,1 7 65 16,-1 5 106-16,3 10 109 16,3 4 10-16,-4 7 47 15,-1 0 24-15,-9 0-35 16,-11 0 1-16,-16 2-4 16,0 10 48-16,-21 7 103 15,-14 13-66-15,-6 9-51 0,8 7-18 16,9 2-11-16,14-1-38 15,10-8 12-15,7-6-11 16,20-14-1-16,9-12 0 16,4-9 9-16,0 0-9 15,18-35-73-15,-9 4-218 16,-9-1-788-16</inkml:trace>
  <inkml:trace contextRef="#ctx0" brushRef="#br0" timeOffset="5881.79">7719 3006 1642 0,'0'0'489'16,"0"0"-438"-16,0 0 28 16,0 0-40-16,0 0-32 15,56 136-7-15,-32-94 15 16,-5-2 65-16,-11 0 69 15,-6-2 4-15,-2-2-11 16,0-3 3-16,-4-8-74 16,-6-3-9-16,0-8-26 15,-5-4-35-15,-6-7 30 16,-1-3-31-16,-5 0 0 16,0-10-23-16,-2-12-122 0,5 4-502 15,6 4-874-15</inkml:trace>
  <inkml:trace contextRef="#ctx0" brushRef="#br0" timeOffset="10430.16">11471 1552 1288 0,'0'0'372'0,"0"0"-159"16,-125-36 109-16,69 28-42 15,0 8-91-15,0 6-30 16,6 32-72-16,-2 34-27 0,5 40-14 16,12 35 6-1,14 4-51-15,19-23 35 0,2-43-19 16,16-32 1-16,17-15-12 16,15 0 1-16,16 0 8 15,14-6-15-15,7-11 2 16,-1-14-2-16,-1-7-17 15,-12 0-117-15,-8-30-150 16,-24-2-351-16,-20-3-760 0</inkml:trace>
  <inkml:trace contextRef="#ctx0" brushRef="#br0" timeOffset="10595.42">11170 2300 1855 0,'0'0'356'16,"0"0"102"-16,0 0-266 15,0 0-83-15,0 0-83 16,0 0 30-16,0 0-54 16,174-61 4-16,-87 28-6 15,40-23-173-15,-23 10-450 16,-12-1-726-16</inkml:trace>
  <inkml:trace contextRef="#ctx0" brushRef="#br0" timeOffset="10871.84">12003 1869 1800 0,'0'0'316'0,"0"0"-79"16,0 0 36-16,-89 107-173 0,89-72-35 15,16-5-47 1,24 2 23-16,9 1-13 0,3 0 3 16,-6 5-11-16,-6 0-2 15,-13 3 0-15,-13-4 1 16,-14-2 26-16,0-3-31 15,-25-6 57-15,-15-3-27 16,-7-4-5-16,-5-5-23 16,2-6-1-16,2-3-8 15,13-5-6-15,10 0-2 16,19-3 1-16,6-9-36 16,42-22-187-16,14 2-546 15,4-2-1084-15</inkml:trace>
  <inkml:trace contextRef="#ctx0" brushRef="#br0" timeOffset="11107.16">12634 2041 1704 0,'0'0'342'0,"0"0"-85"15,0 0 43-15,-114 80-178 16,101-39-31-16,11 5-25 15,2-2-1-15,15 0-12 16,16-6-7-16,8-6-7 16,-1-9-21-16,1-3-12 15,2-8-6-15,-1-9 0 0,25-3-126 16,-10 0-208-16,-5-18-478 16</inkml:trace>
  <inkml:trace contextRef="#ctx0" brushRef="#br0" timeOffset="11421.96">12995 2092 1562 0,'0'0'394'0,"0"0"-270"16,0 0 169-16,-75 109-140 15,73-64-21-15,2 2-35 16,11-2-4-16,22-7-26 0,14-12-16 15,10-12-12-15,9-12-20 16,3-2 1-16,-9-14-7 16,-12-14-5-16,-19 0-7 15,-15-4 10-15,-14 4-10 16,-4 1 15-16,-27 4-10 16,-10 5-6-16,-3 4 2 15,1 2 4-15,7 2-11 16,15 6 5-16,16 0-16 15,14-6-220-15,22-1-484 16,7-1-446-16</inkml:trace>
  <inkml:trace contextRef="#ctx0" brushRef="#br0" timeOffset="11872.08">13531 2080 1689 0,'0'0'259'15,"0"0"-39"-15,0 0 6 16,0 0-79-16,-81 133-59 16,102-102-15-16,20-7-30 15,15-14-17-15,7-8-6 16,-5-2-14-16,-7-12-6 16,-15-10-32-16,-14-4 0 15,-17 0-20-15,-5 1 19 16,0 6 8-16,-16 2 23 15,1 7 2-15,3 6 14 16,7 4 31-16,5 7-45 0,0 19 22 16,19 16 5-16,10 13 31 15,8 12 18-15,3 9 17 16,-1-1-3-16,-8 2-22 16,-14-4-14-16,-12-10-24 15,-5-8 6-15,-13-11 6 16,-19-8 45-16,-3-9-42 15,-8-12 4-15,1-9-13 16,-3-6 2-16,1 0-17 16,6-6-14-16,5-9 1 15,6-2-8-15,7 1-1 16,7 0-71-16,13-4-3 0,6-15-89 16,23 3-321-16,4-1-558 15</inkml:trace>
  <inkml:trace contextRef="#ctx0" brushRef="#br0" timeOffset="12352.17">14206 2249 2150 0,'0'0'348'16,"0"0"-22"-16,0 0-200 15,156-51-50-15,-94 38-34 16,-8 4-17-16,-16 0 2 0,-14-3-25 16,-13 2 40-16,-9-2-32 15,-2-2 25-15,0 1-23 16,-13 2-2-16,-11 3-10 16,-3 4 7-16,-7 4 5 15,-1 2-10-15,-1 20 1 16,1 10 9-16,2 10-14 15,6 4 4-15,11 0-4 16,16 0 3-16,2-2-1 16,39-11 0-16,19-8 0 15,15-8 5-15,8-9-3 16,0-8-4-16,-10 0 2 0,-13 0-6 16,-16 0 8-1,-19-11-2-15,-9-6 6 0,-12-5 9 16,-4-6 9-16,0-6 17 15,0-2 1-15,0-1-42 16,0 2 9-16,0 3-9 16,0 5-6-16,13 3-45 15,7 7-19-15,18-3-92 16,-7 6-439-16,0 3-448 0</inkml:trace>
  <inkml:trace contextRef="#ctx0" brushRef="#br0" timeOffset="12915.63">15925 2011 532 0,'0'0'1080'15,"0"0"-390"-15,0 0-344 16,0 0-256-16,0 0 19 16,0 0 49-16,11 170-32 0,11-92-54 15,3 3-12-15,-1-12-30 16,-4-6-20-16,-7-15-4 15,-3-13-6-15,-8-12-6 16,-2-11-57-16,0-12 18 16,-14 0-3-16,-10-19 9 15,0-22-6-15,-6-13 25 16,8-13 8-16,9-4 12 16,13-6 19-16,0 4-2 15,38 6 2-15,13 9-13 16,9 14 18-16,1 20-3 15,-4 17 24-15,-8 7-27 16,-11 26-10-16,-11 20-2 16,-16 7-5-16,-11 5 26 15,0-3-17-15,-16-8 37 0,-8-6-38 16,-1-11 4-16,1-11-7 16,-1-8-6-16,5-9 0 15,5-2-45-15,3-2-33 16,10-12-75-16,6-16-120 15,21 5-336-15,4-4-445 0</inkml:trace>
  <inkml:trace contextRef="#ctx0" brushRef="#br0" timeOffset="13515.75">16687 2063 970 0,'0'0'1141'15,"0"0"-789"-15,-132-8-62 16,86 8-102-16,10 22-126 16,7 16-20-16,13 11-25 15,12 9 28-15,4 0 9 16,22-2-12-16,27-10-22 16,11-12-13-16,10-15-7 15,-1-14 9-15,-7-5-18 16,-10-10 0-16,-15-20 8 15,-8-7 2-15,-11-7-1 16,-9-2 11-16,-7 3-4 16,-2 7 44-16,0 11 22 0,0 15 7 15,0 10-70-15,0 0-10 16,0 17-8-16,0 10 7 16,3 5-3-16,5-1 4 15,4-8 0-15,3-7-2 16,5-7 1-16,5-9 2 15,6 0 10-15,9-16 1 16,2-12-12-16,3-4 0 16,-5-3 0-16,-7 1-30 15,-8 6-11-15,-7 5 1 16,-5 4-12-16,-6 3 1 16,-3 4 0-16,1 1 43 15,-3 4-1-15,-2 0 9 16,0 7 0-16,0 0 0 15,0 0-7-15,0 11 7 0,-9 9 31 16,7 4-15-16,2 1 5 16,2 1-12-16,29-2-3 15,14-2-4-15,11-5 34 16,9-2-29-16,1-3-7 16,-3-7-44-16,-10-3-115 15,-2-2-118-15,-17-18-238 16,-12-5-137-16</inkml:trace>
  <inkml:trace contextRef="#ctx0" brushRef="#br0" timeOffset="13726.03">17719 1914 1739 0,'0'0'353'0,"0"0"-57"0,0 0-164 16,0 0-76-16,29 125-21 15,-16-46 55-15,-2 11 30 16,-3 0 31-16,-8-20-47 15,0 2-69-15,0-14 7 16,0-14-41-16,-10-12 8 16,-5-14-8-16,-6-11-2 15,2-7-17-15,-4-26-105 16,7-13-353-16,6-7-571 0</inkml:trace>
  <inkml:trace contextRef="#ctx0" brushRef="#br0" timeOffset="13860.78">17518 2017 2094 0,'0'0'558'0,"0"0"-343"16,0 0 48-16,0 0-180 15,0 0-50-15,156-66-33 16,-44 66-55-16,-16 0-206 16,-7 4-536-16</inkml:trace>
  <inkml:trace contextRef="#ctx0" brushRef="#br0" timeOffset="14168.79">18236 1956 1914 0,'0'0'660'16,"0"0"-463"-16,0 0 17 15,-134 119-65-15,110-59-57 16,17 3 11-16,7-9-42 16,31-8-7-16,21-14-31 0,8-16 1 15,0-16-17-15,-2 0-2 16,-14-22-5-16,-13-13-12 15,-12-8 11-15,-13-4 2 16,-6 1-4-16,0 6 11 16,-2 12 4-16,-2 14 18 15,-1 12 1-15,5 2-31 16,0 20-14-16,0 14 13 16,3 9 2-16,7-1 0 15,6-4 9-15,7-6-20 16,5-10-32-16,15-12-78 15,48-10-60-15,-6-18-537 16,-7-13-1527-16</inkml:trace>
  <inkml:trace contextRef="#ctx0" brushRef="#br0" timeOffset="14374.24">18771 1886 1698 0,'0'0'359'15,"0"0"-171"-15,0 0 1 16,36 119 18-16,-4-47-97 15,-3 8 8-15,-8-3-15 16,-9-9-3-16,-12-12-47 16,0-12-14-16,-25-11-5 15,-10-13-5-15,-6-11-4 16,-3-9-25-16,-1 0 0 0,-10-16-33 16,10-6-98-16,7 2-571 15</inkml:trace>
  <inkml:trace contextRef="#ctx0" brushRef="#br0" timeOffset="17600.5">15321 926 1672 0,'0'0'327'0,"0"0"-120"16,116-36-28-16,-52 23-75 16,3 1-58-16,-2 3-33 15,-10 1-11-15,-8 4-2 16,-11 0-9-16,-14 2-86 15,-13 2-74-15,-9 0 62 16,0-2 73-16,-7 2 5 16,-17 0 29-16,-3-2 0 15,-2 2 51-15,0-3 13 16,0 3 10-16,0 0-31 0,-4 0-15 16,0 11-27-1,-6 7 7-15,3 8 16 0,1 2 29 16,6 2 15-16,4 0-14 15,10-6-20-15,9-4-19 16,3-8-3-16,3-3-6 16,0-6 13-16,0-3-5 15,13 0 1-15,3 0-4 16,4 0 0-16,7 0-10 16,4 0-1-16,7 0 1 15,2 0 0-15,5 0 8 16,2 0-3-16,-1 4-7 15,-3 9 1-15,-5 2 0 16,-9 6 1-16,-10 1 0 16,-7 4 0-16,-12-2 8 0,0-2 31 15,-4-2 23 1,-17-3 31-16,-4-5-16 0,-4-1-17 16,-2-5-22-16,-4 0-3 15,-3-4-4-15,-3-2 2 16,2 0 19-16,1 0-22 15,5-2 10-15,4-10-40 16,2 1 4-16,4 2-5 16,3 1 0-16,2 4-2 15,2 4-36-15,-3 0-96 16,5 9-360-16,3 3-505 0</inkml:trace>
  <inkml:trace contextRef="#ctx0" brushRef="#br0" timeOffset="35559.46">2371 5231 212 0,'0'0'1361'16,"0"0"-1006"-16,0 0 218 15,0 0-247-15,0 0-81 16,0 0-101-16,0-42-73 15,0 81-47-15,5 31 34 16,-1 36 12-16,1 1-19 16,-5-10 9-16,0-14-36 15,2-31 11-15,0 1-28 0,1-2 3 16,1-15-9 0,-2-16-1-16,0-11 0 0,-2-9 0 15,0-12 21-15,0-25-21 16,-8-13 0-16,-8-14-7 15,-2-7 6-15,2-3-7 16,1 2 8-16,3 4-12 16,4 8 7-16,-1 7 5 15,2 16 0-15,2 9 18 16,5 13-18-16,0 11 24 16,0 4-24-16,8 0-6 15,15 7 1-15,16 3 5 16,10-3 0-16,15-5-27 0,14-2-37 15,10-2-55 1,41-25-57-16,-22 3-439 0,-21-3-564 0</inkml:trace>
  <inkml:trace contextRef="#ctx0" brushRef="#br0" timeOffset="35867">3013 5166 1952 0,'0'0'521'15,"0"0"-226"-15,-160 74-34 16,81-25-95-16,0 4-65 15,9-3-31-15,19-10-31 16,18-12-31-16,23-16-8 16,10-12-3-16,29-5 3 15,23-30 0-15,13-11 15 16,3-4-15-16,0 2-7 0,-10 9-14 16,-14 14-9-16,-13 12 7 15,-8 13 10-15,-6 0 13 16,-1 20 0-16,-3 15 21 15,1 11 14-15,-7 10 11 16,-3 2-17-16,-2 2-2 16,0-5-16-16,3-10-11 15,8-9-6-15,5-9-36 16,9-17-17-16,26-10-135 16,-5-25-328-16,-6-5-679 0</inkml:trace>
  <inkml:trace contextRef="#ctx0" brushRef="#br0" timeOffset="36107.39">3339 5416 1888 0,'0'0'529'0,"0"0"-318"15,0 0 115-15,0 148-141 16,16-99-89-16,8-9-54 16,9-8-30-16,6-14 5 15,0-12-7-15,1-6-3 16,-6-10-6-16,-8-18 11 15,-7-11-10-15,-9-5 8 16,-10 1 1-16,0-3-11 16,0 3 11-16,-8 1-10 15,-3 6-2-15,1 2-8 16,10-3-95-16,0 12-379 16,0 2-903-16</inkml:trace>
  <inkml:trace contextRef="#ctx0" brushRef="#br0" timeOffset="36280.19">3775 5428 1989 0,'0'0'510'16,"0"0"-175"-16,27 132-126 15,-13-74-104-15,1-1-59 16,6-10-45-16,-1-11-1 16,2-13-19-16,-2-15-58 15,3-8-9-15,-4-12-3 16,6-44-129-16,-5 3-295 15,-3 2-635-15</inkml:trace>
  <inkml:trace contextRef="#ctx0" brushRef="#br0" timeOffset="36564.76">4155 5252 1711 0,'0'0'932'0,"0"0"-681"15,0 0-12-15,0 0-176 16,0 0-33-16,6 128 15 15,5-46 28-15,1 13-17 16,-6 1 1-16,-4-20-20 16,1 4-10-16,-3-14-13 15,0-9-5-15,0-11-3 16,0-10 1-16,-9-11-6 16,-5-7 0-16,1-8 10 0,-3-5-4 15,1-3-6-15,-3-2 11 16,0 0-12-16,-2-8 0 15,0-8-60-15,0-5-30 16,-9-23-91-16,4 5-347 16,1-4-590-16</inkml:trace>
  <inkml:trace contextRef="#ctx0" brushRef="#br0" timeOffset="36971.36">3949 5346 1800 0,'0'0'274'0,"0"0"-174"15,0 0-53-15,0 0-47 0,0 0-24 16,117-21-30-16,-78 24 26 16,9 1 28-16,10-2 10 15,6-2 176-15,7 0 0 16,1-6-12-16,-7-5-46 15,-13-1-49-15,-11 3-3 16,-16-1-2-16,-14 2 5 16,-9-3 51-16,-2 3-44 15,-4 1-22-15,-15 4-39 16,-2 3 11-16,-2 0-35 16,1 25 0-16,1 11-1 15,8 10 1-15,7 7 10 16,6-2-10-16,2-5 14 0,21-7-13 15,8-11 13 1,6-15-8-16,7-13 0 0,6 0-7 16,10-15-42-16,5-15-100 15,26-25-27-15,-15 7-576 16,-15 5-808-16</inkml:trace>
  <inkml:trace contextRef="#ctx0" brushRef="#br0" timeOffset="37429.1">5037 5254 1857 0,'0'0'553'16,"0"0"-376"-16,0 0 154 16,0 0-105-16,3 141-124 0,7-92 13 15,4-7-34-15,-3-6-28 16,1-12-35-16,-4-10-9 16,-1-10 0-16,-5-4-9 15,-2-7 40-15,0-25-39 16,0-5 11-16,0-7-4 15,-2 2-8-15,-2 0 0 16,4 4 0-16,0 0-3 16,0-1-27-16,15 3-26 15,12 2-49-15,6 6-25 16,10 6-189-16,3 6-166 16,6 8 282-16,-1 2 138 15,0 3 65-15,-10-2 0 16,-8 1 54-16,-14-1 7 0,-5-4 83 15,-7 1 42-15,-7 2 75 16,0 4-50-16,0 2-61 16,-11 2-96-16,-7 22-37 15,-5 16-16-15,4 11-1 16,1 7 2-16,9 3 4 16,9-4 6-16,0-8-3 15,2-14-5-15,19-12-4 16,5-18-6-16,6-5 5 15,7-14-17-15,30-35-115 16,-6 8-216-16,-8 1-583 0</inkml:trace>
  <inkml:trace contextRef="#ctx0" brushRef="#br0" timeOffset="37647.56">5762 5092 1676 0,'0'0'276'15,"0"0"-82"-15,0 0 106 16,0 0-138-16,94 133-108 16,-59-80-2-16,-8 3 55 15,-9 5-23-15,-11-6-32 16,-7-5 19-16,-2-8-46 16,-23-6-6-16,-6-8-19 15,-7-10-6-15,-28-10-124 16,14-6-140-16,0-2-320 0</inkml:trace>
  <inkml:trace contextRef="#ctx0" brushRef="#br0" timeOffset="38517.22">7886 4899 1520 0,'0'0'368'0,"0"0"-113"0,0 0 90 15,0 0-149 1,0 0-68-16,0 0-44 0,0 0 30 15,0-4-29-15,0 1 17 16,0 2-14-16,0 1 2 16,0 0-23-16,0 0-26 15,0 0-7-15,0 0-34 16,-8 1 9-16,-2 18 8 16,-1 5-10-16,0 10-6 15,0 10 8-15,2 12-9 16,5 25 15-16,4 39-2 15,0 36-12-15,13 21 2 16,16-3 3-16,11-12 6 0,7-26-5 16,13-11-4-16,5-25-3 15,-7-23 1-15,-5-24-1 16,-2-9-6-16,5 5 5 16,4-1-45-16,3 0-7 15,-1 0-104-15,-19-13-143 16,-16-9-749-16</inkml:trace>
  <inkml:trace contextRef="#ctx0" brushRef="#br0" timeOffset="41247.11">9041 5023 1551 0,'0'0'395'0,"0"0"-41"16,0 0 123-16,0 0-265 0,0 0-25 15,0 0-37 1,36-107-29-16,-36 107-37 0,2 0-42 16,-2 26-16-16,0 15 14 15,0 10 43-15,0 7-56 16,0 0 25-16,0 3-32 15,0-8-1-15,0-5-17 16,0-11-1-16,0-4 5 16,0-6-4-16,-5-10-4 15,3-5-13-15,-2-4 3 16,0-6-85-16,-4-2-2 16,2 0-75-16,1-7-141 15,1-13-947-15</inkml:trace>
  <inkml:trace contextRef="#ctx0" brushRef="#br0" timeOffset="41653.19">9291 4942 1162 0,'0'0'164'0,"0"0"35"16,0 0 136-16,29 104-103 16,-19-51-73-16,2 3 53 15,1 2-77-15,5-4-35 16,5-5-48-16,5-16-10 0,6-8 7 16,6-17-20-16,4-8 24 15,1-4-35-15,-3-23 11 16,-6-8-28-16,-9-6 26 15,-11-6 14-15,-10-4 41 16,-6 1-19-16,0 4-6 16,-20 8 16-16,-7 3-25 15,-4 10 2-15,-3 3-49 16,1 3 13-16,-2 7-14 16,1 5 0-16,-1 7-35 15,1 0-53-15,1 9-59 16,-3 32-183-16,7-6-302 0,7 0-561 15</inkml:trace>
  <inkml:trace contextRef="#ctx0" brushRef="#br0" timeOffset="42307.75">9286 5929 1520 0,'0'0'217'0,"0"0"-88"16,0 0 43-16,0 0-91 16,0 0-45-16,118-43-10 15,-98 32-8-15,-4 5 20 16,-10 0-7-16,-6 2 125 16,0 2 50-16,-17 2-86 15,-12 0-65-15,-4 0-9 16,-6 0 0-16,2 6 13 15,-1 2-4-15,2 2-40 16,3 2 25-16,-1 0-40 0,5 3 5 16,7-3-4-1,6 2-2-15,10-1 1 0,6 2-5 16,0-1 4-16,10 2 2 16,13 1-6-16,4 3 20 15,2-1-16-15,2 0 2 16,2-2 0-16,-1-2-1 15,1 2 1-15,-6 0-1 16,-5-3 1-16,-9 3-2 16,-8-2 9-16,-5 4 4 15,0-3 49-15,-18 0 17 16,-6-2-28-16,-5 0-10 0,-7-4-6 16,-2 1-17-16,0-4-6 15,2 2-10-15,5-4-2 16,6-1-6-16,8-1-4 15,9-3-65-15,8 0-51 16,0 0-184-16,15-7-507 0</inkml:trace>
  <inkml:trace contextRef="#ctx0" brushRef="#br0" timeOffset="42869.41">10075 4950 1650 0,'0'0'536'0,"0"0"-231"15,0 0-92-15,0 0-58 16,0 0 38-16,0 0-39 16,44 107-32-16,-3-51-10 15,1 13-27-15,6 27-4 16,-7 32-48-16,-5 28 24 16,-11 4-37-16,-15-13 16 15,-10-37-11-15,0-34 4 16,0-18-10-16,-2-9-10 15,-8 3 9-15,-3 2-18 16,-3-1 3-16,3-18 6 0,1-9-18 16,3-12-5-16,1-7-28 15,0-7-24-15,4 0-24 16,4-7-28-16,4-31-86 16,21 4-424-16,6-6-1198 0</inkml:trace>
  <inkml:trace contextRef="#ctx0" brushRef="#br0" timeOffset="43245.92">10713 5404 1642 0,'0'0'298'16,"0"0"-70"-16,0 0 54 15,141 0-79-15,-75-4-50 16,-1-1-29-16,-11 5-17 16,-12-3-76-16,-9 3-10 15,-8 0-20-15,-3 0 5 0,-5 0-6 16,0 0-15-16,-5 0-59 16,-5 0-218-16,-4 0-445 0</inkml:trace>
  <inkml:trace contextRef="#ctx0" brushRef="#br0" timeOffset="43434.36">10838 5653 1657 0,'0'0'326'0,"0"0"-182"15,0 0 125-15,0 0-146 16,0 0-17-16,0 0-27 0,133 32-73 15,-84-32-6-15,3 0-28 16,-14 0-283-16,-9 0-563 0</inkml:trace>
  <inkml:trace contextRef="#ctx0" brushRef="#br0" timeOffset="54308.81">12069 5304 1375 0,'0'0'363'0,"0"0"-58"16,0 0-68-16,0 0-77 16,122-34-41-16,-96 34-43 15,-1 8-28-15,-5 16-10 16,1 3 16-16,-6 7-14 15,-7 9-8-15,-8 7 4 16,0 10 23-16,-15 7-5 16,-20 3-12-16,-10-1-2 15,0-4-20-15,0-10-2 16,8-8-17-16,5-11 14 16,6-10-15-16,8-10 7 0,4-8-6 15,6-8 10-15,4 0 7 16,1-4-8-16,3-18-2 15,0-2-8-15,13-6 0 16,14 2 0-16,2 6 3 16,7 5-3-16,-3 12 0 15,3 5 7-15,-3 0-7 16,-2 10 15-16,-2 8 0 16,-2 2-1-16,-2 0-8 15,-5-2-5-15,-3-4 5 16,-1-3-6-16,-5-6 0 15,-1-5-23-15,1 0-49 16,7-23-112-16,-1-10-343 0,1-1-247 16</inkml:trace>
  <inkml:trace contextRef="#ctx0" brushRef="#br0" timeOffset="54887.68">12661 5446 1582 0,'0'0'296'0,"0"0"-55"15,0 0-26-15,0 0-106 16,141-63-59-16,-110 55-35 16,-2 1-5-16,-7-1-10 15,-2 2 8-15,-4 1-7 0,-7 2 45 16,-3-1 60-16,-4-1 20 15,-2 2-32-15,0 1-35 16,0-1-4-16,-15 3-23 16,-5 0-6-16,-5 0-18 15,-2 0 4-15,-2 11-2 16,-2 5 7-16,0 6-1 16,0 6-1-16,0 4-3 15,4 4-10-15,9-2 8 16,4-1-10-16,12-5 6 15,2-6-6-15,0-5-1 16,16-7 1-16,7-1 0 16,3-7 0-16,8-2 1 0,2 0 6 15,6 0-6-15,3 0 2 16,-1 3-3-16,0 10 0 16,-1 3 0-16,-5 5 0 15,-9 4-1-15,-11 6 1 16,-12 1 0-16,-6 3 0 15,-2 2 35-15,-23-2 16 16,-4 1 11-16,-2-5-20 16,0-8-18-16,2-9-12 15,4-5-4-15,1-9-3 16,2 0-5-16,-1-9-27 16,7-6-56-16,3-4-36 15,13-8-141-15,7 2-413 0,15 1-542 16</inkml:trace>
  <inkml:trace contextRef="#ctx0" brushRef="#br0" timeOffset="55405.32">13492 5462 1642 0,'0'0'285'16,"0"0"-178"-16,0 0 198 0,0 0-76 15,118-84-35 1,-79 78-69-16,-8 6-44 0,-2 0-48 16,-9 18-11-16,-4 13-5 15,-6 10 15-15,-5 8 0 16,-5 4-8-16,0 1 10 15,-15-4-1-15,-10-3 5 16,-2-9-19-16,-2-2 1 16,0-6-7-16,0-7 5 15,2-2-6-15,6-9-3 16,5-4 0-16,5-5-3 16,3-3 4-16,6 0-9 0,2 0 0 15,0 0 1-15,2 5-2 16,19 4-9-16,6 7 9 15,8 2 0-15,10 6 0 16,4-1-1-16,6 2 1 16,4-7 4-16,-1-4-4 15,-7-11-5-15,-11-3 5 16,-7 0 5-16,-8-3-5 16,-10-11-30-16,-1-3-19 15,-5 2-31-15,-3-6-59 16,-6-6-121-16,0 0-263 15,0 5-659-15</inkml:trace>
  <inkml:trace contextRef="#ctx0" brushRef="#br0" timeOffset="56778.86">2286 8310 2176 0,'0'0'334'16,"0"0"-97"-16,0 0-117 15,27 160-16-15,11-22-1 16,-2-3-23-16,-7-21-5 15,-7-36-5-15,-6-28-15 16,1 6-8-16,4 2-20 16,-1-1-15-16,-5-10-3 15,-5-15-9-15,-4-9 8 0,-4-9-8 16,0-10 9 0,-2-4 0-16,0-4 14 0,-6-21 8 15,-6-16-19-15,6-9-12 16,6-7 6-16,0 1-6 15,20 6 1-15,14 12 5 16,7 13-4-16,5 13-3 16,-2 12 1-16,-1 7 0 15,-10 25-1-15,-6 10 1 16,-10 7 1-16,-3 2-1 16,-5-2 1-16,-3-8-1 15,3-8 0-15,0-6-81 16,6-15-69-16,2-7-161 0,-5-5-519 15</inkml:trace>
  <inkml:trace contextRef="#ctx0" brushRef="#br0" timeOffset="57425.64">3125 8953 2174 0,'0'0'352'16,"0"0"-10"-16,0 0-136 15,-147 44-131-15,122-3-38 16,16 6-17-16,9 4-10 16,5-5-4-16,28-6-5 15,12-10 1-15,6-14 4 16,2-12 0-16,-3-4-6 16,-8-8-27-16,-9-18-44 0,-10-9-4 15,-7 1 44 1,-8-2 24-16,-3 7 7 0,-1 7 31 15,-2 11 29-15,2 11-13 16,1 2-36-16,4 26-10 16,0 11 5-16,2 7 5 15,0 0 4-15,2-4-9 16,-1-6-6-16,-1-12 2 16,-5-7-1-16,-1-14 6 15,-5-3-7-15,0-6 30 16,0-23-21-16,0-8-4 15,0-10-4-15,0-4-1 0,14 3 1 16,5 11-1 0,4 16 0-16,4 14-8 15,2 7 8-15,0 21-8 0,-3 15 8 16,-1 5 0-16,-5 4 0 16,-4-7 0-16,-8-8 1 15,-1-10 0-15,-3-10-1 16,-4-10 0-16,3 0 11 15,-3-28 8-15,5-7-19 16,1-11 1-16,7-3-1 16,5 6 1-16,5 10 16 15,0 12-10-15,6 15 1 16,0 6-7-16,1 13 12 16,-4 19-12-16,1 5 19 15,-6 6 2-15,-4-4-4 0,-3 0-17 16,-6-9-1-16,-1-9-13 15,-7-19-90-15,0-2-263 16,0-9-569-16</inkml:trace>
  <inkml:trace contextRef="#ctx0" brushRef="#br0" timeOffset="57845.38">3991 8534 2338 0,'0'0'490'0,"0"0"-324"15,0 0-42-15,64 147 8 16,-35-47-1-16,-8 0-51 16,-7-8-28-16,-7-26-14 0,-1 5-28 15,1-4 4 1,-5-14-14-16,0-17 1 0,-2-18-1 16,0-14 8-16,0-4 7 15,0-14 3-15,0-13-5 16,0-8-5-16,0 0 16 15,0-2 0-15,20-2-5 16,9-1-18-16,11 4-1 16,5 6 0-16,2 11-9 15,-2 10 7-15,-8 9 1 16,-8 11-8-16,-6 18 0 16,-12 7 8-16,-7 4 1 15,-4-1 0-15,0-5 0 16,-11-4 0-16,-11-6 9 15,-5-6-8-15,-4-8 8 0,-1-6-3 16,1-4 2-16,0 0-8 16,6-7-20-16,6-6-47 15,5-6-62-15,8 7-79 16,6-2-549-16</inkml:trace>
  <inkml:trace contextRef="#ctx0" brushRef="#br0" timeOffset="58191.49">4705 9354 1761 0,'0'0'559'0,"0"0"-376"0,0 0 59 16,0 0-154-16,0 0-88 16,5-142-55-16,24 99-127 15,4 5 8-15,-2 1 8 16,0 3 58-16,0 3 80 15,-4 8 28-15,-2 2 37 16,-5 5 66-16,-11 11 4 16,-7 5-23-16,-2 0-54 15,-2 19 91-15,-14 11 41 16,1 8-71-16,4 7-48 16,6-3-29-16,5-3-1 15,7-6-11-15,15-8 13 16,9-13 1-16,8-12 7 0,0 0-5 15,3-12-11-15,1-17-7 16,8-29-85-16,-8 7-459 16,-12 2-638-16</inkml:trace>
  <inkml:trace contextRef="#ctx0" brushRef="#br0" timeOffset="58446.06">5361 8807 1984 0,'0'0'343'0,"0"0"-174"16,0 0-77-16,0 0-38 15,0 0 17-15,46 114-8 0,-30-68 10 16,-3 6-1 0,-8-2-27-16,-5-1 62 0,0-10 0 15,-13-2-31-15,-14-9-25 16,-2-6-20-16,0-8-15 15,0-8-15-15,2-6 4 16,2 0-5-16,-17-10-104 16,9-4-353-16,-3 4-948 0</inkml:trace>
  <inkml:trace contextRef="#ctx0" brushRef="#br0" timeOffset="60233.16">7291 8029 651 0,'0'0'782'15,"0"0"-540"-15,0 0 56 16,0 0-38-16,0 0 35 15,0 0-21-15,-11 8-85 16,5 4-53-16,-6 8-27 16,-3 6-32-16,-1 15-19 0,-2 14-24 15,-2 33 2-15,4 37-9 16,9 41 2-16,7 20-2 16,0-1-2-16,19-8-5 15,10-21-2-15,4-4-3 16,9-14-6-16,5-13 9 15,-9-27-17-15,-7-20-2 16,-8-21-2-16,-8-11 2 16,1 0 1-16,-3-5-18 15,-1-7-39-15,-10-22-72 16,-2-12-30-16,0-27-152 16,0-7-1093-16</inkml:trace>
  <inkml:trace contextRef="#ctx0" brushRef="#br0" timeOffset="60692.25">8007 8113 2143 0,'0'0'515'16,"0"0"-187"-16,0 0-168 16,0 0-116-16,0 0-7 15,0 0 32-15,6 127-8 16,3-79-17-16,-3-3-4 16,4 4-29-16,-6 1 4 15,-1-2-14-15,-3 3 8 16,0-2-9-16,0-5 2 0,-3-5 2 15,-3-13-4-15,6-15-28 16,0-15-89-16,6-21-114 16,9-10-670-16</inkml:trace>
  <inkml:trace contextRef="#ctx0" brushRef="#br0" timeOffset="61222.61">8300 8111 962 0,'0'0'753'15,"0"0"-423"-15,0 0 8 16,0 0-170-16,0 0-101 15,0 0-57-15,0 0-1 16,119-30-1-16,-99 44-8 16,0 4 7-16,-7 5 39 15,-4 9 47-15,-7-1-20 16,-2 8-15-16,0-2-7 16,-19 2 21-16,-8-2-17 15,-2-2-2-15,-4-5-22 16,1-5-1-16,1-4-13 15,4-5-7-15,5-2-8 16,5-7-1-16,7 0 7 0,6-5-7 16,4 1 10-16,0-3 12 15,0 0 11-15,0 0-6 16,0 0-8-16,11 0-7 16,4 0-11-16,8 0 8 15,4 0-8-15,-3 3-3 16,2-1 2-16,-1 2-1 15,0-2 0-15,0-2 1 16,-1 0 0-16,5 0-1 16,-1 0-1-16,5 0-25 15,-8 0-54-15,2-2-75 16,-4 0-163-16,-10 0-445 0</inkml:trace>
  <inkml:trace contextRef="#ctx0" brushRef="#br0" timeOffset="61945.3">8304 9115 1568 0,'0'0'278'15,"0"0"-71"-15,0 0-65 16,0 0-86-16,0 0-25 16,0 0-4-16,0 0 4 15,62-14 64-15,-56 12 50 16,-3-1 6-16,-3 1 10 16,0 0-35-16,0 0-37 15,-17 2-66-15,-9 0-10 0,-6 0-7 16,-1 14-6-16,0 1 0 15,4 4 2-15,4-1-4 16,6 0 2-16,3-3-7 16,3 2 6-16,6-3 0 15,0 1 1-15,7-3-5 16,0-1 5-16,0 1 0 16,14-4 1-16,12 0-1 15,10-1 7-15,2 2-6 16,5 1-1-16,-4 4 0 15,-1 2 1-15,-5 5-1 16,-6 1-1-16,-4 2-1 0,-8-5 4 16,-6 3-4-1,-6-1-2-15,-3 1 4 0,-3 2 9 16,-17 3 2-16,-11 2 8 16,-5-1 14-16,-4-2 2 15,0-8-14-15,4-6-6 16,7-6-9-16,7-6-3 15,9 0-2-15,6 0-1 16,5 0-40-16,6 0-74 16,18-4-217-16,7-6-557 0</inkml:trace>
  <inkml:trace contextRef="#ctx0" brushRef="#br0" timeOffset="62545.11">8921 8053 1400 0,'0'0'403'16,"0"0"-98"-16,0 0-81 15,0 0-1-15,0 0-46 16,0 0-60-16,0 0-41 0,116 20 12 16,-79 31 8-1,1 12-30-15,12 33-11 0,0 35-13 16,-5 33 5-16,-9 9 6 15,-18-11-18-15,-18-22 2 16,0-39-19-16,0-20 14 16,-12-23-2-16,1-3-12 15,-5 1 0-15,-1 2-9 16,-1-2-2-16,3-13-6 16,3-15-1-16,5-10 0 15,3-8-11-15,2-5-35 16,2-5-26-16,0 0-39 15,0-21-16-15,4-9-226 16,12-6-556-16</inkml:trace>
  <inkml:trace contextRef="#ctx0" brushRef="#br0" timeOffset="62935.75">9701 8538 1913 0,'0'0'359'0,"0"0"-85"0,0 0-77 15,0 0-106-15,0 0 10 16,0 0-17-16,150 34-38 16,-108-28-35-16,-3-2 5 15,-3 0-16-15,-5-1 0 16,-4-2 0-16,-4-1-1 15,-7 0-20-15,-6 0-98 16,-7 0-247-16,-3 0-191 16,0 0-790-16</inkml:trace>
  <inkml:trace contextRef="#ctx0" brushRef="#br0" timeOffset="63115.14">9793 8779 20 0,'0'0'1604'0,"0"0"-1326"15,0 0 197-15,0 0-243 16,0 0-77-16,0 0-5 16,0 0-37-16,106 42-52 15,-64-40-40-15,1-2-10 16,-5 2-11-16,9 1-38 16,-12-3-240-16,-6 0-438 0</inkml:trace>
  <inkml:trace contextRef="#ctx0" brushRef="#br0" timeOffset="72247.09">11126 8747 1508 0,'0'0'391'0,"0"0"-45"15,0 0-108-15,0 0-100 16,0 0-23-16,0 0 11 16,115-47-1-16,-74 29-8 0,-4 4-20 15,-1 7-41-15,-5 5-20 16,0 2-23-16,0 0-7 16,0 19-5-16,-1 10 1 15,-6 8-2-15,-6 10 6 16,-7 9 7-16,-9 8 8 15,-2 8 9-15,0 2-13 16,0 0 2-16,0-2-11 16,0-14-7-16,0-7 0 15,7-10 0-15,-1-16-1 16,2-13-19-16,-2-12-38 16,-1-13-50-16,-3-22-245 15,-2-2-1189-15</inkml:trace>
  <inkml:trace contextRef="#ctx0" brushRef="#br0" timeOffset="72422">11274 9099 2486 0,'0'0'334'0,"0"0"-144"15,0 0-72-15,128-80-81 16,-66 53-37-16,-1 0 0 15,16-3-114-15,-17 8-240 16,-10 4-656-16</inkml:trace>
  <inkml:trace contextRef="#ctx0" brushRef="#br0" timeOffset="72870.61">12220 8638 2061 0,'0'0'376'16,"0"0"-116"-16,-122-6-15 16,74 6-143-16,1 17-41 15,7 15-24-15,3 9-17 16,5 7 10-16,12-4-6 16,14-7-3-16,6-7-15 15,10-12 3-15,31-14-8 16,10-4 9-16,11-10-4 0,4-20-6 15,-7-10-9 1,-10-2-23-16,-13-3 1 0,-16 7 22 16,-11 6 9-16,-9 13 1 15,0 8 53-15,0 11 16 16,0 0-13-16,0 14-47 16,0 21-1-16,0 11 26 15,4 10 5-15,4 2 2 16,0 3-13-16,-1-2 1 15,1-5-18-15,2-4-6 16,-4-8-6-16,1-8 0 16,-1-10-16-16,2-4-41 0,-4-11-7 15,3-4-26-15,-5 0 14 16,2-5-13 0,8 0-71-16,-4-5-158 0,1-12-357 0</inkml:trace>
  <inkml:trace contextRef="#ctx0" brushRef="#br0" timeOffset="73367.39">12543 8615 1969 0,'0'0'467'0,"0"0"-329"15,0 0 49-15,0 0-101 0,167-69-35 16,-111 61-21-16,-9 6-2 16,-12 2-27-16,-12 2 8 15,-15 20-1-15,-6 7 52 16,-2 4 31-16,-4 6-30 16,-13 3-16-16,-6 2-13 15,-1 0-10-15,-3-2 1 16,4-1-2-16,2-6-14 15,2-5 2-15,4-4-8 16,1-3 11-16,4-8-1 16,1-1 14-16,1-4 11 15,6-3-4-15,0-5-2 16,2 0-20-16,0-2 4 0,0 0-13 16,4 0 28-16,13 0 19 15,-2 0 1-15,7 0-10 16,-1 0-13-16,3 0-10 15,-2 0-2-15,3 0-2 16,-1 0-12-16,1 0 0 16,0 0-7-16,-4 0-10 15,2 0-20-15,-3 0-17 16,-2 0-33-16,6 0-57 16,-3 0-76-16,-6-2-577 0</inkml:trace>
  <inkml:trace contextRef="#ctx0" brushRef="#br0" timeOffset="80592.21">10524 11523 1600 0,'0'0'648'16,"0"0"-518"-16,0 0 233 15,0 0-168-15,0 0-99 16,0 0-39-16,-37-12-17 15,26 35-31-15,-4 15 20 16,-9 30 13-16,-8 45 25 16,-8 38 2-16,-2 16-9 15,4 2-14-15,5-19-17 0,10-22-1 16,5-24 2-16,11-23 2 16,3-21-20-16,4-7 4 15,0 3-10-15,0 2-6 16,0 2 0-16,0-12 1 15,11-14-1-15,1-10-5 16,-2-10-7-16,1-8-45 16,3-6-20-16,7-6-40 15,18-42-46-15,1 2-397 16,-4-4-623-16</inkml:trace>
  <inkml:trace contextRef="#ctx0" brushRef="#br0" timeOffset="80916.03">11049 11592 2060 0,'0'0'622'16,"0"0"-443"-16,0 0 21 16,0 0-53-16,0 137-37 0,0-81-24 15,0-2-24-15,0-6-35 16,0-5-14-16,5-11-7 16,1-6-1-16,0-9-5 15,-2-3-21-15,-2-4-43 16,0-5-48-16,11-5-94 15,-1-5-298-15,3-11-366 0</inkml:trace>
  <inkml:trace contextRef="#ctx0" brushRef="#br0" timeOffset="81238.99">11382 11601 1947 0,'0'0'232'16,"0"0"67"-16,-11 113-128 16,11-54-100-16,8-1-33 15,19-6 21-15,9-14-33 16,6-15 19-16,7-12 13 16,5-11 0-16,2-4-23 15,-6-24-16-15,-4-10-10 16,-15-7-3-16,-14-2 9 15,-15-7 54-15,-2-1 30 16,-11 4-26-16,-20 7-6 16,-2 10-26-16,-5 9-14 15,0 12-27-15,-2 7-3 16,2 6-33-16,-7 32-105 0,12 7-325 16,4 5-673-16</inkml:trace>
  <inkml:trace contextRef="#ctx0" brushRef="#br0" timeOffset="81757.39">11324 12538 1758 0,'0'0'247'0,"0"0"-23"16,0 0 54-16,136-48-182 15,-98 37-64-15,-11 0-17 16,-8 5-15-16,-9 2 9 16,-8 3 44-16,-2 1 89 15,0 0 2-15,-18 0-70 16,-9 0-42-16,-7 10-8 15,-3 2-3-15,-1 3-11 16,5 4 1-16,6 1-5 16,6-1 4-16,13 0-10 15,6 1 1-15,2-1-1 0,2 2 1 16,15 2 5 0,6 3-5-16,1 1 6 0,-1 1-7 15,-6-2 0-15,-3-3 0 16,-7 0-5-16,-7-5 5 15,0-1 1-15,0-5 8 16,-19-1-3-16,-5 2 27 16,-5-3 2-16,-3-1-5 15,1-2-18-15,2-3-7 16,5-4-5-16,6 0-9 16,5 0-64-16,13-7-152 15,0-3-440-15,2-2-600 0</inkml:trace>
  <inkml:trace contextRef="#ctx0" brushRef="#br0" timeOffset="82161.75">12244 11342 2092 0,'0'0'368'16,"0"0"-88"-16,76 118 0 16,-24 26-96-16,-21 54-79 15,-18 22-25-15,-13-14-17 16,-18-39-10-16,0-56-25 16,7-28-13-16,2-25-3 15,-2-10-12-15,-1 3-20 16,-3-1-54-16,-9-9-59 15,3-14-128-15,2-22-607 0</inkml:trace>
  <inkml:trace contextRef="#ctx0" brushRef="#br0" timeOffset="83136.75">2481 12104 1542 0,'0'0'265'0,"0"0"-3"16,0 0-4-16,173-24-114 15,-105 10-7-15,-4 3-18 0,-8 3-53 16,-12 4-32-16,-11 4-10 15,-8 0-16-15,-14 0-2 16,-7 0-6-16,-4 0 1 16,0 0 15-16,-15 0 26 15,-18 0-17-15,-10 0-17 16,-6 4-7-16,-2 3 5 16,-3 3-5-16,4 6 0 15,-2 5 0-15,6 7 0 16,3 9 0-16,7 5 8 15,12-3-8-15,11 0 1 16,13-9-1-16,4-6 5 16,29-6-4-16,14-5 5 15,11-4 2-15,4 1-8 0,3 4 10 16,-2 4-1-16,-10 6 1 16,-10 9-10-16,-14 3 0 15,-14 1 0-15,-15 0 1 16,0-1 11-16,-25-2 68 15,-15-6 13-15,-14-3-16 16,-8-11-8-16,0-2-32 16,1-12-13-16,11 0-16 15,9-5 0-15,12-11-8 16,14-1-1-16,9-3-15 16,6 1-50-16,8-5-68 15,52-17-108-15,-2 4-222 16,3 3-240-16</inkml:trace>
  <inkml:trace contextRef="#ctx0" brushRef="#br0" timeOffset="83384.85">3635 12200 1891 0,'0'0'387'0,"0"0"-169"16,22 120 165-16,-8-18-185 15,-1 1-78-15,-1-7-37 16,-6-12-25-16,1-28-25 16,1 2-20-16,0-3-7 0,0-17-6 15,-3-16 0 1,-1-17-5-16,-4-5-11 0,0-14-41 16,0-21-126-16,-15-27-375 15,-3 7-126-15,-2 5-484 0</inkml:trace>
  <inkml:trace contextRef="#ctx0" brushRef="#br0" timeOffset="83610.96">3622 12576 629 0,'0'0'726'16,"0"0"-476"-16,-7-140 143 16,16 78-68-16,24 6-81 15,14 10-74-15,9 14-15 16,9 14-68-16,-3 18-5 16,-4 2-33-16,-14 32-40 15,-15 13 6-15,-17 12 2 0,-12 1 34 16,-4 1 4-16,-25-9 4 15,-5-6-13-15,-6-8-18 16,-5-10-8-16,0-9-10 16,3-14 1-16,5-5-11 15,10 0 0-15,13-19-74 16,14-16-65-16,25 3-196 16,4 2-528-16</inkml:trace>
  <inkml:trace contextRef="#ctx0" brushRef="#br0" timeOffset="84218.67">4324 12296 2134 0,'0'0'369'0,"0"0"-140"16,0 0-8-16,0 0-135 15,0 0-55-15,0 0-16 16,-113 122 19-16,113-64-5 16,0 1 20-16,17-7-2 15,14-12-19-15,10-12-10 16,3-15-12-16,3-13 6 16,-5-5-6-16,-4-19-6 15,-11-10-11-15,-11-5 10 16,-10-5-8-16,-6-3 8 0,0-4-7 15,0 3 7-15,0 11 0 16,0 6 1-16,0 13-1 16,9 8-8-16,13 9 3 15,8 1 4-15,5 0 1 16,5 7-5-16,3 5 5 16,-3 2 1-16,3-4 0 15,-4-2 0-15,1-6-1 16,3-2-5-16,-3 0-48 15,-7-10 3-15,-6-7 19 16,-12-4 25-16,-9 1 6 16,-6 6 1-16,-4 2 24 15,-11 9 15-15,1 3 0 16,4 0-30-16,1 19 2 16,7 9-11-16,2 4 2 0,0 2-1 15,0-2 0-15,11-2 0 16,5-6 0-16,3-5-1 15,4-5 1-15,6-5-1 16,10-2 0-16,11-5 0 16,10-2-3-16,5 0-81 15,-1-10-176-15,-14-12-598 16,-19-1-1035-16</inkml:trace>
  <inkml:trace contextRef="#ctx0" brushRef="#br0" timeOffset="84459.59">5374 12158 1870 0,'0'0'211'16,"0"0"-115"-16,0 0 62 16,25 152-48-16,-15-74 51 15,-1 6 1-15,-9 3-50 16,0-7 17-16,0-12-46 15,-4-14-56-15,-7-16-12 16,-5-14-13-16,-4-14-2 16,-4-10-35-16,-16-40-122 15,1-10-409-15,6-8-691 0</inkml:trace>
  <inkml:trace contextRef="#ctx0" brushRef="#br0" timeOffset="84617.3">5162 12212 2421 0,'0'0'375'16,"0"0"-45"-16,0 0-207 16,0 0-85-16,133-71-38 15,-79 58-15-15,0 4-115 16,4 4-222-16,33 3-729 16,-13 2-60-16,-8 0 991 0</inkml:trace>
  <inkml:trace contextRef="#ctx0" brushRef="#br0" timeOffset="84916.68">5800 12096 1942 0,'0'0'686'0,"0"0"-421"16,0 0-73 0,0 0-108-16,-116 80-50 0,94-32-16 15,10 0-16-15,10-2 7 16,2-8-3-16,14-11 3 16,17-15-2-16,7-12 4 15,6 0 2-15,3-24-12 16,-5-10-1-16,-8-3-2 15,-10 1 2-15,-8 4-12 16,-11 8 11-16,-5 7 1 16,0 10 37-16,0 5 47 15,0 2-42-15,0 7-42 16,0 20-2-16,0 11 2 16,0 6 6-16,0 4 1 15,0-2-6-15,0-8-1 0,8-8-6 16,1-11-44-16,18-19-69 15,-3-15-239-15,1-15-654 0</inkml:trace>
  <inkml:trace contextRef="#ctx0" brushRef="#br0" timeOffset="85149.3">6219 12105 1781 0,'0'0'359'0,"0"0"-170"15,0 0 122-15,0 0-87 16,40 142-49-16,-32-79-42 16,-4 5-36-16,-4-2-13 0,0-6-38 15,-12-12-13-15,-3-9-21 16,-8-13-2-16,-2-12-9 16,-8-12-1-16,-5-2 0 15,-7-20-37-15,-13-24-98 16,12 4-412-16,6 3-1292 0</inkml:trace>
  <inkml:trace contextRef="#ctx0" brushRef="#br0" timeOffset="86141.29">13024 11410 1041 0,'0'0'668'16,"0"0"-406"-16,0 0-22 15,0 0-64-15,0 0-40 16,0 0-3-16,0 0 13 16,0 0-12-16,0 0-17 15,-2 0-20-15,0 4-28 16,-4 5 3-16,-2 5 7 16,0 3-10-16,-1 1-22 15,-2 2-10-15,-1 2-11 16,2 4-7-16,-7 3-7 0,2 10 2 15,-3 9-1-15,1 10-2 16,-6 26 5-16,-4 36-7 16,-4 45 3-16,4 24-3 15,12 3-3-15,12-14 2 16,6-33-2-16,31-32-6 16,10-35-13-16,41-13-56 15,44-26-87-15,-11-7-79 16,2-13-694-16</inkml:trace>
  <inkml:trace contextRef="#ctx0" brushRef="#br0" timeOffset="86674.41">13718 11410 1813 0,'0'0'372'0,"0"0"156"15,0 0-340-15,0 0-119 0,0 0 87 16,-7 145-41-16,7-74-44 16,0 1-21-16,0-2-29 15,0-7-13-15,5-11-8 16,5-12-1-16,2-12-47 15,3-15-92-15,1-10-198 16,-3-3-529-16</inkml:trace>
  <inkml:trace contextRef="#ctx0" brushRef="#br0" timeOffset="87078.69">14032 11511 1620 0,'0'0'208'16,"0"0"-90"-16,0 0 76 15,136-72-112-15,-98 60-15 16,-5 8-5-16,-8 4-7 16,-8 0-19-16,-7 7-7 15,-8 14 84-15,-2 6 30 16,-2 6-35-16,-16 4-28 15,-7 4-44-15,-2 0-6 16,-1 0-1-16,1-4-13 16,-2-1 24-16,4-1 1 15,1-3 5-15,5-3-17 16,6 0-11-16,7-5-8 16,6-6 5-16,0-2 11 0,0-8 29 15,17-6 27-15,10-2 5 16,4 0-25-16,6 0-41 15,3 0-14-15,-1-2-7 16,7 2-6-16,2 0-60 16,26 0-77-16,-12 0-140 15,-9 0-482-15</inkml:trace>
  <inkml:trace contextRef="#ctx0" brushRef="#br0" timeOffset="87806.69">13845 12416 1958 0,'0'0'365'0,"0"0"-15"0,0 0-164 16,0 0-134-16,0 0-35 15,0 0-17-15,151-58 6 16,-111 46-6-16,-9 5 0 16,-10 0 1-16,-11 5-1 15,-4 2 2-15,-4 0 8 16,-2 0 13-16,0 0 26 16,-4 0 2-16,-12 0-50 15,-7 0 10-15,1 0-11 16,-4 4 0-16,1 4 1 15,0 4-1-15,0 0 2 16,4 2-1-16,-2 3 6 16,5 0-7-16,7 1 2 0,7-4-2 15,4-2-1 1,0-2-1-16,17-2 2 0,4-1 6 16,5 0-5-16,-1 2-1 15,4 0 1-15,0 5-1 16,2 2 0-16,-3 1 0 15,1 3 0-15,-6-2 0 16,-3 2 0-16,-9-4-1 16,-6 2 1-16,-5-2 0 15,0 1 1-15,-13 3 12 16,-10-3 41-16,0-1-6 16,-2-2-1-16,0-6-22 15,0-2-13-15,0-4-4 16,1-2-7-16,0 0-1 0,-1 2-8 15,7 3-29-15,5 0-86 16,6 1-178-16,7-3-462 16</inkml:trace>
  <inkml:trace contextRef="#ctx0" brushRef="#br0" timeOffset="88392.7">14879 11381 1525 0,'0'0'283'0,"0"0"67"15,0 0 25-15,0 0-192 16,0 0-67-16,0 0-8 16,0 0-32-16,25 20 12 15,-3 16 17-15,5 15-12 16,-1 16-17-16,5 30-23 15,3 36-17-15,-8 25-8 16,-7 7-10-16,-15-17 6 16,-4-36-7-16,0-37-5 15,-15-19-3-15,-1-7-3 16,-7 8-6-16,-6 3 1 16,-6 4-1-16,-1-9-13 0,1-11-65 15,-9-10-57-15,5-13-94 16,8-14-510-16</inkml:trace>
  <inkml:trace contextRef="#ctx0" brushRef="#br0" timeOffset="90097.17">11535 10409 1555 0,'0'0'264'0,"0"0"49"16,0 0 31-16,0 0-126 0,0 0-37 15,0 0-48-15,0 0-49 16,-31-42-51-16,31 60-18 16,0 10-14-16,0 10 11 15,2 6 21-15,5 3 0 16,-1 3-6-16,0 1-6 16,-2-2 3-16,-4-1-10 15,0-4-5-15,0-6-9 16,0-6 2-16,0-8-1 15,0-5 0-15,0-10-1 16,0-3-7-16,0-1-19 16,0-4-29-16,-14 2 5 15,-5-2-17-15,-4-1-24 0,0 0 20 16,4 0 32 0,3 0 23-16,5 0 16 0,4-4-1 15,2-2 2-15,3 0 7 16,2 4 37-16,0 2 23 15,0 0-34-15,0 2-19 16,14 18-8-16,1 4 26 16,1 2 14-16,-1-1-25 15,-3-3 4-15,-5-4-25 16,-1-8 11-16,-4-6-11 16,0-4 6-16,3 0 13 15,-1-7 40-15,8-14-19 16,-1-7-30-16,0 0-1 15,-2 3-9-15,-2 4 4 16,-3 2-4-16,0 1-1 0,4 2 0 16,5-2-18-16,7 0-55 15,24 6-74-15,-6 4-326 16,0 8-420-16</inkml:trace>
  <inkml:trace contextRef="#ctx0" brushRef="#br0" timeOffset="90982.47">13396 10034 1879 0,'0'0'313'0,"0"0"51"15,0 0-64-15,0 0-162 16,0 0-89-16,0 0-22 16,0 0 36-16,12 113 18 15,-8-52-12-15,1 6-5 16,-3 1-21-16,2-2-8 16,1-4-19-16,0-6-8 15,1-5-7-15,1-5 0 0,-1-10 6 16,3-7-7-16,-4-6 0 15,2-7-18-15,-5-9-19 16,0 0-19-16,-2-7 4 16,0 0 22-16,0 0-15 15,0-4-30-15,-13-10-34 16,-3-4 51-16,-2-2 40 16,-2-2 9-16,2 1 9 15,3 6 2-15,3 1 35 16,6 4 68-16,4 3 0 15,2 6-14-15,0 1-42 16,2 0-48-16,16 15 17 0,4 14-6 16,0 7 3-16,-1 9-6 15,-6 2-1-15,-6-1 2 16,-4-4-10-16,-1-10 9 16,-2-10-9-16,0-7 5 15,2-14-4-15,3-1 4 16,3-8 9-16,2-18-14 15,7-3 0-15,0-8 1 16,4 1 1-16,-5 2-2 16,-1 2 0-16,-3 4 0 15,1 6-2-15,1 5-43 16,11 10-83-16,-5 2-175 16,-2 5-536-16</inkml:trace>
  <inkml:trace contextRef="#ctx0" brushRef="#br0" timeOffset="91725.35">15718 11863 1069 0,'0'0'867'0,"0"0"-475"16,0 0-37-16,0 0-137 15,0 0-94-15,0 0-52 16,0 0-33-16,60 0-21 15,-8-3-5-15,6-6 1 16,-2-2-6-16,-6 5-7 16,-13 1-2-16,-5 2-29 15,-10 3-118-15,-13 0-213 16,-9 8-400-16,0 5-1015 0</inkml:trace>
  <inkml:trace contextRef="#ctx0" brushRef="#br0" timeOffset="91890.74">15701 12123 1549 0,'0'0'272'15,"0"0"52"-15,0 0 2 16,0 0-121-16,0 0-42 16,0 0-81-16,162 17-58 15,-67-17-24-15,-15 0-191 16,-8 0-475-16</inkml:trace>
  <inkml:trace contextRef="#ctx0" brushRef="#br0" timeOffset="93669.32">16738 11610 1425 0,'0'0'602'15,"0"0"-277"-15,0 0-11 16,0 0-122-16,0 0-53 16,0 0-46-16,116-104-18 0,-75 90-9 15,-6 7-21 1,-4 7-24-16,-6 0-21 0,-10 26 0 16,-8 11-5-16,-7 11 5 15,0 6 0-15,-25 8 11 16,-15 5-6-16,-8 1-5 15,-8-6 0-15,-2-4 1 16,4-12 5-16,10-11-6 16,10-10 7-16,10-13-5 15,8-5 5-15,5-7 8 16,5 0 13-16,-4-5-8 16,6-7 4-16,1-2 9 15,3-1-11-15,0-4 14 0,9 2-25 16,11 0 14-16,3 7-2 15,2 6 2-15,1 4-13 16,-2 2-11-16,1 20 1 16,-5 4-2-16,0 6 5 15,-4-1-5-15,-5-1 0 16,-5-6 0-16,2-4 0 16,-6-6 0-16,0-5 0 15,0-4-1-15,-2-3-27 16,4-2-35-16,5 0-35 15,22-12-36-15,0-9-344 16,1 1-599-16</inkml:trace>
  <inkml:trace contextRef="#ctx0" brushRef="#br0" timeOffset="94255.47">17349 11744 1776 0,'0'0'261'0,"0"0"-48"16,0 0 59-16,127-51-161 16,-78 37-72-16,-4 3-24 15,-5 3-6-15,-7 2-8 16,-8 2-1-16,-9 1 1 0,-10-2 12 15,-6 3 49-15,0 0 50 16,-6 0-20-16,-17 2-63 16,-4 0-19-16,-4 0-9 15,-2 0 0-15,0 0 0 16,-3 12 8-16,0 7 9 16,-2 3-2-16,2 6-7 15,1-1 1-15,6 2 17 16,9-4-6-16,4-4-7 15,11-6-14-15,5-2 6 16,0-5-6-16,16 0 2 16,13 1 5-16,11 2-1 0,5 1-4 15,1 2-1 1,0 4 0-16,-4-1-1 0,-5 4 1 16,-6 2-1-16,-6 0-1 15,-7 0 1-15,-9 0 0 16,-9 0 0-16,0-2 1 15,-15 0 8-15,-20-3 0 16,-4-4 40-16,-5-2-10 16,-4-5 0-16,4 0-25 15,3-3-4-15,10-2-9 16,10-1-1-16,9-1 0 16,12 0-20-16,27-3-61 15,16-13-207-15,5-1-503 0</inkml:trace>
  <inkml:trace contextRef="#ctx0" brushRef="#br0" timeOffset="94773.05">18033 11794 1600 0,'0'0'342'15,"0"0"-16"-15,0 0 16 16,0 0-125-16,139-33-105 0,-108 33-64 16,-7 0-19-16,-8 6-22 15,-10 14-6-15,-6 5 1 16,0 6 13-16,-8 3 41 15,-13-2-11-15,-3 2-6 16,-2-1-15-16,-1-4 5 16,2 0 10-16,1-4 3 15,1 1 1-15,4-3-16 16,2-3-5-16,2-1 8 16,4 0 2-16,2-3-16 15,5-2 7-15,2-2-1 16,2 1 8-16,0-6-3 15,8 0 5-15,15 0 10 16,6-2-2-16,2-5-7 16,2 0-12-16,1 0-9 0,-8 0-11 15,-1 0-1-15,-5 0-1 16,-4 0-25-16,1-5-10 16,-1-2-18-16,4 0-43 15,4-5-47-15,15-8-46 16,-4 1-385-16,-6 2-1305 0</inkml:trace>
  <inkml:trace contextRef="#ctx0" brushRef="#br0" timeOffset="95081.8">19226 11801 1358 0,'0'0'319'16,"0"0"-62"-16,0 0 12 16,0 0 8-16,-105 124-84 15,65-80-6-15,-5 2-29 16,1-6-29-16,1-6-36 15,10-6-53-15,6-7-25 16,12-9-10-16,3-7-5 0,6-5-45 16,1-9-85-16,5-15-245 15,-2-5-563-15</inkml:trace>
  <inkml:trace contextRef="#ctx0" brushRef="#br0" timeOffset="95239.98">18845 11872 588 0,'0'0'1215'0,"0"0"-721"15,0 0-266-15,0 0-21 16,0 0-1-16,0 0-41 16,102 116-59-16,-66-77-50 15,-3 3-34-15,1-3-22 16,-3-4-44-16,14-1-133 16,-12-10-461-16,-2-9-603 0</inkml:trace>
  <inkml:trace contextRef="#ctx0" brushRef="#br0" timeOffset="95974.86">19761 11739 605 0,'0'0'802'0,"0"0"-408"16,0 0-14-16,0 0 97 16,0 0-277-16,0 0-46 15,0 0-21-15,-44-10-22 16,61 3-28-16,14-1-27 15,12 1-28-15,4 3-4 16,-2 1-10-16,-3 3-8 16,-7 5-5-16,-8 15-1 0,-7 8-1 15,-9 10 0 1,-4 8 1-16,-7 6 0 0,0 2 0 16,0 2 0-16,-11-4 0 15,-3-3 0-15,1-8 0 16,2-6 2-16,2-11-2 15,4-6 0-15,5-8 0 16,0-3-1-16,0-7-10 16,0 0-9-16,0 0-8 15,0 0-22-15,0 0-36 16,12-7-114-16,-3-9-541 0</inkml:trace>
  <inkml:trace contextRef="#ctx0" brushRef="#br0" timeOffset="96155.69">19786 12037 512 0,'0'0'2005'16,"0"0"-1696"-16,0 0-152 16,0 0-44-16,137-52-81 15,-67 46-22-15,1 0-10 16,23-2-84-16,-21 2-399 15,-13-2-1020-15</inkml:trace>
  <inkml:trace contextRef="#ctx0" brushRef="#br0" timeOffset="96598.5">20787 11664 1864 0,'0'0'316'16,"0"0"-7"-16,-116-26-57 16,64 26-163-16,1 0-45 15,0 14-13-15,4 14 9 16,9 10 28-16,13 2 18 16,14 3-12-16,11-4-8 15,11-7 1-15,30-6-18 16,10-11-25-16,11-10-4 0,2-5-10 15,0-3-9-15,-11-19-1 16,-8-2-9-16,-14-6-3 16,-9 2 12-16,-7 2 0 15,-6 8 0-15,-7 7 6 16,0 11 12-16,-2 0-12 16,0 29-5-16,0 19-1 15,0 14 10-15,-13 12 28 16,-5 4 1-16,-1-2 19 15,-2-5-14-15,6-13-23 16,1-10-12-16,6-16-8 16,3-10-1-16,5-13-33 0,0-9-46 15,20-24-28 1,9-10-180-16,4-7-921 0</inkml:trace>
  <inkml:trace contextRef="#ctx0" brushRef="#br0" timeOffset="97071.08">21302 11726 1805 0,'0'0'324'0,"0"0"21"16,0 0-68-16,0 0-144 16,122-5-87-16,-105 5-3 15,-1 1-22-15,-7 12-9 16,-5 5-11-16,-4 4 5 16,0 4-4-16,-13 4-1 15,-9 2 22-15,-5 2 0 16,-2-1 7-16,-2 1 2 15,2-2 16-15,4-5-5 16,4 1-16-16,0 1-6 16,6-1 2-16,3-3 10 15,6 0 11-15,4-6 3 16,2-2-11-16,0-5 6 0,15-4 15 16,9-4 6-16,10-4-23 15,2 0-25-15,2 0-13 16,-5 0-2-16,1-2-6 15,-5-5-38-15,-5-1-14 16,-4 1-38-16,2-10-43 16,-6 2-86-16,0 0-586 0</inkml:trace>
  <inkml:trace contextRef="#ctx0" brushRef="#br0" timeOffset="97357.89">22019 11801 1585 0,'0'0'549'16,"0"0"-210"-16,0 0-95 15,0 0-38-15,0 0-86 16,0 0-42-16,136 4-39 16,-96 0-32-16,-7-1-7 15,-4 4-39-15,-8-1-112 16,-13 3-180-16,-3 0-300 16,-5-3-866-16</inkml:trace>
  <inkml:trace contextRef="#ctx0" brushRef="#br0" timeOffset="97529.4">21970 12057 1711 0,'0'0'340'0,"0"0"121"16,0 0-146-16,0 0-134 16,0 0-119-16,142 11-32 15,-101-10-21-15,-8 1-9 16,-12 0-15-16,-8 0-213 15,-11 1-608-15</inkml:trace>
  <inkml:trace contextRef="#ctx0" brushRef="#br0" timeOffset="101216.18">23176 11592 1920 0,'0'0'511'0,"0"0"-222"16,0 0-71-16,0 0-99 15,0 0-9-15,49 106 1 16,-43-41-29-16,-6 5-31 16,0-2-14-16,0-4-19 15,0-6-3-15,0-8-14 16,-2-6 5-16,-4-6 0 15,-1-4-5-15,3-5-1 16,0-9 0-16,1-6-17 0,3-8-37 16,0-6-44-1,31-2-51-15,3-16-202 0,4-6-614 0</inkml:trace>
  <inkml:trace contextRef="#ctx0" brushRef="#br0" timeOffset="101748.98">24018 11576 1536 0,'0'0'209'0,"0"0"-9"0,0 0-28 15,-114-1-85 1,70 12-28-16,-5 11 73 0,-2 8 6 16,0 5 5-16,9 6-12 15,13-1-28-15,15-5-31 16,14-8-23-16,12-6-15 16,30-9-14-16,16-12 2 15,6 0-22-15,3-3-6 16,-5-17-98-16,-12-1-80 15,-13-4 29-15,-14-2 89 16,-12-4 66-16,-9 2 39 16,-2-2 54-16,0 5 32 15,0 5-1-15,-2 10-18 16,2 8 5-16,0 3-66 16,0 3-43-16,6 26 10 0,6 6 18 15,-1 15 4-15,-7 11 9 16,-4 7-1-16,0 3-18 15,0-1 2-15,0-7-17 16,-4-9-8-16,1-13-1 16,3-11 9-16,0-10-9 15,0-10-1-15,0-8-10 16,0-2-2-16,5 0-22 16,33-19-95-16,-2 0-195 15,-1-1-644-15</inkml:trace>
  <inkml:trace contextRef="#ctx0" brushRef="#br0" timeOffset="102665.05">24913 11647 1194 0,'0'0'380'0,"0"0"-58"15,0 0-40-15,0 0-69 16,0 0-96-16,0 0-4 15,-137-57-31-15,108 51 0 16,-6 4-1-16,-5 2-6 16,-3 0-20-16,-1 0 8 15,-1 2-12-15,5 12-15 16,5 3-11-16,6 6-5 16,8 1 8-16,10 4-11 15,9 3-1-15,2-4-15 16,5 0 0-16,19-5-1 15,10-3 0-15,5-4 0 0,4-3 1 16,4-4-1 0,0-2-13-16,-5-3 4 0,-2-3-21 15,-4 0 10-15,-3-11 10 16,-4-9 8-16,-5-2 2 16,-3-5 0-16,-5 3 11 15,-6 1 1-15,-1 2 13 16,-5 2-7-16,4 5 2 15,-4-1-19-15,0 5 8 16,1 0-7-16,-1 4-1 16,0 3 8-16,-4 1 6 15,0 2 24-15,0 0 4 16,0 0 4-16,0 0-29 16,0 0-9-16,0 0-9 15,0 0-1-15,4 0-1 0,0 2 1 16,0 7 1-16,3 3 0 15,1 4 14-15,0 6-14 16,-4 6 9-16,0 6-9 16,-4 8 1-16,0 7 0 15,0 2-1-15,0 2 6 16,0-3-5-16,0-5 0 16,0-6 0-16,0-5-2 15,-6-3 1-15,-2-5 0 16,0-2 1-16,4-6-1 15,-1-6 0-15,1-4 1 16,4-4-1-16,0-2 1 0,0-2 5 16,-2 0-5-16,2 3-2 15,-2 0 1-15,-2 1 0 16,0 0-1-16,2-2 0 16,2 0 0-16,0-2-21 15,0 0-8-15,0 0-44 16,6 0-17-16,19-4-98 15,-2-7-184-15,-3-1-530 0</inkml:trace>
  <inkml:trace contextRef="#ctx0" brushRef="#br0" timeOffset="103527.78">25539 11672 1181 0,'0'0'651'0,"0"0"-337"16,0 0 17-16,0 0-213 15,0 0-53-15,138-28-1 0,-94 24-25 16,-5 2-21-16,-10 2-17 15,-14 0 0-15,-6 0-1 16,-9 0 0-16,0 0 0 16,0 0 9-16,0 0-7 15,-7-2 5-15,-8 1-6 16,-7-4-1-16,-5 3 1 16,-2 2-1-16,-5 0 0 15,-1 0-3-15,-1 2 3 16,2 12 0-16,3 9 0 15,7 0 0-15,4 4 1 16,9 0 1-16,9-3-2 16,2-1 2-16,2-5-2 0,20-2 29 15,11-2-10-15,6-2 21 16,3 2-4-16,-3 2-6 16,0 1-16-16,-6 8-13 15,-8 2-1-15,-10-1-6 16,-6 3 6-16,-9 0 0 15,0-4 0-15,-9-1 0 16,-16-3 1-16,-1-2 7 16,-8-1 1-16,1-4-2 15,-3-1-6-15,1-5 7 16,2-2-8-16,1-4 6 16,3-2-5-16,2 0 0 15,5 0-1-15,5 0-18 0,17-8-90 16,0-8-187-1,17-3-503-15</inkml:trace>
  <inkml:trace contextRef="#ctx0" brushRef="#br0" timeOffset="103963.31">26304 11601 1570 0,'0'0'224'0,"0"0"-95"0,0 0-19 16,0 0-6-16,0 0-30 15,-54 132 53-15,65-107 23 16,18-3-4-16,11-9-54 16,9-8-5-16,3-5-4 15,-4 0-35-15,-3-13-13 16,-11-7 13-16,-12-5 20 16,-13 2 27-16,-9-4-25 15,0-1-17-15,-9 2-10 16,-11 0-10-16,-5 0-11 0,-2 4-11 15,-4 3-7-15,0 8-4 16,-2 2-13-16,-1 9-58 16,5 0-42-16,-2 17-182 15,9 7-326-15,4 1-628 0</inkml:trace>
  <inkml:trace contextRef="#ctx0" brushRef="#br0" timeOffset="104263.05">26165 11957 1595 0,'0'0'204'15,"0"0"85"-15,0 0-93 0,-39 140-91 16,39-104-34 0,23-7 38-16,16-11-45 0,12-9 39 15,9-9 36-15,4 0-44 16,2-5-29-16,-8-13-45 15,-10-2-8-15,-12-3-13 16,-12 1 1-16,-15 3 1 16,-9-4 7-16,0 3 6 15,-11 0 9-15,-16 4-5 16,-2 2-18-16,-4 6-1 16,0 3-19-16,2 5-101 15,-3 0-137-15,12 5-241 16,9 5-878-16</inkml:trace>
  <inkml:trace contextRef="#ctx0" brushRef="#br0" timeOffset="104818.75">27030 11638 2105 0,'0'0'516'0,"0"0"-295"15,0 0-108-15,0 0-62 16,0 0-33-16,0 0 9 0,-24 138-17 16,2-93 1-16,-3-3-10 15,2-7 5-15,4-3-4 16,5-12-2-16,7-6 0 15,5-7 6-15,2-2-6 16,0 0 1-16,19-1 13 16,6 0-4-16,7-2 1 15,4 0 0-15,4 1-11 16,0-3-1-16,1 0-44 16,-6 0-14-16,-4-8 11 15,-4-4 25-15,-5-5-11 16,-6-3-66-16,-3-6-88 15,-2-4 9-15,0-6 99 16,-4-4 52-16,2 1 27 16,-2 6 1-16,-1 5 37 0,-1 10 113 15,-5 5 32-15,0 10-21 16,0 3-55-16,0 9-80 16,0 23-25-16,-13 19 12 15,-10 10 33-15,-6 10 21 16,0-1 2-16,-2-6-21 15,6-8-33-15,8-7-15 16,3-9-27-16,10-4-120 16,1-13-396-16,3-8-749 0</inkml:trace>
  <inkml:trace contextRef="#ctx0" brushRef="#br0" timeOffset="152325.99">17333 5380 1527 0,'0'0'198'0,"-82"172"-140"15,42-63 2-15,11 0 24 16,20-20-33-16,9-27 32 15,36 0 1-15,41 1 55 0,62-27-6 16,64-32 7-16,22-11-49 16,-14-43-35-16,-57-4-11 15,-75 6-8-15,-40 4-7 16,-28-6 5-16,-11-33 29 16,-8-3-58-16,-36-16 13 15,-26 4-18-15,-12 29-1 16,-19 3 1-16,-19 25-1 15,9 23 0-15,3 18-2 16,8 0-25-16,36 18-137 16,26 19-77-16,24-2-109 15,14-9-621-15</inkml:trace>
  <inkml:trace contextRef="#ctx0" brushRef="#br0" timeOffset="152707.64">19667 4821 1386 0,'0'0'192'15,"-66"121"-153"-15,43-50 110 16,19 3-55-16,10-14 41 16,68-11 39-16,62-24 18 15,65-25-73-15,19-22-67 16,-32-27-13-16,-59 0-32 16,-71 7 26-16,-32 0-31 15,-13-14 18-15,-13-9-3 16,-13-7-7-16,-42 6-10 15,-25 14-3-15,-17 12-4 16,-7 14 14-16,2 14-16 16,13 9-6-16,37 3-83 15,25 7-195-15,27 3-523 0</inkml:trace>
  <inkml:trace contextRef="#ctx0" brushRef="#br0" timeOffset="153061.48">22070 4427 537 0,'0'0'1142'16,"-42"109"-1024"-16,31-41-81 15,11 4-30-15,7-10 49 16,68-13 67-16,59-27 70 0,46-22-63 16,-8-18-37-16,-38-23-51 15,-58-1-1-15,-47 0-4 16,-12-11 25-16,-11-8 18 16,-6-10-50-16,-30 6 26 15,-30 6-48-15,-16 11-4 16,-30 14 2-16,2 16-12 15,0 16 6-15,6 2-61 16,24 41-161-16,16-2-137 16,29 3-639-16</inkml:trace>
  <inkml:trace contextRef="#ctx0" brushRef="#br0" timeOffset="153460.13">20029 6541 1458 0,'0'0'309'0,"0"121"-226"16,17-58-83-16,26 1 15 16,19-17-14-16,14-22 69 15,11-16 40-15,2-9-17 16,-6-26-46-16,-15-18-37 16,-20-14 21-16,-31-7 5 15,-17-3 51-15,-58-7-35 16,-46 8 16-16,-6 14-42 15,6 18 0-15,19 19-11 16,33 9-15-16,14 7 0 16,16 0-8-16,49 7-167 15,29 12-103-15,22-1-455 0</inkml:trace>
  <inkml:trace contextRef="#ctx0" brushRef="#br0" timeOffset="153789.9">21470 6249 1639 0,'0'0'182'16,"0"0"-110"-16,-158 109 31 15,127-51 8-15,31-2-33 16,36 1-25-16,75-13-25 15,52-25-4-15,-2-14 8 16,-30-5-31-16,-50-22 25 0,-46-8-20 16,-13-10 11-16,-17-8 52 15,-5-13-7-15,-34 3-1 16,-28 4-33-16,-20 8 3 16,-10 11-23-16,-1 14-8 15,6 10 12-15,17 11-26 16,34 0-3-16,68 20-202 15,32 5-293-15,31-3-924 0</inkml:trace>
  <inkml:trace contextRef="#ctx0" brushRef="#br0" timeOffset="154052.37">23115 6132 2102 0,'0'0'239'0,"0"0"-187"16,-146 120-27-16,126-62-7 15,30 2 1-15,89-3 59 16,62-22 26-16,21-21-25 16,-22-14-72-16,-52-11 26 15,-60-15-16-15,-23-9 2 16,-16-15 0-16,-9-13-16 15,-22-14-3-15,-106-21-125 16,6 18-190-16,-14 22-310 0</inkml:trace>
  <inkml:trace contextRef="#ctx0" brushRef="#br0" timeOffset="154458.47">18390 7303 1617 0,'0'0'217'0,"-22"126"-158"0,24-49 41 16,56 7-35-16,62-17 89 15,57-26 7-15,18-27 8 16,-10-18-21-16,-48-30-78 16,-57-2-30-16,-33 0-33 15,-23-6 2-15,-19-11 3 16,-5-9 12-16,-40-8-16 15,-45-2-8-15,-42 16-47 16,2 26-14-16,9 24-6 16,23 16-98-16,41 64-31 0,17-8-119 15,18 2-635-15</inkml:trace>
  <inkml:trace contextRef="#ctx0" brushRef="#br0" timeOffset="154848.56">20060 8053 1815 0,'0'0'238'0,"-114"46"-198"16,58 11-10-16,10 10-17 16,28 11 31-16,18 2 6 15,39-11-16-15,51-5-12 16,46-21-5-16,38-34 9 16,-16-9-15-16,-35-23 14 15,-54-14-18-15,-45-1 2 16,-13-12-7-16,-11-10 36 15,-25-5-15-15,-48 5-12 16,-43 16 1-16,2 18-12 16,8 14 0-16,21 12-12 15,36 5 2-15,46 18-109 16,3-1-151-16,35-4-801 0</inkml:trace>
  <inkml:trace contextRef="#ctx0" brushRef="#br0" timeOffset="155165.06">21161 8061 2435 0,'0'0'235'0,"-121"46"-201"15,77 0-28-15,22 4-6 16,35 3-5-16,88-9 5 0,67-22 13 15,31-21-12-15,-7-9 10 16,-47-25 1-16,-65-4-9 16,-35 0-3-16,-27-1 0 15,-14-17 1-15,-4-9 0 16,-20-8-1-16,-30 9 0 16,-16 12-6-16,-14 16 14 15,-5 19-14-15,2 14 6 16,21 2-8-16,49 24-260 15,13 5-323-15,29-4-356 0</inkml:trace>
  <inkml:trace contextRef="#ctx0" brushRef="#br0" timeOffset="155448.97">22273 7746 2133 0,'0'0'266'0,"0"0"-195"16,-87 104-53-16,67-38 22 16,20 3 26-16,43-5 10 15,72-16-18-15,59-28-12 16,-2-20 0-16,-29-10-44 16,-57-22 17-16,-47-6-19 15,-12-13 15-15,-14-12-3 16,-13-16 3-16,-25 1-15 15,-37 6 1-15,-36 9-2 16,-37 24-4-16,-31 34-1 0,-4 10-200 16,43 27-379-16,38 1-619 15</inkml:trace>
  <inkml:trace contextRef="#ctx0" brushRef="#br0" timeOffset="157695.35">22324 7596 2090 0,'0'0'233'15,"-133"170"-194"-15,39-29-32 16,5-3 33-16,24-27-17 15,28-38 3-15,19-23-25 16,7 1-1-16,11 2-3 16,0-9-234-16,2-21-473 0</inkml:trace>
  <inkml:trace contextRef="#ctx0" brushRef="#br0" timeOffset="157913.24">22280 7471 2210 0,'0'0'281'0,"0"0"-213"15,0 0 66-15,129 126-10 16,-64-52-56-16,4 9-57 16,4 2 0-16,-2-3-2 15,1 0-18-15,-9-4-36 16,-5-2-97-16,-5 19-166 15,-17-19-33-15,-9-18-570 0</inkml:trace>
  <inkml:trace contextRef="#ctx0" brushRef="#br0" timeOffset="158085.57">22683 7772 819 0,'0'0'526'0,"0"0"-526"15,0 0-42-15,65 139-371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6:58:14.78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1040 1083 1617 0,'0'0'396'0,"0"0"114"0,0 0-264 16,0 0-73-16,0 0-70 15,0 0-39-15,154-42-11 16,-100 35-19-16,-5 1-17 16,-7 5-4-16,-9-1-26 15,-8 2-4-15,-7 0-49 16,-7 0-68-16,-4 0-59 16,-7 0-1-16,0 0-14 15,0-2-64-15,-13-5-81 16,-8 4 118-16,-6-4 235 15,-2 3 18-15,-2 4 205 16,-2 0 34-16,0 0-31 0,-5 0-87 16,-5 16-28-16,1 7-29 15,0 5 8-15,6 2-40 16,12 0 10-16,8-2-32 16,9-5 1-16,7 0-22 15,0-5 2-15,0-6-7 16,9-2-2-16,3-4 12 15,3-6-12-15,7 0 23 16,9 0-12-16,14-2 28 16,8-6-26-16,8 4 5 15,1 4 3-15,-2 0-15 16,-4 17 0-16,-7 8-6 16,-11 8 0-16,-13 8 10 15,-12-1-4-15,-13 3 24 16,0-3 31-16,-13-3-13 0,-14-2-7 15,-6-7-8-15,-2-4-18 16,0-6 4-16,-3-7-19 16,0-4 8-16,3-7-8 15,-2 0-53-15,4 0-94 16,6 0-164-16,14 2-578 0</inkml:trace>
  <inkml:trace contextRef="#ctx0" brushRef="#br0" timeOffset="630.12">2931 735 1938 0,'0'0'398'0,"0"0"-137"16,0 0-161-16,0 0 98 16,90 137-49-16,-57-67-37 15,-9 4-3-15,-4 0-37 16,-9-4-11-16,-2-4-55 15,-2-13 21-15,-3-11-26 16,-2-9 8-16,0-14-9 16,1-9 1-16,-3-10 10 0,0 0 4 15,0-25 10-15,7-16-14 16,6-5-22-16,7 1 11 16,9 10-1-16,5 15-1 15,3 16 1-15,1 4 1 16,3 18 0-16,-8 18-1 15,-4 12 2-15,-9 6 1 16,-6 3 12-16,-6-6-12 16,1-6-2-16,5-10-1 15,7-12-71-15,8-11-67 16,32-12-89-16,-8-18-548 16,-5-8-615-16</inkml:trace>
  <inkml:trace contextRef="#ctx0" brushRef="#br0" timeOffset="1469.31">3843 1279 2053 0,'0'0'494'15,"0"0"-160"-15,-141 19-120 16,87 8-91-16,10 7-72 16,9 5-15-16,14 1-10 15,15-4-14-15,6-6-12 16,2-8 8-16,23-9-8 15,6-6 10-15,2-7-10 16,3 0 0-16,1-20-13 16,-1-7-32-16,-3-7-22 15,-8-1 8-15,-5-4 35 16,-7 4 18-16,-3 9 12 0,-4 9 3 16,1 14 18-16,4 3 0 15,5 13-19-15,11 20 23 16,4 9 2-16,2 6-15 15,3-2 15-15,-3-3-32 16,-6-6 14-16,-7-11-6 16,-9-11-18-16,-5-12 9 15,-6-3 0-15,0-15 0 16,0-17-43-16,0-7 12 16,0-6 16-16,8 6 9 15,3 7 3-15,4 11-8 16,5 16 2-16,5 5-1 0,2 15-1 15,-2 21 11 1,-6 10 0-16,-1 4 1 0,-7-1-3 16,-1-6 8-16,-6-6-10 15,-2-16 11-15,-2-8-14 16,0-13 14-16,0-8 1 16,0-23-7-16,0-18 8 15,11-6 8-15,9-3 5 16,7 7-2-16,9 10-10 15,6 16-20-15,3 16 10 16,1 9 0-16,-3 9 1 16,-8 18 23-16,-8 12 10 15,-10 0 0-15,-5 4 5 16,-10-2-28-16,-2-9-1 0,0-11 4 16,0-9-15-16,0-8 2 15,0-4 13-15,3-6 13 16,1-18-11-16,0-6 4 15,5-2 1-15,3-3 18 16,1 1-39-16,3 5 21 16,-1 2-20-16,1 4-2 15,-1 6 2-15,1 9-2 16,-1 8 1-16,1 0-10 16,-1 22 10-16,-1 13 0 15,-3 7-2-15,-5 4 11 16,-3 0-9-16,-3-2 0 15,0-8 0-15,0-6-23 16,0-8-52-16,0-6-62 0,26-9-27 16,3-6-169-16,3-1-758 15</inkml:trace>
  <inkml:trace contextRef="#ctx0" brushRef="#br0" timeOffset="1935.42">4942 984 2068 0,'0'0'472'0,"0"0"-389"0,0 0 97 15,58 126-26-15,-31-51-74 16,-4 4-16-16,-2 1-19 15,-5-10-18-15,-10-12-20 16,-4-12-2-16,-2-14 8 16,0-13-10-16,-4-8-3 15,-8-11 17-15,2 0 16 16,3-20-2-16,7-8 7 16,0-8-38-16,22 0 0 15,19-1-18-15,7 7 17 16,8 8-31-16,2 12 32 15,-4 10-9-15,-8 0 9 16,-12 24-2-16,-14 10 2 0,-16 7 11 16,-4 1 25-16,-13-1 34 15,-22 0-25-15,-6-7 25 16,-3-6-40-16,-2-8 9 16,7-12-19-16,5-8-4 15,10 0-16-15,9-15-28 16,10-8-55-16,12-12-65 15,17 3-54-15,8 5-594 0</inkml:trace>
  <inkml:trace contextRef="#ctx0" brushRef="#br0" timeOffset="2259.77">5623 1584 1712 0,'0'0'514'0,"0"0"-47"16,0 0-238-16,0 0-108 15,0 0-60-15,0 0-37 16,0 0-24-16,27-133-16 16,4 96-54-16,1 3 28 15,-3 5 18-15,-7 11 24 16,-9 8 1-16,-9 10-1 16,-4 0 0-16,0 12 0 15,-4 16-5-15,-7 9 11 16,5 4 16-16,4-1-21 15,2-3 4-15,2-7-4 16,17-9 1-16,6-6-2 16,4-7 6-16,2-8 28 0,5 0-28 15,2-6-6-15,2-16-34 16,23-21-286-16,-12 7-167 16,-2-1-956-16</inkml:trace>
  <inkml:trace contextRef="#ctx0" brushRef="#br0" timeOffset="2455.16">6186 1267 1530 0,'0'0'344'0,"0"0"-69"16,0 0-17-16,2 122-125 0,15-76-22 15,3 3-41-15,1-3-22 16,-6-4-23-16,-5-4-25 15,-10-6-10-15,-4 4-158 16,-15-8-302-16,-4-3-637 0</inkml:trace>
  <inkml:trace contextRef="#ctx0" brushRef="#br0" timeOffset="3287.48">1123 2634 431 0,'0'0'1519'16,"0"0"-1272"-16,0 0-111 15,0 0-32-15,170-24 3 16,-115 24-55-16,-12 11-18 15,-14 13-25-15,-21 11 55 16,-8 2 85-16,-15 3-31 16,-19-1-70-16,-2-4-24 15,3-4-12-15,8-12-11 16,10-7-1-16,9-5 1 16,6-7-2-16,0 0-20 15,19 0 19-15,17 0 2 0,7 0 3 16,3 0 3-16,1 14 3 15,-7 7-9-15,-11 9-8 16,-9 4 8-16,-17 2 0 16,-3-2-3-16,-21 3 12 15,-21-5 7-15,-12-4-7 16,-4-6 2-16,0-5-11 16,10-14 0-16,15-3-27 15,33-14-223-15,0-12-331 16,21-6-605-16</inkml:trace>
  <inkml:trace contextRef="#ctx0" brushRef="#br0" timeOffset="3910.57">3002 2743 1513 0,'0'0'333'16,"0"0"-111"-16,0 0 115 0,85 140-138 15,-60-106-90-15,-8-7-52 16,-6-9-31-16,-4-10-5 16,-7-8-13-16,0 0 86 15,-2-21-4-15,-12-11-56 16,1-6-22-16,4-2 4 16,9 4 37-16,0 8 5 15,9 8-14-15,20 12-31 16,9 8-8-16,2 8 7 15,3 26-18-15,-8 10 12 16,-6 6-3-16,-11 2-3 16,-7-6 8-16,-4-9-8 15,-5-13 1-15,-2-14-2 16,0-10 7-16,0 0-1 16,-2-31 1-16,-5-10-4 0,5-9-1 15,2-3-1-15,0 3 1 16,24 12 0-16,5 10 14 15,10 14-14-15,5 14 11 16,1 0-5-16,-3 20 32 16,-7 14-3-16,-8 2 10 15,-11 4-10-15,-7-3-10 16,-5-7-8-16,-2-7-17 16,0-10-1-16,3-12-82 15,13-8-59-15,-1-19-311 16,4-6-1362-16</inkml:trace>
  <inkml:trace contextRef="#ctx0" brushRef="#br0" timeOffset="4136.57">3849 2807 1903 0,'0'0'317'16,"0"0"162"-16,0 0-230 16,3 144-104-16,17-106-59 15,4-9-40-15,5-15-4 16,2-12-25-16,0-2 23 15,0-27-40-15,-2-8 14 16,-6-7-14-16,-7-3-1 16,-10 2-10-16,-6 4 0 15,0 3 10-15,0 2-39 16,0 6-35-16,18-2-150 16,2 10-484-16,-2 4-781 0</inkml:trace>
  <inkml:trace contextRef="#ctx0" brushRef="#br0" timeOffset="4383.64">4271 2657 481 0,'0'0'774'16,"0"0"-183"-16,0 0-258 16,0 0-24-16,0 0-36 15,0 0-43-15,53 112-81 16,-29-51-45-16,-1 9-26 16,-3 15-34-16,-5 2 4 15,-3-5-37-15,-8-7 32 16,-4-16-42-16,0-13 11 15,-11-16-12-15,-7-13 1 0,-2-11 14 16,-5-6 8-16,-2-3 2 16,4-17-23-16,0-7-2 15,5-9-45-15,5-9-50 16,-5-31-92-16,7 9-387 16,-1 6-951-16</inkml:trace>
  <inkml:trace contextRef="#ctx0" brushRef="#br0" timeOffset="4939.79">4290 2757 2246 0,'0'0'507'0,"0"0"-342"16,0 0-55-16,0 0-76 16,0 0-34-16,150-14-16 15,-92 14-49-15,2 0 22 0,2 0 30 16,-6-3 13-16,-14-4 13 15,-13-3 19-15,-15 2 50 16,-12-1-7-16,-2 6 57 16,-2 1-81-16,-16 2-36 15,-4 10-15-15,0 22 10 16,1 12-10-16,8 11 0 16,4 6-1-16,7-2 7 15,2-7-12-15,0-11 13 16,18-15-8-16,7-9 2 15,1-17-1-15,8 0 0 16,8-20-21-16,3-10-24 16,5 0-3-16,0 1-7 0,-10 5-35 15,-11 7 18 1,-13 3 26-16,-10 1 46 0,-6 6 98 16,0 2 46-16,0 5-36 15,0 0-65-15,0 10-43 16,0 17 0-16,0 2 30 15,0 0-22-15,0-8 6 16,2-8-13-16,1-9 7 16,-1-4 19-16,2-7 66 15,3-22-9-15,0-12-64 16,2-8-20-16,1-5 10 16,4-3-22-16,6 2 9 0,0 6-10 15,5 8-31-15,-3 10-22 16,0 8-46-16,-2 16-53 15,-7 5-169-15,-1 2-753 16</inkml:trace>
  <inkml:trace contextRef="#ctx0" brushRef="#br0" timeOffset="5210.33">5467 2705 413 0,'0'0'1527'15,"0"0"-877"-15,0 0-310 16,0 0-176-16,0 0-87 15,125-23-58-15,-111 21-10 16,-5-3-8-16,-9 1 0 16,0 0-1-16,-5 1 6 15,-19 3-12-15,-7 0 13 0,-5 23 16 16,3 11-8-16,4 9 16 16,6 3 11-16,15 3-2 15,8-8-22-15,0-10-17 16,21-9-1-16,8-8 6 15,10-11-12-15,5-3-65 16,45-22-46-16,-13-9-268 16,2-1-365-16</inkml:trace>
  <inkml:trace contextRef="#ctx0" brushRef="#br0" timeOffset="5450.58">6041 2539 1886 0,'0'0'351'0,"0"0"-124"0,0 0-43 16,0 0-30-16,35 124-14 15,-23-68 2-15,-10 4 28 16,-2 0-37-16,0-6-36 16,-12-8-37-16,-3-10-36 15,-3-9-10-15,-3-11-4 16,-7-9-20-16,-8-7-8 15,-4 0-42-15,-18-13-50 16,10-7-135-16,3 2-896 0</inkml:trace>
  <inkml:trace contextRef="#ctx0" brushRef="#br0" timeOffset="10211.43">13002 1275 1618 0,'0'0'287'15,"0"0"-145"-15,156-54 42 16,-78 36-17-16,-2 9-41 16,-7 6-1-16,-15 3-56 15,-14 6-24-15,-23 18-25 16,-17 7 49-16,-6 8 33 15,-41 3-4-15,-19 6-38 16,-15-2-31-16,-2 1 2 16,12-7-23-16,15-11 13 0,21-8-15 15,19-11-1-15,16-10-4 16,0 0 5-16,22-14-6 16,16-12 6-16,11-2 14 15,7 3-4-15,-3 11 19 16,-1 14-35-16,-5 0 16 15,-3 18-10-15,-8 15-7 16,-12 4 2-16,-15 4-1 16,-9 1 15-16,-7-2 18 15,-26-1 16-15,-13-4-14 16,-10-5 10-16,-6-3-44 16,-3-8 15-16,5-7-16 15,10-5 1-15,11-5-1 16,10-2 0-16,10 0-15 15,11 0-25-15,8-12-19 0,2-4-66 16,65-25-76-16,-1 7-479 16,8-2-498-16</inkml:trace>
  <inkml:trace contextRef="#ctx0" brushRef="#br0" timeOffset="10499.01">14676 1472 2448 0,'0'0'314'16,"0"0"-148"-16,0 129 57 0,3-18-55 16,8 28-65-16,-1 7-24 15,2-24-19-15,-1-35-25 16,-4-36-14-16,-1-12-11 15,1-1-2-15,0-4-7 16,-1-6-2-16,-1-15-12 16,-1-13-34-16,1 0-5 15,0-20-40-15,-3-39-93 16,0 5-340-16,-2 0-383 0</inkml:trace>
  <inkml:trace contextRef="#ctx0" brushRef="#br0" timeOffset="10737.69">14692 1610 1709 0,'0'0'334'0,"0"0"50"16,0 0-51-16,141-104-113 15,-83 92-107-15,2 12-38 16,-9 0-42-16,-9 20-27 16,-12 16-6-16,-18 8 8 15,-12 6 1-15,0 0-9 16,-22-1 44-16,-16-5-16 15,-4-8-2-15,-3-8-16 16,-1-10 2-16,5-8-12 16,8-8-9-16,13-2-48 15,20-17-84-15,0-5-162 0,7-1-380 16</inkml:trace>
  <inkml:trace contextRef="#ctx0" brushRef="#br0" timeOffset="11277.81">15346 1674 1056 0,'0'0'1077'16,"0"0"-799"-16,0 0-6 15,144-44-130-15,-97 32-66 16,-5 0-61-16,-11 2 10 0,-8 0-19 16,-13 2 9-16,-4-1 8 15,-6 2 20-15,0 0-12 16,-8 0-31-16,-13 2 0 16,-12 5-14-16,-4 0 13 15,-3 12 2-15,0 17 15 16,4 5-10-16,10 7 3 15,12 6-8-15,10-2 9 16,4-7-2-16,10-4-7 16,19-8 19-16,10-6-19 15,9-6 16-15,6-4-17 16,2-2 0-16,0 1-115 0,-8 4-139 16,-7 3-280-16,-13-2 248 15,-7-4 101-15,-11-4 185 16,-2-6 176-16,-6 0 218 15,0-18-71-15,-2-10-173 16,2-9-42-16,-2-7-47 16,5-2-8-16,1-2-4 15,6 2-13-15,3 3-15 16,5 2-21-16,7 4 0 16,7 6-27-16,39-1-131 15,-7 8-466-15,4 7-594 0</inkml:trace>
  <inkml:trace contextRef="#ctx0" brushRef="#br0" timeOffset="11586.91">16237 1492 1739 0,'0'0'486'0,"0"0"-247"16,0 0-50-16,0 0-128 15,0 0-28-15,0 0-33 16,0 0 27-16,-23 126-17 15,44-96 38-15,-2 2-8 16,-1 0-3-16,1-1-8 16,-9-1-10-16,-1-2-5 15,-9-3-13-15,0 0 36 16,-4-4 9-16,-21-2 38 16,-4-3-43-16,-7-6-20 15,3-2-14-15,2-8-1 0,6 0 3 16,6 0-9-16,5-11 0 15,10 0-54-15,4-6-21 16,16-6-143-16,15 0-407 16,4 2-551-16</inkml:trace>
  <inkml:trace contextRef="#ctx0" brushRef="#br0" timeOffset="12125.84">16698 1572 1696 0,'0'0'666'0,"0"0"-410"0,0 0 0 15,-138 29-97 1,112 4-91-16,7 7-6 0,13 5-7 16,6 0 2-16,0-4-7 15,22-9-27-15,12-10 16 16,8-12-39-16,3-10 28 15,1 0-28-15,-1-22-18 16,-7-11-26-16,-9-8 6 16,-10-8 8-16,-5 3 3 15,-10 6 21-15,-1 12 6 16,-3 14 31-16,0 14-2 16,2 0-29-16,0 24-21 0,2 20 21 15,-2 14 0-15,4 9 0 16,-4-1 6-16,-2-8-5 15,0-12 11-15,0-14 0 16,0-14-6-16,0-18-6 16,0 0 10-16,0-24-10 15,0-19-12-15,0-13-12 16,0-7 15-16,4-4 9 16,16 3 8-16,9 11 30 15,5 15-30-15,-1 13-10 16,3 18 2-16,-3 7-7 15,-6 15 5-15,-8 25 2 16,-5 10 12-16,-9 7 0 16,-5-1 3-16,0-5-6 15,0-6-8-15,0-11-1 0,10-10-51 16,11-9-143-16,6-10-681 0</inkml:trace>
  <inkml:trace contextRef="#ctx0" brushRef="#br0" timeOffset="12488.03">17510 1608 2068 0,'0'0'508'16,"0"0"-307"-16,0 0-16 16,-137 19-97-16,104 18-46 15,6 13-25-15,8 9 26 16,9 1-2-16,10-7 10 0,2-7-3 15,32-17-24-15,8-14 19 16,10-15-43-16,-1-9 14 16,-2-21-14-16,-11-12-14 15,-9-8-8-15,-9-3 3 16,-9 4 18-16,-7 6 1 16,-4 16 19-16,0 8 11 15,0 13 36-15,0 6-66 16,0 8-20-16,2 18 20 15,0 9 5-15,4 3 4 16,-2-4-9-16,5-4 0 16,7-9 0-16,3-6-1 0,41-15-101 15,-4 0-129 1,7-8-781-16</inkml:trace>
  <inkml:trace contextRef="#ctx0" brushRef="#br0" timeOffset="12707.17">18078 1485 1761 0,'0'0'469'16,"0"0"-260"-16,0 0 92 15,0 0-146-15,-65 103-86 16,65-53 13-16,0 6-39 16,0-2 11-16,7-4-39 15,0-8-3-15,-5-5-11 0,-2-9 8 16,0-6-8-1,0-5-1-15,-4-5 0 0,-30-1-54 16,5-7-153-16,-2-2-669 0</inkml:trace>
  <inkml:trace contextRef="#ctx0" brushRef="#br0" timeOffset="13507.95">13714 342 1250 0,'0'0'626'0,"0"0"-355"0,0 0-9 16,0 0-36 0,0 0-77-16,0 0-25 0,0 0-28 15,48 79-47-15,-41-69-22 16,-4-4-20-16,1-6 19 15,-2 0-25-15,-2-2 48 16,0-20-31-16,0-6-3 16,0-6-14-16,-4-4 5 15,-8-1 3-15,-3 3-9 16,1 6 22-16,1 7 5 16,0 11-1-16,-1 9-26 15,-3 3-1-15,-6 15-8 16,1 22 8-16,-3 10 0 15,8 7 0-15,7 4 1 16,8 0 0-16,2-6-1 0,4-6 8 16,15-6-7-16,5-9 2 15,3-8-4-15,4-6-22 16,34-8-76-16,-9-4-243 16,-4-5-486-16</inkml:trace>
  <inkml:trace contextRef="#ctx0" brushRef="#br0" timeOffset="14132.37">14056 505 1750 0,'0'0'389'16,"0"0"-167"-16,0 0-54 16,0 0-9-16,-55 126-41 0,55-90-2 15,18-4-51 1,17-9-14-16,13-10-7 0,2-8-29 15,2-5 3-15,-10-6-18 16,-7-16 0-16,-12-9-15 16,-7-2 0-16,-8-7 0 15,-3 4 15-15,-3 5 0 16,-2 13 1-16,0 12 59 16,4 6-60-16,4 6 0 15,0 20-10-15,7 8 10 16,2 4 7-16,-2-2 8 15,-1-5 15-15,-4-7-3 16,-3-10-10-16,-4-10-17 16,-3-4 21-16,0 0-14 0,0-18-7 15,-8-9-52-15,0-6 11 16,6-4 15-16,2 3 26 16,0 6 0-16,10 9-8 15,11 10-3-15,1 9 10 16,3 9-10-16,-1 20 19 15,-2 9-8-15,-1 2 7 16,-6-1 25-16,-1-7-5 16,-6-10-3-16,-3-9-8 15,-3-7-15-15,-2-6 23 16,0 0-15-16,0-22 23 16,4-13-32-16,8-9 0 15,7-5 0-15,8 3 0 0,0 10 13 16,0 17-1-16,-4 12 11 15,-4 7-17-15,-3 24 19 16,-5 14-24-16,-7 6 56 16,-1 3-20-16,-3-4-25 15,0-7-12-15,3-7-13 16,14-12-62-16,-1-6-195 16,5-10-1324-16</inkml:trace>
  <inkml:trace contextRef="#ctx0" brushRef="#br0" timeOffset="14274.96">15113 702 2121 0,'0'0'509'0,"0"0"-224"0,0 0-106 15,0 0-56-15,-6 108-82 16,6-92-38-16,-2-6-3 16,-6-10-95-16,2-2-153 15,-1-13-957-15</inkml:trace>
  <inkml:trace contextRef="#ctx0" brushRef="#br0" timeOffset="14416.94">14977 463 2192 0,'0'0'542'16,"0"0"-261"-16,0 0-87 16,0 0-92-16,0 0-102 0,0 0-18 15,0 0-78-15,99-2-194 16,-78 10-517-16</inkml:trace>
  <inkml:trace contextRef="#ctx0" brushRef="#br0" timeOffset="14599.2">15313 401 1328 0,'0'0'1050'16,"0"0"-669"-16,0 0-217 16,0 0-3-16,0 0-11 15,35 136-69-15,-31-76 51 16,-2-2-78-16,-2-3-24 15,0-9-24-15,0-10-6 16,0-9-5-16,0-10-64 0,0-11-83 16,0-4-149-1,4-2-440-15</inkml:trace>
  <inkml:trace contextRef="#ctx0" brushRef="#br0" timeOffset="14920.12">15340 710 1751 0,'0'0'661'16,"0"0"-416"-16,0 0-43 15,0 0-59-15,172-29-53 16,-105 19-35-16,-5 1-19 16,-10-1-25-16,-17-1-7 15,-16 1-3-15,-15 0 2 16,-4 0-3-16,-7 2-10 0,-15 4 9 15,-7 4 1-15,-2 0-1 16,-1 9 7-16,6 18-13 16,5 9 7-16,13 6 0 15,8 1 0-15,0-1 10 16,26-4 8-16,10-8-5 16,2-8-4-16,0-8-9 15,0-7 0-15,-1-7-66 16,-7 0-227-16,-10-7-1741 0</inkml:trace>
  <inkml:trace contextRef="#ctx0" brushRef="#br0" timeOffset="25082.17">1208 4850 1809 0,'0'0'340'0,"0"0"28"16,0 0-125-16,133-40-86 15,-92 40-61-15,-3 13-31 16,-9 14-26-16,-10 7 30 16,-11 3-27-16,-8-1 20 15,-6-2-43-15,-20-5-10 16,-8-6-7-16,-6-7 11 16,0-9 0-16,5-7-12 15,8-9 8-15,9-19-8 16,11-10 19-16,7-4-13 15,5 0-8-15,24 3 2 16,6 13 0-16,1 10 0 0,-5 14-1 16,-9 2 0-16,-8 12 2 15,-14 17-8-15,0 5 18 16,-16 2 1-16,-17-2-7 16,-5-4 11-16,5-12-12 15,8-10-4-15,7-8 4 16,12-10 12-16,6-24-17 15,0-10 10-15,16-2-19 16,7 5 17-16,6 7-9 16,3 14 2-16,-6 12-2 15,1 8 0-15,-6 3 1 16,-11 22-1-16,-10 9 2 16,0 7 25-16,-12-2-26 0,-13-2 28 15,0-11-28-15,3-11 9 16,4-10-8-16,7-5 11 15,4-8 2-15,3-16-14 16,4-3 1-16,0 5 5 16,0 6 0-16,6 9 3 15,8 5-6-15,-3 2-3 16,0 0 6-16,-4 4-6 16,-3 8 8-16,-4-3 5 15,0 1-2-15,0-3-8 16,0-3 7-16,0-4-20 15,0 0-4-15,0 0-40 16,9 0-84-16,7-8-110 16,4-7-619-16</inkml:trace>
  <inkml:trace contextRef="#ctx0" brushRef="#br0" timeOffset="25374.68">1682 4400 1129 0,'0'0'813'0,"0"0"-527"16,0 0 46-1,0 0-133-15,0 0-10 0,132 166-53 16,-121-44-31-16,-11-3-16 15,0-12-10-15,-15-13-28 16,-5-27-36-16,-1 3-15 16,2 2-14-16,0-14-20 15,1-9-114-15,-8-5-150 16,4-14-378-16,4-12-255 0</inkml:trace>
  <inkml:trace contextRef="#ctx0" brushRef="#br0" timeOffset="26366.83">3002 4339 1714 0,'0'0'256'0,"0"0"-5"16,-118 47-18-16,66-10-116 0,6 11-62 15,3 1-4-15,10-2 6 16,11-8-27-16,13-11-12 16,9-12-17-16,0-10 21 15,16-6-16-15,17 0 51 16,16 0-14-16,9-4-13 16,9 4-6-16,0 0-8 15,-3 19-5-15,-3 13-11 16,-12 7 0-16,-11 11 10 15,-17 4-6-15,-9 4-3 16,-12-1 13-16,-2-1 30 16,-25-2 28-16,-8-6-13 15,-3-5 11-15,-5-11 9 0,1-10-26 16,-3-13 7 0,1-9-35-16,-6 0 34 0,-3-19-38 15,2-3 4-15,-1 0-10 16,5 1-6-16,12 4 6 15,6-3-14-15,11 3-1 16,14-3-3-16,4-4 2 16,4-2-86-16,28 2-44 15,28-2-59-15,-4 8-291 16,-4 1-280-16</inkml:trace>
  <inkml:trace contextRef="#ctx0" brushRef="#br0" timeOffset="26548.24">3419 4834 1770 0,'0'0'391'16,"0"0"207"-16,0 0-308 15,13 131-91-15,-11-85-118 16,5 2-41-16,7-3-34 16,3-8-6-16,6-5-1 15,-1-9-59-15,-1-16-49 16,-8-4-216-16,-5-3-391 0</inkml:trace>
  <inkml:trace contextRef="#ctx0" brushRef="#br0" timeOffset="26884.03">3758 4976 2201 0,'0'0'332'15,"0"0"-31"-15,0 0-56 16,-2 128-126-16,2-89-76 15,0-7-28-15,0-6-9 16,6-10-10-16,-3-9 16 16,-3-7-8-16,0 0 7 15,0-25-5-15,-3-7-6 16,-1-8-6-16,4-4 5 16,0-2 0-16,11-3 0 15,18 6 2-15,4 2-13 16,5 14 20-16,0 13-14 15,-2 14 12-15,-7 8-3 0,-10 35-2 16,-7 16 10 0,-8 11-1-16,-4 0-9 0,0-4-1 15,0-10-2-15,0-9 1 16,0-17-77-16,0-14-176 16,5-15-575-16</inkml:trace>
  <inkml:trace contextRef="#ctx0" brushRef="#br0" timeOffset="27476.04">4813 4882 1872 0,'0'0'281'0,"0"0"226"16,15 115-222-16,-13-53-129 15,0 4-92-15,0-9-35 16,3-11-28-16,-3-15 5 16,1-15-6-16,-3-16-2 15,0 0-7-15,0-26 18 16,-8-14 8-16,0-7-16 15,1-6-1-15,3-1 10 16,4 2 7-16,0 3-4 16,0 6-13-16,13 6 0 0,3 12-23 15,-3 9-37-15,3 11-165 16,-3 5-33-16,3 3 69 16,3 12 85-16,6 2 76 15,4-6 28-15,7-6 1 16,4-5 33-16,7 0 85 15,4-14 39-15,-2-2-42 16,-8 0-81-16,-12 2-14 16,-14 4-8-16,-13 1 74 15,-2 4 68-15,-2 2-59 16,-21 3-57-16,-6 8-25 16,-6 23 2-16,1 15-8 0,3 7 11 15,9 8-18-15,9-3-1 16,13-6-1-16,0-14 1 15,22-11-6-15,14-18-11 16,8-9-20-16,12 0-101 16,39-37-173-16,-8-2-151 15,-8 1-998-15</inkml:trace>
  <inkml:trace contextRef="#ctx0" brushRef="#br0" timeOffset="27754.44">5681 4812 1920 0,'0'0'367'0,"0"0"-149"16,0 0-93-1,0 0 23-15,0 0-49 0,43 113 47 16,-28-79-46-16,2 0-25 16,-9-2-36-16,-1-4 3 15,-7-2-6-15,0-4-12 16,-2-4-9-16,-17-6-6 15,-4-2 18-15,-6-4-26 16,2-6 13-16,0 0-14 16,6 0-6-16,8 0-42 15,7 0-32-15,6-4-40 16,6-18-158-16,21 0-449 16,0-2-1259-16</inkml:trace>
  <inkml:trace contextRef="#ctx0" brushRef="#br0" timeOffset="27994.36">6132 4467 2419 0,'0'0'336'0,"0"0"-178"15,0 0 65-15,60 167-65 16,-35-69-6-16,-3-4-66 15,-11-7-5-15,-2-25-50 16,-1 4-26-16,0-3-5 16,-2-17-33-16,-4-12-47 0,-2-19-85 15,0-15-49-15,0-22-301 16,0-8-1054-16</inkml:trace>
  <inkml:trace contextRef="#ctx0" brushRef="#br0" timeOffset="28400.12">6092 4954 2278 0,'0'0'303'0,"0"0"-53"16,0 0-102-16,129-83-118 16,-60 65-19-16,3 11-1 15,-5 7-17-15,-7 9 8 0,-10 20-1 16,-9 10 0-1,-12 5 8-15,-12 2 20 0,-9-4 0 16,-8-10 34-16,0-6-7 16,0-12 31-16,0-8-53 15,-3-6 8-15,-2 0-6 16,1-22-1-16,4-6-14 16,0-9-5-16,0-1 3 15,14-3 3-15,10 4-14 16,3 2 5-16,2 8-24 15,2 14 11-15,-4 11 0 16,0 2-9-16,-7 19 9 16,-9 16 1-16,-9 3 0 15,-2 2 0-15,0-5 1 16,-4-2-7-16,-3-8-24 16,7-6-51-16,15-5-127 0,21-6-644 15,5-6-152-15</inkml:trace>
  <inkml:trace contextRef="#ctx0" brushRef="#br0" timeOffset="28649.38">7262 4895 1635 0,'0'0'344'16,"0"0"-39"-16,0 0 27 0,-147-3-193 15,113 20-42-15,7 13 34 16,10 10-44-16,5 8-39 16,8 4-36-16,4-2 35 15,2-6-46-15,19-11 8 16,10-11-8-16,4-12-2 16,30-10-9-16,-7-7-176 15,-7-11-593-15</inkml:trace>
  <inkml:trace contextRef="#ctx0" brushRef="#br0" timeOffset="28934.1">7608 4828 1783 0,'0'0'290'0,"0"0"78"15,0 0-121-15,0 0-123 16,0 0-72-16,-114 43 42 16,96-5-40-16,5 10 13 15,6 0-8-15,7-2-10 16,0-5-22-16,26-8-26 16,15-8 8-16,13-12 1 15,8-9-20-15,3-4 4 16,-3 0-159-16,11-20-397 15,-17-2-156-15,-14-2-252 0</inkml:trace>
  <inkml:trace contextRef="#ctx0" brushRef="#br0" timeOffset="29136.55">7980 4991 217 0,'0'0'679'0,"0"0"-323"15,0 0 145-15,-9-131-263 16,2 99 22-16,3 6 79 16,1 8-37-16,3 9-70 15,0 9-91-15,0 0-84 16,5 23-48-16,4 15 48 15,-2 12-8-15,-3 6 32 16,-2 1-36-16,0-7-16 16,1-7-28-16,3-11 0 0,4-13-1 15,0-7-18 1,3-5-7-16,28-7-116 16,-3 0-169-16,7-12-1394 0</inkml:trace>
  <inkml:trace contextRef="#ctx0" brushRef="#br0" timeOffset="29638.33">8486 4826 636 0,'0'0'1648'16,"0"0"-1444"-16,-122 16 101 15,83 16-169-15,10 15-38 16,14 7-48-16,15 0 1 15,0-5-37-15,19-10-2 0,22-15-11 16,5-12-1 0,8-12-21-16,0-3-103 0,-6-26-29 15,-9-7-190-15,-10-10 79 16,-14-2 99-16,-6-1 145 16,-9 10 20-16,0 8 280 15,0 15 96-15,0 15-102 16,0 1-165-16,0 26-103 15,3 14 24-15,1 8-29 16,3 3-1-16,-1-10 0 16,1-5 21-16,0-14 6 15,0-10-15-15,-3-10-1 16,0-2-10-16,3-18 9 0,0-18-10 16,6-9 0-1,5-4 0-15,4-4-1 0,7 5 2 16,4 13-1-16,1 14 6 15,0 19-6-15,-5 7 0 16,-5 32 0-16,-6 16-4 16,-7 5 4-16,-7 2 0 15,-4-7-7-15,0-7 6 16,-2-17-5-16,-25-17-57 16,3-9-148-16,4-3-460 0</inkml:trace>
  <inkml:trace contextRef="#ctx0" brushRef="#br0" timeOffset="29781.57">8702 4319 2104 0,'0'0'276'16,"0"0"-105"-16,0 0-16 16,0 0-94-16,-29 166-61 15,29-99-49-15,0-13-606 0</inkml:trace>
  <inkml:trace contextRef="#ctx0" brushRef="#br0" timeOffset="37748.58">11683 4299 1247 0,'0'0'956'16,"0"0"-702"-16,0 0 61 15,0 0-112-15,0 0-91 16,0 0-57-16,-19-15-1 15,13 18-9-15,-7 19 11 16,-7 14 6-16,-7 17 1 16,-7 30-6-16,-8 40-18 15,2 27 2-15,8 9-14 16,17-31 10-16,13-33-7 0,2-40-16 16,0-6-5-1,13 4 1-15,8 3-4 0,-2 4-5 16,1-11 6-16,-4-7-5 15,-3-5 6-15,-6-8-8 16,-3-9 0-16,-2-6-1 16,-2-8-40-16,0-6-26 15,0 0-8-15,0-28-36 16,0-4-108-16,0 0-562 0</inkml:trace>
  <inkml:trace contextRef="#ctx0" brushRef="#br0" timeOffset="38207.14">12104 4423 1521 0,'0'0'317'15,"0"0"-2"-15,0 0 20 16,-16 132-157-16,16-100-69 16,14-9-45-16,21-13 6 0,14-10 32 15,11-4-14 1,2-20-20-16,-4-4-20 0,-8-2-5 15,-17 2-17-15,-10 0 13 16,-15 1 32-16,-8-1 7 16,0-2-24-16,-8-2-9 15,-15 1-13-15,-1-3-10 16,0 9 4-16,-3 4-25 16,-2 9 8-16,2 7-9 15,-4 5-1-15,2 0-6 16,-2 0-4-16,6 5-23 15,5 7-61-15,9 8-46 16,11 6-92-16,0 1-424 0,15-5-364 16</inkml:trace>
  <inkml:trace contextRef="#ctx0" brushRef="#br0" timeOffset="38515.55">12277 4638 1543 0,'0'0'377'0,"0"0"-129"16,0 0 103-16,-55 132-181 15,55-90-84-15,0-5-50 16,34-7-5-16,12-13-4 16,14-10 18-16,12-7 21 15,3-11 13-15,-4-14-31 16,-10-8-21-16,-16-1-11 0,-16 2 13 15,-21 0 65-15,-8 2-3 16,-15 4-4-16,-28 2-43 16,-10 4-32-16,-8 6-12 15,-1 5-6-15,7 4-62 16,6 5-60-16,13 10-88 16,14 12-438-16,11 2-721 0</inkml:trace>
  <inkml:trace contextRef="#ctx0" brushRef="#br0" timeOffset="39166.86">12337 5366 1820 0,'0'0'349'0,"0"0"-75"15,0 0-137-15,141-20-94 16,-103 20-24-16,-9 2-19 16,-11 16 12-16,-11 2-12 15,-7 3 48-15,-9 0 79 16,-22 1-3-16,-5-1-52 15,0-3-35-15,10-6-16 16,8-5-15-16,11-3-6 16,5-4 0-16,2 0 6 0,2-2-6 15,20 2 1 1,7 2 0-16,2 6-1 0,6 6 6 16,-2 4-6-16,-4 4 0 15,-4 4 0-15,-5-3 3 16,-11-1-3-16,-8-6 0 15,-3 0 0-15,-14-4 50 16,-20-4 27-16,-10-2-14 16,-10-4-16-16,-4-4-17 15,-2 0-19-15,4 0-11 16,8 0 0-16,9 0-16 16,11 0-27-16,10 0-38 15,11 0-27-15,12 0-106 16,22 0-375-16,6 0 202 0</inkml:trace>
  <inkml:trace contextRef="#ctx0" brushRef="#br0" timeOffset="39739.03">13338 4163 1317 0,'0'0'770'0,"0"0"-298"15,0 0-193-15,0 0-98 16,0 0-69-16,0 0-49 15,0 0-23-15,-4 22-26 16,16 10 28-16,9 15 26 0,13 31-9 16,13 29-8-16,7 40 10 15,-1 15-20-15,-8 5-7 16,-14-13-2-16,-15-24-17 16,-14-7-12-16,-2-25 3 15,-2-20-6-15,-14-17 0 16,-7-12 7-16,-4 6-6 15,-6-6 5-15,-3-1-4 16,7-13-2-16,7-15-51 16,9-12-64-16,7-8-1 15,6-2-59-15,0-16-626 16,0 1-1443-16</inkml:trace>
  <inkml:trace contextRef="#ctx0" brushRef="#br0" timeOffset="40227.98">13963 4879 1737 0,'0'0'343'0,"0"0"-113"15,0 0 107-15,0 0-164 0,167 12-94 16,-102-11-32-16,-2 2-29 15,-5-2-9-15,-8-1-9 16,-5 3 0-16,-7-3-19 16,-13 1-144-16,-10 3-310 15,-13-1-450-15</inkml:trace>
  <inkml:trace contextRef="#ctx0" brushRef="#br0" timeOffset="40407.62">14127 5147 1639 0,'0'0'340'16,"0"0"-5"-16,0 0 150 0,0 0-303 15,123 6-77 1,-63-6-47-16,4 0-28 0,-7 0-30 16,-8 0-1-16,5 0-162 15,-14 0-438-15,-11 2-884 0</inkml:trace>
  <inkml:trace contextRef="#ctx0" brushRef="#br0" timeOffset="56979.83">15334 4740 1629 0,'0'0'504'0,"0"0"-342"15,0 0 68-15,0 0-93 16,0 0-58-16,0 0 29 15,103-32 11-15,-68 24-25 16,1 0-43-16,-5 2-18 0,0 2-22 16,-4 0-10-1,-2 2-1-15,-10 0 0 0,-3 2 0 16,-8 0-17-16,-4 0 16 16,0 0-15-16,-16 0 10 15,-15 0 6-15,-7 0 2 16,-7 0-2-16,1 0 1 15,4 17 1-15,-1 0-2 16,8 5 6-16,2 2-5 16,4 2-2-16,2-1 1 15,8-2 0-15,3-1 1 16,7-5-1-16,5-3-6 0,2-6-3 16,2-5-2-16,25 0 11 15,9-3-1-15,9 1 2 16,6 6 4-16,2 6-5 15,-1 6-1-15,-8 7-5 16,-3 1 6-16,-12 5 0 16,-12 3 0-16,-13-1 1 15,-4 2 20-15,-17-2 6 16,-22 1-6-16,-9-5 13 16,-8-9-8-16,0-7-2 15,3-12 0-15,6-2-2 16,10-9-4-16,8-18-6 15,8 1-12-15,8 2 1 0,6 4-2 16,7 4-54-16,0 1-59 16,49-10-215-16,1 5-354 15,0 0-398-15</inkml:trace>
  <inkml:trace contextRef="#ctx0" brushRef="#br0" timeOffset="57564.58">17431 4587 1505 0,'0'0'300'15,"0"0"-60"-15,0 0-96 16,0 0-50-16,0 0 80 15,-66-112-9-15,45 93 10 16,-3-2-17-16,-5-1-23 0,-2 2-44 16,-3 2-20-16,6 2-47 15,1 6-6-15,7 3-2 16,-1 7 5-16,6 0 6 16,-3 13-27-16,3 20 18 15,-3 11-16-15,2 9 28 16,5 12 10-16,4 5 10 15,7 2-11-15,0-1 3 16,0-6-17-16,16-2-11 16,4-7-8-16,0-6-5 15,-3-6-2-15,2-4-1 16,-6-6 1-16,0-2 0 16,-2-4 0-16,1-7-18 0,-5-6-23 15,-3-5-39-15,-2-6-26 16,2-4 0-16,3-5-12 15,0-16-147-15,-2-1-559 0</inkml:trace>
  <inkml:trace contextRef="#ctx0" brushRef="#br0" timeOffset="58164.79">16112 4668 1549 0,'0'0'325'16,"0"0"-48"-16,0 0-48 15,0 0-67-15,0 0-47 16,-116 40 0-16,83-5-17 16,-5 14-19-16,1 9 1 15,4 8-10-15,4 3-3 16,12-3-20-16,10-6-31 16,7-4-1-16,7-10-14 15,20-10-1-15,8-10 7 16,3-12-5-16,4-12 10 15,-3-2-11-15,-6-5 11 16,-8-15-4-16,-8-4 5 16,-13-1-2-16,-4 4 14 0,0-2-10 15,-19 7-8-15,-6 2-7 16,-2 7-7-16,-2 7-47 16,2 0-49-16,3 9-111 15,15 25-250-15,7-2-35 16,2-5-574-16</inkml:trace>
  <inkml:trace contextRef="#ctx0" brushRef="#br0" timeOffset="58541.9">16810 4962 1844 0,'0'0'528'16,"0"0"-358"-16,0 0 8 0,169 0-97 15,-84 0-44 1,4 0 15-16,-4 0-5 0,-14 9-26 16,-11-1-14-16,-11 1-7 15,0 3-91-15,-11 1-252 16,-6-6-363-16</inkml:trace>
  <inkml:trace contextRef="#ctx0" brushRef="#br0" timeOffset="59252.39">17828 4973 1998 0,'0'0'464'0,"0"0"-214"15,0 0-64-15,0 0-102 16,-118-2-67-16,89 30-2 16,5 7 25-16,1 10 8 15,7 1-9-15,12-4-8 16,4-3-10-16,16-10-15 16,20-10 11-16,6-12-16 15,5-7 4-15,-1 0-4 16,-3-23-1-16,-7-12-3 15,-10-2-15-15,-5-5 4 16,-8 3 9-16,-5 9 5 16,0 12 0-16,-4 15 2 15,3 3-2-15,1 15-20 0,6 21 20 16,3 10 0-16,2 5 0 16,0-2 0-16,-3-5 0 15,-3-12 9-15,-3-10 0 16,-6-11 0-16,-4-11 10 15,0-3 28-15,0-22 11 16,0-16-30-16,-4-5-22 16,2-8 9-16,2 0 3 15,0 6-6-15,13 8-12 16,11 11 0-16,5 17-13 16,2 12 6-16,-2 0-8 15,-2 20 6-15,-7 18 0 16,-2 3 0-16,-9 1 8 0,-5 0 0 15,-2-7-1 1,1-12-2-16,-3-9 4 0,0-14 0 16,0 0 2-16,0-15 6 15,7-22-1-15,1-9-6 16,11-7-1-16,2-2 9 16,8 6-8-16,2 14 2 15,6 12-3-15,-2 18-9 16,1 5 7-16,-3 17 2 15,-2 20 0-15,-6 7 0 16,-6 4 0-16,-5-2 0 16,-5-6-1-16,-3-8 1 15,2-8 0-15,-2-9-10 16,19-15-105-16,-3-8-241 0,9-14-543 16</inkml:trace>
  <inkml:trace contextRef="#ctx0" brushRef="#br0" timeOffset="59583.5">19134 4925 1979 0,'0'0'597'15,"0"0"-412"-15,0 0-12 16,-144 5-99-16,108 30-38 16,10 8-25-16,8 8 4 15,9 1-1-15,9-4-2 16,0-8-3-16,21-10-2 15,13-16-5-15,4-12 5 0,4-2 7 16,-2-21-14-16,-1-16 4 16,-8-5-4-16,-9-4-12 15,-6 2 11-15,-8 9 0 16,-3 12 1-16,-5 14 42 16,0 9 3-16,0 5-44 15,0 27-1-15,0 9-1 16,2 2 1-16,5 1 0 15,6-6 0-15,3-9 0 16,24-20-40-16,-4-7-195 16,-1-2-576-16</inkml:trace>
  <inkml:trace contextRef="#ctx0" brushRef="#br0" timeOffset="59854.64">19709 4800 1850 0,'0'0'334'16,"0"0"-129"-16,0 0 75 16,0 0-157-16,-33 113-69 15,33-59-34-15,2 6-1 16,0 2 41-16,-2-4 31 16,0-2 3-16,-8-7-31 15,-15-10 15-15,-2-8-22 16,0-9-18-16,-2-12-17 0,4-8-7 15,-2-2 4 1,6-7-18-16,-1-10-17 16,-3-8-77-16,-17-4-134 0,5 3-324 15,-2 3-602-15</inkml:trace>
  <inkml:trace contextRef="#ctx0" brushRef="#br0" timeOffset="67760.52">1112 8506 1642 0,'0'0'222'0,"0"0"-35"0,0 0-35 16,0 0-65-16,0 0 42 16,-27 109-17-16,5-93-41 15,-1-9-38-15,-1-7 13 16,2 0 20-16,6-21 19 16,5-12-3-16,9-5-34 15,2 3-15-15,11 0 1 16,18 12 9-16,4 9 2 15,3 11 0-15,-3 3-37 16,-4 12 4-16,-9 16-5 16,-9 7 17-16,-11 2 6 15,0 1 8-15,-9-4-19 0,-15-4-11 16,2-7 1 0,-3-11-9-16,3-12 20 0,-1-3-14 15,4-25 5-15,5-8 2 16,10-8-2-16,4 2-10 15,0 9 5-15,22 6 3 16,5 13 0-16,2 14-7 16,-2 0-1-16,-8 22-1 15,-7 14 1-15,-12 8 7 16,0 2-1-16,-22 0 2 16,-5-5-1-16,0-12-7 15,2-12 11-15,6-16-11 16,1-1 23-16,1-28-12 15,11-16 13-15,4-6-19 16,2 1-6-16,6 2 0 0,17 15 0 16,4 14 0-16,-3 16-1 15,-3 2-1-15,-4 10-5 16,-10 14 7-16,-7 6 0 16,0 2 9-16,-18 0-3 15,-9-2 3-15,1-9 0 16,-3-9-2-16,6-12 14 15,6 0 11-15,5-26 2 16,6-6-33-16,6-5 8 16,0 5-9-16,0 6-1 15,0 8-12-15,4 4-46 16,10 6-88-16,23-2-116 16,-1 0-496-16,-1 2-992 0</inkml:trace>
  <inkml:trace contextRef="#ctx0" brushRef="#br0" timeOffset="68025.14">1507 7990 2034 0,'0'0'492'0,"0"0"-328"0,0 0 3 16,108 146-16-16,-54 6-52 15,-7 64-32-15,-15 31-19 16,-30 1-36-16,-8-17-3 16,-40-35-9-16,6-49-97 15,-5-31-511-15</inkml:trace>
  <inkml:trace contextRef="#ctx0" brushRef="#br0" timeOffset="78732.87">2840 7645 1766 0,'0'0'522'16,"0"0"-289"-16,0 0-50 15,0 0-124-15,-5 165 38 0,12-26 69 16,-3 15-44 0,-1-4-8-16,-1-38-41 0,2-33-31 15,0-24-22-15,5-8-14 16,1 3-1-16,-2-4-4 15,1-2-2-15,-4-15 0 16,-3-18-31-16,-2-11-41 16,0-7-3-16,-12-53-155 15,-7 4-552-15,-1-1-561 0</inkml:trace>
  <inkml:trace contextRef="#ctx0" brushRef="#br0" timeOffset="78996.67">2768 7957 1664 0,'0'0'294'16,"0"0"208"-16,114-118-280 0,-58 83-16 16,2 15-84-1,-8 20-49-15,-2 6-41 0,-13 36-14 16,-12 14-5-16,-17 13 25 16,-6 1 16-16,-8 0-3 15,-24-6-5-15,-8-6-27 16,-7-10 4-16,0-5-8 15,3-13-2-15,6-12-7 16,11-12-6-16,9-6-7 16,10 0-34-16,8-10-44 15,0-8-62-15,44-8-188 16,1 5-311-16,-1 2-463 0</inkml:trace>
  <inkml:trace contextRef="#ctx0" brushRef="#br0" timeOffset="79297.71">3477 8257 1635 0,'0'0'664'0,"0"0"-586"16,0 0 181-16,-98 138-147 15,87-85-47-15,11-2-30 16,6-5-16-16,30-15 8 15,13-11 33-15,9-18 9 0,5-2 31 16,-5-26-13 0,-10-10-27-16,-11-6-5 0,-20-6 6 15,-13 0-11-15,-4-3-19 16,-6 4-7-16,-15 3-16 16,2 7-8-16,5 7-3 15,7 9-81-15,19 10-79 16,19 5-372-16,11 6-808 0</inkml:trace>
  <inkml:trace contextRef="#ctx0" brushRef="#br0" timeOffset="79485.94">4095 8464 1542 0,'0'0'549'16,"0"0"20"-16,0 0-296 0,0 0-32 16,0 0-69-1,0 0-60-15,0 0-62 0,-17-54-26 16,15 9-6-16,0 0-17 15,2 0 2-15,0 8-2 16,0 7-2-16,0 9-25 16,10 4-67-16,21 0-104 15,-3 7-409-15,6 0-762 0</inkml:trace>
  <inkml:trace contextRef="#ctx0" brushRef="#br0" timeOffset="79966.6">4932 7729 1827 0,'0'0'717'0,"0"0"-630"15,0 0 110-15,-13 175 17 16,11-72-21-16,0-6-73 16,2-7-35-16,0-23-28 15,0 9-10-15,0 3-38 16,0-9 0-16,4-13-9 15,5-16 0-15,0-12-17 16,2-22-62-16,10-23-84 16,-4-19-88-16,1-14-649 0</inkml:trace>
  <inkml:trace contextRef="#ctx0" brushRef="#br0" timeOffset="80227.03">5131 8219 2045 0,'0'0'264'16,"0"0"118"-16,-52 159-188 16,52-97-126-16,10-10-47 15,32-18-9-15,10-17-4 16,3-17 3-16,0-11-10 16,-7-22 10-16,-13-6-9 15,-12-3 14-15,-10 0 29 16,-13 3 18-16,0 3 9 0,-15 5-9 15,-12 4-20-15,-5 7-31 16,3 8-12-16,0 4-16 16,-6 8-107-16,6 0-376 15,2 4-834-15</inkml:trace>
  <inkml:trace contextRef="#ctx0" brushRef="#br0" timeOffset="80835.8">5936 8085 1340 0,'0'0'984'0,"0"0"-803"16,0 0-129-16,0 0 91 15,31 118 86-15,-7-64-93 16,1 0-58-16,-5-7-23 16,-7-7-38-16,-1-12 2 15,-6-10-18-15,-3-9 5 0,-3-9 0 16,0 0 18-16,0-21-3 15,0-11-13-15,0-7 2 16,6 3-4-16,14 7 12 16,7 10-6-16,7 14 6 15,8 5-18-15,3 11 2 16,-1 21-2-16,-4 7 0 16,-9 5 0-16,-9-3 0 15,-8-4 0-15,-5-7-1 16,-7-12-5-16,-2-10-1 15,0-8-30-15,0-6 20 16,-4-23 16-16,-3-15 1 16,5-7 0-16,2 0 0 15,2 6 1-15,18 11 28 16,9 14-18-16,2 13 10 0,4 7-19 16,0 16-2-16,-4 19-1 15,-7 9 1-15,-4 6 6 16,-4-1-6-16,-5-2 0 15,0-2-9-15,-2-7-39 16,2-9-124-16,-2-9-572 16,-5-11-1138-16</inkml:trace>
  <inkml:trace contextRef="#ctx0" brushRef="#br0" timeOffset="81421.25">6939 8303 985 0,'0'0'1146'0,"0"0"-854"16,0 0 35-16,0 0-222 15,0 0-61-15,0 0-32 16,107-108 2-16,-107 98-5 16,0 2 4-16,-9 2 31 15,-11 6-7-15,-7 0-16 16,0 14-21-16,-2 22 14 15,5 13-14-15,6 11 0 16,12 0 1-16,6-4-1 16,2-8 1-16,27-16 0 15,8-13 5-15,11-16-6 16,10-3 6-16,2-17-6 16,2-17-37-16,-9-10-38 0,-8-11-88 15,-16-3-61-15,-12 1 2 16,-11 12 180-16,-6 14 42 15,0 18 150-15,0 13-16 16,0 0-66-16,0 29-38 16,0 9 22-16,4 11 27 15,7 1-3-15,-3-3 4 16,2-6-29-16,-4-7-23 16,-1-10-22-16,-1-12 4 15,-4-10-8-15,0-2 7 16,0-21 0-16,0-18-8 15,0-9 11-15,0-3-6 16,0 4-4-16,11 8 22 0,7 11 15 16,5 14-11-16,4 12 25 15,-1 2-46-15,0 12 1 16,-1 17-7-16,-2 0 9 16,-5 2-10-16,-1-3 0 15,-1-6-6-15,20-9-54 16,-5-4-127-16,6-9-616 0</inkml:trace>
  <inkml:trace contextRef="#ctx0" brushRef="#br0" timeOffset="81669.14">7955 8231 1054 0,'0'0'1250'0,"0"0"-1062"15,0 0 98 1,-114 127-119-16,97-73-31 0,15 4-49 15,2-4-43-15,29-9-17 16,15-13-20-16,10-18 7 16,-3-14-8-16,-2-7 7 15,-12-27-2-15,-8-8-10 16,-10-4 13-16,-13 1-14 16,-6 4 15-16,0 5-15 15,-4 4 0-15,2-7-31 16,2 9-122-16,0 0-660 0</inkml:trace>
  <inkml:trace contextRef="#ctx0" brushRef="#br0" timeOffset="81850.53">8319 8199 1833 0,'0'0'246'16,"0"0"91"-16,0 0-12 15,66 157-152-15,-41-97-92 16,-5-4-62-16,-7-4-5 15,-8-7-13-15,-5-11-2 16,-5-13-29-16,-21-10-87 16,-30-11-144-16,5-18-251 15,4-7-483-15</inkml:trace>
  <inkml:trace contextRef="#ctx0" brushRef="#br0" timeOffset="82472.92">9463 8113 1215 0,'0'0'825'16,"0"0"-722"-16,0 0 120 0,0 0 34 16,6 144-41-16,32-100-57 15,13-12-74-15,7-9-33 16,-2-18-20-16,-5-5-31 15,-10-7 2-15,-18-24-3 16,-11-3-33-16,-12-6 11 16,0 2 14-16,-6 6 8 15,-8 9 0-15,7 8 37 16,7 15 8-16,0 0-39 16,7 12 3-16,15 18-6 15,7 8 8-15,-2 2 5 0,0 0-4 16,-8-4-1-1,-3-9-10-15,-7-9 0 0,-5-12 0 16,-4-6-1-16,0-5 31 16,0-22-30-16,0-14 5 15,0-4-5-15,0-4 0 16,12 5 5-16,10 8 1 16,2 14 23-16,3 16-12 15,2 6-8-15,0 11-8 16,0 18 7-16,-4 9-8 15,-5 4-2-15,2 0 1 16,1-2-2-16,3-8-31 0,30-15-74 16,-7-9-227-1,0-8-1320-15</inkml:trace>
  <inkml:trace contextRef="#ctx0" brushRef="#br0" timeOffset="82758.23">10590 8124 1068 0,'0'0'1369'0,"0"0"-1057"16,-116 9-85-16,72 21-136 16,5 12-44-16,16 10-16 15,13 2-7-15,10-5-12 16,31-14-3-16,25-12-8 16,13-19-1-16,3-4-10 15,-5-22-16-15,-16-14-1 16,-15-8 14-16,-14-1 13 0,-13 5 1 15,-9 8 43-15,0 11 56 16,0 9 18-16,-7 12-52 16,0 0-52-16,5 24-13 15,2 13-2-15,0 11-7 16,16 17-74-16,9-14-96 16,-2-7-460-16</inkml:trace>
  <inkml:trace contextRef="#ctx0" brushRef="#br0" timeOffset="83359.34">11994 8103 1646 0,'0'0'298'0,"0"0"81"16,11 128-129-16,5-70-18 16,0-7-87-16,-1-9-71 15,-4-12-61-15,-3-12 0 16,-4-15-12-16,-4-3 14 0,0-11-15 15,0-23-16-15,0-8-11 16,0-8 26-16,11-1 1 16,9 5 0-16,9 12 30 15,5 16-4-15,3 16-15 16,1 4-10-16,-5 33 0 16,-6 11 0-16,-9 5 11 15,-9 2-2-15,-7-9-9 16,-2-13 7-16,0-8-1 15,0-14-2-15,0-9 1 16,0-9 16-16,0-26-16 16,0-13 0-16,14-10 2 15,13 0-7-15,2 4 12 16,2 13 26-16,-2 16 21 0,-3 21-32 16,3 4 6-16,0 26 10 15,-2 12 20-15,0 8 8 16,-7 2 5-16,-5-3-26 15,-3-9-33-15,-5-6-11 16,-1-11-1-16,-2-8-12 16,6-11-49-16,16-14-67 15,1-14-93-15,0-8-732 0</inkml:trace>
  <inkml:trace contextRef="#ctx0" brushRef="#br0" timeOffset="83757.3">12877 8124 2297 0,'0'0'557'16,"0"0"-421"-16,0 0 31 16,0 0-38-16,-27 111-60 15,45-81-23-15,16-9-13 16,8-11-4-16,-1-10-17 16,-2 0-12-16,-5-21-15 15,-5-7-8-15,-7-5-7 16,-7-4-28-16,-5-1 25 15,-4 3-7-15,-3 4 29 16,1 5 6-16,0 8 4 16,3 9 1-16,2 9-1 15,2 3-18-15,7 27 18 16,0 18 1-16,2 14 0 0,-2 13 42 16,-3 7-21-1,-6 4-15-15,-7 0 14 0,-2-8 6 16,0-12-11-16,-17-13 6 15,-8-20-3-15,-2-12-7 16,-4-20 32-16,2-1-8 16,0-23-2-16,7-16-33 15,6-8 0-15,10-6-87 16,6-11-60-16,0 14-131 16,9 6-542-16</inkml:trace>
  <inkml:trace contextRef="#ctx0" brushRef="#br0" timeOffset="84251.33">13240 8065 1463 0,'0'0'518'0,"0"0"-175"16,0 0-103-16,0 0-180 16,0 0-60-16,0 0-2 15,0 0-59-15,125 34 33 16,-86-23 28-16,3-4 7 15,4 0 75-15,6-7 145 16,-5 0-85-16,-5 0-54 16,-11 0-52-16,-11-2-18 15,-11-9-2-15,-9 1 37 16,0-1 32-16,-17 4-36 16,-10 2-37-16,-2 2 9 0,4 3-19 15,3 3-2-15,9 23 0 16,3 15-1-16,8 13 0 15,2 12-5-15,0 1 5 16,2-4-6-16,16-10-5 16,5-16-30-16,2-20 24 15,3-15 2-15,6-2 10 16,-1-30-9-16,-1-12 13 16,-6-8 2-16,-4-4 0 15,-6-2 9-15,-5 3 32 16,-3 7 45-16,4 6 15 15,1 4-44-15,8 5-38 16,10 6-19-16,9 4-6 16,5 9-10-16,3 10 5 15,-3 2-13-15,-7 5-16 0,-5 33-89 16,-10-2-57-16,-10-2-631 16</inkml:trace>
  <inkml:trace contextRef="#ctx0" brushRef="#br0" timeOffset="106418.3">4242 10154 1068 0,'0'0'394'15,"0"0"-49"-15,0 0-67 0,0 0-81 16,0 0-24-16,0 0-24 15,6-5-11-15,-6 3 0 16,0 2-19-16,2 0-23 16,-2 0-14-16,0 0-19 15,0 0-24-15,0 0-3 16,0 0-12-16,0 0-2 16,0 0-8-16,-2 7-4 15,-8 10-2-15,-2 2-7 16,-1 6 8-16,-1 3-3 15,1 4 6-15,-1 7-12 16,-1 2 9-16,-1 5-8 16,3 8 8-16,2 6-1 15,-1 8-2-15,8 25 3 0,2 27-2 16,2 30 8-16,6 14-7 16,17-7 13-16,6-8-8 15,2-22 1-15,0-3-13 16,0-6 11-16,-8-24 10 15,-4-22 11-15,-5-24-6 16,1-13-10-16,4-3 0 16,-1-5-16-16,3-1 9 15,-2-9-3-15,-4-7-5 16,-6-6 4-16,-4-3-6 16,-3-1 6-16,-2 0-6 15,0 0-50-15,0-1-51 16,0-13-79-16,0-5-507 0</inkml:trace>
  <inkml:trace contextRef="#ctx0" brushRef="#br0" timeOffset="107837.04">4763 10339 1490 0,'0'0'506'0,"0"0"-120"16,0 0-78-16,0 0-112 15,0 0-28-15,0 0-40 0,0 0-40 16,-8 0-12-16,8 0-14 15,0 0-16-15,8-2-5 16,19-14-4-16,13-6-23 16,7-2-4-16,2 2-9 15,0 5-1-15,-9 10 0 16,-7 4 0-16,-10 3-6 16,-7 3 4-16,-8 12-4 15,-5 6 6-15,-3 3 1 16,0 3-1-16,-19 2 8 15,-7-2-7-15,-6 0-1 16,1-5 0-16,5-4 0 0,4-8 0 16,8-2 1-16,5-4 5 15,5-4-5-15,4 0 14 16,0 0-15-16,0 0 0 16,13 0-6-16,9-2 5 15,7-4-7-15,3 4 7 16,-1 2 0-16,-2 0-9 15,-7 16 4-15,-4 6-1 16,-7 2 6-16,-8 5 1 16,-3-2 0-16,-7 0 1 15,-18 1 8-15,-8-2-1 16,-2-4-2-16,-6-5 3 16,1-3-2-16,4-5-6 0,5-7-1 15,4-2 13 1,3 0-13-16,5 0-1 0,6-4-22 15,5 0-32-15,4 4-46 16,4 0-57-16,0 0-377 16,0 0-534-16</inkml:trace>
  <inkml:trace contextRef="#ctx0" brushRef="#br0" timeOffset="108220.35">4946 11122 1847 0,'0'0'582'0,"0"0"-223"16,0 0-139-16,0 0-95 16,0 0-17-16,0 0-2 15,0 0-19-15,23 139-13 16,-23-96-17-16,0-1-33 16,-10 0-13-16,-1-4-10 15,3-6 5-15,3-5-6 0,0-8-9 16,3-5-14-16,2-6-17 15,0-4-11-15,0-2-14 16,0-2-29-16,4 0-54 16,12-14-317-16,5-4-660 0</inkml:trace>
  <inkml:trace contextRef="#ctx0" brushRef="#br0" timeOffset="109189.17">5505 10235 1106 0,'0'0'551'0,"0"0"-204"16,0 0-60-16,0 0-102 15,0 0-20-15,0 0-30 16,0 0-52-16,0 0-11 0,0 0-9 16,8 0-7-16,5 0-24 15,5 0-4-15,3 4 1 16,2 11-11-16,-1 8-8 15,1 9-9-15,-1 4 10 16,-2 5-10-16,-2 3 5 16,2 2 3-16,-2 3 0 15,-1-1-8-15,-1 3 0 16,-5 1 0-16,1 0 8 16,-6 2-3-16,1 0-6 15,-5-2 6-15,-2 3-5 16,0-5 20-16,0 0-9 0,0-4-3 15,0-4-1-15,0-2-7 16,0-4 4-16,0 0-4 16,-2-2 25-16,-7-1 1 15,-3-4 9-15,2 0-5 16,1-7-2-16,5-5-16 16,-2-6-7-16,4-3-4 15,0-2-2-15,0-1 1 16,-5 4 0-16,1 1 7 15,-1 5-7-15,-2-1 0 16,2-2-1-16,1-5 1 16,4-3-1-16,2-2 0 15,0-1 0-15,0-1-1 0,0 3-14 16,0 1-15 0,-5 1-10-16,0 6 25 0,-1-2-21 15,-1 0-45-15,3-6 5 16,4 0-81-16,0-3-159 15,0 0-292-15,0 0-748 0</inkml:trace>
  <inkml:trace contextRef="#ctx0" brushRef="#br0" timeOffset="112875.54">6422 10233 370 0,'0'0'927'0,"0"0"-734"16,0 0 34-16,0 0-109 15,0 0-52-15,0 0 19 16,0 0 21-16,0-4 44 16,2 4 46-16,-2 0-21 15,0 0-23-15,0 0-44 16,0 0-10-16,0 0-16 0,0 0-26 16,0 0-22-1,0 0-7-15,0 0-10 0,0 2-7 16,0 3 11-16,-7 6-9 15,-2-2 9-15,1 5-1 16,-4 1-1-16,1-1-1 16,2 1 2-16,0-1-6 15,0 3 0-15,3 1 2 16,-5 2-7-16,1-2 8 16,2 4-8-16,-3 2 6 15,-1 0 0-15,1 7 0 16,3 1-3-16,-4 5-11 15,5 6 11-15,-1 5-10 16,4 4 8-16,1 6-10 16,0 4 7-16,3 4-5 0,0 5 7 15,0 1 0-15,0 4 0 16,0-2-4-16,10-2-4 16,3-2 6-16,3 0-6 15,3-1 12-15,8 0-7 16,0-4 17-16,2-1-4 15,-4-6-2-15,-3-5-2 16,-4-11-3-16,-2-7 1 16,-6-10-4-16,-3-6-2 15,0-12-6-15,-4 0 4 16,-1-7-5-16,-2 0 8 16,0 0-2-16,0 0 4 0,0 0 7 15,0 0 5-15,0 0 11 16,0 0-1-16,0 0 2 15,0 0-17-15,0 0 2 16,0 0-17-16,0 0-2 16,0 0-25-16,0-7-56 15,0 0-44-15,0-8-71 16,0 1-123-16,-8-1-1244 0</inkml:trace>
  <inkml:trace contextRef="#ctx0" brushRef="#br0" timeOffset="120210.96">6823 10309 935 0,'0'0'719'0,"0"0"-421"16,0 0-140-16,0 0-54 15,0 0 112-15,0 0-42 16,109 10-37-16,-71-10-34 16,-2 0-57-16,-1 0-34 15,-6 0 0-15,-2 0-11 16,-7 0 2-16,-4 0 3 16,-8 0-6-16,-3 0 1 0,-3 0-2 15,-2 0-11 1,0-3-48-16,0 1-114 0,0-3-121 15,-9 1 22-15,-1 1-55 16,-4 2 127-16,-2 1 201 16,-2 0 93-16,-3 0 47 15,-2 0-4-15,1 0 25 16,-1 1-52-16,1 8-17 16,2-1-6-16,2 4-7 15,1 0-11-15,3 0 18 16,3 2-23-16,2 0-21 15,0 0-26-15,2 0-5 0,3 2 1 16,0-2 7-16,1 0 5 16,3-2-12-16,0-3 3 15,0-2-14-15,0-2 14 16,5-4-2-16,8 0 3 16,5 2-1-16,2-1-3 15,2 0-1-15,5 0-10 16,-3 2 0-16,3 3 0 15,-4 2-1-15,-4 1 6 16,-5 3-12-16,-3 0 12 16,-7 3-6-16,-4-2 1 15,0 0 11-15,0 1 41 16,-2-1 11-16,-11-2 3 0,-3-4-20 16,-1-1-1-1,-6-2 1-15,1-5-11 0,-1 0-21 16,4 0-2-16,3 0-13 15,3 0 0-15,-1 0-45 16,-3 0-75-16,0 4-109 16,7 1-505-16</inkml:trace>
  <inkml:trace contextRef="#ctx0" brushRef="#br0" timeOffset="120886.88">6983 11135 1796 0,'0'0'377'15,"0"0"-14"-15,0 0-145 16,0 0-123-16,0 0-59 15,0 0-9-15,0 0-11 16,38-38 4-16,-24 38-20 16,-1 0 8-16,1 2-8 15,-1 12 1-15,-5 2 0 16,0 2 8-16,-8 3-9 16,0 4 0-16,-8 1 12 15,-15 2 3-15,-12 2 12 16,2 0-8-16,-2-4 11 15,3-1 4-15,3-7 13 16,7-4-1-16,5-6-1 16,3-5-7-16,5 0-11 0,2-2-5 15,3-1-20-15,2 0 15 16,2 0-4-16,0 2-2 16,0-2-10-16,0 0 8 15,0 0 12-15,13 0-8 16,14 0-2-16,8 0 10 15,8 0 28-15,4-3-16 16,-2 0-7-16,-8 2-20 16,-3 1-5-16,-10 0-1 15,-4 0 0-15,-2 0-31 16,-5 0-53-16,5 0-37 16,-2 0-98-16,-3-2-546 0</inkml:trace>
  <inkml:trace contextRef="#ctx0" brushRef="#br0" timeOffset="121824.82">7656 10297 1456 0,'0'0'357'0,"0"0"5"0,0 0-91 16,0 0-90-1,0 0-39-15,0 0-40 0,0 0-35 16,-6-20-4-16,6 20-2 16,0 0-6-16,0 0-13 15,0 5-18-15,0 12 5 16,0 3 17-16,0 4 16 16,0 0-15-16,0-2-2 15,9-2-9-15,0-2-6 16,0-1-13-16,2 4 7 15,3-1-6-15,-2 2-3 16,2 0-6-16,-1 6-8 16,-2 0 8-16,3 6-3 15,-3 1 1-15,1 0-7 16,-2 2 1-16,-1 1-1 0,-5 0 0 16,-2 2 0-16,-2 3 6 15,0 2-5-15,0 1 0 16,0 3 0-16,-8-1 0 15,-3 1 6-15,-1 0-7 16,2-1 0-16,-3 0-6 16,-1 0 5-16,1-2 1 15,-3-3-2-15,1-3 2 16,-4-4-1-16,2-5 1 16,1 1 0-16,-4-6 1 15,2 1 0-15,-2-1-1 16,-1-1 0-16,4-1 0 15,1-2 1-15,1-5-1 0,3-2 0 16,4-5 0 0,-1-2-1-16,0-3 2 0,2 3-1 15,-2 1 0-15,1 1 0 16,1-5-12-16,0 2-18 16,2-3 7-16,3-4 4 15,2 2-2-15,0-2-24 16,-2 0-18-16,2 0-43 15,-4 1-50-15,-7 3-148 16,-1 0-286-16,2-1-630 0</inkml:trace>
  <inkml:trace contextRef="#ctx0" brushRef="#br0" timeOffset="124904.62">4255 13012 1472 0,'0'0'295'16,"0"0"-206"-16,0 0 97 15,0 0-98-15,0 0-54 16,132-89-7-16,-99 71 4 16,-4 1-6-16,-5 1 58 15,-8 6 65-15,-5 2 10 16,-7 5-19-16,2 3-60 16,-4 0-42-16,2 4-25 0,2 17-5 15,3 7 40-15,3 7 8 16,-4 6 14-16,-1 1-18 15,-5 4-3-15,-2 0-11 16,0-1-5-16,0-6-20 16,0-3-3-16,0-5-9 15,0-9 1-15,0-9 4 16,0-4-5-16,0-7-27 16,4-2-41-16,4-4-90 15,-2-12-460-15,1-4-911 0</inkml:trace>
  <inkml:trace contextRef="#ctx0" brushRef="#br0" timeOffset="125332.49">4830 12909 1874 0,'0'0'259'16,"0"0"-9"-16,0 0 19 15,6 127-164-15,4-85-41 16,1 1-7-16,-3-8-28 16,2-5-14-16,-1-4-6 15,-5-8-9-15,0-6 10 16,1-5-10-16,-5-7 0 16,0 0 9-16,0 0 21 15,0-17 14-15,-11-5-26 0,-5-6-8 16,3-4-9-16,0-2 6 15,1 0-7-15,3 2 1 16,3 2 0-16,4 2 0 16,2 4 1-16,0 6 10 15,0 4 30-15,0 5 16 16,0 5 2-16,0 4-34 16,4 0-16-16,13 0-9 15,8 0-1-15,6 2 0 16,5 3 0-16,7-1-1 15,1-4-41-15,5 0-79 16,18 0-139-16,-13 0-377 16,-8 0-575-16</inkml:trace>
  <inkml:trace contextRef="#ctx0" brushRef="#br0" timeOffset="125646.78">5260 12927 1773 0,'0'0'316'0,"0"0"41"16,0 0-125-16,0 0-132 15,-125 44-51-15,115-35-1 16,7-5-29-16,3-3-19 16,0-1 1-16,0 0 7 15,13 0 1-15,8-1-9 16,1-12 14-16,0 1-13 16,-4 1 0-16,-3 0-1 15,-1 6 2-15,-3 3-1 0,1 2-1 16,1 0 0-16,-3 4 0 15,2 16 14-15,-1 6 17 16,-7 3 41-16,-2 5-12 16,-2-2 4-16,0 3-35 15,0-3-28-15,0-3 5 16,0-6-6-16,0-5-29 16,0-5-125-16,8-6-357 15,3-7-431-15</inkml:trace>
  <inkml:trace contextRef="#ctx0" brushRef="#br0" timeOffset="126254.71">6063 12896 1355 0,'0'0'269'16,"0"0"120"-16,0 0-176 0,0 0-150 15,0 0-20-15,0 0 33 16,116-32-33-16,-92 32-21 16,-2 0-11-16,-8 12-2 15,-3 8-1-15,-7 6 19 16,-4 3 37-16,0 5-1 16,-10 5-23-16,-13-1-25 15,-2 1-3-15,-4-7-3 16,3-3 0-16,1-5 12 15,3-7 28-15,6-6 15 16,5-4-12-16,7-3-19 16,2-3-16-16,2-1 13 15,0 0-9-15,0 0 8 0,0 0-11 16,2 0-1 0,11 0 19-16,7 0 12 0,5 0 1 15,2 0-14-15,-1 3-5 16,1-2-29-16,0 1 5 15,-3 0-4-15,3 1 5 16,-2 0-7-16,2-1 0 16,-6 3-1-16,2-1-29 15,-3-1-24-15,0 1-53 16,9-4-47-16,-7 0-217 16,-1 0-382-16</inkml:trace>
  <inkml:trace contextRef="#ctx0" brushRef="#br0" timeOffset="126571.25">6645 12876 1905 0,'0'0'310'0,"0"0"13"16,0 0-63-16,0 0-189 15,0 0-39-15,0 0 54 16,8 112-1-16,-6-66-45 0,1 0-13 16,-3-4-15-16,0-5-10 15,0-10 4-15,0-5-5 16,0-8-2-16,0-6-35 15,7-8-136-15,0 0-439 16,3-16-863-16</inkml:trace>
  <inkml:trace contextRef="#ctx0" brushRef="#br0" timeOffset="126833.05">6863 12832 1810 0,'0'0'287'0,"0"0"28"16,0 0-144-16,0 0-127 0,0 0-27 15,0 0 16-15,23 116 8 16,-19-74 25-16,0 2-20 16,0-3-13-16,3-8-22 15,-2-3 1-15,-3-6-12 16,3-6 2-16,-1-4 6 15,-2-3-8-15,0-6-74 16,-2-3-147-16,2-2-170 16,-2 0-317-16</inkml:trace>
  <inkml:trace contextRef="#ctx0" brushRef="#br0" timeOffset="127067.51">6776 13116 1239 0,'0'0'282'0,"0"0"-66"16,0 0-24-16,0 0-98 15,0 0 14-15,0 0-3 16,0 0-48-16,136-24-36 15,-100 7-21-15,-9 4-149 16,-12 6-1298-16</inkml:trace>
  <inkml:trace contextRef="#ctx0" brushRef="#br0" timeOffset="130560.51">8662 10592 1422 0,'0'0'291'0,"0"0"-41"0,0 0-36 15,0 0-81-15,0 0-2 16,0 0 22-16,0-2-9 16,2 2-23-16,0-3-19 15,-2 3-10-15,0 0-30 16,3 0-37-16,-3 0-5 15,2 0-11-15,-2 0-8 16,2 0 0-16,-2 0-1 16,3 12 1-16,-1 4 14 15,-2 7-9-15,0 5 13 16,0 4-4-16,0 5 15 16,0 8 0-16,0 5-13 15,4 5-1-15,0-1 5 16,3 0-5-16,2-3-15 15,-2 1 16-15,-1-5-11 0,-1-1 3 16,-1-6-2-16,3-4-1 16,-4-8-6-16,1-7 0 15,-2-10 0-15,0-3 0 16,0-4-1-16,-2-4-8 16,0 0-9-16,0 0-10 15,0 0-24-15,0-9-40 16,-8-8-104-16,-8-9-316 15,3 2-91-15,-1 2-637 0</inkml:trace>
  <inkml:trace contextRef="#ctx0" brushRef="#br0" timeOffset="130847.05">8472 11001 1568 0,'0'0'222'16,"0"0"-92"-16,0 0-28 16,0 0-4-16,0 0 43 15,121 2-28-15,-70-2-27 16,3 0-18-16,3-9-34 0,-1 4-33 15,0 2 4-15,2 3-5 16,4 0-49-16,32 4-123 16,-16 3-184-16,-7-3-1298 0</inkml:trace>
  <inkml:trace contextRef="#ctx0" brushRef="#br0" timeOffset="131783.32">9812 10353 993 0,'0'0'404'15,"0"0"-96"-15,0 0-78 0,0 0-81 16,0 0-4-16,0 0 7 15,0 0 4-15,2-2-2 16,-2 2-22-16,0 0-50 16,0 0-17-16,0 0-17 15,0 0 8-15,0 0-29 16,0 9 12-16,-8 3 2 16,-1-3-7-16,-1 3-8 15,0 2-2-15,-1 2-3 16,-3 2 0-16,-1 2-8 15,-1 4-5-15,1 1 8 0,-2 0-4 16,2 5 1 0,1 6-7-16,1 5 2 0,2 9 4 15,0 5-12-15,7 14 1 16,1 5 6-16,3 11 2 16,0 4-9-16,0-2 2 15,16-3-1-15,2-4-1 16,4-5-7-16,0-9 7 15,3-2 0-15,-3-8 1 16,1-4-1-16,-4-8-6 16,-1-8 6-16,1-9 0 15,-4-9 0-15,1-10-9 0,-1-4-16 16,3-2-21 0,-1-2-26-16,2 0-45 15,3 6-120-15,-5 1-356 0,0 2-704 0</inkml:trace>
  <inkml:trace contextRef="#ctx0" brushRef="#br0" timeOffset="138638.57">10321 10305 712 0,'0'0'381'16,"0"0"-45"-16,0 0-8 0,0 0-126 16,0 0-50-16,0 0 20 15,-5-11 8-15,5 11-32 16,0 0-28-16,0 0-30 15,0-3-32-15,9-3-30 16,11-4-16-16,9-4-3 16,5 2-3-16,1-1-6 15,-2 3-1-15,-1 6 1 16,-6 4 0-16,-3 0-1 16,-8 0 2-16,-3 0-2 15,-8 11 2-15,-4 5-1 16,0 3 8-16,-6 7-2 0,-17 3 18 15,-4 1-9-15,0 2-8 16,-2-6 1-16,5-2-2 16,2-4-5-16,2-4 9 15,1-2-9-15,4-2 0 16,-1 2 0-16,3-3 0 16,3-2 0-16,2-3-1 15,4-1 1-15,2-4-1 16,2-1 1-16,0 0 0 15,0 0 9-15,2 0-9 16,14 0-1-16,3 0 0 16,8 0-6-16,0 0 6 15,2 3 2-15,0 8-2 0,-4 5-5 16,-6 5 5 0,-3 3 1-16,-7 0-1 0,-9 2 0 15,0-2 4-15,0-2-3 16,-13-4 0-16,-7-3 15 15,-3-1 18-15,-1-3 20 16,-3-5-24-16,-2-2 5 16,3-4-25-16,1 0 1 15,4 0-5-15,6 0-6 16,7 0-11-16,0 0-67 16,4 0-160-16,2 8-443 0</inkml:trace>
  <inkml:trace contextRef="#ctx0" brushRef="#br0" timeOffset="139703.49">10362 11257 1182 0,'0'0'686'15,"0"0"-474"-15,0 0 134 16,0 0-198-16,0 0-85 16,0 0-12-16,0 0 5 15,6-26 2-15,2 18 36 16,1 0-22-16,5-2-3 16,-3-1-18-16,2 4-23 15,3 0-19-15,-3 4 2 16,1 3-5-16,-1 0-6 15,-2 0-1-15,-2 0 1 0,-3 3 0 16,-1 8 0 0,-1-1 0-16,-2 4 1 0,-2 2 3 15,0 2-4-15,0 2 0 16,0 0 0-16,-4 2 0 16,-7 0 0-16,2 0 0 15,-4-1 2-15,2-1-1 16,-5 0 9-16,3-2-8 15,-3-1 11-15,1 3-7 16,-2-3 0-16,2-1-5 16,4 0 8-16,-2-4 4 15,4-1 1-15,-3 1 1 16,-1-1 3-16,-1 1 7 0,-1 0-10 16,2-1 9-1,-3 2-9-15,6-3-2 0,0-1 5 16,6-6-17-16,1-1 7 15,3 0-7-15,0-2 8 16,0 0-8-16,0 0-1 16,0 0 1-16,0 0 8 15,0 0 8-15,0 0 7 16,0 0 6-16,0 0-14 16,0 0-6-16,0-5-9 15,5-4-1-15,1 1 1 16,4-2 0-16,1 0 6 15,3-4-7-15,1 2-1 0,-1 2 0 16,-4 3 0 0,-1 2-5-16,-3 3 5 0,2 2-5 15,-4 0 0-15,3 0 0 16,1 0 5-16,4 0-5 16,1 4 6-16,3 6-1 15,1 0-7-15,2 2 7 16,-4 0-8-16,1-2 8 15,-5-2-5-15,0-1 6 16,-2-6-8-16,-3-1 8 16,1 0 1-16,3 0 6 15,0 0-6-15,3-4 0 16,1-6 6-16,1-4-6 16,-1 2 6-16,-3-1-6 0,-5 4-1 15,0 1 0-15,-4 2-1 16,0 3-11-16,-2-2-32 15,0-1-54-15,4-4-69 16,1-1-472-16,1 0-1080 0</inkml:trace>
  <inkml:trace contextRef="#ctx0" brushRef="#br0" timeOffset="140649.35">11039 10205 871 0,'0'0'763'15,"0"0"-428"-15,0 0-105 16,0 0-77-16,0 0-24 15,0 0-4-15,0 0-8 16,0 0-35-16,0 0-8 16,0 7 38-16,0 3-6 0,0 3-48 15,6 3-7-15,3 0-16 16,-1 4-8-16,6 4-8 16,-1 2-10-16,1 2 6 15,1 2-14-15,-1 0 13 16,1 0-6-16,-1 0 4 15,-1-2 2-15,1 2-7 16,-1 2 4-16,0 1 1 16,-1 1-5-16,-4 1-7 15,-1 2 0-15,-3 1 5 16,-1-2-4-16,-1 2 0 16,1 0 7-16,-1-2-7 15,0 0-1-15,0 0 0 0,-2 3 1 16,0 1 0-1,0 2-1-15,0 0 1 0,0 0 0 16,-9-4-1-16,2-2 0 16,-2-2-1-16,1-1-4 15,-1-1 5-15,-1-3 0 16,0-1 0-16,-2 2 0 16,1 1 0-16,-2-2 0 15,-1 0 0-15,-1-3 5 16,1-2-5-16,3-4 0 15,1-2 0-15,-2 1 0 16,1-2 1-16,-1 1-1 16,2-2 0-16,1 0 0 15,2-2 0-15,0-3-4 16,3-3-11-16,2-2-35 0,-1-5-30 16,-10 10-55-16,2-4-227 15,-4 6-564-15</inkml:trace>
  <inkml:trace contextRef="#ctx0" brushRef="#br0" timeOffset="142701.85">9407 12721 1182 0,'0'0'495'0,"0"0"-185"0,0 0 10 16,0 0-135-16,95-122-27 15,-61 104-15-15,-5 6-73 16,-2 9-42-16,-3 3-19 15,3 5 2-15,-3 15-11 16,-2 4 2-16,-3 2-1 16,-6 1 6-16,-9 5-5 15,-4 1 8-15,0 1 25 16,-17 0 4-16,-10 2-5 16,-4-4-21-16,-1-4-2 15,3-3-5-15,5-8 1 16,5-2-6-16,4-7 19 15,9-4 19-15,2-2 18 0,4-2 6 16,0 0-21-16,0 0 2 16,0 0-14-16,13 0 3 15,7-10-19-15,7-4-7 16,4-5 13-16,0 3 5 16,0 3-11-16,-2 3-14 15,-5 5 0-15,3 5 0 16,-2 0-10-16,4 0-32 15,4 0-32-15,16 0-86 16,-7 0-303-16,-6-2-923 0</inkml:trace>
  <inkml:trace contextRef="#ctx0" brushRef="#br0" timeOffset="143113.38">10189 12576 2278 0,'0'0'279'0,"0"0"-81"15,0 0 31-15,0 124-141 16,9-78-60-16,-3-8-28 16,1-1 7-16,-2-11-7 15,-3-6 0-15,0-8 0 16,-2-10 0-16,0-2 1 0,0-2 4 15,0-22-5 1,0-8-11-16,-2-7-12 0,-3 1 2 16,-1 1 20-16,1 5 1 15,-1 6 2-15,-1 4 43 16,0 3 33-16,3 8 7 16,1 3-13-16,3 4-23 15,0 4-22-15,0 0-16 16,14 0-11-16,10 2 0 15,7 5 1-15,6 0-1 16,0-1 0-16,1-5-39 16,2-1-34-16,3 0-50 15,8-14-242-15,-9-3-394 16,-8-3-540-16</inkml:trace>
  <inkml:trace contextRef="#ctx0" brushRef="#br0" timeOffset="143429.73">10528 12535 1475 0,'0'0'517'15,"0"0"-210"-15,0 0-25 16,0 0-103-16,-120 61-64 16,99-50-39-16,10-3-41 15,5-2-20-15,6-2-15 16,0-2 1-16,2-2 20 16,15 0 9-16,8 0-8 15,8-14-4-15,3-3-17 16,0-3 0-16,0 5 0 15,-7 2-1-15,-8 10 1 16,-2 3-1-16,-6 0 2 0,-4 17 0 16,-2 12-1-1,-7 7 19-15,0 2 33 0,0 2-10 16,0-4-23-16,0-4-20 16,0-6 1-16,0-6-1 15,-2-4-29-15,-3-4-58 16,-2 6-67-16,0-4-362 15,3-3-230-15</inkml:trace>
  <inkml:trace contextRef="#ctx0" brushRef="#br0" timeOffset="144968.23">11770 10302 439 0,'0'0'795'0,"0"0"-498"16,0 0 65-16,0 0-77 15,0 0-43-15,0 0-35 16,0 0-30-16,0-9-29 0,0 9-34 15,0 0-32 1,0 0-38-16,0 0-1 0,0 0 2 16,0 0-7-16,-8 0-15 15,-3 12 0-15,-4 6-2 16,-1 6-6-16,-1 8-2 16,1 10-12-16,-2 13 13 15,0 11-14-15,5 28 12 16,2 26-10-16,11 24-1 15,0-12 8-15,16-29-3 16,3-33-4-16,4-24-1 16,4 3 0-16,2 1-1 15,-2 0-1-15,-4-13 0 16,-4-6-5-16,-9-7 6 0,0-6-1 16,-4-6 1-16,-3-2-1 15,1-4 1-15,-4-1 0 16,0-2 0-16,0-3-1 15,0 2-11-15,0-2-32 16,0 2-30-16,0 3-54 16,0 0-401-16,0-1-587 0</inkml:trace>
  <inkml:trace contextRef="#ctx0" brushRef="#br0" timeOffset="146718.29">12324 10207 827 0,'0'0'563'16,"0"0"-218"-16,0 0-44 15,0 0-113-15,0 0-49 16,0 0 26-16,0 0-23 16,21 0-35-16,-2-2-17 15,6-5-40-15,4 2-21 16,-2-2-5-16,-2 3-17 0,-1 0 6 15,-6 2-12-15,-4 1 4 16,-6-1-4-16,-1 2-1 16,-3 0 1-16,-2 0 0 15,-2 0-1-15,2 0 0 16,-2 0-6-16,0-2-6 16,0 2-11-16,0 0-25 15,-2-3-31-15,-9 3-30 16,-2-2 5-16,-3 2 25 15,-2 0 38-15,-1 0 29 16,-4 0 12-16,1 0 0 16,0 0 0-16,2 0 8 0,-1 0-1 15,4 7 8-15,-1-2 13 16,-1 3 8-16,2 4 14 16,-3 0-15-16,0 7-4 15,0-1-1-15,4 0-15 16,3-2-5-16,6-3 1 15,3-2 4-15,4-2-2 16,0-2-6-16,0-3 2 16,0 2-1-16,0-4-1 15,0 0 10-15,9 0-5 16,-1 0 12-16,8-2-2 16,2 0 2-16,4 0-8 15,-1 0-4-15,0 0-6 16,0 0-6-16,-3 0 1 15,-1 0 0-15,-1 0 4 0,1 6-5 16,0 6 0-16,-2 3-6 16,1 2 6-16,-3 1 1 15,1 0 0-15,-6 1 0 16,-1 1-1-16,-3-3 1 16,-4 1-1-16,0-4 0 15,0-3 0-15,0-1 2 16,0-2 5-16,0-2 7 15,-4-1-2-15,-7 2-3 16,0 1 3-16,-5-3 6 16,1 4 10-16,1-6-9 0,1 2 2 15,-1-3-3 1,1 0-1-16,-1-2 5 0,-1 0 4 16,-1 0-11-16,1 0-9 15,-1 0 0-15,3-2-6 16,-1-5 6-16,1 2-6 15,-1-2-1-15,1 3-26 16,2 3-34-16,-7 1-111 16,5 0-310-16,2 1-416 0</inkml:trace>
  <inkml:trace contextRef="#ctx0" brushRef="#br0" timeOffset="147656.09">12273 11247 322 0,'0'0'1218'0,"0"0"-908"15,0 0-87-15,0 0-86 16,0 0-79-16,0 0-4 16,0 0 41-16,39-12-28 0,-33 6 24 15,0-2 1 1,-1 1 2-16,-1-4-22 0,0 1-24 16,0-3-19-16,0 1-12 15,0-3-4-15,1 1-12 16,-1 2 8-16,0 2-8 15,0 3 13-15,-1 2 6 16,-3 1 16-16,0 4 7 16,0 0-15-16,0 0-1 15,3 0-10-15,-1 0-8 16,0 0-8-16,5 14-1 16,-1 6 1-16,0 4 14 15,4 2-14-15,-3 3 12 16,-3 0-12-16,-2 0 0 15,0-1 13-15,-2 0-14 0,0-1 0 16,0-1 0-16,0 0 0 16,0-1 0-16,0-3-1 15,0-4-8-15,0-2-13 16,0-7-23-16,0-2-69 16,0-3-71-16,-2-2-192 15,0-1-175-15,-2-1-518 0</inkml:trace>
  <inkml:trace contextRef="#ctx0" brushRef="#br0" timeOffset="147888.98">12248 11604 423 0,'0'0'1054'0,"0"0"-894"0,0 0 119 16,0 0-102-16,0 0-41 16,0 0-7-16,128 6-27 15,-92-8-56-15,1-2-34 16,-1 1-12-16,13 3-69 16,-11 0-203-16,-7 0-433 0</inkml:trace>
  <inkml:trace contextRef="#ctx0" brushRef="#br0" timeOffset="148828.09">13130 10055 929 0,'0'0'273'16,"0"0"14"-16,0 0-45 15,0 0-111-15,0 0-27 0,0 0 28 16,0 0-2-16,-19-3 42 16,19 3-12-16,0 0-65 15,0 0-38-15,0 3-36 16,0 2 7-16,0 7 51 15,0 0-19-15,5 5-32 16,6 2-1-16,0 5-4 16,4 3-4-16,4 2-10 15,-2 6 2-15,-1 7-10 16,2 4 0-16,-3 5 7 16,1 5-8-16,-3 2 14 15,0 2-4-15,-1 0-10 16,-1 1 11-16,1 0-11 0,-4 2 5 15,-1-5-4-15,-3 5-1 16,-4-2 1-16,0-4 0 16,0 1 14-16,-4-3 15 15,-5-3-13-15,0-2-16 16,0-1 9-16,0-2-9 16,-2 2-2-16,-5-2 2 15,1 2 5-15,-3-1-5 16,-2-2 23-16,0-4 6 15,4-4 4-15,1-7-8 16,5-7-16-16,2-6-3 16,1-2-6-16,1-4 4 0,-2 0-4 15,0 0 8-15,1-2 3 16,-1-2 6-16,-2-1-3 16,4 0-6-16,1-5-2 15,5-2-7-15,0 0 7 16,0 0-7-16,0 0-22 15,0 0-41-15,0 0-43 16,0 0-190-16,0 2-568 0</inkml:trace>
  <inkml:trace contextRef="#ctx0" brushRef="#br0" timeOffset="154044.4">14310 10421 1603 0,'0'0'352'16,"0"0"34"-16,0 0-26 16,0 0-218-16,0 0-80 0,0 0-15 15,0 0-23 1,8 28 34-16,0-1 23 0,3 12-23 15,-1 3 10-15,-4 5-26 16,-1 1-14-16,1 0-11 16,-2-6-7-16,4-2-9 15,-2-6 0-15,-1-6 0 16,1-4 0-16,-4-7-1 16,2-8-21-16,-4-3-39 15,0-6-40-15,-4 0-45 16,-13-10-218-16,-3-2-439 0</inkml:trace>
  <inkml:trace contextRef="#ctx0" brushRef="#br0" timeOffset="154238.47">14044 10844 2072 0,'0'0'319'0,"0"0"-101"16,0 0-67-16,142-5-80 16,-68-4-44-16,5 1-27 15,22 5-18-15,-23 3-307 16,-14 0-652-16</inkml:trace>
  <inkml:trace contextRef="#ctx0" brushRef="#br0" timeOffset="155365.15">15398 10016 1249 0,'0'0'516'0,"0"0"-342"0,0 0 93 16,0 0-51-16,0 0-78 16,0 0-18-16,0 0 11 15,5 4-16-15,-3-2-9 16,-2-2-21-16,0 2-16 15,0-2-6-15,0 2-16 16,0 0-14-16,0 2-13 16,0 2-6-16,0 4-2 15,-7 6 6-15,-4 4 1 16,1 4-7-16,-2 4 6 16,3 0-9-16,1-2 5 0,0 3-4 15,4-4-4 1,0 4 0-16,1 3-4 0,3 0 8 15,0 5-2-15,0 7-7 16,0 2 5-16,0 5 5 16,0 3-10-16,3 5 9 15,5-1-8-15,2 3 5 16,3-3-5-16,1 2 8 16,3 1-9-16,-1-1 7 15,1 1 1-15,-3-1-9 16,-1 1 9-16,-2-3-8 15,1-3-1-15,1-3-1 16,1-6 0-16,3-3 1 16,3-9-1-16,-2-5 1 0,-2-6 0 15,-6-5 0-15,2-6 1 16,-5-4-1-16,-5-2 1 16,0-3 0-16,0-3 0 15,-2 0 0-15,0 0 1 16,0 0 4-16,0 0 1 15,0 0 1-15,0 0-7 16,0 0-1-16,0 0-48 16,0 0-48-16,0 0-30 15,4-19-50-15,8-6-382 16,3-1-831-16</inkml:trace>
  <inkml:trace contextRef="#ctx0" brushRef="#br0" timeOffset="156287.72">15940 9939 362 0,'0'0'1195'16,"0"0"-880"-16,0 0 68 16,0 0-107-16,0 0-105 15,0 0-45-15,0 0-25 16,118-93-12-16,-89 87-19 15,0 1-19-15,-2 3-29 16,0 2-4-16,-5 0-12 16,0 2-5-16,-1 9 1 15,-4 3-2-15,-5 2 5 0,-6 0-4 16,-6 2 0 0,0 4 0-16,-16 2 1 0,-12 2 8 15,-4 3-1-15,4-4-1 16,3-5-8-16,5-4 7 15,9-8-6-15,3-4 5 16,6-2-6-16,2-2 6 16,0 0-5-16,0 0 7 15,0 0-2-15,10 0-6 16,11 0 2-16,11-2-1 16,2-2-1-16,4 2 0 15,-1 2 0-15,-3 0 0 16,-5 14 1-16,-7 4-2 0,-7 4-3 15,-9 0 4 1,-6 0 0-16,-6 5 0 0,-23-4 0 16,-8 5 18-16,-10-3-4 15,0-3-6-15,5-7-7 16,9-5 4-16,8-5-5 16,9-5 0-16,10 0-35 15,6 0-69-15,2 0-241 16,12 0-568-16</inkml:trace>
  <inkml:trace contextRef="#ctx0" brushRef="#br0" timeOffset="157001.54">16112 10774 1247 0,'0'0'575'0,"0"0"-446"0,0 0 139 16,0 0-145-16,0 0-83 16,0 0-23-16,0 0 21 15,42-30 26-15,-17 21 30 16,2 0-33-16,-1 1-21 16,-1 2-16-16,-3 4-8 15,-4 2-10-15,-5 0-5 16,-6 2-1-16,-4 14 0 15,-3 3 1-15,0 2 6 16,-19 4 14-16,-5-2 1 16,-1 0-8-16,1-2-5 15,4-3 0-15,4-4-8 16,5-4 0-16,2-3 8 0,7-6-3 16,2-1 14-16,0 0-1 15,0 0 2-15,0 0-6 16,7 0-5-16,10 0-2 15,3-1-2-15,3-2 12 16,2 3-17-16,-2 0 1 16,2 4 4-16,-3 12-6 15,-3 4 1-15,-6 5 0 16,-3 1-1-16,-4 0 1 16,-6-2-1-16,0 0 0 15,-6 1 6-15,-13-6 18 16,-4 1 54-16,-3-4-17 15,-6-4-25-15,-1-2-19 16,-2-3-5-16,1-7-5 16,7 0-7-16,5 0 0 0,7 0-36 15,5 0-39-15,10 0-58 16,0-12-165-16,14-5-545 0</inkml:trace>
  <inkml:trace contextRef="#ctx0" brushRef="#br0" timeOffset="157715.6">16858 9793 1380 0,'0'0'240'0,"0"0"-64"15,0 0 0-15,0 0-44 16,103 107-24-16,-71-47 34 16,-1 26-28-16,-7 28 29 15,-15 23-17-15,-9 5 7 16,-2-21 8-16,-18-33-29 16,2-28-37-16,-2-4-35 15,-5 10-8-15,-6 10-31 16,-4 12 10-16,-3-1-5 15,-1-3-5-15,2-2-1 16,-1-1-53-16,-14 23-89 16,10-19-203-16,3-13-666 0</inkml:trace>
  <inkml:trace contextRef="#ctx0" brushRef="#br0" timeOffset="158997.62">15434 12385 166 0,'0'0'1360'0,"0"0"-870"15,0 0-231-15,0 0-18 16,0 0-107-16,0 0-40 16,0 0-9-16,134-80-29 15,-96 75-10-15,-5 5-21 16,-4 0-14-16,-4 2-6 15,-7 16-4-15,-9 4 3 16,-7 2-3-16,-2 2-1 0,-11 0 6 16,-20 0-4-16,-10 1-2 15,-1-6 10-15,4-2-9 16,7-5 0-16,11-9-1 16,11 0 0-16,6-5 1 15,3 0 6-15,0 0-7 16,5-6-7-16,10-2 1 15,6 2-4-15,1 2 10 16,4 4 0-16,3 0 0 16,0 0 1-16,-2 11 1 15,-4 8-2-15,-8 1 1 16,-3 3-1-16,-12 2 0 16,0-1 6-16,-2 0 2 0,-21-1 19 15,-8 0-7 1,-5 0-5-16,-7-6-1 0,4-1-8 15,-1-3-5-15,6-8 1 16,10-3 6-16,5-2-7 16,11 0-2-16,3 0-4 15,5-9-59-15,3-10-91 16,15 3-364-16,6 0-560 0</inkml:trace>
  <inkml:trace contextRef="#ctx0" brushRef="#br0" timeOffset="159479.4">15998 12462 1810 0,'0'0'221'15,"0"0"-87"-15,0 0 209 16,2 125-168-16,0-81-61 16,1-2-3-16,-1-3-32 15,0-10-29-15,-2-5-15 16,2-10-20-16,-2-6-2 16,0-4-12-16,3-4 11 15,-3 0 3-15,0-2 50 0,0-15 13 16,0-8-56-16,0-5-10 15,-7 0-10-15,-4 4 4 16,0 4-6-16,-1 2 6 16,2 2 6-16,1 0 4 15,2 1 5-15,4 3-7 16,1 3-4-16,0 5 11 16,2 1 0-16,0 5-4 15,0 0-4-15,0 0-13 16,18 0 0-16,9 0-2 15,7 0 2-15,3 0 6 16,3 0-6-16,-1 0-13 16,-2 0-92-16,10 0-125 0,-9 0-571 15,-7 0-1378-15</inkml:trace>
  <inkml:trace contextRef="#ctx0" brushRef="#br0" timeOffset="159862.13">16324 12529 1916 0,'0'0'279'0,"0"0"62"16,0 0-174-16,0 0-116 15,0 0-32-15,-123 37-6 16,109-28-5-16,8-5 4 16,2 0 13-16,4-4 13 15,0 0 27-15,0 0 28 0,6-2-47 16,14-10-32-1,7-7-13-15,5 2-1 0,-1-3 0 16,0 4 1-16,-6 4-1 16,-6 3 0-16,-3 5 2 15,-1 4 3-15,-1 0-5 16,-1 0 0-16,1 11-1 16,-3 9 0-16,-3 6 1 15,-1 6 0-15,-7 3 17 16,0 0 2-16,0-1-1 15,0-4-17-15,-4-4 5 16,-3-4-6-16,3-4-1 0,2-6-69 16,2-1-114-1,-5-8-292-15,3 1-20 0,2-4-1324 0</inkml:trace>
  <inkml:trace contextRef="#ctx0" brushRef="#br0" timeOffset="160607.04">11448 12552 544 0,'0'0'670'16,"0"0"-178"-16,0 0-256 15,0 0-26-15,0 0-94 16,0 0 75-16,0 0 28 16,38 93-38-16,-31-47-21 15,0 6-38-15,-3-2-32 16,1-1-48-16,-1-5-23 15,0-8-18-15,4-4 7 16,-2-8-8-16,1-6 0 16,1-8-68-16,15-10-71 15,-3-6-215-15,3-16-730 0</inkml:trace>
  <inkml:trace contextRef="#ctx0" brushRef="#br0" timeOffset="160890.9">12015 12521 1857 0,'0'0'351'0,"0"0"-204"16,0 0 105-16,0 0-39 15,22 138-56-15,-19-80-36 0,-3-3-41 16,0-4-35-16,0-7-29 16,0-6-2-16,0-7-14 15,0-11-1-15,0-5-38 16,0-8-93-16,0-7-122 16,0-2-348-16,2-15-686 0</inkml:trace>
  <inkml:trace contextRef="#ctx0" brushRef="#br0" timeOffset="161117.32">12206 12591 1662 0,'0'0'541'16,"0"0"-331"-16,0 0-79 15,0 0-38-15,0 0-6 0,2 135-14 16,-2-82-4-16,0-2-25 15,0-7-17-15,0-5-16 16,0-6-11-16,0-8 5 16,0-6-5-16,0-7-70 15,0-10-183-15,0-2-231 16,-2 0-405-16</inkml:trace>
  <inkml:trace contextRef="#ctx0" brushRef="#br0" timeOffset="161288.32">12023 12888 1075 0,'0'0'729'15,"0"0"-512"-15,0 0-25 16,0 0-81-16,0 0-74 16,117-5-24-16,-75 0-7 15,3-6-6-15,-10 6-100 16,-8-2-725-16</inkml:trace>
  <inkml:trace contextRef="#ctx0" brushRef="#br0" timeOffset="162378.23">18009 9878 1470 0,'0'0'354'15,"0"0"-129"-15,0 0 29 16,0 0-89-16,0 0-57 16,0 0-3-16,0 0 26 15,9 0-18-15,-9 0-17 16,0 0-29-16,0 3-20 16,0 9-25-16,-7 5-10 15,-4 3 18-15,-5 6-6 0,1 0-3 16,2 3-1-1,-1 3 1-15,3 7-9 0,-1 6 7 16,6 6 9-16,-1 11-14 16,5 5 7-16,2 7-6 15,0 6 4-15,0 7-5 16,0 1 5-16,0 20-11 16,2-12 11-16,9 3-10 15,5-3-3-15,4-16-5 16,7 2 0-16,4-7 0 15,0-12-1-15,-4-8 0 16,-7-11-1-16,-5-10-5 16,-5-8 5-16,-4-12-23 15,-1-5-24-15,-3-8-21 0,0-1-17 16,-2-14-105-16,0-5-560 16</inkml:trace>
  <inkml:trace contextRef="#ctx0" brushRef="#br0" timeOffset="163676.41">18754 9825 664 0,'0'0'818'0,"0"0"-492"15,0 0-68-15,0 0-56 16,0 0-106-16,0 0-60 16,0 0-23-16,100-39 15 15,-74 32 20-15,-5 5-28 16,-6 2-11-16,-6 0-3 0,-2 0-6 16,0 0 1-16,-3 0 0 15,0 0 0-15,-2 0-1 16,-2 0 1-16,0 0 0 15,0 0 6-15,0 0 8 16,-2 0 6-16,-9-2-14 16,-3 1-1-16,-1-4-5 15,-3 3 10-15,1-2-11 16,1 1 0-16,-1 0-1 16,-2 2 1-16,1 1 0 15,1 0 1-15,-1 0-1 16,2 0-1-16,3 7 1 15,2 4-1-15,2 1-1 0,-1 2 2 16,2 4 0-16,-1-1 1 16,0 2 0-16,0 1-1 15,3-4 1-15,1-4 3 16,5-2-3-16,0-4-2 16,0-2 1-16,0-4 0 15,9 2 15-15,-1-2 16 16,2 2 1-16,1 2-20 15,0 0-12-15,7 1 9 16,2-3-8-16,7-2 0 16,4 3 6-16,5-1-6 15,1 3 1-15,-1 6-2 16,-3 5 0-16,-4 3 0 0,-6 4 0 16,-8 0 0-1,-5 3 0-15,-6 1 1 0,-2-5-1 16,-2 0 2-16,0-3 10 15,0-3 15-15,0-2-2 16,-4-3 35-16,-8 1-17 16,-5-3-6-16,-6-4-2 15,-6 2-25-15,0-5 5 16,-2-2-3-16,0 1-4 16,6-1-8-16,3 4-1 15,6 0-26-15,3 1-105 16,2 4-172-16,2 1-260 15,5-3-602-15</inkml:trace>
  <inkml:trace contextRef="#ctx0" brushRef="#br0" timeOffset="164397.75">18887 10950 1704 0,'0'0'598'0,"0"0"-307"0,0 0-40 16,0 0-96-1,0 0-62-15,0 0-42 0,0 0-12 16,-102-11-12-16,81 25 9 16,1 4-12-16,-2 5 10 15,4 4-14-15,3 3 5 16,1 2-12-16,6 0-2 15,5 1-11-15,3-1 1 16,0-1 7-16,9-4-8 16,9-5 0-16,7-7-1 15,-1-3 1-15,5-3 1 16,0-9 5-16,2 0-5 0,-2 0 1 16,2-3 4-16,-4-11-6 15,-2-5 11-15,-7-6-11 16,-5-1 14-16,-5-6-8 15,-8 2 1-15,0 2 7 16,0-1 10-16,0 8-5 16,-12-1-13-16,-2 2 1 15,1 4-7-15,-6 6-1 16,0 3-41-16,-6 7-42 16,-18 10-43-16,6 13-117 15,1-2-537-15</inkml:trace>
  <inkml:trace contextRef="#ctx0" brushRef="#br0" timeOffset="165349.23">19437 9731 573 0,'0'0'999'0,"0"0"-732"16,0 0-39-16,0 0 50 15,0 0-65-15,0 0-56 16,0 0-11-16,-13 0-50 16,26 0-51-16,1 0-15 15,1 0 2-15,4 0 13 16,-4 9-13-16,-1 3-16 16,1 3 4-16,-1 7 7 15,3 4-2-15,1 8-2 16,3 7-10-16,0 3 11 0,0 7-10 15,-1-2 5-15,-3 6 2 16,-1-2-8-16,-3-1 2 16,3-2 2-16,-5 0 5 15,0 1-2-15,1-1-5 16,-4-1-6-16,1 4 3 16,-2-2-11-16,-2 2 6 15,-1 0-1-15,-2-1 3 16,-2-2-8-16,0-1 0 15,0 4 1-15,0-1-1 16,0 0 8-16,-11 1-9 16,-5-4 11-16,-1-3-5 15,-1-1-5-15,2-7 0 0,-2-5 0 16,0-2 0 0,1-1 0-16,-3-2 0 0,-5 3-1 15,-2-4 0-15,3 4-1 16,2-8 0-16,6 0-1 15,3-8-20-15,6-4-31 16,2-7-13-16,3-4-23 16,-5 0-28-16,1 0-379 15,-1-2-1413-15</inkml:trace>
  <inkml:trace contextRef="#ctx0" brushRef="#br0" timeOffset="166890.17">18295 12372 751 0,'0'0'1054'0,"0"0"-777"16,0 0-57-16,0 0 13 16,0 0-108-16,0 0-81 15,-32 11-15-15,21 15 36 16,-5 6 4-16,3 7-6 15,4 6 7-15,5-1-6 16,4-6-25-16,0-4-13 16,20-10-7-16,11-9-5 15,7-12 4-15,10-3-5 16,4-6 1-16,-3-14-8 16,-7-6-5-16,-8-2 0 15,-14-4 7-15,-14-1-1 16,-6-1-6-16,-6 5 0 0,-19-2-1 15,-6 8 2-15,-2 2 4 16,2 7-6-16,2 2 0 16,2 6 0-16,2 4-2 15,0 2-29-15,-1 0-35 16,2 6-63-16,1 12-82 16,8-2-276-16,10-6-222 0</inkml:trace>
  <inkml:trace contextRef="#ctx0" brushRef="#br0" timeOffset="167259.51">19003 12316 1588 0,'0'0'566'15,"0"0"-299"-15,0 0-97 16,0 0-62-16,0 0 37 16,0 0-13-16,4 139-22 15,-4-91-32-15,-4 1-13 16,-2 0-14-16,-1-5-15 15,4-6-13-15,3-6-14 0,0-6-1 16,0-6-8-16,0-6 0 16,0-2-18-16,0-3-37 15,0-4-18-15,0-5-65 16,3 0-140-16,6-17-305 16,2-4-1049-16</inkml:trace>
  <inkml:trace contextRef="#ctx0" brushRef="#br0" timeOffset="167551.12">19286 12280 1639 0,'0'0'510'15,"0"0"-355"-15,0 0-63 16,0 0 26-16,0 0-15 15,4 117 1-15,-4-73 5 16,-2 2-30-16,-4-4-41 16,-1 0-17-16,3-6-9 15,-3-2-2-15,2-7-10 16,-2-2 1-16,3-4 0 16,0-9 0-16,0 0-1 15,1-9-57-15,1-3-113 16,-2 0-77-16,1-8-228 0,-2-6-598 15</inkml:trace>
  <inkml:trace contextRef="#ctx0" brushRef="#br0" timeOffset="167768.28">19007 12639 515 0,'0'0'1403'16,"0"0"-922"-16,0 0-297 16,0 0 41-16,0 0-107 15,121-5-36-15,-70-4-22 0,-4-1-36 16,-9 0-24 0,-2 6-79-16,-12 2-196 0,-6-1-534 0</inkml:trace>
  <inkml:trace contextRef="#ctx0" brushRef="#br0" timeOffset="168467.18">20693 10587 1385 0,'0'0'648'0,"0"0"-347"16,0 0-105-16,0 0 15 16,0 0-17-16,0 0-29 15,0 0-42-15,104 49-10 16,-64-47-29-16,-1-2-33 16,-2 0-22-16,-1 0-14 15,-9 0-15-15,-2 0 0 16,-6 0-8-16,-3 2-22 15,-3 3-18-15,-3 4-25 16,-4-6-39-16,-6 4-147 16,-2-3-545-16,-12-3-1068 0</inkml:trace>
  <inkml:trace contextRef="#ctx0" brushRef="#br0" timeOffset="168675.45">20766 10836 1842 0,'0'0'315'0,"0"0"-38"16,0 0 3-16,0 0-132 16,0 0-57-16,0 0 12 15,0 0-57-15,139 15-29 16,-106-15-16-16,-8 0 5 16,-8 0-6-16,-5 5-27 15,-3 3-67-15,-5-1-114 16,2 0-264-16,-1 0-28 15,-1-4-476-15</inkml:trace>
  <inkml:trace contextRef="#ctx0" brushRef="#br0" timeOffset="172416.12">6161 9145 438 0,'0'0'121'15,"0"0"-27"-15,0 0-2 0,0 0-56 16,0 0-18-16,0 0-7 16,0 0-4-16,0-7-5 15,0 7 8-15,0 0-4 16,0 0 1-16,0 0-7 15,0 0 16-15,0 0 53 16,0 0 55-16,0 0 24 16,0 0-28-16,0 0-28 15,0 0-29-15,0 0-31 16,0 0-30-16,0 0-2 16,0 7-1-16,0 2 1 15,0 3-2-15,0 4 0 0,0 0 2 16,0 6 2-1,0 2 5-15,0 6-5 0,0 3 12 16,0 2-8-16,-4 1 13 16,-1 0-12-16,1-4 6 15,1-2-11-15,1-3 11 16,2-5-3-16,0 0 5 16,-2 0 1-16,2 2 11 15,-3 2 7-15,-1 2-18 16,0 0 17-16,-3 0-5 15,0-5-4-15,0-4-13 16,5-4 1-16,0-10-5 16,2-1-6-16,0-1 5 15,-2-3-6-15,2 0 13 16,0 0-3-16,-2 0 2 0,2 0-4 16,-5 0-8-16,1 0-16 15,0-16-229-15,-2 3-248 16,2-1 130-16</inkml:trace>
  <inkml:trace contextRef="#ctx0" brushRef="#br0" timeOffset="172874.35">6011 9675 377 0,'0'0'173'0,"0"0"16"16,0 0 19-16,0 0 19 16,0 0 44-16,0 0-49 15,0 0-43-15,-8-10-58 16,8 10-51-16,0 0-51 15,0 0-19-15,0 0-13 0,0 3 7 16,0 6 4 0,8 5 4-16,3 2 1 0,3 0-3 15,-3 3-1-15,3-1 0 16,-5-4 1-16,-1-1 1 16,-1-2-1-16,-2-6 1 15,-3-1-1-15,0-4 3 16,0 3 4-16,1-3-3 15,-3 0 2-15,2 0 5 16,0 0-1-16,0 0 9 16,2 0-1-16,3-9-2 15,0-3-3-15,2 0-13 0,0-2 12 16,0-2-12-16,2 2 0 16,0 2 0-16,0 5 6 15,-4-2 0-15,-5 7-6 16,0 0 2-16,-2 2-1 15,0 0 18-15,0 0-18 16,0 0-1-16,0 0 0 16,0 0 1-16,0 0-1 15,0 0-10-15,0 0-39 16,0 0-134-16,0 6-587 0</inkml:trace>
  <inkml:trace contextRef="#ctx0" brushRef="#br0" timeOffset="174119.5">11874 8828 945 0,'0'0'266'16,"0"0"40"-16,0 0-83 15,0 0-134-15,0 0-41 16,0 0 20-16,0 0-4 15,-2 3 37-15,0 1 19 16,2-4 22-16,0 2-44 16,0-2-51-16,0 3-33 15,0 6-13-15,-2 2 11 16,-1 6-11-16,-1 3 19 16,2 4-20-16,-2-1 15 15,0 2-13-15,2-2 7 0,2 0 0 16,0 3 1-1,0 4-2-15,0 5 0 0,0 3 2 16,0 2-9-16,6 0 11 16,0-3-11-16,3 0 7 15,-3-5-7-15,4-4 4 16,-4 0-5-16,-1-3 0 16,-1-1 7-16,-4-4-6 15,0-3 3-15,0 0 2 16,0-5-5-16,0 0-1 15,0-2 0-15,0-1 0 16,0 2 0-16,0-3 0 16,0 0 0-16,0-3-12 15,0 0-139-15,0-5-127 0,-4-5-418 16,-1-10-738-16</inkml:trace>
  <inkml:trace contextRef="#ctx0" brushRef="#br0" timeOffset="174682.77">11758 9440 897 0,'0'0'158'16,"0"0"-50"-16,0 0 43 0,0 0-73 15,0 0 30-15,0 0 25 16,0 0-49-16,14-1-38 16,-8 2-5-16,1 12-19 15,-1 3 7-15,2 4-13 16,-2 2-4-16,1 4-2 16,-1 1-9-16,-2-1 9 15,4-1-9-15,-2-1 19 16,1-4-10-16,-1-2 1 15,4-4-11-15,-4-2 10 16,1-1-9-16,-1-6 0 16,-1-1-1-16,0-1 0 15,-3 0 13-15,0-3-12 0,0 0 14 16,1 0-9-16,-1 0 10 16,2 0-15-16,3-3 8 15,0-2-9-15,2-2 1 16,-1-2-1-16,1-2 0 15,3-1 0-15,-2 1 8 16,-1-3-8-16,1 4 0 16,-2-1-1-16,-1-3 1 15,2 2 0-15,2-1-2 16,2-6 2-16,1 2 0 16,1-5 0-16,3 1 0 15,-3 2 0-15,4 1 0 0,-6-1-7 16,3 3-90-16,-8 5-253 15,2 2-634-15</inkml:trace>
  <inkml:trace contextRef="#ctx0" brushRef="#br0" timeOffset="176966.13">17882 8418 892 0,'0'0'392'16,"0"0"-108"-16,0 0-88 16,0 0 6-16,0 0 18 15,0 0-60-15,0 0-80 16,-19-20-24-16,19 20 17 15,0 0-37-15,0 0-4 16,0 0-15-16,0 0-17 16,0 8 1-16,0 6-1 15,0 6 1-15,0 5-1 16,0 7 6-16,0 3-4 16,0 5 13-16,-4 6-6 15,-2 0 10-15,-1 1-9 16,3 0 2-16,2-3-10 0,0-1 4 15,2-5 0 1,0-2-6-16,0-2 1 0,0-2 5 16,0-2-7-16,0-2 2 15,0-3-1-15,0-6 0 16,0 0 1-16,0-3 0 16,0-2 0-16,0 0 0 15,0 0-1-15,0-1 2 16,-8 4-2-16,4-5 0 15,0-3-45-15,1-2-77 16,1-5-89-16,-6-2-30 16,0 0-91-16,-3 0-734 0</inkml:trace>
  <inkml:trace contextRef="#ctx0" brushRef="#br0" timeOffset="177543.68">17653 9068 907 0,'0'0'398'0,"0"0"-125"16,0 0-166-16,0 0-53 15,0 0-42-15,0 0 26 16,0 0-9-16,23 42-2 0,-11-24 2 15,1 2-7 1,1 0 3-16,-1 1-11 0,-2-4-2 16,-2 3-10-16,-2-2 2 15,-3-1-2-15,0-2 4 16,-1-5-5-16,-1-3 0 16,0-4 5-16,-2-1-6 15,2-2 16-15,-2 0-1 16,0 0 34-16,0 0 31 15,0 0-20-15,0 0-23 16,3 0-19-16,-1 0-16 16,1 0-2-16,3 0 1 15,3-5 0-15,2-4 3 16,0-1-3-16,0 2-1 0,-1 0 1 16,-4-1 0-16,-2 4 1 15,1-1 8-15,-1 0-9 16,0-2 0-16,6-2 0 15,1-4-1-15,5 3 6 16,-3-6-6-16,0 5 0 16,-2 0 0-16,-4 4 0 15,-3 1 0-15,-2 5 6 16,3-5-5-16,2 1-1 16,4-4-21-16,5-2-65 15,3-1-103-15,8-2-171 16,-6 3-42-16,-8 4-123 0</inkml:trace>
  <inkml:trace contextRef="#ctx0" brushRef="#br0" timeOffset="194643.33">21493 10333 1294 0,'0'0'543'0,"0"0"-168"16,0 0-29-16,0 0-128 0,0 0-143 16,0 0-26-1,0 0 0-15,133-46 7 16,-81 36-1-16,-3 3-10 0,-5 5-18 15,-8 2-18-15,-7 0 1 16,-6 11-9-16,-10 9-1 16,-8 6 0-16,-5 4 0 15,0 0 12-15,-23 3 0 16,-6-7-2-16,-4 1-8 16,2-5 7-16,2-5-8 15,4-3-1-15,8-7 2 16,7-1-1-16,6-4 0 15,4-2 5-15,0 0 5 16,8 0-1-16,19-2-4 16,7-6-6-16,6 3 1 0,2 0-1 15,0 5 0 1,-1 0 0-16,-5 8 0 0,-10 8-2 16,-6 6 1-16,-11 3-10 15,-9-1 10-15,0 4 1 16,-16-1 1-16,-17 2 7 15,-7-3 11-15,-7-1-5 16,1-4 4-16,-2-3-9 16,6-8-9-16,9-8 1 15,6-2 11-15,9 0-12 16,9-14-28-16,9-2-51 16,9-12-122-16,20 4-432 15,4 2-550-15</inkml:trace>
  <inkml:trace contextRef="#ctx0" brushRef="#br0" timeOffset="194982.69">22572 10411 1704 0,'0'0'517'0,"0"0"-226"15,0 0 2-15,0 0-134 16,0 0-44-16,0 0-19 0,-94 126-30 16,63-94-20-16,3 0-14 15,-5-4-12-15,8 0-11 16,0-5-1-16,2-3-8 15,5-6 2-15,3-4-2 16,6-4-14-16,5-6-62 16,4 0-49-16,0-15-242 15,0-4-407-15,2-1-707 0</inkml:trace>
  <inkml:trace contextRef="#ctx0" brushRef="#br0" timeOffset="195199.76">22338 10467 1829 0,'0'0'609'15,"0"0"-416"-15,0 0 79 16,0 0-124-16,0 0-78 16,0 0-32-16,114 125-37 15,-97-91 8-15,-1 2-3 16,-3-2-6-16,-4-4-43 15,-2-4-23-15,2 0-42 16,-5-8-126-16,3-7-360 0</inkml:trace>
  <inkml:trace contextRef="#ctx0" brushRef="#br0" timeOffset="200962.35">23024 10483 1252 0,'0'0'982'15,"0"0"-625"-15,0 0-109 16,0 0-112-16,0 0 16 16,0 0-27-16,34 135-27 15,-19-89-23-15,-1 0-16 16,-5 0-19-16,0-4-10 0,-5-4-6 16,-2-3-13-16,-2-6-4 15,0-4 4-15,0-7-11 16,0-6 0-16,0-7-16 15,0-5-52-15,2 0-38 16,14-21-50-16,-3-14-360 16,5-4-1424-16</inkml:trace>
  <inkml:trace contextRef="#ctx0" brushRef="#br0" timeOffset="201358.4">23381 10485 1818 0,'0'0'355'15,"0"0"-128"-15,0 0-115 16,0 0-18-16,-29 105 52 16,22-55-11-16,3 4-11 15,4-1-48-15,0-7-33 16,9-3-23-16,13-11-8 15,7-8 0-15,7-7-3 16,4-9 3-16,5-8-3 16,-1 0-2-16,1-13-1 15,-7-11-5-15,-9-5 6 16,-9 0-5-16,-9-5 29 16,-11-2 34-16,0-2-12 15,-9 0-18-15,-16 2-16 0,1 0-13 16,-5 5-4-16,2 8-1 15,2 4 0-15,1 7-1 16,6 6-17-16,3 4-39 16,5 2-57-16,8 0-91 15,2 13-370-15,0 2-486 0</inkml:trace>
  <inkml:trace contextRef="#ctx0" brushRef="#br0" timeOffset="201883.88">24763 10389 905 0,'0'0'1129'16,"0"0"-612"-16,0 0-192 15,0 0-83-15,0 0-94 16,0 0-36-16,0 0-31 16,0-49-34-16,0 72-10 15,0 11 43-15,0 10-1 16,0 5-5-16,-2 9-25 16,-2-2-25-16,-1 2-12 15,3-2 0-15,2-4-11 16,-3-4 0-16,3-6 1 15,0-8-2-15,0-7-1 16,0-9-23-16,0-7-18 0,0-6-22 16,0-3-4-1,3-2-5-15,6 0-5 0,2-11-20 16,11-23-66-16,-2 2-173 16,-2 3-486-16</inkml:trace>
  <inkml:trace contextRef="#ctx0" brushRef="#br0" timeOffset="202192.65">24509 10686 1393 0,'0'0'611'0,"0"0"-112"16,0 0-251-16,0 0-54 16,0 0-49-16,0 0-36 15,0 0-26-15,118 6-25 16,-89-4-30-16,2 0-13 16,0 0-14-16,5 0 1 15,0-2-2-15,2 0-20 16,-3 0-37-16,-3 0-67 15,-1 0-144-15,-9-4-394 16,-4 2-963-16</inkml:trace>
  <inkml:trace contextRef="#ctx0" brushRef="#br0" timeOffset="209883.75">25875 10385 1107 0,'0'0'680'0,"0"0"-373"15,0 0 29-15,0 0-115 0,0 0-119 16,0 0 2-16,-4 0 20 16,26-11-59-16,12-3-25 15,3-1-18-15,8-4 4 16,-3 4-8-16,1 1 3 16,-5 4-2-16,-2 8-11 15,-7 2-8-15,-7 0-7 16,-5 6 7-16,-7 12-1 15,-8 4 1-15,-2 0 1 16,-2 2 6-16,-23 0-7 16,-8 2 1-16,-6-2 8 15,-3 1-8-15,5-6 8 16,6-1-9-16,10-7 0 16,10-6-1-16,7-3-7 0,4-2 8 15,0 0 1-15,0 0-1 16,15-4-7-16,10-6-5 15,6 3 3-15,4 0 8 16,5 6 1-16,-3 1 0 16,0 0-1-16,-3 15 1 15,-5 7-1-15,-7 4-8 16,-9 5 9-16,-8-1 0 16,-5-1 1-16,-11 5 0 15,-16-8 5-15,-11 3-5 16,-3-6 6-16,-3-8-1 15,-3-4 2-15,3-4 8 0,4-5-4 16,4-2-3-16,8 0-8 16,5-4 4-16,7-8-5 15,7 2-10-15,7-2-38 16,2-8-100-16,15 4-229 16,8 0-517-16</inkml:trace>
  <inkml:trace contextRef="#ctx0" brushRef="#br0" timeOffset="210260.75">27106 10270 1290 0,'0'0'397'0,"0"0"-72"15,0 0 18-15,0 0-86 16,0 0-91-16,0 0-23 16,-98 119-37-16,71-90-4 15,1 2-44-15,-4-4-7 16,4 0-19-16,-1-3-16 15,2-1-10-15,6-4-5 16,0-3 0-16,4-2-1 16,4-3 0-16,2-6-16 0,5-1-22 15,4-4-31-15,0 0-56 16,0 0-34-16,0-11-369 16,8-3-236-16</inkml:trace>
  <inkml:trace contextRef="#ctx0" brushRef="#br0" timeOffset="210514.49">26921 10254 1154 0,'0'0'598'0,"0"0"-442"16,0 0 46-1,0 0-4-15,0 0-56 0,63 120-6 16,-48-81-56-16,3-3-23 16,-2-2-18-16,-3 0-23 15,0-5-6-15,-1-2-10 16,-2-4 0-16,9 0-98 16,-6-4-207-16,-2-7-387 0</inkml:trace>
  <inkml:trace contextRef="#ctx0" brushRef="#br0" timeOffset="213090.09">27530 10239 1030 0,'0'0'512'0,"0"0"-193"16,0 0-71-16,0 0-13 15,0 0-30-15,0 0-60 16,0 0-62-16,58 0-12 16,-27-3 17-16,4-2-34 15,3-4-19-15,-5-1-23 16,-1 3 4-16,-6 0-15 0,-3 3-2 16,-7 3 1-1,-7 1-25-15,-5 0-55 0,-2 0-12 16,0 0-23-16,-2 0-27 15,0 0-87-15,0 1 12 16,-10 3-12-16,-9 1-124 16,-1-1-40-16,1-1 179 15,-4-1 120-15,3-2 71 16,2 0 23-16,0 0 75 16,-1 0 107-16,0 0 21 15,-1 5 18-15,5-1 7 16,-1-1-81-16,5 6-65 15,0 2-30-15,2 3-15 16,-4 7 13-16,-3 2 16 16,-2 8 22-16,-2 1 15 0,3 0-8 15,1-2-43-15,7-4-31 16,5-3-8-16,4-11-4 16,0-5-1-16,0-3 1 15,0-1 6-15,0-3 23 16,4 0 38-16,7 0-12 15,3 0-4-15,7 0-45 16,6-7 2-16,6 0-16 16,1-2-1-16,-1 1 0 15,-4 4 8-15,-2 1-7 16,-4 0-1-16,-3 3 0 16,-1 0-7-16,2 0 7 15,1 12 0-15,0 5 0 0,-2 6 2 16,-1 1-1-1,-6 3 0-15,-5 1 0 0,-3-5 4 16,-5 0-4-16,0-6 0 16,0-3 1-16,-11-1 5 15,-4-3 1-15,-4-4 2 16,-3-4 2-16,-5-2 0 16,-1 0 3-16,-6 0-4 15,-2-4-1-15,3-6-10 16,-1 0 6-16,10 0-6 15,2-1 0-15,8 6 0 16,3 0-19-16,-7 3-117 0,5 2-232 16,-1 0-527-16</inkml:trace>
  <inkml:trace contextRef="#ctx0" brushRef="#br0" timeOffset="-181881.19">29991 10159 1879 0,'0'0'285'0,"0"0"84"15,0 0-85-15,0 0-116 16,0 0-79-16,0 0-36 16,87-41-22-16,-54 19-4 15,-6 2 3-15,-5 0 6 16,-6 4-10-16,-8 2 17 15,0 6-10-15,-6 4-6 16,-2 4 3-16,0 0-29 16,0 12-1-16,0 22-19 0,0 12 19 15,0 12 14 1,-6 7 19-16,-4-1-12 0,-3-2 1 16,3-8-11-16,4-6-11 15,1-8 8-15,5-6-8 16,0-4 1-16,0-6-1 15,0-1 0-15,0-7 0 16,0-4-6-16,0-5-31 16,0-2-26-16,0-5-42 15,32-3-27-15,-3-14-392 16,2-3-879-16</inkml:trace>
  <inkml:trace contextRef="#ctx0" brushRef="#br0" timeOffset="-167906.22">28836 10092 1870 0,'0'0'294'0,"0"0"38"15,0 0-60-15,0 0-111 16,0 0-53-16,0 0-11 16,9-23-29-16,-5 23-17 15,3 21 9-15,-2 11 20 16,-5 12-12-16,0 14 8 0,0 7-23 15,0 6 1-15,-3-6-24 16,1-2-14-16,0-8-8 16,2-6-2-16,0-10-6 15,0-2 0-15,0-9 0 16,0-9 0-16,0-4-1 16,0-7-22-16,0-4 5 15,2-4-24-15,-2 0-5 16,0 0-4-16,2 0-28 15,1 0-5-15,1 0-46 16,0-10-116-16,-4-10-393 16,2 4-74-16,-2 0-788 0</inkml:trace>
  <inkml:trace contextRef="#ctx0" brushRef="#br0" timeOffset="-166705.62">28526 10481 751 0,'0'0'841'15,"0"0"-631"1,0 0 68-16,0 0-21 0,0 0-90 15,140 0 5-15,-78 0-1 16,8-2-36-16,-3-8-41 16,-9 2-45-16,-12-2-13 15,-15 3-35-15,-10 7 5 16,-8-3-6-16,-4 3-1 16,-2 0-5-16,-3 0-16 0,5 0-17 15,9 0-105-15,0 0-202 16,2 3-628-16</inkml:trace>
  <inkml:trace contextRef="#ctx0" brushRef="#br0" timeOffset="-166036.62">30878 10258 1592 0,'0'0'255'15,"0"0"28"-15,0 0-33 16,0 0-166-16,0 0-32 16,0 0 99-16,0 0 14 0,-123 114-8 15,81-79-30-15,-3-3-49 16,1-2-25-16,1-4-20 16,3 1-5-16,7-6-22 15,6-3 9-15,6-6-15 16,11-3 0-16,3-6-23 15,3-1-25-15,4-2-29 16,-2 0-69-16,0 0-394 16,2 0-699-16</inkml:trace>
  <inkml:trace contextRef="#ctx0" brushRef="#br0" timeOffset="-165803.24">30577 10311 1590 0,'0'0'313'16,"0"0"-64"-16,0 0 14 16,0 0-101-16,87 107-104 15,-67-74-19-15,-3-3-24 16,-5 0-6-16,-8-2-9 15,-4 11-134-15,0-9-236 16,0-7-689-16</inkml:trace>
  <inkml:trace contextRef="#ctx0" brushRef="#br0" timeOffset="-160499.1">31442 10314 1160 0,'0'0'404'16,"0"0"-102"-16,0 0 51 15,0 0-92-15,0 0-96 16,0 0-71-16,11-56-13 16,-7 45-21-16,-2-5 17 15,0-5-8-15,-2-3-12 16,4-3-18-16,-4-5-27 15,2 1 24-15,0 4-27 16,0 8 28-16,0 9 17 16,-2 8-18-16,0 2-36 0,0 5-3 15,0 24-7-15,0 12 9 16,0 12 1-16,-2 7 0 16,-4 3 4-16,0-1-4 15,4-8 1-15,2-6-1 16,0-6 1-16,0-6-1 15,0-6-1-15,0-1-20 16,0-8-20-16,0-1-8 16,0-1-40-16,0-3-21 15,0-2-68-15,-13-2-126 16,-1-3-78-16,3-2-458 0</inkml:trace>
  <inkml:trace contextRef="#ctx0" brushRef="#br0" timeOffset="-160296.47">31187 10747 1294 0,'0'0'300'16,"0"0"-30"-16,0 0-126 15,0 0-76-15,141 0-40 16,-92 0 2-16,-2 0-30 15,-2 2-80-15,5 1-32 16,-9-3-154-16,-7 0-359 0</inkml:trace>
  <inkml:trace contextRef="#ctx0" brushRef="#br0" timeOffset="-158757.22">20884 12934 1370 0,'0'0'506'0,"0"0"-196"16,0 0-54-16,0 0-35 15,0 0-75-15,0 0-16 16,0 0-26-16,92 0-25 15,-50 0-31-15,5 0-9 16,-5-4-38-16,-3 1 8 16,-8 3-9-16,-10 0-48 15,-4 3-124-15,-9 4-464 16,-8 2-617-16</inkml:trace>
  <inkml:trace contextRef="#ctx0" brushRef="#br0" timeOffset="-158563.49">20926 13196 1903 0,'0'0'528'15,"0"0"-282"-15,0 0 27 16,0 0-143-16,0 0-39 16,139-16-41-16,-72 4-34 15,4-4-16-15,5 2-41 16,-1 0-103-16,37-9-130 15,-23 4-381-15,-10-3-617 0</inkml:trace>
  <inkml:trace contextRef="#ctx0" brushRef="#br0" timeOffset="-156842.55">22235 12593 232 0,'0'0'1261'0,"0"0"-973"0,0 0 15 15,0 0-16-15,0 0-137 16,0 0-70-16,128-63-20 16,-76 54 13-16,-2 3-15 15,-8 4-4-15,-11 2-35 16,-13 2-10-16,-11 18-3 16,-7 6 2-16,-5 4 9 15,-24 4-3-15,-6-2-4 16,-7 0-8-16,-1-6 18 15,5-6-19-15,9-4-2 16,11-8 2-16,12-6-1 16,6-2 0-16,0 0 0 15,20 0-7-15,9 0 7 16,9-3 1-16,-1 3-1 0,2 0 10 16,-4 7-9-1,-8 12-2-15,-7 11 7 0,-8 3-6 16,-10 1 1-16,-2 3 1 15,-10-4 8-15,-16-4-9 16,-10-3 23-16,-6-6 14 16,-6-6 3-16,0-6-21 15,1-6-7-15,9-2-11 16,11 0 4-16,12-12-6 16,15-6-36-16,22-12-90 15,21 4-382-15,3 1-451 0</inkml:trace>
  <inkml:trace contextRef="#ctx0" brushRef="#br0" timeOffset="-156468.64">22891 12610 1508 0,'0'0'258'0,"0"0"-92"16,0 0 108-16,-69 109-6 16,51-51-110-16,5 7-33 15,8-3-13-15,5-4-45 16,7-11-31-16,26-10 5 0,11-13-8 16,10-16 11-16,4-8-20 15,-4-3 0-15,-8-24-13 16,-7-5-2-16,-12-4 0 15,-12-5-9-15,-13 2 26 16,-2-3-13-16,-9 2 23 16,-20-1-36-16,-4 7 12 15,2 6-12-15,2 10-6 16,4 8-1-16,9 10-34 16,7 0-56-16,9 16-66 15,0 7-173-15,0-6-411 0</inkml:trace>
  <inkml:trace contextRef="#ctx0" brushRef="#br0" timeOffset="-156150.2">23923 12645 1818 0,'0'0'373'15,"0"0"147"-15,-27 113-257 16,12-50-91-16,-3 7-68 16,2 5-25-16,0-5-40 0,8-5-17 15,3-7-21-15,3-10 8 16,2-13-9-16,-3-12-1 15,3-9-20-15,0-13-20 16,0-1 1-16,0-22-44 16,0-7-130-16,3-4-622 0</inkml:trace>
  <inkml:trace contextRef="#ctx0" brushRef="#br0" timeOffset="-155948.61">23597 12974 1200 0,'0'0'679'0,"0"0"-404"15,0 0 20-15,0 0-62 0,0 0-128 16,0 0-42-16,143-3-12 16,-76 3-11-16,-3 0-13 15,-1 0-27-15,4 0-76 16,-14 0-548-16,-10 0-968 0</inkml:trace>
  <inkml:trace contextRef="#ctx0" brushRef="#br0" timeOffset="-155371.14">24504 12714 1272 0,'0'0'495'15,"0"0"-26"-15,0 0-130 16,0 0-63-16,0 0-114 16,0 0-86-16,0 0-43 15,16 67 57-15,-16-9-15 0,0 8-11 16,-11 3-19-16,-2-3-18 15,2-5-12-15,-1-10-14 16,6-9 0-16,1-10 5 16,3-9-12-16,2-11-42 15,0-8-52-15,0-4-47 16,7-12-134-16,1-9-713 0</inkml:trace>
  <inkml:trace contextRef="#ctx0" brushRef="#br0" timeOffset="-154561.96">24915 12763 1264 0,'0'0'570'15,"0"0"-354"-15,0 0-5 16,0 0-30-16,127-44-102 16,-92 40-69-16,-3 3 7 0,-10 1-17 15,-5 0 10 1,-7 0-10-16,-4 0-1 0,-3 0 0 15,-3 0 1-15,0 0 7 16,0-2 25-16,0-3 67 16,-9 1-28-16,-5-2-42 15,-3 2-29-15,1-2 2 16,-2 2-1-16,2 1-1 16,-1 0 2-16,-5 3-1 15,-3 0-2-15,-4 0 2 16,0 0-7-16,2 8 7 15,2 7-2-15,6-1 2 16,5 1 0-16,3 2 11 16,7 0-5-16,2-1 10 15,2 2-8-15,0-1 1 0,0-1-4 16,2 0-7 0,9-4 2-16,3-3 6 0,1-2 6 15,7-3 23-15,3-4-6 16,4 0-11-16,2 0 0 15,0 0-18-15,0 1 6 16,-4 3-7-16,-3 4-1 16,-1 1-7-16,-3 4 7 15,-3 4-7-15,-1 3 1 16,-5 1 6-16,-1 5-1 16,-6 1-5-16,-4 1 5 15,0 2 2-15,0-2 2 16,-4-2 7-16,-8-6-9 0,1-2 1 15,-3-6 11 1,1-4-10-16,-3-6 19 0,1 0-21 16,-5-2 16-16,-3 0-16 15,4 0 6-15,-6-4-5 16,2-6 13-16,2 0-1 16,-2 0-12-16,1 0-2 15,-3 3-3-15,-2 2-12 16,0 3-135-16,-10 2-229 15,6 0-162-15,4 7-753 0</inkml:trace>
  <inkml:trace contextRef="#ctx0" brushRef="#br0" timeOffset="-153727.3">26072 12619 1650 0,'0'0'338'16,"0"0"170"-16,0 0-314 16,0 0-95-16,0 0 16 15,0 0 39-15,-18 136-31 16,11-84-54-16,5-4-3 15,2-6-38-15,0-5-13 16,0-7-13-16,0-4-1 16,0-4-1-16,0-5-9 15,0 0-7-15,0-3-24 16,-4-6-10-16,-1-6-50 16,-4-4-48-16,0-16-355 0,3-3-754 0</inkml:trace>
  <inkml:trace contextRef="#ctx0" brushRef="#br0" timeOffset="-153555.6">25726 12944 2181 0,'0'0'533'16,"0"0"-294"-16,0 0-127 15,0 0-70-15,143-22-19 16,-81 12-23-16,0 2-14 15,17-3-127-15,-19 4-426 16,-8-3-830-16</inkml:trace>
  <inkml:trace contextRef="#ctx0" brushRef="#br0" timeOffset="-153282.7">26761 12789 1998 0,'0'0'331'15,"0"0"40"-15,0 0-97 16,0 0-123-16,0-109-82 16,13 100-18-16,0 9-14 15,-1 2-19-15,-4 28 13 16,-6 14-4-16,-2 10 39 0,0 7-21 16,-13 0-3-16,-3 0-24 15,3-7-9-15,4-10-8 16,4-8-1-16,3-9-7 15,2-13-59-15,0-9-27 16,25-5-78-16,4-12-282 16,0-7-779-16</inkml:trace>
  <inkml:trace contextRef="#ctx0" brushRef="#br0" timeOffset="-152998.59">27372 12731 2212 0,'0'0'297'16,"0"0"-2"-16,0 0-103 15,0 0-110-15,0 0-24 16,135 10-25-16,-97-5-22 16,-9-4-11-16,-7 3-56 15,-8 0-102-15,-9 2-154 16,-3 0-204-16,-2-1-216 0</inkml:trace>
  <inkml:trace contextRef="#ctx0" brushRef="#br0" timeOffset="-152833.64">27260 12988 1614 0,'0'0'259'0,"0"0"138"15,0 0-94-15,0 0-100 16,0 0-80-16,120 6-69 16,-66-6-39-16,-3 0-15 15,11-2-43-15,-15 0-229 16,-7-3-521-16</inkml:trace>
  <inkml:trace contextRef="#ctx0" brushRef="#br0" timeOffset="-152188.14">28456 12581 2032 0,'0'0'513'0,"0"0"-167"16,0 0-146-16,0 0-81 16,0 0-58-16,0 0-29 15,0 0-13-15,-2 36 9 16,-25-6-7-16,-4 3-7 0,0 2-4 15,5-3-10-15,4-4 6 16,6-6-6-16,5-3 0 16,6-10-1-16,5-2 0 15,0-2 0-15,0 0-5 16,9-1 5-16,12 0 1 16,10-3 15-16,6-1-14 15,5 0 20-15,1 0-21 16,-1 0 6-16,-8 0-6 15,-8 0 0-15,-5 0-42 16,-6 0-32-16,-3 0-18 16,-6-1-28-16,1-10-73 15,-3-3-276-15,0-4 94 0,-4-5-130 16,0 0 132 0,0 0 326-16,0-1 47 0,0 1 290 15,0 5 52-15,0 4 0 16,0 2-29-16,0 6-29 15,0 4-79-15,0 2-74 16,0 0-80-16,0 22-3 16,0 12 39-16,0 12 2 15,-6 9-13-15,-14 3-18 16,0 0-5-16,4-4-47 16,3-6 7-16,9-10-13 15,4-8 0-15,0-11-37 16,0-10-38-16,27-9-52 0,-3 0-89 15,0-9-529-15</inkml:trace>
  <inkml:trace contextRef="#ctx0" brushRef="#br0" timeOffset="-151804.85">29204 12619 1458 0,'0'0'290'0,"0"0"-27"16,0 0 1-16,-123 74-27 15,81-26-76-15,1 8-20 16,10 5-18-16,10 1-36 15,11-6-11-15,10-8-37 16,4-10-2-16,23-11-16 16,9-12-13-16,2-9 20 15,-4-6-20-15,-3 0 9 16,-7-14-16-16,-6-7 13 16,-6 1 7-16,-8 3 21 15,-4 1-26-15,-4 3-16 16,-26 6-10-16,-10 7-37 15,-33 0-31-15,10 12-139 0,5 3-633 16</inkml:trace>
  <inkml:trace contextRef="#ctx0" brushRef="#br0" timeOffset="-149109.05">30477 12569 1631 0,'0'0'684'0,"0"0"-570"15,0 0 43-15,0 0 33 16,-13 118-40-16,5-54-37 15,4 4-40-15,0-4-22 16,-1-3-23-16,3-11-8 16,0-8-20-16,2-12 11 15,-2-7-11-15,2-11-1 16,-2-12-28-16,2 0-47 16,0-21-140-16,0-7-537 0</inkml:trace>
  <inkml:trace contextRef="#ctx0" brushRef="#br0" timeOffset="-148920.68">30314 12687 2230 0,'0'0'322'0,"0"0"54"15,0 0-234-15,142-33-85 16,-68 24-38-16,-3 3-9 15,-6 6-10-15,-7 0-101 16,-21 0-284-16,-14 3-733 0</inkml:trace>
  <inkml:trace contextRef="#ctx0" brushRef="#br0" timeOffset="-148748.72">30363 12888 933 0,'0'0'1078'0,"0"0"-882"15,0 0 278-15,0 0-260 16,0 0-65-16,0 0-66 16,153 8-42-16,-81-8-41 15,1 0-1-15,15 0-145 16,-20 0-334-16,-12 0-583 0</inkml:trace>
  <inkml:trace contextRef="#ctx0" brushRef="#br0" timeOffset="-148351.02">30918 12821 1969 0,'0'0'252'15,"0"0"70"-15,0 0-94 16,0 0-120-16,-89 109-31 16,89-73-17-16,2-5-27 15,22-4-21-15,7-8-7 16,6-7-5-16,0-7-64 15,-1-5-20-15,-5-5-79 16,-6-21-23-16,-3-1 18 0,-7-4 89 16,-1 6 79-16,-5 6 64 15,-3 8 158-15,1 8-24 16,-3 3-113-16,4 5-63 16,-2 16 2-16,3 8-1 15,-3 0 28-15,0-2-5 16,-2-5-9-16,0-8-2 15,-2-6-16-15,0-8-4 16,1 0 8-16,-3-10 50 16,0-19-46-16,2-4-13 15,0-5-13-15,8-7-1 16,0 4 0-16,9-1 0 16,18-11-31-16,-3 15-139 15,-1 6-823-15</inkml:trace>
  <inkml:trace contextRef="#ctx0" brushRef="#br0" timeOffset="-147915.83">31477 13050 1702 0,'0'0'277'0,"0"0"48"16,0 0 26-16,0 0-183 15,0 0-92-15,0 0-10 16,0 0 5-16,-18-2-33 15,16-34-30-15,0-8-1 16,2-4 1-16,0 4 44 16,6 5-22-16,8 13 26 0,-1 12-13 15,3 14-22-15,2 0-7 16,2 26-14-16,0 10 0 16,-2 6 1-16,-4 1 0 15,-6-3 5-15,-6-10-7 16,-2-8 1-16,0-8-1 15,0-9-5-15,0-5-6 16,0-7 4-16,0-21 8 16,0-8 10-16,3-7-9 15,17 3 11-15,5 4-11 16,-2 14 16-16,0 12-3 16,-5 10 2-16,-5 4-15 15,-1 24 7-15,-4 4 4 16,1 3-11-16,-2-1 5 0,-2-3-5 15,1-4-2-15,9-3-33 16,-3-8-145-16,3-8-832 0</inkml:trace>
  <inkml:trace contextRef="#ctx0" brushRef="#br0" timeOffset="-147562.54">32182 12703 1930 0,'0'0'357'16,"0"0"-152"-16,0 0-23 15,-134 90-72-15,105-46-56 16,11 0 17-16,9-3 0 0,9-12-19 16,0-4-15-16,25-13-22 15,11-8 24-15,6-4-25 16,3-7 1-16,-8-16-15 15,-5-7 0-15,-10-2-7 16,-9 1 7-16,-3 8 10 16,-10 5 5-16,0 9 53 15,0 9-19-15,0 0-38 16,0 11-10-16,0 14-1 16,-8 3 8-16,6 5-7 15,2-5 1-15,0-1-2 16,2-10-17-16,27-11-92 15,-2-4-363-15,0-2-733 0</inkml:trace>
  <inkml:trace contextRef="#ctx0" brushRef="#br0" timeOffset="-147315.74">32418 12693 1969 0,'0'0'208'0,"0"0"-76"15,0 0 16-15,-4 112-53 16,4-62 14-16,4 3 11 16,-4 1-46-16,0-4-16 15,-2-4 15-15,-18-3 24 0,-3-11-29 16,4-6-26 0,-6-9-5-16,5-7-22 0,0-7-3 15,2-3-12-15,1 0-15 16,-10-23-127-16,6 2-367 15,3 0-984-15</inkml:trace>
  <inkml:trace contextRef="#ctx0" brushRef="#br0" timeOffset="99870.4">22579 6450 1820 0,'0'0'251'0,"0"0"7"16,0 0-21-16,0 0-91 16,0 0-64-16,0 0-13 15,11 0-23-15,-5 0-4 16,2 0 11-16,4 0 11 0,1-9-4 16,6-5-9-16,1-4 10 15,-3-5-28-15,-1-3 11 16,-5-4-6-16,-1-4-2 15,-6-1-3-15,-4-6 5 16,0-1-10-16,0 0-14 16,0 2 2-16,0 1-8 15,0 6 11-15,0 4-8 16,0 8 7-16,0 2 0 16,0 8-3-16,0 2-3 15,0 6-5-15,0 0 4 16,0 3-10-16,0 0-1 15,0 0-11-15,0 0 11 0,0 12-14 16,0 13 9 0,0 8 5-16,-2 11 8 0,-8 7-7 15,2 3-1-15,-3 1 2 16,-1-2 4-16,4 0 0 16,-3-4-6-16,1-3 0 15,4-3 0-15,-1-2 1 16,-1-4-1-16,0-1 0 15,4-2 0-15,-3-4 1 16,3 0-2-16,2-1 1 16,0-5-1-16,0-1 1 15,2-2-6-15,0-3 6 16,0-2 0-16,0 0 0 16,0-4 0-16,0-2-9 15,0 0-12-15,0-4-2 0,0-4-13 16,0 0 9-16,0 0-13 15,0-2 10-15,0 0-9 16,0 0-3-16,0 0-3 16,0 0-10-16,-6 0-34 15,-5-6-96-15,1 0-324 16,-4 1-182-16</inkml:trace>
  <inkml:trace contextRef="#ctx0" brushRef="#br0" timeOffset="100065.76">22269 6875 971 0,'0'0'291'0,"0"0"199"16,0 0-135-16,0 0-20 15,0 0-141-15,0 0-80 16,0 0-43-16,78 0-2 16,-47 0-9-16,4-5-35 15,-4-2-10-15,1 4-13 16,2-1-2-16,17-3-148 15,-6 5-435-15,-6-3-550 0</inkml:trace>
  <inkml:trace contextRef="#ctx0" brushRef="#br0" timeOffset="100244.2">23029 6837 1667 0,'0'0'322'0,"0"0"-152"16,0 0 182-16,0 0-140 0,0 0-55 15,-7 133-57-15,-6-95-37 16,0 2-31-16,-3 2-20 16,3 0-9-16,-3 3-3 15,-13 5-94-15,4-10-359 16,-2-8-543-16</inkml:trace>
  <inkml:trace contextRef="#ctx0" brushRef="#br0" timeOffset="101294.56">24190 6454 1048 0,'0'0'332'16,"0"0"25"-16,0 0-63 16,0 0-65-16,0 0-59 15,0 0-20-15,0 0-59 16,34-31-51-16,-14 19-1 16,4-3-5-16,5 5-7 15,0 1 8-15,0 0-14 0,-2 6 0 16,-2 3-19-16,-3 0 4 15,-5 0-5-15,-3 12-1 16,-3 7 0-16,-2 6-1 16,-2 3 1-16,-7 2 0 15,0 2 0-15,0 2-12 16,-9-1 12-16,-13 2 0 16,-5 1 1-16,-4-1 9 15,0-4-9-15,-5-1 6 16,2-1-5-16,1-5 4 15,-1-2-5-15,5-5 0 16,2-2 5-16,8-6-5 16,1-2 1-16,7-3 4 15,4-4-5-15,4 0 6 16,3 0 1-16,0 0 10 16,0 0 34-16,0 0-37 0,3-4 4 15,6-4-7-15,4 2 3 16,3-2-7-16,-1 4 7 15,3 2-6-15,3 2-2 16,3 0-5-16,0 0-1 16,3 0 5-16,0 7-6 15,-2 2 0-15,2-2 6 16,-6 2-6-16,0-3 0 16,-1 2 0-16,-5-2 0 15,1 0-46-15,20-2-120 16,-7-2-364-16,4-2-403 0</inkml:trace>
  <inkml:trace contextRef="#ctx0" brushRef="#br0" timeOffset="101491.89">24980 6978 1388 0,'0'0'196'15,"0"0"67"-15,0 0 268 16,-63 149-298-16,41-91-78 15,1 0-44-15,2-2-46 16,3-4-27-16,5-4-31 16,0-6-7-16,2-4-13 15,9-1-168-15,0-12-419 0,0-10-803 16</inkml:trace>
  <inkml:trace contextRef="#ctx0" brushRef="#br0" timeOffset="102390.33">26230 6242 998 0,'0'0'405'16,"0"0"-17"-16,0 0-85 15,0 0-11-15,0 0-155 16,0 0-90-16,154-34-35 16,-94 26 21-16,-2 2 34 15,-9 3-22-15,-11 3-17 16,-11 0-16-16,-12 7-4 15,-8 12-8-15,-7 10-1 16,0 3-6-16,-11 2 7 0,-14-1 16 16,-6-1-3-16,-5-5-1 15,-1-1-11-15,-3-3 6 16,1-5-7-16,8-3 2 16,4-2 4-16,10-5-7 15,3-2 1-15,7-4 0 16,5 0-15-16,2-2-40 15,0 0 14-15,11 0 10 16,14 0 19-16,6 0 0 16,4 0 11-16,4 0 1 15,-1 0 0-15,-1 0-1 16,-1 15 1-16,-5 6-2 0,-6 4-6 16,-7 4 8-16,-7 0 0 15,-9 0 12-15,-2 0-11 16,0-6 15-16,-9 0 5 15,-13-7 0-15,-9-2-8 16,-7-5-4-16,-4-2 0 16,-1-5-8-16,-1-2 7 15,-1 0-7-15,1 0-2 16,-4-10-5-16,-29-1-162 16,9 3-175-16,4 3-427 0</inkml:trace>
  <inkml:trace contextRef="#ctx0" brushRef="#br0" timeOffset="147678.24">1125 14766 1751 0,'0'0'360'16,"0"0"-203"-16,0 0 73 0,0 0-68 15,0 0-100 1,0 0-20-16,0 0 0 0,105-24-8 16,-94 52 7-16,-11 2-12 15,0 3 16-15,-6-1-22 16,-17-6 2-16,1-4-24 15,4-8 8-15,2-8-3 16,3-6 12-16,2-6 4 16,4-22-4-16,3-2-9 15,4-10-9-15,0 6 20 16,6 5-13-16,10 7 14 16,2 10-20-16,0 10 2 15,-3 2-3-15,-1 9 0 16,-5 13 0-16,-5 5 8 15,-4 0 11-15,0 1 1 0,-13-2 11 16,-7-8-30-16,2-8 11 16,2-8-6-16,5-2 7 15,0-4 2-15,2-22 0 16,5-6-14-16,-1-3 0 16,5 3 14-16,0 6-9 15,5 8 10-15,10 10-10 16,3 7 0-16,0 1-6 15,-3 0 0-15,-6 13-1 16,-7 6 1-16,-2 2 8 16,-6 4 2-16,-14-1 23 15,-7-2-32-15,3-6 8 0,1-4-8 16,8-12 11-16,1 0-2 16,5-4 2-16,5-15-12 15,4-2-3-15,0 3 3 16,0 1 0-16,17 6 16 15,6 4-15-15,0 5 14 16,-6-2-13-16,-1 4 4 16,-10 0-6-16,-1 0 0 15,-5 0 0-15,0 4 0 16,0 6 10-16,-13-2-4 16,-3 2-12-16,5-1-15 15,0-5-51-15,6-4-67 16,5 0-58-16,0 0-411 15,14-14-725-15</inkml:trace>
  <inkml:trace contextRef="#ctx0" brushRef="#br0" timeOffset="147979.83">1638 14207 1592 0,'0'0'770'0,"0"0"-663"16,0 0 122-16,139 42-34 16,-84 8-118-16,-4 16-22 0,-15 13-21 15,-12 11 8-15,-13-2 2 16,-9-2-3-16,-2-6-40 15,0-10 12-15,-4-12-8 16,-3-7-5-16,3-15-39 16,4-10-117-16,0-8-389 15,0-14-435-15</inkml:trace>
  <inkml:trace contextRef="#ctx0" brushRef="#br0" timeOffset="148557.23">2828 14364 1854 0,'0'0'273'16,"0"0"21"-16,0 0-29 16,0 0-174-16,0 0-41 15,0 0 6-15,134-94-28 0,-94 94-12 16,-2 11-15-16,-5 15 5 15,-6 9-6-15,-9 5 0 16,-11 5-1-16,-7 4 1 16,0 4 1-16,-23-2 5 15,-4 2 4-15,-4-4-10 16,-2-1 0-16,0-8 2 16,1-8-3-16,3-5 2 15,5-10 4-15,4-8-4 16,4-6 11-16,5-3 16 15,5 0 38-15,6 0-8 0,0 0-14 16,0 0-13 0,17-1-14-16,12-5 4 0,11-4 7 15,1 2 11-15,-1 4-6 16,-5 4-21-16,-4 0-11 16,-6 0-1-16,-2 4 0 15,-6 9-45-15,1 6-28 16,11 3-137-16,-4-5-487 15,-4-6-478-15</inkml:trace>
  <inkml:trace contextRef="#ctx0" brushRef="#br0" timeOffset="149089.93">3836 14096 1892 0,'0'0'298'16,"0"0"-24"-16,0 0-120 0,0 0-2 16,40 121 28-16,-13-45-57 15,4 10-65-15,-5-1-8 16,1-3-23-16,-4-10-26 16,-5-10 6-16,-5-12-5 15,-5-14-4-15,-2-12 10 16,-4-12-8-16,-2-12 0 15,0 0 26-15,0-14-14 16,-2-17-5-16,-4-6 8 16,6-1-4-16,0 1 22 15,10 6-32-15,12 4 32 16,4 10-27-16,4 9 9 16,-1 8-9-16,-3 8-1 15,-3 18-4-15,-6 11 0 16,-3 2 0-16,-3 3 7 0,1-2-13 15,-4-4 5-15,3-1-34 16,10-5-93-16,-3-8-137 16,-1-12-609-16</inkml:trace>
  <inkml:trace contextRef="#ctx0" brushRef="#br0" timeOffset="149398.65">4483 14517 1702 0,'0'0'268'0,"0"0"-9"15,0 0-10-15,0 0-104 0,-99 139-55 16,94-83 17-16,5 2-8 16,5-3-47-16,22-11-13 15,6-14-38-15,10-18 9 16,-1-12-9-16,1-7 23 15,-3-27-11-15,-11-6-4 16,-12-2 0-16,-7-7 0 16,-10 1 3-16,0 9 3 15,-5 3 19-15,-9 12-28 16,1 2 9-16,2 10-15 16,0 2-34-16,4 5-267 15,3 2-1333-15</inkml:trace>
  <inkml:trace contextRef="#ctx0" brushRef="#br0" timeOffset="149879.28">4788 14788 1654 0,'0'0'241'0,"0"0"271"16,0 0-286-16,4 111-84 16,-4-87-99-16,2-10 5 15,1-6-33-15,-3-8 1 16,0 0 14-16,0-22 74 15,0-14-61-15,0-8-31 16,0-2-2-16,4 1-10 16,8 11 14-16,3 10-7 0,3 16-2 15,4 8-4 1,0 5 0-16,3 21-1 0,-5 11-2 16,-5 7 2-16,-6 4 0 15,-4-6 0-15,-5-3 11 16,0-16-11-16,0-6 1 15,0-17 4-15,0 0 1 16,0-22 7-16,0-14-13 16,0-8 1-16,11 0-2 15,4 6 3-15,3 7 8 16,1 9-10-16,0 14 24 16,1 8-22-16,1 8 7 15,-2 14-8-15,-3 5 13 16,-5 5-4-16,0-4-10 15,-4-2 9-15,-2-3-1 0,-3 0-16 16,-2-5 14-16,2 3-12 16,-2-2-7-16,4 0-62 15,7 1-147-15,28-3-478 16,-4-13-58-16,3-4-262 0</inkml:trace>
  <inkml:trace contextRef="#ctx0" brushRef="#br0" timeOffset="150307.12">5256 14374 2365 0,'0'0'313'0,"0"0"-118"0,0 0-62 16,0 0-24-16,69 138-13 15,-35-70-43-15,-6 10-5 16,-6 3-39-16,-8-8 10 15,-7-10-19-15,-7-11 1 16,0-20-1-16,0-16-6 16,0-16-15-16,0 0 21 15,0-30-14-15,0-6-1 16,6-12 8-16,15 2-5 16,3 1-2-16,10 7 7 15,6 9-8-15,-1 10 6 16,2 17 1-16,-5 2 8 0,-7 26-3 15,-10 10-6 1,-9 8 9-16,-10 2 0 0,0-3 7 16,-16-7 1-16,-11-8 7 15,-9-7 4-15,-4-12 5 16,-5-7-9-16,1-2 4 16,7-4-18-16,5-15 3 15,12-4-4-15,9-3-27 16,11-18-74-16,7 6-238 15,12 3-736-15</inkml:trace>
  <inkml:trace contextRef="#ctx0" brushRef="#br0" timeOffset="150688.42">5885 14892 1813 0,'0'0'339'16,"0"0"42"-16,0 0-198 15,0 0-89-15,0 0-61 16,-29-112-27-16,44 76-6 16,7 0-9-16,5 4 3 15,0 6-41-15,2 9 46 16,4 0-20-16,1 11 15 16,-1 6-4-16,-2 0 9 15,-6 6-25-15,-5 14-23 16,-9 2 37-16,-4-1 5 15,-5-9 7-15,-2 0 0 16,0-7 25-16,0-1 30 0,0-4 12 16,4 6-41-16,6 2-8 15,0 3 6-15,11-4 1 16,4-2 15-16,6-5 31 16,0 0 17-16,-4-5-72 15,-6-13-11-15,-2-8-5 16,-9 0-44-16,-10-12-77 15,0 9-214-15,0 2-498 0</inkml:trace>
  <inkml:trace contextRef="#ctx0" brushRef="#br0" timeOffset="150877.67">6375 14526 1109 0,'0'0'331'0,"0"0"41"16,0 0-108-1,0 0-103-15,56 124 15 0,-37-76 45 16,2 3-109-16,-5-7-40 15,-6-7-60-15,-7-6-6 16,-3-5 1-16,0-12 1 16,-18-6-8-16,-9-4-48 15,-4-4-28-15,-18-4-76 16,9-13-170-16,7 2-530 0</inkml:trace>
  <inkml:trace contextRef="#ctx0" brushRef="#br0" timeOffset="151356.89">7208 14517 2013 0,'0'0'262'0,"0"0"-199"16,0 0 65-16,21 133-12 15,-5-75-57-15,1-5 22 0,1-12-29 16,-1-9-25-16,-3-15-20 15,-3-15 4-15,-7-2 10 16,-4-19 7-16,0-15-13 16,0-8 4-16,3-4 38 15,10 2 21-15,10 2-12 16,8 8-29-16,5 12 23 16,1 7-9-16,-3 15 5 15,-5 0-22-15,-5 20-18 16,-9 6-4-16,-1 9-6 15,-5 1-3-15,-2 0 3 16,0-5-12-16,-1-4 3 0,7-10-62 16,19-17-139-16,-6 0-543 15,3-11-1122-15</inkml:trace>
  <inkml:trace contextRef="#ctx0" brushRef="#br0" timeOffset="151629.74">7766 14534 1935 0,'0'0'343'0,"0"0"-164"16,0 0 60-16,-49 125-61 15,46-66-99-15,3-2-20 16,14-13-38-16,20-10-9 16,3-18-12-16,3-16 0 15,-1 0 21-15,-6-23-6 16,-9-12 6-16,-8-6-6 0,-14 1 21 15,-2 1-36-15,-4 4 17 16,-19 5-17-16,-4 5 7 16,-2 11-7-16,0 2-1 15,2 12-12-15,-2 0-105 16,10 0-361-16,10 9-695 0</inkml:trace>
  <inkml:trace contextRef="#ctx0" brushRef="#br0" timeOffset="152190.69">8902 14436 1898 0,'0'0'267'0,"0"0"-113"15,0 0 52 1,-133 28-111-16,104-7-43 0,11 6-12 16,9-1-14-16,9 6-20 15,0-4 10-15,11 7 8 16,16 0 4-16,4 0 11 16,0 1-15-16,-4-3 1 15,-4 2-16-15,-13-5-2 16,-5-2-6-16,-5-5 4 15,-9 2 12-15,-18-5-8 16,-6-3 1-16,-3-10-1 16,1-7 11-16,6 0-8 15,6-7 4-15,13-14-15 16,10 1-1-16,0-6-51 0,26 4-21 16,16-2-34-16,14 2-13 15,13-5 15-15,12 1 28 16,8-2-60-16,31-10-89 15,-22 10-285-15,-19 2-171 0</inkml:trace>
  <inkml:trace contextRef="#ctx0" brushRef="#br0" timeOffset="152349.57">9396 14618 857 0,'0'0'701'0,"0"0"-302"16,0 0-84-16,0 0-139 16,0 0-109-16,0 0-26 15,-99 134 3-15,99-96 14 16,0 5 1-16,23-4-18 15,6-2 2-15,6-16-21 0,5-6 20 16,5-10-24-16,22-14-18 16,-11-14-154-16,-7-4-484 0</inkml:trace>
  <inkml:trace contextRef="#ctx0" brushRef="#br0" timeOffset="152577.51">10153 14347 1998 0,'0'0'516'15,"0"0"-288"-15,0 0-119 16,0 0 88-16,27 124-67 0,-11-61-68 16,-3 3-29-1,-2-2-17-15,0-8-16 0,-2-10-5 16,1-12-64-16,-2-9-41 15,25-25-226-15,-1 0-440 16,5-18-622-16</inkml:trace>
  <inkml:trace contextRef="#ctx0" brushRef="#br0" timeOffset="152854.17">10551 14536 1996 0,'0'0'389'16,"0"0"-136"-16,0 0-86 0,0 0-78 15,-101 109-21 1,101-68 10-16,13-1-10 0,23-14-47 16,8-8-15-16,5-16 0 15,-2-2-6-15,-6-18-28 16,-10-10-47-16,-9-7 39 16,-11-6 33-16,-7 9 3 15,-4 6 24-15,0 9 60 16,0 12-9-16,0 5-50 15,5 5-25-15,4 27-1 16,4 6 1-16,0 8-2 16,10 12-59-16,-7-12-494 15,1-12-1187-15</inkml:trace>
  <inkml:trace contextRef="#ctx0" brushRef="#br0" timeOffset="153183.7">11903 14212 2070 0,'0'0'504'0,"0"0"-335"16,0 0 103-16,-2 145-76 15,2-63-106-15,0 13-20 16,9-1-27-16,7-14-29 16,1 0-14-16,5-15-2 15,-1-14-5-15,-4-19-74 16,1-32-105-16,-7 0-358 15,-1-32-428-15</inkml:trace>
  <inkml:trace contextRef="#ctx0" brushRef="#br0" timeOffset="153347.84">12184 14221 1987 0,'0'0'596'16,"0"0"-349"-1,0 0-29-15,0 0-30 16,16 162-49-16,-16-86-73 0,0 5-24 15,0-5-42-15,6-8 0 16,8-8-38-16,8-6-93 16,-2-18-218-16,-2-15-1051 0</inkml:trace>
  <inkml:trace contextRef="#ctx0" brushRef="#br0" timeOffset="153880.82">12520 14664 2114 0,'0'0'323'16,"0"0"53"-16,116-77-93 16,-58 51-174-16,-6 3-67 0,-6 7-33 15,-11 6-8-15,-16 2-1 16,-13 1 0-16,-6 4-20 16,-6-1 20-16,-23-1 1 15,-7 5-1-15,-3 0 21 16,-2 5-14-16,3 17 7 15,5 9-8-15,10 13-5 16,12 5 0-16,11 6 7 16,0-4 5-16,21-5-11 15,8-9-1-15,4-16 11 16,5-12-24-16,0-9 12 16,-1-9-51-16,0-18-61 15,-6-13-184-15,-4-7-415 16,-8-1 68-16,-3 4 355 0,-3 11 288 15,-4 6 384-15,-4 13 20 16,2 12 72-16,-1 2-364 16,3 14-77-16,5 18 40 15,3 3 20-15,5 11-33 16,7-7-15-16,3-8-5 16,1-8-28-16,2-12 7 15,-1-11 9-15,-3-7-12 16,0-23-2-16,-4-8-3 15,-4-2 11-15,-10-2-23 16,-6 5 32-16,-7 6-21 16,0 2 12-16,0 5-24 15,-2 2 0-15,-3 3-8 0,5-3-75 16,0 4-394-16,3 2-1361 0</inkml:trace>
  <inkml:trace contextRef="#ctx0" brushRef="#br0" timeOffset="154377.11">13546 14478 1958 0,'0'0'303'16,"0"0"-95"-16,0 0-40 15,-121 114-77-15,106-66-61 16,13 3-2-16,2 0-6 0,9-9 0 15,20-11-22-15,4-16-1 16,3-12-56-16,1-3-46 16,0-21-1-16,-6-16-27 15,-7-8 5-15,-6-3 66 16,-7 4 60-16,-6 6 31 16,-3 13 201-16,0 14 25 15,-2 11-89-15,0 0-125 16,2 23-42-16,5 14 9 15,2 7 2-15,2-4 18 16,2 1 7-16,1-10-4 16,-3-11-32-16,-5-9 21 15,-1-11-22-15,-3 0 22 0,0-23 4 16,-2-13-17-16,5-8-8 16,4-10 1-16,6 1 4 15,8 6-6-15,4 10 0 16,-1 15-6-16,-1 17 6 15,-3 5 0-15,-4 26-1 16,-5 12 0-16,-4 9 1 16,-4 4-2-16,-5 0 2 15,0-5-23-15,-5 0-122 16,-6-12-224-16,4-12-684 0</inkml:trace>
  <inkml:trace contextRef="#ctx0" brushRef="#br0" timeOffset="154848.98">14493 14203 1833 0,'0'0'347'16,"0"0"-211"-16,0 0 82 16,-2 164-4-16,20-85-112 15,5-1 7-15,-2-8-37 16,2-12-43-16,-5-16-20 0,-3-14 4 16,-5-16-13-16,-4-12 0 15,3 0 5-15,-1-26-5 16,9-14 7-16,7-4 2 15,7 0-15-15,7 5 6 16,4 14 0-16,3 9-6 16,1 16 5-16,0 0 0 15,-7 17-6-15,-10 12 5 16,-10 0-1-16,-19 3-4 16,0-3 14-16,-23 3 7 15,-17-9 62-15,-5 4 11 16,-1-3-19-16,5-5-40 15,10-8-9-15,14-8-19 0,9-3 0 16,8-9-27-16,10-39-93 16,17 4-166-16,2 3-739 0</inkml:trace>
  <inkml:trace contextRef="#ctx0" brushRef="#br0" timeOffset="154999.77">15178 14558 320 0,'0'0'1815'15,"0"0"-1469"-15,0 0 140 16,0 0-338-16,0 106-88 16,0-79-42-16,0-10-18 15,11 1-12-15,9-10-104 16,-7-2-489-16,3-6-924 0</inkml:trace>
  <inkml:trace contextRef="#ctx0" brushRef="#br0" timeOffset="155592.83">15446 14668 396 0,'0'0'1935'0,"0"0"-1627"16,0 0-35-16,0 0-116 16,0 0-84-16,124-58-52 15,-64 35-4-15,-6 6-2 16,-16-1-6-16,-16 2-9 0,-17 2 1 15,-5 4 10 1,-14 2-10-16,-20 6 2 16,-5 2 3-16,-6 4-7 0,3 19 1 15,6 12-1-15,7 8 0 16,11 0 1-16,11 1 0 16,7-4 0-16,5-8 0 15,26-14-16-15,10-12 16 16,9-6 0-16,6-10-5 15,-4-18-63-15,-6-10-5 16,-13-2 4-16,-12-1 38 16,-13 6 23-16,-6 7 8 15,-2 10 29-15,0 6 25 16,0 12 2-16,-4 0-39 16,0 22-16-16,2 14-1 0,2 8 1 15,0 5 7-15,0 0-8 16,0-5 0-16,0-9 4 15,0-11-10-15,0-14 12 16,0-10-4-16,0-2 7 16,0-30-9-1,10-12-39-15,17-9 13 0,8-5 15 16,4 4 11-16,-1 8 58 16,-5 11-29-16,-4 10 8 15,-4 16-11-15,-4 9-14 16,-6 11-11-16,-5 21 0 15,-2 5-1-15,-8 6 1 16,0-2-2-16,-8 12-76 0,-4-16-241 16,1-14-787-16</inkml:trace>
  <inkml:trace contextRef="#ctx0" brushRef="#br0" timeOffset="156087.3">17132 14534 2136 0,'0'0'295'0,"0"0"-148"16,0 0 148-16,56 125-108 16,-13-76-66-16,10-5-64 15,7-16-21-15,3-10-22 16,-3-16-6-16,-9-2-8 15,-9-16 0-15,-15-16-16 16,-9-3-11-16,-11-3 25 16,-7 4 2-16,0 11 8 0,0 15 28 15,0 8 28-15,0 4-49 16,0 50-15-16,12 36 9 16,-4 9 4-16,3-3 4 15,-1-6-11-15,0-30 6 16,3 5-12-16,1-5 0 15,1-16-12-15,2-22-36 16,22-22-66-16,-5 0-103 16,3-22-431-16</inkml:trace>
  <inkml:trace contextRef="#ctx0" brushRef="#br0" timeOffset="156425.5">18230 14766 2184 0,'0'0'275'0,"0"0"-32"16,0 0-59-16,22 131-119 15,-13-83-42-15,0-5-11 16,-3-14-12-16,-1-9 0 16,-5-14-35-16,0-6-38 15,0-10-9-15,0-20 49 16,0-14 27-16,0-6 6 15,9-2 66-15,13 2 26 16,5 4 3-16,4 11-19 16,2 7-36-16,0 16-38 0,-3 12 20 15,-4 18-20 1,-5 27 10-16,-8 17 6 0,-9 10 0 16,-4 2-11-16,0-6-7 15,0-10-11-15,0-17-61 16,0-18-159-16,14-11-633 0</inkml:trace>
  <inkml:trace contextRef="#ctx0" brushRef="#br0" timeOffset="156800.55">18883 14691 1766 0,'0'0'663'0,"0"0"-453"15,0 0-128 1,0 0 45-16,-32 116-24 0,22-66-34 15,-4 2-37-15,3-11-5 16,4-6-25-16,5-17 19 16,2-8-3-16,0-10 6 15,20 0 6-15,9-25 4 16,4-8-20-16,3-6-14 16,-5 0 0-16,-7 3 6 15,-7 6-4-15,-11 2-1 16,-6 7 5-16,0 11 14 15,0 7 20-15,-11 3-29 16,-7 8-11-16,0 25-2 16,-2 14 2-16,2 4-6 15,10 6 14-15,8-11-14 0,0-10 6 16,12-14-8 0,15-17-23-16,4-5-16 0,3-21 4 15,-5-18-38-15,6-32-115 16,-8 5-289-16,-6 7-151 0</inkml:trace>
  <inkml:trace contextRef="#ctx0" brushRef="#br0" timeOffset="157386.55">19873 14722 1523 0,'0'0'522'16,"0"0"-357"-16,0 0 43 16,0 0 35-16,35 133-79 15,-28-61-13-15,-1 0-59 0,1-2-39 16,-2-10-28 0,-1-12-11-16,1-13-13 0,-3-15 5 15,-2-12-5-15,0-8-1 16,0-7 8-16,0-22-8 15,-5-12-2-15,1-13-8 16,4-6 10-16,2-1 0 16,27 0 8-16,18 3-8 15,11 10 1-15,8 15 8 16,2 20-8-16,-8 13-1 16,-16 13 0-16,-19 29 0 15,-19 9 0-15,-6 5 0 16,-26-5 16-16,-16-5 34 15,-3-9 7-15,3-15-10 0,6-8-21 16,7-12-26 0,9-2 19-16,7-8-11 0,8-14-8 15,5-6-24-15,0 2-61 16,18-14-38-16,4 12-215 16,5 1-419-16</inkml:trace>
  <inkml:trace contextRef="#ctx0" brushRef="#br0" timeOffset="157814.7">20399 14887 1781 0,'0'0'297'0,"0"0"-1"16,0 0-24-16,-13 110-95 0,38-87-75 16,21-10-38-1,9-12-17-15,4-1-7 0,-1-17-21 16,-12-12-18-16,-13-4 16 15,-10-6-17-15,-12 4 0 16,-11 5-29-16,0 4-15 16,0 8-34-16,-7 4-70 15,1 9 15-15,6 0 18 16,0 5-72-16,13 0 26 16,16 0 129-16,11 0 29 15,4 0 3-15,6 0 147 16,-10 0 61-16,-9 0-65 15,-15 0-80-15,-12 0 20 16,-4 0-2-16,-7 0 21 16,-13 5-34-16,-4 9-2 0,-1 9-43 15,8 7-11-15,5 3-11 16,8 6 7-16,4 1-7 16,0-4-1-16,16-6 0 15,13-8-15-15,13-11-34 16,11-11-104-16,50-5-68 15,-12-22-286-15,-8 1-681 0</inkml:trace>
  <inkml:trace contextRef="#ctx0" brushRef="#br0" timeOffset="158346.16">21418 14783 1854 0,'0'0'569'16,"0"0"-310"-16,0 0-80 0,-130-8-55 15,103 28-72-15,7 10-30 16,6 10-4-16,12-1-4 15,2 7 23-15,2-8-7 16,23-9 2-16,6-9-23 16,7-10-3-16,5-10 6 15,1 0-5-15,1-22-7 16,-5 0 0-16,-5-6-8 16,-5 3 4-16,-8 2-4 15,-9 0 4-15,-1 6-5 16,-8 2-6-16,-2 1 13 15,0 2-4-15,-2-1 6 16,3 1 0-16,-1-2 0 0,2 4 0 16,-2 1 1-1,-2 1 3-15,0 3-4 0,0 0 0 16,0 1 0-16,0-5 0 16,0-4 1-16,2-5-1 15,0-12 1-15,2-7 0 16,-2-4 16-16,-2-2-16 15,0-3 26-15,0 5-9 16,0 3 14-16,0 1-2 16,0 3-9-16,0 6 5 15,0 5-3-15,0 4-1 16,0 14 2-16,0 5-1 16,0 15-23-16,0 30-1 15,0 16 0-15,0 16-1 16,0 5 2-16,-8-2-6 0,4-10 6 15,0-11-1-15,2-13-23 16,2-15-64-16,4-13-55 16,16-7-503-16,5-11-279 0</inkml:trace>
  <inkml:trace contextRef="#ctx0" brushRef="#br0" timeOffset="158880.94">21709 14837 1595 0,'0'0'401'0,"0"0"144"15,0 0-315-15,0 0-142 16,0 0-41-16,154-47-2 16,-94 40-24-16,-8-4 24 0,-13 1-31 15,-16 0-1-15,-14-2-3 16,-9 2 17-16,-7-2 3 16,-20 6-1-16,-4 6-10 15,-2 6-10-15,2 25-7 16,4 8 4-16,6 10-5 15,13 2 0-15,8 0 14 16,0-5-9-16,18-14-5 16,13-12 0-16,11-14 0 15,5-6-1-15,2-18-28 16,-4-16-46-16,-5-12-39 16,-7-4 29-16,-10 1 32 15,-8 1 52-15,-4 12 1 0,-8 14 72 16,-1 16 53-16,-2 6-50 15,0 15-56-15,2 20-20 16,2 14 22-16,5 5-16 16,0 4 24-16,4-9 23 15,1-12 8-15,-5-14-34 16,0-16-18-16,-5-7 1 16,1-24 10-16,2-14-20 15,3-11 0-15,7-13-1 16,4 3 2-16,10 2-2 15,0 7 0-15,1 19-5 16,-1 8-7-16,-9 19 1 16,-3 4 6-16,-11 30-5 15,-8 13 10-15,0 8-20 16,-11 26-48-16,-7-19-140 0,3-10-538 0</inkml:trace>
  <inkml:trace contextRef="#ctx0" brushRef="#br0" timeOffset="159338.98">23537 14596 1780 0,'0'0'222'16,"0"0"-159"-16,0 0-41 16,0 0-20-16,0 0 27 15,0 0 57-15,0 0 41 0,-60-26 58 16,18 40-21 0,4 9-39-16,15 3-38 0,13 13-39 15,10 3 31-15,2 5 18 16,29-1-43-16,11-14-27 15,16-6-26-15,9-19-1 16,36-7-44-16,-16-21-156 16,-12-5-516-16</inkml:trace>
  <inkml:trace contextRef="#ctx0" brushRef="#br0" timeOffset="159601.88">23987 14508 1768 0,'0'0'522'15,"0"0"-238"-15,0 0-196 16,0 0 32-16,0 0-42 16,25 148-20-16,-14-96-14 15,-4-3-13-15,-5-8-17 16,-2-9 13-16,0-7 23 16,-14-11-8-16,-7-11 3 15,-4-3-24-15,-2 0-5 16,5-2-16-16,3-10-15 15,7 5-44-15,5-3-47 16,5 2-45-16,2 0-106 16,19-10-122-16,10 1 0 15,8 2-467-15</inkml:trace>
  <inkml:trace contextRef="#ctx0" brushRef="#br0" timeOffset="159819.36">24400 14275 2386 0,'0'0'494'16,"0"0"-339"-16,0 0-52 15,29 102 22-15,-20-31-45 16,-1 15-21-16,-3-2-13 16,-5 1-34-16,0-9-6 15,0-12-6-15,0-16-15 16,0-12-40-16,-11-18-48 15,-6-18-76-15,1-18-377 0,5-12-1130 16</inkml:trace>
  <inkml:trace contextRef="#ctx0" brushRef="#br0" timeOffset="159978.04">24357 14640 2410 0,'0'0'492'16,"0"0"-279"-16,0 0-117 15,0 0-35-15,121-7-39 16,-59 2-22-16,3 5-71 16,13-4-156-16,-20 2-469 15,-11-4-774-15</inkml:trace>
  <inkml:trace contextRef="#ctx0" brushRef="#br0" timeOffset="160276.65">24824 14555 1964 0,'0'0'553'16,"0"0"-296"-16,0 0-95 15,0 0-66-15,0 0-35 16,-101 113-2-16,101-77 10 16,7 2-17-16,20-4-19 15,8-3-16-15,7-17-6 16,4-6-5-16,-2-8-6 16,-9-4-42-16,-6-19-9 15,-8-7 16-15,-9-3 2 16,0 2 32-16,-5 2-1 15,-3 8 2-15,-2 8 30 16,0 4 17-16,1 6-7 16,1 3-20-16,8 0-1 0,3 0-18 15,9 0 18-15,8 0-13 16,1 0-6-16,0-9-15 16,8-5-104-16,-12 2-181 15,-3-2-683-15</inkml:trace>
  <inkml:trace contextRef="#ctx0" brushRef="#br0" timeOffset="160945.88">26112 14679 2058 0,'0'0'350'0,"0"0"-42"16,0 0-144-16,0 0-100 16,172-7-43-16,-108 3-3 15,-8-6-18-15,-16 2 18 16,-22-2-7-16,-18 3 13 15,-10 0 25-15,-31 5-37 16,-13 2-12-16,-2 0 0 0,5 12 7 16,14 11-6-16,10 9 8 15,17 3-8-15,10 1 7 16,10-1-2-16,27-7-6 16,17-12 9-16,9-11-9 15,5-5-49-15,-1-7-117 16,-5-17-55-16,-12-11-79 15,-13-1 44-15,-10 0 157 16,-12 7 99-16,-5 4 220 16,-6 13 296-16,-1 8-260 15,-1 4-141-15,0 0-67 16,2 18-17-16,6 6 28 16,3 0-29-16,0-2 23 0,1-8 7 15,-4-5-22 1,2-9-19-16,-3 0 2 0,-1-19-21 15,6-13-29-15,4-2-10 16,4-6-24-16,5 0 44 16,0 8 0-16,-6 2 19 15,-2 14 9-15,-5 12 21 16,-6 4-20-16,1 15-8 16,-1 20 13-16,0 5-14 15,1 1 2-15,-1 2-3 16,4-5 0-16,7-3-69 15,46 4-106-15,-1-8-181 16,6-7-436-16</inkml:trace>
  <inkml:trace contextRef="#ctx0" brushRef="#br0" timeOffset="161411.13">27565 14679 1825 0,'0'0'561'16,"0"0"-274"-16,0 0-180 16,125-17-62-16,-49 13-25 15,6 0 107-15,-8 0-36 16,-18-8-55-16,-25 2-23 16,-22-2-11-16,-9 0-2 15,-18 0-6-15,-20 0 6 0,-8 7 5 16,-2 0-4-16,4 5 0 15,6 5 7-15,9 20-7 16,9 8 11-16,11 6-2 16,9 1 35-16,3-3-18 15,28-14-6-15,13-2-4 16,12-14-10-16,6-7-7 16,1-2 0-16,-5-24-28 15,-7-12-53-15,-11-14-103 16,-11-10-171-16,-10-4 7 15,-5 6 170-15,-5 5 178 16,-5 17 383-16,2 20-33 16,-2 17-105-16,-4 2-157 15,0 36-55-15,0 19 23 16,0 8 11-16,0 6-50 0,-2-1-16 16,2-9-1-16,-2-4-59 15,-2-17-142-15,2-16-764 0</inkml:trace>
  <inkml:trace contextRef="#ctx0" brushRef="#br0" timeOffset="162086.98">29237 14717 1824 0,'0'0'293'0,"0"0"81"16,0 0-55 0,0 0-185-16,0 112-83 0,0-98-30 15,0-11-6-15,0-3-9 16,0-13-6-16,0-22-96 15,0-11-99-15,0-6 126 16,0 2 69-16,0 0 30 16,12 14 125-16,7 10-20 15,8 14-59-15,4 12-33 16,7 0-25-16,3 26-9 16,-2 9-1-16,-7 2-8 15,-10 1 4-15,-11-9 2 16,-9-2-6-16,-2-11 0 0,0-10 0 15,-8-6-6 1,-1 0-37-16,1-26-1 0,8-9 4 16,0-11 27-16,21 5 13 15,6 1 16-15,4 10 36 16,0 14 10-16,2 16-13 16,-1 2-28-16,1 28-1 15,-2 12 1-15,-4 6 18 16,-4-2-12-16,-8-2-7 15,-4-10-20-15,-4-7-1 16,-3-13-66-16,-2-9-159 16,-2-5-683-16</inkml:trace>
  <inkml:trace contextRef="#ctx0" brushRef="#br0" timeOffset="162229.69">30024 14628 1967 0,'0'0'374'16,"0"0"123"-16,0 0-270 15,-13 114-80-15,13-77-84 16,0-5-35-16,0-10-28 16,4-16-55-16,5-4-257 15,-3-2-798-15</inkml:trace>
  <inkml:trace contextRef="#ctx0" brushRef="#br0" timeOffset="162516.28">30325 14504 1850 0,'0'0'289'0,"0"0"83"0,0 0-222 16,0 0-90-16,0 0-1 16,0 0 12-16,0 120-21 15,20-88 3-15,-5 3-26 16,-1 0 3-16,-7-3-8 15,-7 3-1-15,0-3-21 16,0-6 9-16,-21-8-8 16,-10-4 11-16,-4-6-4 15,-5-7-8-15,1-1-9 16,8 0-28-16,14-20-82 0,5 1-161 16,12-4-547-16</inkml:trace>
  <inkml:trace contextRef="#ctx0" brushRef="#br0" timeOffset="163017.58">30617 14638 2250 0,'0'0'227'16,"0"0"53"-16,11 102-87 15,10-52-68-15,2-3-60 16,0-9-37-16,-7-9-22 16,-7-18-6-16,-7-11-51 0,-2 0-53 15,0-24-158-15,0-14-123 16,0-8 153-16,0-4 136 16,6 1 96-16,17 13 159 15,6 6 71-15,2 21-138 16,0 9-39-16,-2 3-8 15,0 29-23-15,-6 12 11 16,-4 5 13-16,-7-3 17 16,-6-7-15-16,-6-10-9 15,0-12-17-15,0-8-10 16,-2-9-12-16,-6-4-15 16,2-24-143-16,4-12-55 15,2-6 127-15,4-3 86 16,21 6 62-16,4 6 79 15,2 16-71-15,-2 12-26 0,-2 9-4 16,-6 18 8-16,-8 20-9 16,-5 8 14-16,-5 3 30 15,-3-5-10-15,0-6-40 16,0-8-23-16,0-13-10 16,7-8-124-16,10-9-884 0</inkml:trace>
  <inkml:trace contextRef="#ctx0" brushRef="#br0" timeOffset="163251.3">31432 14642 405 0,'0'0'1669'0,"0"0"-1386"16,-86 110 187-16,66-55-271 16,18-4-78-16,2-5-59 15,31-11-34-15,18-15-5 16,8-12 32-16,6-8 2 15,-7-17-11-15,-7-20-38 16,-13-6 14-16,-14 2-20 16,-11-4-2-16,-11 10-5 15,-2 8-76-15,-58 9-47 16,1 8-173-16,-1 7-604 0</inkml:trace>
  <inkml:trace contextRef="#ctx0" brushRef="#br0" timeOffset="164608.79">2973 15731 1579 0,'0'0'271'16,"0"0"53"-1,0 0-1-15,0 0-140 0,-116-19-95 16,81 19-12-16,-1 23-15 15,3 5-17-15,8 6-11 16,13-6-32-16,12 2 20 16,0-4-21-16,29-10 0 15,16-12-3-15,11-4 3 16,5-6 0-16,-1-20-17 16,-12-6-38-16,-9 2-33 15,-18-2 50-15,-13 2 38 16,-8 2 9-16,0 2 12 0,-3 8 23 15,-2 8 15 1,3 8 0-16,2 2-41 0,0 12-18 16,18 24-1-16,9 8 1 15,2 10-4-15,0 4 5 16,-7 0-1-16,-6-5 0 16,-12-3 9-16,-4-1 8 15,0-8 38-15,-16-3 17 16,-7-6-20-16,-2-10-17 15,0-12-35-15,-2-5 23 16,3-5-23-16,0-5-5 16,1-13-70-16,7-10-78 15,8 6-372-15,8 0-727 0</inkml:trace>
  <inkml:trace contextRef="#ctx0" brushRef="#br0" timeOffset="165284.81">3486 16062 859 0,'0'0'867'0,"0"0"-668"15,0 0 99-15,0 0-75 16,0 0-84-16,0 0-76 16,0 0-41-16,0-112 8 15,0 63 34-15,0 5-4 16,0 3-53-16,0 8 2 15,0 8-9-15,0 12-6 16,7 9-7-16,3 4-13 16,11 8 3-16,8 20 9 0,4 6 14 15,0 6-2-15,1-4 1 16,-5-5 1-16,-5-9 0 16,1-12 0-16,-2-10 6 15,0-5 7-15,2-20-13 16,-4-12-27-16,-8-5-27 15,-4 0 47-15,-5 1 7 16,-4 10 13-16,0 4 38 16,0 13 27-16,3 11 40 15,1 3-55-15,7 29-63 16,7 17 0-16,4 17-1 0,0 11 2 16,-2-1 4-16,-3-5 2 15,-7-10-5-15,-1-10-2 16,-7-18 12-16,0-11-3 15,-2-19 1-15,0 0 6 16,0-5 31-16,-6-27-13 16,-7-9-32-16,-1-6 10 15,5-6-12-15,3-3 6 16,6-2 3-16,0 0-9 16,13 7-7-16,14-2 0 15,6 16 6-15,5 10 2 16,0 8-12-16,-2 19 8 15,-9 0 3-15,-10 29-16 0,-12 9 16 16,-5 8 0 0,-14 3 19-16,-13 0 31 0,-6-8-13 15,2-11-2-15,2-9-29 16,4-7 1-16,6-14-7 16,5 0-57-16,9-3-78 15,5-15-198-15,0 0-793 0</inkml:trace>
  <inkml:trace contextRef="#ctx0" brushRef="#br0" timeOffset="165540.57">4371 15918 2230 0,'0'0'292'0,"0"0"-107"16,0 0-28-16,0 0-83 15,0 0-39-15,0 0-5 16,158 55-9-16,-104-88-12 16,-19-1 23-16,-12-3 30 15,-19 7 52-15,-4 7-14 16,-11 9-27-16,-16 5-32 16,-6 9-40-16,-10 0-1 15,-30 44-64-15,8 0-123 16,5 2-604-16</inkml:trace>
  <inkml:trace contextRef="#ctx0" brushRef="#br0" timeOffset="-182399.1">3430 16691 1987 0,'0'0'374'16,"0"0"-102"-16,0 0-96 0,0 0-95 16,0 0-60-1,0 0 7-15,71 37 10 0,-53-20-5 16,-7 5 13-16,-3-5-33 16,-8 1 19-16,0-4-16 15,0 0 10-15,-12-2-8 16,-3-2-2-16,1-6-7 15,1 0-3-15,-1-4 9 16,3 0-7-16,3 0 16 16,0-8-24-16,6-7 11 15,2 3-10-15,0 7-1 16,0-4 14-16,0 9 4 16,12 0-9-16,-2 0-9 15,1 0 0-15,-3 9 1 0,-4 1-6 16,-4 4 11-16,0 2-6 15,0-7 1-15,-6 0 5 16,-8-4 0-16,3 0 4 16,2-5-2-16,-3 0-7 15,2 0 17-15,-2-19-17 16,3 2 4-16,5-5-5 16,4 0-1-16,0 4-15 15,4 4 0-15,15 0 15 16,-2 10-5-16,1 4 6 15,-5 0-19-15,-1 9 18 16,-10 8-5-16,-2 1 6 16,0 0 0-16,-4 4 2 0,-15-8-1 15,4-1 1-15,1-8-1 16,1-1 0-16,6-4 17 16,0 0-17-16,5-4 9 15,2-10-10-15,0 2-9 16,0-2 2-16,5 5 6 15,9 6 1-15,-2 3-6 16,5 0 5-16,-2 3-14 16,-4 9 14-16,-6 7-5 15,-5-1 6-15,0 0 1 16,0-4 9-16,-14-2-4 16,1-1-5-16,-1-8 8 15,1-3 0-15,-1 0 19 0,1 0-27 16,5-8 15-16,-2-1-16 15,3-4 0-15,5 3-16 16,2 1-41-16,0-5-93 16,5 5-575-16,11-3-995 0</inkml:trace>
  <inkml:trace contextRef="#ctx0" brushRef="#br0" timeOffset="-181490.82">4192 16695 1669 0,'0'0'300'0,"0"0"86"16,0 0-59-16,0 0-119 16,0 0-143-16,0 0-38 15,0 0 13-15,25 31 38 16,-8 1-20-16,4 0-31 15,-3-2-13-15,-3-2-13 16,1-2 2-16,-7-5 6 16,-1 2-18-16,-5-5 9 15,0 0-36-15,-3-8-102 16,2-10-194-16,-2 0-278 16,4-18-661-16</inkml:trace>
  <inkml:trace contextRef="#ctx0" brushRef="#br0" timeOffset="-181115.04">4512 16682 1650 0,'0'0'198'0,"0"0"133"16,0 0-127-16,27 126-88 16,-10-86-70-16,3-5-16 15,0-8-21-15,-4-1-8 16,-3-12 8-16,-4 0-8 15,-4-10 2-15,-3-4 3 16,-2 0 23-16,0-4 58 0,0-14-7 16,-2-10-54-16,-7-2-17 15,1-6-2-15,6 4-6 16,2 2-1-16,0 2 9 16,7 6-6-16,13 0-3 15,7 8 12-15,4 9 1 16,3 5 0-16,3 0-7 15,0 19-5-15,-6 7 6 16,-5 6-6-16,-6 0-1 16,-4 2 6-16,-5-7-6 15,-5-1 0-15,1-3-2 16,-2 0-111-16,0-6-255 16,-1-2-305-16</inkml:trace>
  <inkml:trace contextRef="#ctx0" brushRef="#br0" timeOffset="-180739.44">5173 16718 1016 0,'0'0'223'0,"0"0"13"16,0 0-61-16,0 0-31 0,0 0-46 15,0 0 8-15,-113 61-20 16,111-38-9-16,2 5 54 16,0-2 53-16,4 1-31 15,16 0-32-15,4-5-43 16,3-4-18-16,4-4 25 15,-2-5-37-15,0-2-33 16,-2 0-8-16,-4-4-5 16,-2-3-4-16,-2 0-7 15,-1 0-34-15,-1 0-46 16,3-17-106-16,-4-2-283 16,-5-3-235-16</inkml:trace>
  <inkml:trace contextRef="#ctx0" brushRef="#br0" timeOffset="-180483.85">5347 16390 1898 0,'0'0'317'16,"0"0"21"-16,0 0-38 16,0 0-161-16,0 0-90 15,0 0-13-15,0 0-3 16,60 113-2-16,-46-62-10 15,-3-4-4-15,-2-1-16 16,0-7 5-16,-2-4-5 0,-1-3-2 16,1-6 1-16,-3 3 0 15,3-7-14-15,-2-8-31 16,8-2-109-16,-3-8-394 16,4-4-249-16</inkml:trace>
  <inkml:trace contextRef="#ctx0" brushRef="#br0" timeOffset="-180131.53">5639 16721 1478 0,'0'0'249'0,"0"0"-37"0,0 0-15 15,0 0-72-15,56 127-70 16,-27-106-22-16,3-7 5 16,-3-5-8-16,-4-9 19 15,-2 0 4-15,-5 0-23 16,-3-9 10-16,-3-8-25 16,-3-1 37-16,-5-8 3 15,-2-2-13-15,-2-3-31 16,0 4 24-16,0-4 13 15,0 8 0-15,-2 4-6 16,-2 7-27-16,-1 2 5 16,3 6-20-16,0 0-23 0,-3 4-126 15,3 0-146-15,0 8-397 16</inkml:trace>
  <inkml:trace contextRef="#ctx0" brushRef="#br0" timeOffset="-179531.07">6090 16705 1744 0,'0'0'221'15,"0"0"-133"-15,0 0 28 0,0 0 14 16,17 120-62-1,1-85-2-15,0-12-11 0,0-4-32 16,-3-6 1-16,3-13 25 16,-2 0 23-16,2 0-41 15,-4-20-16-15,-6-6 0 16,-6-6-15-16,-2-3 12 16,0-4-6-16,-2 2-5 15,-6 2 0-15,-2 7 31 16,3 10 25-16,5 6-5 15,0 8 0-15,2 4-26 16,0 0-26-16,0 4 3 16,4 14-9-16,10 8 6 0,1 11 0 15,2-2 0 1,-2 6 1-16,1-1 0 0,-3-1 0 16,-3 2-1-16,-2-5 1 15,-4-2 1-15,-2 2 4 16,-2-4-6-16,0-1 0 15,0 1 9-15,-4-6 18 16,-10-2 23-16,3-6 10 16,-5-2-22-16,3-2-1 15,-3-6-19-15,-1-6 27 16,-1 2-27-16,-2-4 3 16,0 0-19-16,0 4 5 15,0-4-6-15,2 0-1 16,0 0 0-16,3 0-9 15,1 0 3-15,3-4-36 0,2-2-6 16,7-16-76-16,2 6-257 16,0-2-673-16</inkml:trace>
  <inkml:trace contextRef="#ctx0" brushRef="#br0" timeOffset="-179154.79">6408 16848 362 0,'0'0'1243'0,"0"0"-1082"16,0 0 64-16,-2 110-97 15,15-81-84-15,10-8-12 16,6-7-20-16,4-10 80 15,-2-4 87-15,2 0-58 16,-4-14-62-16,-2-4-19 16,-4 0-1-16,-8-8 0 15,-1 0 13-15,-3 2-22 16,-7-7 25-16,-1 4 4 16,-3-4-8-16,0 6-25 15,0 2 0-15,-14 9-20 16,-1 1-6-16,-3 8 0 0,-7 5-23 15,-4 0-28 1,0 0-118-16,-4 18-172 0,8 0-241 16,8-6-870-16</inkml:trace>
  <inkml:trace contextRef="#ctx0" brushRef="#br0" timeOffset="-178658.74">7213 16673 1377 0,'0'0'517'0,"0"0"-430"15,0 0 43-15,0 0 30 16,0 0-111-16,0 0-14 16,0 0 76-16,0 94 34 15,20-75-19-15,0-1-24 0,1 3-22 16,-4 2-30-1,1-5-19-15,-5 4-25 0,-1-8 15 16,-4 2-19-16,-3-5 7 16,-5-4-3-16,0-2 41 15,-7 4 22-15,-15 2 3 16,-5 1-16-16,-2-5-28 16,4 3-16-16,4-6-2 15,4 1-5-15,5-5-5 16,5 0 0-16,0 0-18 15,0 0-1-15,1-5-43 16,1-7-50-16,1 3-145 16,4-6-529-16</inkml:trace>
  <inkml:trace contextRef="#ctx0" brushRef="#br0" timeOffset="-178284.73">7519 16802 1625 0,'0'0'279'16,"0"0"-119"-16,0 0-47 16,0 0 28-16,-27 113-70 15,27-87 43-15,4 1-10 16,11-8-37-16,8-7 32 15,6-7 5-15,4-5-5 0,5 0-65 16,1-24-2 0,-4-2-31-16,-8 1-1 0,-8-4 1 15,-5-2 7-15,-12 6 1 16,-2 3 47-16,0 2 13 16,-16 2-26-16,-5 6-6 15,-6 2-36-15,-4 6-2 16,2 4-2-16,0 0-18 15,2 4-47-15,4 10-44 16,10 4-141-16,5-1-392 16,8-3-568-16</inkml:trace>
  <inkml:trace contextRef="#ctx0" brushRef="#br0" timeOffset="-177984.24">7831 16605 1667 0,'0'0'361'0,"0"0"-109"16,0 0 133-16,33 126-111 15,-19-78-147-15,-1 7-19 16,-2-11-16-16,-2-4-65 0,0-4-2 16,-3-14-25-16,-1-4-1 15,-1-4-35-15,-4-6-35 16,5-8-74-16,-3 0-112 16,3 0-436-16</inkml:trace>
  <inkml:trace contextRef="#ctx0" brushRef="#br0" timeOffset="-177667.75">8118 16820 1993 0,'0'0'569'15,"0"0"-487"-15,0 0 14 16,0 0 26-16,-40 121-83 0,42-89-14 15,23-6-25-15,6-3 20 16,4-11-11-16,-1-6 3 16,-1-6-11-16,-4 0 23 15,-2-6-12-15,-4-12-6 16,-3-4 6-16,-3-8-11 16,-5 2 27-16,-8 2-4 15,-4-1 19-15,0 6-5 16,-6 7-4-16,-15 3-25 15,-5 8-9-15,-26 3-79 16,10 0-205-16,4 0-680 0</inkml:trace>
  <inkml:trace contextRef="#ctx0" brushRef="#br0" timeOffset="-176985.24">9058 16699 1949 0,'0'0'384'16,"0"0"-32"-16,0 0-116 15,0 0-108-15,0 0-78 16,0 0-34-16,130-92 2 15,-108 64-3-15,-4 3 39 16,-9 6 26-16,-7 9 0 16,-2 2 10-16,0 8-55 15,0 0-13-15,0 8-21 16,0 14-1-16,0 6 1 0,5 9 7 16,4 2-7-16,2 1 0 15,3-3 2-15,-1-2 3 16,-1 0-9-16,0-8 9 15,-5-4-12-15,-1-2 6 16,-4-7-1-16,-2-2-23 16,0-5-24-16,0 6-22 15,-8-10-15-15,-11 8 11 16,0-8 1-16,-3 6 67 16,-1-9 9-16,1 9-4 15,2-9 2-15,2 4-1 16,3 0 1-16,6-4 0 15,7 3 7-15,2-3-8 0,0 0 6 16,9 0 6-16,17 0 6 16,10 0 9-16,4-3 0 15,3-1-21-15,-1 4-6 16,20 0-46-16,-10 0-153 16,-4 0-647-16</inkml:trace>
  <inkml:trace contextRef="#ctx0" brushRef="#br0" timeOffset="-176490.82">9841 16298 1530 0,'0'0'506'0,"0"0"-171"15,0 0-161-15,0 0-64 16,0 0 38-16,29 149-50 16,-2-76-5-16,-2 8-35 15,-3-9-20-15,-2-5-17 16,-4-13-2-16,-3-11-17 0,-2-14-1 15,-4-12 3 1,-3-8-2-16,-2-6 11 0,-2-3-13 16,0-3 71-16,0-15-26 15,0-8-17-15,0 0-5 16,0-2-7-16,5 1-9 16,13 4-6-16,3 0-1 15,4 6 1-15,2 8-7 16,0 9 12-16,-2 0-7 15,-3 9 2-15,-5 10-1 16,-3 7 0-16,-3 1 1 16,-2-1-1-16,-3-3 0 15,2-4-6-15,-2-3-38 16,5-2-82-16,-1-10-367 16,-2-4-585-16</inkml:trace>
  <inkml:trace contextRef="#ctx0" brushRef="#br0" timeOffset="-176166.01">10499 16695 1888 0,'0'0'339'16,"0"0"-90"-16,0 0-62 15,0 0-79-15,-71 116-62 16,71-90-27-16,6-1-5 15,19-4-4-15,3-12-2 0,9-6 7 16,0-3-5-16,1 0 15 16,-3-17-24-16,-6-5 11 15,-8-4-10-15,-10 0 11 16,-7 1 40-16,-4-1 38 16,0-1-18-16,-17 5-14 15,-2 4-18-15,0 5-40 16,-1 3 3-16,4 6-4 15,0 4-32-15,6 0-86 16,0 0-220-16,8 0-765 0</inkml:trace>
  <inkml:trace contextRef="#ctx0" brushRef="#br0" timeOffset="-175664.13">10746 16820 1758 0,'0'0'234'15,"0"0"47"-15,0 0-45 16,0 0-133-16,0 0-65 16,0 0-29-16,0 0 0 15,29 75-8-15,-27-75 14 16,1 0 22-16,-3-17 26 16,0-9 4-16,0-10-24 15,0 4-14-15,0 1-17 16,4 9 7-16,2 9-1 15,6 9 21-15,1 4-10 16,5 0-28-16,3 17 1 16,0 10 5-16,0 9-11 0,-3 0 6 15,-7-6-4-15,-3 2 1 16,-1-9-9-16,-2-9-14 16,-5-7-2-16,0-7-14 15,0 0-26-15,0-4 53 16,0-18 13-16,-5-5 1 15,3 0 32-15,2-4 21 16,0 8-24-16,9 0-8 16,9 6 5-16,4 4-18 15,3 8-9-15,-1 1 2 16,0 4-8-16,-3 0 5 16,-1 22 0-16,-5 2 1 15,-1 6-1-15,-3-4 1 0,-5-2 0 16,1-2 0-1,-4-10 0-15,-3-2 0 0,0-5-172 16,0-5-410-16,0 0-531 0</inkml:trace>
  <inkml:trace contextRef="#ctx0" brushRef="#br0" timeOffset="-175130.4">11248 16311 1827 0,'0'0'306'0,"0"0"66"16,0 0-260-16,0 0-2 16,26 130-6-16,-5-58-28 15,-1 1-11-15,-3-3-22 16,-3-12-1-16,-1-14-41 15,-3-8 15-15,-4-14-15 16,-2-4 4-16,-1-10-4 16,-3-2-1-16,0-2 1 15,2-4 8-15,-2 0 12 16,2 0 8-16,2-15 41 16,3 0-59-16,4-5-2 15,2 2-9-15,8-3 0 16,6 3-1-16,6 4-5 0,5 4 6 15,1 3 0 1,2 2-1-16,-5 5-4 0,-7 0 4 16,-2 12 1-16,-8 11-1 15,-3 0-5-15,-5 0 6 16,-9-2 0-16,-2 2 0 16,-2-9 13-16,-22 0 7 15,-10-2 23-15,-4-3-17 16,-2 0 14-16,3-6-16 15,3 2-2-15,8-5-16 16,7 0-5-16,4 0-1 16,3 0-27-16,6-8-34 15,6-15-83-15,0 6-347 0,2-1-1244 16</inkml:trace>
  <inkml:trace contextRef="#ctx0" brushRef="#br0" timeOffset="-174898.75">11928 16860 1558 0,'0'0'323'0,"0"0"-240"15,0 0 5-15,0 0 71 0,0 0-100 16,0 0-31-16,0 0 21 15,-29-107-21-15,29 94-10 16,0-1-18-16,0 6-145 16,11 4-330-16,5-1-490 0</inkml:trace>
  <inkml:trace contextRef="#ctx0" brushRef="#br0" timeOffset="-174604.35">12148 16723 1405 0,'0'0'375'16,"0"0"-72"-16,0 0 3 15,0 0-87-15,0 0-140 16,0 0-56-16,0 0-12 16,79-58-1-16,-79 52 39 15,0 6-4-15,-19-3-25 16,-7 3-11-16,-8 0-8 0,-1 7-2 16,-1 13 1-16,3 11 0 15,6-1 0-15,11 5 0 16,9 2 8-16,7-5-8 15,5-11 19-15,22-7-19 16,4-5 15-16,6-9-5 16,2 0 16-16,-1 0 2 15,-3-4-13-15,-6-6-14 16,-4 1-1-16,-5 2-30 16,-9 5-199-16,-2-2-398 0</inkml:trace>
  <inkml:trace contextRef="#ctx0" brushRef="#br0" timeOffset="-160340.83">15191 16325 1555 0,'0'0'346'16,"0"0"-32"-16,0 0-16 15,0 0-84-15,0 0-76 16,-7-27-16-16,5 27-28 16,2 0-22-16,-4 0-15 0,-5 14-30 15,-7 22-19 1,-6 31 8-16,2 35 13 0,4 32 1 16,12 9-10-16,4-13 4 15,2-28-7-15,10-30 1 16,1-14-11-16,0-5 1 15,3 5-2-15,4 8-5 16,-1 2 5-16,4-2-6 16,-5-7 1-16,-1-10-1 15,0-8 0-15,-4-12-28 16,0-9-38-16,-2-17-49 16,0-3-81-16,9-35-87 15,-1 0-336-15,-4-5-710 0</inkml:trace>
  <inkml:trace contextRef="#ctx0" brushRef="#br0" timeOffset="-159604.89">15626 16409 662 0,'0'0'545'16,"0"0"-329"-16,0 0 39 15,0 0-82-15,0 0-73 16,0 0 14-16,0 0-12 15,-14-48-9-15,16 33-13 16,10-1 15-16,-1-2 3 0,3 4-28 16,-1-3-3-16,3 2-17 15,-5 7-20-15,2 4-21 16,1 4-3-16,-4 0-6 16,4 0-1-16,-5 8 1 15,-3 11 0-15,-1 7 0 16,-3 1 1-16,-2 9 0 15,0 5 0-15,-11 7 5 16,-7 1-6-16,-4-3 2 16,-3-2-2-16,1-5 1 15,-1-6 6-15,8-12-6 16,1-3-1-16,7-9 0 16,5-6 1-16,-2-3 13 0,6 0 5 15,0-3-13-15,0-10 9 16,0 7 14-16,0-2-1 15,0 4-9-15,0 3-12 16,4 1-7-16,13 0-6 16,3 0 6-16,5 5-1 15,4 8 0-15,0 4-30 16,2-2-47-16,13 11-164 16,-8-9-253-16,-7 2-696 0</inkml:trace>
  <inkml:trace contextRef="#ctx0" brushRef="#br0" timeOffset="-158141.37">15759 17258 925 0,'0'0'311'16,"0"0"-51"-16,0 0-96 16,0 0-72-16,0 0-58 0,0 0 20 15,0 0 101-15,0-35 2 16,0 24 4-16,0 8-33 15,0-6-35-15,0 4-38 16,0 1-7-16,0 4 14 16,0-5-5-16,0 5-15 15,0 0-27-15,0 0-15 16,0 14 0-16,3 9 0 16,1 12 2-16,-2 0-2 15,3 8 2-15,-2 0-1 16,-1 1 9-16,0-8-9 15,0-5 7-15,0-9-8 16,0-8 0-16,-2-11 1 16,0-1 5-16,0-2 9 15,0 0 6-15,0-14-10 0,0-4-9 16,0-3 5-16,-2-2-6 16,-2 1 0-16,-3 2 1 15,0-6-1-15,0 4 0 16,1-4 0-16,0 3 0 15,-1 6 0-15,2 3 0 16,3 4 9-16,-1 2 11 16,3 4 2-16,0 4 14 15,0 0-17-15,0 0-7 16,0 0-13-16,0 0 0 16,0 18-9-16,0 8 4 15,0 10 5-15,10 4 0 0,-1 0 0 16,-1 1 0-1,1-6 0-15,-4-3-15 16,0-5-21-16,-3-5-14 0,-2-4-75 16,0-4-149-16,0-2-101 15,-2-3-375-15</inkml:trace>
  <inkml:trace contextRef="#ctx0" brushRef="#br0" timeOffset="-157913.86">15606 17744 879 0,'0'0'270'16,"0"0"-89"-16,0 0 66 0,0 0-65 16,0 0-63-16,0 0-6 15,0 0-14-15,107-18-46 16,-80 10-28-16,-3 4-25 15,3-2-9-15,16 2-145 16,-8 0-322-16,-2 4-364 0</inkml:trace>
  <inkml:trace contextRef="#ctx0" brushRef="#br0" timeOffset="-157178.33">16179 16369 224 0,'0'0'337'15,"0"0"-176"-15,0 0-36 16,0 0-18-16,0 0 10 0,0 0 67 15,0 0 95 1,-38-16-19-16,38 16-37 0,-2 0-19 16,2 0 5-16,0 0-39 15,0 0-81-15,0 0-44 16,0 0-14-16,0 0 5 16,6 0-11-16,7 8-10 15,3 9-4-15,4 9-2 16,5 6 0-16,-1 9 3 15,5 9-1-15,0 9-5 16,2 6-5-16,-4 5 0 16,-2 7 0-16,-8-1 5 15,-5 4-5-15,-5-3 0 0,-7 3 0 16,0-5 7 0,-3 6-7-16,-11-5 0 0,-3 4-1 15,-3-4-5-15,-3-3-33 16,4-3-94-16,-17 6-134 15,5-13-73-15,2-15-328 0</inkml:trace>
  <inkml:trace contextRef="#ctx0" brushRef="#br0" timeOffset="-143533.05">16995 16288 1437 0,'0'0'351'15,"0"0"-148"-15,0 0 26 16,0 0 25-16,0 0-89 16,0 0-43-16,-12 0-35 15,8 0 2-15,1 0-21 16,-1 0-28-16,2 0-15 15,0 2-13-15,-2 3-3 16,-1 2-3-16,-4 2 8 16,-2 9-7-16,-4 1 7 15,-1 16-7-15,-5 11 5 16,2 20 0-16,-6 25-10 16,3 37 8-16,-1 27 4 15,10 7 5-15,11-28-13 0,2-36 2 16,0-40-8-16,17-5 0 15,10 5-32-15,12 0-44 16,25 10-140-16,-6-16-344 16,-7-20-248-16</inkml:trace>
  <inkml:trace contextRef="#ctx0" brushRef="#br0" timeOffset="-142278.84">17496 16302 1075 0,'0'0'407'0,"0"0"-125"16,0 0-105-16,0 0-64 0,0 0-75 16,0 0-26-1,0 0-2-15,0-4 40 0,0 4 64 16,0 0 40-16,-2 0-4 15,-1 0-34-15,-1-3-23 16,-2 1-32-16,1-1-12 16,-2 1-19-16,0-2-10 15,1 4-5-15,0 0-8 16,-1 0 5-16,-3 0-12 16,0 0 1-16,-1 0 5 15,-1 0-4-15,1 4 7 16,3 1-3-16,-2 0 3 15,-1 4-3-15,3-4 3 0,-4 3-9 16,1 1 6 0,2-6-6-16,-2 8 12 0,2-8-6 15,0 7 0-15,2-1 3 16,-2 1-9-16,3 3 6 16,-3 3-6-16,2-1 6 15,0 2-6-15,3 2 1 16,0-1-1-16,-1 4 0 15,3 3 0-15,2-2 0 16,0 5 0-16,0-1 0 16,0-6 0-16,11 5-7 15,2-8 7-15,1-4-1 16,3 0 0-16,1-1-5 16,1-3 5-16,0-3 1 15,-3-5 1-15,1 3 0 0,-3-2 0 16,1-3 0-16,-1 0 0 15,-3 0 0-15,3-3 14 16,-3-7-7-16,0-3-2 16,-2 3 1-16,-4-3 2 15,-3 4-8-15,-2-1 13 16,0 3-14-16,0-2 17 16,0 3-8-16,-7-2 3 15,-2-1-6-15,-4 4-5 16,2-2 1-16,-5 2-2 15,1 5-9-15,-6 0-26 16,1 0-34-16,-7 26-59 16,8 0-220-16,0-3-326 0</inkml:trace>
  <inkml:trace contextRef="#ctx0" brushRef="#br0" timeOffset="-128467.62">17331 17293 1039 0,'0'0'183'0,"0"0"-44"15,0 0-1-15,0 0-37 16,0 0-32-16,0 0-25 16,0 0-14-16,2-23-22 15,-2 23-8-15,0 0-13 0,0 0 4 16,0 0 8-1,0 0-12-15,0 7 7 0,0-3 6 16,0 5-1-16,-10 0 2 16,-2-1-1-16,3-4 0 15,5 1 1-15,0-5-1 16,4 0 13-16,0 0-13 16,0-14 0-16,13 2 0 15,0-3 0-15,0 3 7 16,-4 2 8-16,1 10-9 15,-6 0-6-15,0 0-1 16,-2 0 1-16,1 10 0 0,-3 2 0 16,0 3 1-1,0-6 6-15,0 3-7 0,-11-7 9 16,-1 4-9-16,1-5 0 16,3 0 2-16,-2-4-1 15,4 0 11-15,3 0 2 16,3 0 2-16,0-4-5 15,0-4-10-15,0-2-1 16,9-2 24-16,5 3 11 16,-1 0 0-16,-4 5-25 15,-2 2-9-15,-5 2 0 16,-2 0-1-16,0 2 1 16,0 11 2-16,0-4 10 0,-6 3-13 15,-4-7 1 1,-1 0 0-16,5-1 11 0,-2-4 10 15,6 0 32-15,2-4-7 16,0-6 16-16,0-2-30 16,0-2-14-16,10 6 12 15,1-2-15-15,2 1-4 16,3 9-12-16,2-5 0 16,1 5 0-16,2 0-1 15,-3 5 0-15,-3 7 1 16,-4 8-1-16,-4 6 1 15,-5 1 0-15,-2 4 1 16,0 4 0-16,0 1 0 16,0 5-1-16,-2-5 0 15,-7 0 0-15,0-7 0 16,0 3 0-16,3-9-22 16,-2 0-91-16,6-2-38 0,0-3-9 15,0-4-243-15</inkml:trace>
  <inkml:trace contextRef="#ctx0" brushRef="#br0" timeOffset="-125901.82">17491 17490 489 0,'0'0'179'15,"0"0"39"-15,0 0-62 16,0 0 7-16,0 0-50 15,0 0-56-15,0 27-14 16,0-4 28-16,-4 3 2 16,-2 6-12-16,-1 3 14 15,0 6 9-15,-2-1 7 16,-2 0-35-16,-3 1-17 16,1-6-17-16,-3 1 6 0,-1-5-15 15,-1 1 3 1,-5-6-9-16,4 0 5 0,-1-2 22 15,4-2-9-15,5-9-3 16,4-8-16-16,5-5 13 16,2 0 11-16,0 0 45 15,0-5 24-15,0-8-65 16,0-1-17-16,0 0-17 16,7 2 0-16,1 6-5 15,4-2 4-15,1 0 0 16,3 2 1-16,1-3-6 15,1 9-4-15,1 0 8 16,0 0 2-16,1 0 0 16,3 0 0-16,-4 0 0 15,4 0-1-15,-5 0 1 0,-1 0 0 16,-3 0 12-16,-1 0 4 16,-2-3 5-16,1-8 1 15,1 4-13-15,1-3-4 16,-1-3 1-16,1-1-12 15,-1-4-67-15,0 5-111 16,0-6 24-16,5 6-6 16,-2 0-191-16,-3 5-452 0</inkml:trace>
  <inkml:trace contextRef="#ctx0" brushRef="#br0" timeOffset="-125016.08">17933 16038 1182 0,'0'0'274'0,"0"0"-59"0,0 0-76 16,0 0-88-16,0 0-26 16,0 0-1-16,0 0 18 15,0 40 20-15,7-31 8 16,1 6 12-16,6 7 2 16,4 4 1-16,2 6-38 15,3 9-4-15,-2 8-26 16,2 8 2-16,-1 1-7 15,1 4 1-15,0 2-5 16,2 2-1-16,2 0 2 16,-2 7-3-16,-1-1 4 15,-6 0-9-15,-4 7 9 16,-8-8-9-16,-6 6 5 16,0-1-6-16,0 0 6 0,-9-1 3 15,-4 3-8-15,0-5 11 16,4-11-11-16,-3-4 6 15,4-12-6-15,-1-5-1 16,-1-4 1-16,-3-12 8 16,-1 1 0-16,-1 0 4 15,-1-6 2-15,1 1-9 16,1-8 1-16,4 1-7 16,3-4 1-16,3-2 1 15,2 1-2-15,2-4 0 16,0 4-1-16,0 0 0 0,0 4 1 15,0 4 0-15,0-3-6 16,0-2-28-16,0-1-77 16,0-11-38-16,0 0-80 15,0 0-310-15</inkml:trace>
  <inkml:trace contextRef="#ctx0" brushRef="#br0" timeOffset="-113150.77">16000 16540 439 0,'0'0'0'0,"0"0"-209"16,-118-148 162-16,74 99-10 0</inkml:trace>
  <inkml:trace contextRef="#ctx0" brushRef="#br0" timeOffset="-106888.17">15637 15522 945 0,'0'0'173'0,"0"0"-106"16,0 0 4-16,0 0-15 15,0 0-40-15,0 0 8 16,0-32 52-16,0 32 52 15,-9 0-42-15,-2 0-41 16,-5 0-39-16,0 4-1 16,1 2-5-16,4 2-26 15,2 0-11-15,2-2 26 16,3-2 11-16,2-4 5 16,2 0 64-16,0 0 61 15,0 0 26-15,0 0 1 0,0 0-30 16,0 0-23-16,0 0 0 15,0 0-28-15,0 0-36 16,0 8-40-16,0 10-6 16,0 10 5-16,0 7 2 15,0 4 4-15,2 7-5 16,0-11 2-16,0 5-1 16,1-8 6-16,-3-2-1 15,0-5-5-15,0-6-1 16,0-5 1-16,0-3-2 15,0-8-6-15,0 1-50 16,0-4-56-16,0 0 8 16,0 0-22-16,0 0-98 15,-9 0-324-15,0 0-111 0</inkml:trace>
  <inkml:trace contextRef="#ctx0" brushRef="#br0" timeOffset="-106572.87">15483 15874 859 0,'0'0'171'0,"0"0"-2"16,0 0 45-16,0 0-67 16,0 0-90-16,0 0-37 15,0 0 11-15,11 5 0 16,3 11-1-16,1-2-12 16,-3 0-10-16,-1 0 10 15,-3-1-17-15,0-4 14 16,-2 3-13-16,1-7 6 15,-3-1 3-15,2-3 8 0,0 4 19 16,0-5-9-16,-2 0-14 16,1 0-15-16,-1 0 16 15,0 0-14-15,4 0 15 16,0-15-11-16,5-2-3 16,1-5-2-16,1-1-1 15,1 5 0-15,0 4-22 16,-2 6-195-16,-6 4-450 0</inkml:trace>
  <inkml:trace contextRef="#ctx0" brushRef="#br0" timeOffset="-104462.33">15666 17856 667 0,'0'0'103'16,"0"0"-74"-16,0 0-29 15,0 0-9-15,133-44-180 0</inkml:trace>
  <inkml:trace contextRef="#ctx0" brushRef="#br0" timeOffset="-103621.62">16081 17656 603 0,'0'0'101'0,"0"0"-72"16,0 0-22-16,0 0 26 0,0 0-21 16,0 0-4-16,0 0-7 15,-89-4 0-15,64 8 0 16,-2 0 0-16,0 1-1 15,2-5 0-15,4 0 13 16,1 0 12-16,1 0 12 16,4 3 12-16,-1-1-20 15,1 2-17-15,4-1-11 16,-1 2-1-16,8-5 1 16,4 0 9-16,0 0 39 15,4 0 91-15,17-12-41 16,4-2-40-16,-2 3-8 0,4-1-3 15,-2 7-22 1,-5 1-26-16,0 4-7 0,-2 0-85 16,-5 0-47-16,1 0 16 15,-8 0 73-15,-1-5 25 16,-3 5 25-16,-2 0 25 16,0 0 69-16,0 0 0 15,0 0-78-15,-11 0-16 16,-2 9-95-16,-7 1 52 15,-3-6 43-15,-2-1 4 16,-4 2 95-16,-2-3 8 16,2-2 42-16,-4 0-64 15,2 4-85-15,-16 5-19 16,7-4-126-16,6 7-426 0</inkml:trace>
  <inkml:trace contextRef="#ctx0" brushRef="#br0" timeOffset="-96159.72">15762 17714 506 0,'0'0'301'15,"0"0"-296"-15,0 0-5 0,0 0-13 16,0 0 7-16,0 0-107 16</inkml:trace>
  <inkml:trace contextRef="#ctx0" brushRef="#br0" timeOffset="-91417.11">17311 17285 95 0,'0'0'572'0,"0"0"-505"15,0 0-46-15,0 0-9 0,0 0 14 16,0 0-18-16,0 0 1 16,-25 36-9-16,25-36 1 15,0 0 10-15,0 0 57 16,0 0 27-16,0 0-14 16,0 0-5-16,0 0-13 15,0 0-11-15,0 0-24 16,0 0 4-16,0 0 4 15,0 0 19-15,0 0 16 16,0 0 30-16,0 0-11 16,0 0-41-16,0 0-22 15,0 0-11-15,-2 4-7 16,-2 4-7-16,-1-2-2 0,1 3 6 16,2-2-1-16,-2 0-4 15,4-7 4-15,0 0 4 16,0 0 14-16,0 0 30 15,0 0 0-15,0 0 14 16,0 0 12-16,0 0-30 16,0 0-39-16,0 0-10 15,0 0-21-15,0 3 1 16,2 6 11-16,2-4 8 16,3 3 0-16,-7-1-6 15,0 5 7-15,0-5 0 16,0 3 0-16,0-1-1 0,-7-4 0 15,3-1-16 1,-1-4 3-16,5 0 12 0,0 0-7 16,0 0 1-16,0-9-10 15,0-3 18-15,5 1 2 16,-1 8-2-16,0-2 1 16,-4 5-1-16,0 0 1 15,0 0-1-15,0 0-2 16,0 0-28-16,0 0-17 15,0 0-59-15,0 0-95 16,0 0-146-16,0 0-280 0</inkml:trace>
  <inkml:trace contextRef="#ctx0" brushRef="#br0" timeOffset="-4062.24">15905 17652 704 0,'0'0'322'16,"0"0"-101"-16,0 0-54 16,0 0-28-16,0 0-13 15,0 0-24-15,0 0-41 16,2-7-33-16,-2 7-15 15,0 0-4-15,2-3-8 16,-2 3-1-16,0 0-11 16,0 0 0-16,0 0 0 15,0 0 11-15,0 0-1 16,0 0 1-16,0 0-1 0,0 0-12 16,0-4-73-16,2-1-31 15,2 0-36-15,1 1 16 16,-2-1-47-16,-3 5-22 15,2 0-124-15</inkml:trace>
  <inkml:trace contextRef="#ctx0" brushRef="#br0" timeOffset="1012.57">14926 17714 715 0,'0'0'140'16,"0"0"-140"-16,0 0-18 15,0 0 18-15,0 0 33 16,0 0-10-16,0 0-6 15,-12-3 48-15,12 3 44 16,0 0-31-16,0 0-55 16,0 0-23-16,5 15-4 15,-2 8-60-15,-1 9 22 16,0 3 22-16,-2 5 11 0,0-4 9 16,0-3 0-16,0-11 17 15,2-7 18-15,1-10-2 16,1-5 30-16,4-5-63 15,6-21-29-15,1-13-133 16,8-10 14-16,6-9 10 16,9-9 18-16,7 0-177 15,8-2 297-15,9 8 115 16,23-10 226-16,-13 13-341 16,-14 12-283-16</inkml:trace>
  <inkml:trace contextRef="#ctx0" brushRef="#br0" timeOffset="14866.01">17391 17919 651 0,'0'0'0'0,"0"0"-296"0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04-19T17:11:15.54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1408 2014 1239 0,'0'0'264'0,"0"0"-104"16,0 0-13-16,0 0 11 0,0 0-47 16,0 0-25-1,-26 125-21-15,12-100-24 0,-1-8-17 16,-1-7-12-16,-2-3 13 16,3-7 4-16,-4 0 55 15,6-4 0-15,3-19 11 16,10-5-38-16,0-9 9 15,6-2-23-15,19 3-22 16,1 10 3-16,-2 9-3 16,-3 12 0-16,-8 5-20 15,-4 5 20-15,-2 14-1 16,-7 8 2-16,0 8-2 0,-7 3 2 16,-15 3-10-1,-7-8-11-15,2-2 6 0,2-13-6 16,-2-10 7-16,6-8-1 15,-2-4 2-15,1-24-8 16,7-9 0-16,5-5-1 16,10 2 1-16,0 4-1 15,14 4 17-15,15 8 12 16,2 8-19-16,-2 8 10 16,-4 8-20-16,-6 0-1 15,-7 5-5-15,-8 12 6 16,-4 4 0-16,0 4 6 15,-6 1 2-15,-15-4-8 16,-3-3 1-16,-5-7 13 16,0-7-13-16,0-5-1 0,2 0 1 15,7-8 0-15,6-12-1 16,10-4 0-16,4-1-19 16,2 6 18-16,21 3 2 15,2 7-9-15,1 6 8 16,-2 3 0-16,-3 0-13 15,-5 15-2-15,-12 10 15 16,-4 5 6-16,0 2 2 16,-18-2-7-16,-5-6-2 15,2-3 10-15,-2-12-9 16,3-9 0-16,0 0 9 16,2-12-8-16,5-18-1 15,8-6 0-15,5-2-13 0,0 0 12 16,16 9 1-1,9 6-7-15,6 9 7 0,0 12 0 16,-2 2-6-16,-4 4 4 16,-8 17-11-16,-13 2 13 15,-4 7 12-15,-6 4-5 16,-21 0-1-16,-6-4 6 16,1-3-7-16,1-13-4 15,6-10-1-15,1-4 6 16,4-7 6-16,4-18-12 15,5-6 0-15,11-3-7 16,0 2 2-16,11 4-10 16,18 8 23-16,7 12-16 0,2 8 5 15,-4 0-7 1,-5 20-2-16,-10 10 11 0,-11 4 1 16,-8 2 1-16,0 0 8 15,-19-6-2-15,-1-5-4 16,3-11 5-16,3-12-7 15,1-2 1-15,-1-11 10 16,3-15-12-16,3-6-6 16,3 2 5-16,3 4-4 15,2 6-5-15,0 8 2 16,0 10-4-16,-3 4-104 16,1 18-413-16,-5 2-95 0</inkml:trace>
  <inkml:trace contextRef="#ctx0" brushRef="#br0" timeOffset="4939.79">3123 1592 1943 0,'0'0'248'16,"0"0"-181"-16,0 0 84 16,-127 76-52-16,109-24-36 15,13 5-32-15,5-3-10 16,11-11-11-16,22-8-1 16,6-14 42-16,3-12-2 15,-7-7-9-15,-6-2-22 16,-10 0-6-16,-13 0-1 15,-6 0 11-15,-6 15-20 16,-28 20-1-16,-9 20-1 16,-7 17 0-16,5 11 1 15,9 4-1-15,16-7 5 16,18-13-5-16,2-12-1 0,14-13-5 16,15-11 6-16,6-11 0 15,7-8 18-15,3-10-1 16,-1-2-17-16,1-2 9 15,-3-19-9-15,16-16-197 16,-13 1-384-16,-7-1-712 0</inkml:trace>
  <inkml:trace contextRef="#ctx0" brushRef="#br0" timeOffset="5143.97">3856 2095 1906 0,'0'0'239'0,"0"0"26"16,-79 149-2-16,40-77-100 16,1 0-77-16,3-5-53 15,5-14-18-15,8-6-7 16,2-14-8-16,4-8-1 16,0-14-64-16,-5-11-173 15,0-3-222-15,1-17-524 0</inkml:trace>
  <inkml:trace contextRef="#ctx0" brushRef="#br0" timeOffset="5317.42">3493 2268 1568 0,'0'0'390'0,"0"0"-144"0,0 0 93 16,0 0-89-16,62 126-79 16,-44-65-62-16,-1-2-25 15,8 0-53-15,2-8-20 16,6-8-11-16,5-9-9 15,5-10-68-15,19-16-137 16,-11-6-372-16,-4-2-513 0</inkml:trace>
  <inkml:trace contextRef="#ctx0" brushRef="#br0" timeOffset="5586.97">4234 2374 1857 0,'0'0'361'0,"0"0"-244"0,0 0 90 16,-122 40-88-16,96-4-57 15,6 7-29-15,3 1 1 16,11 2-2-16,4-5-8 16,2-2-5-16,2-8-7 15,21-6 6-15,6-6 1 16,6-8 16-16,10-3-20 15,1-8-6-15,6 0-9 16,-1-8-5-16,-4-16-159 16,-5-21-109-16,-11 4-190 15,-11 1-428-15</inkml:trace>
  <inkml:trace contextRef="#ctx0" brushRef="#br0" timeOffset="5813.03">4369 2021 1778 0,'0'0'347'16,"0"0"-26"-16,0 0-16 16,0 0-197-16,0 0-67 15,0 0 51-15,85 138 3 16,-58-62-11-16,-4 1-31 16,0-1-23-16,-5-8-24 15,-1-6-5-15,-1-6-1 16,-3-9-6-16,-1-9-50 15,-3-10-111-15,-7-14-168 0,-2-9-332 16,0-5-815-16</inkml:trace>
  <inkml:trace contextRef="#ctx0" brushRef="#br0" timeOffset="6067.15">4749 2498 1788 0,'0'0'237'0,"0"0"51"15,12 111 26-15,-1-65-150 16,7-7-107-16,5-8-36 16,3-11-10-16,5-16 0 15,3-4 4-15,-3-11-9 16,-5-22 5-16,-3-5-10 0,-9-5 14 16,-10 2-7-16,-4 0 10 15,0 5 27-15,0 4 13 16,-10 2-24-16,2 4-25 15,-3 0-9-15,-3-8-82 16,5 4-135-16,3 7-506 0</inkml:trace>
  <inkml:trace contextRef="#ctx0" brushRef="#br0" timeOffset="6441.09">5053 2484 1713 0,'0'0'244'0,"0"0"23"16,0 0 27-16,0 0-116 16,0 0-91-16,134 41-54 0,-107-41-11 15,-8-23-7-15,-3-7-1 16,-7-7-4-16,-7-4-1 16,-2 3 4-16,0 6 17 15,0 10 11-15,0 13 4 16,0 9-17-16,0 12-28 15,4 27 0-15,8 13-1 16,5 16 1-16,4 10 0 16,-3 12 1-16,-5 3 0 15,-7 3 7-15,-6-5 13 16,0-7-6-16,-15-8 9 16,-9-12-6-16,-3-12 18 0,-4-14-9 15,2-12-4-15,-5-18-4 16,-1-8 13-16,-1-10-28 15,0-23-4-15,-6-34-84 16,11 9-293-16,8 4-1154 0</inkml:trace>
  <inkml:trace contextRef="#ctx0" brushRef="#br0" timeOffset="7028.18">5450 2703 1679 0,'0'0'506'16,"0"0"-415"-16,0 0 71 0,0 0-66 16,0 0-60-16,134-98-35 15,-114 78 10-15,-7-1 7 16,-11-1 10-16,-2 5-3 16,-2 0 69-16,-18 13 33 15,-6 4-49-15,-1 10-51 16,0 24-26-16,7 10 20 15,9 5-9-15,11 1 24 16,0-3-2-16,19-8-13 16,18-11-6-16,5-10-4 15,4-16-4-15,-1-2-5 16,-7-12 2-16,-7-17-4 16,-9-10-1-16,-9-7-6 15,-7-7 7-15,-6 6 0 16,0 3 1-16,0 14 10 0,-6 13 16 15,6 15 27-15,0 2-53 16,0 22-1-16,10 14 1 16,9 6-1-16,2 5 0 15,-1-3 1-15,-3-6 0 16,-5-10 0-16,-3-7 4 16,-7-14-4-16,-2-7 7 15,0 0 1-15,0-16 12 16,0-19-21-16,-2-6 0 15,2-7-12-15,0 2 12 16,13 4 0-16,14 11-5 16,2 12 4-16,0 14-8 15,0 5 8-15,-2 17-10 0,-1 18 10 16,1 7 1-16,4 7 0 16,9 1 0-16,10-2-1 15,37 4-170-15,-14-11-456 16,-4-15-1633-16</inkml:trace>
  <inkml:trace contextRef="#ctx0" brushRef="#br0" timeOffset="7395.15">7160 2346 2107 0,'0'0'262'15,"0"0"-59"-15,0 0-19 16,-127 70-95-16,102-19-44 16,9 5 16-16,12-1 14 15,4-4-6-15,14-9-30 16,21-10-18-16,9-14-9 16,6-13-2-16,1-5-4 15,-7-7 9-15,-6-21-15 16,-9-10 6-16,-11-6-4 15,-9-1 7-15,-7 4-8 16,-2 8 56-16,0 13 33 16,0 10-17-16,0 10-33 0,0 0-40 15,0 19-11 1,2 12 4-16,10 10 7 0,1 3 0 16,1 0-40-16,-6 8-96 15,-1-12-385-15,-7-8-1013 0</inkml:trace>
  <inkml:trace contextRef="#ctx0" brushRef="#br0" timeOffset="8212.87">8684 2346 1497 0,'0'0'594'0,"0"0"-379"15,0 0-35-15,0 0-72 16,0 0-33-16,-100 118-38 16,100-66-15-16,0-4-10 15,17-6 14-15,17-9-14 0,4-15 4 16,4-15-3-16,0-3 7 16,-3-15-5-16,-6-20-9 15,-10-9-6-15,-12-6 1 16,-11-2-1-16,0 4 0 15,0 9 12-15,-5 13 67 16,1 17 63-16,4 9-57 16,0 6-67-16,0 23-17 15,17 12 0-15,4 5 7 16,3-2-7-16,-4-4 4 16,0-7-4-16,-7-12 0 15,-3-9 0-15,-6-7 5 16,-2-5-5-16,-2-5 23 0,0-22-12 15,2-16-11 1,3-7 0-16,1-4-1 0,6 8 4 16,3 10-4-16,3 18-1 15,5 18-9-15,1 0 1 16,0 34 3-16,1 10 6 16,-5 5 0-16,-2-3 0 15,-7-7 12-15,-4-10-6 16,-3-11 2-16,-2-12-7 15,-2-6 9-15,0-8 6 16,0-23-16-16,0-12-23 16,0-13 16-16,0-9 7 15,16 3 0-15,8 10 6 16,3 13-5-16,4 21-1 16,-2 17 1-16,2 2-1 0,-6 34 0 15,-2 6 1-15,-8 10 11 16,-8 0-10-16,-2-5 3 15,-5-8-4-15,0-11-2 16,0-10 1-16,0-12-63 16,10-10-140-16,9-22-520 15,-2-7-444-15</inkml:trace>
  <inkml:trace contextRef="#ctx0" brushRef="#br0" timeOffset="8597.77">9427 1731 1945 0,'0'0'808'0,"0"0"-675"16,0 0-79-16,36 170 116 16,8-25-42-16,9 15-52 15,-8-24 12-15,-14-40-26 16,-13-46-32-16,-9-13-20 16,0-6-9-16,-2-4-1 15,-5-5-18-15,-2-18-19 16,0-4 22-16,-7-24 15 15,-9-17 1-15,5-7 5 16,7-4-5-16,4 2 1 16,13 4-2-16,25 3-6 15,11 9-2-15,9 9-8 16,0 14 4-16,-7 11 0 0,-10 12 3 16,-19 26 0-16,-15 13 8 15,-7 2 0-15,-12-2 1 16,-19-7 15-16,0-8-1 15,-3-12-4-15,1-8-10 16,6-10 0-16,2-6-9 16,6-7-44-16,9-39-78 15,8 0-222-15,2 0-519 0</inkml:trace>
  <inkml:trace contextRef="#ctx0" brushRef="#br0" timeOffset="8847.03">10001 2292 1957 0,'0'0'295'0,"0"0"53"0,-17 117-93 15,17-70-118-15,17-7-76 16,24-10-17-16,13-14-8 16,8-14-3-16,0-2 3 15,-3-21-5-15,-13-12-17 16,-9-2-1-16,-14-4-13 15,-14 5 11-15,-9 3-10 16,-3 6-1-16,-18 4-12 16,-4 4 6-16,-2-12-29 15,9 5-124-15,9-1-508 0</inkml:trace>
  <inkml:trace contextRef="#ctx0" brushRef="#br0" timeOffset="9092.06">10619 2083 1827 0,'0'0'277'15,"0"0"-209"-15,0 0 112 16,78 111 19-16,-31-61-86 16,-5 2 21-16,-9 3-11 15,-12-4-39-15,-17-7-34 16,-4-4 33-16,-17-8 2 15,-22-6-29-15,-3-6-34 16,-7-6-19-16,0-5-3 0,-2-9-43 16,-14 0-71-1,12-13-375-15,11-5-1131 0</inkml:trace>
  <inkml:trace contextRef="#ctx0" brushRef="#br0" timeOffset="26223.62">14409 2276 1532 0,'0'0'395'0,"0"0"-95"16,0 0-42-16,0 0-98 16,0 0-81-16,0 0-28 15,-72-30 4-15,63 28 15 16,1 0-8-16,-2-1-17 16,-1 3 1-16,-4-1-27 15,-5 1-1-15,0 0-12 16,-5 0 3-16,1 0 2 15,-1 0 7-15,1 6-2 16,1 6-7-16,4 0 4 16,-2 4-12-16,-1 2 13 15,-1-1-13-15,2 6 5 0,-6 3-6 16,0 4 1 0,0 4 5-16,2 6-5 0,1 4 5 15,4 6-6-15,2 5 3 16,7 1 3-16,9 5-6 15,2-3 0-15,4 0 0 16,23-5 0-16,11-7 0 16,4-10 0-16,5-7 1 15,0-13 0-15,0-8-1 16,-8-8 13-16,0 0-12 16,-10 0 4-16,-9-12 19 15,-7-9 24-15,-6 0-5 16,-7-4-8-16,0 0-4 0,-11-1-20 15,-11-1-7 1,-5 7-4-16,-4 4 0 0,-1 6-45 16,1 8-50-16,-6 2-82 15,5 17-553-15,8 2-1424 0</inkml:trace>
  <inkml:trace contextRef="#ctx0" brushRef="#br0" timeOffset="27792.37">13809 3696 1175 0,'0'0'532'16,"0"0"-268"-16,0 0 49 15,0 0-46-15,0 0-106 16,0 0-69-16,0 0-44 16,-29 2-5-16,29-2 14 15,0 0 17-15,15 0-9 16,6-7-11-16,3-4-7 16,3-2-29-16,4-1 3 15,1 0-20-15,1 2 5 16,0 0-6-16,1 1 1 15,-3-1 0-15,-4 5 0 16,-3-1-1-16,-6 4 1 0,-7 2-8 16,-2 2-8-1,-7 0 0-15,-2 0 1 0,0 10 7 16,0 10 7-16,-6 6 1 16,-13 4 7-16,0 6-8 15,-6 2 0-15,1 1 3 16,-3-4-3-16,2 0 1 15,4-3 5-15,-4-2-6 16,2-4 0-16,-1-1 1 16,2-4-1-16,4-5 5 15,3-6-4-15,5-4-1 16,8-4 6-16,0-2-4 16,2 0-2-16,0 0 1 15,0-2-1-15,6-11-11 16,8-1 10-16,6-3 1 0,2-1 0 15,7-2 0-15,2 5-1 16,7-2-3-16,1 7 4 16,0 6 0-16,1 4-1 15,-1 0-6-15,-6 11 7 16,-2 14 0-16,-2 7 0 16,-5 6-7-16,-1 3 13 15,-7 5-12-15,-6-4 9 16,-7-2-3-16,-3-4 0 15,0-4 0-15,-21-4 1 16,-2-4 0-16,-11-1 7 16,-4-6-7-16,-4 0 5 0,-8-5-6 15,2 1 0-15,-2-5 0 16,1-6 1-16,5-2 0 16,4 0-1-16,1 0-31 15,4-11-95-15,1-4-75 16,-12-1-272-16,8 2-79 15,2 1-1028-15</inkml:trace>
  <inkml:trace contextRef="#ctx0" brushRef="#br0" timeOffset="28618.43">13433 2213 882 0,'0'0'483'0,"0"0"-250"15,0 0-23-15,0 0-112 16,0 0-62-16,0 0-3 16,0 0 6-16,-3 0 50 0,-2 0 26 15,-1 9 13-15,-3 3-32 16,0 1-20-1,-2 4-9-15,0 3 4 0,-3 3 1 16,1 6-35-16,-3 5-1 16,1 2 1-16,-1 4-7 15,1 2-13-15,-1 0-3 16,-1 1 1-16,0 1 8 16,2-1 8-16,-3 6-2 15,3 1-1-15,-1 4-17 16,1 2 2-16,3 6-7 15,1 9 1-15,5 5-1 16,-2 10 5-16,2 20 1 16,-3 20-5-16,5 24 6 15,2 5-12-15,2-8 5 0,6-15-5 16,15-31 12-16,-4-19 1 16,1-22-1-16,-3-4-1 15,6 7-6-15,-1 8 1 16,-1 5-6-16,0-8 8 15,-4-9-9-15,1-9 0 16,-3-11 1-16,3-10-1 16,1-9-1-16,4-6-37 15,3-2-41-15,7-4-45 16,23-4-100-16,-5-4-305 16,-4 0-324-16</inkml:trace>
  <inkml:trace contextRef="#ctx0" brushRef="#br0" timeOffset="29489.12">14883 2208 1013 0,'0'0'339'0,"0"0"-126"16,0 0 63-16,0 0-76 15,0 0-84-15,0 0-5 16,0 0-9-16,0-9-17 16,0 9-6-16,0 11 11 15,2 9 42-15,10 6-35 16,3 7-15-16,4 6-42 15,-2 5-16-15,3 0-1 16,3 2 9-16,-1-2-5 16,-2 2 3-16,2 3-3 15,-1 5-15-15,-4 8 9 16,-1 8-15-16,-1 11 6 0,-3 4-6 16,-1 5 3-16,-3 3-7 15,-1 0-1-15,-2-3 8 16,-3 0-9-16,-2-2 0 15,0 0 2-15,-2 3-2 16,-12-3 6-16,-3 4 3 16,-1 0 4-16,-1 1-13 15,-2-3 6-15,-4-8 2 16,-2-6-8-16,0-10 6 16,0-5-4-16,3-11 5 15,2-9-7-15,0-6 1 16,1-7-1-16,4-5 0 15,-1-3-1-15,1 1 1 16,-2-1 2-16,-1-3-2 16,-2 4-39-16,-2-3-24 0,1-2-42 15,0-2-48-15,2-2-126 16,5-1-67-16,3-8-344 0</inkml:trace>
  <inkml:trace contextRef="#ctx0" brushRef="#br0" timeOffset="41725.26">23354 1402 1318 0,'0'0'183'0,"0"0"53"16,0 0 10-16,0 0-66 15,0 0-42-15,0 0 11 16,-51-71-19-16,22 71-54 15,-6 0-35-15,-2 0-21 16,2 2-2-16,6 19 1 16,0 6-17-16,7 8 11 15,2 7-7-15,4 2-5 16,9 0 0-16,7-2 10 16,0-6-11-16,21-4 2 15,12-10 13-15,9-6 4 16,7-10 29-16,1-4-42 15,1-2 30-15,-2 0-21 0,-5-14-5 16,-5-3-2-16,-10-2 10 16,-12-3 27-16,-8 2 10 15,-9-4-1-15,0 2-41 16,-5-3 25-16,-10 2-38 16,-5 1 9-16,-1 4-2 15,2 0 1-15,-4 4-8 16,1 1-1-16,-5 5 1 15,1 1 0-15,-3 3-7 16,0 1-10-16,2 3-31 16,5 0-82-16,-1 0-54 15,2 12-306-15,0 2-60 16,7 0-369-16</inkml:trace>
  <inkml:trace contextRef="#ctx0" brushRef="#br0" timeOffset="42147.44">23009 1935 91 0,'0'0'805'0,"0"0"-682"15,0 0 88 1,0 0-5-16,0 0-74 0,-56 132-23 16,47-92-36-16,5 6-3 15,4 2 9-15,0-2-13 16,11-1-8-16,18-9 31 16,6-8 13-16,8-8 31 15,8-12 11-15,3-8 18 16,4-2-68-16,-5-22-57 15,-2-8-4-15,-10-6-18 16,-10-8 22-16,-12-5-26 16,-5-1 20-16,-9 2-9 15,-5 2-1-15,0 6-12 16,-19 6-7-16,-6 8-2 16,-12 7 0-16,-7 12-22 0,-37 9-174 15,12 12-140-15,5 8-741 16</inkml:trace>
  <inkml:trace contextRef="#ctx0" brushRef="#br0" timeOffset="103406.72">23963 1985 811 0,'0'0'1009'0,"0"0"-887"16,0 0 40-16,0 0 81 0,0 0-119 16,0 0-29-16,-9-12-51 15,25 12-1-15,15 0-33 16,15 0 24-16,15-4 7 15,11 0 32-15,9-2-4 16,6 0-25-16,3 0 1 16,3 1-9-16,-1 0-3 15,-5-2-32-15,-5 4 19 16,-11-1-12-16,-8-1-9 16,-7 1 2-16,-9 0-1 15,-9 3 0-15,-7-1 0 16,-12-2 0-16,-3 2 1 15,-9-1-3-15,-7 0 10 16,0-1-25-16,0-4 11 16,-5-1-34-16,-15 2-14 0,-2-1-7 15,-4 1-5-15,-3 2 20 16,-3 0 27-16,1 1 13 16,-2-1-6-16,0 0 12 15,-4 0-1-15,4 1 2 16,2-1 4-16,4 1-5 15,5 0 2-15,8 3 22 16,6-2 10-16,5 3 9 16,3 0-25-16,0 0 45 15,0 0-48-15,0 0-5 16,0 0-4-16,16 0 18 16,10 0-4-16,10 0-5 15,11 0 10-15,5 0-24 0,0 0 9 16,-4 0 1-16,-6 3-13 15,-9 8 2-15,-10 6 0 16,-9 2-7-16,-12 6 5 16,-2 5 2-16,0 2 0 15,-21 2-2-15,-1 2 10 16,-7-2-16-16,0 0 17 16,-3-2-18-16,1 0-14 15,0 3-60-15,-2 4-129 16,8-5-367-16,6-7-722 0</inkml:trace>
  <inkml:trace contextRef="#ctx0" brushRef="#br0" timeOffset="104257.13">24226 1363 1397 0,'0'0'344'0,"0"0"-155"16,0 0 19-16,0 0-67 15,0 0-36-15,0 0 48 16,0 0-28-16,56-12-39 16,-21 5-69-16,-1-2 3 15,-3 4-14-15,-2 0-1 16,-2 3-5-16,-3 2-69 0,12 0-170 16,-7 0-112-16,-4 0-446 0</inkml:trace>
  <inkml:trace contextRef="#ctx0" brushRef="#br0" timeOffset="104992.95">24662 1133 1162 0,'0'0'268'16,"0"0"-141"-16,0 0-9 16,0 0-79-16,0 0-10 15,133-36-23-15,-107 34 9 16,-4 2-15-16,-2 0 14 15,-7 0 1-15,-5 0-14 16,-6 7 8-16,-2 6 13 16,0 1 70-16,0 2-33 15,-6 2-1-15,-4-1-26 16,6 2-5-16,-3-1-14 16,-1 0-4-16,-9-1 3 0,-3 4 7 15,-6 4 23-15,-8-2-25 16,-2 1 14-16,3 0-21 15,4-4 5-15,6-4-14 16,8-4 10-16,7-6-4 16,3-2-6-16,5-1 15 15,0-3-14-15,0 0 27 16,0 0-28-16,0 0 14 16,0 0-6-16,0 0 16 15,5 0-9-15,5 0-1 16,7 0-5-16,2 0-9 0,4 0-1 15,1 0 9 1,3 0-12-16,-3 0 3 0,1 0 0 16,-3 0-1-16,-4 0 0 15,0 1-24-15,-2 9 11 16,1 0 13-16,-1 2 1 16,3-3-9-16,0-4 18 15,3-2-9-15,1-3 1 16,-4 0 11-16,2-3 0 15,-6-7 1-15,-4 1 33 16,-4-3 11-16,-3 1-11 16,-2-1-45-16,-2 1 14 15,3-3-15-15,-3 1-32 16,0-4-141-16,0 3-143 16,0-1-812-16</inkml:trace>
  <inkml:trace contextRef="#ctx0" brushRef="#br0" timeOffset="107882.28">26683 1560 1169 0,'0'0'203'0,"0"0"70"0,0 0-36 15,0 0-82-15,0 0-35 16,0 0-10-16,0 0-5 15,-69-64-32-15,48 60 32 16,-3 4-29-16,-5 0-24 16,-3 0-9-16,1 4 8 15,0 6-8-15,0 2-10 16,4 2 18-16,0 4-18 16,1 4 7-16,2 4-39 15,1 6 12-15,0 9-12 16,6 2 8-16,1 7-8 15,7 2 0-15,7 3 4 16,2-1-4-16,0-3-2 16,9 0 13-16,11-5-16 0,5-1 5 15,4-8-1-15,4-4 1 16,5-8 5-16,0-7-6 16,1-10 1-16,0-5-1 15,-6-3 1-15,-6 0 22 16,-7-20-21-16,-8-11 24 15,-8-3 13-15,-4-8 11 16,0 0-11-16,-12 0 0 16,-7 8-17-16,-6 6-16 15,-2 12-6-15,-8 7 2 16,-11 9-11-16,-8 12-47 16,-36 41-82-16,14-5-517 0,7 2-1253 15</inkml:trace>
  <inkml:trace contextRef="#ctx0" brushRef="#br0" timeOffset="112517">14391 4004 143 0,'0'0'740'0,"0"0"-618"16,0 0-27-16,0 0 47 15,0 0-38-15,0 0-65 16,105 0-37-16,-65 0-2 16,-2 0-83-16,13 0-31 15,-11 0-135-15,-5 0-316 0</inkml:trace>
  <inkml:trace contextRef="#ctx0" brushRef="#br0" timeOffset="112900.58">14799 4034 430 0,'0'0'199'0,"0"0"-84"15,0 0-54-15,0 0-61 16,-58 112-54-16</inkml:trace>
  <inkml:trace contextRef="#ctx0" brushRef="#br0" timeOffset="-160570.67">1444 7475 1570 0,'0'0'178'15,"0"0"-145"-15,0 0 21 16,0 0-7-16,65 129 107 15,-65-91-22-15,-2 2 15 16,-23-4 16-16,-8-2-47 16,-8-5-19-16,-1-12-21 15,-2-8 30-15,5-9-54 16,10-14 9-16,14-21-13 16,13-8-18-16,2-1-11 15,17 4-2-15,20 3 7 0,5 10-6 16,0 12 16-16,1 9-28 15,-8 6 8-15,-8 4-14 16,-14 21 12-16,-13 10-6 16,0 7 11-16,-15 0 14 15,-16 0-20-15,-3-8 2 16,3-9-5-16,-1-12 10 16,6-11-17-16,3-2 19 15,7-15-10-15,8-19 7 16,8-7-10-16,0-2-5 15,14 4 13-15,14 7-15 16,6 13 3-16,-1 11 11 16,1 8-26-16,-7 3 13 15,-8 21-1-15,-7 8 0 16,-12 4 8-16,0 4-7 0,-16 0 0 16,-11-4 2-16,-4-6 8 15,-1-10-8-15,-1-10 7 16,6-10-10-16,6-1 2 15,2-28 6-15,13-9-8 16,6-6-7-16,0 0 7 16,15 4 0-16,14 10-6 15,7 10 21-15,-5 12-30 16,-2 8 14-16,-9 0 1 16,-9 19-6-16,-9 11 6 0,-2 3 2 15,-4 1-1 1,-18-2 2-16,-2-4 9 0,-6-10-15 15,6-10 16-15,1-8-10 16,2 0-3-16,7-16 11 16,3-14-11-16,11-7-1 15,0 2 0-15,6 5 1 16,19 5-7-16,0 10 20 16,-1 9-29-16,-2 6 16 15,-8 0-1-15,-7 6-8 16,-7 12 9-16,0 6 1 15,-10 1 0-15,-10-4 4 16,-2-5 1-16,2-8-5 16,4-8 13-16,3 0-8 15,8-8-6-15,3-15 0 0,2 0 0 16,0 0-1-16,18 0 1 16,0 7 0-16,2 7 0 15,-4 8 5-15,-5 1-20 16,-7 1 13-16,-4 16 2 15,0 5 0-15,-18 2 9 16,-2-4-8-16,2-4-1 16,3-9 0-16,6-4 6 15,2-3-1-15,3 0 7 16,4-12-23-16,0-4 12 16,0-2-2-16,11 3 1 15,9 8 0-15,0 2 0 16,0 5-4-16,0 0 3 0,-9 5 2 15,-6 11-11-15,-5 7 19 16,-7 3-10-16,-17-3 2 16,-3 0 5-16,2-8-6 15,3-7 0-15,5-8 12 16,3 0-11-16,5-23 2 16,7-11 6-16,2-3-18 15,2-3 15-15,21 8-7 16,6 8 1-16,2 12 0 15,0 12-1-15,-5 0-13 16,-8 26 14-16,-14 11 0 16,-4 10-5-16,-6 1 19 0,-17-4-15 15,-1-8 2 1,4-14-1-16,4-13 0 0,3-9 0 16,5-7 0-16,0-23 1 15,6-8-7-15,2-2 8 16,0-1-13-16,20 8 11 15,12 8 0-15,3 15-7 16,-2 10 6-16,-6 0-5 16,-8 17-2-16,-15 8 7 15,-4 4 2-15,0-1-1 16,-4-4 15-16,-13-1-16 16,-3-10 1-16,-1-5 0 15,-4-6-12-15,0-2-24 0,5 0-57 16,7-23-58-1,4 0-118-15,7 3-484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7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91 104 16396,'0'0'1848,"0"0"-677,0 0 160,7 23-474,16 64-181,-4 1-1,4 53-675,15 204 1188,-29-253-939,21 269 1200,-14 71-1449,-20-412 18,4-19-16,-1-1 1,1 0-1,0 0 1,0 0-1,-1 1 1,1-1-1,0 0 1,-1 0-1,1 0 1,0 0 0,-1 0-1,1 0 1,0 0-1,-1 1 1,1-1-1,0 0 1,-1 0-1,1 0 1,0 0 0,-1 0-1,1-1 1,0 1-1,0 0 1,-1 0-1,1 0 1,0 0-1,-1 0 1,1 0 0,0 0-1,-1-1 1,1 1-1,0 0 1,-1 0-3,-1-3 14,-1 1 1,0-1-1,1 1 0,0-1 1,-1 0-1,1 0 0,0 0 1,1 0-1,-1 0 1,-1-2-15,-40-99-99,4-1 0,5-2 0,5-1-1,-14-105 100,31 145-45,4 0 0,3 0-1,2 0 1,4-7 45,1 41 0,2-1 0,0 1 1,3 0-1,1 0 0,1 1 0,2 0 0,1 0 0,14-25 0,-11 28 4,2 1-1,1 0 0,1 2 0,2 0 1,0 1-1,2 1 0,1 1 0,2 0-3,-11 12-5,0 0 0,1 1-1,1 1 1,0 1 0,0 0-1,1 1 1,0 1-1,0 0 1,0 1 0,1 2-1,0 0 1,0 0 0,0 2-1,11 0 6,-24 2-6,1 0 0,-1 0 0,1 1 0,-1 0 0,1 0 0,-1 0 0,0 1 0,1 0 0,-1 0 0,0 0 0,0 1 0,-1 0 0,1 0 0,-1 1 0,1 0 0,-1 0 0,0 0 0,4 5 6,-2-2-3,-1 1-1,-1 0 1,1 0-1,-1 1 1,-1 0-1,1 0 1,-2 0 0,1 0-1,-1 0 1,-1 1-1,1 0 1,-1 3 3,2 21-6,-1 1 1,-2 0-1,-2 0 0,-1 0 1,-1 0-1,-2-1 1,-1 1-1,-2-1 1,-2-1-1,-10 24 6,-17 36 4,-3-3 1,-5-1-1,-11 10-4,-76 109 11,-5 10 85,131-209-95,1 0 1,0 1-1,0 0 1,1 0-1,1 0 0,0 0 1,0 1-1,1-1 1,0 1-1,1 0 1,0 2-2,1-11 3,0 0 0,1 0 0,-1 0 0,1 0 0,-1 0 0,1 0 0,0 0 0,0 0 0,0 0-1,0 0 1,0 0 0,0 0 0,0-1 0,1 1 0,-1-1 0,0 1 0,1-1 0,0 1 0,-1-1 0,1 0 0,0 0 0,0 1 0,-1-1 0,1-1 0,0 1 0,0 0 0,0 0 0,0-1 0,0 1 0,0-1 0,1 0-3,11 3 44,0-1 1,-1 0-1,1-1 1,8-1-45,-15 0 19,35 1-134,-1-1-1,0-3 0,-1-1 1,1-2-1,-1-2 0,0-1 1,37-15 115,77-37-4383,-92 36-670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7.4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0 170 824,'0'0'12979,"0"0"-9060,0 0-2764,0 0-289,28 0-453,-12 1-398,145-6 293,-137 3-241,1-1 0,0-1 0,-1-1 0,0-2 0,0 0-1,7-4-66,-30 11 16,1-1 0,0 1-1,-1-1 1,1 1 0,-1-1-1,1 0 1,-1 0 0,0 0-1,1 0 1,-1 0 0,0 0-1,0 0 1,1 0 0,-1 0-1,0 0 1,0-1-1,0 1 1,-1-1 0,1 1-1,0 0 1,0-1 0,-1 0-1,1 1 1,-1-1 0,1 1-1,-1-1 1,0 1 0,1-1-1,-1 0 1,0 1 0,0-1-1,0 0 1,-1 1-1,1-1 1,0 0 0,-1 1-1,1-1 1,0 1 0,-1-1-1,0 1 1,0-2-16,-2-1 55,1-1 0,-2 1 0,1 0 1,0 0-1,-1 0 0,0 0 0,0 1 0,0-1 0,0 1 1,0 0-1,-5-2-55,4 1 17,0 1 0,-1 0 0,1 1 0,-1-1 0,1 1 0,-1 0 0,0 1-1,0-1 1,0 1 0,1 0 0,-1 1 0,0 0 0,0-1 0,0 2 0,0-1 0,0 1 0,0 0 0,0 0 0,0 1 0,0-1 0,1 1 0,-1 0 0,1 1 0,-1 0 0,1 0 0,0 0 0,0 0 0,0 1 0,0 0 0,1 0 0,0 0 0,0 0 0,0 1 0,0-1 0,0 1 0,1 0 0,0 0 0,0 1 0,1-1 0,-2 4-17,-4 10 52,1 1 0,1-1 0,0 1 0,2 0 1,0 0-1,2 0 0,-1 12-52,2-20 54,1 0 0,0 0 0,1 0 0,0 0 0,1 0 0,0 0 0,1 0 0,0 0 0,1-1 0,0 0 0,1 1-1,1-2 1,1 5-54,1-5 35,-1 1 0,1-1 0,1 0 0,0-1 0,0 0 0,1 0 0,0-1 0,0-1 0,2 1-35,-4-3-46,1-1 1,-1 0-1,1-1 1,0 0 0,0 0-1,0-1 1,1 0-1,-1-1 1,0 0 0,1 0-1,-1-1 1,1 0-1,4-2 46,61-11-1718,4-13-3432,-6-5-3394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7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 8 10082,'0'0'4188,"0"0"-2231,-21-2 57,-67-3-452,87 5-1538,0 0 0,-1 0 0,1-1 0,-1 1-1,1 1 1,-1-1 0,1 0 0,-1 0 0,1 0 0,0 1 0,-1-1 0,1 1 0,-1-1-1,1 1 1,0-1 0,0 1 0,-1 0 0,1 0 0,0 0 0,0-1 0,0 1 0,0 0 0,0 0-1,0 1 1,0-1 0,0 0 0,0 0 0,1 0 0,-1 1 0,0-1-24,0 3 8,1-1 1,-1 0-1,1 1 0,0-1 1,0 1-1,0-1 1,1 0-1,-1 1 0,1 2-8,1 5 75,-1 1-4,1 0 0,1 0 0,0-1 0,0 1 0,1-1 0,0 0-1,5 7-70,45 78 695,-11-23-305,-35-57-354,0-1-1,-1 1 0,-1 1 0,0-1 0,-1 1 0,-1 0 0,0 0 0,-2 1 0,0-1 0,-1 1 0,0-1 0,-2 1 1,0 7-36,-1-20 41,1 0 1,-1-1 0,0 1 0,0 0 0,-1-1 0,1 0 0,-1 1 0,0-1 0,0 0 0,-1-1 0,1 1 0,-1 0 0,0-1 0,0 0 0,0 0 0,0 0-1,0 0 1,-1-1 0,1 0 0,-1 0 0,1 0 0,-1 0 0,-5 1-42,-8 2 200,0-1-1,-1 0 0,0-1 1,1-1-1,-17 0-199,22-1 76,-1-2-1,1 1 1,-1-2-1,1 0 1,0 0-1,-1-1 1,-4-2-76,15 4-32,0 0 1,-1-1-1,1 1 0,0 0 1,1-1-1,-1 0 1,0 0-1,0 1 1,1-2-1,-1 1 0,1 0 1,0 0-1,0-1 1,-1 1-1,1-1 1,1 0-1,-1 0 0,0 0 1,1 1-1,0-1 1,-1-1-1,1 1 1,0 0-1,1 0 0,-1 0 1,0-1-1,1 1 1,0 0-1,0 0 1,0-1-1,0 1 0,0 0 1,2-3 31,-2 1-404,2 0 0,-1 1 0,1-1-1,-1 1 1,1-1 0,0 1 0,1 0 0,-1-1 0,1 1 0,0 0 0,0 1 0,0-1 0,0 1 0,1-1 0,2-1 404,32-24-6693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8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83 1880,'0'0'12520,"0"0"-8831,0 0-2639,9 30 187,55 196-194,42 157-697,-102-366-371,-1 1 1,0-1 0,-2 1 0,0 0-1,-1 0 25,0-17-7,0-1-1,0 1 1,0-1-1,0 1 1,-1-1-1,1 1 1,0-1-1,0 1 1,0-1-1,0 1 1,-1-1-1,1 0 1,0 1-1,0-1 1,-1 1-1,1-1 0,0 0 1,-1 1-1,1-1 1,0 1-1,-1-1 1,1 0-1,-1 0 1,1 1-1,-1-1 1,1 0-1,0 0 1,-1 0-1,1 1 1,-1-1-1,1 0 1,-1 0-1,1 0 1,-1 0-1,1 0 1,-1 0-1,1 0 1,-1 0-1,1 0 1,-1 0-1,1 0 1,-1 0-1,1 0 1,-1-1-1,1 1 0,-1 0 1,1 0-1,-1-1 1,1 1-1,0 0 1,-1 0 7,-26-17-19,16 4 33,0 0 1,1-1-1,0-1 1,1 0 0,1 0-1,0-1 1,1 0-1,-3-11-14,-9-30 106,-9-51-106,20 76 42,2 0-1,1-1 1,2 0 0,0-21-42,3 43 18,0 0 1,1 0-1,1 0 1,-1 1 0,2-1-1,-1 0 1,2 1-1,-1 0 1,1 0 0,1 0-1,0 0 1,0 1-1,1-1 1,0 1 0,6-6-19,5-1 15,0 1 1,1 0 0,0 1 0,1 1-1,1 1 1,0 1 0,0 1 0,1 0-1,0 1 1,1 2 0,0 0 0,0 1-1,1 2 1,0 0 0,-1 1 0,10 1-16,-26 1 2,1 1 0,0 0 1,-1 0-1,1 1 0,-1 0 1,1 0-1,-1 0 0,1 1 0,-1 0 1,0 0-1,0 1 0,0 0 1,0 0-1,0 0 0,1 2-2,-2-1 2,-1 0-1,0 0 1,0 0-1,-1 1 1,1 0-1,-1 0 1,0 0-1,0 0 1,-1 0-1,1 1 1,-1-1-1,0 1 1,-1-1-1,1 1 1,-1 0-1,0-1 1,-1 3-2,2 6 50,-1 0 0,0 0 0,-1 0 0,-1 1 0,0-1 0,-1 0 0,-1 0 0,0-1 0,0 1 0,-2-1 0,0 1 0,0-1 0,-7 10-50,1-5 156,-1 0 0,0-1 0,-2-1 0,0 0 0,0-1 0,-2 0 0,0-1-1,-17 11-155,27-20 9,-91 60 207,89-60-243,-1 0 0,0-1 0,0 0 0,0 0 0,-1-1-1,0 0 1,1-1 0,-1 0 0,0 0 0,-3-1 27,13-1 0,0 0-11,-1 0 0,1 0 0,0 0 1,-1 0-1,1 0 0,-1 0 0,1 0 0,0 0 0,-1 0 1,1 0-1,0 0 0,-1 0 0,1-1 0,0 1 0,-1 0 1,1 0-1,0 0 0,0-1 0,-1 1 0,1 0 0,0 0 1,-1 0-1,1-1 0,0 1 0,0 0 0,0-1 0,-1 1 1,1 0-1,0-1 0,0 1 0,0 0 0,0 0 0,0-1 1,-1 1-1,1-1 0,0 1 0,0 0 0,0-1 1,0 1-1,0 0 0,0-1 0,0 1 11,-1-15-736,0 0 0,1 1 0,0-1 0,1 0 1,2-8 735,14-31-5231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8.8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13035,'0'0'1777,"4"26"9,-1-1-1200,-1-4-136,1 0 0,0-1 0,2 1 0,0-1 0,2 0 0,0-1 0,4 7-450,-4-11 188,2-1 1,-1 0 0,2 0-1,0-1 1,0 0 0,1-1-1,1 0 1,0 0 0,0-2-1,5 3-188,-7-6 82,0 0 1,0-1-1,1-1 0,0 0 0,0 0 1,0-1-1,1 0 0,-1-1 0,1-1 1,0 1-1,0-2 0,-1 0 0,1 0 1,7-1-83,-14 0 9,-1-1 1,1 1-1,-1-1 1,1 0-1,-1 0 1,0-1 0,1 1-1,-1-1 1,0 0-1,0 0 1,0 0-1,0-1 1,0 1 0,-1-1-1,1 0 1,-1 0-1,1-1-9,1-2 12,-1 0-1,0 0 0,0 0 1,0 0-1,-1-1 0,0 0 1,0 0-1,0 0 0,-1 0 1,0-2-12,4-21-10,-2-1 1,-1 0 0,-2 1 0,-2-30 9,1 28-73,-3-6-127,1 30 0,1 0 0,1-1 1,0 1-1,0 0 0,0 0 0,2-4 200,-2 11-79,1 0-1,0 0 1,-1 0-1,1 0 0,0 0 1,0 1-1,0-1 0,0 0 1,0 1-1,0-1 1,0 0-1,0 1 0,0-1 1,0 1-1,0 0 1,0-1-1,0 1 0,0 0 1,0 0-1,0-1 0,1 1 1,-1 0-1,0 0 1,1 0 79,35 0-1205,-28 0 865,335 7 68,-324-12 816,-23-5 333,0 8-771,1 0 0,0 0 0,-1 0 0,0 0 0,1 1 0,-1-1 0,0 1 0,0-1 0,0 1-1,-1 0-105,-3-1 58,0 1 0,0-1 0,0 1 0,0 1 0,-1 0 0,1 0 0,0 0 0,0 1 0,0 0 0,-1 0 0,1 1 0,0 0 0,0 0 0,1 0 0,-1 1 0,0 0 0,1 1 0,0-1 0,-6 5-58,3 0 33,1 0 0,0 0 1,0 1-1,1 0 0,0 0 1,1 1-1,0-1 1,0 2-1,1-1 0,0 0 1,1 1-1,-1 4-33,-1 1 49,2 0-1,-1 0 0,2 0 1,0 1-1,1-1 1,1 1-1,0-1 0,1 1 1,1-1-1,2 11-48,-3-25 5,1 1-1,0-1 0,0 1 1,0-1-1,0 1 0,0-1 1,1 0-1,-1 1 1,1-1-1,0 0 0,-1 0 1,1 0-1,0 0 1,0 0-1,0-1 0,0 1 1,1-1-1,-1 1 0,0-1 1,3 1-5,0 1-29,2-1 1,-1-1 0,0 1-1,0-1 1,1 0-1,-1 0 1,0-1 0,1 0-1,0 0 29,15-1-688,0-2 1,0 0-1,0-2 0,12-4 688,48-19-5948,-4-5-4214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9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 1 13035,'0'0'2471,"0"0"10,0 0-645,0 0-1049,0 0-465,-9 27-192,-2 6-61,1 1-1,0 14-68,9-42 7,0 1 0,1-1-1,0 0 1,0 1 0,1-1 0,0 0 0,0 1-1,1-1 1,-1 0 0,1 0 0,1 0-1,-1 0 1,1 0 0,0-1 0,0 1-1,2 1-6,5 12 27,12 23 42,-13-28-30,-1 1-1,0-1 0,-2 1 1,1 0-1,-2 1 1,0 0-1,-1 0 0,-1 0 1,0 0-1,-1 4-38,-2-17 28,0 0-1,0-1 0,-1 1 0,1 0 1,-1-1-1,0 1 0,0-1 0,0 1 1,0-1-1,0 1 0,0-1 1,-1 0-1,1 1 0,-1-1 0,0 0 1,0 0-1,0 0 0,0 0 0,0-1 1,0 1-1,0-1 0,0 1 1,-1-1-1,1 1 0,0-1 0,-1 0 1,1 0-1,-1 0 0,0-1 0,1 1 1,-1-1-1,0 1-27,-14 2 139,0-1 0,0-1 0,0 0 0,-15-2-139,12 1-7,5 0 37,1-1 0,-1 0 0,0-1-1,-5-2-29,15 3-4,0 0-1,0-1 1,0 1-1,0-1 1,1-1-1,-1 1 1,0-1-1,1 1 1,0-1-1,-1-1 1,1 1-1,1 0 1,-1-1-1,-1-1 5,4 3-108,0 1 0,0-1 0,1 1 0,-1-1 1,0 1-1,1-1 0,-1 1 0,1-1 0,0 0 0,-1 1 0,1-1 0,0 0 1,0 1-1,0-1 0,0 0 108,6-16-4530,9 3-1097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9.5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0 16580,'0'0'2560,"0"0"-1016,32 134 641,-22-19-809,-7 31-480,-3-8-151,0-27-369,0-37-176,-5-22-200,-5 2 0,-5-2-128,0-5-304,-1-15-521,-6-30-639,2-2-2745,5-7-5921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4:59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44 10850,'0'0'5714,"0"0"-3210,0 0-423,0 0-1329,0 0-496,193-32-184,-110 30-72,30 0-520,-21-1-3529,-6-1-6521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0.2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 0 14635,'0'0'3662,"0"0"-1452,-29 6-640,29-6-1570,-36 6 438,-1 3 1,-11 5-439,42-12 57,0 1 0,0 0 0,0 0 0,0 1 0,1-1 0,-1 1 0,1 1 0,0-1 0,0 1 0,1 0 1,-1 0-1,1 0 0,0 0 0,1 1 0,-1 0 0,-1 3-57,0 4 141,-1 0 0,2 0 0,0 1 0,0-1 0,1 1 0,1 3-141,-1-4 51,2 0-1,0 1 1,0-1-1,1 1 1,1-1-1,0 0 1,1 1-1,1-1 0,0 0 1,0 0-1,1 0 1,6 11-51,-6-16 5,0-1 1,0 0 0,1-1-1,0 1 1,0-1-1,1 0 1,0 0 0,0 0-1,0-1 1,0 0-1,1 0 1,0-1-1,0 1 1,0-2 0,1 1-1,-1-1 1,1 0-1,0-1 1,0 1 0,0-2-1,7 2-5,-7-1-36,1-1-1,0 1 0,-1-1 1,1-1-1,0 0 1,0 0-1,0-1 1,-1 0-1,1 0 1,0-1-1,-1 0 1,1-1-1,-1 0 1,0 0-1,0-1 0,0 0 1,0 0-1,-1-1 1,1 0-1,-1 0 1,0 0-1,-1-1 1,0-1-1,1 1 1,-2-1-1,1 0 0,-1 0 1,0 0-1,-1-1 1,2-2 36,5-12-24,-1-1 0,0 0 0,-2-1 0,5-22 24,5-16 707,-12 104 436,-3 27-950,3-1-1,3 1 1,10 29-193,-17-85 29,-1-7-1455,-1-6-2559,0-15-2326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1.4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396 0 11138,'0'0'2865,"0"0"-934,0 0-171,0 0-157,-10 34-205,-156 502 1465,99-303-1406,-30 202-1457,73-279 126,6 0-1,8 1 1,6 67-126,4-223-40,0 16-16,1 0 1,0 0-1,1 0 0,1 0 0,4 15 56,-5-28-199,-1 0-1,1 0 1,0 0-1,0 0 1,0-1 0,1 1-1,-1-1 1,1 0-1,0 1 1,0-1-1,1 1 200,-1-2-536,0 0-1,0 0 0,1 0 0,-1 0 1,1 0-1,-1-1 0,1 0 0,-1 0 0,1 0 1,0 0-1,0 0 0,-1-1 0,1 1 1,2-1 536,26 0-11516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1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0 116 11739,'0'0'1995,"0"0"-11,0 0 674,0 0-784,0 0-1061,25-17-338,81-54 102,-98 67-521,0 0-1,0 0 0,0 1 1,1 0-1,-1 1 0,1-1 1,0 2-1,0-1 0,0 1 0,-1 1 1,1-1-1,0 2 0,8 0-55,12 0 90,-27-1-89,1 0 0,-1 0 1,1 0-1,0 1 0,-1-1 1,1 1-1,-1 0 1,1-1-1,-1 1 0,1 0 1,-1 0-1,0 1 0,1-1 1,-1 0-1,0 1 1,0 0-1,0-1 0,0 1 1,0 0-1,0 0 0,-1 0 1,1 0-1,-1 0 1,1 0-1,-1 1 0,0-1 1,0 0-1,0 1 0,0-1 1,0 1-1,0-1 1,-1 1-1,1-1 0,-1 1 1,0 0-1,0-1 1,0 1-1,0 0 0,-1 2-1,1 4 6,-1 1-1,0 0 0,-1-1 0,0 1 1,-1-1-1,0 1 0,0-1 1,-1 0-1,0-1 0,-3 5-5,-78 108 40,61-90-21,1 0-1,1 2 1,2 0-1,1 2 1,2 0-1,1 1-18,13-26 39,0-1 0,1 0 0,0 1 0,1 0 0,-1 8-39,2-16 23,-1 0 1,1 0 0,0 0 0,0 0 0,0 0-1,1 0 1,-1 0 0,0 0 0,1 0 0,0 0 0,-1 0-1,1 0 1,0 0 0,0 0 0,0 0 0,0-1-1,0 1 1,0 0 0,1-1 0,-1 1 0,0-1 0,1 1-1,0-1 1,-1 1 0,1-1 0,0 0 0,-1 0-1,2 0-23,82 22 481,-71-20-771,-1-1 0,0 2-1,0-1 1,0 2-1,0 0 1,0 0 0,-1 1-1,0 1 1,9 7 290,13 16-6480,-8 4-5861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2.3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 13691,'0'0'1800,"0"0"-335,-5 115 1471,3-52-1279,-1 5-897,-2-1-360,0-3-136,0-10-72,-2-9-184,2-11-8,0-12 0,0-6-64,0-7-464,5-9-720,0 0-1817,0-11-3761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2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1 12659,'0'0'2091,"0"0"-12,0 0 68,0 0-877,13 19-742,13 20-323,-1 0 0,-3 2 0,-1 0 0,10 32-205,0 21 324,-4 1 1,-5 1-1,-3 1 0,-4 14-324,3 69 1492,-7 156-1492,-12-272 162,-2-1 1,-3 0 0,-3 0-1,-15 53-162,12-73 24,-2-1-1,-1 0 0,-3-2 0,-1 0 1,-2-1-1,-1-1 0,-13 15-23,11-18-335,-2-1-1,-1-1 1,-1-1-1,-17 13 336,34-39-1166,10-9-1047,11-17-2281,12-6-3269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3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332 1 10266,'0'0'3606,"0"0"-1524,0 0-278,0 0-454,0 0-508,0 0-84,-7 29-71,-4 12-499,-77 319 1515,-54 394 210,101-468-1140,0 200-773,40-256-64,1-224 16,0-1 0,0 1 1,1 0-1,0 0 0,0 0 0,0 0 0,1-1 0,0 2 48,-1-6-49,-1 0 0,1 1 1,0-1-1,-1 0 0,1 0 0,0 0 0,0 0 1,0 0-1,0 0 0,0 0 0,0 0 0,0 0 1,0 0-1,0-1 0,1 1 0,-1 0 0,0-1 1,1 1-1,-1-1 0,0 1 0,1-1 0,-1 0 0,0 0 1,1 1-1,-1-1 0,0 0 0,1 0 0,-1 0 1,1 0-1,-1-1 0,0 1 0,1 0 0,-1-1 1,0 1-1,1-1 0,-1 1 0,0-1 0,1 0 49,7-3-814,1-1 0,-1 0 0,0-1 0,-1 0 0,1 0 0,-1-1 0,-1 0 0,2-3 814,30-31-8580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4.2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1 8362,'0'0'4447,"0"0"-2684,0 0-706,-23 13 78,10-5-1018,-1 1 0,1-1 0,0 2 0,1 0 0,0 1 0,1 0 0,0 0 0,0 1 0,2 1 0,-1 0 0,2 0 0,-1 1 0,1 2-117,-15 36 299,3 1-1,2 1 1,2 1 0,3 0-1,2 1 1,3 0-1,2 1 1,3-1-1,3 47-298,1-90 8,0-1 0,1 1 0,0-1 0,1 0 0,1 0 0,0 0 0,0 0 0,1 0 0,1-1 0,3 5-8,-7-12 13,1 1 0,0-1 0,0 0 0,0-1 0,1 1 0,-1 0 0,1-1 0,0 0 0,0 0 0,0 0 0,0 0 0,0-1 0,1 1 0,-1-1 0,1 0 0,-1 0-1,1-1 1,0 0 0,0 0 0,0 0 0,0 0 0,0-1 0,0 1 0,0-1 0,0-1 0,0 1 0,2-1-13,-5 1 11,0-1-1,1 0 1,-1 1 0,0-1 0,0 0-1,0 0 1,-1 0 0,1 0 0,0 0-1,0-1 1,-1 1 0,1 0 0,0-1-1,-1 1 1,1-1 0,-1 0 0,0 1-1,0-1 1,1 0 0,-1 0 0,0 0-11,1-3 60,0 0 1,-1 0 0,1 0 0,-1-1 0,0 1-1,0 0 1,0 0 0,-1-1 0,0 0-61,0-2 85,0 0 0,0 0 0,-1 0 0,0 1 0,-1-1 0,0 0 0,0 1 0,0-1 0,-1 1 1,0 0-1,-1-1 0,-1-1-85,-2 1 38,1 0 0,-1 0 0,0 1 0,-1 0 1,0 1-1,-3-3-38,9 8-64,-1-1-1,0 0 1,1 1 0,-1-1 0,0 1-1,0 0 1,0 0 0,0 0 0,0 0-1,0 1 1,0-1 0,-1 1 0,1 0-1,0-1 1,0 2 0,0-1 0,0 0 0,0 1-1,0-1 1,-1 1 0,1 0 0,0 0-1,-2 1 65,-7 6-1119,0 1 0,0 0 0,1 1 0,0 0 0,1 1 0,-4 5 1119,-24 29-8808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4.7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27 11843,'0'0'1727,"0"0"-260,0 0-112,28-5-653,93-13-142,-117 17-515,1 0 0,-1 1 0,1-1 0,0 1-1,-1 0 1,1 0 0,-1 0 0,1 1-1,0 0 1,-1-1 0,1 2 0,-1-1-1,0 0 1,1 1 0,-1 0 0,0 0-1,0 0 1,0 1 0,0 0 0,-1-1 0,2 2-45,-4-2 7,1 0 1,-1 1-1,1-1 1,-1 1 0,0 0-1,0-1 1,0 1-1,-1 0 1,1 0 0,0-1-1,-1 1 1,0 0 0,0 0-1,0 0 1,0 0-1,0-1 1,0 1 0,-1 0-1,1 0 1,-1 0-1,0-1 1,0 1 0,0 0-1,0-1 1,0 1-1,-1-1 1,0 2-8,-3 3 17,-1 0 1,0 0-1,0 0 0,0-1 1,-1 0-1,1 0 0,-1-1 1,-1 0-1,1 0 0,-1 0 0,-6 2-17,-16 7 93,0-1-1,-18 4-92,36-13 43,-17 8 20,28-11-63,1-1 0,0 1 0,-1-1 0,1 1 0,0 0 1,0-1-1,-1 1 0,1 0 0,0-1 0,0 1 0,0 0 0,0-1 0,0 1 0,0 0 0,0-1 0,0 1 0,0 0 0,0-1 0,0 1 1,0 0-1,1-1 0,-1 1 0,0 0 0,0-1 0,1 1 0,-1-1 0,0 1 0,1 0 0,-1-1 0,1 1 0,-1-1 0,1 1 0,-1-1 0,1 0 1,-1 1-1,1-1 0,-1 1 0,1-1 0,-1 0 0,1 1 0,0-1 0,-1 0 0,1 0 0,0 1 0,29 22 111,-2 1 1,0 2-1,-2 0 0,7 11-111,-27-31 95,0 1-1,-1 1 1,0-1-1,0 1 1,0 0-1,-1 0 1,0 0-1,-1 0 1,0 1-1,0 0 1,-1-1-1,0 1 1,0 0-1,-1 0 1,0 0-1,-1 1 1,0-1-1,0 0 1,-1 0-1,-2 8-94,2-14 54,-1 1-1,0-1 0,0 0 1,0 0-1,0 0 0,0 0 1,-1 0-1,1-1 0,-1 1 1,0-1-1,1 1 0,-1-1 1,-1 0-1,1 0 0,0 0 0,0-1 1,-1 1-1,1-1 0,0 0 1,-1 0-1,0 0 0,1 0 1,-1-1-1,0 1-53,-16 2 117,0-1 1,0 0-1,-17-2-117,35 0 3,-29 1 14,-37-3-643,67 2 541,0 0-1,0 0 1,0-1 0,0 1-1,0-1 1,1 1 0,-1 0-1,0-1 1,0 1 0,0-1 0,1 0-1,-1 1 1,0-1 0,1 0-1,-1 1 1,0-1 0,1 0-1,-1 0 1,1 1 0,-1-1 0,1 0-1,-1 0 1,1 0 0,0 0-1,0 0 1,-1 0 0,1 0-1,0 0 1,0 1 0,0-1 0,0-1 85,4-20-5289,11 2-3374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5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340 1 13555,'0'0'2322,"0"0"-31,0 0-393,0 0-1101,11 23-495,32 68 51,-5 2 0,-4 1 0,-4 2 0,11 69-353,-16-36 386,-6 1 0,-5 0-1,-5 68-385,-11-107 97,-3 0-1,-5-1 1,-4 0-1,-3-1 1,-4 0-1,-5-2 1,-3-1-1,-3-1 1,-18 26-97,27-64 99,-3-1 1,-2-1 0,-1-1 0,-3-2-1,-1-1 1,-2-2 0,-2-1 0,-1-2-1,-2-1 1,-31 19-100,65-52-518,19-18-274,-11 14 765,107-123-6844,-51 58-679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5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146 1 16628,'0'0'2448,"0"0"-1232,0 0-159,-30 232 679,2-40-520,8 20-496,8-7-288,9-36-264,3-54-47,-2-27-113,-6-29 32,-2-16-40,0-2 0,3-12-481,-1-16-359,3-40-312,3-27-2785,2-13-7841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5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15859,'0'0'2977,"0"0"-1649,0 0-303,143 0-737,-63 14-136,10 6-144,28 12-8,-25-5-1169,-18-7-3976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6.3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419 1 12859,'0'0'2232,"0"0"-57,-24 8-514,14-5-1492,-6 2 39,0 1-1,0 0 1,1 1-1,0 1 1,0 0-1,1 1 1,0 1-1,0 0 1,1 1-1,-11 11-207,-1 6 270,2 1 1,0 2-1,2 0 0,2 1 0,0 1 0,2 0 0,0 6-270,7-14 66,1 1 0,2 1 0,0-1-1,2 1 1,0 0 0,2 1 0,1-1-1,2 1 1,0-1 0,2 4-66,0-15 8,1-1 0,0 0 0,1 0 0,1 0 0,0 0 0,1 0 0,1-1 0,0 0 0,1-1 0,8 11-8,-12-18 7,0 0-1,1 0 1,-1-1 0,1 0-1,1 0 1,-1 0 0,1-1-1,-1 1 1,1-1 0,1-1-1,-1 1 1,0-1 0,1 0-1,0-1 1,-1 1 0,1-1-1,0-1 1,0 1-1,0-1 1,0-1 0,1 1-1,-1-1 1,0 0 0,2-1-7,-6 1 7,0-1-1,-1 1 1,1-1 0,0 0 0,-1 0-1,1 0 1,-1 0 0,0 0 0,1-1 0,-1 1-1,0-1 1,0 0 0,0 1 0,0-1 0,0 0-1,0 0 1,0 0 0,-1 0 0,1-1-1,-1 1 1,1-1-7,0-1 13,0-1-1,0 1 1,-1-1 0,1 0-1,-1 0 1,0 0-1,-1 0 1,1 0-1,-1 0 1,0 0 0,0-3-13,0 3 10,0 0 0,-1 0 0,0 0 0,1 0 0,-2 0 0,1 1 1,0-1-1,-1 0 0,0 1 0,0-1 0,0 1 0,-1 0 0,1 0 1,-1 0-1,0 0 0,0 0 0,-1 1 0,1-1 0,-1 1 0,0 0 0,1 0 1,-2 0-1,1 0 0,-4-1-10,5 3-42,0 0 1,-1 0-1,1 0 0,0 1 1,-1-1-1,1 1 1,-1 0-1,1 0 0,0 0 1,-1 1-1,1-1 1,-1 1-1,1 0 0,0 0 1,0 0-1,-1 0 0,1 1 1,0-1-1,0 1 1,0 0-1,1-1 0,-1 1 1,0 1-1,1-1 1,-1 0-1,1 1 0,-2 2 42,-5 6-488,2 1-1,-1 0 1,1 0-1,1 0 1,1 1-1,-1 1 489,0-1-581,-25 63-4837,3-4-4131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6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497 1 10658,'0'0'2158,"0"0"-842,-16 21 39,-12 17-555,1 3 0,2 0 0,2 1 0,-11 30-800,-44 124 2408,9 3 0,-25 129-2408,61-185 479,7 1 0,5 1 0,7 1 0,6 35-479,8-160-1,-1 46 74,8 57-73,-5-101 7,2-1-1,1 1 0,1-1 0,0 0 0,2-1 1,0 1-1,5 5-6,-13-27 0,9 17-85,0 0 0,1-1 1,4 5 84,-10-16-108,0-1 1,0 1 0,0-1 0,0 0 0,1 0 0,0 0-1,0-1 1,0 0 0,0 0 0,0 0 0,1 0-1,5 1 108,6 0-1129,1-1 0,0 0 0,-1-2-1,1 0 1,10-1 1129,25 0-5425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7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 38 9882,'0'0'1779,"0"0"-219,26-6 442,82-22-368,-103 27-1562,0 0 1,0 0-1,0 1 0,0-1 1,0 1-1,0 0 0,0 1 1,0-1-1,0 1 0,0 0 1,1 0-73,-5 0 13,1-1 1,-1 1 0,1-1 0,-1 1 0,0 0 0,1 0-1,-1 0 1,0 0 0,0 0 0,1 0 0,-1 0 0,0 0-1,0 0 1,0 0 0,0 1 0,-1-1 0,1 0-1,0 1 1,0-1 0,-1 1 0,1-1 0,-1 1-14,1 2 16,-1 0 0,0 0 0,0-1 0,-1 1 0,1 0 0,-1 0-1,1-1 1,-1 1 0,0 0 0,-1-1 0,1 1 0,-1-1 0,1 1 0,-1-1 0,0 0 0,0 1 0,-1-1 0,1 0 0,-1-1 0,-1 3-16,-12 10 123,-2-1-1,1-1 1,-1 0-1,-1-2 1,-1 0 0,-2 1-123,-6 2 164,1 2 0,-15 13-164,41-29-2,1 1 0,0-1 1,0 0-1,-1 1 0,1-1 0,0 0 0,0 1 1,0-1-1,0 1 0,0-1 0,-1 0 0,1 1 0,0-1 1,0 1-1,0-1 0,0 1 0,0-1 0,0 0 1,0 1-1,0-1 0,1 1 0,-1-1 0,0 1 0,0-1 1,0 0-1,0 1 0,0-1 0,1 0 0,-1 1 0,0-1 1,0 1-1,1-1 0,-1 0 0,0 1 0,1-1 1,-1 0-1,0 0 0,1 1 0,-1-1 0,0 0 0,1 0 1,-1 0-1,1 1 0,-1-1 0,0 0 0,1 0 0,-1 0 2,27 15-130,-18-10 107,-1 0 38,-1 1-1,0 0 0,-1 1 0,1-1 0,-1 1 1,-1 1-1,1-1 0,-1 1 0,0 0 0,-1 0 0,0 1 1,0-1-1,-1 1 0,0 0 0,0 0 0,-1 0 1,-1 0-1,1 0 0,-1 0 0,-1 0 0,0 1 1,0-1-1,-1 0 0,0 0 0,-1 3-14,1-7 88,-1 1-1,1-1 0,-2 0 1,1-1-1,0 1 1,-1 0-1,0-1 0,0 1 1,0-1-1,-1 0 1,1 0-1,-1 0 1,0-1-1,0 1 0,0-1 1,-1 0-1,1 0 1,-1-1-1,1 1 0,-1-1 1,0 0-1,-4 1-87,-5 3 65,-1-1-1,1-1 1,-1-1 0,0 0-1,0-1 1,0 0-1,-9-1-64,24-1-96,-1 0 0,0 1 0,0-1 0,0 0-1,1 0 1,-1 0 0,0 0 0,0 0-1,0 0 1,0 0 0,1 0 0,-1-1 0,0 1-1,0 0 1,0 0 0,1-1 0,-1 1 0,0 0-1,0-1 1,1 1 0,-1-1 0,0 1 0,1-1-1,-1 1 1,0-1 0,1 0 0,-1 1 0,1-1-1,-1 0 1,1 1 0,-1-1 0,1 0 0,0 1-1,-1-1 1,1 0 0,0 0 0,0 0 0,-1 1-1,1-1 1,0 0 0,0 0 0,0 0 0,0 0-1,0 1 1,0-1 0,0 0 0,0 0 0,0 0-1,1 0 1,-1 1 0,0-1 96,0-19-6179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7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 1 14123,'0'0'3602,"0"0"-1847,4 22-723,25 113 335,54 284 833,-60-273-970,2 134-1230,-21-170 350,-6 0 0,-7 33-350,2-83 78,-3 0-1,-2 0 1,-3-2-1,-20 51-77,9-44 22,-4-2 1,-1-1-1,-4-2 1,-2-1-1,-3-2 1,-36 39-23,55-74-438,46-56-687,21-17-1563,5-2-3992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8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13635,'0'0'2953,"0"0"-561,0 0-704,0 0-743,0 0-577,151 18-48,-83-14-104,-6 1-24,-6-3-184,-14-2-8,-12 2-216,-15 0-952,-10 1-2513,-5-1-2425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8.4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9994,'0'0'2393,"0"0"-345,0 0 201,0 0-689,0 0-600,0 0-128,0 0-440,55 112-240,-10-96-136,10 2-16,-7-4-1936,-10-5-4769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9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53 1568,'0'0'9505,"0"0"-5788,28-2-1805,184-5 763,61 9-1746,-306-18-1032,1 8 116,1 1 1,-1 1-1,0 2 1,-1 1-1,1 1 1,-1 2-1,1 2 1,-1 0-1,-9 4-13,26-3 144,1 1 0,-1 1 0,1 0 0,0 1-1,1 1 1,-14 7-144,23-11 55,-1 1 0,0-1 0,1 1 0,0 0 0,0 0 0,0 0 0,0 1 0,1 0 0,-1 0 0,1 0 0,1 0 0,-1 1 0,1-1 0,0 1 0,0 0 0,0 0 0,1 0 0,0 1-55,1-5 7,1 0 1,0 0 0,0 0 0,0 0-1,0 0 1,0 1 0,1-1 0,-1 0-1,1-1 1,-1 1 0,1 0 0,0 0-1,-1 0 1,1 0 0,0 0 0,0-1-1,0 1 1,1 0 0,-1-1 0,0 1-1,1-1 1,-1 1 0,1-1 0,-1 0-1,1 0 1,0 1 0,-1-1 0,1 0-1,0-1 1,0 1 0,0 0-1,1 0-7,9 3 90,1 0-1,0 0 0,-1-2 0,14 2-89,-2 0 127,-23-3-123,35 5 48,-1 1-1,0 2 0,-1 2 1,0 1-1,-1 2 0,1 1-51,-27-11 0,0 0 0,-1 0-1,1 0 1,0 1 0,-1 0 0,0 0-1,0 1 1,-1-1 0,0 1 0,0 1 0,0-1-1,-1 1 1,1-1 0,-2 1 0,1 1-1,-1-1 1,0 0 0,0 1 0,-1-1-1,0 1 1,-1 0 0,1 0 0,-2 0-1,1 0 1,-1 0 0,0 0 0,-1 0-1,1 0 1,-2-1 0,0 3 0,1-5 15,0 0 1,-1 0-1,1 0 1,-1 0-1,0 0 0,-1-1 1,1 1-1,-1-1 1,0 0-1,0 1 0,0-2 1,-1 1-1,1 0 1,-4 2-16,-1 0 120,0 0 1,-1 0-1,1-1 1,-1-1 0,0 1-1,0-1 1,-7 1-121,-13 4 346,-1-3 0,0 0 0,0-2 0,-21 1-346,39-4 57,-13 1 45,0-1-1,0-1 1,-25-3-102,49 3-3,-1 0 0,0 0 0,0-1-1,1 1 1,-1-1 0,0 1 0,1-1 0,-1 0 0,1 1 0,-1-1 0,1 0 0,-1 0 0,1 0 0,-1 0-1,1 0 1,0-1 0,0 1 0,-1 0 0,1-1 0,0 1 0,0 0 0,0-1 0,1 1 0,-1-1-1,0 0 1,1 1 0,-1-1 0,0 0 0,1 1 0,0-1 0,-1 0 3,1-1-66,0 0 0,1 0 0,-1 0 0,0 0 1,1 0-1,-1 1 0,1-1 0,0 0 0,0 0 0,0 1 0,0-1 0,1 1 1,-1-1-1,1 1 0,-1-1 0,1 1 0,0 0 0,1-1 66,34-24-2344,13 1-3309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19T17:25:09.3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 1 12699,'0'0'2843,"0"0"-1073,-19 23 262,3-3-1573,0-2-108,1 1 0,1 0 0,0 1 0,2 1 0,1 0 0,0 1-1,-5 17-350,6-10 138,1 0-1,2 0 1,1 0-1,2 1 1,1 0-1,1 0 1,1 0-1,2 0 1,1 0-1,2 9-137,-2-31 29,1 1-1,0-1 0,0 0 0,1 0 1,-1 0-1,2 0 0,-1-1 0,1 0 1,0 0-1,1 0 0,0-1 0,0 1 0,0-1 1,1-1-1,0 1 0,0-1 0,0 0 1,0-1-1,1 0 0,0 0 0,0-1 1,0 1-1,0-2 0,1 1 0,-1-1 1,1-1-1,5 1-28,0 0 105,1 0 1,-1-1-1,0-1 0,0 0 1,1-1-1,-1 0 0,0-1 1,0-1-1,0 0 1,-1-1-1,1-1 0,-1 0 1,0-1-1,0 0 1,0-1-1,7-6-105,-7 3 160,-1-1 0,0 0 1,-1-1-1,-1-1 0,0 0 0,0 0 1,-2-1-1,1 0 0,-2 0 0,0-1 1,0 0-1,-2 0 0,0-1 0,0 1 1,-2-1-1,0 0 0,-1 0 1,0-1-1,-1 1 0,-1 0 0,-1 0 1,0-1-1,-1 1 0,-3-7-160,3 16-32,-1 0 0,0 1 0,0-1 0,0 1 0,-1 0-1,0 0 1,-1 0 0,1 0 0,-1 1 0,0 0 0,0 0 0,-1 0 0,1 1 0,-1-1-1,0 1 1,-1 1 0,1-1 0,0 1 0,-1 0 0,0 1 0,0 0 0,0 0 0,-7-1 32,-15-4-863,0 3 1,-1 0 0,0 2 0,-28 1 862,-37 3-5988,14 7-9581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688FD7-208B-435C-B54A-B9913F46B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CF442-6D8F-4DFD-B156-EEBF2F6B0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41EEB9-2144-4117-8865-C37965AA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50B33-70ED-4BF8-A752-078BEE59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F76386-ACF1-4706-85E5-6BA4A44B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552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F2ADAB-0139-4AA2-A00F-A6863588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C4544-D9FF-42F2-8D4B-ADB3B83ED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D2EE57-BFDA-44D2-A6A5-7CC881E6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6102A8-7830-4420-947A-AFE4E9A10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6D4ED-69DE-4FA9-9C0E-2C9C28727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20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5E75D-D1DA-4C6E-9611-8D445FBD4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FF3103-BCF7-4D55-A3C1-56496E247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25A827-AB69-466C-AC3C-304E71A2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A9E9D-542C-4EF5-97C0-2D4D8BDC6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BDBE70-1D2E-4A1D-AF44-848CD13B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260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B4C1E0-D69A-4376-8A29-01805A87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EAF66C-597A-4C93-836F-1BC209836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6CF631-22BB-4BA6-B764-BE69AB205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E647F6-BB7D-4A62-A980-5A7BD376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D30238-44A9-471C-B53C-59D7E3DF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612CCE-6045-41FA-9F6D-3384EBE7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891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9E682-84B0-4D97-943E-F3A26FBA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24963C-4FA0-4EBD-AE7D-0CB17F27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97C25-4112-48DB-B67D-8343B68BB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D05650-4EC4-4B65-8DDE-50B286E4B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94CDDF-D852-494F-B521-6C40EED82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671EEED-304A-4839-963A-25004CE77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A9FEE7-538E-41FE-AF5C-4A9A9D349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3AD2E87-B15D-4E8B-ADB1-E2AE7F49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8536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06440-DBCA-4F23-BBB1-7D87CDF5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519DAD-5EE0-4E3C-84DF-2851ECE6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8190EC-E005-4001-A8EF-533B3FF4A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41842CB-DDA7-4A99-AE76-21DB90EA1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955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717FAA-1F7F-4DB2-AB53-77D2F0B2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96182A-8AE6-4FA0-ABDC-36D279A6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1B2C84-8893-43B1-A759-0A007C758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840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26F19-42E3-416E-A46A-3076EC99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5B5B7F-DC46-445D-A692-795AF791E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E4DB3B-158A-4076-8911-807907D6C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6E2C3A-CD2B-4B04-8972-3B652680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736983-2F5F-40D3-9D19-AE8C21DA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F833F-CFDA-4F34-B5AB-57693EB51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107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E0C48-7FF3-4080-8C17-D0FF8E0C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8C2F3C-AAF9-4BF7-AA45-BC421389A4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6253DB-7158-4998-A033-4E9A5E94A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C54B82-AD00-45A1-9686-7E1EE9AC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10373-1EB6-4434-98A9-258FD9CB2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7FF3C4-2F7C-4201-9DFB-DA7190E2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400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66A66-5045-4693-93B7-6218DA94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A8E504-B487-4A96-A173-EB59D3514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90F2D0-E2A9-4CF8-AAF3-9CF351B55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D9D9FE-0212-497F-8218-ED82A293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1D27A3-BEF0-4F2E-9083-FC344B9E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72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75D9AC-B959-4B99-95AF-948AD5B70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F4EED3-62BD-4CBD-AC19-B183AE7DF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7F2DEC-DAB8-46D2-8CE5-C41E3312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7D0EC3-5470-41B0-8596-C6198631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870833-35F8-497F-8C73-DB8A32A6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035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01014-DAA2-43A7-8685-AB889F842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5526F9-6F74-4034-8EE1-46B51A29A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79DC18-D771-426C-B865-63A4B08F0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AB31E-45F1-4AC6-8785-E2B156D148EE}" type="datetimeFigureOut">
              <a:rPr lang="es-ES" smtClean="0"/>
              <a:t>19/04/2020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C545D-3D9A-40EB-8003-523859690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9823F5-829E-4B65-B264-A40E4F4D9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89B91-612F-4D57-9875-3C5A96F0D9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791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customXml" Target="../ink/ink32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customXml" Target="../ink/ink27.xml"/><Relationship Id="rId58" Type="http://schemas.openxmlformats.org/officeDocument/2006/relationships/image" Target="../media/image28.png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5" Type="http://schemas.openxmlformats.org/officeDocument/2006/relationships/image" Target="../media/image2.png"/><Relationship Id="rId90" Type="http://schemas.openxmlformats.org/officeDocument/2006/relationships/image" Target="../media/image44.png"/><Relationship Id="rId95" Type="http://schemas.openxmlformats.org/officeDocument/2006/relationships/customXml" Target="../ink/ink48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image" Target="../media/image31.png"/><Relationship Id="rId69" Type="http://schemas.openxmlformats.org/officeDocument/2006/relationships/customXml" Target="../ink/ink35.xml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customXml" Target="../ink/ink30.xml"/><Relationship Id="rId103" Type="http://schemas.openxmlformats.org/officeDocument/2006/relationships/customXml" Target="../ink/ink52.xml"/><Relationship Id="rId108" Type="http://schemas.openxmlformats.org/officeDocument/2006/relationships/image" Target="../media/image5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8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91" Type="http://schemas.openxmlformats.org/officeDocument/2006/relationships/customXml" Target="../ink/ink46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customXml" Target="../ink/ink29.xml"/><Relationship Id="rId106" Type="http://schemas.openxmlformats.org/officeDocument/2006/relationships/image" Target="../media/image52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image" Target="../media/image29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customXml" Target="../ink/ink28.xml"/><Relationship Id="rId76" Type="http://schemas.openxmlformats.org/officeDocument/2006/relationships/image" Target="../media/image37.png"/><Relationship Id="rId97" Type="http://schemas.openxmlformats.org/officeDocument/2006/relationships/customXml" Target="../ink/ink49.xml"/><Relationship Id="rId104" Type="http://schemas.openxmlformats.org/officeDocument/2006/relationships/image" Target="../media/image51.png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image" Target="../media/image4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image" Target="../media/image32.png"/><Relationship Id="rId87" Type="http://schemas.openxmlformats.org/officeDocument/2006/relationships/customXml" Target="../ink/ink44.xml"/><Relationship Id="rId61" Type="http://schemas.openxmlformats.org/officeDocument/2006/relationships/customXml" Target="../ink/ink31.xml"/><Relationship Id="rId82" Type="http://schemas.openxmlformats.org/officeDocument/2006/relationships/image" Target="../media/image4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image" Target="../media/image27.png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customXml" Target="../ink/ink3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9" Type="http://schemas.openxmlformats.org/officeDocument/2006/relationships/image" Target="../media/image71.png"/><Relationship Id="rId21" Type="http://schemas.openxmlformats.org/officeDocument/2006/relationships/image" Target="../media/image63.png"/><Relationship Id="rId34" Type="http://schemas.openxmlformats.org/officeDocument/2006/relationships/customXml" Target="../ink/ink71.xml"/><Relationship Id="rId42" Type="http://schemas.openxmlformats.org/officeDocument/2006/relationships/customXml" Target="../ink/ink75.xml"/><Relationship Id="rId47" Type="http://schemas.openxmlformats.org/officeDocument/2006/relationships/image" Target="../media/image75.png"/><Relationship Id="rId50" Type="http://schemas.openxmlformats.org/officeDocument/2006/relationships/customXml" Target="../ink/ink79.xml"/><Relationship Id="rId7" Type="http://schemas.openxmlformats.org/officeDocument/2006/relationships/image" Target="../media/image56.png"/><Relationship Id="rId2" Type="http://schemas.openxmlformats.org/officeDocument/2006/relationships/customXml" Target="../ink/ink55.xml"/><Relationship Id="rId16" Type="http://schemas.openxmlformats.org/officeDocument/2006/relationships/customXml" Target="../ink/ink62.xml"/><Relationship Id="rId29" Type="http://schemas.openxmlformats.org/officeDocument/2006/relationships/image" Target="../media/image66.png"/><Relationship Id="rId11" Type="http://schemas.openxmlformats.org/officeDocument/2006/relationships/image" Target="../media/image58.png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../media/image70.png"/><Relationship Id="rId40" Type="http://schemas.openxmlformats.org/officeDocument/2006/relationships/customXml" Target="../ink/ink74.xml"/><Relationship Id="rId45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0.png"/><Relationship Id="rId23" Type="http://schemas.openxmlformats.org/officeDocument/2006/relationships/image" Target="../media/image64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76.png"/><Relationship Id="rId10" Type="http://schemas.openxmlformats.org/officeDocument/2006/relationships/customXml" Target="../ink/ink59.xml"/><Relationship Id="rId19" Type="http://schemas.openxmlformats.org/officeDocument/2006/relationships/image" Target="../media/image62.png"/><Relationship Id="rId31" Type="http://schemas.openxmlformats.org/officeDocument/2006/relationships/image" Target="../media/image67.png"/><Relationship Id="rId44" Type="http://schemas.openxmlformats.org/officeDocument/2006/relationships/customXml" Target="../ink/ink76.xml"/><Relationship Id="rId4" Type="http://schemas.openxmlformats.org/officeDocument/2006/relationships/customXml" Target="../ink/ink56.xml"/><Relationship Id="rId9" Type="http://schemas.openxmlformats.org/officeDocument/2006/relationships/image" Target="../media/image57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1.png"/><Relationship Id="rId30" Type="http://schemas.openxmlformats.org/officeDocument/2006/relationships/customXml" Target="../ink/ink69.xml"/><Relationship Id="rId35" Type="http://schemas.openxmlformats.org/officeDocument/2006/relationships/image" Target="../media/image69.png"/><Relationship Id="rId43" Type="http://schemas.openxmlformats.org/officeDocument/2006/relationships/image" Target="../media/image73.png"/><Relationship Id="rId48" Type="http://schemas.openxmlformats.org/officeDocument/2006/relationships/customXml" Target="../ink/ink78.xml"/><Relationship Id="rId8" Type="http://schemas.openxmlformats.org/officeDocument/2006/relationships/customXml" Target="../ink/ink58.xml"/><Relationship Id="rId51" Type="http://schemas.openxmlformats.org/officeDocument/2006/relationships/image" Target="../media/image77.png"/><Relationship Id="rId3" Type="http://schemas.openxmlformats.org/officeDocument/2006/relationships/image" Target="../media/image54.png"/><Relationship Id="rId12" Type="http://schemas.openxmlformats.org/officeDocument/2006/relationships/customXml" Target="../ink/ink60.xml"/><Relationship Id="rId17" Type="http://schemas.openxmlformats.org/officeDocument/2006/relationships/image" Target="../media/image61.png"/><Relationship Id="rId25" Type="http://schemas.openxmlformats.org/officeDocument/2006/relationships/image" Target="../media/image65.png"/><Relationship Id="rId33" Type="http://schemas.openxmlformats.org/officeDocument/2006/relationships/image" Target="../media/image68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20" Type="http://schemas.openxmlformats.org/officeDocument/2006/relationships/customXml" Target="../ink/ink64.xml"/><Relationship Id="rId41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8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customXml" Target="../ink/ink8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png"/><Relationship Id="rId4" Type="http://schemas.openxmlformats.org/officeDocument/2006/relationships/customXml" Target="../ink/ink8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8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customXml" Target="../ink/ink98.xml"/><Relationship Id="rId26" Type="http://schemas.openxmlformats.org/officeDocument/2006/relationships/customXml" Target="../ink/ink102.xml"/><Relationship Id="rId39" Type="http://schemas.openxmlformats.org/officeDocument/2006/relationships/image" Target="../media/image106.png"/><Relationship Id="rId21" Type="http://schemas.openxmlformats.org/officeDocument/2006/relationships/image" Target="../media/image97.png"/><Relationship Id="rId34" Type="http://schemas.openxmlformats.org/officeDocument/2006/relationships/customXml" Target="../ink/ink106.xml"/><Relationship Id="rId42" Type="http://schemas.openxmlformats.org/officeDocument/2006/relationships/customXml" Target="../ink/ink110.xml"/><Relationship Id="rId47" Type="http://schemas.openxmlformats.org/officeDocument/2006/relationships/image" Target="../media/image110.png"/><Relationship Id="rId50" Type="http://schemas.openxmlformats.org/officeDocument/2006/relationships/customXml" Target="../ink/ink114.xml"/><Relationship Id="rId55" Type="http://schemas.openxmlformats.org/officeDocument/2006/relationships/image" Target="../media/image114.png"/><Relationship Id="rId7" Type="http://schemas.openxmlformats.org/officeDocument/2006/relationships/image" Target="../media/image90.png"/><Relationship Id="rId2" Type="http://schemas.openxmlformats.org/officeDocument/2006/relationships/customXml" Target="../ink/ink90.xml"/><Relationship Id="rId16" Type="http://schemas.openxmlformats.org/officeDocument/2006/relationships/customXml" Target="../ink/ink97.xml"/><Relationship Id="rId29" Type="http://schemas.openxmlformats.org/officeDocument/2006/relationships/image" Target="../media/image101.png"/><Relationship Id="rId11" Type="http://schemas.openxmlformats.org/officeDocument/2006/relationships/image" Target="../media/image92.png"/><Relationship Id="rId24" Type="http://schemas.openxmlformats.org/officeDocument/2006/relationships/customXml" Target="../ink/ink101.xml"/><Relationship Id="rId32" Type="http://schemas.openxmlformats.org/officeDocument/2006/relationships/customXml" Target="../ink/ink105.xml"/><Relationship Id="rId37" Type="http://schemas.openxmlformats.org/officeDocument/2006/relationships/image" Target="../media/image105.png"/><Relationship Id="rId40" Type="http://schemas.openxmlformats.org/officeDocument/2006/relationships/customXml" Target="../ink/ink109.xml"/><Relationship Id="rId45" Type="http://schemas.openxmlformats.org/officeDocument/2006/relationships/image" Target="../media/image109.png"/><Relationship Id="rId53" Type="http://schemas.openxmlformats.org/officeDocument/2006/relationships/image" Target="../media/image113.png"/><Relationship Id="rId5" Type="http://schemas.openxmlformats.org/officeDocument/2006/relationships/image" Target="../media/image89.png"/><Relationship Id="rId19" Type="http://schemas.openxmlformats.org/officeDocument/2006/relationships/image" Target="../media/image96.png"/><Relationship Id="rId4" Type="http://schemas.openxmlformats.org/officeDocument/2006/relationships/customXml" Target="../ink/ink91.xml"/><Relationship Id="rId9" Type="http://schemas.openxmlformats.org/officeDocument/2006/relationships/image" Target="../media/image91.png"/><Relationship Id="rId14" Type="http://schemas.openxmlformats.org/officeDocument/2006/relationships/customXml" Target="../ink/ink96.xml"/><Relationship Id="rId22" Type="http://schemas.openxmlformats.org/officeDocument/2006/relationships/customXml" Target="../ink/ink100.xml"/><Relationship Id="rId27" Type="http://schemas.openxmlformats.org/officeDocument/2006/relationships/image" Target="../media/image100.png"/><Relationship Id="rId30" Type="http://schemas.openxmlformats.org/officeDocument/2006/relationships/customXml" Target="../ink/ink104.xml"/><Relationship Id="rId35" Type="http://schemas.openxmlformats.org/officeDocument/2006/relationships/image" Target="../media/image104.png"/><Relationship Id="rId43" Type="http://schemas.openxmlformats.org/officeDocument/2006/relationships/image" Target="../media/image108.png"/><Relationship Id="rId48" Type="http://schemas.openxmlformats.org/officeDocument/2006/relationships/customXml" Target="../ink/ink113.xml"/><Relationship Id="rId56" Type="http://schemas.openxmlformats.org/officeDocument/2006/relationships/customXml" Target="../ink/ink117.xml"/><Relationship Id="rId8" Type="http://schemas.openxmlformats.org/officeDocument/2006/relationships/customXml" Target="../ink/ink93.xml"/><Relationship Id="rId51" Type="http://schemas.openxmlformats.org/officeDocument/2006/relationships/image" Target="../media/image112.png"/><Relationship Id="rId3" Type="http://schemas.openxmlformats.org/officeDocument/2006/relationships/image" Target="../media/image88.png"/><Relationship Id="rId12" Type="http://schemas.openxmlformats.org/officeDocument/2006/relationships/customXml" Target="../ink/ink95.xml"/><Relationship Id="rId17" Type="http://schemas.openxmlformats.org/officeDocument/2006/relationships/image" Target="../media/image95.png"/><Relationship Id="rId25" Type="http://schemas.openxmlformats.org/officeDocument/2006/relationships/image" Target="../media/image99.png"/><Relationship Id="rId33" Type="http://schemas.openxmlformats.org/officeDocument/2006/relationships/image" Target="../media/image103.png"/><Relationship Id="rId38" Type="http://schemas.openxmlformats.org/officeDocument/2006/relationships/customXml" Target="../ink/ink108.xml"/><Relationship Id="rId46" Type="http://schemas.openxmlformats.org/officeDocument/2006/relationships/customXml" Target="../ink/ink112.xml"/><Relationship Id="rId20" Type="http://schemas.openxmlformats.org/officeDocument/2006/relationships/customXml" Target="../ink/ink99.xml"/><Relationship Id="rId41" Type="http://schemas.openxmlformats.org/officeDocument/2006/relationships/image" Target="../media/image107.png"/><Relationship Id="rId54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.xml"/><Relationship Id="rId15" Type="http://schemas.openxmlformats.org/officeDocument/2006/relationships/image" Target="../media/image94.png"/><Relationship Id="rId23" Type="http://schemas.openxmlformats.org/officeDocument/2006/relationships/image" Target="../media/image98.png"/><Relationship Id="rId28" Type="http://schemas.openxmlformats.org/officeDocument/2006/relationships/customXml" Target="../ink/ink103.xml"/><Relationship Id="rId36" Type="http://schemas.openxmlformats.org/officeDocument/2006/relationships/customXml" Target="../ink/ink107.xml"/><Relationship Id="rId49" Type="http://schemas.openxmlformats.org/officeDocument/2006/relationships/image" Target="../media/image111.png"/><Relationship Id="rId57" Type="http://schemas.openxmlformats.org/officeDocument/2006/relationships/image" Target="../media/image115.png"/><Relationship Id="rId10" Type="http://schemas.openxmlformats.org/officeDocument/2006/relationships/customXml" Target="../ink/ink94.xml"/><Relationship Id="rId31" Type="http://schemas.openxmlformats.org/officeDocument/2006/relationships/image" Target="../media/image102.png"/><Relationship Id="rId44" Type="http://schemas.openxmlformats.org/officeDocument/2006/relationships/customXml" Target="../ink/ink111.xml"/><Relationship Id="rId52" Type="http://schemas.openxmlformats.org/officeDocument/2006/relationships/customXml" Target="../ink/ink1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7522853-7E00-40B7-899B-1A7E6DAD6581}"/>
                  </a:ext>
                </a:extLst>
              </p14:cNvPr>
              <p14:cNvContentPartPr/>
              <p14:nvPr/>
            </p14:nvContentPartPr>
            <p14:xfrm>
              <a:off x="2618221" y="1302828"/>
              <a:ext cx="360" cy="3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7522853-7E00-40B7-899B-1A7E6DAD65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0221" y="1284828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upo 31">
            <a:extLst>
              <a:ext uri="{FF2B5EF4-FFF2-40B4-BE49-F238E27FC236}">
                <a16:creationId xmlns:a16="http://schemas.microsoft.com/office/drawing/2014/main" id="{88A84B16-C108-40FC-85E3-6FF0F410C40E}"/>
              </a:ext>
            </a:extLst>
          </p:cNvPr>
          <p:cNvGrpSpPr/>
          <p:nvPr/>
        </p:nvGrpSpPr>
        <p:grpSpPr>
          <a:xfrm>
            <a:off x="454621" y="334428"/>
            <a:ext cx="2883600" cy="750600"/>
            <a:chOff x="454621" y="334428"/>
            <a:chExt cx="288360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C2CF8AA5-29CB-4402-B9A2-8BD96E8C3FE0}"/>
                    </a:ext>
                  </a:extLst>
                </p14:cNvPr>
                <p14:cNvContentPartPr/>
                <p14:nvPr/>
              </p14:nvContentPartPr>
              <p14:xfrm>
                <a:off x="637861" y="334428"/>
                <a:ext cx="21960" cy="7214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C2CF8AA5-29CB-4402-B9A2-8BD96E8C3F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0221" y="316788"/>
                  <a:ext cx="5760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911D2CB5-0A99-4473-8EAD-849145FDDD64}"/>
                    </a:ext>
                  </a:extLst>
                </p14:cNvPr>
                <p14:cNvContentPartPr/>
                <p14:nvPr/>
              </p14:nvContentPartPr>
              <p14:xfrm>
                <a:off x="454621" y="419388"/>
                <a:ext cx="313920" cy="3862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911D2CB5-0A99-4473-8EAD-849145FDDD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6981" y="401748"/>
                  <a:ext cx="3495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655873AF-9005-4287-8ABC-D8A992E0D4B2}"/>
                    </a:ext>
                  </a:extLst>
                </p14:cNvPr>
                <p14:cNvContentPartPr/>
                <p14:nvPr/>
              </p14:nvContentPartPr>
              <p14:xfrm>
                <a:off x="786181" y="766068"/>
                <a:ext cx="278280" cy="2574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655873AF-9005-4287-8ABC-D8A992E0D4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8541" y="748068"/>
                  <a:ext cx="313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5C417BA1-4B9F-4F33-AEF2-0BB04B4ABB33}"/>
                    </a:ext>
                  </a:extLst>
                </p14:cNvPr>
                <p14:cNvContentPartPr/>
                <p14:nvPr/>
              </p14:nvContentPartPr>
              <p14:xfrm>
                <a:off x="1081381" y="770748"/>
                <a:ext cx="65520" cy="2512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5C417BA1-4B9F-4F33-AEF2-0BB04B4ABB3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3381" y="753108"/>
                  <a:ext cx="1011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94721347-2D8F-46C9-ACA1-516C8EAE1EED}"/>
                    </a:ext>
                  </a:extLst>
                </p14:cNvPr>
                <p14:cNvContentPartPr/>
                <p14:nvPr/>
              </p14:nvContentPartPr>
              <p14:xfrm>
                <a:off x="1243741" y="796308"/>
                <a:ext cx="333720" cy="24696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94721347-2D8F-46C9-ACA1-516C8EAE1EE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26101" y="778668"/>
                  <a:ext cx="3693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A622CA72-FB3E-46E6-9286-7BF83C83EC41}"/>
                    </a:ext>
                  </a:extLst>
                </p14:cNvPr>
                <p14:cNvContentPartPr/>
                <p14:nvPr/>
              </p14:nvContentPartPr>
              <p14:xfrm>
                <a:off x="1569541" y="823668"/>
                <a:ext cx="213480" cy="25020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A622CA72-FB3E-46E6-9286-7BF83C83EC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1541" y="805668"/>
                  <a:ext cx="2491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7BD5411D-15D3-4458-9B99-294D382E0601}"/>
                    </a:ext>
                  </a:extLst>
                </p14:cNvPr>
                <p14:cNvContentPartPr/>
                <p14:nvPr/>
              </p14:nvContentPartPr>
              <p14:xfrm>
                <a:off x="1839901" y="587868"/>
                <a:ext cx="95040" cy="40500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7BD5411D-15D3-4458-9B99-294D382E06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21901" y="570228"/>
                  <a:ext cx="1306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BB1E0C46-DC9E-45DC-B19A-179157084894}"/>
                    </a:ext>
                  </a:extLst>
                </p14:cNvPr>
                <p14:cNvContentPartPr/>
                <p14:nvPr/>
              </p14:nvContentPartPr>
              <p14:xfrm>
                <a:off x="1788421" y="782988"/>
                <a:ext cx="520560" cy="28800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BB1E0C46-DC9E-45DC-B19A-17915708489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70421" y="764988"/>
                  <a:ext cx="5562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8EE25363-03A2-4FA2-9655-8C3EAFDADE29}"/>
                    </a:ext>
                  </a:extLst>
                </p14:cNvPr>
                <p14:cNvContentPartPr/>
                <p14:nvPr/>
              </p14:nvContentPartPr>
              <p14:xfrm>
                <a:off x="2305381" y="823668"/>
                <a:ext cx="378000" cy="2559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8EE25363-03A2-4FA2-9655-8C3EAFDADE2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87741" y="805668"/>
                  <a:ext cx="4136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701E9C2-1B3D-41D8-8F05-454375DD00AB}"/>
                    </a:ext>
                  </a:extLst>
                </p14:cNvPr>
                <p14:cNvContentPartPr/>
                <p14:nvPr/>
              </p14:nvContentPartPr>
              <p14:xfrm>
                <a:off x="2656021" y="782628"/>
                <a:ext cx="369720" cy="3024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701E9C2-1B3D-41D8-8F05-454375DD00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8381" y="764988"/>
                  <a:ext cx="4053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BFC33A4A-7634-48B7-8FD7-79225B9FFCD6}"/>
                    </a:ext>
                  </a:extLst>
                </p14:cNvPr>
                <p14:cNvContentPartPr/>
                <p14:nvPr/>
              </p14:nvContentPartPr>
              <p14:xfrm>
                <a:off x="2975701" y="827268"/>
                <a:ext cx="347040" cy="23472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BFC33A4A-7634-48B7-8FD7-79225B9FFC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58061" y="809268"/>
                  <a:ext cx="382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47ABBDE6-C47D-4460-BD16-801A9FED8C7C}"/>
                    </a:ext>
                  </a:extLst>
                </p14:cNvPr>
                <p14:cNvContentPartPr/>
                <p14:nvPr/>
              </p14:nvContentPartPr>
              <p14:xfrm>
                <a:off x="3085141" y="768228"/>
                <a:ext cx="253080" cy="3049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47ABBDE6-C47D-4460-BD16-801A9FED8C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7141" y="750588"/>
                  <a:ext cx="288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C668D85-F9DE-49A5-AA31-9D115EAD462E}"/>
                    </a:ext>
                  </a:extLst>
                </p14:cNvPr>
                <p14:cNvContentPartPr/>
                <p14:nvPr/>
              </p14:nvContentPartPr>
              <p14:xfrm>
                <a:off x="2584741" y="666708"/>
                <a:ext cx="50040" cy="198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C668D85-F9DE-49A5-AA31-9D115EAD46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67101" y="649068"/>
                  <a:ext cx="8568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72EB0C9-E7B8-4A45-A2AD-07FDCB1E4F2F}"/>
              </a:ext>
            </a:extLst>
          </p:cNvPr>
          <p:cNvGrpSpPr/>
          <p:nvPr/>
        </p:nvGrpSpPr>
        <p:grpSpPr>
          <a:xfrm>
            <a:off x="3936901" y="601188"/>
            <a:ext cx="3333240" cy="631440"/>
            <a:chOff x="3936901" y="601188"/>
            <a:chExt cx="3333240" cy="63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55A9225-7B82-4698-926B-C1B21B974A61}"/>
                    </a:ext>
                  </a:extLst>
                </p14:cNvPr>
                <p14:cNvContentPartPr/>
                <p14:nvPr/>
              </p14:nvContentPartPr>
              <p14:xfrm>
                <a:off x="3936901" y="841668"/>
                <a:ext cx="343080" cy="3909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55A9225-7B82-4698-926B-C1B21B974A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18901" y="823668"/>
                  <a:ext cx="3787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CE742C39-38F3-42EA-A8A2-494597CAD9DA}"/>
                    </a:ext>
                  </a:extLst>
                </p14:cNvPr>
                <p14:cNvContentPartPr/>
                <p14:nvPr/>
              </p14:nvContentPartPr>
              <p14:xfrm>
                <a:off x="4521541" y="823668"/>
                <a:ext cx="198000" cy="24084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CE742C39-38F3-42EA-A8A2-494597CAD9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03901" y="805668"/>
                  <a:ext cx="2336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D41AEC3-9957-4D2E-B5B0-6DE50EC1E42B}"/>
                    </a:ext>
                  </a:extLst>
                </p14:cNvPr>
                <p14:cNvContentPartPr/>
                <p14:nvPr/>
              </p14:nvContentPartPr>
              <p14:xfrm>
                <a:off x="4782901" y="826188"/>
                <a:ext cx="566280" cy="29484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D41AEC3-9957-4D2E-B5B0-6DE50EC1E4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64901" y="808188"/>
                  <a:ext cx="6019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9E5A3761-F1FE-4243-ABEA-C497F5A7833A}"/>
                    </a:ext>
                  </a:extLst>
                </p14:cNvPr>
                <p14:cNvContentPartPr/>
                <p14:nvPr/>
              </p14:nvContentPartPr>
              <p14:xfrm>
                <a:off x="5345221" y="618108"/>
                <a:ext cx="335160" cy="44676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9E5A3761-F1FE-4243-ABEA-C497F5A783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27221" y="600108"/>
                  <a:ext cx="3708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A2F4CAC-A919-484C-8939-92C52B7188BD}"/>
                    </a:ext>
                  </a:extLst>
                </p14:cNvPr>
                <p14:cNvContentPartPr/>
                <p14:nvPr/>
              </p14:nvContentPartPr>
              <p14:xfrm>
                <a:off x="5683621" y="776508"/>
                <a:ext cx="48960" cy="24660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A2F4CAC-A919-484C-8939-92C52B7188B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65981" y="758508"/>
                  <a:ext cx="84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856CF8FF-D105-4B4E-A28F-881AE67E05F1}"/>
                    </a:ext>
                  </a:extLst>
                </p14:cNvPr>
                <p14:cNvContentPartPr/>
                <p14:nvPr/>
              </p14:nvContentPartPr>
              <p14:xfrm>
                <a:off x="5802061" y="849948"/>
                <a:ext cx="244080" cy="1926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856CF8FF-D105-4B4E-A28F-881AE67E05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84061" y="831948"/>
                  <a:ext cx="279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015AE46C-3C25-4F55-9481-B147507767CD}"/>
                    </a:ext>
                  </a:extLst>
                </p14:cNvPr>
                <p14:cNvContentPartPr/>
                <p14:nvPr/>
              </p14:nvContentPartPr>
              <p14:xfrm>
                <a:off x="6039301" y="826908"/>
                <a:ext cx="251640" cy="2235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015AE46C-3C25-4F55-9481-B147507767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21661" y="808908"/>
                  <a:ext cx="287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7543FAA-D2B3-4523-9DE3-07F863E5FF5B}"/>
                    </a:ext>
                  </a:extLst>
                </p14:cNvPr>
                <p14:cNvContentPartPr/>
                <p14:nvPr/>
              </p14:nvContentPartPr>
              <p14:xfrm>
                <a:off x="6284461" y="813948"/>
                <a:ext cx="317880" cy="22464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7543FAA-D2B3-4523-9DE3-07F863E5FF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66821" y="795948"/>
                  <a:ext cx="3535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E685BA17-5684-450A-AFBA-450DD82DB6BB}"/>
                    </a:ext>
                  </a:extLst>
                </p14:cNvPr>
                <p14:cNvContentPartPr/>
                <p14:nvPr/>
              </p14:nvContentPartPr>
              <p14:xfrm>
                <a:off x="6590101" y="836628"/>
                <a:ext cx="285120" cy="264240"/>
              </p14:xfrm>
            </p:contentPart>
          </mc:Choice>
          <mc:Fallback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E685BA17-5684-450A-AFBA-450DD82DB6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72101" y="818628"/>
                  <a:ext cx="320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16338407-B058-4E7F-B801-B4E818C8A8C8}"/>
                    </a:ext>
                  </a:extLst>
                </p14:cNvPr>
                <p14:cNvContentPartPr/>
                <p14:nvPr/>
              </p14:nvContentPartPr>
              <p14:xfrm>
                <a:off x="6867661" y="835548"/>
                <a:ext cx="286560" cy="20268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16338407-B058-4E7F-B801-B4E818C8A8C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49661" y="817908"/>
                  <a:ext cx="322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E5AC7A35-1F35-4D7F-AAA6-3A89CC2EB6FE}"/>
                    </a:ext>
                  </a:extLst>
                </p14:cNvPr>
                <p14:cNvContentPartPr/>
                <p14:nvPr/>
              </p14:nvContentPartPr>
              <p14:xfrm>
                <a:off x="7068901" y="804228"/>
                <a:ext cx="201240" cy="30132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E5AC7A35-1F35-4D7F-AAA6-3A89CC2EB6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51261" y="786228"/>
                  <a:ext cx="2368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BA4D991A-A8AC-4A18-AE8E-831CF5B5B93B}"/>
                    </a:ext>
                  </a:extLst>
                </p14:cNvPr>
                <p14:cNvContentPartPr/>
                <p14:nvPr/>
              </p14:nvContentPartPr>
              <p14:xfrm>
                <a:off x="6296701" y="601188"/>
                <a:ext cx="360" cy="36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BA4D991A-A8AC-4A18-AE8E-831CF5B5B9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79061" y="58318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4A9FD42-4B54-4A77-82A3-CA8F12BD00F7}"/>
              </a:ext>
            </a:extLst>
          </p:cNvPr>
          <p:cNvGrpSpPr/>
          <p:nvPr/>
        </p:nvGrpSpPr>
        <p:grpSpPr>
          <a:xfrm>
            <a:off x="5761381" y="1232268"/>
            <a:ext cx="268560" cy="501480"/>
            <a:chOff x="5761381" y="1232268"/>
            <a:chExt cx="268560" cy="50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Entrada de lápiz 32">
                  <a:extLst>
                    <a:ext uri="{FF2B5EF4-FFF2-40B4-BE49-F238E27FC236}">
                      <a16:creationId xmlns:a16="http://schemas.microsoft.com/office/drawing/2014/main" id="{94DCAC78-DB70-487D-BB1B-40D4A79DF3AA}"/>
                    </a:ext>
                  </a:extLst>
                </p14:cNvPr>
                <p14:cNvContentPartPr/>
                <p14:nvPr/>
              </p14:nvContentPartPr>
              <p14:xfrm>
                <a:off x="5837701" y="1232268"/>
                <a:ext cx="110520" cy="426240"/>
              </p14:xfrm>
            </p:contentPart>
          </mc:Choice>
          <mc:Fallback>
            <p:pic>
              <p:nvPicPr>
                <p:cNvPr id="33" name="Entrada de lápiz 32">
                  <a:extLst>
                    <a:ext uri="{FF2B5EF4-FFF2-40B4-BE49-F238E27FC236}">
                      <a16:creationId xmlns:a16="http://schemas.microsoft.com/office/drawing/2014/main" id="{94DCAC78-DB70-487D-BB1B-40D4A79DF3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19701" y="1214268"/>
                  <a:ext cx="1461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Entrada de lápiz 33">
                  <a:extLst>
                    <a:ext uri="{FF2B5EF4-FFF2-40B4-BE49-F238E27FC236}">
                      <a16:creationId xmlns:a16="http://schemas.microsoft.com/office/drawing/2014/main" id="{BF3BF1B0-EA83-49D8-94C0-969277063004}"/>
                    </a:ext>
                  </a:extLst>
                </p14:cNvPr>
                <p14:cNvContentPartPr/>
                <p14:nvPr/>
              </p14:nvContentPartPr>
              <p14:xfrm>
                <a:off x="5761381" y="1521348"/>
                <a:ext cx="268560" cy="212400"/>
              </p14:xfrm>
            </p:contentPart>
          </mc:Choice>
          <mc:Fallback>
            <p:pic>
              <p:nvPicPr>
                <p:cNvPr id="34" name="Entrada de lápiz 33">
                  <a:extLst>
                    <a:ext uri="{FF2B5EF4-FFF2-40B4-BE49-F238E27FC236}">
                      <a16:creationId xmlns:a16="http://schemas.microsoft.com/office/drawing/2014/main" id="{BF3BF1B0-EA83-49D8-94C0-96927706300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43741" y="1503348"/>
                  <a:ext cx="30420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F790F48-BFD5-493B-878D-59A2D7E89945}"/>
              </a:ext>
            </a:extLst>
          </p:cNvPr>
          <p:cNvGrpSpPr/>
          <p:nvPr/>
        </p:nvGrpSpPr>
        <p:grpSpPr>
          <a:xfrm>
            <a:off x="1550101" y="1319028"/>
            <a:ext cx="237960" cy="434520"/>
            <a:chOff x="1550101" y="1319028"/>
            <a:chExt cx="23796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Entrada de lápiz 34">
                  <a:extLst>
                    <a:ext uri="{FF2B5EF4-FFF2-40B4-BE49-F238E27FC236}">
                      <a16:creationId xmlns:a16="http://schemas.microsoft.com/office/drawing/2014/main" id="{DDD64A1D-1592-4191-928E-505FC837E349}"/>
                    </a:ext>
                  </a:extLst>
                </p14:cNvPr>
                <p14:cNvContentPartPr/>
                <p14:nvPr/>
              </p14:nvContentPartPr>
              <p14:xfrm>
                <a:off x="1688341" y="1319028"/>
                <a:ext cx="18360" cy="308520"/>
              </p14:xfrm>
            </p:contentPart>
          </mc:Choice>
          <mc:Fallback>
            <p:pic>
              <p:nvPicPr>
                <p:cNvPr id="35" name="Entrada de lápiz 34">
                  <a:extLst>
                    <a:ext uri="{FF2B5EF4-FFF2-40B4-BE49-F238E27FC236}">
                      <a16:creationId xmlns:a16="http://schemas.microsoft.com/office/drawing/2014/main" id="{DDD64A1D-1592-4191-928E-505FC837E34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70341" y="1301388"/>
                  <a:ext cx="540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Entrada de lápiz 35">
                  <a:extLst>
                    <a:ext uri="{FF2B5EF4-FFF2-40B4-BE49-F238E27FC236}">
                      <a16:creationId xmlns:a16="http://schemas.microsoft.com/office/drawing/2014/main" id="{E5D37CEE-D7EF-4AEB-839E-37C2891BE3BC}"/>
                    </a:ext>
                  </a:extLst>
                </p14:cNvPr>
                <p14:cNvContentPartPr/>
                <p14:nvPr/>
              </p14:nvContentPartPr>
              <p14:xfrm>
                <a:off x="1550101" y="1547268"/>
                <a:ext cx="237960" cy="206280"/>
              </p14:xfrm>
            </p:contentPart>
          </mc:Choice>
          <mc:Fallback>
            <p:pic>
              <p:nvPicPr>
                <p:cNvPr id="36" name="Entrada de lápiz 35">
                  <a:extLst>
                    <a:ext uri="{FF2B5EF4-FFF2-40B4-BE49-F238E27FC236}">
                      <a16:creationId xmlns:a16="http://schemas.microsoft.com/office/drawing/2014/main" id="{E5D37CEE-D7EF-4AEB-839E-37C2891BE3B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32101" y="1529628"/>
                  <a:ext cx="27360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F90387B6-3B7B-4E5A-8DC2-D12A7B1B558B}"/>
              </a:ext>
            </a:extLst>
          </p:cNvPr>
          <p:cNvGrpSpPr/>
          <p:nvPr/>
        </p:nvGrpSpPr>
        <p:grpSpPr>
          <a:xfrm>
            <a:off x="1142941" y="1907988"/>
            <a:ext cx="1464480" cy="509400"/>
            <a:chOff x="1142941" y="1907988"/>
            <a:chExt cx="1464480" cy="50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Entrada de lápiz 38">
                  <a:extLst>
                    <a:ext uri="{FF2B5EF4-FFF2-40B4-BE49-F238E27FC236}">
                      <a16:creationId xmlns:a16="http://schemas.microsoft.com/office/drawing/2014/main" id="{89262D1D-4A79-402B-8AEF-09B2AED09C47}"/>
                    </a:ext>
                  </a:extLst>
                </p14:cNvPr>
                <p14:cNvContentPartPr/>
                <p14:nvPr/>
              </p14:nvContentPartPr>
              <p14:xfrm>
                <a:off x="1142941" y="1907988"/>
                <a:ext cx="331560" cy="509400"/>
              </p14:xfrm>
            </p:contentPart>
          </mc:Choice>
          <mc:Fallback>
            <p:pic>
              <p:nvPicPr>
                <p:cNvPr id="39" name="Entrada de lápiz 38">
                  <a:extLst>
                    <a:ext uri="{FF2B5EF4-FFF2-40B4-BE49-F238E27FC236}">
                      <a16:creationId xmlns:a16="http://schemas.microsoft.com/office/drawing/2014/main" id="{89262D1D-4A79-402B-8AEF-09B2AED09C4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24941" y="1889988"/>
                  <a:ext cx="3672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Entrada de lápiz 39">
                  <a:extLst>
                    <a:ext uri="{FF2B5EF4-FFF2-40B4-BE49-F238E27FC236}">
                      <a16:creationId xmlns:a16="http://schemas.microsoft.com/office/drawing/2014/main" id="{7887BE1C-2C58-46D9-8CE2-AE24EA1A99C7}"/>
                    </a:ext>
                  </a:extLst>
                </p14:cNvPr>
                <p14:cNvContentPartPr/>
                <p14:nvPr/>
              </p14:nvContentPartPr>
              <p14:xfrm>
                <a:off x="1632901" y="2130468"/>
                <a:ext cx="72720" cy="240120"/>
              </p14:xfrm>
            </p:contentPart>
          </mc:Choice>
          <mc:Fallback>
            <p:pic>
              <p:nvPicPr>
                <p:cNvPr id="40" name="Entrada de lápiz 39">
                  <a:extLst>
                    <a:ext uri="{FF2B5EF4-FFF2-40B4-BE49-F238E27FC236}">
                      <a16:creationId xmlns:a16="http://schemas.microsoft.com/office/drawing/2014/main" id="{7887BE1C-2C58-46D9-8CE2-AE24EA1A99C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615261" y="2112828"/>
                  <a:ext cx="1083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Entrada de lápiz 40">
                  <a:extLst>
                    <a:ext uri="{FF2B5EF4-FFF2-40B4-BE49-F238E27FC236}">
                      <a16:creationId xmlns:a16="http://schemas.microsoft.com/office/drawing/2014/main" id="{B93FBBA8-2A1C-4747-8AC2-C8F0CB46D4DA}"/>
                    </a:ext>
                  </a:extLst>
                </p14:cNvPr>
                <p14:cNvContentPartPr/>
                <p14:nvPr/>
              </p14:nvContentPartPr>
              <p14:xfrm>
                <a:off x="1814701" y="1925988"/>
                <a:ext cx="207000" cy="404280"/>
              </p14:xfrm>
            </p:contentPart>
          </mc:Choice>
          <mc:Fallback>
            <p:pic>
              <p:nvPicPr>
                <p:cNvPr id="41" name="Entrada de lápiz 40">
                  <a:extLst>
                    <a:ext uri="{FF2B5EF4-FFF2-40B4-BE49-F238E27FC236}">
                      <a16:creationId xmlns:a16="http://schemas.microsoft.com/office/drawing/2014/main" id="{B93FBBA8-2A1C-4747-8AC2-C8F0CB46D4D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96701" y="1908348"/>
                  <a:ext cx="2426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Entrada de lápiz 41">
                  <a:extLst>
                    <a:ext uri="{FF2B5EF4-FFF2-40B4-BE49-F238E27FC236}">
                      <a16:creationId xmlns:a16="http://schemas.microsoft.com/office/drawing/2014/main" id="{C7B45CA8-FF73-4B02-AE59-BE943147738B}"/>
                    </a:ext>
                  </a:extLst>
                </p14:cNvPr>
                <p14:cNvContentPartPr/>
                <p14:nvPr/>
              </p14:nvContentPartPr>
              <p14:xfrm>
                <a:off x="2120701" y="2065668"/>
                <a:ext cx="486720" cy="286920"/>
              </p14:xfrm>
            </p:contentPart>
          </mc:Choice>
          <mc:Fallback>
            <p:pic>
              <p:nvPicPr>
                <p:cNvPr id="42" name="Entrada de lápiz 41">
                  <a:extLst>
                    <a:ext uri="{FF2B5EF4-FFF2-40B4-BE49-F238E27FC236}">
                      <a16:creationId xmlns:a16="http://schemas.microsoft.com/office/drawing/2014/main" id="{C7B45CA8-FF73-4B02-AE59-BE943147738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03061" y="2047668"/>
                  <a:ext cx="52236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24991D71-A416-47DA-9069-C5DA89E4082E}"/>
              </a:ext>
            </a:extLst>
          </p:cNvPr>
          <p:cNvGrpSpPr/>
          <p:nvPr/>
        </p:nvGrpSpPr>
        <p:grpSpPr>
          <a:xfrm>
            <a:off x="4807741" y="1895748"/>
            <a:ext cx="4332240" cy="1097640"/>
            <a:chOff x="4807741" y="1895748"/>
            <a:chExt cx="4332240" cy="10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Entrada de lápiz 43">
                  <a:extLst>
                    <a:ext uri="{FF2B5EF4-FFF2-40B4-BE49-F238E27FC236}">
                      <a16:creationId xmlns:a16="http://schemas.microsoft.com/office/drawing/2014/main" id="{F3540EE2-FF44-4D44-8F23-AC8E179F13AF}"/>
                    </a:ext>
                  </a:extLst>
                </p14:cNvPr>
                <p14:cNvContentPartPr/>
                <p14:nvPr/>
              </p14:nvContentPartPr>
              <p14:xfrm>
                <a:off x="5050741" y="2204268"/>
                <a:ext cx="78120" cy="360"/>
              </p14:xfrm>
            </p:contentPart>
          </mc:Choice>
          <mc:Fallback>
            <p:pic>
              <p:nvPicPr>
                <p:cNvPr id="44" name="Entrada de lápiz 43">
                  <a:extLst>
                    <a:ext uri="{FF2B5EF4-FFF2-40B4-BE49-F238E27FC236}">
                      <a16:creationId xmlns:a16="http://schemas.microsoft.com/office/drawing/2014/main" id="{F3540EE2-FF44-4D44-8F23-AC8E179F13A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033101" y="2186628"/>
                  <a:ext cx="113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Entrada de lápiz 44">
                  <a:extLst>
                    <a:ext uri="{FF2B5EF4-FFF2-40B4-BE49-F238E27FC236}">
                      <a16:creationId xmlns:a16="http://schemas.microsoft.com/office/drawing/2014/main" id="{DD483632-84EB-46C8-AF4A-5A8A0C3B9A2B}"/>
                    </a:ext>
                  </a:extLst>
                </p14:cNvPr>
                <p14:cNvContentPartPr/>
                <p14:nvPr/>
              </p14:nvContentPartPr>
              <p14:xfrm>
                <a:off x="4807741" y="2136228"/>
                <a:ext cx="351720" cy="316800"/>
              </p14:xfrm>
            </p:contentPart>
          </mc:Choice>
          <mc:Fallback>
            <p:pic>
              <p:nvPicPr>
                <p:cNvPr id="45" name="Entrada de lápiz 44">
                  <a:extLst>
                    <a:ext uri="{FF2B5EF4-FFF2-40B4-BE49-F238E27FC236}">
                      <a16:creationId xmlns:a16="http://schemas.microsoft.com/office/drawing/2014/main" id="{DD483632-84EB-46C8-AF4A-5A8A0C3B9A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90101" y="2118588"/>
                  <a:ext cx="387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Entrada de lápiz 45">
                  <a:extLst>
                    <a:ext uri="{FF2B5EF4-FFF2-40B4-BE49-F238E27FC236}">
                      <a16:creationId xmlns:a16="http://schemas.microsoft.com/office/drawing/2014/main" id="{4FA4D096-0CD7-4B8A-B2FB-DF941C8641CF}"/>
                    </a:ext>
                  </a:extLst>
                </p14:cNvPr>
                <p14:cNvContentPartPr/>
                <p14:nvPr/>
              </p14:nvContentPartPr>
              <p14:xfrm>
                <a:off x="5176021" y="2194548"/>
                <a:ext cx="213480" cy="214920"/>
              </p14:xfrm>
            </p:contentPart>
          </mc:Choice>
          <mc:Fallback>
            <p:pic>
              <p:nvPicPr>
                <p:cNvPr id="46" name="Entrada de lápiz 45">
                  <a:extLst>
                    <a:ext uri="{FF2B5EF4-FFF2-40B4-BE49-F238E27FC236}">
                      <a16:creationId xmlns:a16="http://schemas.microsoft.com/office/drawing/2014/main" id="{4FA4D096-0CD7-4B8A-B2FB-DF941C8641C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58021" y="2176908"/>
                  <a:ext cx="249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Entrada de lápiz 46">
                  <a:extLst>
                    <a:ext uri="{FF2B5EF4-FFF2-40B4-BE49-F238E27FC236}">
                      <a16:creationId xmlns:a16="http://schemas.microsoft.com/office/drawing/2014/main" id="{C9AAC5BA-1674-4A80-AD11-106AFB9E9C37}"/>
                    </a:ext>
                  </a:extLst>
                </p14:cNvPr>
                <p14:cNvContentPartPr/>
                <p14:nvPr/>
              </p14:nvContentPartPr>
              <p14:xfrm>
                <a:off x="5510461" y="2123988"/>
                <a:ext cx="207000" cy="212040"/>
              </p14:xfrm>
            </p:contentPart>
          </mc:Choice>
          <mc:Fallback>
            <p:pic>
              <p:nvPicPr>
                <p:cNvPr id="47" name="Entrada de lápiz 46">
                  <a:extLst>
                    <a:ext uri="{FF2B5EF4-FFF2-40B4-BE49-F238E27FC236}">
                      <a16:creationId xmlns:a16="http://schemas.microsoft.com/office/drawing/2014/main" id="{C9AAC5BA-1674-4A80-AD11-106AFB9E9C3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492461" y="2105988"/>
                  <a:ext cx="242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Entrada de lápiz 47">
                  <a:extLst>
                    <a:ext uri="{FF2B5EF4-FFF2-40B4-BE49-F238E27FC236}">
                      <a16:creationId xmlns:a16="http://schemas.microsoft.com/office/drawing/2014/main" id="{DDED3801-B6C8-4128-997A-AA9D202EE9C8}"/>
                    </a:ext>
                  </a:extLst>
                </p14:cNvPr>
                <p14:cNvContentPartPr/>
                <p14:nvPr/>
              </p14:nvContentPartPr>
              <p14:xfrm>
                <a:off x="5809981" y="2146668"/>
                <a:ext cx="492840" cy="259560"/>
              </p14:xfrm>
            </p:contentPart>
          </mc:Choice>
          <mc:Fallback>
            <p:pic>
              <p:nvPicPr>
                <p:cNvPr id="48" name="Entrada de lápiz 47">
                  <a:extLst>
                    <a:ext uri="{FF2B5EF4-FFF2-40B4-BE49-F238E27FC236}">
                      <a16:creationId xmlns:a16="http://schemas.microsoft.com/office/drawing/2014/main" id="{DDED3801-B6C8-4128-997A-AA9D202EE9C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791981" y="2129028"/>
                  <a:ext cx="528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E7AB6227-397A-4979-A2B9-2C4C9E5B3B13}"/>
                    </a:ext>
                  </a:extLst>
                </p14:cNvPr>
                <p14:cNvContentPartPr/>
                <p14:nvPr/>
              </p14:nvContentPartPr>
              <p14:xfrm>
                <a:off x="6303901" y="2180148"/>
                <a:ext cx="198360" cy="2138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E7AB6227-397A-4979-A2B9-2C4C9E5B3B1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286261" y="2162148"/>
                  <a:ext cx="234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332B33D5-68BD-4B20-AFF2-3D9824CAB9F9}"/>
                    </a:ext>
                  </a:extLst>
                </p14:cNvPr>
                <p14:cNvContentPartPr/>
                <p14:nvPr/>
              </p14:nvContentPartPr>
              <p14:xfrm>
                <a:off x="6590461" y="2153148"/>
                <a:ext cx="129600" cy="25200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332B33D5-68BD-4B20-AFF2-3D9824CAB9F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572461" y="2135508"/>
                  <a:ext cx="1652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2E4A41AD-EDF2-4070-8DC7-1CB207523E4F}"/>
                    </a:ext>
                  </a:extLst>
                </p14:cNvPr>
                <p14:cNvContentPartPr/>
                <p14:nvPr/>
              </p14:nvContentPartPr>
              <p14:xfrm>
                <a:off x="7077181" y="2085108"/>
                <a:ext cx="281160" cy="22608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2E4A41AD-EDF2-4070-8DC7-1CB207523E4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59181" y="2067468"/>
                  <a:ext cx="3168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Entrada de lápiz 51">
                  <a:extLst>
                    <a:ext uri="{FF2B5EF4-FFF2-40B4-BE49-F238E27FC236}">
                      <a16:creationId xmlns:a16="http://schemas.microsoft.com/office/drawing/2014/main" id="{2450AA3F-E6BE-4318-BED6-4A41FBB661F8}"/>
                    </a:ext>
                  </a:extLst>
                </p14:cNvPr>
                <p14:cNvContentPartPr/>
                <p14:nvPr/>
              </p14:nvContentPartPr>
              <p14:xfrm>
                <a:off x="7583701" y="1895748"/>
                <a:ext cx="46440" cy="432360"/>
              </p14:xfrm>
            </p:contentPart>
          </mc:Choice>
          <mc:Fallback>
            <p:pic>
              <p:nvPicPr>
                <p:cNvPr id="52" name="Entrada de lápiz 51">
                  <a:extLst>
                    <a:ext uri="{FF2B5EF4-FFF2-40B4-BE49-F238E27FC236}">
                      <a16:creationId xmlns:a16="http://schemas.microsoft.com/office/drawing/2014/main" id="{2450AA3F-E6BE-4318-BED6-4A41FBB661F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565701" y="1877748"/>
                  <a:ext cx="820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Entrada de lápiz 52">
                  <a:extLst>
                    <a:ext uri="{FF2B5EF4-FFF2-40B4-BE49-F238E27FC236}">
                      <a16:creationId xmlns:a16="http://schemas.microsoft.com/office/drawing/2014/main" id="{4C3CF350-16BD-4B07-B41F-110D1ED13224}"/>
                    </a:ext>
                  </a:extLst>
                </p14:cNvPr>
                <p14:cNvContentPartPr/>
                <p14:nvPr/>
              </p14:nvContentPartPr>
              <p14:xfrm>
                <a:off x="7547341" y="2075748"/>
                <a:ext cx="502560" cy="220320"/>
              </p14:xfrm>
            </p:contentPart>
          </mc:Choice>
          <mc:Fallback>
            <p:pic>
              <p:nvPicPr>
                <p:cNvPr id="53" name="Entrada de lápiz 52">
                  <a:extLst>
                    <a:ext uri="{FF2B5EF4-FFF2-40B4-BE49-F238E27FC236}">
                      <a16:creationId xmlns:a16="http://schemas.microsoft.com/office/drawing/2014/main" id="{4C3CF350-16BD-4B07-B41F-110D1ED132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29701" y="2058108"/>
                  <a:ext cx="5382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Entrada de lápiz 53">
                  <a:extLst>
                    <a:ext uri="{FF2B5EF4-FFF2-40B4-BE49-F238E27FC236}">
                      <a16:creationId xmlns:a16="http://schemas.microsoft.com/office/drawing/2014/main" id="{D4B019AE-D42A-4E99-B113-9FA0EC1D2E66}"/>
                    </a:ext>
                  </a:extLst>
                </p14:cNvPr>
                <p14:cNvContentPartPr/>
                <p14:nvPr/>
              </p14:nvContentPartPr>
              <p14:xfrm>
                <a:off x="8099221" y="2095548"/>
                <a:ext cx="508680" cy="202680"/>
              </p14:xfrm>
            </p:contentPart>
          </mc:Choice>
          <mc:Fallback>
            <p:pic>
              <p:nvPicPr>
                <p:cNvPr id="54" name="Entrada de lápiz 53">
                  <a:extLst>
                    <a:ext uri="{FF2B5EF4-FFF2-40B4-BE49-F238E27FC236}">
                      <a16:creationId xmlns:a16="http://schemas.microsoft.com/office/drawing/2014/main" id="{D4B019AE-D42A-4E99-B113-9FA0EC1D2E6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81221" y="2077908"/>
                  <a:ext cx="5443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Entrada de lápiz 54">
                  <a:extLst>
                    <a:ext uri="{FF2B5EF4-FFF2-40B4-BE49-F238E27FC236}">
                      <a16:creationId xmlns:a16="http://schemas.microsoft.com/office/drawing/2014/main" id="{F56BFB0D-25BE-47BD-AD4A-7D4EB2134679}"/>
                    </a:ext>
                  </a:extLst>
                </p14:cNvPr>
                <p14:cNvContentPartPr/>
                <p14:nvPr/>
              </p14:nvContentPartPr>
              <p14:xfrm>
                <a:off x="5358541" y="2784228"/>
                <a:ext cx="566640" cy="209160"/>
              </p14:xfrm>
            </p:contentPart>
          </mc:Choice>
          <mc:Fallback>
            <p:pic>
              <p:nvPicPr>
                <p:cNvPr id="55" name="Entrada de lápiz 54">
                  <a:extLst>
                    <a:ext uri="{FF2B5EF4-FFF2-40B4-BE49-F238E27FC236}">
                      <a16:creationId xmlns:a16="http://schemas.microsoft.com/office/drawing/2014/main" id="{F56BFB0D-25BE-47BD-AD4A-7D4EB213467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340901" y="2766228"/>
                  <a:ext cx="6022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Entrada de lápiz 55">
                  <a:extLst>
                    <a:ext uri="{FF2B5EF4-FFF2-40B4-BE49-F238E27FC236}">
                      <a16:creationId xmlns:a16="http://schemas.microsoft.com/office/drawing/2014/main" id="{0356C186-2769-4751-9505-909340EA27C3}"/>
                    </a:ext>
                  </a:extLst>
                </p14:cNvPr>
                <p14:cNvContentPartPr/>
                <p14:nvPr/>
              </p14:nvContentPartPr>
              <p14:xfrm>
                <a:off x="6109141" y="2741748"/>
                <a:ext cx="724680" cy="221040"/>
              </p14:xfrm>
            </p:contentPart>
          </mc:Choice>
          <mc:Fallback>
            <p:pic>
              <p:nvPicPr>
                <p:cNvPr id="56" name="Entrada de lápiz 55">
                  <a:extLst>
                    <a:ext uri="{FF2B5EF4-FFF2-40B4-BE49-F238E27FC236}">
                      <a16:creationId xmlns:a16="http://schemas.microsoft.com/office/drawing/2014/main" id="{0356C186-2769-4751-9505-909340EA27C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091141" y="2724108"/>
                  <a:ext cx="7603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7" name="Entrada de lápiz 56">
                  <a:extLst>
                    <a:ext uri="{FF2B5EF4-FFF2-40B4-BE49-F238E27FC236}">
                      <a16:creationId xmlns:a16="http://schemas.microsoft.com/office/drawing/2014/main" id="{2E758736-6112-4CA7-929B-B3A09204A418}"/>
                    </a:ext>
                  </a:extLst>
                </p14:cNvPr>
                <p14:cNvContentPartPr/>
                <p14:nvPr/>
              </p14:nvContentPartPr>
              <p14:xfrm>
                <a:off x="6943261" y="2625108"/>
                <a:ext cx="43560" cy="343800"/>
              </p14:xfrm>
            </p:contentPart>
          </mc:Choice>
          <mc:Fallback>
            <p:pic>
              <p:nvPicPr>
                <p:cNvPr id="57" name="Entrada de lápiz 56">
                  <a:extLst>
                    <a:ext uri="{FF2B5EF4-FFF2-40B4-BE49-F238E27FC236}">
                      <a16:creationId xmlns:a16="http://schemas.microsoft.com/office/drawing/2014/main" id="{2E758736-6112-4CA7-929B-B3A09204A41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925621" y="2607468"/>
                  <a:ext cx="7920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8" name="Entrada de lápiz 57">
                  <a:extLst>
                    <a:ext uri="{FF2B5EF4-FFF2-40B4-BE49-F238E27FC236}">
                      <a16:creationId xmlns:a16="http://schemas.microsoft.com/office/drawing/2014/main" id="{2C75064C-3891-4AA7-8A71-C4B6A9690A8B}"/>
                    </a:ext>
                  </a:extLst>
                </p14:cNvPr>
                <p14:cNvContentPartPr/>
                <p14:nvPr/>
              </p14:nvContentPartPr>
              <p14:xfrm>
                <a:off x="6931741" y="2743548"/>
                <a:ext cx="406800" cy="221400"/>
              </p14:xfrm>
            </p:contentPart>
          </mc:Choice>
          <mc:Fallback>
            <p:pic>
              <p:nvPicPr>
                <p:cNvPr id="58" name="Entrada de lápiz 57">
                  <a:extLst>
                    <a:ext uri="{FF2B5EF4-FFF2-40B4-BE49-F238E27FC236}">
                      <a16:creationId xmlns:a16="http://schemas.microsoft.com/office/drawing/2014/main" id="{2C75064C-3891-4AA7-8A71-C4B6A9690A8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13741" y="2725908"/>
                  <a:ext cx="4424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9" name="Entrada de lápiz 58">
                  <a:extLst>
                    <a:ext uri="{FF2B5EF4-FFF2-40B4-BE49-F238E27FC236}">
                      <a16:creationId xmlns:a16="http://schemas.microsoft.com/office/drawing/2014/main" id="{762F0337-8B56-46E3-9965-F698CA9ACE75}"/>
                    </a:ext>
                  </a:extLst>
                </p14:cNvPr>
                <p14:cNvContentPartPr/>
                <p14:nvPr/>
              </p14:nvContentPartPr>
              <p14:xfrm>
                <a:off x="7632301" y="2631948"/>
                <a:ext cx="451800" cy="283320"/>
              </p14:xfrm>
            </p:contentPart>
          </mc:Choice>
          <mc:Fallback>
            <p:pic>
              <p:nvPicPr>
                <p:cNvPr id="59" name="Entrada de lápiz 58">
                  <a:extLst>
                    <a:ext uri="{FF2B5EF4-FFF2-40B4-BE49-F238E27FC236}">
                      <a16:creationId xmlns:a16="http://schemas.microsoft.com/office/drawing/2014/main" id="{762F0337-8B56-46E3-9965-F698CA9ACE7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614661" y="2614308"/>
                  <a:ext cx="4874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0" name="Entrada de lápiz 59">
                  <a:extLst>
                    <a:ext uri="{FF2B5EF4-FFF2-40B4-BE49-F238E27FC236}">
                      <a16:creationId xmlns:a16="http://schemas.microsoft.com/office/drawing/2014/main" id="{5E511AF4-DEA3-48EE-A56E-2A6755591E35}"/>
                    </a:ext>
                  </a:extLst>
                </p14:cNvPr>
                <p14:cNvContentPartPr/>
                <p14:nvPr/>
              </p14:nvContentPartPr>
              <p14:xfrm>
                <a:off x="8191741" y="2647788"/>
                <a:ext cx="330480" cy="229680"/>
              </p14:xfrm>
            </p:contentPart>
          </mc:Choice>
          <mc:Fallback>
            <p:pic>
              <p:nvPicPr>
                <p:cNvPr id="60" name="Entrada de lápiz 59">
                  <a:extLst>
                    <a:ext uri="{FF2B5EF4-FFF2-40B4-BE49-F238E27FC236}">
                      <a16:creationId xmlns:a16="http://schemas.microsoft.com/office/drawing/2014/main" id="{5E511AF4-DEA3-48EE-A56E-2A6755591E3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73741" y="2630148"/>
                  <a:ext cx="366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1" name="Entrada de lápiz 60">
                  <a:extLst>
                    <a:ext uri="{FF2B5EF4-FFF2-40B4-BE49-F238E27FC236}">
                      <a16:creationId xmlns:a16="http://schemas.microsoft.com/office/drawing/2014/main" id="{9D816C75-5EB6-4B81-A047-0395AC6C68E7}"/>
                    </a:ext>
                  </a:extLst>
                </p14:cNvPr>
                <p14:cNvContentPartPr/>
                <p14:nvPr/>
              </p14:nvContentPartPr>
              <p14:xfrm>
                <a:off x="8500261" y="2475348"/>
                <a:ext cx="217080" cy="360000"/>
              </p14:xfrm>
            </p:contentPart>
          </mc:Choice>
          <mc:Fallback>
            <p:pic>
              <p:nvPicPr>
                <p:cNvPr id="61" name="Entrada de lápiz 60">
                  <a:extLst>
                    <a:ext uri="{FF2B5EF4-FFF2-40B4-BE49-F238E27FC236}">
                      <a16:creationId xmlns:a16="http://schemas.microsoft.com/office/drawing/2014/main" id="{9D816C75-5EB6-4B81-A047-0395AC6C68E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82261" y="2457708"/>
                  <a:ext cx="2527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2" name="Entrada de lápiz 61">
                  <a:extLst>
                    <a:ext uri="{FF2B5EF4-FFF2-40B4-BE49-F238E27FC236}">
                      <a16:creationId xmlns:a16="http://schemas.microsoft.com/office/drawing/2014/main" id="{8312E9DF-7DF8-4209-B407-BFAB0E3BD234}"/>
                    </a:ext>
                  </a:extLst>
                </p14:cNvPr>
                <p14:cNvContentPartPr/>
                <p14:nvPr/>
              </p14:nvContentPartPr>
              <p14:xfrm>
                <a:off x="8736061" y="2585868"/>
                <a:ext cx="403920" cy="273960"/>
              </p14:xfrm>
            </p:contentPart>
          </mc:Choice>
          <mc:Fallback>
            <p:pic>
              <p:nvPicPr>
                <p:cNvPr id="62" name="Entrada de lápiz 61">
                  <a:extLst>
                    <a:ext uri="{FF2B5EF4-FFF2-40B4-BE49-F238E27FC236}">
                      <a16:creationId xmlns:a16="http://schemas.microsoft.com/office/drawing/2014/main" id="{8312E9DF-7DF8-4209-B407-BFAB0E3BD23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718061" y="2568228"/>
                  <a:ext cx="439560" cy="30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1FC745B9-628A-4B8C-825C-05422A62DC61}"/>
                  </a:ext>
                </a:extLst>
              </p14:cNvPr>
              <p14:cNvContentPartPr/>
              <p14:nvPr/>
            </p14:nvContentPartPr>
            <p14:xfrm>
              <a:off x="6454381" y="592188"/>
              <a:ext cx="74880" cy="3960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1FC745B9-628A-4B8C-825C-05422A62DC6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436381" y="574188"/>
                <a:ext cx="110520" cy="7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173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>
            <a:extLst>
              <a:ext uri="{FF2B5EF4-FFF2-40B4-BE49-F238E27FC236}">
                <a16:creationId xmlns:a16="http://schemas.microsoft.com/office/drawing/2014/main" id="{F54DF75A-4984-48A1-B4C2-713044D3FFA5}"/>
              </a:ext>
            </a:extLst>
          </p:cNvPr>
          <p:cNvGrpSpPr/>
          <p:nvPr/>
        </p:nvGrpSpPr>
        <p:grpSpPr>
          <a:xfrm>
            <a:off x="775381" y="280068"/>
            <a:ext cx="2598840" cy="555840"/>
            <a:chOff x="775381" y="280068"/>
            <a:chExt cx="2598840" cy="55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CC275CE5-C8B8-4653-869D-1318BEF5D8AF}"/>
                    </a:ext>
                  </a:extLst>
                </p14:cNvPr>
                <p14:cNvContentPartPr/>
                <p14:nvPr/>
              </p14:nvContentPartPr>
              <p14:xfrm>
                <a:off x="775381" y="314268"/>
                <a:ext cx="117000" cy="521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CC275CE5-C8B8-4653-869D-1318BEF5D8A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7381" y="296628"/>
                  <a:ext cx="1526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98E78B65-EE51-4CA2-801F-76937FD8F134}"/>
                    </a:ext>
                  </a:extLst>
                </p14:cNvPr>
                <p14:cNvContentPartPr/>
                <p14:nvPr/>
              </p14:nvContentPartPr>
              <p14:xfrm>
                <a:off x="785101" y="294828"/>
                <a:ext cx="277920" cy="29916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98E78B65-EE51-4CA2-801F-76937FD8F1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7461" y="277188"/>
                  <a:ext cx="3135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3E78F685-9839-49B9-B496-1EB24806C032}"/>
                    </a:ext>
                  </a:extLst>
                </p14:cNvPr>
                <p14:cNvContentPartPr/>
                <p14:nvPr/>
              </p14:nvContentPartPr>
              <p14:xfrm>
                <a:off x="1119181" y="476628"/>
                <a:ext cx="180000" cy="2343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3E78F685-9839-49B9-B496-1EB24806C0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1181" y="458988"/>
                  <a:ext cx="215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B3A6785B-BBA1-41A8-A3EA-141C03BDE7DD}"/>
                    </a:ext>
                  </a:extLst>
                </p14:cNvPr>
                <p14:cNvContentPartPr/>
                <p14:nvPr/>
              </p14:nvContentPartPr>
              <p14:xfrm>
                <a:off x="1411141" y="491388"/>
                <a:ext cx="53280" cy="29124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B3A6785B-BBA1-41A8-A3EA-141C03BDE7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3141" y="473388"/>
                  <a:ext cx="88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1D99C4B6-8110-44A9-8A37-C44DF2A416D6}"/>
                    </a:ext>
                  </a:extLst>
                </p14:cNvPr>
                <p14:cNvContentPartPr/>
                <p14:nvPr/>
              </p14:nvContentPartPr>
              <p14:xfrm>
                <a:off x="1529221" y="478068"/>
                <a:ext cx="414000" cy="24660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1D99C4B6-8110-44A9-8A37-C44DF2A416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11221" y="460068"/>
                  <a:ext cx="449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Entrada de lápiz 16">
                  <a:extLst>
                    <a:ext uri="{FF2B5EF4-FFF2-40B4-BE49-F238E27FC236}">
                      <a16:creationId xmlns:a16="http://schemas.microsoft.com/office/drawing/2014/main" id="{19CD06F5-461F-4503-8D7D-A7C01E92C4B9}"/>
                    </a:ext>
                  </a:extLst>
                </p14:cNvPr>
                <p14:cNvContentPartPr/>
                <p14:nvPr/>
              </p14:nvContentPartPr>
              <p14:xfrm>
                <a:off x="1950421" y="476628"/>
                <a:ext cx="164160" cy="234720"/>
              </p14:xfrm>
            </p:contentPart>
          </mc:Choice>
          <mc:Fallback>
            <p:pic>
              <p:nvPicPr>
                <p:cNvPr id="17" name="Entrada de lápiz 16">
                  <a:extLst>
                    <a:ext uri="{FF2B5EF4-FFF2-40B4-BE49-F238E27FC236}">
                      <a16:creationId xmlns:a16="http://schemas.microsoft.com/office/drawing/2014/main" id="{19CD06F5-461F-4503-8D7D-A7C01E92C4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32781" y="458988"/>
                  <a:ext cx="199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AC4A56F1-015C-4259-BC57-345441521C8E}"/>
                    </a:ext>
                  </a:extLst>
                </p14:cNvPr>
                <p14:cNvContentPartPr/>
                <p14:nvPr/>
              </p14:nvContentPartPr>
              <p14:xfrm>
                <a:off x="2220061" y="298068"/>
                <a:ext cx="105120" cy="36504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AC4A56F1-015C-4259-BC57-345441521C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02061" y="280068"/>
                  <a:ext cx="1407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4467CAB8-2AF6-449F-BB69-C0922D56F83E}"/>
                    </a:ext>
                  </a:extLst>
                </p14:cNvPr>
                <p14:cNvContentPartPr/>
                <p14:nvPr/>
              </p14:nvContentPartPr>
              <p14:xfrm>
                <a:off x="2157781" y="512628"/>
                <a:ext cx="266760" cy="5076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4467CAB8-2AF6-449F-BB69-C0922D56F8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39781" y="494628"/>
                  <a:ext cx="302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92EB374E-0476-466F-A509-6FBD3A19010F}"/>
                    </a:ext>
                  </a:extLst>
                </p14:cNvPr>
                <p14:cNvContentPartPr/>
                <p14:nvPr/>
              </p14:nvContentPartPr>
              <p14:xfrm>
                <a:off x="2414821" y="492468"/>
                <a:ext cx="251640" cy="22140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92EB374E-0476-466F-A509-6FBD3A1901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6821" y="474828"/>
                  <a:ext cx="287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D3122E7A-ACF2-4716-8AF0-5511E38A747A}"/>
                    </a:ext>
                  </a:extLst>
                </p14:cNvPr>
                <p14:cNvContentPartPr/>
                <p14:nvPr/>
              </p14:nvContentPartPr>
              <p14:xfrm>
                <a:off x="2679781" y="479508"/>
                <a:ext cx="366840" cy="26892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D3122E7A-ACF2-4716-8AF0-5511E38A74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1781" y="461508"/>
                  <a:ext cx="402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D97F62EC-3ECD-42D0-85D6-1B28FBAA4E9A}"/>
                    </a:ext>
                  </a:extLst>
                </p14:cNvPr>
                <p14:cNvContentPartPr/>
                <p14:nvPr/>
              </p14:nvContentPartPr>
              <p14:xfrm>
                <a:off x="3020701" y="497508"/>
                <a:ext cx="353520" cy="26064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D97F62EC-3ECD-42D0-85D6-1B28FBAA4E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02701" y="479868"/>
                  <a:ext cx="389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6BF8F924-2E5E-4C61-942B-23A4863EFCAD}"/>
                    </a:ext>
                  </a:extLst>
                </p14:cNvPr>
                <p14:cNvContentPartPr/>
                <p14:nvPr/>
              </p14:nvContentPartPr>
              <p14:xfrm>
                <a:off x="3073261" y="280068"/>
                <a:ext cx="100440" cy="13680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6BF8F924-2E5E-4C61-942B-23A4863EFC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055621" y="262428"/>
                  <a:ext cx="136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105AF213-D75E-4256-BB61-65442DEC61C5}"/>
                    </a:ext>
                  </a:extLst>
                </p14:cNvPr>
                <p14:cNvContentPartPr/>
                <p14:nvPr/>
              </p14:nvContentPartPr>
              <p14:xfrm>
                <a:off x="2854741" y="313548"/>
                <a:ext cx="360" cy="36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105AF213-D75E-4256-BB61-65442DEC61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37101" y="29554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152D2B29-1D64-4183-92D1-D339C2EFA8CB}"/>
                  </a:ext>
                </a:extLst>
              </p14:cNvPr>
              <p14:cNvContentPartPr/>
              <p14:nvPr/>
            </p14:nvContentPartPr>
            <p14:xfrm>
              <a:off x="4090621" y="971988"/>
              <a:ext cx="133560" cy="17676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152D2B29-1D64-4183-92D1-D339C2EFA8C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72621" y="953988"/>
                <a:ext cx="1692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8D905DD2-90D5-4761-B70B-EAE53250A0F8}"/>
                  </a:ext>
                </a:extLst>
              </p14:cNvPr>
              <p14:cNvContentPartPr/>
              <p14:nvPr/>
            </p14:nvContentPartPr>
            <p14:xfrm>
              <a:off x="4400581" y="683988"/>
              <a:ext cx="61920" cy="43848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8D905DD2-90D5-4761-B70B-EAE53250A0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82941" y="665988"/>
                <a:ext cx="9756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F7099092-86F1-425A-AF04-B3C123CA058A}"/>
                  </a:ext>
                </a:extLst>
              </p14:cNvPr>
              <p14:cNvContentPartPr/>
              <p14:nvPr/>
            </p14:nvContentPartPr>
            <p14:xfrm>
              <a:off x="4369981" y="714588"/>
              <a:ext cx="239760" cy="22392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F7099092-86F1-425A-AF04-B3C123CA058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51981" y="696588"/>
                <a:ext cx="2754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C11C7645-D36A-4DDC-BBE1-9DA0A6C7818A}"/>
                  </a:ext>
                </a:extLst>
              </p14:cNvPr>
              <p14:cNvContentPartPr/>
              <p14:nvPr/>
            </p14:nvContentPartPr>
            <p14:xfrm>
              <a:off x="4684981" y="960108"/>
              <a:ext cx="41760" cy="16128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C11C7645-D36A-4DDC-BBE1-9DA0A6C7818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67341" y="942108"/>
                <a:ext cx="774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28254323-E332-41D9-BCF1-8DBEB21F1E94}"/>
                  </a:ext>
                </a:extLst>
              </p14:cNvPr>
              <p14:cNvContentPartPr/>
              <p14:nvPr/>
            </p14:nvContentPartPr>
            <p14:xfrm>
              <a:off x="4690381" y="934908"/>
              <a:ext cx="156600" cy="1717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28254323-E332-41D9-BCF1-8DBEB21F1E9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72741" y="916908"/>
                <a:ext cx="1922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CAD2D80F-425C-4D72-AF80-65F3F9351754}"/>
                  </a:ext>
                </a:extLst>
              </p14:cNvPr>
              <p14:cNvContentPartPr/>
              <p14:nvPr/>
            </p14:nvContentPartPr>
            <p14:xfrm>
              <a:off x="5232181" y="748068"/>
              <a:ext cx="208800" cy="133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CAD2D80F-425C-4D72-AF80-65F3F935175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14541" y="730068"/>
                <a:ext cx="2444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F25B0A80-9AB5-44DD-9467-6A42351A97FB}"/>
                  </a:ext>
                </a:extLst>
              </p14:cNvPr>
              <p14:cNvContentPartPr/>
              <p14:nvPr/>
            </p14:nvContentPartPr>
            <p14:xfrm>
              <a:off x="5247661" y="859308"/>
              <a:ext cx="203400" cy="424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F25B0A80-9AB5-44DD-9467-6A42351A97F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29661" y="841668"/>
                <a:ext cx="23904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upo 52">
            <a:extLst>
              <a:ext uri="{FF2B5EF4-FFF2-40B4-BE49-F238E27FC236}">
                <a16:creationId xmlns:a16="http://schemas.microsoft.com/office/drawing/2014/main" id="{26997BB4-13C3-4B9B-AC75-06DFA81DB47E}"/>
              </a:ext>
            </a:extLst>
          </p:cNvPr>
          <p:cNvGrpSpPr/>
          <p:nvPr/>
        </p:nvGrpSpPr>
        <p:grpSpPr>
          <a:xfrm>
            <a:off x="6759301" y="588948"/>
            <a:ext cx="334440" cy="231840"/>
            <a:chOff x="6759301" y="588948"/>
            <a:chExt cx="3344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Entrada de lápiz 48">
                  <a:extLst>
                    <a:ext uri="{FF2B5EF4-FFF2-40B4-BE49-F238E27FC236}">
                      <a16:creationId xmlns:a16="http://schemas.microsoft.com/office/drawing/2014/main" id="{60B5A5F6-36CE-42D8-9833-32345F284880}"/>
                    </a:ext>
                  </a:extLst>
                </p14:cNvPr>
                <p14:cNvContentPartPr/>
                <p14:nvPr/>
              </p14:nvContentPartPr>
              <p14:xfrm>
                <a:off x="6759301" y="631428"/>
                <a:ext cx="141120" cy="172440"/>
              </p14:xfrm>
            </p:contentPart>
          </mc:Choice>
          <mc:Fallback>
            <p:pic>
              <p:nvPicPr>
                <p:cNvPr id="49" name="Entrada de lápiz 48">
                  <a:extLst>
                    <a:ext uri="{FF2B5EF4-FFF2-40B4-BE49-F238E27FC236}">
                      <a16:creationId xmlns:a16="http://schemas.microsoft.com/office/drawing/2014/main" id="{60B5A5F6-36CE-42D8-9833-32345F28488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741301" y="613428"/>
                  <a:ext cx="176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0" name="Entrada de lápiz 49">
                  <a:extLst>
                    <a:ext uri="{FF2B5EF4-FFF2-40B4-BE49-F238E27FC236}">
                      <a16:creationId xmlns:a16="http://schemas.microsoft.com/office/drawing/2014/main" id="{DDBDA56A-F5A0-43B7-B14F-F14D8CB0D5C2}"/>
                    </a:ext>
                  </a:extLst>
                </p14:cNvPr>
                <p14:cNvContentPartPr/>
                <p14:nvPr/>
              </p14:nvContentPartPr>
              <p14:xfrm>
                <a:off x="7053421" y="588948"/>
                <a:ext cx="11160" cy="171720"/>
              </p14:xfrm>
            </p:contentPart>
          </mc:Choice>
          <mc:Fallback>
            <p:pic>
              <p:nvPicPr>
                <p:cNvPr id="50" name="Entrada de lápiz 49">
                  <a:extLst>
                    <a:ext uri="{FF2B5EF4-FFF2-40B4-BE49-F238E27FC236}">
                      <a16:creationId xmlns:a16="http://schemas.microsoft.com/office/drawing/2014/main" id="{DDBDA56A-F5A0-43B7-B14F-F14D8CB0D5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35781" y="570948"/>
                  <a:ext cx="46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1" name="Entrada de lápiz 50">
                  <a:extLst>
                    <a:ext uri="{FF2B5EF4-FFF2-40B4-BE49-F238E27FC236}">
                      <a16:creationId xmlns:a16="http://schemas.microsoft.com/office/drawing/2014/main" id="{B1458E6F-67DA-4EF0-97B6-88FD747C0671}"/>
                    </a:ext>
                  </a:extLst>
                </p14:cNvPr>
                <p14:cNvContentPartPr/>
                <p14:nvPr/>
              </p14:nvContentPartPr>
              <p14:xfrm>
                <a:off x="7069981" y="817188"/>
                <a:ext cx="23760" cy="3600"/>
              </p14:xfrm>
            </p:contentPart>
          </mc:Choice>
          <mc:Fallback>
            <p:pic>
              <p:nvPicPr>
                <p:cNvPr id="51" name="Entrada de lápiz 50">
                  <a:extLst>
                    <a:ext uri="{FF2B5EF4-FFF2-40B4-BE49-F238E27FC236}">
                      <a16:creationId xmlns:a16="http://schemas.microsoft.com/office/drawing/2014/main" id="{B1458E6F-67DA-4EF0-97B6-88FD747C06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51981" y="799188"/>
                  <a:ext cx="5940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61EA5856-19BE-4309-86A5-BD188958154D}"/>
                  </a:ext>
                </a:extLst>
              </p14:cNvPr>
              <p14:cNvContentPartPr/>
              <p14:nvPr/>
            </p14:nvContentPartPr>
            <p14:xfrm>
              <a:off x="6005101" y="977748"/>
              <a:ext cx="2195280" cy="1656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61EA5856-19BE-4309-86A5-BD188958154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87461" y="960108"/>
                <a:ext cx="22309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7C8303AD-E608-42BF-A0E5-35BA8A90574D}"/>
                  </a:ext>
                </a:extLst>
              </p14:cNvPr>
              <p14:cNvContentPartPr/>
              <p14:nvPr/>
            </p14:nvContentPartPr>
            <p14:xfrm>
              <a:off x="795240" y="1191240"/>
              <a:ext cx="11098440" cy="561636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7C8303AD-E608-42BF-A0E5-35BA8A9057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85880" y="1181880"/>
                <a:ext cx="11117160" cy="56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20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6454F67F-51D3-44DE-B3D4-31EBBC543799}"/>
                  </a:ext>
                </a:extLst>
              </p14:cNvPr>
              <p14:cNvContentPartPr/>
              <p14:nvPr/>
            </p14:nvContentPartPr>
            <p14:xfrm>
              <a:off x="588240" y="435240"/>
              <a:ext cx="9837360" cy="59497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6454F67F-51D3-44DE-B3D4-31EBBC5437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8880" y="425880"/>
                <a:ext cx="9856080" cy="596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78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874E486A-778D-48A4-9A13-BB6C6DE55475}"/>
                  </a:ext>
                </a:extLst>
              </p14:cNvPr>
              <p14:cNvContentPartPr/>
              <p14:nvPr/>
            </p14:nvContentPartPr>
            <p14:xfrm>
              <a:off x="410760" y="279360"/>
              <a:ext cx="11516760" cy="4851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874E486A-778D-48A4-9A13-BB6C6DE554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400" y="270000"/>
                <a:ext cx="11535480" cy="487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62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DE35F510-3D97-499C-951F-39226BDA8B2D}"/>
                  </a:ext>
                </a:extLst>
              </p14:cNvPr>
              <p14:cNvContentPartPr/>
              <p14:nvPr/>
            </p14:nvContentPartPr>
            <p14:xfrm>
              <a:off x="506160" y="412560"/>
              <a:ext cx="10989720" cy="644220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DE35F510-3D97-499C-951F-39226BDA8B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800" y="403200"/>
                <a:ext cx="11008440" cy="646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4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DB27B6B8-9D19-46DF-8B54-096A7D356618}"/>
                  </a:ext>
                </a:extLst>
              </p14:cNvPr>
              <p14:cNvContentPartPr/>
              <p14:nvPr/>
            </p14:nvContentPartPr>
            <p14:xfrm>
              <a:off x="343080" y="251280"/>
              <a:ext cx="11313360" cy="61012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DB27B6B8-9D19-46DF-8B54-096A7D3566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720" y="241920"/>
                <a:ext cx="11332080" cy="612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11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3C4A931-29E1-4BC3-B10C-723EA4D61AA6}"/>
                  </a:ext>
                </a:extLst>
              </p14:cNvPr>
              <p14:cNvContentPartPr/>
              <p14:nvPr/>
            </p14:nvContentPartPr>
            <p14:xfrm>
              <a:off x="338400" y="300960"/>
              <a:ext cx="10269360" cy="63705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3C4A931-29E1-4BC3-B10C-723EA4D61A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9040" y="291600"/>
                <a:ext cx="10288080" cy="63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255A1A4A-E549-411F-8EBE-F011145086A9}"/>
                  </a:ext>
                </a:extLst>
              </p14:cNvPr>
              <p14:cNvContentPartPr/>
              <p14:nvPr/>
            </p14:nvContentPartPr>
            <p14:xfrm>
              <a:off x="3533040" y="5390280"/>
              <a:ext cx="7858440" cy="12045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255A1A4A-E549-411F-8EBE-F011145086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3680" y="5380920"/>
                <a:ext cx="7877160" cy="122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9186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C0E63251-AF3F-4FF6-B464-5E52BA39090B}"/>
                  </a:ext>
                </a:extLst>
              </p14:cNvPr>
              <p14:cNvContentPartPr/>
              <p14:nvPr/>
            </p14:nvContentPartPr>
            <p14:xfrm>
              <a:off x="536760" y="246240"/>
              <a:ext cx="10274400" cy="47894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C0E63251-AF3F-4FF6-B464-5E52BA3909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7400" y="236880"/>
                <a:ext cx="10293120" cy="48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918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4EC2023E-2BB6-4644-90ED-0AA24076FA0F}"/>
                  </a:ext>
                </a:extLst>
              </p14:cNvPr>
              <p14:cNvContentPartPr/>
              <p14:nvPr/>
            </p14:nvContentPartPr>
            <p14:xfrm>
              <a:off x="418680" y="290160"/>
              <a:ext cx="11412720" cy="56512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4EC2023E-2BB6-4644-90ED-0AA24076FA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320" y="280800"/>
                <a:ext cx="11431440" cy="56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541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7D2B390-F008-4FF4-9F0A-8BD3D3A25651}"/>
                  </a:ext>
                </a:extLst>
              </p14:cNvPr>
              <p14:cNvContentPartPr/>
              <p14:nvPr/>
            </p14:nvContentPartPr>
            <p14:xfrm>
              <a:off x="608400" y="299160"/>
              <a:ext cx="9229680" cy="442908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7D2B390-F008-4FF4-9F0A-8BD3D3A256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9040" y="289800"/>
                <a:ext cx="9248400" cy="444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9515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7AD58643-41F1-4978-95C6-23AB3A190577}"/>
                  </a:ext>
                </a:extLst>
              </p14:cNvPr>
              <p14:cNvContentPartPr/>
              <p14:nvPr/>
            </p14:nvContentPartPr>
            <p14:xfrm>
              <a:off x="340200" y="61200"/>
              <a:ext cx="11330640" cy="64353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7AD58643-41F1-4978-95C6-23AB3A1905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840" y="51840"/>
                <a:ext cx="11349360" cy="64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379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89E5C9A2-D1F9-43CB-BDBA-F5AEE41C8D87}"/>
                  </a:ext>
                </a:extLst>
              </p14:cNvPr>
              <p14:cNvContentPartPr/>
              <p14:nvPr/>
            </p14:nvContentPartPr>
            <p14:xfrm>
              <a:off x="380880" y="394200"/>
              <a:ext cx="9225360" cy="243216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89E5C9A2-D1F9-43CB-BDBA-F5AEE41C8D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520" y="384840"/>
                <a:ext cx="9244080" cy="245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E271D88F-B644-4CD4-8051-F64828B9638E}"/>
              </a:ext>
            </a:extLst>
          </p:cNvPr>
          <p:cNvGrpSpPr/>
          <p:nvPr/>
        </p:nvGrpSpPr>
        <p:grpSpPr>
          <a:xfrm>
            <a:off x="777948" y="2184108"/>
            <a:ext cx="2083680" cy="713160"/>
            <a:chOff x="777948" y="2184108"/>
            <a:chExt cx="2083680" cy="71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Entrada de lápiz 2">
                  <a:extLst>
                    <a:ext uri="{FF2B5EF4-FFF2-40B4-BE49-F238E27FC236}">
                      <a16:creationId xmlns:a16="http://schemas.microsoft.com/office/drawing/2014/main" id="{54C3EA54-BDFF-47C8-8373-02E482AB1AA8}"/>
                    </a:ext>
                  </a:extLst>
                </p14:cNvPr>
                <p14:cNvContentPartPr/>
                <p14:nvPr/>
              </p14:nvContentPartPr>
              <p14:xfrm>
                <a:off x="777948" y="2184108"/>
                <a:ext cx="318960" cy="610560"/>
              </p14:xfrm>
            </p:contentPart>
          </mc:Choice>
          <mc:Fallback>
            <p:pic>
              <p:nvPicPr>
                <p:cNvPr id="3" name="Entrada de lápiz 2">
                  <a:extLst>
                    <a:ext uri="{FF2B5EF4-FFF2-40B4-BE49-F238E27FC236}">
                      <a16:creationId xmlns:a16="http://schemas.microsoft.com/office/drawing/2014/main" id="{54C3EA54-BDFF-47C8-8373-02E482AB1A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9948" y="2166468"/>
                  <a:ext cx="3546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F1D221A5-0C3E-415B-AFC0-A15E97ED9B4E}"/>
                    </a:ext>
                  </a:extLst>
                </p14:cNvPr>
                <p14:cNvContentPartPr/>
                <p14:nvPr/>
              </p14:nvContentPartPr>
              <p14:xfrm>
                <a:off x="1065948" y="2582628"/>
                <a:ext cx="216000" cy="196920"/>
              </p14:xfrm>
            </p:contentPart>
          </mc:Choice>
          <mc:Fallback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F1D221A5-0C3E-415B-AFC0-A15E97ED9B4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7948" y="2564628"/>
                  <a:ext cx="2516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23908C37-0506-4B4F-962D-5D990088FCFC}"/>
                    </a:ext>
                  </a:extLst>
                </p14:cNvPr>
                <p14:cNvContentPartPr/>
                <p14:nvPr/>
              </p14:nvContentPartPr>
              <p14:xfrm>
                <a:off x="1324068" y="2559228"/>
                <a:ext cx="138600" cy="24660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23908C37-0506-4B4F-962D-5D990088FC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6428" y="2541228"/>
                  <a:ext cx="174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75730820-5484-46FF-A8DF-13F38004495B}"/>
                    </a:ext>
                  </a:extLst>
                </p14:cNvPr>
                <p14:cNvContentPartPr/>
                <p14:nvPr/>
              </p14:nvContentPartPr>
              <p14:xfrm>
                <a:off x="1571388" y="2594508"/>
                <a:ext cx="205200" cy="30276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75730820-5484-46FF-A8DF-13F3800449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53388" y="2576508"/>
                  <a:ext cx="2408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7A29360-6BB5-446A-8B10-C90550430665}"/>
                    </a:ext>
                  </a:extLst>
                </p14:cNvPr>
                <p14:cNvContentPartPr/>
                <p14:nvPr/>
              </p14:nvContentPartPr>
              <p14:xfrm>
                <a:off x="1801068" y="2606028"/>
                <a:ext cx="358920" cy="16776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7A29360-6BB5-446A-8B10-C905504306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3068" y="2588388"/>
                  <a:ext cx="3945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0C1BF59C-AC53-4025-9C72-39F74CB51E53}"/>
                    </a:ext>
                  </a:extLst>
                </p14:cNvPr>
                <p14:cNvContentPartPr/>
                <p14:nvPr/>
              </p14:nvContentPartPr>
              <p14:xfrm>
                <a:off x="2201388" y="2562468"/>
                <a:ext cx="118800" cy="19800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0C1BF59C-AC53-4025-9C72-39F74CB51E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3748" y="2544828"/>
                  <a:ext cx="154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8FA597AD-6159-49C6-BD17-C1F4B41C38F3}"/>
                    </a:ext>
                  </a:extLst>
                </p14:cNvPr>
                <p14:cNvContentPartPr/>
                <p14:nvPr/>
              </p14:nvContentPartPr>
              <p14:xfrm>
                <a:off x="2519628" y="2418828"/>
                <a:ext cx="42840" cy="34488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8FA597AD-6159-49C6-BD17-C1F4B41C38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01988" y="2400828"/>
                  <a:ext cx="784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B66399CA-C7AA-47A1-96A8-544FDF5A4416}"/>
                    </a:ext>
                  </a:extLst>
                </p14:cNvPr>
                <p14:cNvContentPartPr/>
                <p14:nvPr/>
              </p14:nvContentPartPr>
              <p14:xfrm>
                <a:off x="2413068" y="2622588"/>
                <a:ext cx="204480" cy="1584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B66399CA-C7AA-47A1-96A8-544FDF5A44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5428" y="2604948"/>
                  <a:ext cx="240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AA46452-457A-4FEC-9F6C-B8682F68EFB7}"/>
                    </a:ext>
                  </a:extLst>
                </p14:cNvPr>
                <p14:cNvContentPartPr/>
                <p14:nvPr/>
              </p14:nvContentPartPr>
              <p14:xfrm>
                <a:off x="2673348" y="2564268"/>
                <a:ext cx="188280" cy="2001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AA46452-457A-4FEC-9F6C-B8682F68EFB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55348" y="2546268"/>
                  <a:ext cx="22392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D314AF3-F449-4C2C-9000-909EB1B19AD2}"/>
              </a:ext>
            </a:extLst>
          </p:cNvPr>
          <p:cNvGrpSpPr/>
          <p:nvPr/>
        </p:nvGrpSpPr>
        <p:grpSpPr>
          <a:xfrm>
            <a:off x="3500628" y="2150628"/>
            <a:ext cx="734040" cy="806400"/>
            <a:chOff x="3500628" y="2150628"/>
            <a:chExt cx="734040" cy="80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020AA3BF-D477-42C4-B8DC-7E9AD788ACCE}"/>
                    </a:ext>
                  </a:extLst>
                </p14:cNvPr>
                <p14:cNvContentPartPr/>
                <p14:nvPr/>
              </p14:nvContentPartPr>
              <p14:xfrm>
                <a:off x="3500628" y="2196348"/>
                <a:ext cx="142920" cy="760680"/>
              </p14:xfrm>
            </p:contentPart>
          </mc:Choice>
          <mc:Fallback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020AA3BF-D477-42C4-B8DC-7E9AD788AC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82628" y="2178348"/>
                  <a:ext cx="178560" cy="7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A0036B55-48FE-445A-816E-908715DDB306}"/>
                    </a:ext>
                  </a:extLst>
                </p14:cNvPr>
                <p14:cNvContentPartPr/>
                <p14:nvPr/>
              </p14:nvContentPartPr>
              <p14:xfrm>
                <a:off x="3783948" y="2204268"/>
                <a:ext cx="140400" cy="28476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A0036B55-48FE-445A-816E-908715DDB30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65948" y="2186268"/>
                  <a:ext cx="1760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C1CA3AB8-6C36-4791-807A-B93032B1DAF2}"/>
                    </a:ext>
                  </a:extLst>
                </p14:cNvPr>
                <p14:cNvContentPartPr/>
                <p14:nvPr/>
              </p14:nvContentPartPr>
              <p14:xfrm>
                <a:off x="3827148" y="2660748"/>
                <a:ext cx="19440" cy="20088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C1CA3AB8-6C36-4791-807A-B93032B1DA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809508" y="2643108"/>
                  <a:ext cx="55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6609D9CD-508A-4D0B-9E77-974F1DC46E1B}"/>
                    </a:ext>
                  </a:extLst>
                </p14:cNvPr>
                <p14:cNvContentPartPr/>
                <p14:nvPr/>
              </p14:nvContentPartPr>
              <p14:xfrm>
                <a:off x="4104348" y="2150628"/>
                <a:ext cx="130320" cy="775440"/>
              </p14:xfrm>
            </p:contentPart>
          </mc:Choice>
          <mc:Fallback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6609D9CD-508A-4D0B-9E77-974F1DC46E1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86708" y="2132988"/>
                  <a:ext cx="165960" cy="81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6DBD0F12-F32D-4FD1-8226-ECA3BDD0AB13}"/>
              </a:ext>
            </a:extLst>
          </p:cNvPr>
          <p:cNvGrpSpPr/>
          <p:nvPr/>
        </p:nvGrpSpPr>
        <p:grpSpPr>
          <a:xfrm>
            <a:off x="4456428" y="2096268"/>
            <a:ext cx="1208520" cy="910080"/>
            <a:chOff x="4456428" y="2096268"/>
            <a:chExt cx="1208520" cy="91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70264AA-36AC-4A3D-BB6A-69E568522882}"/>
                    </a:ext>
                  </a:extLst>
                </p14:cNvPr>
                <p14:cNvContentPartPr/>
                <p14:nvPr/>
              </p14:nvContentPartPr>
              <p14:xfrm>
                <a:off x="4456428" y="2188068"/>
                <a:ext cx="119520" cy="813600"/>
              </p14:xfrm>
            </p:contentPart>
          </mc:Choice>
          <mc:Fallback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70264AA-36AC-4A3D-BB6A-69E56852288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38788" y="2170428"/>
                  <a:ext cx="155160" cy="8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AC423351-3AB3-4D3F-A900-9DD39E028B84}"/>
                    </a:ext>
                  </a:extLst>
                </p14:cNvPr>
                <p14:cNvContentPartPr/>
                <p14:nvPr/>
              </p14:nvContentPartPr>
              <p14:xfrm>
                <a:off x="4776108" y="2169348"/>
                <a:ext cx="129600" cy="348120"/>
              </p14:xfrm>
            </p:contentPart>
          </mc:Choice>
          <mc:Fallback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AC423351-3AB3-4D3F-A900-9DD39E028B8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58468" y="2151708"/>
                  <a:ext cx="16524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Entrada de lápiz 19">
                  <a:extLst>
                    <a:ext uri="{FF2B5EF4-FFF2-40B4-BE49-F238E27FC236}">
                      <a16:creationId xmlns:a16="http://schemas.microsoft.com/office/drawing/2014/main" id="{B8E24F8A-F1DD-4535-8464-8654CA89590E}"/>
                    </a:ext>
                  </a:extLst>
                </p14:cNvPr>
                <p14:cNvContentPartPr/>
                <p14:nvPr/>
              </p14:nvContentPartPr>
              <p14:xfrm>
                <a:off x="4692588" y="2657148"/>
                <a:ext cx="118080" cy="230760"/>
              </p14:xfrm>
            </p:contentPart>
          </mc:Choice>
          <mc:Fallback>
            <p:pic>
              <p:nvPicPr>
                <p:cNvPr id="20" name="Entrada de lápiz 19">
                  <a:extLst>
                    <a:ext uri="{FF2B5EF4-FFF2-40B4-BE49-F238E27FC236}">
                      <a16:creationId xmlns:a16="http://schemas.microsoft.com/office/drawing/2014/main" id="{B8E24F8A-F1DD-4535-8464-8654CA8959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4948" y="2639508"/>
                  <a:ext cx="1537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7114651D-B9D0-4948-91C4-923D73ED16F5}"/>
                    </a:ext>
                  </a:extLst>
                </p14:cNvPr>
                <p14:cNvContentPartPr/>
                <p14:nvPr/>
              </p14:nvContentPartPr>
              <p14:xfrm>
                <a:off x="5115588" y="2096268"/>
                <a:ext cx="217800" cy="910080"/>
              </p14:xfrm>
            </p:contentPart>
          </mc:Choice>
          <mc:Fallback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7114651D-B9D0-4948-91C4-923D73ED16F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97588" y="2078628"/>
                  <a:ext cx="25344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2B0037AD-E16E-4FB9-B93E-64A21BFA385B}"/>
                    </a:ext>
                  </a:extLst>
                </p14:cNvPr>
                <p14:cNvContentPartPr/>
                <p14:nvPr/>
              </p14:nvContentPartPr>
              <p14:xfrm>
                <a:off x="5577108" y="2231988"/>
                <a:ext cx="52560" cy="504000"/>
              </p14:xfrm>
            </p:contentPart>
          </mc:Choice>
          <mc:Fallback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2B0037AD-E16E-4FB9-B93E-64A21BFA385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59468" y="2214348"/>
                  <a:ext cx="882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DD737761-1382-4742-BC8D-CEE2BDFC6172}"/>
                    </a:ext>
                  </a:extLst>
                </p14:cNvPr>
                <p14:cNvContentPartPr/>
                <p14:nvPr/>
              </p14:nvContentPartPr>
              <p14:xfrm>
                <a:off x="5448948" y="2494428"/>
                <a:ext cx="216000" cy="41040"/>
              </p14:xfrm>
            </p:contentPart>
          </mc:Choice>
          <mc:Fallback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DD737761-1382-4742-BC8D-CEE2BDFC61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1308" y="2476428"/>
                  <a:ext cx="25164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C0D7411-9A56-4CA2-AB49-762D85EE3F76}"/>
              </a:ext>
            </a:extLst>
          </p:cNvPr>
          <p:cNvGrpSpPr/>
          <p:nvPr/>
        </p:nvGrpSpPr>
        <p:grpSpPr>
          <a:xfrm>
            <a:off x="6012348" y="2010948"/>
            <a:ext cx="355680" cy="815040"/>
            <a:chOff x="6012348" y="2010948"/>
            <a:chExt cx="355680" cy="8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F130B6F6-F36C-4C7C-B008-4A17AFA273A2}"/>
                    </a:ext>
                  </a:extLst>
                </p14:cNvPr>
                <p14:cNvContentPartPr/>
                <p14:nvPr/>
              </p14:nvContentPartPr>
              <p14:xfrm>
                <a:off x="6198468" y="2086548"/>
                <a:ext cx="151200" cy="356760"/>
              </p14:xfrm>
            </p:contentPart>
          </mc:Choice>
          <mc:Fallback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F130B6F6-F36C-4C7C-B008-4A17AFA273A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80828" y="2068908"/>
                  <a:ext cx="1868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Entrada de lápiz 24">
                  <a:extLst>
                    <a:ext uri="{FF2B5EF4-FFF2-40B4-BE49-F238E27FC236}">
                      <a16:creationId xmlns:a16="http://schemas.microsoft.com/office/drawing/2014/main" id="{0EB4319E-71DF-4CAE-A42C-8963BF3970DE}"/>
                    </a:ext>
                  </a:extLst>
                </p14:cNvPr>
                <p14:cNvContentPartPr/>
                <p14:nvPr/>
              </p14:nvContentPartPr>
              <p14:xfrm>
                <a:off x="6012348" y="2010948"/>
                <a:ext cx="179280" cy="815040"/>
              </p14:xfrm>
            </p:contentPart>
          </mc:Choice>
          <mc:Fallback>
            <p:pic>
              <p:nvPicPr>
                <p:cNvPr id="25" name="Entrada de lápiz 24">
                  <a:extLst>
                    <a:ext uri="{FF2B5EF4-FFF2-40B4-BE49-F238E27FC236}">
                      <a16:creationId xmlns:a16="http://schemas.microsoft.com/office/drawing/2014/main" id="{0EB4319E-71DF-4CAE-A42C-8963BF3970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94348" y="1993308"/>
                  <a:ext cx="214920" cy="85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Entrada de lápiz 25">
                  <a:extLst>
                    <a:ext uri="{FF2B5EF4-FFF2-40B4-BE49-F238E27FC236}">
                      <a16:creationId xmlns:a16="http://schemas.microsoft.com/office/drawing/2014/main" id="{DC6BE892-ECA3-4C61-B5B7-5B5834272A52}"/>
                    </a:ext>
                  </a:extLst>
                </p14:cNvPr>
                <p14:cNvContentPartPr/>
                <p14:nvPr/>
              </p14:nvContentPartPr>
              <p14:xfrm>
                <a:off x="6236628" y="2575788"/>
                <a:ext cx="131400" cy="222480"/>
              </p14:xfrm>
            </p:contentPart>
          </mc:Choice>
          <mc:Fallback>
            <p:pic>
              <p:nvPicPr>
                <p:cNvPr id="26" name="Entrada de lápiz 25">
                  <a:extLst>
                    <a:ext uri="{FF2B5EF4-FFF2-40B4-BE49-F238E27FC236}">
                      <a16:creationId xmlns:a16="http://schemas.microsoft.com/office/drawing/2014/main" id="{DC6BE892-ECA3-4C61-B5B7-5B5834272A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18988" y="2557788"/>
                  <a:ext cx="16704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C1B48E79-FC9B-4FFC-B904-D3E253AE8556}"/>
                  </a:ext>
                </a:extLst>
              </p14:cNvPr>
              <p14:cNvContentPartPr/>
              <p14:nvPr/>
            </p14:nvContentPartPr>
            <p14:xfrm>
              <a:off x="6600228" y="2007708"/>
              <a:ext cx="139320" cy="79092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C1B48E79-FC9B-4FFC-B904-D3E253AE855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82588" y="1990068"/>
                <a:ext cx="174960" cy="82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upo 31">
            <a:extLst>
              <a:ext uri="{FF2B5EF4-FFF2-40B4-BE49-F238E27FC236}">
                <a16:creationId xmlns:a16="http://schemas.microsoft.com/office/drawing/2014/main" id="{4BC4CDE5-E402-4616-BEF4-3EBA85D10FC7}"/>
              </a:ext>
            </a:extLst>
          </p:cNvPr>
          <p:cNvGrpSpPr/>
          <p:nvPr/>
        </p:nvGrpSpPr>
        <p:grpSpPr>
          <a:xfrm>
            <a:off x="7005588" y="2159628"/>
            <a:ext cx="903240" cy="258480"/>
            <a:chOff x="7005588" y="2159628"/>
            <a:chExt cx="90324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8DFB1139-52BB-48E3-B946-1B84183E38EA}"/>
                    </a:ext>
                  </a:extLst>
                </p14:cNvPr>
                <p14:cNvContentPartPr/>
                <p14:nvPr/>
              </p14:nvContentPartPr>
              <p14:xfrm>
                <a:off x="7022868" y="2235228"/>
                <a:ext cx="154800" cy="14040"/>
              </p14:xfrm>
            </p:contentPart>
          </mc:Choice>
          <mc:Fallback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8DFB1139-52BB-48E3-B946-1B84183E38E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04868" y="2217588"/>
                  <a:ext cx="190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Entrada de lápiz 28">
                  <a:extLst>
                    <a:ext uri="{FF2B5EF4-FFF2-40B4-BE49-F238E27FC236}">
                      <a16:creationId xmlns:a16="http://schemas.microsoft.com/office/drawing/2014/main" id="{515B8D26-4305-4539-89A5-59B550A5A848}"/>
                    </a:ext>
                  </a:extLst>
                </p14:cNvPr>
                <p14:cNvContentPartPr/>
                <p14:nvPr/>
              </p14:nvContentPartPr>
              <p14:xfrm>
                <a:off x="7005588" y="2333508"/>
                <a:ext cx="87120" cy="61200"/>
              </p14:xfrm>
            </p:contentPart>
          </mc:Choice>
          <mc:Fallback>
            <p:pic>
              <p:nvPicPr>
                <p:cNvPr id="29" name="Entrada de lápiz 28">
                  <a:extLst>
                    <a:ext uri="{FF2B5EF4-FFF2-40B4-BE49-F238E27FC236}">
                      <a16:creationId xmlns:a16="http://schemas.microsoft.com/office/drawing/2014/main" id="{515B8D26-4305-4539-89A5-59B550A5A84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87948" y="2315868"/>
                  <a:ext cx="122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Entrada de lápiz 29">
                  <a:extLst>
                    <a:ext uri="{FF2B5EF4-FFF2-40B4-BE49-F238E27FC236}">
                      <a16:creationId xmlns:a16="http://schemas.microsoft.com/office/drawing/2014/main" id="{1FB093D8-C666-4FC9-B619-22B451F3F603}"/>
                    </a:ext>
                  </a:extLst>
                </p14:cNvPr>
                <p14:cNvContentPartPr/>
                <p14:nvPr/>
              </p14:nvContentPartPr>
              <p14:xfrm>
                <a:off x="7399428" y="2170068"/>
                <a:ext cx="203040" cy="233640"/>
              </p14:xfrm>
            </p:contentPart>
          </mc:Choice>
          <mc:Fallback>
            <p:pic>
              <p:nvPicPr>
                <p:cNvPr id="30" name="Entrada de lápiz 29">
                  <a:extLst>
                    <a:ext uri="{FF2B5EF4-FFF2-40B4-BE49-F238E27FC236}">
                      <a16:creationId xmlns:a16="http://schemas.microsoft.com/office/drawing/2014/main" id="{1FB093D8-C666-4FC9-B619-22B451F3F60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381788" y="2152068"/>
                  <a:ext cx="2386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Entrada de lápiz 30">
                  <a:extLst>
                    <a:ext uri="{FF2B5EF4-FFF2-40B4-BE49-F238E27FC236}">
                      <a16:creationId xmlns:a16="http://schemas.microsoft.com/office/drawing/2014/main" id="{81386689-25FF-45B1-ABDE-5B124B050789}"/>
                    </a:ext>
                  </a:extLst>
                </p14:cNvPr>
                <p14:cNvContentPartPr/>
                <p14:nvPr/>
              </p14:nvContentPartPr>
              <p14:xfrm>
                <a:off x="7704708" y="2159628"/>
                <a:ext cx="204120" cy="258480"/>
              </p14:xfrm>
            </p:contentPart>
          </mc:Choice>
          <mc:Fallback>
            <p:pic>
              <p:nvPicPr>
                <p:cNvPr id="31" name="Entrada de lápiz 30">
                  <a:extLst>
                    <a:ext uri="{FF2B5EF4-FFF2-40B4-BE49-F238E27FC236}">
                      <a16:creationId xmlns:a16="http://schemas.microsoft.com/office/drawing/2014/main" id="{81386689-25FF-45B1-ABDE-5B124B05078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86708" y="2141988"/>
                  <a:ext cx="239760" cy="29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54093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Jennyfer Homez</dc:creator>
  <cp:lastModifiedBy>Jennyfer Homez</cp:lastModifiedBy>
  <cp:revision>3</cp:revision>
  <dcterms:created xsi:type="dcterms:W3CDTF">2020-04-19T15:28:24Z</dcterms:created>
  <dcterms:modified xsi:type="dcterms:W3CDTF">2020-04-19T17:25:55Z</dcterms:modified>
</cp:coreProperties>
</file>